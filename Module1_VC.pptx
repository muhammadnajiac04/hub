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media/image2.jpg" ContentType="image/jpg"/>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media/image4.jpg" ContentType="image/jpg"/>
  <Override PartName="/ppt/media/image5.jpg" ContentType="image/jpg"/>
  <Override PartName="/ppt/media/image6.jpg" ContentType="image/jpg"/>
  <Override PartName="/ppt/media/image7.jpg" ContentType="image/jpg"/>
  <Override PartName="/ppt/media/image8.jpg" ContentType="image/jpg"/>
  <Override PartName="/ppt/media/image11.jpg" ContentType="image/jpg"/>
  <Override PartName="/ppt/media/image12.jpg" ContentType="image/jpg"/>
  <Override PartName="/ppt/media/image14.jpg" ContentType="image/jpg"/>
  <Override PartName="/ppt/media/image15.jpg" ContentType="image/jpg"/>
  <Override PartName="/ppt/media/image17.jpg" ContentType="image/jpg"/>
  <Override PartName="/ppt/media/image18.jpg" ContentType="image/jpg"/>
  <Override PartName="/ppt/media/image25.jpg" ContentType="image/jpg"/>
  <Override PartName="/ppt/media/image27.jpg" ContentType="image/jpg"/>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4" r:id="rId1"/>
  </p:sldMasterIdLst>
  <p:notesMasterIdLst>
    <p:notesMasterId r:id="rId124"/>
  </p:notesMasterIdLst>
  <p:sldIdLst>
    <p:sldId id="256" r:id="rId2"/>
    <p:sldId id="258" r:id="rId3"/>
    <p:sldId id="463" r:id="rId4"/>
    <p:sldId id="313" r:id="rId5"/>
    <p:sldId id="314" r:id="rId6"/>
    <p:sldId id="315" r:id="rId7"/>
    <p:sldId id="316" r:id="rId8"/>
    <p:sldId id="317" r:id="rId9"/>
    <p:sldId id="318" r:id="rId10"/>
    <p:sldId id="319" r:id="rId11"/>
    <p:sldId id="320" r:id="rId12"/>
    <p:sldId id="321" r:id="rId13"/>
    <p:sldId id="322" r:id="rId14"/>
    <p:sldId id="323" r:id="rId15"/>
    <p:sldId id="324" r:id="rId16"/>
    <p:sldId id="325" r:id="rId17"/>
    <p:sldId id="326" r:id="rId18"/>
    <p:sldId id="327" r:id="rId19"/>
    <p:sldId id="328" r:id="rId20"/>
    <p:sldId id="329" r:id="rId21"/>
    <p:sldId id="330" r:id="rId22"/>
    <p:sldId id="331" r:id="rId23"/>
    <p:sldId id="332" r:id="rId24"/>
    <p:sldId id="333" r:id="rId25"/>
    <p:sldId id="335" r:id="rId26"/>
    <p:sldId id="336" r:id="rId27"/>
    <p:sldId id="337" r:id="rId28"/>
    <p:sldId id="338" r:id="rId29"/>
    <p:sldId id="339" r:id="rId30"/>
    <p:sldId id="340" r:id="rId31"/>
    <p:sldId id="341" r:id="rId32"/>
    <p:sldId id="342" r:id="rId33"/>
    <p:sldId id="343" r:id="rId34"/>
    <p:sldId id="344" r:id="rId35"/>
    <p:sldId id="345" r:id="rId36"/>
    <p:sldId id="346" r:id="rId37"/>
    <p:sldId id="347" r:id="rId38"/>
    <p:sldId id="348" r:id="rId39"/>
    <p:sldId id="349" r:id="rId40"/>
    <p:sldId id="350" r:id="rId41"/>
    <p:sldId id="351" r:id="rId42"/>
    <p:sldId id="352" r:id="rId43"/>
    <p:sldId id="353" r:id="rId44"/>
    <p:sldId id="354" r:id="rId45"/>
    <p:sldId id="355" r:id="rId46"/>
    <p:sldId id="356" r:id="rId47"/>
    <p:sldId id="357" r:id="rId48"/>
    <p:sldId id="358" r:id="rId49"/>
    <p:sldId id="359" r:id="rId50"/>
    <p:sldId id="372" r:id="rId51"/>
    <p:sldId id="360" r:id="rId52"/>
    <p:sldId id="361" r:id="rId53"/>
    <p:sldId id="362" r:id="rId54"/>
    <p:sldId id="363" r:id="rId55"/>
    <p:sldId id="364" r:id="rId56"/>
    <p:sldId id="365" r:id="rId57"/>
    <p:sldId id="366" r:id="rId58"/>
    <p:sldId id="367" r:id="rId59"/>
    <p:sldId id="368" r:id="rId60"/>
    <p:sldId id="369" r:id="rId61"/>
    <p:sldId id="373" r:id="rId62"/>
    <p:sldId id="371" r:id="rId63"/>
    <p:sldId id="375" r:id="rId64"/>
    <p:sldId id="422" r:id="rId65"/>
    <p:sldId id="377" r:id="rId66"/>
    <p:sldId id="423" r:id="rId67"/>
    <p:sldId id="378" r:id="rId68"/>
    <p:sldId id="424" r:id="rId69"/>
    <p:sldId id="425" r:id="rId70"/>
    <p:sldId id="380" r:id="rId71"/>
    <p:sldId id="426" r:id="rId72"/>
    <p:sldId id="427" r:id="rId73"/>
    <p:sldId id="428" r:id="rId74"/>
    <p:sldId id="429" r:id="rId75"/>
    <p:sldId id="430" r:id="rId76"/>
    <p:sldId id="431" r:id="rId77"/>
    <p:sldId id="432" r:id="rId78"/>
    <p:sldId id="433" r:id="rId79"/>
    <p:sldId id="434" r:id="rId80"/>
    <p:sldId id="435" r:id="rId81"/>
    <p:sldId id="436" r:id="rId82"/>
    <p:sldId id="437" r:id="rId83"/>
    <p:sldId id="438" r:id="rId84"/>
    <p:sldId id="439" r:id="rId85"/>
    <p:sldId id="440" r:id="rId86"/>
    <p:sldId id="441" r:id="rId87"/>
    <p:sldId id="442" r:id="rId88"/>
    <p:sldId id="443" r:id="rId89"/>
    <p:sldId id="444" r:id="rId90"/>
    <p:sldId id="445" r:id="rId91"/>
    <p:sldId id="446" r:id="rId92"/>
    <p:sldId id="447" r:id="rId93"/>
    <p:sldId id="449" r:id="rId94"/>
    <p:sldId id="450" r:id="rId95"/>
    <p:sldId id="451" r:id="rId96"/>
    <p:sldId id="399" r:id="rId97"/>
    <p:sldId id="400" r:id="rId98"/>
    <p:sldId id="401" r:id="rId99"/>
    <p:sldId id="402" r:id="rId100"/>
    <p:sldId id="404" r:id="rId101"/>
    <p:sldId id="405" r:id="rId102"/>
    <p:sldId id="407" r:id="rId103"/>
    <p:sldId id="456" r:id="rId104"/>
    <p:sldId id="406" r:id="rId105"/>
    <p:sldId id="452" r:id="rId106"/>
    <p:sldId id="453" r:id="rId107"/>
    <p:sldId id="408" r:id="rId108"/>
    <p:sldId id="409" r:id="rId109"/>
    <p:sldId id="454" r:id="rId110"/>
    <p:sldId id="455" r:id="rId111"/>
    <p:sldId id="411" r:id="rId112"/>
    <p:sldId id="412" r:id="rId113"/>
    <p:sldId id="413" r:id="rId114"/>
    <p:sldId id="414" r:id="rId115"/>
    <p:sldId id="415" r:id="rId116"/>
    <p:sldId id="457" r:id="rId117"/>
    <p:sldId id="458" r:id="rId118"/>
    <p:sldId id="459" r:id="rId119"/>
    <p:sldId id="460" r:id="rId120"/>
    <p:sldId id="417" r:id="rId121"/>
    <p:sldId id="461" r:id="rId122"/>
    <p:sldId id="462" r:id="rId123"/>
  </p:sldIdLst>
  <p:sldSz cx="9144000" cy="5143500" type="screen16x9"/>
  <p:notesSz cx="6858000" cy="9144000"/>
  <p:embeddedFontLst>
    <p:embeddedFont>
      <p:font typeface="Quicksand" panose="020B0604020202020204" charset="0"/>
      <p:regular r:id="rId125"/>
      <p:bold r:id="rId126"/>
    </p:embeddedFont>
    <p:embeddedFont>
      <p:font typeface="Montserrat" panose="020B0604020202020204" charset="0"/>
      <p:regular r:id="rId127"/>
      <p:bold r:id="rId128"/>
      <p:italic r:id="rId129"/>
      <p:boldItalic r:id="rId130"/>
    </p:embeddedFont>
    <p:embeddedFont>
      <p:font typeface="Trebuchet MS" panose="020B0603020202020204" pitchFamily="34" charset="0"/>
      <p:regular r:id="rId131"/>
      <p:bold r:id="rId132"/>
      <p:italic r:id="rId133"/>
      <p:boldItalic r:id="rId134"/>
    </p:embeddedFont>
    <p:embeddedFont>
      <p:font typeface="Open Sans" panose="020B0604020202020204" charset="0"/>
      <p:regular r:id="rId135"/>
      <p:bold r:id="rId136"/>
      <p:italic r:id="rId137"/>
      <p:boldItalic r:id="rId138"/>
    </p:embeddedFont>
    <p:embeddedFont>
      <p:font typeface="Grand Hotel" panose="020B0604020202020204" charset="0"/>
      <p:regular r:id="rId139"/>
    </p:embeddedFont>
    <p:embeddedFont>
      <p:font typeface="Segoe Print" panose="02000600000000000000" pitchFamily="2" charset="0"/>
      <p:regular r:id="rId140"/>
      <p:bold r:id="rId14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BFF3ED0-A6EA-4919-8857-116E3726E3BA}">
  <a:tblStyle styleId="{0BFF3ED0-A6EA-4919-8857-116E3726E3BA}"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588" autoAdjust="0"/>
    <p:restoredTop sz="94737" autoAdjust="0"/>
  </p:normalViewPr>
  <p:slideViewPr>
    <p:cSldViewPr snapToGrid="0">
      <p:cViewPr varScale="1">
        <p:scale>
          <a:sx n="87" d="100"/>
          <a:sy n="87" d="100"/>
        </p:scale>
        <p:origin x="822" y="150"/>
      </p:cViewPr>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font" Target="fonts/font14.fntdata"/><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font" Target="fonts/font4.fntdata"/><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font" Target="fonts/font10.fntdata"/><Relationship Id="rId139" Type="http://schemas.openxmlformats.org/officeDocument/2006/relationships/font" Target="fonts/font15.fntdata"/><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notesMaster" Target="notesMasters/notesMaster1.xml"/><Relationship Id="rId129" Type="http://schemas.openxmlformats.org/officeDocument/2006/relationships/font" Target="fonts/font5.fntdata"/><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font" Target="fonts/font16.fntdata"/><Relationship Id="rId145"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font" Target="fonts/font6.fntdata"/><Relationship Id="rId135" Type="http://schemas.openxmlformats.org/officeDocument/2006/relationships/font" Target="fonts/font11.fntdata"/><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font" Target="fonts/font1.fntdata"/><Relationship Id="rId141" Type="http://schemas.openxmlformats.org/officeDocument/2006/relationships/font" Target="fonts/font17.fntdata"/><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font" Target="fonts/font7.fntdata"/><Relationship Id="rId136" Type="http://schemas.openxmlformats.org/officeDocument/2006/relationships/font" Target="fonts/font12.fntdata"/><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font" Target="fonts/font2.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presProps" Target="presProps.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font" Target="fonts/font13.fntdata"/><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font" Target="fonts/font8.fntdata"/><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font" Target="fonts/font3.fntdata"/><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font" Target="fonts/font9.fntdata"/><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5"/>
        <p:cNvGrpSpPr/>
        <p:nvPr/>
      </p:nvGrpSpPr>
      <p:grpSpPr>
        <a:xfrm>
          <a:off x="0" y="0"/>
          <a:ext cx="0" cy="0"/>
          <a:chOff x="0" y="0"/>
          <a:chExt cx="0" cy="0"/>
        </a:xfrm>
      </p:grpSpPr>
      <p:sp>
        <p:nvSpPr>
          <p:cNvPr id="3046" name="Google Shape;3046;gdb13e22b57_0_6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47" name="Google Shape;3047;gdb13e22b57_0_6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61"/>
        <p:cNvGrpSpPr/>
        <p:nvPr/>
      </p:nvGrpSpPr>
      <p:grpSpPr>
        <a:xfrm>
          <a:off x="0" y="0"/>
          <a:ext cx="0" cy="0"/>
          <a:chOff x="0" y="0"/>
          <a:chExt cx="0" cy="0"/>
        </a:xfrm>
      </p:grpSpPr>
      <p:sp>
        <p:nvSpPr>
          <p:cNvPr id="3062" name="Google Shape;3062;gcb177b0ec1_0_14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3" name="Google Shape;3063;gcb177b0ec1_0_14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61"/>
        <p:cNvGrpSpPr/>
        <p:nvPr/>
      </p:nvGrpSpPr>
      <p:grpSpPr>
        <a:xfrm>
          <a:off x="0" y="0"/>
          <a:ext cx="0" cy="0"/>
          <a:chOff x="0" y="0"/>
          <a:chExt cx="0" cy="0"/>
        </a:xfrm>
      </p:grpSpPr>
      <p:sp>
        <p:nvSpPr>
          <p:cNvPr id="3062" name="Google Shape;3062;gcb177b0ec1_0_14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3" name="Google Shape;3063;gcb177b0ec1_0_14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3181552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46E5490F-562D-4A5B-929D-A667D46F0898}" type="slidenum">
              <a:rPr lang="en-IN" smtClean="0"/>
              <a:t>9</a:t>
            </a:fld>
            <a:endParaRPr lang="en-IN"/>
          </a:p>
        </p:txBody>
      </p:sp>
    </p:spTree>
    <p:extLst>
      <p:ext uri="{BB962C8B-B14F-4D97-AF65-F5344CB8AC3E}">
        <p14:creationId xmlns:p14="http://schemas.microsoft.com/office/powerpoint/2010/main" val="239262469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8" Type="http://schemas.openxmlformats.org/officeDocument/2006/relationships/slide" Target="../slides/slide32.xml"/><Relationship Id="rId3" Type="http://schemas.openxmlformats.org/officeDocument/2006/relationships/slide" Target="../slides/slide9.xml"/><Relationship Id="rId7" Type="http://schemas.openxmlformats.org/officeDocument/2006/relationships/slide" Target="../slides/slide27.xml"/><Relationship Id="rId2" Type="http://schemas.openxmlformats.org/officeDocument/2006/relationships/image" Target="../media/image1.jpg"/><Relationship Id="rId1" Type="http://schemas.openxmlformats.org/officeDocument/2006/relationships/slideMaster" Target="../slideMasters/slideMaster1.xml"/><Relationship Id="rId6" Type="http://schemas.openxmlformats.org/officeDocument/2006/relationships/slide" Target="../slides/slide22.xml"/><Relationship Id="rId5" Type="http://schemas.openxmlformats.org/officeDocument/2006/relationships/slide" Target="../slides/slide17.xml"/><Relationship Id="rId4" Type="http://schemas.openxmlformats.org/officeDocument/2006/relationships/slide" Target="../slides/slide12.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rgbClr val="FFECC6"/>
        </a:solidFill>
        <a:effectLst/>
      </p:bgPr>
    </p:bg>
    <p:spTree>
      <p:nvGrpSpPr>
        <p:cNvPr id="1" name="Shape 8"/>
        <p:cNvGrpSpPr/>
        <p:nvPr/>
      </p:nvGrpSpPr>
      <p:grpSpPr>
        <a:xfrm>
          <a:off x="0" y="0"/>
          <a:ext cx="0" cy="0"/>
          <a:chOff x="0" y="0"/>
          <a:chExt cx="0" cy="0"/>
        </a:xfrm>
      </p:grpSpPr>
      <p:grpSp>
        <p:nvGrpSpPr>
          <p:cNvPr id="9" name="Google Shape;9;p2"/>
          <p:cNvGrpSpPr/>
          <p:nvPr/>
        </p:nvGrpSpPr>
        <p:grpSpPr>
          <a:xfrm>
            <a:off x="162150" y="-169612"/>
            <a:ext cx="8819708" cy="5143516"/>
            <a:chOff x="162150" y="-169612"/>
            <a:chExt cx="8819708" cy="5143516"/>
          </a:xfrm>
        </p:grpSpPr>
        <p:sp>
          <p:nvSpPr>
            <p:cNvPr id="10" name="Google Shape;10;p2"/>
            <p:cNvSpPr/>
            <p:nvPr/>
          </p:nvSpPr>
          <p:spPr>
            <a:xfrm>
              <a:off x="162150" y="-107305"/>
              <a:ext cx="8819708" cy="5081208"/>
            </a:xfrm>
            <a:custGeom>
              <a:avLst/>
              <a:gdLst/>
              <a:ahLst/>
              <a:cxnLst/>
              <a:rect l="l" t="t" r="r" b="b"/>
              <a:pathLst>
                <a:path w="269654" h="155353" extrusionOk="0">
                  <a:moveTo>
                    <a:pt x="1394" y="0"/>
                  </a:moveTo>
                  <a:cubicBezTo>
                    <a:pt x="2537" y="2298"/>
                    <a:pt x="3227" y="5358"/>
                    <a:pt x="3227" y="8739"/>
                  </a:cubicBezTo>
                  <a:cubicBezTo>
                    <a:pt x="3227" y="13323"/>
                    <a:pt x="1941" y="17348"/>
                    <a:pt x="1" y="19622"/>
                  </a:cubicBezTo>
                  <a:lnTo>
                    <a:pt x="1" y="152769"/>
                  </a:lnTo>
                  <a:cubicBezTo>
                    <a:pt x="1" y="154138"/>
                    <a:pt x="1072" y="155257"/>
                    <a:pt x="2394" y="155257"/>
                  </a:cubicBezTo>
                  <a:lnTo>
                    <a:pt x="51245" y="155257"/>
                  </a:lnTo>
                  <a:cubicBezTo>
                    <a:pt x="51459" y="155317"/>
                    <a:pt x="51686" y="155353"/>
                    <a:pt x="51912" y="155353"/>
                  </a:cubicBezTo>
                  <a:lnTo>
                    <a:pt x="267260" y="155353"/>
                  </a:lnTo>
                  <a:cubicBezTo>
                    <a:pt x="268582" y="155353"/>
                    <a:pt x="269653" y="154233"/>
                    <a:pt x="269653" y="152864"/>
                  </a:cubicBezTo>
                  <a:lnTo>
                    <a:pt x="269653" y="20038"/>
                  </a:lnTo>
                  <a:cubicBezTo>
                    <a:pt x="267558" y="17860"/>
                    <a:pt x="266129" y="13657"/>
                    <a:pt x="266129" y="8835"/>
                  </a:cubicBezTo>
                  <a:cubicBezTo>
                    <a:pt x="266129" y="5406"/>
                    <a:pt x="266844" y="2298"/>
                    <a:pt x="26801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1;p2"/>
            <p:cNvSpPr/>
            <p:nvPr/>
          </p:nvSpPr>
          <p:spPr>
            <a:xfrm>
              <a:off x="164505" y="-107305"/>
              <a:ext cx="8814639" cy="662033"/>
            </a:xfrm>
            <a:custGeom>
              <a:avLst/>
              <a:gdLst/>
              <a:ahLst/>
              <a:cxnLst/>
              <a:rect l="l" t="t" r="r" b="b"/>
              <a:pathLst>
                <a:path w="269499" h="20241" extrusionOk="0">
                  <a:moveTo>
                    <a:pt x="1405" y="0"/>
                  </a:moveTo>
                  <a:cubicBezTo>
                    <a:pt x="2524" y="2250"/>
                    <a:pt x="3239" y="5334"/>
                    <a:pt x="3239" y="8739"/>
                  </a:cubicBezTo>
                  <a:cubicBezTo>
                    <a:pt x="3239" y="13395"/>
                    <a:pt x="1881" y="17431"/>
                    <a:pt x="0" y="19622"/>
                  </a:cubicBezTo>
                  <a:lnTo>
                    <a:pt x="49828" y="19622"/>
                  </a:lnTo>
                  <a:cubicBezTo>
                    <a:pt x="49649" y="19836"/>
                    <a:pt x="49482" y="20050"/>
                    <a:pt x="49292" y="20241"/>
                  </a:cubicBezTo>
                  <a:lnTo>
                    <a:pt x="269498" y="20241"/>
                  </a:lnTo>
                  <a:lnTo>
                    <a:pt x="269498" y="20074"/>
                  </a:lnTo>
                  <a:cubicBezTo>
                    <a:pt x="267486" y="17848"/>
                    <a:pt x="265974" y="13776"/>
                    <a:pt x="265974" y="9085"/>
                  </a:cubicBezTo>
                  <a:cubicBezTo>
                    <a:pt x="265974" y="5632"/>
                    <a:pt x="266593" y="2477"/>
                    <a:pt x="267867" y="0"/>
                  </a:cubicBezTo>
                  <a:close/>
                </a:path>
              </a:pathLst>
            </a:custGeom>
            <a:solidFill>
              <a:srgbClr val="272425">
                <a:alpha val="2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p:nvPr/>
          </p:nvSpPr>
          <p:spPr>
            <a:xfrm>
              <a:off x="356072" y="219409"/>
              <a:ext cx="8241407" cy="4567962"/>
            </a:xfrm>
            <a:custGeom>
              <a:avLst/>
              <a:gdLst/>
              <a:ahLst/>
              <a:cxnLst/>
              <a:rect l="l" t="t" r="r" b="b"/>
              <a:pathLst>
                <a:path w="251973" h="139661" extrusionOk="0">
                  <a:moveTo>
                    <a:pt x="1" y="1"/>
                  </a:moveTo>
                  <a:lnTo>
                    <a:pt x="1" y="139661"/>
                  </a:lnTo>
                  <a:lnTo>
                    <a:pt x="251973" y="139661"/>
                  </a:lnTo>
                  <a:lnTo>
                    <a:pt x="251973" y="1"/>
                  </a:lnTo>
                  <a:close/>
                </a:path>
              </a:pathLst>
            </a:custGeom>
            <a:solidFill>
              <a:srgbClr val="272425">
                <a:alpha val="2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a:off x="472151" y="215910"/>
              <a:ext cx="8199705" cy="4458523"/>
            </a:xfrm>
            <a:custGeom>
              <a:avLst/>
              <a:gdLst/>
              <a:ahLst/>
              <a:cxnLst/>
              <a:rect l="l" t="t" r="r" b="b"/>
              <a:pathLst>
                <a:path w="250698" h="136315" extrusionOk="0">
                  <a:moveTo>
                    <a:pt x="0" y="0"/>
                  </a:moveTo>
                  <a:lnTo>
                    <a:pt x="0" y="136315"/>
                  </a:lnTo>
                  <a:lnTo>
                    <a:pt x="250698" y="136315"/>
                  </a:lnTo>
                  <a:lnTo>
                    <a:pt x="250698"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4" name="Google Shape;14;p2"/>
            <p:cNvPicPr preferRelativeResize="0"/>
            <p:nvPr/>
          </p:nvPicPr>
          <p:blipFill>
            <a:blip r:embed="rId2">
              <a:alphaModFix/>
            </a:blip>
            <a:stretch>
              <a:fillRect/>
            </a:stretch>
          </p:blipFill>
          <p:spPr>
            <a:xfrm>
              <a:off x="468438" y="223775"/>
              <a:ext cx="8207124" cy="4442774"/>
            </a:xfrm>
            <a:prstGeom prst="rect">
              <a:avLst/>
            </a:prstGeom>
            <a:noFill/>
            <a:ln>
              <a:noFill/>
            </a:ln>
          </p:spPr>
        </p:pic>
        <p:sp>
          <p:nvSpPr>
            <p:cNvPr id="15" name="Google Shape;15;p2"/>
            <p:cNvSpPr/>
            <p:nvPr/>
          </p:nvSpPr>
          <p:spPr>
            <a:xfrm>
              <a:off x="1544390" y="-169612"/>
              <a:ext cx="142572" cy="125041"/>
            </a:xfrm>
            <a:custGeom>
              <a:avLst/>
              <a:gdLst/>
              <a:ahLst/>
              <a:cxnLst/>
              <a:rect l="l" t="t" r="r" b="b"/>
              <a:pathLst>
                <a:path w="4359" h="3823" extrusionOk="0">
                  <a:moveTo>
                    <a:pt x="1144" y="0"/>
                  </a:moveTo>
                  <a:cubicBezTo>
                    <a:pt x="513" y="0"/>
                    <a:pt x="1" y="500"/>
                    <a:pt x="1" y="1131"/>
                  </a:cubicBezTo>
                  <a:lnTo>
                    <a:pt x="1" y="2679"/>
                  </a:lnTo>
                  <a:cubicBezTo>
                    <a:pt x="1" y="3310"/>
                    <a:pt x="513" y="3822"/>
                    <a:pt x="1144" y="3822"/>
                  </a:cubicBezTo>
                  <a:lnTo>
                    <a:pt x="3228" y="3822"/>
                  </a:lnTo>
                  <a:cubicBezTo>
                    <a:pt x="3859" y="3822"/>
                    <a:pt x="4359" y="3310"/>
                    <a:pt x="4359" y="2679"/>
                  </a:cubicBezTo>
                  <a:lnTo>
                    <a:pt x="4359" y="1131"/>
                  </a:lnTo>
                  <a:cubicBezTo>
                    <a:pt x="4359" y="500"/>
                    <a:pt x="3859" y="0"/>
                    <a:pt x="3228" y="0"/>
                  </a:cubicBezTo>
                  <a:close/>
                </a:path>
              </a:pathLst>
            </a:custGeom>
            <a:solidFill>
              <a:srgbClr val="821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
            <p:cNvSpPr/>
            <p:nvPr/>
          </p:nvSpPr>
          <p:spPr>
            <a:xfrm>
              <a:off x="1544390" y="277825"/>
              <a:ext cx="142964" cy="124648"/>
            </a:xfrm>
            <a:custGeom>
              <a:avLst/>
              <a:gdLst/>
              <a:ahLst/>
              <a:cxnLst/>
              <a:rect l="l" t="t" r="r" b="b"/>
              <a:pathLst>
                <a:path w="4371" h="3811" extrusionOk="0">
                  <a:moveTo>
                    <a:pt x="1144" y="0"/>
                  </a:moveTo>
                  <a:cubicBezTo>
                    <a:pt x="513" y="0"/>
                    <a:pt x="13" y="512"/>
                    <a:pt x="1" y="1132"/>
                  </a:cubicBezTo>
                  <a:lnTo>
                    <a:pt x="1" y="2679"/>
                  </a:lnTo>
                  <a:cubicBezTo>
                    <a:pt x="13" y="3310"/>
                    <a:pt x="513" y="3810"/>
                    <a:pt x="1144" y="3810"/>
                  </a:cubicBezTo>
                  <a:lnTo>
                    <a:pt x="3228" y="3810"/>
                  </a:lnTo>
                  <a:cubicBezTo>
                    <a:pt x="3859" y="3810"/>
                    <a:pt x="4359" y="3310"/>
                    <a:pt x="4371" y="2679"/>
                  </a:cubicBezTo>
                  <a:lnTo>
                    <a:pt x="4371" y="1132"/>
                  </a:lnTo>
                  <a:cubicBezTo>
                    <a:pt x="4359" y="512"/>
                    <a:pt x="3859" y="0"/>
                    <a:pt x="3228" y="0"/>
                  </a:cubicBezTo>
                  <a:close/>
                </a:path>
              </a:pathLst>
            </a:custGeom>
            <a:solidFill>
              <a:srgbClr val="821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p:nvPr/>
          </p:nvSpPr>
          <p:spPr>
            <a:xfrm>
              <a:off x="1575776" y="-148189"/>
              <a:ext cx="79872" cy="529240"/>
            </a:xfrm>
            <a:custGeom>
              <a:avLst/>
              <a:gdLst/>
              <a:ahLst/>
              <a:cxnLst/>
              <a:rect l="l" t="t" r="r" b="b"/>
              <a:pathLst>
                <a:path w="2442" h="16181" extrusionOk="0">
                  <a:moveTo>
                    <a:pt x="1215" y="0"/>
                  </a:moveTo>
                  <a:cubicBezTo>
                    <a:pt x="917" y="0"/>
                    <a:pt x="631" y="119"/>
                    <a:pt x="405" y="310"/>
                  </a:cubicBezTo>
                  <a:lnTo>
                    <a:pt x="381" y="333"/>
                  </a:lnTo>
                  <a:cubicBezTo>
                    <a:pt x="358" y="369"/>
                    <a:pt x="322" y="393"/>
                    <a:pt x="298" y="429"/>
                  </a:cubicBezTo>
                  <a:cubicBezTo>
                    <a:pt x="274" y="452"/>
                    <a:pt x="250" y="476"/>
                    <a:pt x="238" y="500"/>
                  </a:cubicBezTo>
                  <a:cubicBezTo>
                    <a:pt x="215" y="524"/>
                    <a:pt x="191" y="560"/>
                    <a:pt x="179" y="595"/>
                  </a:cubicBezTo>
                  <a:cubicBezTo>
                    <a:pt x="155" y="631"/>
                    <a:pt x="143" y="655"/>
                    <a:pt x="119" y="691"/>
                  </a:cubicBezTo>
                  <a:cubicBezTo>
                    <a:pt x="107" y="726"/>
                    <a:pt x="96" y="750"/>
                    <a:pt x="84" y="786"/>
                  </a:cubicBezTo>
                  <a:cubicBezTo>
                    <a:pt x="60" y="833"/>
                    <a:pt x="48" y="869"/>
                    <a:pt x="36" y="917"/>
                  </a:cubicBezTo>
                  <a:cubicBezTo>
                    <a:pt x="36" y="941"/>
                    <a:pt x="24" y="964"/>
                    <a:pt x="24" y="1000"/>
                  </a:cubicBezTo>
                  <a:cubicBezTo>
                    <a:pt x="0" y="1072"/>
                    <a:pt x="0" y="1143"/>
                    <a:pt x="0" y="1226"/>
                  </a:cubicBezTo>
                  <a:lnTo>
                    <a:pt x="0" y="14954"/>
                  </a:lnTo>
                  <a:cubicBezTo>
                    <a:pt x="0" y="15633"/>
                    <a:pt x="548" y="16181"/>
                    <a:pt x="1215" y="16181"/>
                  </a:cubicBezTo>
                  <a:cubicBezTo>
                    <a:pt x="1298" y="16181"/>
                    <a:pt x="1381" y="16169"/>
                    <a:pt x="1465" y="16157"/>
                  </a:cubicBezTo>
                  <a:lnTo>
                    <a:pt x="1501" y="16145"/>
                  </a:lnTo>
                  <a:cubicBezTo>
                    <a:pt x="1572" y="16121"/>
                    <a:pt x="1643" y="16097"/>
                    <a:pt x="1715" y="16073"/>
                  </a:cubicBezTo>
                  <a:lnTo>
                    <a:pt x="1727" y="16073"/>
                  </a:lnTo>
                  <a:cubicBezTo>
                    <a:pt x="1882" y="16002"/>
                    <a:pt x="2012" y="15907"/>
                    <a:pt x="2120" y="15788"/>
                  </a:cubicBezTo>
                  <a:cubicBezTo>
                    <a:pt x="2322" y="15561"/>
                    <a:pt x="2441" y="15276"/>
                    <a:pt x="2441" y="14966"/>
                  </a:cubicBezTo>
                  <a:lnTo>
                    <a:pt x="2441" y="1226"/>
                  </a:lnTo>
                  <a:cubicBezTo>
                    <a:pt x="2441" y="548"/>
                    <a:pt x="1893" y="0"/>
                    <a:pt x="1215" y="0"/>
                  </a:cubicBezTo>
                  <a:close/>
                </a:path>
              </a:pathLst>
            </a:custGeom>
            <a:solidFill>
              <a:srgbClr val="272425">
                <a:alpha val="200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p2"/>
            <p:cNvSpPr/>
            <p:nvPr/>
          </p:nvSpPr>
          <p:spPr>
            <a:xfrm>
              <a:off x="1585883" y="-148189"/>
              <a:ext cx="80264" cy="529240"/>
            </a:xfrm>
            <a:custGeom>
              <a:avLst/>
              <a:gdLst/>
              <a:ahLst/>
              <a:cxnLst/>
              <a:rect l="l" t="t" r="r" b="b"/>
              <a:pathLst>
                <a:path w="2454" h="16181" extrusionOk="0">
                  <a:moveTo>
                    <a:pt x="1144" y="0"/>
                  </a:moveTo>
                  <a:cubicBezTo>
                    <a:pt x="1061" y="0"/>
                    <a:pt x="977" y="24"/>
                    <a:pt x="882" y="48"/>
                  </a:cubicBezTo>
                  <a:cubicBezTo>
                    <a:pt x="846" y="60"/>
                    <a:pt x="799" y="71"/>
                    <a:pt x="751" y="83"/>
                  </a:cubicBezTo>
                  <a:cubicBezTo>
                    <a:pt x="727" y="107"/>
                    <a:pt x="691" y="119"/>
                    <a:pt x="656" y="131"/>
                  </a:cubicBezTo>
                  <a:cubicBezTo>
                    <a:pt x="620" y="155"/>
                    <a:pt x="608" y="167"/>
                    <a:pt x="572" y="179"/>
                  </a:cubicBezTo>
                  <a:cubicBezTo>
                    <a:pt x="549" y="202"/>
                    <a:pt x="525" y="214"/>
                    <a:pt x="513" y="226"/>
                  </a:cubicBezTo>
                  <a:lnTo>
                    <a:pt x="441" y="274"/>
                  </a:lnTo>
                  <a:lnTo>
                    <a:pt x="394" y="322"/>
                  </a:lnTo>
                  <a:cubicBezTo>
                    <a:pt x="382" y="333"/>
                    <a:pt x="358" y="357"/>
                    <a:pt x="346" y="369"/>
                  </a:cubicBezTo>
                  <a:cubicBezTo>
                    <a:pt x="334" y="381"/>
                    <a:pt x="310" y="393"/>
                    <a:pt x="299" y="417"/>
                  </a:cubicBezTo>
                  <a:cubicBezTo>
                    <a:pt x="287" y="429"/>
                    <a:pt x="275" y="441"/>
                    <a:pt x="263" y="464"/>
                  </a:cubicBezTo>
                  <a:cubicBezTo>
                    <a:pt x="251" y="476"/>
                    <a:pt x="239" y="488"/>
                    <a:pt x="227" y="512"/>
                  </a:cubicBezTo>
                  <a:lnTo>
                    <a:pt x="191" y="560"/>
                  </a:lnTo>
                  <a:lnTo>
                    <a:pt x="168" y="607"/>
                  </a:lnTo>
                  <a:lnTo>
                    <a:pt x="144" y="655"/>
                  </a:lnTo>
                  <a:cubicBezTo>
                    <a:pt x="132" y="667"/>
                    <a:pt x="120" y="679"/>
                    <a:pt x="120" y="703"/>
                  </a:cubicBezTo>
                  <a:cubicBezTo>
                    <a:pt x="108" y="714"/>
                    <a:pt x="96" y="726"/>
                    <a:pt x="96" y="750"/>
                  </a:cubicBezTo>
                  <a:cubicBezTo>
                    <a:pt x="84" y="762"/>
                    <a:pt x="84" y="774"/>
                    <a:pt x="72" y="786"/>
                  </a:cubicBezTo>
                  <a:lnTo>
                    <a:pt x="60" y="833"/>
                  </a:lnTo>
                  <a:lnTo>
                    <a:pt x="49" y="881"/>
                  </a:lnTo>
                  <a:cubicBezTo>
                    <a:pt x="49" y="905"/>
                    <a:pt x="37" y="917"/>
                    <a:pt x="37" y="929"/>
                  </a:cubicBezTo>
                  <a:cubicBezTo>
                    <a:pt x="25" y="953"/>
                    <a:pt x="25" y="964"/>
                    <a:pt x="25" y="976"/>
                  </a:cubicBezTo>
                  <a:cubicBezTo>
                    <a:pt x="25" y="1000"/>
                    <a:pt x="25" y="1012"/>
                    <a:pt x="13" y="1024"/>
                  </a:cubicBezTo>
                  <a:cubicBezTo>
                    <a:pt x="13" y="1048"/>
                    <a:pt x="13" y="1060"/>
                    <a:pt x="13" y="1072"/>
                  </a:cubicBezTo>
                  <a:cubicBezTo>
                    <a:pt x="1" y="1095"/>
                    <a:pt x="13" y="1107"/>
                    <a:pt x="13" y="1119"/>
                  </a:cubicBezTo>
                  <a:lnTo>
                    <a:pt x="13" y="1167"/>
                  </a:lnTo>
                  <a:lnTo>
                    <a:pt x="13" y="1214"/>
                  </a:lnTo>
                  <a:lnTo>
                    <a:pt x="13" y="14954"/>
                  </a:lnTo>
                  <a:cubicBezTo>
                    <a:pt x="13" y="14966"/>
                    <a:pt x="13" y="14978"/>
                    <a:pt x="13" y="14990"/>
                  </a:cubicBezTo>
                  <a:lnTo>
                    <a:pt x="13" y="15050"/>
                  </a:lnTo>
                  <a:lnTo>
                    <a:pt x="13" y="15097"/>
                  </a:lnTo>
                  <a:cubicBezTo>
                    <a:pt x="13" y="15109"/>
                    <a:pt x="13" y="15121"/>
                    <a:pt x="13" y="15145"/>
                  </a:cubicBezTo>
                  <a:cubicBezTo>
                    <a:pt x="25" y="15157"/>
                    <a:pt x="13" y="15169"/>
                    <a:pt x="25" y="15192"/>
                  </a:cubicBezTo>
                  <a:cubicBezTo>
                    <a:pt x="25" y="15204"/>
                    <a:pt x="25" y="15216"/>
                    <a:pt x="37" y="15240"/>
                  </a:cubicBezTo>
                  <a:cubicBezTo>
                    <a:pt x="49" y="15252"/>
                    <a:pt x="37" y="15276"/>
                    <a:pt x="49" y="15288"/>
                  </a:cubicBezTo>
                  <a:cubicBezTo>
                    <a:pt x="49" y="15300"/>
                    <a:pt x="60" y="15323"/>
                    <a:pt x="60" y="15335"/>
                  </a:cubicBezTo>
                  <a:cubicBezTo>
                    <a:pt x="72" y="15347"/>
                    <a:pt x="72" y="15371"/>
                    <a:pt x="84" y="15383"/>
                  </a:cubicBezTo>
                  <a:cubicBezTo>
                    <a:pt x="84" y="15407"/>
                    <a:pt x="96" y="15419"/>
                    <a:pt x="96" y="15431"/>
                  </a:cubicBezTo>
                  <a:cubicBezTo>
                    <a:pt x="96" y="15454"/>
                    <a:pt x="108" y="15466"/>
                    <a:pt x="120" y="15478"/>
                  </a:cubicBezTo>
                  <a:cubicBezTo>
                    <a:pt x="132" y="15502"/>
                    <a:pt x="132" y="15514"/>
                    <a:pt x="144" y="15526"/>
                  </a:cubicBezTo>
                  <a:cubicBezTo>
                    <a:pt x="156" y="15550"/>
                    <a:pt x="168" y="15561"/>
                    <a:pt x="179" y="15585"/>
                  </a:cubicBezTo>
                  <a:cubicBezTo>
                    <a:pt x="179" y="15597"/>
                    <a:pt x="191" y="15609"/>
                    <a:pt x="203" y="15633"/>
                  </a:cubicBezTo>
                  <a:cubicBezTo>
                    <a:pt x="215" y="15645"/>
                    <a:pt x="227" y="15657"/>
                    <a:pt x="239" y="15681"/>
                  </a:cubicBezTo>
                  <a:cubicBezTo>
                    <a:pt x="251" y="15692"/>
                    <a:pt x="263" y="15716"/>
                    <a:pt x="275" y="15728"/>
                  </a:cubicBezTo>
                  <a:lnTo>
                    <a:pt x="322" y="15776"/>
                  </a:lnTo>
                  <a:lnTo>
                    <a:pt x="370" y="15823"/>
                  </a:lnTo>
                  <a:lnTo>
                    <a:pt x="418" y="15871"/>
                  </a:lnTo>
                  <a:cubicBezTo>
                    <a:pt x="441" y="15895"/>
                    <a:pt x="453" y="15907"/>
                    <a:pt x="477" y="15931"/>
                  </a:cubicBezTo>
                  <a:cubicBezTo>
                    <a:pt x="501" y="15942"/>
                    <a:pt x="525" y="15954"/>
                    <a:pt x="549" y="15978"/>
                  </a:cubicBezTo>
                  <a:cubicBezTo>
                    <a:pt x="608" y="16014"/>
                    <a:pt x="668" y="16050"/>
                    <a:pt x="727" y="16073"/>
                  </a:cubicBezTo>
                  <a:cubicBezTo>
                    <a:pt x="775" y="16097"/>
                    <a:pt x="822" y="16109"/>
                    <a:pt x="870" y="16121"/>
                  </a:cubicBezTo>
                  <a:cubicBezTo>
                    <a:pt x="977" y="16157"/>
                    <a:pt x="1096" y="16181"/>
                    <a:pt x="1215" y="16181"/>
                  </a:cubicBezTo>
                  <a:lnTo>
                    <a:pt x="1227" y="16181"/>
                  </a:lnTo>
                  <a:cubicBezTo>
                    <a:pt x="1334" y="16181"/>
                    <a:pt x="1442" y="16169"/>
                    <a:pt x="1549" y="16133"/>
                  </a:cubicBezTo>
                  <a:cubicBezTo>
                    <a:pt x="1596" y="16121"/>
                    <a:pt x="1644" y="16109"/>
                    <a:pt x="1692" y="16085"/>
                  </a:cubicBezTo>
                  <a:cubicBezTo>
                    <a:pt x="1727" y="16073"/>
                    <a:pt x="1751" y="16062"/>
                    <a:pt x="1787" y="16038"/>
                  </a:cubicBezTo>
                  <a:cubicBezTo>
                    <a:pt x="1823" y="16026"/>
                    <a:pt x="1846" y="16014"/>
                    <a:pt x="1870" y="15990"/>
                  </a:cubicBezTo>
                  <a:lnTo>
                    <a:pt x="1942" y="15942"/>
                  </a:lnTo>
                  <a:lnTo>
                    <a:pt x="2001" y="15895"/>
                  </a:lnTo>
                  <a:lnTo>
                    <a:pt x="2061" y="15847"/>
                  </a:lnTo>
                  <a:lnTo>
                    <a:pt x="2108" y="15800"/>
                  </a:lnTo>
                  <a:lnTo>
                    <a:pt x="2144" y="15752"/>
                  </a:lnTo>
                  <a:cubicBezTo>
                    <a:pt x="2156" y="15740"/>
                    <a:pt x="2168" y="15716"/>
                    <a:pt x="2192" y="15704"/>
                  </a:cubicBezTo>
                  <a:lnTo>
                    <a:pt x="2227" y="15657"/>
                  </a:lnTo>
                  <a:lnTo>
                    <a:pt x="2251" y="15609"/>
                  </a:lnTo>
                  <a:lnTo>
                    <a:pt x="2287" y="15561"/>
                  </a:lnTo>
                  <a:cubicBezTo>
                    <a:pt x="2299" y="15538"/>
                    <a:pt x="2299" y="15526"/>
                    <a:pt x="2311" y="15514"/>
                  </a:cubicBezTo>
                  <a:cubicBezTo>
                    <a:pt x="2323" y="15490"/>
                    <a:pt x="2323" y="15478"/>
                    <a:pt x="2335" y="15466"/>
                  </a:cubicBezTo>
                  <a:cubicBezTo>
                    <a:pt x="2346" y="15442"/>
                    <a:pt x="2346" y="15431"/>
                    <a:pt x="2358" y="15419"/>
                  </a:cubicBezTo>
                  <a:cubicBezTo>
                    <a:pt x="2358" y="15395"/>
                    <a:pt x="2370" y="15383"/>
                    <a:pt x="2370" y="15371"/>
                  </a:cubicBezTo>
                  <a:cubicBezTo>
                    <a:pt x="2370" y="15347"/>
                    <a:pt x="2382" y="15335"/>
                    <a:pt x="2394" y="15311"/>
                  </a:cubicBezTo>
                  <a:cubicBezTo>
                    <a:pt x="2394" y="15300"/>
                    <a:pt x="2394" y="15288"/>
                    <a:pt x="2406" y="15264"/>
                  </a:cubicBezTo>
                  <a:cubicBezTo>
                    <a:pt x="2406" y="15252"/>
                    <a:pt x="2418" y="15240"/>
                    <a:pt x="2418" y="15216"/>
                  </a:cubicBezTo>
                  <a:cubicBezTo>
                    <a:pt x="2418" y="15204"/>
                    <a:pt x="2418" y="15192"/>
                    <a:pt x="2430" y="15169"/>
                  </a:cubicBezTo>
                  <a:cubicBezTo>
                    <a:pt x="2430" y="15157"/>
                    <a:pt x="2430" y="15133"/>
                    <a:pt x="2430" y="15121"/>
                  </a:cubicBezTo>
                  <a:cubicBezTo>
                    <a:pt x="2430" y="15109"/>
                    <a:pt x="2430" y="15085"/>
                    <a:pt x="2442" y="15073"/>
                  </a:cubicBezTo>
                  <a:cubicBezTo>
                    <a:pt x="2442" y="15061"/>
                    <a:pt x="2442" y="15038"/>
                    <a:pt x="2442" y="15026"/>
                  </a:cubicBezTo>
                  <a:lnTo>
                    <a:pt x="2442" y="14978"/>
                  </a:lnTo>
                  <a:lnTo>
                    <a:pt x="2442" y="1214"/>
                  </a:lnTo>
                  <a:lnTo>
                    <a:pt x="2454" y="1214"/>
                  </a:lnTo>
                  <a:lnTo>
                    <a:pt x="2454" y="1167"/>
                  </a:lnTo>
                  <a:lnTo>
                    <a:pt x="2454" y="1119"/>
                  </a:lnTo>
                  <a:lnTo>
                    <a:pt x="2454" y="1072"/>
                  </a:lnTo>
                  <a:cubicBezTo>
                    <a:pt x="2442" y="1060"/>
                    <a:pt x="2442" y="1036"/>
                    <a:pt x="2442" y="1024"/>
                  </a:cubicBezTo>
                  <a:lnTo>
                    <a:pt x="2442" y="976"/>
                  </a:lnTo>
                  <a:cubicBezTo>
                    <a:pt x="2442" y="964"/>
                    <a:pt x="2430" y="941"/>
                    <a:pt x="2430" y="929"/>
                  </a:cubicBezTo>
                  <a:cubicBezTo>
                    <a:pt x="2430" y="905"/>
                    <a:pt x="2430" y="893"/>
                    <a:pt x="2418" y="881"/>
                  </a:cubicBezTo>
                  <a:cubicBezTo>
                    <a:pt x="2406" y="869"/>
                    <a:pt x="2406" y="845"/>
                    <a:pt x="2406" y="833"/>
                  </a:cubicBezTo>
                  <a:cubicBezTo>
                    <a:pt x="2394" y="822"/>
                    <a:pt x="2394" y="798"/>
                    <a:pt x="2382" y="786"/>
                  </a:cubicBezTo>
                  <a:cubicBezTo>
                    <a:pt x="2382" y="762"/>
                    <a:pt x="2370" y="750"/>
                    <a:pt x="2370" y="738"/>
                  </a:cubicBezTo>
                  <a:cubicBezTo>
                    <a:pt x="2370" y="714"/>
                    <a:pt x="2346" y="703"/>
                    <a:pt x="2346" y="691"/>
                  </a:cubicBezTo>
                  <a:lnTo>
                    <a:pt x="2299" y="643"/>
                  </a:lnTo>
                  <a:cubicBezTo>
                    <a:pt x="2287" y="619"/>
                    <a:pt x="2275" y="607"/>
                    <a:pt x="2275" y="595"/>
                  </a:cubicBezTo>
                  <a:cubicBezTo>
                    <a:pt x="2263" y="572"/>
                    <a:pt x="2251" y="560"/>
                    <a:pt x="2239" y="548"/>
                  </a:cubicBezTo>
                  <a:cubicBezTo>
                    <a:pt x="2227" y="524"/>
                    <a:pt x="2215" y="512"/>
                    <a:pt x="2204" y="500"/>
                  </a:cubicBezTo>
                  <a:lnTo>
                    <a:pt x="2168" y="452"/>
                  </a:lnTo>
                  <a:lnTo>
                    <a:pt x="2120" y="393"/>
                  </a:lnTo>
                  <a:lnTo>
                    <a:pt x="2084" y="345"/>
                  </a:lnTo>
                  <a:lnTo>
                    <a:pt x="2025" y="298"/>
                  </a:lnTo>
                  <a:cubicBezTo>
                    <a:pt x="2013" y="286"/>
                    <a:pt x="1989" y="274"/>
                    <a:pt x="1965" y="250"/>
                  </a:cubicBezTo>
                  <a:lnTo>
                    <a:pt x="1906" y="202"/>
                  </a:lnTo>
                  <a:lnTo>
                    <a:pt x="1823" y="155"/>
                  </a:lnTo>
                  <a:cubicBezTo>
                    <a:pt x="1787" y="143"/>
                    <a:pt x="1751" y="119"/>
                    <a:pt x="1727" y="107"/>
                  </a:cubicBezTo>
                  <a:cubicBezTo>
                    <a:pt x="1680" y="95"/>
                    <a:pt x="1644" y="71"/>
                    <a:pt x="1596" y="60"/>
                  </a:cubicBezTo>
                  <a:cubicBezTo>
                    <a:pt x="1513" y="36"/>
                    <a:pt x="1430" y="12"/>
                    <a:pt x="1346" y="12"/>
                  </a:cubicBezTo>
                  <a:cubicBezTo>
                    <a:pt x="1311" y="0"/>
                    <a:pt x="1263" y="0"/>
                    <a:pt x="122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p2"/>
            <p:cNvSpPr/>
            <p:nvPr/>
          </p:nvSpPr>
          <p:spPr>
            <a:xfrm>
              <a:off x="1174077" y="-169612"/>
              <a:ext cx="142539" cy="125041"/>
            </a:xfrm>
            <a:custGeom>
              <a:avLst/>
              <a:gdLst/>
              <a:ahLst/>
              <a:cxnLst/>
              <a:rect l="l" t="t" r="r" b="b"/>
              <a:pathLst>
                <a:path w="4358" h="3823" extrusionOk="0">
                  <a:moveTo>
                    <a:pt x="1143" y="0"/>
                  </a:moveTo>
                  <a:cubicBezTo>
                    <a:pt x="512" y="0"/>
                    <a:pt x="0" y="512"/>
                    <a:pt x="0" y="1131"/>
                  </a:cubicBezTo>
                  <a:lnTo>
                    <a:pt x="0" y="2679"/>
                  </a:lnTo>
                  <a:cubicBezTo>
                    <a:pt x="0" y="3310"/>
                    <a:pt x="512" y="3810"/>
                    <a:pt x="1143" y="3822"/>
                  </a:cubicBezTo>
                  <a:lnTo>
                    <a:pt x="3227" y="3822"/>
                  </a:lnTo>
                  <a:cubicBezTo>
                    <a:pt x="3846" y="3810"/>
                    <a:pt x="4358" y="3310"/>
                    <a:pt x="4358" y="2679"/>
                  </a:cubicBezTo>
                  <a:lnTo>
                    <a:pt x="4358" y="1131"/>
                  </a:lnTo>
                  <a:cubicBezTo>
                    <a:pt x="4358" y="512"/>
                    <a:pt x="3846" y="0"/>
                    <a:pt x="3227" y="0"/>
                  </a:cubicBezTo>
                  <a:close/>
                </a:path>
              </a:pathLst>
            </a:custGeom>
            <a:solidFill>
              <a:srgbClr val="821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2"/>
            <p:cNvSpPr/>
            <p:nvPr/>
          </p:nvSpPr>
          <p:spPr>
            <a:xfrm>
              <a:off x="1174077" y="277825"/>
              <a:ext cx="142539" cy="124648"/>
            </a:xfrm>
            <a:custGeom>
              <a:avLst/>
              <a:gdLst/>
              <a:ahLst/>
              <a:cxnLst/>
              <a:rect l="l" t="t" r="r" b="b"/>
              <a:pathLst>
                <a:path w="4358" h="3811" extrusionOk="0">
                  <a:moveTo>
                    <a:pt x="1131" y="0"/>
                  </a:moveTo>
                  <a:cubicBezTo>
                    <a:pt x="500" y="0"/>
                    <a:pt x="0" y="501"/>
                    <a:pt x="0" y="1132"/>
                  </a:cubicBezTo>
                  <a:lnTo>
                    <a:pt x="0" y="2679"/>
                  </a:lnTo>
                  <a:cubicBezTo>
                    <a:pt x="0" y="3298"/>
                    <a:pt x="500" y="3810"/>
                    <a:pt x="1131" y="3810"/>
                  </a:cubicBezTo>
                  <a:lnTo>
                    <a:pt x="3215" y="3810"/>
                  </a:lnTo>
                  <a:cubicBezTo>
                    <a:pt x="3846" y="3810"/>
                    <a:pt x="4358" y="3298"/>
                    <a:pt x="4358" y="2679"/>
                  </a:cubicBezTo>
                  <a:lnTo>
                    <a:pt x="4358" y="1132"/>
                  </a:lnTo>
                  <a:cubicBezTo>
                    <a:pt x="4358" y="512"/>
                    <a:pt x="3846" y="0"/>
                    <a:pt x="3215" y="0"/>
                  </a:cubicBezTo>
                  <a:close/>
                </a:path>
              </a:pathLst>
            </a:custGeom>
            <a:solidFill>
              <a:srgbClr val="821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2"/>
            <p:cNvSpPr/>
            <p:nvPr/>
          </p:nvSpPr>
          <p:spPr>
            <a:xfrm>
              <a:off x="1205038" y="-148189"/>
              <a:ext cx="79872" cy="529240"/>
            </a:xfrm>
            <a:custGeom>
              <a:avLst/>
              <a:gdLst/>
              <a:ahLst/>
              <a:cxnLst/>
              <a:rect l="l" t="t" r="r" b="b"/>
              <a:pathLst>
                <a:path w="2442" h="16181" extrusionOk="0">
                  <a:moveTo>
                    <a:pt x="1227" y="0"/>
                  </a:moveTo>
                  <a:cubicBezTo>
                    <a:pt x="917" y="0"/>
                    <a:pt x="632" y="119"/>
                    <a:pt x="405" y="310"/>
                  </a:cubicBezTo>
                  <a:lnTo>
                    <a:pt x="393" y="333"/>
                  </a:lnTo>
                  <a:cubicBezTo>
                    <a:pt x="358" y="369"/>
                    <a:pt x="322" y="393"/>
                    <a:pt x="298" y="429"/>
                  </a:cubicBezTo>
                  <a:cubicBezTo>
                    <a:pt x="274" y="452"/>
                    <a:pt x="263" y="476"/>
                    <a:pt x="239" y="500"/>
                  </a:cubicBezTo>
                  <a:cubicBezTo>
                    <a:pt x="215" y="524"/>
                    <a:pt x="191" y="560"/>
                    <a:pt x="179" y="595"/>
                  </a:cubicBezTo>
                  <a:cubicBezTo>
                    <a:pt x="155" y="631"/>
                    <a:pt x="143" y="655"/>
                    <a:pt x="120" y="691"/>
                  </a:cubicBezTo>
                  <a:cubicBezTo>
                    <a:pt x="108" y="726"/>
                    <a:pt x="96" y="750"/>
                    <a:pt x="84" y="786"/>
                  </a:cubicBezTo>
                  <a:cubicBezTo>
                    <a:pt x="72" y="833"/>
                    <a:pt x="48" y="869"/>
                    <a:pt x="36" y="917"/>
                  </a:cubicBezTo>
                  <a:cubicBezTo>
                    <a:pt x="36" y="941"/>
                    <a:pt x="24" y="964"/>
                    <a:pt x="24" y="1000"/>
                  </a:cubicBezTo>
                  <a:cubicBezTo>
                    <a:pt x="1" y="1072"/>
                    <a:pt x="1" y="1143"/>
                    <a:pt x="1" y="1226"/>
                  </a:cubicBezTo>
                  <a:lnTo>
                    <a:pt x="1" y="14954"/>
                  </a:lnTo>
                  <a:cubicBezTo>
                    <a:pt x="1" y="15633"/>
                    <a:pt x="548" y="16181"/>
                    <a:pt x="1227" y="16181"/>
                  </a:cubicBezTo>
                  <a:cubicBezTo>
                    <a:pt x="1310" y="16181"/>
                    <a:pt x="1394" y="16169"/>
                    <a:pt x="1477" y="16157"/>
                  </a:cubicBezTo>
                  <a:lnTo>
                    <a:pt x="1513" y="16145"/>
                  </a:lnTo>
                  <a:cubicBezTo>
                    <a:pt x="1584" y="16121"/>
                    <a:pt x="1656" y="16097"/>
                    <a:pt x="1715" y="16073"/>
                  </a:cubicBezTo>
                  <a:lnTo>
                    <a:pt x="1739" y="16073"/>
                  </a:lnTo>
                  <a:cubicBezTo>
                    <a:pt x="1882" y="16002"/>
                    <a:pt x="2013" y="15907"/>
                    <a:pt x="2120" y="15788"/>
                  </a:cubicBezTo>
                  <a:cubicBezTo>
                    <a:pt x="2322" y="15561"/>
                    <a:pt x="2441" y="15276"/>
                    <a:pt x="2441" y="14966"/>
                  </a:cubicBezTo>
                  <a:lnTo>
                    <a:pt x="2441" y="1226"/>
                  </a:lnTo>
                  <a:cubicBezTo>
                    <a:pt x="2441" y="548"/>
                    <a:pt x="1894" y="0"/>
                    <a:pt x="1227" y="0"/>
                  </a:cubicBezTo>
                  <a:close/>
                </a:path>
              </a:pathLst>
            </a:custGeom>
            <a:solidFill>
              <a:srgbClr val="272425">
                <a:alpha val="200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2"/>
            <p:cNvSpPr/>
            <p:nvPr/>
          </p:nvSpPr>
          <p:spPr>
            <a:xfrm>
              <a:off x="1216322" y="-148189"/>
              <a:ext cx="79479" cy="529240"/>
            </a:xfrm>
            <a:custGeom>
              <a:avLst/>
              <a:gdLst/>
              <a:ahLst/>
              <a:cxnLst/>
              <a:rect l="l" t="t" r="r" b="b"/>
              <a:pathLst>
                <a:path w="2430" h="16181" extrusionOk="0">
                  <a:moveTo>
                    <a:pt x="1132" y="0"/>
                  </a:moveTo>
                  <a:cubicBezTo>
                    <a:pt x="1049" y="0"/>
                    <a:pt x="965" y="24"/>
                    <a:pt x="882" y="48"/>
                  </a:cubicBezTo>
                  <a:cubicBezTo>
                    <a:pt x="834" y="60"/>
                    <a:pt x="787" y="71"/>
                    <a:pt x="739" y="83"/>
                  </a:cubicBezTo>
                  <a:cubicBezTo>
                    <a:pt x="715" y="107"/>
                    <a:pt x="680" y="119"/>
                    <a:pt x="644" y="131"/>
                  </a:cubicBezTo>
                  <a:lnTo>
                    <a:pt x="560" y="179"/>
                  </a:lnTo>
                  <a:lnTo>
                    <a:pt x="501" y="226"/>
                  </a:lnTo>
                  <a:cubicBezTo>
                    <a:pt x="477" y="238"/>
                    <a:pt x="453" y="262"/>
                    <a:pt x="429" y="274"/>
                  </a:cubicBezTo>
                  <a:lnTo>
                    <a:pt x="382" y="322"/>
                  </a:lnTo>
                  <a:lnTo>
                    <a:pt x="334" y="369"/>
                  </a:lnTo>
                  <a:cubicBezTo>
                    <a:pt x="322" y="381"/>
                    <a:pt x="310" y="393"/>
                    <a:pt x="287" y="417"/>
                  </a:cubicBezTo>
                  <a:lnTo>
                    <a:pt x="251" y="464"/>
                  </a:lnTo>
                  <a:lnTo>
                    <a:pt x="215" y="512"/>
                  </a:lnTo>
                  <a:lnTo>
                    <a:pt x="179" y="560"/>
                  </a:lnTo>
                  <a:cubicBezTo>
                    <a:pt x="179" y="572"/>
                    <a:pt x="168" y="583"/>
                    <a:pt x="156" y="607"/>
                  </a:cubicBezTo>
                  <a:cubicBezTo>
                    <a:pt x="144" y="619"/>
                    <a:pt x="144" y="631"/>
                    <a:pt x="132" y="655"/>
                  </a:cubicBezTo>
                  <a:lnTo>
                    <a:pt x="108" y="703"/>
                  </a:lnTo>
                  <a:lnTo>
                    <a:pt x="84" y="750"/>
                  </a:lnTo>
                  <a:cubicBezTo>
                    <a:pt x="84" y="762"/>
                    <a:pt x="72" y="774"/>
                    <a:pt x="72" y="786"/>
                  </a:cubicBezTo>
                  <a:lnTo>
                    <a:pt x="48" y="833"/>
                  </a:lnTo>
                  <a:lnTo>
                    <a:pt x="37" y="881"/>
                  </a:lnTo>
                  <a:lnTo>
                    <a:pt x="25" y="929"/>
                  </a:lnTo>
                  <a:cubicBezTo>
                    <a:pt x="25" y="953"/>
                    <a:pt x="13" y="964"/>
                    <a:pt x="13" y="976"/>
                  </a:cubicBezTo>
                  <a:cubicBezTo>
                    <a:pt x="13" y="1000"/>
                    <a:pt x="13" y="1012"/>
                    <a:pt x="13" y="1024"/>
                  </a:cubicBezTo>
                  <a:cubicBezTo>
                    <a:pt x="13" y="1048"/>
                    <a:pt x="13" y="1060"/>
                    <a:pt x="1" y="1072"/>
                  </a:cubicBezTo>
                  <a:lnTo>
                    <a:pt x="1" y="1119"/>
                  </a:lnTo>
                  <a:lnTo>
                    <a:pt x="1" y="1167"/>
                  </a:lnTo>
                  <a:lnTo>
                    <a:pt x="1" y="1214"/>
                  </a:lnTo>
                  <a:lnTo>
                    <a:pt x="1" y="14954"/>
                  </a:lnTo>
                  <a:lnTo>
                    <a:pt x="1" y="14990"/>
                  </a:lnTo>
                  <a:lnTo>
                    <a:pt x="1" y="15050"/>
                  </a:lnTo>
                  <a:lnTo>
                    <a:pt x="1" y="15097"/>
                  </a:lnTo>
                  <a:lnTo>
                    <a:pt x="1" y="15145"/>
                  </a:lnTo>
                  <a:cubicBezTo>
                    <a:pt x="1" y="15157"/>
                    <a:pt x="1" y="15169"/>
                    <a:pt x="13" y="15192"/>
                  </a:cubicBezTo>
                  <a:cubicBezTo>
                    <a:pt x="25" y="15204"/>
                    <a:pt x="25" y="15216"/>
                    <a:pt x="25" y="15240"/>
                  </a:cubicBezTo>
                  <a:cubicBezTo>
                    <a:pt x="25" y="15252"/>
                    <a:pt x="25" y="15276"/>
                    <a:pt x="37" y="15288"/>
                  </a:cubicBezTo>
                  <a:cubicBezTo>
                    <a:pt x="48" y="15300"/>
                    <a:pt x="48" y="15323"/>
                    <a:pt x="48" y="15335"/>
                  </a:cubicBezTo>
                  <a:cubicBezTo>
                    <a:pt x="60" y="15347"/>
                    <a:pt x="60" y="15371"/>
                    <a:pt x="72" y="15383"/>
                  </a:cubicBezTo>
                  <a:cubicBezTo>
                    <a:pt x="72" y="15407"/>
                    <a:pt x="84" y="15419"/>
                    <a:pt x="84" y="15431"/>
                  </a:cubicBezTo>
                  <a:cubicBezTo>
                    <a:pt x="96" y="15454"/>
                    <a:pt x="96" y="15466"/>
                    <a:pt x="108" y="15478"/>
                  </a:cubicBezTo>
                  <a:cubicBezTo>
                    <a:pt x="120" y="15502"/>
                    <a:pt x="120" y="15514"/>
                    <a:pt x="132" y="15526"/>
                  </a:cubicBezTo>
                  <a:cubicBezTo>
                    <a:pt x="168" y="15597"/>
                    <a:pt x="156" y="15573"/>
                    <a:pt x="191" y="15633"/>
                  </a:cubicBezTo>
                  <a:cubicBezTo>
                    <a:pt x="203" y="15645"/>
                    <a:pt x="215" y="15669"/>
                    <a:pt x="227" y="15681"/>
                  </a:cubicBezTo>
                  <a:lnTo>
                    <a:pt x="263" y="15728"/>
                  </a:lnTo>
                  <a:lnTo>
                    <a:pt x="310" y="15776"/>
                  </a:lnTo>
                  <a:lnTo>
                    <a:pt x="358" y="15823"/>
                  </a:lnTo>
                  <a:lnTo>
                    <a:pt x="406" y="15871"/>
                  </a:lnTo>
                  <a:cubicBezTo>
                    <a:pt x="429" y="15895"/>
                    <a:pt x="453" y="15907"/>
                    <a:pt x="465" y="15931"/>
                  </a:cubicBezTo>
                  <a:lnTo>
                    <a:pt x="537" y="15978"/>
                  </a:lnTo>
                  <a:cubicBezTo>
                    <a:pt x="596" y="16014"/>
                    <a:pt x="656" y="16050"/>
                    <a:pt x="715" y="16073"/>
                  </a:cubicBezTo>
                  <a:cubicBezTo>
                    <a:pt x="763" y="16097"/>
                    <a:pt x="810" y="16109"/>
                    <a:pt x="846" y="16121"/>
                  </a:cubicBezTo>
                  <a:cubicBezTo>
                    <a:pt x="965" y="16157"/>
                    <a:pt x="1084" y="16181"/>
                    <a:pt x="1203" y="16181"/>
                  </a:cubicBezTo>
                  <a:lnTo>
                    <a:pt x="1215" y="16181"/>
                  </a:lnTo>
                  <a:cubicBezTo>
                    <a:pt x="1322" y="16181"/>
                    <a:pt x="1430" y="16169"/>
                    <a:pt x="1537" y="16133"/>
                  </a:cubicBezTo>
                  <a:cubicBezTo>
                    <a:pt x="1584" y="16121"/>
                    <a:pt x="1632" y="16109"/>
                    <a:pt x="1680" y="16085"/>
                  </a:cubicBezTo>
                  <a:lnTo>
                    <a:pt x="1775" y="16038"/>
                  </a:lnTo>
                  <a:lnTo>
                    <a:pt x="1858" y="15990"/>
                  </a:lnTo>
                  <a:lnTo>
                    <a:pt x="1930" y="15942"/>
                  </a:lnTo>
                  <a:cubicBezTo>
                    <a:pt x="1953" y="15931"/>
                    <a:pt x="1977" y="15919"/>
                    <a:pt x="1989" y="15907"/>
                  </a:cubicBezTo>
                  <a:lnTo>
                    <a:pt x="2049" y="15859"/>
                  </a:lnTo>
                  <a:cubicBezTo>
                    <a:pt x="2061" y="15835"/>
                    <a:pt x="2084" y="15823"/>
                    <a:pt x="2096" y="15812"/>
                  </a:cubicBezTo>
                  <a:lnTo>
                    <a:pt x="2144" y="15752"/>
                  </a:lnTo>
                  <a:cubicBezTo>
                    <a:pt x="2156" y="15740"/>
                    <a:pt x="2168" y="15728"/>
                    <a:pt x="2180" y="15704"/>
                  </a:cubicBezTo>
                  <a:cubicBezTo>
                    <a:pt x="2192" y="15692"/>
                    <a:pt x="2204" y="15681"/>
                    <a:pt x="2215" y="15657"/>
                  </a:cubicBezTo>
                  <a:lnTo>
                    <a:pt x="2251" y="15609"/>
                  </a:lnTo>
                  <a:lnTo>
                    <a:pt x="2275" y="15561"/>
                  </a:lnTo>
                  <a:cubicBezTo>
                    <a:pt x="2287" y="15550"/>
                    <a:pt x="2287" y="15538"/>
                    <a:pt x="2299" y="15514"/>
                  </a:cubicBezTo>
                  <a:cubicBezTo>
                    <a:pt x="2311" y="15502"/>
                    <a:pt x="2323" y="15478"/>
                    <a:pt x="2323" y="15466"/>
                  </a:cubicBezTo>
                  <a:cubicBezTo>
                    <a:pt x="2334" y="15454"/>
                    <a:pt x="2334" y="15431"/>
                    <a:pt x="2346" y="15419"/>
                  </a:cubicBezTo>
                  <a:cubicBezTo>
                    <a:pt x="2358" y="15407"/>
                    <a:pt x="2358" y="15383"/>
                    <a:pt x="2358" y="15371"/>
                  </a:cubicBezTo>
                  <a:cubicBezTo>
                    <a:pt x="2358" y="15359"/>
                    <a:pt x="2382" y="15335"/>
                    <a:pt x="2382" y="15323"/>
                  </a:cubicBezTo>
                  <a:cubicBezTo>
                    <a:pt x="2382" y="15311"/>
                    <a:pt x="2394" y="15288"/>
                    <a:pt x="2394" y="15276"/>
                  </a:cubicBezTo>
                  <a:lnTo>
                    <a:pt x="2406" y="15228"/>
                  </a:lnTo>
                  <a:lnTo>
                    <a:pt x="2418" y="15180"/>
                  </a:lnTo>
                  <a:cubicBezTo>
                    <a:pt x="2418" y="15157"/>
                    <a:pt x="2418" y="15145"/>
                    <a:pt x="2418" y="15133"/>
                  </a:cubicBezTo>
                  <a:cubicBezTo>
                    <a:pt x="2418" y="15109"/>
                    <a:pt x="2418" y="15097"/>
                    <a:pt x="2418" y="15085"/>
                  </a:cubicBezTo>
                  <a:cubicBezTo>
                    <a:pt x="2430" y="15061"/>
                    <a:pt x="2418" y="15050"/>
                    <a:pt x="2418" y="15026"/>
                  </a:cubicBezTo>
                  <a:lnTo>
                    <a:pt x="2418" y="14978"/>
                  </a:lnTo>
                  <a:lnTo>
                    <a:pt x="2418" y="14954"/>
                  </a:lnTo>
                  <a:lnTo>
                    <a:pt x="2418" y="1214"/>
                  </a:lnTo>
                  <a:lnTo>
                    <a:pt x="2430" y="1214"/>
                  </a:lnTo>
                  <a:lnTo>
                    <a:pt x="2430" y="1167"/>
                  </a:lnTo>
                  <a:lnTo>
                    <a:pt x="2430" y="1119"/>
                  </a:lnTo>
                  <a:lnTo>
                    <a:pt x="2430" y="1072"/>
                  </a:lnTo>
                  <a:cubicBezTo>
                    <a:pt x="2418" y="1060"/>
                    <a:pt x="2418" y="1036"/>
                    <a:pt x="2418" y="1024"/>
                  </a:cubicBezTo>
                  <a:cubicBezTo>
                    <a:pt x="2418" y="1000"/>
                    <a:pt x="2418" y="988"/>
                    <a:pt x="2406" y="976"/>
                  </a:cubicBezTo>
                  <a:cubicBezTo>
                    <a:pt x="2406" y="964"/>
                    <a:pt x="2406" y="941"/>
                    <a:pt x="2394" y="929"/>
                  </a:cubicBezTo>
                  <a:cubicBezTo>
                    <a:pt x="2394" y="917"/>
                    <a:pt x="2394" y="893"/>
                    <a:pt x="2382" y="881"/>
                  </a:cubicBezTo>
                  <a:cubicBezTo>
                    <a:pt x="2382" y="869"/>
                    <a:pt x="2370" y="845"/>
                    <a:pt x="2370" y="833"/>
                  </a:cubicBezTo>
                  <a:lnTo>
                    <a:pt x="2358" y="786"/>
                  </a:lnTo>
                  <a:lnTo>
                    <a:pt x="2334" y="738"/>
                  </a:lnTo>
                  <a:lnTo>
                    <a:pt x="2311" y="691"/>
                  </a:lnTo>
                  <a:cubicBezTo>
                    <a:pt x="2299" y="667"/>
                    <a:pt x="2299" y="655"/>
                    <a:pt x="2287" y="643"/>
                  </a:cubicBezTo>
                  <a:lnTo>
                    <a:pt x="2263" y="595"/>
                  </a:lnTo>
                  <a:lnTo>
                    <a:pt x="2227" y="548"/>
                  </a:lnTo>
                  <a:cubicBezTo>
                    <a:pt x="2215" y="524"/>
                    <a:pt x="2204" y="512"/>
                    <a:pt x="2192" y="500"/>
                  </a:cubicBezTo>
                  <a:cubicBezTo>
                    <a:pt x="2180" y="476"/>
                    <a:pt x="2168" y="464"/>
                    <a:pt x="2156" y="452"/>
                  </a:cubicBezTo>
                  <a:lnTo>
                    <a:pt x="2108" y="393"/>
                  </a:lnTo>
                  <a:lnTo>
                    <a:pt x="2073" y="345"/>
                  </a:lnTo>
                  <a:lnTo>
                    <a:pt x="2013" y="298"/>
                  </a:lnTo>
                  <a:cubicBezTo>
                    <a:pt x="2001" y="286"/>
                    <a:pt x="1977" y="274"/>
                    <a:pt x="1953" y="250"/>
                  </a:cubicBezTo>
                  <a:lnTo>
                    <a:pt x="1894" y="202"/>
                  </a:lnTo>
                  <a:lnTo>
                    <a:pt x="1811" y="155"/>
                  </a:lnTo>
                  <a:cubicBezTo>
                    <a:pt x="1775" y="143"/>
                    <a:pt x="1739" y="119"/>
                    <a:pt x="1715" y="107"/>
                  </a:cubicBezTo>
                  <a:cubicBezTo>
                    <a:pt x="1668" y="95"/>
                    <a:pt x="1632" y="71"/>
                    <a:pt x="1584" y="60"/>
                  </a:cubicBezTo>
                  <a:cubicBezTo>
                    <a:pt x="1501" y="36"/>
                    <a:pt x="1430" y="12"/>
                    <a:pt x="1346" y="12"/>
                  </a:cubicBezTo>
                  <a:cubicBezTo>
                    <a:pt x="1299" y="0"/>
                    <a:pt x="1251" y="0"/>
                    <a:pt x="121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2"/>
            <p:cNvSpPr/>
            <p:nvPr/>
          </p:nvSpPr>
          <p:spPr>
            <a:xfrm>
              <a:off x="2797967" y="-169612"/>
              <a:ext cx="142539" cy="125041"/>
            </a:xfrm>
            <a:custGeom>
              <a:avLst/>
              <a:gdLst/>
              <a:ahLst/>
              <a:cxnLst/>
              <a:rect l="l" t="t" r="r" b="b"/>
              <a:pathLst>
                <a:path w="4358" h="3823" extrusionOk="0">
                  <a:moveTo>
                    <a:pt x="1131" y="0"/>
                  </a:moveTo>
                  <a:cubicBezTo>
                    <a:pt x="512" y="0"/>
                    <a:pt x="0" y="512"/>
                    <a:pt x="0" y="1131"/>
                  </a:cubicBezTo>
                  <a:lnTo>
                    <a:pt x="0" y="2679"/>
                  </a:lnTo>
                  <a:cubicBezTo>
                    <a:pt x="0" y="3310"/>
                    <a:pt x="512" y="3810"/>
                    <a:pt x="1131" y="3822"/>
                  </a:cubicBezTo>
                  <a:lnTo>
                    <a:pt x="3215" y="3822"/>
                  </a:lnTo>
                  <a:cubicBezTo>
                    <a:pt x="3846" y="3810"/>
                    <a:pt x="4358" y="3310"/>
                    <a:pt x="4358" y="2679"/>
                  </a:cubicBezTo>
                  <a:lnTo>
                    <a:pt x="4358" y="1131"/>
                  </a:lnTo>
                  <a:cubicBezTo>
                    <a:pt x="4358" y="512"/>
                    <a:pt x="3846" y="0"/>
                    <a:pt x="3215" y="0"/>
                  </a:cubicBezTo>
                  <a:close/>
                </a:path>
              </a:pathLst>
            </a:custGeom>
            <a:solidFill>
              <a:srgbClr val="821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2"/>
            <p:cNvSpPr/>
            <p:nvPr/>
          </p:nvSpPr>
          <p:spPr>
            <a:xfrm>
              <a:off x="2805967" y="277825"/>
              <a:ext cx="142539" cy="124648"/>
            </a:xfrm>
            <a:custGeom>
              <a:avLst/>
              <a:gdLst/>
              <a:ahLst/>
              <a:cxnLst/>
              <a:rect l="l" t="t" r="r" b="b"/>
              <a:pathLst>
                <a:path w="4358" h="3811" extrusionOk="0">
                  <a:moveTo>
                    <a:pt x="1131" y="0"/>
                  </a:moveTo>
                  <a:cubicBezTo>
                    <a:pt x="512" y="0"/>
                    <a:pt x="0" y="512"/>
                    <a:pt x="0" y="1132"/>
                  </a:cubicBezTo>
                  <a:lnTo>
                    <a:pt x="0" y="2679"/>
                  </a:lnTo>
                  <a:cubicBezTo>
                    <a:pt x="0" y="3310"/>
                    <a:pt x="512" y="3810"/>
                    <a:pt x="1131" y="3810"/>
                  </a:cubicBezTo>
                  <a:lnTo>
                    <a:pt x="3215" y="3810"/>
                  </a:lnTo>
                  <a:cubicBezTo>
                    <a:pt x="3846" y="3810"/>
                    <a:pt x="4358" y="3310"/>
                    <a:pt x="4358" y="2679"/>
                  </a:cubicBezTo>
                  <a:lnTo>
                    <a:pt x="4358" y="1132"/>
                  </a:lnTo>
                  <a:cubicBezTo>
                    <a:pt x="4358" y="512"/>
                    <a:pt x="3846" y="0"/>
                    <a:pt x="3215" y="0"/>
                  </a:cubicBezTo>
                  <a:close/>
                </a:path>
              </a:pathLst>
            </a:custGeom>
            <a:solidFill>
              <a:srgbClr val="821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2"/>
            <p:cNvSpPr/>
            <p:nvPr/>
          </p:nvSpPr>
          <p:spPr>
            <a:xfrm>
              <a:off x="2828927" y="-148189"/>
              <a:ext cx="79872" cy="529240"/>
            </a:xfrm>
            <a:custGeom>
              <a:avLst/>
              <a:gdLst/>
              <a:ahLst/>
              <a:cxnLst/>
              <a:rect l="l" t="t" r="r" b="b"/>
              <a:pathLst>
                <a:path w="2442" h="16181" extrusionOk="0">
                  <a:moveTo>
                    <a:pt x="1215" y="0"/>
                  </a:moveTo>
                  <a:cubicBezTo>
                    <a:pt x="917" y="0"/>
                    <a:pt x="632" y="119"/>
                    <a:pt x="405" y="310"/>
                  </a:cubicBezTo>
                  <a:lnTo>
                    <a:pt x="382" y="333"/>
                  </a:lnTo>
                  <a:cubicBezTo>
                    <a:pt x="358" y="369"/>
                    <a:pt x="322" y="393"/>
                    <a:pt x="298" y="429"/>
                  </a:cubicBezTo>
                  <a:cubicBezTo>
                    <a:pt x="274" y="452"/>
                    <a:pt x="251" y="476"/>
                    <a:pt x="239" y="500"/>
                  </a:cubicBezTo>
                  <a:cubicBezTo>
                    <a:pt x="215" y="524"/>
                    <a:pt x="191" y="560"/>
                    <a:pt x="179" y="595"/>
                  </a:cubicBezTo>
                  <a:cubicBezTo>
                    <a:pt x="155" y="631"/>
                    <a:pt x="144" y="655"/>
                    <a:pt x="120" y="691"/>
                  </a:cubicBezTo>
                  <a:cubicBezTo>
                    <a:pt x="108" y="726"/>
                    <a:pt x="96" y="750"/>
                    <a:pt x="84" y="786"/>
                  </a:cubicBezTo>
                  <a:cubicBezTo>
                    <a:pt x="60" y="833"/>
                    <a:pt x="48" y="869"/>
                    <a:pt x="36" y="917"/>
                  </a:cubicBezTo>
                  <a:cubicBezTo>
                    <a:pt x="36" y="941"/>
                    <a:pt x="24" y="964"/>
                    <a:pt x="24" y="1000"/>
                  </a:cubicBezTo>
                  <a:cubicBezTo>
                    <a:pt x="1" y="1072"/>
                    <a:pt x="1" y="1143"/>
                    <a:pt x="1" y="1226"/>
                  </a:cubicBezTo>
                  <a:lnTo>
                    <a:pt x="1" y="14954"/>
                  </a:lnTo>
                  <a:cubicBezTo>
                    <a:pt x="1" y="15633"/>
                    <a:pt x="548" y="16181"/>
                    <a:pt x="1215" y="16181"/>
                  </a:cubicBezTo>
                  <a:lnTo>
                    <a:pt x="1227" y="16181"/>
                  </a:lnTo>
                  <a:cubicBezTo>
                    <a:pt x="1310" y="16181"/>
                    <a:pt x="1394" y="16169"/>
                    <a:pt x="1477" y="16157"/>
                  </a:cubicBezTo>
                  <a:lnTo>
                    <a:pt x="1513" y="16145"/>
                  </a:lnTo>
                  <a:cubicBezTo>
                    <a:pt x="1584" y="16121"/>
                    <a:pt x="1656" y="16097"/>
                    <a:pt x="1715" y="16073"/>
                  </a:cubicBezTo>
                  <a:lnTo>
                    <a:pt x="1727" y="16073"/>
                  </a:lnTo>
                  <a:cubicBezTo>
                    <a:pt x="1882" y="16002"/>
                    <a:pt x="2013" y="15907"/>
                    <a:pt x="2120" y="15788"/>
                  </a:cubicBezTo>
                  <a:cubicBezTo>
                    <a:pt x="2322" y="15561"/>
                    <a:pt x="2441" y="15276"/>
                    <a:pt x="2441" y="14966"/>
                  </a:cubicBezTo>
                  <a:lnTo>
                    <a:pt x="2441" y="1226"/>
                  </a:lnTo>
                  <a:cubicBezTo>
                    <a:pt x="2441" y="548"/>
                    <a:pt x="1894" y="0"/>
                    <a:pt x="1215" y="0"/>
                  </a:cubicBezTo>
                  <a:close/>
                </a:path>
              </a:pathLst>
            </a:custGeom>
            <a:solidFill>
              <a:srgbClr val="272425">
                <a:alpha val="200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2"/>
            <p:cNvSpPr/>
            <p:nvPr/>
          </p:nvSpPr>
          <p:spPr>
            <a:xfrm>
              <a:off x="2840212" y="-148189"/>
              <a:ext cx="79479" cy="529240"/>
            </a:xfrm>
            <a:custGeom>
              <a:avLst/>
              <a:gdLst/>
              <a:ahLst/>
              <a:cxnLst/>
              <a:rect l="l" t="t" r="r" b="b"/>
              <a:pathLst>
                <a:path w="2430" h="16181" extrusionOk="0">
                  <a:moveTo>
                    <a:pt x="1144" y="0"/>
                  </a:moveTo>
                  <a:cubicBezTo>
                    <a:pt x="1049" y="0"/>
                    <a:pt x="965" y="24"/>
                    <a:pt x="882" y="48"/>
                  </a:cubicBezTo>
                  <a:cubicBezTo>
                    <a:pt x="834" y="60"/>
                    <a:pt x="799" y="71"/>
                    <a:pt x="751" y="83"/>
                  </a:cubicBezTo>
                  <a:cubicBezTo>
                    <a:pt x="715" y="107"/>
                    <a:pt x="680" y="119"/>
                    <a:pt x="656" y="131"/>
                  </a:cubicBezTo>
                  <a:cubicBezTo>
                    <a:pt x="620" y="155"/>
                    <a:pt x="596" y="167"/>
                    <a:pt x="572" y="179"/>
                  </a:cubicBezTo>
                  <a:cubicBezTo>
                    <a:pt x="549" y="202"/>
                    <a:pt x="525" y="214"/>
                    <a:pt x="501" y="226"/>
                  </a:cubicBezTo>
                  <a:lnTo>
                    <a:pt x="441" y="274"/>
                  </a:lnTo>
                  <a:lnTo>
                    <a:pt x="394" y="322"/>
                  </a:lnTo>
                  <a:cubicBezTo>
                    <a:pt x="370" y="333"/>
                    <a:pt x="358" y="357"/>
                    <a:pt x="346" y="369"/>
                  </a:cubicBezTo>
                  <a:cubicBezTo>
                    <a:pt x="322" y="381"/>
                    <a:pt x="310" y="393"/>
                    <a:pt x="299" y="417"/>
                  </a:cubicBezTo>
                  <a:cubicBezTo>
                    <a:pt x="287" y="429"/>
                    <a:pt x="275" y="441"/>
                    <a:pt x="263" y="464"/>
                  </a:cubicBezTo>
                  <a:cubicBezTo>
                    <a:pt x="251" y="476"/>
                    <a:pt x="239" y="488"/>
                    <a:pt x="227" y="512"/>
                  </a:cubicBezTo>
                  <a:lnTo>
                    <a:pt x="191" y="560"/>
                  </a:lnTo>
                  <a:lnTo>
                    <a:pt x="156" y="607"/>
                  </a:lnTo>
                  <a:lnTo>
                    <a:pt x="132" y="655"/>
                  </a:lnTo>
                  <a:lnTo>
                    <a:pt x="108" y="703"/>
                  </a:lnTo>
                  <a:cubicBezTo>
                    <a:pt x="108" y="714"/>
                    <a:pt x="96" y="726"/>
                    <a:pt x="96" y="750"/>
                  </a:cubicBezTo>
                  <a:cubicBezTo>
                    <a:pt x="84" y="762"/>
                    <a:pt x="84" y="774"/>
                    <a:pt x="72" y="786"/>
                  </a:cubicBezTo>
                  <a:lnTo>
                    <a:pt x="60" y="833"/>
                  </a:lnTo>
                  <a:lnTo>
                    <a:pt x="37" y="881"/>
                  </a:lnTo>
                  <a:cubicBezTo>
                    <a:pt x="37" y="905"/>
                    <a:pt x="37" y="917"/>
                    <a:pt x="25" y="929"/>
                  </a:cubicBezTo>
                  <a:cubicBezTo>
                    <a:pt x="25" y="953"/>
                    <a:pt x="25" y="964"/>
                    <a:pt x="13" y="976"/>
                  </a:cubicBezTo>
                  <a:cubicBezTo>
                    <a:pt x="13" y="1000"/>
                    <a:pt x="13" y="1012"/>
                    <a:pt x="13" y="1024"/>
                  </a:cubicBezTo>
                  <a:cubicBezTo>
                    <a:pt x="1" y="1048"/>
                    <a:pt x="13" y="1060"/>
                    <a:pt x="13" y="1072"/>
                  </a:cubicBezTo>
                  <a:lnTo>
                    <a:pt x="13" y="1119"/>
                  </a:lnTo>
                  <a:lnTo>
                    <a:pt x="13" y="1167"/>
                  </a:lnTo>
                  <a:lnTo>
                    <a:pt x="13" y="1214"/>
                  </a:lnTo>
                  <a:lnTo>
                    <a:pt x="13" y="14954"/>
                  </a:lnTo>
                  <a:cubicBezTo>
                    <a:pt x="13" y="14966"/>
                    <a:pt x="13" y="14978"/>
                    <a:pt x="13" y="14990"/>
                  </a:cubicBezTo>
                  <a:lnTo>
                    <a:pt x="13" y="15050"/>
                  </a:lnTo>
                  <a:cubicBezTo>
                    <a:pt x="13" y="15061"/>
                    <a:pt x="13" y="15073"/>
                    <a:pt x="13" y="15097"/>
                  </a:cubicBezTo>
                  <a:cubicBezTo>
                    <a:pt x="13" y="15109"/>
                    <a:pt x="13" y="15121"/>
                    <a:pt x="13" y="15145"/>
                  </a:cubicBezTo>
                  <a:cubicBezTo>
                    <a:pt x="13" y="15157"/>
                    <a:pt x="13" y="15169"/>
                    <a:pt x="13" y="15192"/>
                  </a:cubicBezTo>
                  <a:cubicBezTo>
                    <a:pt x="13" y="15204"/>
                    <a:pt x="13" y="15216"/>
                    <a:pt x="25" y="15240"/>
                  </a:cubicBezTo>
                  <a:cubicBezTo>
                    <a:pt x="37" y="15252"/>
                    <a:pt x="37" y="15276"/>
                    <a:pt x="37" y="15288"/>
                  </a:cubicBezTo>
                  <a:cubicBezTo>
                    <a:pt x="49" y="15300"/>
                    <a:pt x="49" y="15323"/>
                    <a:pt x="60" y="15335"/>
                  </a:cubicBezTo>
                  <a:lnTo>
                    <a:pt x="72" y="15383"/>
                  </a:lnTo>
                  <a:cubicBezTo>
                    <a:pt x="72" y="15407"/>
                    <a:pt x="84" y="15419"/>
                    <a:pt x="96" y="15431"/>
                  </a:cubicBezTo>
                  <a:cubicBezTo>
                    <a:pt x="96" y="15454"/>
                    <a:pt x="108" y="15466"/>
                    <a:pt x="120" y="15478"/>
                  </a:cubicBezTo>
                  <a:cubicBezTo>
                    <a:pt x="120" y="15502"/>
                    <a:pt x="132" y="15514"/>
                    <a:pt x="144" y="15526"/>
                  </a:cubicBezTo>
                  <a:cubicBezTo>
                    <a:pt x="144" y="15550"/>
                    <a:pt x="156" y="15561"/>
                    <a:pt x="168" y="15585"/>
                  </a:cubicBezTo>
                  <a:cubicBezTo>
                    <a:pt x="180" y="15597"/>
                    <a:pt x="191" y="15609"/>
                    <a:pt x="191" y="15633"/>
                  </a:cubicBezTo>
                  <a:lnTo>
                    <a:pt x="227" y="15681"/>
                  </a:lnTo>
                  <a:lnTo>
                    <a:pt x="263" y="15728"/>
                  </a:lnTo>
                  <a:lnTo>
                    <a:pt x="310" y="15776"/>
                  </a:lnTo>
                  <a:lnTo>
                    <a:pt x="358" y="15823"/>
                  </a:lnTo>
                  <a:lnTo>
                    <a:pt x="418" y="15871"/>
                  </a:lnTo>
                  <a:cubicBezTo>
                    <a:pt x="430" y="15895"/>
                    <a:pt x="453" y="15907"/>
                    <a:pt x="477" y="15931"/>
                  </a:cubicBezTo>
                  <a:cubicBezTo>
                    <a:pt x="489" y="15942"/>
                    <a:pt x="513" y="15954"/>
                    <a:pt x="537" y="15978"/>
                  </a:cubicBezTo>
                  <a:cubicBezTo>
                    <a:pt x="596" y="16014"/>
                    <a:pt x="656" y="16050"/>
                    <a:pt x="727" y="16073"/>
                  </a:cubicBezTo>
                  <a:cubicBezTo>
                    <a:pt x="763" y="16097"/>
                    <a:pt x="811" y="16109"/>
                    <a:pt x="858" y="16121"/>
                  </a:cubicBezTo>
                  <a:cubicBezTo>
                    <a:pt x="965" y="16157"/>
                    <a:pt x="1084" y="16181"/>
                    <a:pt x="1215" y="16181"/>
                  </a:cubicBezTo>
                  <a:lnTo>
                    <a:pt x="1227" y="16181"/>
                  </a:lnTo>
                  <a:cubicBezTo>
                    <a:pt x="1323" y="16181"/>
                    <a:pt x="1430" y="16169"/>
                    <a:pt x="1537" y="16133"/>
                  </a:cubicBezTo>
                  <a:cubicBezTo>
                    <a:pt x="1584" y="16121"/>
                    <a:pt x="1632" y="16109"/>
                    <a:pt x="1680" y="16085"/>
                  </a:cubicBezTo>
                  <a:cubicBezTo>
                    <a:pt x="1715" y="16073"/>
                    <a:pt x="1751" y="16062"/>
                    <a:pt x="1787" y="16038"/>
                  </a:cubicBezTo>
                  <a:cubicBezTo>
                    <a:pt x="1811" y="16026"/>
                    <a:pt x="1834" y="16014"/>
                    <a:pt x="1858" y="15990"/>
                  </a:cubicBezTo>
                  <a:lnTo>
                    <a:pt x="1930" y="15942"/>
                  </a:lnTo>
                  <a:cubicBezTo>
                    <a:pt x="1954" y="15931"/>
                    <a:pt x="1977" y="15919"/>
                    <a:pt x="2001" y="15907"/>
                  </a:cubicBezTo>
                  <a:cubicBezTo>
                    <a:pt x="2013" y="15883"/>
                    <a:pt x="2037" y="15871"/>
                    <a:pt x="2049" y="15859"/>
                  </a:cubicBezTo>
                  <a:lnTo>
                    <a:pt x="2096" y="15812"/>
                  </a:lnTo>
                  <a:lnTo>
                    <a:pt x="2144" y="15752"/>
                  </a:lnTo>
                  <a:cubicBezTo>
                    <a:pt x="2156" y="15740"/>
                    <a:pt x="2168" y="15728"/>
                    <a:pt x="2180" y="15704"/>
                  </a:cubicBezTo>
                  <a:lnTo>
                    <a:pt x="2215" y="15657"/>
                  </a:lnTo>
                  <a:lnTo>
                    <a:pt x="2251" y="15609"/>
                  </a:lnTo>
                  <a:lnTo>
                    <a:pt x="2275" y="15561"/>
                  </a:lnTo>
                  <a:cubicBezTo>
                    <a:pt x="2287" y="15550"/>
                    <a:pt x="2299" y="15538"/>
                    <a:pt x="2311" y="15514"/>
                  </a:cubicBezTo>
                  <a:cubicBezTo>
                    <a:pt x="2311" y="15502"/>
                    <a:pt x="2323" y="15478"/>
                    <a:pt x="2335" y="15466"/>
                  </a:cubicBezTo>
                  <a:cubicBezTo>
                    <a:pt x="2335" y="15454"/>
                    <a:pt x="2346" y="15431"/>
                    <a:pt x="2346" y="15419"/>
                  </a:cubicBezTo>
                  <a:cubicBezTo>
                    <a:pt x="2358" y="15407"/>
                    <a:pt x="2358" y="15383"/>
                    <a:pt x="2370" y="15371"/>
                  </a:cubicBezTo>
                  <a:cubicBezTo>
                    <a:pt x="2370" y="15359"/>
                    <a:pt x="2382" y="15335"/>
                    <a:pt x="2382" y="15323"/>
                  </a:cubicBezTo>
                  <a:cubicBezTo>
                    <a:pt x="2394" y="15311"/>
                    <a:pt x="2394" y="15288"/>
                    <a:pt x="2394" y="15276"/>
                  </a:cubicBezTo>
                  <a:cubicBezTo>
                    <a:pt x="2406" y="15264"/>
                    <a:pt x="2406" y="15240"/>
                    <a:pt x="2406" y="15228"/>
                  </a:cubicBezTo>
                  <a:cubicBezTo>
                    <a:pt x="2418" y="15204"/>
                    <a:pt x="2418" y="15192"/>
                    <a:pt x="2418" y="15180"/>
                  </a:cubicBezTo>
                  <a:cubicBezTo>
                    <a:pt x="2430" y="15157"/>
                    <a:pt x="2418" y="15145"/>
                    <a:pt x="2418" y="15133"/>
                  </a:cubicBezTo>
                  <a:lnTo>
                    <a:pt x="2418" y="15085"/>
                  </a:lnTo>
                  <a:lnTo>
                    <a:pt x="2418" y="15026"/>
                  </a:lnTo>
                  <a:lnTo>
                    <a:pt x="2418" y="14978"/>
                  </a:lnTo>
                  <a:lnTo>
                    <a:pt x="2418" y="1214"/>
                  </a:lnTo>
                  <a:lnTo>
                    <a:pt x="2418" y="1167"/>
                  </a:lnTo>
                  <a:lnTo>
                    <a:pt x="2418" y="1119"/>
                  </a:lnTo>
                  <a:cubicBezTo>
                    <a:pt x="2418" y="1107"/>
                    <a:pt x="2418" y="1084"/>
                    <a:pt x="2418" y="1072"/>
                  </a:cubicBezTo>
                  <a:cubicBezTo>
                    <a:pt x="2418" y="1060"/>
                    <a:pt x="2418" y="1036"/>
                    <a:pt x="2418" y="1024"/>
                  </a:cubicBezTo>
                  <a:cubicBezTo>
                    <a:pt x="2418" y="1012"/>
                    <a:pt x="2418" y="988"/>
                    <a:pt x="2418" y="976"/>
                  </a:cubicBezTo>
                  <a:cubicBezTo>
                    <a:pt x="2406" y="964"/>
                    <a:pt x="2406" y="941"/>
                    <a:pt x="2406" y="929"/>
                  </a:cubicBezTo>
                  <a:cubicBezTo>
                    <a:pt x="2406" y="905"/>
                    <a:pt x="2406" y="893"/>
                    <a:pt x="2394" y="881"/>
                  </a:cubicBezTo>
                  <a:cubicBezTo>
                    <a:pt x="2382" y="869"/>
                    <a:pt x="2382" y="845"/>
                    <a:pt x="2370" y="833"/>
                  </a:cubicBezTo>
                  <a:cubicBezTo>
                    <a:pt x="2370" y="822"/>
                    <a:pt x="2358" y="798"/>
                    <a:pt x="2358" y="786"/>
                  </a:cubicBezTo>
                  <a:cubicBezTo>
                    <a:pt x="2346" y="762"/>
                    <a:pt x="2346" y="750"/>
                    <a:pt x="2335" y="738"/>
                  </a:cubicBezTo>
                  <a:cubicBezTo>
                    <a:pt x="2335" y="714"/>
                    <a:pt x="2323" y="703"/>
                    <a:pt x="2311" y="691"/>
                  </a:cubicBezTo>
                  <a:lnTo>
                    <a:pt x="2299" y="643"/>
                  </a:lnTo>
                  <a:cubicBezTo>
                    <a:pt x="2287" y="619"/>
                    <a:pt x="2275" y="607"/>
                    <a:pt x="2263" y="595"/>
                  </a:cubicBezTo>
                  <a:cubicBezTo>
                    <a:pt x="2251" y="572"/>
                    <a:pt x="2239" y="560"/>
                    <a:pt x="2239" y="548"/>
                  </a:cubicBezTo>
                  <a:lnTo>
                    <a:pt x="2204" y="500"/>
                  </a:lnTo>
                  <a:lnTo>
                    <a:pt x="2168" y="452"/>
                  </a:lnTo>
                  <a:lnTo>
                    <a:pt x="2120" y="393"/>
                  </a:lnTo>
                  <a:lnTo>
                    <a:pt x="2073" y="345"/>
                  </a:lnTo>
                  <a:lnTo>
                    <a:pt x="2025" y="298"/>
                  </a:lnTo>
                  <a:cubicBezTo>
                    <a:pt x="2001" y="286"/>
                    <a:pt x="1977" y="274"/>
                    <a:pt x="1965" y="250"/>
                  </a:cubicBezTo>
                  <a:lnTo>
                    <a:pt x="1894" y="202"/>
                  </a:lnTo>
                  <a:lnTo>
                    <a:pt x="1811" y="155"/>
                  </a:lnTo>
                  <a:cubicBezTo>
                    <a:pt x="1787" y="143"/>
                    <a:pt x="1751" y="119"/>
                    <a:pt x="1715" y="107"/>
                  </a:cubicBezTo>
                  <a:cubicBezTo>
                    <a:pt x="1680" y="95"/>
                    <a:pt x="1632" y="71"/>
                    <a:pt x="1584" y="60"/>
                  </a:cubicBezTo>
                  <a:cubicBezTo>
                    <a:pt x="1513" y="36"/>
                    <a:pt x="1430" y="12"/>
                    <a:pt x="1346" y="12"/>
                  </a:cubicBezTo>
                  <a:cubicBezTo>
                    <a:pt x="1299" y="0"/>
                    <a:pt x="1263" y="0"/>
                    <a:pt x="121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2"/>
            <p:cNvSpPr/>
            <p:nvPr/>
          </p:nvSpPr>
          <p:spPr>
            <a:xfrm>
              <a:off x="2427621" y="-169612"/>
              <a:ext cx="142539" cy="125041"/>
            </a:xfrm>
            <a:custGeom>
              <a:avLst/>
              <a:gdLst/>
              <a:ahLst/>
              <a:cxnLst/>
              <a:rect l="l" t="t" r="r" b="b"/>
              <a:pathLst>
                <a:path w="4358" h="3823" extrusionOk="0">
                  <a:moveTo>
                    <a:pt x="1131" y="0"/>
                  </a:moveTo>
                  <a:cubicBezTo>
                    <a:pt x="500" y="0"/>
                    <a:pt x="0" y="512"/>
                    <a:pt x="0" y="1131"/>
                  </a:cubicBezTo>
                  <a:lnTo>
                    <a:pt x="0" y="2679"/>
                  </a:lnTo>
                  <a:cubicBezTo>
                    <a:pt x="0" y="3310"/>
                    <a:pt x="500" y="3810"/>
                    <a:pt x="1131" y="3822"/>
                  </a:cubicBezTo>
                  <a:lnTo>
                    <a:pt x="3215" y="3822"/>
                  </a:lnTo>
                  <a:cubicBezTo>
                    <a:pt x="3846" y="3810"/>
                    <a:pt x="4346" y="3310"/>
                    <a:pt x="4358" y="2679"/>
                  </a:cubicBezTo>
                  <a:lnTo>
                    <a:pt x="4358" y="1131"/>
                  </a:lnTo>
                  <a:cubicBezTo>
                    <a:pt x="4346" y="512"/>
                    <a:pt x="3846" y="0"/>
                    <a:pt x="3215" y="0"/>
                  </a:cubicBezTo>
                  <a:close/>
                </a:path>
              </a:pathLst>
            </a:custGeom>
            <a:solidFill>
              <a:srgbClr val="821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2"/>
            <p:cNvSpPr/>
            <p:nvPr/>
          </p:nvSpPr>
          <p:spPr>
            <a:xfrm>
              <a:off x="2435621" y="277825"/>
              <a:ext cx="142539" cy="124648"/>
            </a:xfrm>
            <a:custGeom>
              <a:avLst/>
              <a:gdLst/>
              <a:ahLst/>
              <a:cxnLst/>
              <a:rect l="l" t="t" r="r" b="b"/>
              <a:pathLst>
                <a:path w="4358" h="3811" extrusionOk="0">
                  <a:moveTo>
                    <a:pt x="1131" y="0"/>
                  </a:moveTo>
                  <a:cubicBezTo>
                    <a:pt x="500" y="0"/>
                    <a:pt x="0" y="512"/>
                    <a:pt x="0" y="1132"/>
                  </a:cubicBezTo>
                  <a:lnTo>
                    <a:pt x="0" y="2679"/>
                  </a:lnTo>
                  <a:cubicBezTo>
                    <a:pt x="0" y="3310"/>
                    <a:pt x="500" y="3810"/>
                    <a:pt x="1131" y="3810"/>
                  </a:cubicBezTo>
                  <a:lnTo>
                    <a:pt x="3215" y="3810"/>
                  </a:lnTo>
                  <a:cubicBezTo>
                    <a:pt x="3846" y="3810"/>
                    <a:pt x="4346" y="3310"/>
                    <a:pt x="4358" y="2679"/>
                  </a:cubicBezTo>
                  <a:lnTo>
                    <a:pt x="4358" y="1132"/>
                  </a:lnTo>
                  <a:cubicBezTo>
                    <a:pt x="4346" y="512"/>
                    <a:pt x="3846" y="0"/>
                    <a:pt x="3215" y="0"/>
                  </a:cubicBezTo>
                  <a:close/>
                </a:path>
              </a:pathLst>
            </a:custGeom>
            <a:solidFill>
              <a:srgbClr val="821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2"/>
            <p:cNvSpPr/>
            <p:nvPr/>
          </p:nvSpPr>
          <p:spPr>
            <a:xfrm>
              <a:off x="2458189" y="-148189"/>
              <a:ext cx="80264" cy="529240"/>
            </a:xfrm>
            <a:custGeom>
              <a:avLst/>
              <a:gdLst/>
              <a:ahLst/>
              <a:cxnLst/>
              <a:rect l="l" t="t" r="r" b="b"/>
              <a:pathLst>
                <a:path w="2454" h="16181" extrusionOk="0">
                  <a:moveTo>
                    <a:pt x="1227" y="0"/>
                  </a:moveTo>
                  <a:cubicBezTo>
                    <a:pt x="930" y="0"/>
                    <a:pt x="632" y="119"/>
                    <a:pt x="418" y="310"/>
                  </a:cubicBezTo>
                  <a:lnTo>
                    <a:pt x="394" y="333"/>
                  </a:lnTo>
                  <a:cubicBezTo>
                    <a:pt x="358" y="369"/>
                    <a:pt x="334" y="393"/>
                    <a:pt x="299" y="429"/>
                  </a:cubicBezTo>
                  <a:cubicBezTo>
                    <a:pt x="287" y="452"/>
                    <a:pt x="263" y="476"/>
                    <a:pt x="251" y="500"/>
                  </a:cubicBezTo>
                  <a:cubicBezTo>
                    <a:pt x="227" y="524"/>
                    <a:pt x="203" y="560"/>
                    <a:pt x="179" y="595"/>
                  </a:cubicBezTo>
                  <a:cubicBezTo>
                    <a:pt x="168" y="631"/>
                    <a:pt x="144" y="655"/>
                    <a:pt x="132" y="691"/>
                  </a:cubicBezTo>
                  <a:cubicBezTo>
                    <a:pt x="120" y="726"/>
                    <a:pt x="96" y="750"/>
                    <a:pt x="84" y="786"/>
                  </a:cubicBezTo>
                  <a:cubicBezTo>
                    <a:pt x="72" y="833"/>
                    <a:pt x="60" y="869"/>
                    <a:pt x="49" y="917"/>
                  </a:cubicBezTo>
                  <a:cubicBezTo>
                    <a:pt x="49" y="941"/>
                    <a:pt x="37" y="964"/>
                    <a:pt x="25" y="1000"/>
                  </a:cubicBezTo>
                  <a:cubicBezTo>
                    <a:pt x="13" y="1072"/>
                    <a:pt x="1" y="1143"/>
                    <a:pt x="1" y="1226"/>
                  </a:cubicBezTo>
                  <a:lnTo>
                    <a:pt x="1" y="14954"/>
                  </a:lnTo>
                  <a:cubicBezTo>
                    <a:pt x="1" y="15633"/>
                    <a:pt x="549" y="16181"/>
                    <a:pt x="1227" y="16181"/>
                  </a:cubicBezTo>
                  <a:cubicBezTo>
                    <a:pt x="1311" y="16181"/>
                    <a:pt x="1394" y="16169"/>
                    <a:pt x="1477" y="16157"/>
                  </a:cubicBezTo>
                  <a:lnTo>
                    <a:pt x="1513" y="16145"/>
                  </a:lnTo>
                  <a:cubicBezTo>
                    <a:pt x="1584" y="16121"/>
                    <a:pt x="1656" y="16097"/>
                    <a:pt x="1715" y="16073"/>
                  </a:cubicBezTo>
                  <a:lnTo>
                    <a:pt x="1739" y="16073"/>
                  </a:lnTo>
                  <a:cubicBezTo>
                    <a:pt x="1882" y="16002"/>
                    <a:pt x="2013" y="15907"/>
                    <a:pt x="2120" y="15788"/>
                  </a:cubicBezTo>
                  <a:cubicBezTo>
                    <a:pt x="2335" y="15561"/>
                    <a:pt x="2442" y="15276"/>
                    <a:pt x="2454" y="14966"/>
                  </a:cubicBezTo>
                  <a:lnTo>
                    <a:pt x="2454" y="1226"/>
                  </a:lnTo>
                  <a:cubicBezTo>
                    <a:pt x="2454" y="548"/>
                    <a:pt x="1906" y="0"/>
                    <a:pt x="1227" y="0"/>
                  </a:cubicBezTo>
                  <a:close/>
                </a:path>
              </a:pathLst>
            </a:custGeom>
            <a:solidFill>
              <a:srgbClr val="272425">
                <a:alpha val="200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0;p2"/>
            <p:cNvSpPr/>
            <p:nvPr/>
          </p:nvSpPr>
          <p:spPr>
            <a:xfrm>
              <a:off x="2470258" y="-148189"/>
              <a:ext cx="79087" cy="529240"/>
            </a:xfrm>
            <a:custGeom>
              <a:avLst/>
              <a:gdLst/>
              <a:ahLst/>
              <a:cxnLst/>
              <a:rect l="l" t="t" r="r" b="b"/>
              <a:pathLst>
                <a:path w="2418" h="16181" extrusionOk="0">
                  <a:moveTo>
                    <a:pt x="1132" y="0"/>
                  </a:moveTo>
                  <a:cubicBezTo>
                    <a:pt x="1037" y="0"/>
                    <a:pt x="953" y="24"/>
                    <a:pt x="870" y="48"/>
                  </a:cubicBezTo>
                  <a:cubicBezTo>
                    <a:pt x="823" y="60"/>
                    <a:pt x="775" y="71"/>
                    <a:pt x="739" y="83"/>
                  </a:cubicBezTo>
                  <a:cubicBezTo>
                    <a:pt x="703" y="107"/>
                    <a:pt x="668" y="119"/>
                    <a:pt x="644" y="131"/>
                  </a:cubicBezTo>
                  <a:cubicBezTo>
                    <a:pt x="608" y="155"/>
                    <a:pt x="584" y="167"/>
                    <a:pt x="561" y="179"/>
                  </a:cubicBezTo>
                  <a:cubicBezTo>
                    <a:pt x="537" y="202"/>
                    <a:pt x="513" y="214"/>
                    <a:pt x="489" y="226"/>
                  </a:cubicBezTo>
                  <a:cubicBezTo>
                    <a:pt x="465" y="238"/>
                    <a:pt x="442" y="262"/>
                    <a:pt x="430" y="274"/>
                  </a:cubicBezTo>
                  <a:lnTo>
                    <a:pt x="370" y="322"/>
                  </a:lnTo>
                  <a:lnTo>
                    <a:pt x="322" y="369"/>
                  </a:lnTo>
                  <a:cubicBezTo>
                    <a:pt x="311" y="381"/>
                    <a:pt x="299" y="393"/>
                    <a:pt x="287" y="417"/>
                  </a:cubicBezTo>
                  <a:lnTo>
                    <a:pt x="239" y="464"/>
                  </a:lnTo>
                  <a:lnTo>
                    <a:pt x="215" y="512"/>
                  </a:lnTo>
                  <a:lnTo>
                    <a:pt x="180" y="560"/>
                  </a:lnTo>
                  <a:cubicBezTo>
                    <a:pt x="168" y="572"/>
                    <a:pt x="156" y="583"/>
                    <a:pt x="144" y="607"/>
                  </a:cubicBezTo>
                  <a:cubicBezTo>
                    <a:pt x="144" y="619"/>
                    <a:pt x="132" y="631"/>
                    <a:pt x="120" y="655"/>
                  </a:cubicBezTo>
                  <a:lnTo>
                    <a:pt x="96" y="703"/>
                  </a:lnTo>
                  <a:lnTo>
                    <a:pt x="72" y="750"/>
                  </a:lnTo>
                  <a:cubicBezTo>
                    <a:pt x="72" y="762"/>
                    <a:pt x="61" y="774"/>
                    <a:pt x="61" y="786"/>
                  </a:cubicBezTo>
                  <a:lnTo>
                    <a:pt x="37" y="833"/>
                  </a:lnTo>
                  <a:lnTo>
                    <a:pt x="25" y="881"/>
                  </a:lnTo>
                  <a:lnTo>
                    <a:pt x="13" y="929"/>
                  </a:lnTo>
                  <a:cubicBezTo>
                    <a:pt x="13" y="953"/>
                    <a:pt x="13" y="964"/>
                    <a:pt x="1" y="976"/>
                  </a:cubicBezTo>
                  <a:cubicBezTo>
                    <a:pt x="1" y="1000"/>
                    <a:pt x="1" y="1012"/>
                    <a:pt x="1" y="1024"/>
                  </a:cubicBezTo>
                  <a:cubicBezTo>
                    <a:pt x="1" y="1048"/>
                    <a:pt x="1" y="1060"/>
                    <a:pt x="1" y="1072"/>
                  </a:cubicBezTo>
                  <a:lnTo>
                    <a:pt x="1" y="1119"/>
                  </a:lnTo>
                  <a:lnTo>
                    <a:pt x="1" y="1167"/>
                  </a:lnTo>
                  <a:lnTo>
                    <a:pt x="1" y="1214"/>
                  </a:lnTo>
                  <a:lnTo>
                    <a:pt x="1" y="14954"/>
                  </a:lnTo>
                  <a:lnTo>
                    <a:pt x="1" y="14990"/>
                  </a:lnTo>
                  <a:lnTo>
                    <a:pt x="1" y="15050"/>
                  </a:lnTo>
                  <a:lnTo>
                    <a:pt x="1" y="15097"/>
                  </a:lnTo>
                  <a:cubicBezTo>
                    <a:pt x="1" y="15109"/>
                    <a:pt x="1" y="15121"/>
                    <a:pt x="1" y="15145"/>
                  </a:cubicBezTo>
                  <a:cubicBezTo>
                    <a:pt x="13" y="15157"/>
                    <a:pt x="1" y="15169"/>
                    <a:pt x="1" y="15192"/>
                  </a:cubicBezTo>
                  <a:cubicBezTo>
                    <a:pt x="1" y="15204"/>
                    <a:pt x="1" y="15216"/>
                    <a:pt x="13" y="15240"/>
                  </a:cubicBezTo>
                  <a:cubicBezTo>
                    <a:pt x="25" y="15252"/>
                    <a:pt x="13" y="15276"/>
                    <a:pt x="25" y="15288"/>
                  </a:cubicBezTo>
                  <a:cubicBezTo>
                    <a:pt x="37" y="15300"/>
                    <a:pt x="37" y="15323"/>
                    <a:pt x="49" y="15335"/>
                  </a:cubicBezTo>
                  <a:cubicBezTo>
                    <a:pt x="49" y="15347"/>
                    <a:pt x="49" y="15371"/>
                    <a:pt x="61" y="15383"/>
                  </a:cubicBezTo>
                  <a:cubicBezTo>
                    <a:pt x="61" y="15407"/>
                    <a:pt x="72" y="15419"/>
                    <a:pt x="84" y="15431"/>
                  </a:cubicBezTo>
                  <a:cubicBezTo>
                    <a:pt x="84" y="15454"/>
                    <a:pt x="96" y="15466"/>
                    <a:pt x="96" y="15478"/>
                  </a:cubicBezTo>
                  <a:cubicBezTo>
                    <a:pt x="108" y="15502"/>
                    <a:pt x="120" y="15514"/>
                    <a:pt x="120" y="15526"/>
                  </a:cubicBezTo>
                  <a:cubicBezTo>
                    <a:pt x="168" y="15597"/>
                    <a:pt x="144" y="15573"/>
                    <a:pt x="180" y="15633"/>
                  </a:cubicBezTo>
                  <a:cubicBezTo>
                    <a:pt x="191" y="15645"/>
                    <a:pt x="203" y="15669"/>
                    <a:pt x="215" y="15681"/>
                  </a:cubicBezTo>
                  <a:lnTo>
                    <a:pt x="251" y="15728"/>
                  </a:lnTo>
                  <a:lnTo>
                    <a:pt x="299" y="15776"/>
                  </a:lnTo>
                  <a:lnTo>
                    <a:pt x="346" y="15823"/>
                  </a:lnTo>
                  <a:lnTo>
                    <a:pt x="394" y="15871"/>
                  </a:lnTo>
                  <a:cubicBezTo>
                    <a:pt x="418" y="15895"/>
                    <a:pt x="442" y="15907"/>
                    <a:pt x="453" y="15931"/>
                  </a:cubicBezTo>
                  <a:lnTo>
                    <a:pt x="525" y="15978"/>
                  </a:lnTo>
                  <a:cubicBezTo>
                    <a:pt x="584" y="16014"/>
                    <a:pt x="644" y="16050"/>
                    <a:pt x="715" y="16073"/>
                  </a:cubicBezTo>
                  <a:cubicBezTo>
                    <a:pt x="751" y="16097"/>
                    <a:pt x="799" y="16109"/>
                    <a:pt x="846" y="16121"/>
                  </a:cubicBezTo>
                  <a:cubicBezTo>
                    <a:pt x="953" y="16157"/>
                    <a:pt x="1073" y="16181"/>
                    <a:pt x="1192" y="16181"/>
                  </a:cubicBezTo>
                  <a:lnTo>
                    <a:pt x="1204" y="16181"/>
                  </a:lnTo>
                  <a:cubicBezTo>
                    <a:pt x="1311" y="16181"/>
                    <a:pt x="1418" y="16169"/>
                    <a:pt x="1525" y="16133"/>
                  </a:cubicBezTo>
                  <a:cubicBezTo>
                    <a:pt x="1573" y="16121"/>
                    <a:pt x="1620" y="16109"/>
                    <a:pt x="1668" y="16085"/>
                  </a:cubicBezTo>
                  <a:cubicBezTo>
                    <a:pt x="1704" y="16073"/>
                    <a:pt x="1739" y="16062"/>
                    <a:pt x="1763" y="16038"/>
                  </a:cubicBezTo>
                  <a:lnTo>
                    <a:pt x="1846" y="15990"/>
                  </a:lnTo>
                  <a:lnTo>
                    <a:pt x="1918" y="15942"/>
                  </a:lnTo>
                  <a:cubicBezTo>
                    <a:pt x="1942" y="15931"/>
                    <a:pt x="1966" y="15919"/>
                    <a:pt x="1989" y="15907"/>
                  </a:cubicBezTo>
                  <a:lnTo>
                    <a:pt x="2037" y="15859"/>
                  </a:lnTo>
                  <a:cubicBezTo>
                    <a:pt x="2049" y="15835"/>
                    <a:pt x="2073" y="15823"/>
                    <a:pt x="2085" y="15812"/>
                  </a:cubicBezTo>
                  <a:lnTo>
                    <a:pt x="2132" y="15752"/>
                  </a:lnTo>
                  <a:cubicBezTo>
                    <a:pt x="2144" y="15740"/>
                    <a:pt x="2156" y="15728"/>
                    <a:pt x="2168" y="15704"/>
                  </a:cubicBezTo>
                  <a:cubicBezTo>
                    <a:pt x="2180" y="15692"/>
                    <a:pt x="2192" y="15681"/>
                    <a:pt x="2204" y="15657"/>
                  </a:cubicBezTo>
                  <a:cubicBezTo>
                    <a:pt x="2216" y="15645"/>
                    <a:pt x="2227" y="15633"/>
                    <a:pt x="2239" y="15609"/>
                  </a:cubicBezTo>
                  <a:lnTo>
                    <a:pt x="2263" y="15561"/>
                  </a:lnTo>
                  <a:lnTo>
                    <a:pt x="2287" y="15514"/>
                  </a:lnTo>
                  <a:cubicBezTo>
                    <a:pt x="2299" y="15502"/>
                    <a:pt x="2311" y="15478"/>
                    <a:pt x="2311" y="15466"/>
                  </a:cubicBezTo>
                  <a:cubicBezTo>
                    <a:pt x="2323" y="15454"/>
                    <a:pt x="2335" y="15431"/>
                    <a:pt x="2335" y="15419"/>
                  </a:cubicBezTo>
                  <a:cubicBezTo>
                    <a:pt x="2347" y="15407"/>
                    <a:pt x="2347" y="15383"/>
                    <a:pt x="2358" y="15371"/>
                  </a:cubicBezTo>
                  <a:cubicBezTo>
                    <a:pt x="2358" y="15359"/>
                    <a:pt x="2370" y="15335"/>
                    <a:pt x="2370" y="15323"/>
                  </a:cubicBezTo>
                  <a:cubicBezTo>
                    <a:pt x="2382" y="15311"/>
                    <a:pt x="2382" y="15288"/>
                    <a:pt x="2382" y="15276"/>
                  </a:cubicBezTo>
                  <a:lnTo>
                    <a:pt x="2394" y="15228"/>
                  </a:lnTo>
                  <a:lnTo>
                    <a:pt x="2406" y="15180"/>
                  </a:lnTo>
                  <a:cubicBezTo>
                    <a:pt x="2406" y="15157"/>
                    <a:pt x="2418" y="15145"/>
                    <a:pt x="2418" y="15133"/>
                  </a:cubicBezTo>
                  <a:lnTo>
                    <a:pt x="2418" y="15085"/>
                  </a:lnTo>
                  <a:lnTo>
                    <a:pt x="2418" y="15026"/>
                  </a:lnTo>
                  <a:lnTo>
                    <a:pt x="2418" y="14978"/>
                  </a:lnTo>
                  <a:lnTo>
                    <a:pt x="2418" y="14954"/>
                  </a:lnTo>
                  <a:lnTo>
                    <a:pt x="2418" y="1214"/>
                  </a:lnTo>
                  <a:lnTo>
                    <a:pt x="2406" y="1214"/>
                  </a:lnTo>
                  <a:lnTo>
                    <a:pt x="2406" y="1167"/>
                  </a:lnTo>
                  <a:lnTo>
                    <a:pt x="2406" y="1119"/>
                  </a:lnTo>
                  <a:lnTo>
                    <a:pt x="2406" y="1072"/>
                  </a:lnTo>
                  <a:cubicBezTo>
                    <a:pt x="2406" y="1060"/>
                    <a:pt x="2406" y="1036"/>
                    <a:pt x="2406" y="1024"/>
                  </a:cubicBezTo>
                  <a:lnTo>
                    <a:pt x="2406" y="976"/>
                  </a:lnTo>
                  <a:cubicBezTo>
                    <a:pt x="2406" y="964"/>
                    <a:pt x="2394" y="941"/>
                    <a:pt x="2394" y="929"/>
                  </a:cubicBezTo>
                  <a:cubicBezTo>
                    <a:pt x="2382" y="917"/>
                    <a:pt x="2382" y="893"/>
                    <a:pt x="2370" y="881"/>
                  </a:cubicBezTo>
                  <a:cubicBezTo>
                    <a:pt x="2370" y="869"/>
                    <a:pt x="2370" y="845"/>
                    <a:pt x="2358" y="833"/>
                  </a:cubicBezTo>
                  <a:lnTo>
                    <a:pt x="2347" y="786"/>
                  </a:lnTo>
                  <a:lnTo>
                    <a:pt x="2323" y="738"/>
                  </a:lnTo>
                  <a:cubicBezTo>
                    <a:pt x="2323" y="714"/>
                    <a:pt x="2311" y="703"/>
                    <a:pt x="2299" y="691"/>
                  </a:cubicBezTo>
                  <a:cubicBezTo>
                    <a:pt x="2299" y="667"/>
                    <a:pt x="2287" y="655"/>
                    <a:pt x="2275" y="643"/>
                  </a:cubicBezTo>
                  <a:lnTo>
                    <a:pt x="2251" y="595"/>
                  </a:lnTo>
                  <a:lnTo>
                    <a:pt x="2216" y="548"/>
                  </a:lnTo>
                  <a:cubicBezTo>
                    <a:pt x="2204" y="524"/>
                    <a:pt x="2192" y="512"/>
                    <a:pt x="2180" y="500"/>
                  </a:cubicBezTo>
                  <a:cubicBezTo>
                    <a:pt x="2168" y="476"/>
                    <a:pt x="2156" y="464"/>
                    <a:pt x="2144" y="452"/>
                  </a:cubicBezTo>
                  <a:lnTo>
                    <a:pt x="2108" y="393"/>
                  </a:lnTo>
                  <a:lnTo>
                    <a:pt x="2061" y="345"/>
                  </a:lnTo>
                  <a:lnTo>
                    <a:pt x="2001" y="298"/>
                  </a:lnTo>
                  <a:cubicBezTo>
                    <a:pt x="1989" y="286"/>
                    <a:pt x="1966" y="274"/>
                    <a:pt x="1942" y="250"/>
                  </a:cubicBezTo>
                  <a:lnTo>
                    <a:pt x="1882" y="202"/>
                  </a:lnTo>
                  <a:lnTo>
                    <a:pt x="1799" y="155"/>
                  </a:lnTo>
                  <a:cubicBezTo>
                    <a:pt x="1763" y="143"/>
                    <a:pt x="1739" y="119"/>
                    <a:pt x="1704" y="107"/>
                  </a:cubicBezTo>
                  <a:cubicBezTo>
                    <a:pt x="1668" y="95"/>
                    <a:pt x="1620" y="71"/>
                    <a:pt x="1573" y="60"/>
                  </a:cubicBezTo>
                  <a:cubicBezTo>
                    <a:pt x="1501" y="36"/>
                    <a:pt x="1418" y="12"/>
                    <a:pt x="1334" y="12"/>
                  </a:cubicBezTo>
                  <a:cubicBezTo>
                    <a:pt x="1287" y="0"/>
                    <a:pt x="1251" y="0"/>
                    <a:pt x="120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2"/>
            <p:cNvSpPr/>
            <p:nvPr/>
          </p:nvSpPr>
          <p:spPr>
            <a:xfrm>
              <a:off x="4059511" y="-169612"/>
              <a:ext cx="142572" cy="125041"/>
            </a:xfrm>
            <a:custGeom>
              <a:avLst/>
              <a:gdLst/>
              <a:ahLst/>
              <a:cxnLst/>
              <a:rect l="l" t="t" r="r" b="b"/>
              <a:pathLst>
                <a:path w="4359" h="3823" extrusionOk="0">
                  <a:moveTo>
                    <a:pt x="1131" y="0"/>
                  </a:moveTo>
                  <a:cubicBezTo>
                    <a:pt x="512" y="0"/>
                    <a:pt x="0" y="512"/>
                    <a:pt x="0" y="1131"/>
                  </a:cubicBezTo>
                  <a:lnTo>
                    <a:pt x="0" y="2679"/>
                  </a:lnTo>
                  <a:cubicBezTo>
                    <a:pt x="0" y="3310"/>
                    <a:pt x="512" y="3810"/>
                    <a:pt x="1131" y="3822"/>
                  </a:cubicBezTo>
                  <a:lnTo>
                    <a:pt x="3215" y="3822"/>
                  </a:lnTo>
                  <a:cubicBezTo>
                    <a:pt x="3846" y="3810"/>
                    <a:pt x="4358" y="3310"/>
                    <a:pt x="4358" y="2679"/>
                  </a:cubicBezTo>
                  <a:lnTo>
                    <a:pt x="4358" y="1131"/>
                  </a:lnTo>
                  <a:cubicBezTo>
                    <a:pt x="4358" y="512"/>
                    <a:pt x="3846" y="0"/>
                    <a:pt x="3215" y="0"/>
                  </a:cubicBezTo>
                  <a:close/>
                </a:path>
              </a:pathLst>
            </a:custGeom>
            <a:solidFill>
              <a:srgbClr val="821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2"/>
            <p:cNvSpPr/>
            <p:nvPr/>
          </p:nvSpPr>
          <p:spPr>
            <a:xfrm>
              <a:off x="4059511" y="277825"/>
              <a:ext cx="142572" cy="124648"/>
            </a:xfrm>
            <a:custGeom>
              <a:avLst/>
              <a:gdLst/>
              <a:ahLst/>
              <a:cxnLst/>
              <a:rect l="l" t="t" r="r" b="b"/>
              <a:pathLst>
                <a:path w="4359" h="3811" extrusionOk="0">
                  <a:moveTo>
                    <a:pt x="1131" y="0"/>
                  </a:moveTo>
                  <a:cubicBezTo>
                    <a:pt x="512" y="0"/>
                    <a:pt x="0" y="512"/>
                    <a:pt x="0" y="1132"/>
                  </a:cubicBezTo>
                  <a:lnTo>
                    <a:pt x="0" y="2679"/>
                  </a:lnTo>
                  <a:cubicBezTo>
                    <a:pt x="0" y="3310"/>
                    <a:pt x="512" y="3810"/>
                    <a:pt x="1131" y="3810"/>
                  </a:cubicBezTo>
                  <a:lnTo>
                    <a:pt x="3215" y="3810"/>
                  </a:lnTo>
                  <a:cubicBezTo>
                    <a:pt x="3846" y="3810"/>
                    <a:pt x="4358" y="3310"/>
                    <a:pt x="4358" y="2679"/>
                  </a:cubicBezTo>
                  <a:lnTo>
                    <a:pt x="4358" y="1132"/>
                  </a:lnTo>
                  <a:cubicBezTo>
                    <a:pt x="4358" y="512"/>
                    <a:pt x="3846" y="0"/>
                    <a:pt x="3215" y="0"/>
                  </a:cubicBezTo>
                  <a:close/>
                </a:path>
              </a:pathLst>
            </a:custGeom>
            <a:solidFill>
              <a:srgbClr val="821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2"/>
            <p:cNvSpPr/>
            <p:nvPr/>
          </p:nvSpPr>
          <p:spPr>
            <a:xfrm>
              <a:off x="4082079" y="-148189"/>
              <a:ext cx="80264" cy="529240"/>
            </a:xfrm>
            <a:custGeom>
              <a:avLst/>
              <a:gdLst/>
              <a:ahLst/>
              <a:cxnLst/>
              <a:rect l="l" t="t" r="r" b="b"/>
              <a:pathLst>
                <a:path w="2454" h="16181" extrusionOk="0">
                  <a:moveTo>
                    <a:pt x="1227" y="0"/>
                  </a:moveTo>
                  <a:cubicBezTo>
                    <a:pt x="930" y="0"/>
                    <a:pt x="632" y="119"/>
                    <a:pt x="418" y="310"/>
                  </a:cubicBezTo>
                  <a:lnTo>
                    <a:pt x="394" y="333"/>
                  </a:lnTo>
                  <a:cubicBezTo>
                    <a:pt x="358" y="369"/>
                    <a:pt x="334" y="393"/>
                    <a:pt x="299" y="429"/>
                  </a:cubicBezTo>
                  <a:cubicBezTo>
                    <a:pt x="275" y="452"/>
                    <a:pt x="263" y="476"/>
                    <a:pt x="251" y="500"/>
                  </a:cubicBezTo>
                  <a:cubicBezTo>
                    <a:pt x="227" y="524"/>
                    <a:pt x="203" y="560"/>
                    <a:pt x="180" y="595"/>
                  </a:cubicBezTo>
                  <a:cubicBezTo>
                    <a:pt x="156" y="631"/>
                    <a:pt x="144" y="655"/>
                    <a:pt x="132" y="691"/>
                  </a:cubicBezTo>
                  <a:cubicBezTo>
                    <a:pt x="108" y="726"/>
                    <a:pt x="96" y="750"/>
                    <a:pt x="84" y="786"/>
                  </a:cubicBezTo>
                  <a:cubicBezTo>
                    <a:pt x="72" y="833"/>
                    <a:pt x="60" y="869"/>
                    <a:pt x="49" y="917"/>
                  </a:cubicBezTo>
                  <a:cubicBezTo>
                    <a:pt x="49" y="941"/>
                    <a:pt x="37" y="964"/>
                    <a:pt x="25" y="1000"/>
                  </a:cubicBezTo>
                  <a:cubicBezTo>
                    <a:pt x="13" y="1072"/>
                    <a:pt x="1" y="1143"/>
                    <a:pt x="1" y="1226"/>
                  </a:cubicBezTo>
                  <a:lnTo>
                    <a:pt x="1" y="14954"/>
                  </a:lnTo>
                  <a:cubicBezTo>
                    <a:pt x="1" y="15633"/>
                    <a:pt x="549" y="16181"/>
                    <a:pt x="1227" y="16181"/>
                  </a:cubicBezTo>
                  <a:cubicBezTo>
                    <a:pt x="1311" y="16181"/>
                    <a:pt x="1394" y="16169"/>
                    <a:pt x="1477" y="16157"/>
                  </a:cubicBezTo>
                  <a:lnTo>
                    <a:pt x="1525" y="16145"/>
                  </a:lnTo>
                  <a:cubicBezTo>
                    <a:pt x="1584" y="16121"/>
                    <a:pt x="1656" y="16097"/>
                    <a:pt x="1727" y="16073"/>
                  </a:cubicBezTo>
                  <a:lnTo>
                    <a:pt x="1739" y="16073"/>
                  </a:lnTo>
                  <a:cubicBezTo>
                    <a:pt x="1882" y="16002"/>
                    <a:pt x="2013" y="15907"/>
                    <a:pt x="2120" y="15788"/>
                  </a:cubicBezTo>
                  <a:cubicBezTo>
                    <a:pt x="2335" y="15561"/>
                    <a:pt x="2454" y="15276"/>
                    <a:pt x="2454" y="14966"/>
                  </a:cubicBezTo>
                  <a:lnTo>
                    <a:pt x="2454" y="1226"/>
                  </a:lnTo>
                  <a:cubicBezTo>
                    <a:pt x="2454" y="548"/>
                    <a:pt x="1906" y="0"/>
                    <a:pt x="1227" y="0"/>
                  </a:cubicBezTo>
                  <a:close/>
                </a:path>
              </a:pathLst>
            </a:custGeom>
            <a:solidFill>
              <a:srgbClr val="272425">
                <a:alpha val="200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2"/>
            <p:cNvSpPr/>
            <p:nvPr/>
          </p:nvSpPr>
          <p:spPr>
            <a:xfrm>
              <a:off x="4093003" y="-148189"/>
              <a:ext cx="79872" cy="529240"/>
            </a:xfrm>
            <a:custGeom>
              <a:avLst/>
              <a:gdLst/>
              <a:ahLst/>
              <a:cxnLst/>
              <a:rect l="l" t="t" r="r" b="b"/>
              <a:pathLst>
                <a:path w="2442" h="16181" extrusionOk="0">
                  <a:moveTo>
                    <a:pt x="1143" y="0"/>
                  </a:moveTo>
                  <a:cubicBezTo>
                    <a:pt x="1048" y="0"/>
                    <a:pt x="965" y="24"/>
                    <a:pt x="881" y="48"/>
                  </a:cubicBezTo>
                  <a:cubicBezTo>
                    <a:pt x="834" y="60"/>
                    <a:pt x="798" y="71"/>
                    <a:pt x="750" y="83"/>
                  </a:cubicBezTo>
                  <a:cubicBezTo>
                    <a:pt x="715" y="107"/>
                    <a:pt x="679" y="119"/>
                    <a:pt x="655" y="131"/>
                  </a:cubicBezTo>
                  <a:cubicBezTo>
                    <a:pt x="619" y="155"/>
                    <a:pt x="596" y="167"/>
                    <a:pt x="572" y="179"/>
                  </a:cubicBezTo>
                  <a:cubicBezTo>
                    <a:pt x="548" y="202"/>
                    <a:pt x="524" y="214"/>
                    <a:pt x="500" y="226"/>
                  </a:cubicBezTo>
                  <a:lnTo>
                    <a:pt x="441" y="274"/>
                  </a:lnTo>
                  <a:lnTo>
                    <a:pt x="393" y="322"/>
                  </a:lnTo>
                  <a:cubicBezTo>
                    <a:pt x="369" y="333"/>
                    <a:pt x="358" y="357"/>
                    <a:pt x="346" y="369"/>
                  </a:cubicBezTo>
                  <a:cubicBezTo>
                    <a:pt x="322" y="381"/>
                    <a:pt x="310" y="393"/>
                    <a:pt x="298" y="417"/>
                  </a:cubicBezTo>
                  <a:cubicBezTo>
                    <a:pt x="286" y="429"/>
                    <a:pt x="274" y="441"/>
                    <a:pt x="262" y="464"/>
                  </a:cubicBezTo>
                  <a:cubicBezTo>
                    <a:pt x="250" y="476"/>
                    <a:pt x="238" y="488"/>
                    <a:pt x="227" y="512"/>
                  </a:cubicBezTo>
                  <a:lnTo>
                    <a:pt x="191" y="560"/>
                  </a:lnTo>
                  <a:lnTo>
                    <a:pt x="167" y="607"/>
                  </a:lnTo>
                  <a:lnTo>
                    <a:pt x="131" y="655"/>
                  </a:lnTo>
                  <a:lnTo>
                    <a:pt x="107" y="703"/>
                  </a:lnTo>
                  <a:cubicBezTo>
                    <a:pt x="107" y="714"/>
                    <a:pt x="96" y="726"/>
                    <a:pt x="96" y="750"/>
                  </a:cubicBezTo>
                  <a:cubicBezTo>
                    <a:pt x="84" y="762"/>
                    <a:pt x="84" y="774"/>
                    <a:pt x="72" y="786"/>
                  </a:cubicBezTo>
                  <a:lnTo>
                    <a:pt x="60" y="833"/>
                  </a:lnTo>
                  <a:lnTo>
                    <a:pt x="36" y="881"/>
                  </a:lnTo>
                  <a:cubicBezTo>
                    <a:pt x="36" y="905"/>
                    <a:pt x="36" y="917"/>
                    <a:pt x="24" y="929"/>
                  </a:cubicBezTo>
                  <a:cubicBezTo>
                    <a:pt x="24" y="953"/>
                    <a:pt x="24" y="964"/>
                    <a:pt x="12" y="976"/>
                  </a:cubicBezTo>
                  <a:cubicBezTo>
                    <a:pt x="12" y="1000"/>
                    <a:pt x="12" y="1012"/>
                    <a:pt x="12" y="1024"/>
                  </a:cubicBezTo>
                  <a:cubicBezTo>
                    <a:pt x="0" y="1048"/>
                    <a:pt x="12" y="1060"/>
                    <a:pt x="12" y="1072"/>
                  </a:cubicBezTo>
                  <a:lnTo>
                    <a:pt x="12" y="1119"/>
                  </a:lnTo>
                  <a:lnTo>
                    <a:pt x="12" y="1167"/>
                  </a:lnTo>
                  <a:lnTo>
                    <a:pt x="12" y="1214"/>
                  </a:lnTo>
                  <a:lnTo>
                    <a:pt x="12" y="14954"/>
                  </a:lnTo>
                  <a:cubicBezTo>
                    <a:pt x="12" y="14966"/>
                    <a:pt x="12" y="14978"/>
                    <a:pt x="12" y="14990"/>
                  </a:cubicBezTo>
                  <a:lnTo>
                    <a:pt x="12" y="15050"/>
                  </a:lnTo>
                  <a:cubicBezTo>
                    <a:pt x="12" y="15061"/>
                    <a:pt x="12" y="15073"/>
                    <a:pt x="12" y="15097"/>
                  </a:cubicBezTo>
                  <a:cubicBezTo>
                    <a:pt x="12" y="15109"/>
                    <a:pt x="12" y="15121"/>
                    <a:pt x="12" y="15145"/>
                  </a:cubicBezTo>
                  <a:cubicBezTo>
                    <a:pt x="12" y="15157"/>
                    <a:pt x="12" y="15169"/>
                    <a:pt x="12" y="15192"/>
                  </a:cubicBezTo>
                  <a:cubicBezTo>
                    <a:pt x="12" y="15204"/>
                    <a:pt x="12" y="15216"/>
                    <a:pt x="24" y="15240"/>
                  </a:cubicBezTo>
                  <a:cubicBezTo>
                    <a:pt x="36" y="15252"/>
                    <a:pt x="36" y="15276"/>
                    <a:pt x="36" y="15288"/>
                  </a:cubicBezTo>
                  <a:cubicBezTo>
                    <a:pt x="48" y="15300"/>
                    <a:pt x="48" y="15323"/>
                    <a:pt x="60" y="15335"/>
                  </a:cubicBezTo>
                  <a:lnTo>
                    <a:pt x="72" y="15383"/>
                  </a:lnTo>
                  <a:cubicBezTo>
                    <a:pt x="72" y="15407"/>
                    <a:pt x="84" y="15419"/>
                    <a:pt x="96" y="15431"/>
                  </a:cubicBezTo>
                  <a:cubicBezTo>
                    <a:pt x="96" y="15454"/>
                    <a:pt x="107" y="15466"/>
                    <a:pt x="119" y="15478"/>
                  </a:cubicBezTo>
                  <a:cubicBezTo>
                    <a:pt x="119" y="15502"/>
                    <a:pt x="131" y="15514"/>
                    <a:pt x="143" y="15526"/>
                  </a:cubicBezTo>
                  <a:cubicBezTo>
                    <a:pt x="143" y="15550"/>
                    <a:pt x="155" y="15561"/>
                    <a:pt x="167" y="15585"/>
                  </a:cubicBezTo>
                  <a:cubicBezTo>
                    <a:pt x="179" y="15597"/>
                    <a:pt x="191" y="15609"/>
                    <a:pt x="191" y="15633"/>
                  </a:cubicBezTo>
                  <a:lnTo>
                    <a:pt x="227" y="15681"/>
                  </a:lnTo>
                  <a:lnTo>
                    <a:pt x="262" y="15728"/>
                  </a:lnTo>
                  <a:lnTo>
                    <a:pt x="310" y="15776"/>
                  </a:lnTo>
                  <a:lnTo>
                    <a:pt x="358" y="15823"/>
                  </a:lnTo>
                  <a:lnTo>
                    <a:pt x="417" y="15871"/>
                  </a:lnTo>
                  <a:cubicBezTo>
                    <a:pt x="429" y="15895"/>
                    <a:pt x="453" y="15907"/>
                    <a:pt x="477" y="15931"/>
                  </a:cubicBezTo>
                  <a:cubicBezTo>
                    <a:pt x="500" y="15942"/>
                    <a:pt x="512" y="15954"/>
                    <a:pt x="536" y="15978"/>
                  </a:cubicBezTo>
                  <a:cubicBezTo>
                    <a:pt x="596" y="16014"/>
                    <a:pt x="655" y="16050"/>
                    <a:pt x="727" y="16073"/>
                  </a:cubicBezTo>
                  <a:cubicBezTo>
                    <a:pt x="762" y="16097"/>
                    <a:pt x="810" y="16109"/>
                    <a:pt x="858" y="16121"/>
                  </a:cubicBezTo>
                  <a:cubicBezTo>
                    <a:pt x="965" y="16157"/>
                    <a:pt x="1084" y="16181"/>
                    <a:pt x="1215" y="16181"/>
                  </a:cubicBezTo>
                  <a:lnTo>
                    <a:pt x="1227" y="16181"/>
                  </a:lnTo>
                  <a:cubicBezTo>
                    <a:pt x="1334" y="16181"/>
                    <a:pt x="1441" y="16169"/>
                    <a:pt x="1536" y="16133"/>
                  </a:cubicBezTo>
                  <a:cubicBezTo>
                    <a:pt x="1584" y="16121"/>
                    <a:pt x="1631" y="16109"/>
                    <a:pt x="1679" y="16085"/>
                  </a:cubicBezTo>
                  <a:cubicBezTo>
                    <a:pt x="1715" y="16073"/>
                    <a:pt x="1751" y="16062"/>
                    <a:pt x="1786" y="16038"/>
                  </a:cubicBezTo>
                  <a:cubicBezTo>
                    <a:pt x="1810" y="16026"/>
                    <a:pt x="1834" y="16014"/>
                    <a:pt x="1858" y="15990"/>
                  </a:cubicBezTo>
                  <a:lnTo>
                    <a:pt x="1929" y="15942"/>
                  </a:lnTo>
                  <a:cubicBezTo>
                    <a:pt x="1953" y="15931"/>
                    <a:pt x="1977" y="15919"/>
                    <a:pt x="2001" y="15907"/>
                  </a:cubicBezTo>
                  <a:cubicBezTo>
                    <a:pt x="2012" y="15883"/>
                    <a:pt x="2036" y="15871"/>
                    <a:pt x="2048" y="15859"/>
                  </a:cubicBezTo>
                  <a:lnTo>
                    <a:pt x="2096" y="15812"/>
                  </a:lnTo>
                  <a:lnTo>
                    <a:pt x="2143" y="15752"/>
                  </a:lnTo>
                  <a:cubicBezTo>
                    <a:pt x="2155" y="15740"/>
                    <a:pt x="2167" y="15728"/>
                    <a:pt x="2179" y="15704"/>
                  </a:cubicBezTo>
                  <a:lnTo>
                    <a:pt x="2215" y="15657"/>
                  </a:lnTo>
                  <a:lnTo>
                    <a:pt x="2251" y="15609"/>
                  </a:lnTo>
                  <a:lnTo>
                    <a:pt x="2274" y="15561"/>
                  </a:lnTo>
                  <a:cubicBezTo>
                    <a:pt x="2286" y="15550"/>
                    <a:pt x="2298" y="15538"/>
                    <a:pt x="2310" y="15514"/>
                  </a:cubicBezTo>
                  <a:cubicBezTo>
                    <a:pt x="2310" y="15502"/>
                    <a:pt x="2322" y="15478"/>
                    <a:pt x="2334" y="15466"/>
                  </a:cubicBezTo>
                  <a:cubicBezTo>
                    <a:pt x="2334" y="15454"/>
                    <a:pt x="2346" y="15431"/>
                    <a:pt x="2346" y="15419"/>
                  </a:cubicBezTo>
                  <a:cubicBezTo>
                    <a:pt x="2358" y="15407"/>
                    <a:pt x="2358" y="15383"/>
                    <a:pt x="2370" y="15371"/>
                  </a:cubicBezTo>
                  <a:cubicBezTo>
                    <a:pt x="2370" y="15359"/>
                    <a:pt x="2382" y="15335"/>
                    <a:pt x="2382" y="15323"/>
                  </a:cubicBezTo>
                  <a:cubicBezTo>
                    <a:pt x="2393" y="15311"/>
                    <a:pt x="2393" y="15288"/>
                    <a:pt x="2393" y="15276"/>
                  </a:cubicBezTo>
                  <a:cubicBezTo>
                    <a:pt x="2405" y="15264"/>
                    <a:pt x="2405" y="15240"/>
                    <a:pt x="2405" y="15228"/>
                  </a:cubicBezTo>
                  <a:cubicBezTo>
                    <a:pt x="2417" y="15204"/>
                    <a:pt x="2417" y="15192"/>
                    <a:pt x="2417" y="15180"/>
                  </a:cubicBezTo>
                  <a:cubicBezTo>
                    <a:pt x="2429" y="15157"/>
                    <a:pt x="2417" y="15145"/>
                    <a:pt x="2417" y="15133"/>
                  </a:cubicBezTo>
                  <a:lnTo>
                    <a:pt x="2417" y="15085"/>
                  </a:lnTo>
                  <a:lnTo>
                    <a:pt x="2417" y="15026"/>
                  </a:lnTo>
                  <a:lnTo>
                    <a:pt x="2417" y="14978"/>
                  </a:lnTo>
                  <a:lnTo>
                    <a:pt x="2417" y="1214"/>
                  </a:lnTo>
                  <a:lnTo>
                    <a:pt x="2441" y="1214"/>
                  </a:lnTo>
                  <a:lnTo>
                    <a:pt x="2441" y="1167"/>
                  </a:lnTo>
                  <a:lnTo>
                    <a:pt x="2441" y="1119"/>
                  </a:lnTo>
                  <a:cubicBezTo>
                    <a:pt x="2441" y="1107"/>
                    <a:pt x="2441" y="1084"/>
                    <a:pt x="2441" y="1072"/>
                  </a:cubicBezTo>
                  <a:cubicBezTo>
                    <a:pt x="2441" y="1060"/>
                    <a:pt x="2441" y="1036"/>
                    <a:pt x="2441" y="1024"/>
                  </a:cubicBezTo>
                  <a:cubicBezTo>
                    <a:pt x="2441" y="1012"/>
                    <a:pt x="2441" y="988"/>
                    <a:pt x="2441" y="976"/>
                  </a:cubicBezTo>
                  <a:cubicBezTo>
                    <a:pt x="2441" y="964"/>
                    <a:pt x="2429" y="941"/>
                    <a:pt x="2429" y="929"/>
                  </a:cubicBezTo>
                  <a:cubicBezTo>
                    <a:pt x="2429" y="905"/>
                    <a:pt x="2429" y="893"/>
                    <a:pt x="2417" y="881"/>
                  </a:cubicBezTo>
                  <a:cubicBezTo>
                    <a:pt x="2417" y="869"/>
                    <a:pt x="2405" y="845"/>
                    <a:pt x="2405" y="833"/>
                  </a:cubicBezTo>
                  <a:cubicBezTo>
                    <a:pt x="2405" y="810"/>
                    <a:pt x="2393" y="798"/>
                    <a:pt x="2382" y="786"/>
                  </a:cubicBezTo>
                  <a:cubicBezTo>
                    <a:pt x="2382" y="762"/>
                    <a:pt x="2370" y="750"/>
                    <a:pt x="2370" y="738"/>
                  </a:cubicBezTo>
                  <a:cubicBezTo>
                    <a:pt x="2358" y="714"/>
                    <a:pt x="2346" y="703"/>
                    <a:pt x="2346" y="691"/>
                  </a:cubicBezTo>
                  <a:lnTo>
                    <a:pt x="2298" y="643"/>
                  </a:lnTo>
                  <a:cubicBezTo>
                    <a:pt x="2286" y="619"/>
                    <a:pt x="2274" y="607"/>
                    <a:pt x="2263" y="595"/>
                  </a:cubicBezTo>
                  <a:cubicBezTo>
                    <a:pt x="2251" y="572"/>
                    <a:pt x="2251" y="560"/>
                    <a:pt x="2239" y="548"/>
                  </a:cubicBezTo>
                  <a:lnTo>
                    <a:pt x="2203" y="500"/>
                  </a:lnTo>
                  <a:lnTo>
                    <a:pt x="2167" y="452"/>
                  </a:lnTo>
                  <a:lnTo>
                    <a:pt x="2120" y="393"/>
                  </a:lnTo>
                  <a:lnTo>
                    <a:pt x="2072" y="345"/>
                  </a:lnTo>
                  <a:lnTo>
                    <a:pt x="2024" y="298"/>
                  </a:lnTo>
                  <a:cubicBezTo>
                    <a:pt x="2001" y="286"/>
                    <a:pt x="1977" y="274"/>
                    <a:pt x="1965" y="250"/>
                  </a:cubicBezTo>
                  <a:lnTo>
                    <a:pt x="1893" y="202"/>
                  </a:lnTo>
                  <a:lnTo>
                    <a:pt x="1810" y="155"/>
                  </a:lnTo>
                  <a:cubicBezTo>
                    <a:pt x="1786" y="143"/>
                    <a:pt x="1751" y="119"/>
                    <a:pt x="1715" y="107"/>
                  </a:cubicBezTo>
                  <a:cubicBezTo>
                    <a:pt x="1679" y="95"/>
                    <a:pt x="1631" y="71"/>
                    <a:pt x="1596" y="60"/>
                  </a:cubicBezTo>
                  <a:cubicBezTo>
                    <a:pt x="1512" y="36"/>
                    <a:pt x="1429" y="12"/>
                    <a:pt x="1346" y="12"/>
                  </a:cubicBezTo>
                  <a:cubicBezTo>
                    <a:pt x="1298" y="0"/>
                    <a:pt x="1262" y="0"/>
                    <a:pt x="121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2"/>
            <p:cNvSpPr/>
            <p:nvPr/>
          </p:nvSpPr>
          <p:spPr>
            <a:xfrm>
              <a:off x="3688772" y="-169612"/>
              <a:ext cx="142572" cy="125041"/>
            </a:xfrm>
            <a:custGeom>
              <a:avLst/>
              <a:gdLst/>
              <a:ahLst/>
              <a:cxnLst/>
              <a:rect l="l" t="t" r="r" b="b"/>
              <a:pathLst>
                <a:path w="4359" h="3823" extrusionOk="0">
                  <a:moveTo>
                    <a:pt x="1144" y="0"/>
                  </a:moveTo>
                  <a:cubicBezTo>
                    <a:pt x="513" y="0"/>
                    <a:pt x="1" y="512"/>
                    <a:pt x="1" y="1131"/>
                  </a:cubicBezTo>
                  <a:lnTo>
                    <a:pt x="1" y="2679"/>
                  </a:lnTo>
                  <a:cubicBezTo>
                    <a:pt x="1" y="3310"/>
                    <a:pt x="513" y="3810"/>
                    <a:pt x="1144" y="3822"/>
                  </a:cubicBezTo>
                  <a:lnTo>
                    <a:pt x="3227" y="3822"/>
                  </a:lnTo>
                  <a:cubicBezTo>
                    <a:pt x="3846" y="3810"/>
                    <a:pt x="4358" y="3310"/>
                    <a:pt x="4358" y="2679"/>
                  </a:cubicBezTo>
                  <a:lnTo>
                    <a:pt x="4358" y="1131"/>
                  </a:lnTo>
                  <a:cubicBezTo>
                    <a:pt x="4358" y="512"/>
                    <a:pt x="3846" y="0"/>
                    <a:pt x="3227" y="0"/>
                  </a:cubicBezTo>
                  <a:close/>
                </a:path>
              </a:pathLst>
            </a:custGeom>
            <a:solidFill>
              <a:srgbClr val="821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2"/>
            <p:cNvSpPr/>
            <p:nvPr/>
          </p:nvSpPr>
          <p:spPr>
            <a:xfrm>
              <a:off x="3688772" y="277825"/>
              <a:ext cx="142572" cy="124648"/>
            </a:xfrm>
            <a:custGeom>
              <a:avLst/>
              <a:gdLst/>
              <a:ahLst/>
              <a:cxnLst/>
              <a:rect l="l" t="t" r="r" b="b"/>
              <a:pathLst>
                <a:path w="4359" h="3811" extrusionOk="0">
                  <a:moveTo>
                    <a:pt x="1144" y="0"/>
                  </a:moveTo>
                  <a:cubicBezTo>
                    <a:pt x="513" y="0"/>
                    <a:pt x="1" y="512"/>
                    <a:pt x="1" y="1132"/>
                  </a:cubicBezTo>
                  <a:lnTo>
                    <a:pt x="1" y="2679"/>
                  </a:lnTo>
                  <a:cubicBezTo>
                    <a:pt x="1" y="3310"/>
                    <a:pt x="513" y="3810"/>
                    <a:pt x="1144" y="3810"/>
                  </a:cubicBezTo>
                  <a:lnTo>
                    <a:pt x="3227" y="3810"/>
                  </a:lnTo>
                  <a:cubicBezTo>
                    <a:pt x="3846" y="3810"/>
                    <a:pt x="4358" y="3310"/>
                    <a:pt x="4358" y="2679"/>
                  </a:cubicBezTo>
                  <a:lnTo>
                    <a:pt x="4358" y="1132"/>
                  </a:lnTo>
                  <a:cubicBezTo>
                    <a:pt x="4358" y="512"/>
                    <a:pt x="3846" y="0"/>
                    <a:pt x="3227" y="0"/>
                  </a:cubicBezTo>
                  <a:close/>
                </a:path>
              </a:pathLst>
            </a:custGeom>
            <a:solidFill>
              <a:srgbClr val="821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2"/>
            <p:cNvSpPr/>
            <p:nvPr/>
          </p:nvSpPr>
          <p:spPr>
            <a:xfrm>
              <a:off x="3711766" y="-148189"/>
              <a:ext cx="80231" cy="529240"/>
            </a:xfrm>
            <a:custGeom>
              <a:avLst/>
              <a:gdLst/>
              <a:ahLst/>
              <a:cxnLst/>
              <a:rect l="l" t="t" r="r" b="b"/>
              <a:pathLst>
                <a:path w="2453" h="16181" extrusionOk="0">
                  <a:moveTo>
                    <a:pt x="1226" y="0"/>
                  </a:moveTo>
                  <a:cubicBezTo>
                    <a:pt x="917" y="0"/>
                    <a:pt x="631" y="107"/>
                    <a:pt x="405" y="310"/>
                  </a:cubicBezTo>
                  <a:lnTo>
                    <a:pt x="381" y="333"/>
                  </a:lnTo>
                  <a:cubicBezTo>
                    <a:pt x="357" y="369"/>
                    <a:pt x="322" y="393"/>
                    <a:pt x="286" y="429"/>
                  </a:cubicBezTo>
                  <a:cubicBezTo>
                    <a:pt x="274" y="452"/>
                    <a:pt x="250" y="476"/>
                    <a:pt x="238" y="500"/>
                  </a:cubicBezTo>
                  <a:cubicBezTo>
                    <a:pt x="214" y="524"/>
                    <a:pt x="191" y="560"/>
                    <a:pt x="179" y="595"/>
                  </a:cubicBezTo>
                  <a:cubicBezTo>
                    <a:pt x="155" y="631"/>
                    <a:pt x="131" y="655"/>
                    <a:pt x="119" y="691"/>
                  </a:cubicBezTo>
                  <a:cubicBezTo>
                    <a:pt x="107" y="726"/>
                    <a:pt x="95" y="750"/>
                    <a:pt x="83" y="786"/>
                  </a:cubicBezTo>
                  <a:cubicBezTo>
                    <a:pt x="60" y="833"/>
                    <a:pt x="48" y="869"/>
                    <a:pt x="36" y="917"/>
                  </a:cubicBezTo>
                  <a:cubicBezTo>
                    <a:pt x="36" y="941"/>
                    <a:pt x="24" y="964"/>
                    <a:pt x="12" y="1000"/>
                  </a:cubicBezTo>
                  <a:cubicBezTo>
                    <a:pt x="0" y="1072"/>
                    <a:pt x="0" y="1143"/>
                    <a:pt x="0" y="1226"/>
                  </a:cubicBezTo>
                  <a:lnTo>
                    <a:pt x="0" y="14954"/>
                  </a:lnTo>
                  <a:cubicBezTo>
                    <a:pt x="0" y="15633"/>
                    <a:pt x="548" y="16181"/>
                    <a:pt x="1215" y="16181"/>
                  </a:cubicBezTo>
                  <a:lnTo>
                    <a:pt x="1226" y="16181"/>
                  </a:lnTo>
                  <a:cubicBezTo>
                    <a:pt x="1310" y="16181"/>
                    <a:pt x="1393" y="16169"/>
                    <a:pt x="1476" y="16157"/>
                  </a:cubicBezTo>
                  <a:lnTo>
                    <a:pt x="1512" y="16145"/>
                  </a:lnTo>
                  <a:cubicBezTo>
                    <a:pt x="1584" y="16121"/>
                    <a:pt x="1655" y="16097"/>
                    <a:pt x="1715" y="16073"/>
                  </a:cubicBezTo>
                  <a:lnTo>
                    <a:pt x="1738" y="16073"/>
                  </a:lnTo>
                  <a:cubicBezTo>
                    <a:pt x="1881" y="16002"/>
                    <a:pt x="2012" y="15907"/>
                    <a:pt x="2119" y="15788"/>
                  </a:cubicBezTo>
                  <a:cubicBezTo>
                    <a:pt x="2334" y="15561"/>
                    <a:pt x="2441" y="15276"/>
                    <a:pt x="2453" y="14966"/>
                  </a:cubicBezTo>
                  <a:lnTo>
                    <a:pt x="2453" y="1226"/>
                  </a:lnTo>
                  <a:cubicBezTo>
                    <a:pt x="2453" y="548"/>
                    <a:pt x="1905" y="0"/>
                    <a:pt x="1226" y="0"/>
                  </a:cubicBezTo>
                  <a:close/>
                </a:path>
              </a:pathLst>
            </a:custGeom>
            <a:solidFill>
              <a:srgbClr val="272425">
                <a:alpha val="200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2"/>
            <p:cNvSpPr/>
            <p:nvPr/>
          </p:nvSpPr>
          <p:spPr>
            <a:xfrm>
              <a:off x="3723442" y="-148189"/>
              <a:ext cx="79087" cy="529240"/>
            </a:xfrm>
            <a:custGeom>
              <a:avLst/>
              <a:gdLst/>
              <a:ahLst/>
              <a:cxnLst/>
              <a:rect l="l" t="t" r="r" b="b"/>
              <a:pathLst>
                <a:path w="2418" h="16181" extrusionOk="0">
                  <a:moveTo>
                    <a:pt x="1131" y="0"/>
                  </a:moveTo>
                  <a:cubicBezTo>
                    <a:pt x="1048" y="0"/>
                    <a:pt x="965" y="24"/>
                    <a:pt x="881" y="48"/>
                  </a:cubicBezTo>
                  <a:cubicBezTo>
                    <a:pt x="834" y="60"/>
                    <a:pt x="786" y="71"/>
                    <a:pt x="738" y="83"/>
                  </a:cubicBezTo>
                  <a:cubicBezTo>
                    <a:pt x="715" y="107"/>
                    <a:pt x="679" y="119"/>
                    <a:pt x="643" y="131"/>
                  </a:cubicBezTo>
                  <a:cubicBezTo>
                    <a:pt x="608" y="155"/>
                    <a:pt x="596" y="167"/>
                    <a:pt x="572" y="179"/>
                  </a:cubicBezTo>
                  <a:cubicBezTo>
                    <a:pt x="536" y="202"/>
                    <a:pt x="524" y="214"/>
                    <a:pt x="500" y="226"/>
                  </a:cubicBezTo>
                  <a:cubicBezTo>
                    <a:pt x="477" y="238"/>
                    <a:pt x="453" y="262"/>
                    <a:pt x="429" y="274"/>
                  </a:cubicBezTo>
                  <a:lnTo>
                    <a:pt x="381" y="322"/>
                  </a:lnTo>
                  <a:lnTo>
                    <a:pt x="334" y="369"/>
                  </a:lnTo>
                  <a:cubicBezTo>
                    <a:pt x="322" y="381"/>
                    <a:pt x="298" y="393"/>
                    <a:pt x="286" y="417"/>
                  </a:cubicBezTo>
                  <a:lnTo>
                    <a:pt x="250" y="464"/>
                  </a:lnTo>
                  <a:lnTo>
                    <a:pt x="215" y="512"/>
                  </a:lnTo>
                  <a:lnTo>
                    <a:pt x="179" y="560"/>
                  </a:lnTo>
                  <a:cubicBezTo>
                    <a:pt x="179" y="572"/>
                    <a:pt x="167" y="583"/>
                    <a:pt x="155" y="607"/>
                  </a:cubicBezTo>
                  <a:cubicBezTo>
                    <a:pt x="143" y="619"/>
                    <a:pt x="131" y="631"/>
                    <a:pt x="131" y="655"/>
                  </a:cubicBezTo>
                  <a:cubicBezTo>
                    <a:pt x="119" y="667"/>
                    <a:pt x="119" y="679"/>
                    <a:pt x="107" y="703"/>
                  </a:cubicBezTo>
                  <a:lnTo>
                    <a:pt x="84" y="750"/>
                  </a:lnTo>
                  <a:cubicBezTo>
                    <a:pt x="84" y="762"/>
                    <a:pt x="72" y="774"/>
                    <a:pt x="72" y="786"/>
                  </a:cubicBezTo>
                  <a:lnTo>
                    <a:pt x="48" y="833"/>
                  </a:lnTo>
                  <a:lnTo>
                    <a:pt x="36" y="881"/>
                  </a:lnTo>
                  <a:lnTo>
                    <a:pt x="24" y="929"/>
                  </a:lnTo>
                  <a:cubicBezTo>
                    <a:pt x="24" y="953"/>
                    <a:pt x="12" y="964"/>
                    <a:pt x="12" y="976"/>
                  </a:cubicBezTo>
                  <a:cubicBezTo>
                    <a:pt x="12" y="1000"/>
                    <a:pt x="12" y="1012"/>
                    <a:pt x="12" y="1024"/>
                  </a:cubicBezTo>
                  <a:cubicBezTo>
                    <a:pt x="12" y="1048"/>
                    <a:pt x="12" y="1060"/>
                    <a:pt x="0" y="1072"/>
                  </a:cubicBezTo>
                  <a:lnTo>
                    <a:pt x="0" y="1119"/>
                  </a:lnTo>
                  <a:lnTo>
                    <a:pt x="0" y="1167"/>
                  </a:lnTo>
                  <a:lnTo>
                    <a:pt x="0" y="1214"/>
                  </a:lnTo>
                  <a:lnTo>
                    <a:pt x="0" y="14954"/>
                  </a:lnTo>
                  <a:lnTo>
                    <a:pt x="0" y="14990"/>
                  </a:lnTo>
                  <a:lnTo>
                    <a:pt x="0" y="15050"/>
                  </a:lnTo>
                  <a:lnTo>
                    <a:pt x="0" y="15097"/>
                  </a:lnTo>
                  <a:cubicBezTo>
                    <a:pt x="0" y="15109"/>
                    <a:pt x="0" y="15121"/>
                    <a:pt x="12" y="15145"/>
                  </a:cubicBezTo>
                  <a:cubicBezTo>
                    <a:pt x="12" y="15157"/>
                    <a:pt x="12" y="15169"/>
                    <a:pt x="12" y="15192"/>
                  </a:cubicBezTo>
                  <a:cubicBezTo>
                    <a:pt x="12" y="15204"/>
                    <a:pt x="12" y="15216"/>
                    <a:pt x="24" y="15240"/>
                  </a:cubicBezTo>
                  <a:cubicBezTo>
                    <a:pt x="36" y="15252"/>
                    <a:pt x="24" y="15276"/>
                    <a:pt x="36" y="15288"/>
                  </a:cubicBezTo>
                  <a:cubicBezTo>
                    <a:pt x="48" y="15300"/>
                    <a:pt x="48" y="15323"/>
                    <a:pt x="48" y="15335"/>
                  </a:cubicBezTo>
                  <a:cubicBezTo>
                    <a:pt x="60" y="15347"/>
                    <a:pt x="60" y="15371"/>
                    <a:pt x="72" y="15383"/>
                  </a:cubicBezTo>
                  <a:cubicBezTo>
                    <a:pt x="72" y="15407"/>
                    <a:pt x="84" y="15419"/>
                    <a:pt x="84" y="15431"/>
                  </a:cubicBezTo>
                  <a:cubicBezTo>
                    <a:pt x="96" y="15454"/>
                    <a:pt x="96" y="15466"/>
                    <a:pt x="107" y="15478"/>
                  </a:cubicBezTo>
                  <a:lnTo>
                    <a:pt x="131" y="15526"/>
                  </a:lnTo>
                  <a:lnTo>
                    <a:pt x="167" y="15585"/>
                  </a:lnTo>
                  <a:cubicBezTo>
                    <a:pt x="167" y="15597"/>
                    <a:pt x="179" y="15609"/>
                    <a:pt x="191" y="15633"/>
                  </a:cubicBezTo>
                  <a:cubicBezTo>
                    <a:pt x="203" y="15645"/>
                    <a:pt x="215" y="15669"/>
                    <a:pt x="227" y="15681"/>
                  </a:cubicBezTo>
                  <a:lnTo>
                    <a:pt x="262" y="15728"/>
                  </a:lnTo>
                  <a:lnTo>
                    <a:pt x="310" y="15776"/>
                  </a:lnTo>
                  <a:lnTo>
                    <a:pt x="357" y="15823"/>
                  </a:lnTo>
                  <a:lnTo>
                    <a:pt x="405" y="15871"/>
                  </a:lnTo>
                  <a:cubicBezTo>
                    <a:pt x="429" y="15895"/>
                    <a:pt x="453" y="15907"/>
                    <a:pt x="465" y="15931"/>
                  </a:cubicBezTo>
                  <a:lnTo>
                    <a:pt x="536" y="15978"/>
                  </a:lnTo>
                  <a:cubicBezTo>
                    <a:pt x="596" y="16014"/>
                    <a:pt x="655" y="16050"/>
                    <a:pt x="715" y="16073"/>
                  </a:cubicBezTo>
                  <a:cubicBezTo>
                    <a:pt x="762" y="16097"/>
                    <a:pt x="810" y="16109"/>
                    <a:pt x="846" y="16121"/>
                  </a:cubicBezTo>
                  <a:cubicBezTo>
                    <a:pt x="965" y="16157"/>
                    <a:pt x="1084" y="16181"/>
                    <a:pt x="1203" y="16181"/>
                  </a:cubicBezTo>
                  <a:lnTo>
                    <a:pt x="1215" y="16181"/>
                  </a:lnTo>
                  <a:cubicBezTo>
                    <a:pt x="1322" y="16181"/>
                    <a:pt x="1429" y="16169"/>
                    <a:pt x="1536" y="16133"/>
                  </a:cubicBezTo>
                  <a:cubicBezTo>
                    <a:pt x="1584" y="16121"/>
                    <a:pt x="1631" y="16109"/>
                    <a:pt x="1679" y="16085"/>
                  </a:cubicBezTo>
                  <a:cubicBezTo>
                    <a:pt x="1715" y="16073"/>
                    <a:pt x="1739" y="16062"/>
                    <a:pt x="1774" y="16038"/>
                  </a:cubicBezTo>
                  <a:lnTo>
                    <a:pt x="1858" y="15990"/>
                  </a:lnTo>
                  <a:lnTo>
                    <a:pt x="1929" y="15942"/>
                  </a:lnTo>
                  <a:cubicBezTo>
                    <a:pt x="1953" y="15931"/>
                    <a:pt x="1977" y="15919"/>
                    <a:pt x="1989" y="15907"/>
                  </a:cubicBezTo>
                  <a:lnTo>
                    <a:pt x="2048" y="15859"/>
                  </a:lnTo>
                  <a:lnTo>
                    <a:pt x="2096" y="15812"/>
                  </a:lnTo>
                  <a:lnTo>
                    <a:pt x="2143" y="15752"/>
                  </a:lnTo>
                  <a:cubicBezTo>
                    <a:pt x="2155" y="15740"/>
                    <a:pt x="2167" y="15728"/>
                    <a:pt x="2179" y="15704"/>
                  </a:cubicBezTo>
                  <a:cubicBezTo>
                    <a:pt x="2191" y="15692"/>
                    <a:pt x="2203" y="15681"/>
                    <a:pt x="2215" y="15657"/>
                  </a:cubicBezTo>
                  <a:cubicBezTo>
                    <a:pt x="2227" y="15645"/>
                    <a:pt x="2239" y="15633"/>
                    <a:pt x="2251" y="15609"/>
                  </a:cubicBezTo>
                  <a:lnTo>
                    <a:pt x="2274" y="15561"/>
                  </a:lnTo>
                  <a:lnTo>
                    <a:pt x="2298" y="15514"/>
                  </a:lnTo>
                  <a:cubicBezTo>
                    <a:pt x="2310" y="15502"/>
                    <a:pt x="2322" y="15478"/>
                    <a:pt x="2322" y="15466"/>
                  </a:cubicBezTo>
                  <a:cubicBezTo>
                    <a:pt x="2334" y="15454"/>
                    <a:pt x="2334" y="15431"/>
                    <a:pt x="2346" y="15419"/>
                  </a:cubicBezTo>
                  <a:cubicBezTo>
                    <a:pt x="2346" y="15407"/>
                    <a:pt x="2358" y="15383"/>
                    <a:pt x="2358" y="15371"/>
                  </a:cubicBezTo>
                  <a:cubicBezTo>
                    <a:pt x="2358" y="15359"/>
                    <a:pt x="2382" y="15335"/>
                    <a:pt x="2382" y="15323"/>
                  </a:cubicBezTo>
                  <a:cubicBezTo>
                    <a:pt x="2382" y="15311"/>
                    <a:pt x="2393" y="15288"/>
                    <a:pt x="2393" y="15276"/>
                  </a:cubicBezTo>
                  <a:lnTo>
                    <a:pt x="2405" y="15228"/>
                  </a:lnTo>
                  <a:lnTo>
                    <a:pt x="2417" y="15180"/>
                  </a:lnTo>
                  <a:cubicBezTo>
                    <a:pt x="2417" y="15157"/>
                    <a:pt x="2417" y="15145"/>
                    <a:pt x="2417" y="15133"/>
                  </a:cubicBezTo>
                  <a:lnTo>
                    <a:pt x="2417" y="15085"/>
                  </a:lnTo>
                  <a:lnTo>
                    <a:pt x="2417" y="15026"/>
                  </a:lnTo>
                  <a:lnTo>
                    <a:pt x="2417" y="14978"/>
                  </a:lnTo>
                  <a:lnTo>
                    <a:pt x="2417" y="14954"/>
                  </a:lnTo>
                  <a:lnTo>
                    <a:pt x="2417" y="1214"/>
                  </a:lnTo>
                  <a:lnTo>
                    <a:pt x="2417" y="1167"/>
                  </a:lnTo>
                  <a:lnTo>
                    <a:pt x="2417" y="1119"/>
                  </a:lnTo>
                  <a:lnTo>
                    <a:pt x="2417" y="1072"/>
                  </a:lnTo>
                  <a:cubicBezTo>
                    <a:pt x="2417" y="1060"/>
                    <a:pt x="2417" y="1036"/>
                    <a:pt x="2405" y="1024"/>
                  </a:cubicBezTo>
                  <a:lnTo>
                    <a:pt x="2405" y="976"/>
                  </a:lnTo>
                  <a:cubicBezTo>
                    <a:pt x="2405" y="964"/>
                    <a:pt x="2405" y="941"/>
                    <a:pt x="2393" y="929"/>
                  </a:cubicBezTo>
                  <a:cubicBezTo>
                    <a:pt x="2393" y="917"/>
                    <a:pt x="2393" y="893"/>
                    <a:pt x="2382" y="881"/>
                  </a:cubicBezTo>
                  <a:cubicBezTo>
                    <a:pt x="2382" y="869"/>
                    <a:pt x="2370" y="845"/>
                    <a:pt x="2370" y="833"/>
                  </a:cubicBezTo>
                  <a:lnTo>
                    <a:pt x="2346" y="786"/>
                  </a:lnTo>
                  <a:lnTo>
                    <a:pt x="2334" y="738"/>
                  </a:lnTo>
                  <a:cubicBezTo>
                    <a:pt x="2322" y="714"/>
                    <a:pt x="2310" y="703"/>
                    <a:pt x="2310" y="691"/>
                  </a:cubicBezTo>
                  <a:cubicBezTo>
                    <a:pt x="2298" y="667"/>
                    <a:pt x="2298" y="655"/>
                    <a:pt x="2286" y="643"/>
                  </a:cubicBezTo>
                  <a:lnTo>
                    <a:pt x="2251" y="595"/>
                  </a:lnTo>
                  <a:lnTo>
                    <a:pt x="2227" y="548"/>
                  </a:lnTo>
                  <a:cubicBezTo>
                    <a:pt x="2215" y="524"/>
                    <a:pt x="2203" y="512"/>
                    <a:pt x="2191" y="500"/>
                  </a:cubicBezTo>
                  <a:cubicBezTo>
                    <a:pt x="2179" y="476"/>
                    <a:pt x="2167" y="464"/>
                    <a:pt x="2155" y="452"/>
                  </a:cubicBezTo>
                  <a:lnTo>
                    <a:pt x="2108" y="393"/>
                  </a:lnTo>
                  <a:lnTo>
                    <a:pt x="2072" y="345"/>
                  </a:lnTo>
                  <a:lnTo>
                    <a:pt x="2012" y="298"/>
                  </a:lnTo>
                  <a:cubicBezTo>
                    <a:pt x="2001" y="286"/>
                    <a:pt x="1977" y="274"/>
                    <a:pt x="1953" y="250"/>
                  </a:cubicBezTo>
                  <a:lnTo>
                    <a:pt x="1893" y="202"/>
                  </a:lnTo>
                  <a:lnTo>
                    <a:pt x="1810" y="155"/>
                  </a:lnTo>
                  <a:cubicBezTo>
                    <a:pt x="1774" y="143"/>
                    <a:pt x="1739" y="119"/>
                    <a:pt x="1715" y="107"/>
                  </a:cubicBezTo>
                  <a:cubicBezTo>
                    <a:pt x="1667" y="95"/>
                    <a:pt x="1631" y="71"/>
                    <a:pt x="1584" y="60"/>
                  </a:cubicBezTo>
                  <a:cubicBezTo>
                    <a:pt x="1500" y="36"/>
                    <a:pt x="1417" y="12"/>
                    <a:pt x="1346" y="12"/>
                  </a:cubicBezTo>
                  <a:cubicBezTo>
                    <a:pt x="1298" y="0"/>
                    <a:pt x="1250" y="0"/>
                    <a:pt x="121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2"/>
            <p:cNvSpPr/>
            <p:nvPr/>
          </p:nvSpPr>
          <p:spPr>
            <a:xfrm>
              <a:off x="5312662" y="-169612"/>
              <a:ext cx="142572" cy="125041"/>
            </a:xfrm>
            <a:custGeom>
              <a:avLst/>
              <a:gdLst/>
              <a:ahLst/>
              <a:cxnLst/>
              <a:rect l="l" t="t" r="r" b="b"/>
              <a:pathLst>
                <a:path w="4359" h="3823" extrusionOk="0">
                  <a:moveTo>
                    <a:pt x="1132" y="0"/>
                  </a:moveTo>
                  <a:cubicBezTo>
                    <a:pt x="501" y="0"/>
                    <a:pt x="1" y="500"/>
                    <a:pt x="1" y="1131"/>
                  </a:cubicBezTo>
                  <a:lnTo>
                    <a:pt x="1" y="2679"/>
                  </a:lnTo>
                  <a:cubicBezTo>
                    <a:pt x="1" y="3310"/>
                    <a:pt x="501" y="3822"/>
                    <a:pt x="1132" y="3822"/>
                  </a:cubicBezTo>
                  <a:lnTo>
                    <a:pt x="3227" y="3822"/>
                  </a:lnTo>
                  <a:cubicBezTo>
                    <a:pt x="3846" y="3822"/>
                    <a:pt x="4358" y="3310"/>
                    <a:pt x="4358" y="2679"/>
                  </a:cubicBezTo>
                  <a:lnTo>
                    <a:pt x="4358" y="1131"/>
                  </a:lnTo>
                  <a:cubicBezTo>
                    <a:pt x="4358" y="500"/>
                    <a:pt x="3846" y="0"/>
                    <a:pt x="3227" y="0"/>
                  </a:cubicBezTo>
                  <a:close/>
                </a:path>
              </a:pathLst>
            </a:custGeom>
            <a:solidFill>
              <a:srgbClr val="821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0;p2"/>
            <p:cNvSpPr/>
            <p:nvPr/>
          </p:nvSpPr>
          <p:spPr>
            <a:xfrm>
              <a:off x="5312662" y="277825"/>
              <a:ext cx="142572" cy="124648"/>
            </a:xfrm>
            <a:custGeom>
              <a:avLst/>
              <a:gdLst/>
              <a:ahLst/>
              <a:cxnLst/>
              <a:rect l="l" t="t" r="r" b="b"/>
              <a:pathLst>
                <a:path w="4359" h="3811" extrusionOk="0">
                  <a:moveTo>
                    <a:pt x="1144" y="0"/>
                  </a:moveTo>
                  <a:cubicBezTo>
                    <a:pt x="513" y="0"/>
                    <a:pt x="1" y="512"/>
                    <a:pt x="1" y="1132"/>
                  </a:cubicBezTo>
                  <a:lnTo>
                    <a:pt x="1" y="2679"/>
                  </a:lnTo>
                  <a:cubicBezTo>
                    <a:pt x="1" y="3310"/>
                    <a:pt x="513" y="3810"/>
                    <a:pt x="1144" y="3810"/>
                  </a:cubicBezTo>
                  <a:lnTo>
                    <a:pt x="3227" y="3810"/>
                  </a:lnTo>
                  <a:cubicBezTo>
                    <a:pt x="3846" y="3810"/>
                    <a:pt x="4358" y="3310"/>
                    <a:pt x="4358" y="2679"/>
                  </a:cubicBezTo>
                  <a:lnTo>
                    <a:pt x="4358" y="1132"/>
                  </a:lnTo>
                  <a:cubicBezTo>
                    <a:pt x="4358" y="512"/>
                    <a:pt x="3846" y="0"/>
                    <a:pt x="3227" y="0"/>
                  </a:cubicBezTo>
                  <a:close/>
                </a:path>
              </a:pathLst>
            </a:custGeom>
            <a:solidFill>
              <a:srgbClr val="821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2"/>
            <p:cNvSpPr/>
            <p:nvPr/>
          </p:nvSpPr>
          <p:spPr>
            <a:xfrm>
              <a:off x="5335655" y="-148189"/>
              <a:ext cx="79839" cy="529240"/>
            </a:xfrm>
            <a:custGeom>
              <a:avLst/>
              <a:gdLst/>
              <a:ahLst/>
              <a:cxnLst/>
              <a:rect l="l" t="t" r="r" b="b"/>
              <a:pathLst>
                <a:path w="2441" h="16181" extrusionOk="0">
                  <a:moveTo>
                    <a:pt x="1215" y="0"/>
                  </a:moveTo>
                  <a:cubicBezTo>
                    <a:pt x="917" y="0"/>
                    <a:pt x="631" y="119"/>
                    <a:pt x="405" y="310"/>
                  </a:cubicBezTo>
                  <a:lnTo>
                    <a:pt x="393" y="333"/>
                  </a:lnTo>
                  <a:cubicBezTo>
                    <a:pt x="357" y="369"/>
                    <a:pt x="322" y="393"/>
                    <a:pt x="298" y="429"/>
                  </a:cubicBezTo>
                  <a:cubicBezTo>
                    <a:pt x="274" y="452"/>
                    <a:pt x="262" y="476"/>
                    <a:pt x="238" y="500"/>
                  </a:cubicBezTo>
                  <a:cubicBezTo>
                    <a:pt x="214" y="524"/>
                    <a:pt x="191" y="560"/>
                    <a:pt x="179" y="595"/>
                  </a:cubicBezTo>
                  <a:cubicBezTo>
                    <a:pt x="155" y="631"/>
                    <a:pt x="143" y="655"/>
                    <a:pt x="119" y="691"/>
                  </a:cubicBezTo>
                  <a:cubicBezTo>
                    <a:pt x="107" y="726"/>
                    <a:pt x="95" y="750"/>
                    <a:pt x="84" y="786"/>
                  </a:cubicBezTo>
                  <a:cubicBezTo>
                    <a:pt x="72" y="833"/>
                    <a:pt x="48" y="869"/>
                    <a:pt x="36" y="917"/>
                  </a:cubicBezTo>
                  <a:cubicBezTo>
                    <a:pt x="36" y="941"/>
                    <a:pt x="24" y="964"/>
                    <a:pt x="24" y="1000"/>
                  </a:cubicBezTo>
                  <a:cubicBezTo>
                    <a:pt x="0" y="1072"/>
                    <a:pt x="0" y="1143"/>
                    <a:pt x="0" y="1226"/>
                  </a:cubicBezTo>
                  <a:lnTo>
                    <a:pt x="0" y="14954"/>
                  </a:lnTo>
                  <a:cubicBezTo>
                    <a:pt x="0" y="15633"/>
                    <a:pt x="548" y="16181"/>
                    <a:pt x="1215" y="16181"/>
                  </a:cubicBezTo>
                  <a:lnTo>
                    <a:pt x="1227" y="16181"/>
                  </a:lnTo>
                  <a:cubicBezTo>
                    <a:pt x="1310" y="16181"/>
                    <a:pt x="1393" y="16169"/>
                    <a:pt x="1477" y="16157"/>
                  </a:cubicBezTo>
                  <a:lnTo>
                    <a:pt x="1512" y="16145"/>
                  </a:lnTo>
                  <a:cubicBezTo>
                    <a:pt x="1584" y="16121"/>
                    <a:pt x="1655" y="16097"/>
                    <a:pt x="1715" y="16073"/>
                  </a:cubicBezTo>
                  <a:lnTo>
                    <a:pt x="1727" y="16073"/>
                  </a:lnTo>
                  <a:cubicBezTo>
                    <a:pt x="1881" y="16002"/>
                    <a:pt x="2012" y="15907"/>
                    <a:pt x="2119" y="15788"/>
                  </a:cubicBezTo>
                  <a:cubicBezTo>
                    <a:pt x="2322" y="15561"/>
                    <a:pt x="2441" y="15276"/>
                    <a:pt x="2441" y="14966"/>
                  </a:cubicBezTo>
                  <a:lnTo>
                    <a:pt x="2441" y="1226"/>
                  </a:lnTo>
                  <a:cubicBezTo>
                    <a:pt x="2441" y="548"/>
                    <a:pt x="1893" y="0"/>
                    <a:pt x="1215" y="0"/>
                  </a:cubicBezTo>
                  <a:close/>
                </a:path>
              </a:pathLst>
            </a:custGeom>
            <a:solidFill>
              <a:srgbClr val="272425">
                <a:alpha val="200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p2"/>
            <p:cNvSpPr/>
            <p:nvPr/>
          </p:nvSpPr>
          <p:spPr>
            <a:xfrm>
              <a:off x="5346939" y="-148189"/>
              <a:ext cx="79872" cy="529240"/>
            </a:xfrm>
            <a:custGeom>
              <a:avLst/>
              <a:gdLst/>
              <a:ahLst/>
              <a:cxnLst/>
              <a:rect l="l" t="t" r="r" b="b"/>
              <a:pathLst>
                <a:path w="2442" h="16181" extrusionOk="0">
                  <a:moveTo>
                    <a:pt x="1143" y="0"/>
                  </a:moveTo>
                  <a:cubicBezTo>
                    <a:pt x="1060" y="0"/>
                    <a:pt x="965" y="24"/>
                    <a:pt x="882" y="48"/>
                  </a:cubicBezTo>
                  <a:cubicBezTo>
                    <a:pt x="846" y="60"/>
                    <a:pt x="798" y="71"/>
                    <a:pt x="751" y="83"/>
                  </a:cubicBezTo>
                  <a:cubicBezTo>
                    <a:pt x="715" y="107"/>
                    <a:pt x="691" y="119"/>
                    <a:pt x="655" y="131"/>
                  </a:cubicBezTo>
                  <a:cubicBezTo>
                    <a:pt x="620" y="155"/>
                    <a:pt x="596" y="167"/>
                    <a:pt x="572" y="179"/>
                  </a:cubicBezTo>
                  <a:cubicBezTo>
                    <a:pt x="548" y="202"/>
                    <a:pt x="524" y="214"/>
                    <a:pt x="501" y="226"/>
                  </a:cubicBezTo>
                  <a:lnTo>
                    <a:pt x="441" y="274"/>
                  </a:lnTo>
                  <a:lnTo>
                    <a:pt x="393" y="322"/>
                  </a:lnTo>
                  <a:cubicBezTo>
                    <a:pt x="370" y="333"/>
                    <a:pt x="358" y="357"/>
                    <a:pt x="346" y="369"/>
                  </a:cubicBezTo>
                  <a:cubicBezTo>
                    <a:pt x="334" y="381"/>
                    <a:pt x="310" y="393"/>
                    <a:pt x="298" y="417"/>
                  </a:cubicBezTo>
                  <a:cubicBezTo>
                    <a:pt x="286" y="429"/>
                    <a:pt x="274" y="441"/>
                    <a:pt x="262" y="464"/>
                  </a:cubicBezTo>
                  <a:lnTo>
                    <a:pt x="227" y="512"/>
                  </a:lnTo>
                  <a:lnTo>
                    <a:pt x="191" y="560"/>
                  </a:lnTo>
                  <a:lnTo>
                    <a:pt x="167" y="607"/>
                  </a:lnTo>
                  <a:lnTo>
                    <a:pt x="131" y="655"/>
                  </a:lnTo>
                  <a:lnTo>
                    <a:pt x="120" y="703"/>
                  </a:lnTo>
                  <a:cubicBezTo>
                    <a:pt x="120" y="714"/>
                    <a:pt x="96" y="726"/>
                    <a:pt x="96" y="750"/>
                  </a:cubicBezTo>
                  <a:cubicBezTo>
                    <a:pt x="84" y="762"/>
                    <a:pt x="84" y="774"/>
                    <a:pt x="72" y="786"/>
                  </a:cubicBezTo>
                  <a:lnTo>
                    <a:pt x="60" y="833"/>
                  </a:lnTo>
                  <a:lnTo>
                    <a:pt x="48" y="881"/>
                  </a:lnTo>
                  <a:cubicBezTo>
                    <a:pt x="48" y="905"/>
                    <a:pt x="36" y="917"/>
                    <a:pt x="36" y="929"/>
                  </a:cubicBezTo>
                  <a:cubicBezTo>
                    <a:pt x="24" y="953"/>
                    <a:pt x="24" y="964"/>
                    <a:pt x="24" y="976"/>
                  </a:cubicBezTo>
                  <a:lnTo>
                    <a:pt x="24" y="1024"/>
                  </a:lnTo>
                  <a:cubicBezTo>
                    <a:pt x="24" y="1048"/>
                    <a:pt x="24" y="1060"/>
                    <a:pt x="12" y="1072"/>
                  </a:cubicBezTo>
                  <a:cubicBezTo>
                    <a:pt x="0" y="1095"/>
                    <a:pt x="12" y="1107"/>
                    <a:pt x="12" y="1119"/>
                  </a:cubicBezTo>
                  <a:lnTo>
                    <a:pt x="12" y="1167"/>
                  </a:lnTo>
                  <a:lnTo>
                    <a:pt x="12" y="1214"/>
                  </a:lnTo>
                  <a:lnTo>
                    <a:pt x="12" y="14954"/>
                  </a:lnTo>
                  <a:cubicBezTo>
                    <a:pt x="12" y="14966"/>
                    <a:pt x="12" y="14978"/>
                    <a:pt x="12" y="14990"/>
                  </a:cubicBezTo>
                  <a:lnTo>
                    <a:pt x="12" y="15050"/>
                  </a:lnTo>
                  <a:cubicBezTo>
                    <a:pt x="12" y="15061"/>
                    <a:pt x="12" y="15073"/>
                    <a:pt x="12" y="15097"/>
                  </a:cubicBezTo>
                  <a:cubicBezTo>
                    <a:pt x="12" y="15109"/>
                    <a:pt x="12" y="15121"/>
                    <a:pt x="24" y="15145"/>
                  </a:cubicBezTo>
                  <a:cubicBezTo>
                    <a:pt x="24" y="15157"/>
                    <a:pt x="24" y="15169"/>
                    <a:pt x="24" y="15192"/>
                  </a:cubicBezTo>
                  <a:cubicBezTo>
                    <a:pt x="24" y="15204"/>
                    <a:pt x="24" y="15216"/>
                    <a:pt x="36" y="15240"/>
                  </a:cubicBezTo>
                  <a:cubicBezTo>
                    <a:pt x="36" y="15252"/>
                    <a:pt x="36" y="15276"/>
                    <a:pt x="48" y="15288"/>
                  </a:cubicBezTo>
                  <a:cubicBezTo>
                    <a:pt x="60" y="15300"/>
                    <a:pt x="48" y="15323"/>
                    <a:pt x="60" y="15335"/>
                  </a:cubicBezTo>
                  <a:lnTo>
                    <a:pt x="72" y="15383"/>
                  </a:lnTo>
                  <a:lnTo>
                    <a:pt x="96" y="15431"/>
                  </a:lnTo>
                  <a:cubicBezTo>
                    <a:pt x="96" y="15454"/>
                    <a:pt x="108" y="15466"/>
                    <a:pt x="120" y="15478"/>
                  </a:cubicBezTo>
                  <a:cubicBezTo>
                    <a:pt x="120" y="15502"/>
                    <a:pt x="131" y="15514"/>
                    <a:pt x="143" y="15526"/>
                  </a:cubicBezTo>
                  <a:cubicBezTo>
                    <a:pt x="143" y="15550"/>
                    <a:pt x="155" y="15561"/>
                    <a:pt x="167" y="15585"/>
                  </a:cubicBezTo>
                  <a:cubicBezTo>
                    <a:pt x="179" y="15597"/>
                    <a:pt x="191" y="15609"/>
                    <a:pt x="203" y="15633"/>
                  </a:cubicBezTo>
                  <a:cubicBezTo>
                    <a:pt x="203" y="15645"/>
                    <a:pt x="227" y="15657"/>
                    <a:pt x="239" y="15681"/>
                  </a:cubicBezTo>
                  <a:cubicBezTo>
                    <a:pt x="250" y="15692"/>
                    <a:pt x="262" y="15716"/>
                    <a:pt x="274" y="15728"/>
                  </a:cubicBezTo>
                  <a:cubicBezTo>
                    <a:pt x="286" y="15740"/>
                    <a:pt x="298" y="15764"/>
                    <a:pt x="310" y="15776"/>
                  </a:cubicBezTo>
                  <a:lnTo>
                    <a:pt x="358" y="15823"/>
                  </a:lnTo>
                  <a:lnTo>
                    <a:pt x="417" y="15871"/>
                  </a:lnTo>
                  <a:cubicBezTo>
                    <a:pt x="429" y="15895"/>
                    <a:pt x="453" y="15907"/>
                    <a:pt x="477" y="15931"/>
                  </a:cubicBezTo>
                  <a:lnTo>
                    <a:pt x="536" y="15978"/>
                  </a:lnTo>
                  <a:cubicBezTo>
                    <a:pt x="572" y="15990"/>
                    <a:pt x="596" y="16014"/>
                    <a:pt x="620" y="16026"/>
                  </a:cubicBezTo>
                  <a:cubicBezTo>
                    <a:pt x="655" y="16050"/>
                    <a:pt x="691" y="16062"/>
                    <a:pt x="727" y="16073"/>
                  </a:cubicBezTo>
                  <a:cubicBezTo>
                    <a:pt x="774" y="16097"/>
                    <a:pt x="810" y="16109"/>
                    <a:pt x="858" y="16121"/>
                  </a:cubicBezTo>
                  <a:cubicBezTo>
                    <a:pt x="977" y="16157"/>
                    <a:pt x="1096" y="16181"/>
                    <a:pt x="1215" y="16181"/>
                  </a:cubicBezTo>
                  <a:lnTo>
                    <a:pt x="1227" y="16181"/>
                  </a:lnTo>
                  <a:cubicBezTo>
                    <a:pt x="1334" y="16181"/>
                    <a:pt x="1441" y="16169"/>
                    <a:pt x="1548" y="16133"/>
                  </a:cubicBezTo>
                  <a:cubicBezTo>
                    <a:pt x="1584" y="16121"/>
                    <a:pt x="1632" y="16109"/>
                    <a:pt x="1679" y="16085"/>
                  </a:cubicBezTo>
                  <a:cubicBezTo>
                    <a:pt x="1715" y="16073"/>
                    <a:pt x="1751" y="16062"/>
                    <a:pt x="1786" y="16038"/>
                  </a:cubicBezTo>
                  <a:cubicBezTo>
                    <a:pt x="1822" y="16026"/>
                    <a:pt x="1834" y="16014"/>
                    <a:pt x="1870" y="15990"/>
                  </a:cubicBezTo>
                  <a:lnTo>
                    <a:pt x="1941" y="15942"/>
                  </a:lnTo>
                  <a:cubicBezTo>
                    <a:pt x="1953" y="15931"/>
                    <a:pt x="1977" y="15919"/>
                    <a:pt x="2001" y="15907"/>
                  </a:cubicBezTo>
                  <a:cubicBezTo>
                    <a:pt x="2025" y="15883"/>
                    <a:pt x="2036" y="15871"/>
                    <a:pt x="2048" y="15859"/>
                  </a:cubicBezTo>
                  <a:lnTo>
                    <a:pt x="2108" y="15812"/>
                  </a:lnTo>
                  <a:lnTo>
                    <a:pt x="2144" y="15752"/>
                  </a:lnTo>
                  <a:cubicBezTo>
                    <a:pt x="2155" y="15740"/>
                    <a:pt x="2167" y="15728"/>
                    <a:pt x="2179" y="15704"/>
                  </a:cubicBezTo>
                  <a:lnTo>
                    <a:pt x="2215" y="15657"/>
                  </a:lnTo>
                  <a:lnTo>
                    <a:pt x="2251" y="15609"/>
                  </a:lnTo>
                  <a:cubicBezTo>
                    <a:pt x="2263" y="15597"/>
                    <a:pt x="2275" y="15585"/>
                    <a:pt x="2286" y="15561"/>
                  </a:cubicBezTo>
                  <a:cubicBezTo>
                    <a:pt x="2286" y="15550"/>
                    <a:pt x="2298" y="15538"/>
                    <a:pt x="2310" y="15514"/>
                  </a:cubicBezTo>
                  <a:cubicBezTo>
                    <a:pt x="2310" y="15502"/>
                    <a:pt x="2322" y="15478"/>
                    <a:pt x="2334" y="15466"/>
                  </a:cubicBezTo>
                  <a:lnTo>
                    <a:pt x="2358" y="15419"/>
                  </a:lnTo>
                  <a:cubicBezTo>
                    <a:pt x="2358" y="15407"/>
                    <a:pt x="2370" y="15383"/>
                    <a:pt x="2370" y="15371"/>
                  </a:cubicBezTo>
                  <a:cubicBezTo>
                    <a:pt x="2370" y="15359"/>
                    <a:pt x="2382" y="15335"/>
                    <a:pt x="2394" y="15323"/>
                  </a:cubicBezTo>
                  <a:cubicBezTo>
                    <a:pt x="2394" y="15311"/>
                    <a:pt x="2394" y="15288"/>
                    <a:pt x="2406" y="15276"/>
                  </a:cubicBezTo>
                  <a:cubicBezTo>
                    <a:pt x="2406" y="15264"/>
                    <a:pt x="2406" y="15240"/>
                    <a:pt x="2417" y="15228"/>
                  </a:cubicBezTo>
                  <a:cubicBezTo>
                    <a:pt x="2417" y="15204"/>
                    <a:pt x="2417" y="15192"/>
                    <a:pt x="2417" y="15180"/>
                  </a:cubicBezTo>
                  <a:cubicBezTo>
                    <a:pt x="2429" y="15157"/>
                    <a:pt x="2417" y="15145"/>
                    <a:pt x="2429" y="15133"/>
                  </a:cubicBezTo>
                  <a:cubicBezTo>
                    <a:pt x="2441" y="15109"/>
                    <a:pt x="2429" y="15097"/>
                    <a:pt x="2429" y="15085"/>
                  </a:cubicBezTo>
                  <a:lnTo>
                    <a:pt x="2429" y="15026"/>
                  </a:lnTo>
                  <a:lnTo>
                    <a:pt x="2429" y="14978"/>
                  </a:lnTo>
                  <a:lnTo>
                    <a:pt x="2429" y="1214"/>
                  </a:lnTo>
                  <a:lnTo>
                    <a:pt x="2429" y="1167"/>
                  </a:lnTo>
                  <a:lnTo>
                    <a:pt x="2429" y="1119"/>
                  </a:lnTo>
                  <a:cubicBezTo>
                    <a:pt x="2429" y="1107"/>
                    <a:pt x="2429" y="1084"/>
                    <a:pt x="2429" y="1072"/>
                  </a:cubicBezTo>
                  <a:cubicBezTo>
                    <a:pt x="2417" y="1060"/>
                    <a:pt x="2417" y="1036"/>
                    <a:pt x="2417" y="1024"/>
                  </a:cubicBezTo>
                  <a:cubicBezTo>
                    <a:pt x="2417" y="1012"/>
                    <a:pt x="2417" y="988"/>
                    <a:pt x="2417" y="976"/>
                  </a:cubicBezTo>
                  <a:cubicBezTo>
                    <a:pt x="2417" y="964"/>
                    <a:pt x="2406" y="941"/>
                    <a:pt x="2406" y="929"/>
                  </a:cubicBezTo>
                  <a:cubicBezTo>
                    <a:pt x="2406" y="905"/>
                    <a:pt x="2406" y="893"/>
                    <a:pt x="2394" y="881"/>
                  </a:cubicBezTo>
                  <a:cubicBezTo>
                    <a:pt x="2394" y="869"/>
                    <a:pt x="2382" y="845"/>
                    <a:pt x="2382" y="833"/>
                  </a:cubicBezTo>
                  <a:cubicBezTo>
                    <a:pt x="2382" y="810"/>
                    <a:pt x="2370" y="798"/>
                    <a:pt x="2358" y="786"/>
                  </a:cubicBezTo>
                  <a:cubicBezTo>
                    <a:pt x="2358" y="762"/>
                    <a:pt x="2346" y="750"/>
                    <a:pt x="2346" y="738"/>
                  </a:cubicBezTo>
                  <a:cubicBezTo>
                    <a:pt x="2346" y="714"/>
                    <a:pt x="2322" y="703"/>
                    <a:pt x="2322" y="691"/>
                  </a:cubicBezTo>
                  <a:lnTo>
                    <a:pt x="2298" y="643"/>
                  </a:lnTo>
                  <a:cubicBezTo>
                    <a:pt x="2286" y="619"/>
                    <a:pt x="2275" y="607"/>
                    <a:pt x="2263" y="595"/>
                  </a:cubicBezTo>
                  <a:cubicBezTo>
                    <a:pt x="2263" y="572"/>
                    <a:pt x="2251" y="560"/>
                    <a:pt x="2239" y="548"/>
                  </a:cubicBezTo>
                  <a:lnTo>
                    <a:pt x="2203" y="500"/>
                  </a:lnTo>
                  <a:lnTo>
                    <a:pt x="2167" y="452"/>
                  </a:lnTo>
                  <a:lnTo>
                    <a:pt x="2120" y="393"/>
                  </a:lnTo>
                  <a:cubicBezTo>
                    <a:pt x="2108" y="381"/>
                    <a:pt x="2096" y="369"/>
                    <a:pt x="2072" y="345"/>
                  </a:cubicBezTo>
                  <a:lnTo>
                    <a:pt x="2025" y="298"/>
                  </a:lnTo>
                  <a:cubicBezTo>
                    <a:pt x="2001" y="286"/>
                    <a:pt x="1989" y="274"/>
                    <a:pt x="1965" y="250"/>
                  </a:cubicBezTo>
                  <a:lnTo>
                    <a:pt x="1894" y="202"/>
                  </a:lnTo>
                  <a:lnTo>
                    <a:pt x="1822" y="155"/>
                  </a:lnTo>
                  <a:cubicBezTo>
                    <a:pt x="1786" y="143"/>
                    <a:pt x="1751" y="119"/>
                    <a:pt x="1715" y="107"/>
                  </a:cubicBezTo>
                  <a:cubicBezTo>
                    <a:pt x="1679" y="95"/>
                    <a:pt x="1632" y="71"/>
                    <a:pt x="1596" y="60"/>
                  </a:cubicBezTo>
                  <a:cubicBezTo>
                    <a:pt x="1513" y="36"/>
                    <a:pt x="1429" y="12"/>
                    <a:pt x="1346" y="12"/>
                  </a:cubicBezTo>
                  <a:cubicBezTo>
                    <a:pt x="1310" y="0"/>
                    <a:pt x="1263" y="0"/>
                    <a:pt x="121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3;p2"/>
            <p:cNvSpPr/>
            <p:nvPr/>
          </p:nvSpPr>
          <p:spPr>
            <a:xfrm>
              <a:off x="4941924" y="-169612"/>
              <a:ext cx="142964" cy="125041"/>
            </a:xfrm>
            <a:custGeom>
              <a:avLst/>
              <a:gdLst/>
              <a:ahLst/>
              <a:cxnLst/>
              <a:rect l="l" t="t" r="r" b="b"/>
              <a:pathLst>
                <a:path w="4371" h="3823" extrusionOk="0">
                  <a:moveTo>
                    <a:pt x="1144" y="0"/>
                  </a:moveTo>
                  <a:cubicBezTo>
                    <a:pt x="513" y="0"/>
                    <a:pt x="1" y="512"/>
                    <a:pt x="1" y="1131"/>
                  </a:cubicBezTo>
                  <a:lnTo>
                    <a:pt x="1" y="2679"/>
                  </a:lnTo>
                  <a:cubicBezTo>
                    <a:pt x="1" y="3310"/>
                    <a:pt x="513" y="3822"/>
                    <a:pt x="1144" y="3822"/>
                  </a:cubicBezTo>
                  <a:lnTo>
                    <a:pt x="3228" y="3822"/>
                  </a:lnTo>
                  <a:cubicBezTo>
                    <a:pt x="3859" y="3810"/>
                    <a:pt x="4371" y="3310"/>
                    <a:pt x="4371" y="2679"/>
                  </a:cubicBezTo>
                  <a:lnTo>
                    <a:pt x="4359" y="1131"/>
                  </a:lnTo>
                  <a:cubicBezTo>
                    <a:pt x="4359" y="512"/>
                    <a:pt x="3847" y="0"/>
                    <a:pt x="3228" y="0"/>
                  </a:cubicBezTo>
                  <a:close/>
                </a:path>
              </a:pathLst>
            </a:custGeom>
            <a:solidFill>
              <a:srgbClr val="821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2"/>
            <p:cNvSpPr/>
            <p:nvPr/>
          </p:nvSpPr>
          <p:spPr>
            <a:xfrm>
              <a:off x="4942316" y="277825"/>
              <a:ext cx="142572" cy="124648"/>
            </a:xfrm>
            <a:custGeom>
              <a:avLst/>
              <a:gdLst/>
              <a:ahLst/>
              <a:cxnLst/>
              <a:rect l="l" t="t" r="r" b="b"/>
              <a:pathLst>
                <a:path w="4359" h="3811" extrusionOk="0">
                  <a:moveTo>
                    <a:pt x="1132" y="0"/>
                  </a:moveTo>
                  <a:cubicBezTo>
                    <a:pt x="513" y="0"/>
                    <a:pt x="1" y="512"/>
                    <a:pt x="1" y="1132"/>
                  </a:cubicBezTo>
                  <a:lnTo>
                    <a:pt x="1" y="2679"/>
                  </a:lnTo>
                  <a:cubicBezTo>
                    <a:pt x="1" y="3310"/>
                    <a:pt x="513" y="3810"/>
                    <a:pt x="1132" y="3810"/>
                  </a:cubicBezTo>
                  <a:lnTo>
                    <a:pt x="3216" y="3810"/>
                  </a:lnTo>
                  <a:cubicBezTo>
                    <a:pt x="3847" y="3810"/>
                    <a:pt x="4359" y="3310"/>
                    <a:pt x="4359" y="2679"/>
                  </a:cubicBezTo>
                  <a:lnTo>
                    <a:pt x="4359" y="1132"/>
                  </a:lnTo>
                  <a:cubicBezTo>
                    <a:pt x="4359" y="512"/>
                    <a:pt x="3847" y="0"/>
                    <a:pt x="3216" y="0"/>
                  </a:cubicBezTo>
                  <a:close/>
                </a:path>
              </a:pathLst>
            </a:custGeom>
            <a:solidFill>
              <a:srgbClr val="821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5;p2"/>
            <p:cNvSpPr/>
            <p:nvPr/>
          </p:nvSpPr>
          <p:spPr>
            <a:xfrm>
              <a:off x="4965309" y="-148189"/>
              <a:ext cx="79872" cy="529240"/>
            </a:xfrm>
            <a:custGeom>
              <a:avLst/>
              <a:gdLst/>
              <a:ahLst/>
              <a:cxnLst/>
              <a:rect l="l" t="t" r="r" b="b"/>
              <a:pathLst>
                <a:path w="2442" h="16181" extrusionOk="0">
                  <a:moveTo>
                    <a:pt x="1227" y="0"/>
                  </a:moveTo>
                  <a:cubicBezTo>
                    <a:pt x="917" y="0"/>
                    <a:pt x="631" y="119"/>
                    <a:pt x="405" y="310"/>
                  </a:cubicBezTo>
                  <a:lnTo>
                    <a:pt x="393" y="333"/>
                  </a:lnTo>
                  <a:cubicBezTo>
                    <a:pt x="358" y="369"/>
                    <a:pt x="322" y="393"/>
                    <a:pt x="298" y="429"/>
                  </a:cubicBezTo>
                  <a:cubicBezTo>
                    <a:pt x="274" y="452"/>
                    <a:pt x="262" y="476"/>
                    <a:pt x="238" y="500"/>
                  </a:cubicBezTo>
                  <a:cubicBezTo>
                    <a:pt x="215" y="524"/>
                    <a:pt x="191" y="560"/>
                    <a:pt x="179" y="595"/>
                  </a:cubicBezTo>
                  <a:cubicBezTo>
                    <a:pt x="155" y="631"/>
                    <a:pt x="143" y="655"/>
                    <a:pt x="119" y="691"/>
                  </a:cubicBezTo>
                  <a:cubicBezTo>
                    <a:pt x="107" y="726"/>
                    <a:pt x="96" y="750"/>
                    <a:pt x="84" y="786"/>
                  </a:cubicBezTo>
                  <a:cubicBezTo>
                    <a:pt x="72" y="833"/>
                    <a:pt x="48" y="869"/>
                    <a:pt x="36" y="917"/>
                  </a:cubicBezTo>
                  <a:cubicBezTo>
                    <a:pt x="36" y="941"/>
                    <a:pt x="24" y="964"/>
                    <a:pt x="24" y="1000"/>
                  </a:cubicBezTo>
                  <a:cubicBezTo>
                    <a:pt x="0" y="1072"/>
                    <a:pt x="0" y="1143"/>
                    <a:pt x="0" y="1226"/>
                  </a:cubicBezTo>
                  <a:lnTo>
                    <a:pt x="0" y="14954"/>
                  </a:lnTo>
                  <a:cubicBezTo>
                    <a:pt x="0" y="15633"/>
                    <a:pt x="548" y="16181"/>
                    <a:pt x="1227" y="16181"/>
                  </a:cubicBezTo>
                  <a:cubicBezTo>
                    <a:pt x="1310" y="16181"/>
                    <a:pt x="1393" y="16169"/>
                    <a:pt x="1477" y="16157"/>
                  </a:cubicBezTo>
                  <a:lnTo>
                    <a:pt x="1512" y="16145"/>
                  </a:lnTo>
                  <a:cubicBezTo>
                    <a:pt x="1584" y="16121"/>
                    <a:pt x="1643" y="16097"/>
                    <a:pt x="1715" y="16073"/>
                  </a:cubicBezTo>
                  <a:lnTo>
                    <a:pt x="1727" y="16073"/>
                  </a:lnTo>
                  <a:cubicBezTo>
                    <a:pt x="1882" y="16002"/>
                    <a:pt x="2012" y="15907"/>
                    <a:pt x="2120" y="15788"/>
                  </a:cubicBezTo>
                  <a:cubicBezTo>
                    <a:pt x="2322" y="15561"/>
                    <a:pt x="2441" y="15276"/>
                    <a:pt x="2441" y="14966"/>
                  </a:cubicBezTo>
                  <a:lnTo>
                    <a:pt x="2441" y="1226"/>
                  </a:lnTo>
                  <a:cubicBezTo>
                    <a:pt x="2441" y="548"/>
                    <a:pt x="1893" y="0"/>
                    <a:pt x="1227" y="0"/>
                  </a:cubicBezTo>
                  <a:close/>
                </a:path>
              </a:pathLst>
            </a:custGeom>
            <a:solidFill>
              <a:srgbClr val="272425">
                <a:alpha val="200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6;p2"/>
            <p:cNvSpPr/>
            <p:nvPr/>
          </p:nvSpPr>
          <p:spPr>
            <a:xfrm>
              <a:off x="4977378" y="-148189"/>
              <a:ext cx="78694" cy="529240"/>
            </a:xfrm>
            <a:custGeom>
              <a:avLst/>
              <a:gdLst/>
              <a:ahLst/>
              <a:cxnLst/>
              <a:rect l="l" t="t" r="r" b="b"/>
              <a:pathLst>
                <a:path w="2406" h="16181" extrusionOk="0">
                  <a:moveTo>
                    <a:pt x="1132" y="0"/>
                  </a:moveTo>
                  <a:cubicBezTo>
                    <a:pt x="1036" y="0"/>
                    <a:pt x="953" y="24"/>
                    <a:pt x="870" y="48"/>
                  </a:cubicBezTo>
                  <a:cubicBezTo>
                    <a:pt x="822" y="60"/>
                    <a:pt x="774" y="71"/>
                    <a:pt x="739" y="83"/>
                  </a:cubicBezTo>
                  <a:cubicBezTo>
                    <a:pt x="703" y="107"/>
                    <a:pt x="667" y="119"/>
                    <a:pt x="631" y="131"/>
                  </a:cubicBezTo>
                  <a:cubicBezTo>
                    <a:pt x="608" y="155"/>
                    <a:pt x="584" y="167"/>
                    <a:pt x="560" y="179"/>
                  </a:cubicBezTo>
                  <a:cubicBezTo>
                    <a:pt x="536" y="202"/>
                    <a:pt x="512" y="214"/>
                    <a:pt x="489" y="226"/>
                  </a:cubicBezTo>
                  <a:cubicBezTo>
                    <a:pt x="465" y="238"/>
                    <a:pt x="441" y="262"/>
                    <a:pt x="429" y="274"/>
                  </a:cubicBezTo>
                  <a:lnTo>
                    <a:pt x="370" y="322"/>
                  </a:lnTo>
                  <a:lnTo>
                    <a:pt x="322" y="369"/>
                  </a:lnTo>
                  <a:cubicBezTo>
                    <a:pt x="310" y="381"/>
                    <a:pt x="298" y="393"/>
                    <a:pt x="286" y="417"/>
                  </a:cubicBezTo>
                  <a:lnTo>
                    <a:pt x="239" y="464"/>
                  </a:lnTo>
                  <a:lnTo>
                    <a:pt x="203" y="512"/>
                  </a:lnTo>
                  <a:lnTo>
                    <a:pt x="179" y="560"/>
                  </a:lnTo>
                  <a:cubicBezTo>
                    <a:pt x="167" y="572"/>
                    <a:pt x="155" y="583"/>
                    <a:pt x="143" y="607"/>
                  </a:cubicBezTo>
                  <a:cubicBezTo>
                    <a:pt x="131" y="619"/>
                    <a:pt x="131" y="631"/>
                    <a:pt x="119" y="655"/>
                  </a:cubicBezTo>
                  <a:cubicBezTo>
                    <a:pt x="108" y="667"/>
                    <a:pt x="108" y="679"/>
                    <a:pt x="96" y="703"/>
                  </a:cubicBezTo>
                  <a:lnTo>
                    <a:pt x="72" y="750"/>
                  </a:lnTo>
                  <a:cubicBezTo>
                    <a:pt x="72" y="762"/>
                    <a:pt x="60" y="774"/>
                    <a:pt x="60" y="786"/>
                  </a:cubicBezTo>
                  <a:lnTo>
                    <a:pt x="36" y="833"/>
                  </a:lnTo>
                  <a:lnTo>
                    <a:pt x="24" y="881"/>
                  </a:lnTo>
                  <a:cubicBezTo>
                    <a:pt x="24" y="905"/>
                    <a:pt x="12" y="917"/>
                    <a:pt x="12" y="929"/>
                  </a:cubicBezTo>
                  <a:cubicBezTo>
                    <a:pt x="12" y="953"/>
                    <a:pt x="0" y="964"/>
                    <a:pt x="0" y="976"/>
                  </a:cubicBezTo>
                  <a:lnTo>
                    <a:pt x="0" y="1024"/>
                  </a:lnTo>
                  <a:lnTo>
                    <a:pt x="0" y="1072"/>
                  </a:lnTo>
                  <a:lnTo>
                    <a:pt x="0" y="1119"/>
                  </a:lnTo>
                  <a:lnTo>
                    <a:pt x="0" y="1167"/>
                  </a:lnTo>
                  <a:lnTo>
                    <a:pt x="0" y="1214"/>
                  </a:lnTo>
                  <a:lnTo>
                    <a:pt x="0" y="14954"/>
                  </a:lnTo>
                  <a:lnTo>
                    <a:pt x="0" y="14990"/>
                  </a:lnTo>
                  <a:lnTo>
                    <a:pt x="0" y="15050"/>
                  </a:lnTo>
                  <a:lnTo>
                    <a:pt x="0" y="15097"/>
                  </a:lnTo>
                  <a:lnTo>
                    <a:pt x="0" y="15145"/>
                  </a:lnTo>
                  <a:lnTo>
                    <a:pt x="0" y="15192"/>
                  </a:lnTo>
                  <a:cubicBezTo>
                    <a:pt x="0" y="15204"/>
                    <a:pt x="12" y="15216"/>
                    <a:pt x="12" y="15240"/>
                  </a:cubicBezTo>
                  <a:cubicBezTo>
                    <a:pt x="24" y="15252"/>
                    <a:pt x="12" y="15276"/>
                    <a:pt x="24" y="15288"/>
                  </a:cubicBezTo>
                  <a:cubicBezTo>
                    <a:pt x="36" y="15300"/>
                    <a:pt x="36" y="15323"/>
                    <a:pt x="36" y="15335"/>
                  </a:cubicBezTo>
                  <a:cubicBezTo>
                    <a:pt x="48" y="15347"/>
                    <a:pt x="48" y="15371"/>
                    <a:pt x="60" y="15383"/>
                  </a:cubicBezTo>
                  <a:cubicBezTo>
                    <a:pt x="60" y="15407"/>
                    <a:pt x="72" y="15419"/>
                    <a:pt x="72" y="15431"/>
                  </a:cubicBezTo>
                  <a:cubicBezTo>
                    <a:pt x="84" y="15454"/>
                    <a:pt x="96" y="15466"/>
                    <a:pt x="96" y="15478"/>
                  </a:cubicBezTo>
                  <a:cubicBezTo>
                    <a:pt x="108" y="15502"/>
                    <a:pt x="119" y="15514"/>
                    <a:pt x="119" y="15526"/>
                  </a:cubicBezTo>
                  <a:cubicBezTo>
                    <a:pt x="131" y="15550"/>
                    <a:pt x="143" y="15561"/>
                    <a:pt x="155" y="15585"/>
                  </a:cubicBezTo>
                  <a:cubicBezTo>
                    <a:pt x="167" y="15597"/>
                    <a:pt x="167" y="15609"/>
                    <a:pt x="179" y="15633"/>
                  </a:cubicBezTo>
                  <a:cubicBezTo>
                    <a:pt x="191" y="15645"/>
                    <a:pt x="203" y="15669"/>
                    <a:pt x="215" y="15681"/>
                  </a:cubicBezTo>
                  <a:lnTo>
                    <a:pt x="250" y="15728"/>
                  </a:lnTo>
                  <a:lnTo>
                    <a:pt x="298" y="15776"/>
                  </a:lnTo>
                  <a:lnTo>
                    <a:pt x="346" y="15823"/>
                  </a:lnTo>
                  <a:lnTo>
                    <a:pt x="393" y="15871"/>
                  </a:lnTo>
                  <a:cubicBezTo>
                    <a:pt x="417" y="15895"/>
                    <a:pt x="441" y="15907"/>
                    <a:pt x="453" y="15931"/>
                  </a:cubicBezTo>
                  <a:lnTo>
                    <a:pt x="524" y="15978"/>
                  </a:lnTo>
                  <a:cubicBezTo>
                    <a:pt x="584" y="16014"/>
                    <a:pt x="643" y="16050"/>
                    <a:pt x="715" y="16073"/>
                  </a:cubicBezTo>
                  <a:cubicBezTo>
                    <a:pt x="751" y="16097"/>
                    <a:pt x="798" y="16109"/>
                    <a:pt x="846" y="16121"/>
                  </a:cubicBezTo>
                  <a:cubicBezTo>
                    <a:pt x="953" y="16157"/>
                    <a:pt x="1072" y="16181"/>
                    <a:pt x="1191" y="16181"/>
                  </a:cubicBezTo>
                  <a:lnTo>
                    <a:pt x="1203" y="16181"/>
                  </a:lnTo>
                  <a:cubicBezTo>
                    <a:pt x="1310" y="16181"/>
                    <a:pt x="1417" y="16169"/>
                    <a:pt x="1524" y="16133"/>
                  </a:cubicBezTo>
                  <a:cubicBezTo>
                    <a:pt x="1572" y="16121"/>
                    <a:pt x="1620" y="16109"/>
                    <a:pt x="1667" y="16085"/>
                  </a:cubicBezTo>
                  <a:cubicBezTo>
                    <a:pt x="1703" y="16073"/>
                    <a:pt x="1739" y="16062"/>
                    <a:pt x="1763" y="16038"/>
                  </a:cubicBezTo>
                  <a:lnTo>
                    <a:pt x="1846" y="15990"/>
                  </a:lnTo>
                  <a:lnTo>
                    <a:pt x="1917" y="15942"/>
                  </a:lnTo>
                  <a:cubicBezTo>
                    <a:pt x="1941" y="15931"/>
                    <a:pt x="1965" y="15919"/>
                    <a:pt x="1989" y="15907"/>
                  </a:cubicBezTo>
                  <a:lnTo>
                    <a:pt x="2036" y="15859"/>
                  </a:lnTo>
                  <a:lnTo>
                    <a:pt x="2084" y="15812"/>
                  </a:lnTo>
                  <a:lnTo>
                    <a:pt x="2132" y="15752"/>
                  </a:lnTo>
                  <a:cubicBezTo>
                    <a:pt x="2144" y="15740"/>
                    <a:pt x="2155" y="15728"/>
                    <a:pt x="2167" y="15704"/>
                  </a:cubicBezTo>
                  <a:cubicBezTo>
                    <a:pt x="2179" y="15692"/>
                    <a:pt x="2191" y="15681"/>
                    <a:pt x="2203" y="15657"/>
                  </a:cubicBezTo>
                  <a:lnTo>
                    <a:pt x="2239" y="15609"/>
                  </a:lnTo>
                  <a:lnTo>
                    <a:pt x="2263" y="15561"/>
                  </a:lnTo>
                  <a:cubicBezTo>
                    <a:pt x="2275" y="15550"/>
                    <a:pt x="2286" y="15538"/>
                    <a:pt x="2286" y="15514"/>
                  </a:cubicBezTo>
                  <a:cubicBezTo>
                    <a:pt x="2298" y="15502"/>
                    <a:pt x="2310" y="15478"/>
                    <a:pt x="2310" y="15466"/>
                  </a:cubicBezTo>
                  <a:cubicBezTo>
                    <a:pt x="2310" y="15454"/>
                    <a:pt x="2334" y="15431"/>
                    <a:pt x="2334" y="15419"/>
                  </a:cubicBezTo>
                  <a:cubicBezTo>
                    <a:pt x="2346" y="15407"/>
                    <a:pt x="2346" y="15383"/>
                    <a:pt x="2358" y="15371"/>
                  </a:cubicBezTo>
                  <a:cubicBezTo>
                    <a:pt x="2358" y="15359"/>
                    <a:pt x="2370" y="15335"/>
                    <a:pt x="2370" y="15323"/>
                  </a:cubicBezTo>
                  <a:lnTo>
                    <a:pt x="2382" y="15276"/>
                  </a:lnTo>
                  <a:cubicBezTo>
                    <a:pt x="2382" y="15264"/>
                    <a:pt x="2394" y="15240"/>
                    <a:pt x="2394" y="15228"/>
                  </a:cubicBezTo>
                  <a:lnTo>
                    <a:pt x="2405" y="15180"/>
                  </a:lnTo>
                  <a:cubicBezTo>
                    <a:pt x="2405" y="15157"/>
                    <a:pt x="2405" y="15145"/>
                    <a:pt x="2405" y="15133"/>
                  </a:cubicBezTo>
                  <a:lnTo>
                    <a:pt x="2405" y="15085"/>
                  </a:lnTo>
                  <a:lnTo>
                    <a:pt x="2405" y="15026"/>
                  </a:lnTo>
                  <a:lnTo>
                    <a:pt x="2405" y="14978"/>
                  </a:lnTo>
                  <a:lnTo>
                    <a:pt x="2405" y="14954"/>
                  </a:lnTo>
                  <a:lnTo>
                    <a:pt x="2405" y="1214"/>
                  </a:lnTo>
                  <a:lnTo>
                    <a:pt x="2405" y="1167"/>
                  </a:lnTo>
                  <a:lnTo>
                    <a:pt x="2405" y="1119"/>
                  </a:lnTo>
                  <a:lnTo>
                    <a:pt x="2405" y="1072"/>
                  </a:lnTo>
                  <a:cubicBezTo>
                    <a:pt x="2405" y="1060"/>
                    <a:pt x="2405" y="1036"/>
                    <a:pt x="2405" y="1024"/>
                  </a:cubicBezTo>
                  <a:lnTo>
                    <a:pt x="2405" y="976"/>
                  </a:lnTo>
                  <a:cubicBezTo>
                    <a:pt x="2405" y="964"/>
                    <a:pt x="2394" y="941"/>
                    <a:pt x="2394" y="929"/>
                  </a:cubicBezTo>
                  <a:cubicBezTo>
                    <a:pt x="2382" y="917"/>
                    <a:pt x="2382" y="893"/>
                    <a:pt x="2370" y="881"/>
                  </a:cubicBezTo>
                  <a:cubicBezTo>
                    <a:pt x="2370" y="869"/>
                    <a:pt x="2370" y="845"/>
                    <a:pt x="2358" y="833"/>
                  </a:cubicBezTo>
                  <a:lnTo>
                    <a:pt x="2346" y="786"/>
                  </a:lnTo>
                  <a:lnTo>
                    <a:pt x="2322" y="738"/>
                  </a:lnTo>
                  <a:cubicBezTo>
                    <a:pt x="2322" y="714"/>
                    <a:pt x="2310" y="703"/>
                    <a:pt x="2298" y="691"/>
                  </a:cubicBezTo>
                  <a:lnTo>
                    <a:pt x="2275" y="643"/>
                  </a:lnTo>
                  <a:lnTo>
                    <a:pt x="2251" y="595"/>
                  </a:lnTo>
                  <a:lnTo>
                    <a:pt x="2215" y="548"/>
                  </a:lnTo>
                  <a:cubicBezTo>
                    <a:pt x="2203" y="524"/>
                    <a:pt x="2191" y="512"/>
                    <a:pt x="2179" y="500"/>
                  </a:cubicBezTo>
                  <a:cubicBezTo>
                    <a:pt x="2167" y="476"/>
                    <a:pt x="2155" y="464"/>
                    <a:pt x="2144" y="452"/>
                  </a:cubicBezTo>
                  <a:lnTo>
                    <a:pt x="2108" y="393"/>
                  </a:lnTo>
                  <a:lnTo>
                    <a:pt x="2060" y="345"/>
                  </a:lnTo>
                  <a:lnTo>
                    <a:pt x="2001" y="298"/>
                  </a:lnTo>
                  <a:cubicBezTo>
                    <a:pt x="1989" y="286"/>
                    <a:pt x="1965" y="274"/>
                    <a:pt x="1941" y="250"/>
                  </a:cubicBezTo>
                  <a:lnTo>
                    <a:pt x="1882" y="202"/>
                  </a:lnTo>
                  <a:lnTo>
                    <a:pt x="1798" y="155"/>
                  </a:lnTo>
                  <a:cubicBezTo>
                    <a:pt x="1763" y="143"/>
                    <a:pt x="1739" y="119"/>
                    <a:pt x="1703" y="107"/>
                  </a:cubicBezTo>
                  <a:cubicBezTo>
                    <a:pt x="1655" y="95"/>
                    <a:pt x="1620" y="71"/>
                    <a:pt x="1572" y="60"/>
                  </a:cubicBezTo>
                  <a:cubicBezTo>
                    <a:pt x="1489" y="36"/>
                    <a:pt x="1417" y="12"/>
                    <a:pt x="1334" y="12"/>
                  </a:cubicBezTo>
                  <a:cubicBezTo>
                    <a:pt x="1286" y="0"/>
                    <a:pt x="1251" y="0"/>
                    <a:pt x="12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7;p2"/>
            <p:cNvSpPr/>
            <p:nvPr/>
          </p:nvSpPr>
          <p:spPr>
            <a:xfrm>
              <a:off x="6566206" y="-169612"/>
              <a:ext cx="142572" cy="125041"/>
            </a:xfrm>
            <a:custGeom>
              <a:avLst/>
              <a:gdLst/>
              <a:ahLst/>
              <a:cxnLst/>
              <a:rect l="l" t="t" r="r" b="b"/>
              <a:pathLst>
                <a:path w="4359" h="3823" extrusionOk="0">
                  <a:moveTo>
                    <a:pt x="1132" y="0"/>
                  </a:moveTo>
                  <a:cubicBezTo>
                    <a:pt x="501" y="0"/>
                    <a:pt x="1" y="512"/>
                    <a:pt x="1" y="1131"/>
                  </a:cubicBezTo>
                  <a:lnTo>
                    <a:pt x="1" y="2679"/>
                  </a:lnTo>
                  <a:cubicBezTo>
                    <a:pt x="1" y="3310"/>
                    <a:pt x="501" y="3810"/>
                    <a:pt x="1132" y="3822"/>
                  </a:cubicBezTo>
                  <a:lnTo>
                    <a:pt x="3216" y="3822"/>
                  </a:lnTo>
                  <a:cubicBezTo>
                    <a:pt x="3847" y="3810"/>
                    <a:pt x="4359" y="3310"/>
                    <a:pt x="4359" y="2679"/>
                  </a:cubicBezTo>
                  <a:lnTo>
                    <a:pt x="4359" y="1131"/>
                  </a:lnTo>
                  <a:cubicBezTo>
                    <a:pt x="4359" y="512"/>
                    <a:pt x="3847" y="0"/>
                    <a:pt x="3216" y="0"/>
                  </a:cubicBezTo>
                  <a:close/>
                </a:path>
              </a:pathLst>
            </a:custGeom>
            <a:solidFill>
              <a:srgbClr val="821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8;p2"/>
            <p:cNvSpPr/>
            <p:nvPr/>
          </p:nvSpPr>
          <p:spPr>
            <a:xfrm>
              <a:off x="6566206" y="277825"/>
              <a:ext cx="142572" cy="124648"/>
            </a:xfrm>
            <a:custGeom>
              <a:avLst/>
              <a:gdLst/>
              <a:ahLst/>
              <a:cxnLst/>
              <a:rect l="l" t="t" r="r" b="b"/>
              <a:pathLst>
                <a:path w="4359" h="3811" extrusionOk="0">
                  <a:moveTo>
                    <a:pt x="1132" y="0"/>
                  </a:moveTo>
                  <a:cubicBezTo>
                    <a:pt x="501" y="0"/>
                    <a:pt x="1" y="512"/>
                    <a:pt x="1" y="1132"/>
                  </a:cubicBezTo>
                  <a:lnTo>
                    <a:pt x="1" y="2679"/>
                  </a:lnTo>
                  <a:cubicBezTo>
                    <a:pt x="1" y="3310"/>
                    <a:pt x="501" y="3810"/>
                    <a:pt x="1132" y="3810"/>
                  </a:cubicBezTo>
                  <a:lnTo>
                    <a:pt x="3216" y="3810"/>
                  </a:lnTo>
                  <a:cubicBezTo>
                    <a:pt x="3847" y="3810"/>
                    <a:pt x="4359" y="3310"/>
                    <a:pt x="4359" y="2679"/>
                  </a:cubicBezTo>
                  <a:lnTo>
                    <a:pt x="4359" y="1132"/>
                  </a:lnTo>
                  <a:cubicBezTo>
                    <a:pt x="4359" y="512"/>
                    <a:pt x="3847" y="0"/>
                    <a:pt x="3216" y="0"/>
                  </a:cubicBezTo>
                  <a:close/>
                </a:path>
              </a:pathLst>
            </a:custGeom>
            <a:solidFill>
              <a:srgbClr val="821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49;p2"/>
            <p:cNvSpPr/>
            <p:nvPr/>
          </p:nvSpPr>
          <p:spPr>
            <a:xfrm>
              <a:off x="6588806" y="-148189"/>
              <a:ext cx="80264" cy="529240"/>
            </a:xfrm>
            <a:custGeom>
              <a:avLst/>
              <a:gdLst/>
              <a:ahLst/>
              <a:cxnLst/>
              <a:rect l="l" t="t" r="r" b="b"/>
              <a:pathLst>
                <a:path w="2454" h="16181" extrusionOk="0">
                  <a:moveTo>
                    <a:pt x="1227" y="0"/>
                  </a:moveTo>
                  <a:cubicBezTo>
                    <a:pt x="929" y="0"/>
                    <a:pt x="643" y="119"/>
                    <a:pt x="417" y="310"/>
                  </a:cubicBezTo>
                  <a:lnTo>
                    <a:pt x="393" y="333"/>
                  </a:lnTo>
                  <a:cubicBezTo>
                    <a:pt x="370" y="369"/>
                    <a:pt x="334" y="393"/>
                    <a:pt x="298" y="429"/>
                  </a:cubicBezTo>
                  <a:cubicBezTo>
                    <a:pt x="286" y="452"/>
                    <a:pt x="262" y="476"/>
                    <a:pt x="251" y="500"/>
                  </a:cubicBezTo>
                  <a:cubicBezTo>
                    <a:pt x="227" y="524"/>
                    <a:pt x="203" y="560"/>
                    <a:pt x="179" y="595"/>
                  </a:cubicBezTo>
                  <a:cubicBezTo>
                    <a:pt x="167" y="631"/>
                    <a:pt x="143" y="655"/>
                    <a:pt x="131" y="691"/>
                  </a:cubicBezTo>
                  <a:cubicBezTo>
                    <a:pt x="120" y="726"/>
                    <a:pt x="108" y="750"/>
                    <a:pt x="96" y="786"/>
                  </a:cubicBezTo>
                  <a:cubicBezTo>
                    <a:pt x="72" y="833"/>
                    <a:pt x="60" y="869"/>
                    <a:pt x="48" y="917"/>
                  </a:cubicBezTo>
                  <a:cubicBezTo>
                    <a:pt x="36" y="941"/>
                    <a:pt x="36" y="964"/>
                    <a:pt x="24" y="1000"/>
                  </a:cubicBezTo>
                  <a:cubicBezTo>
                    <a:pt x="12" y="1072"/>
                    <a:pt x="0" y="1143"/>
                    <a:pt x="0" y="1226"/>
                  </a:cubicBezTo>
                  <a:lnTo>
                    <a:pt x="0" y="14954"/>
                  </a:lnTo>
                  <a:cubicBezTo>
                    <a:pt x="0" y="15633"/>
                    <a:pt x="548" y="16181"/>
                    <a:pt x="1227" y="16181"/>
                  </a:cubicBezTo>
                  <a:cubicBezTo>
                    <a:pt x="1322" y="16181"/>
                    <a:pt x="1405" y="16169"/>
                    <a:pt x="1489" y="16157"/>
                  </a:cubicBezTo>
                  <a:lnTo>
                    <a:pt x="1524" y="16145"/>
                  </a:lnTo>
                  <a:cubicBezTo>
                    <a:pt x="1596" y="16121"/>
                    <a:pt x="1655" y="16097"/>
                    <a:pt x="1727" y="16073"/>
                  </a:cubicBezTo>
                  <a:lnTo>
                    <a:pt x="1739" y="16073"/>
                  </a:lnTo>
                  <a:cubicBezTo>
                    <a:pt x="1882" y="16002"/>
                    <a:pt x="2013" y="15907"/>
                    <a:pt x="2132" y="15788"/>
                  </a:cubicBezTo>
                  <a:cubicBezTo>
                    <a:pt x="2334" y="15561"/>
                    <a:pt x="2453" y="15276"/>
                    <a:pt x="2453" y="14966"/>
                  </a:cubicBezTo>
                  <a:lnTo>
                    <a:pt x="2453" y="1226"/>
                  </a:lnTo>
                  <a:cubicBezTo>
                    <a:pt x="2453" y="548"/>
                    <a:pt x="1905" y="0"/>
                    <a:pt x="1227" y="0"/>
                  </a:cubicBezTo>
                  <a:close/>
                </a:path>
              </a:pathLst>
            </a:custGeom>
            <a:solidFill>
              <a:srgbClr val="272425">
                <a:alpha val="200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50;p2"/>
            <p:cNvSpPr/>
            <p:nvPr/>
          </p:nvSpPr>
          <p:spPr>
            <a:xfrm>
              <a:off x="6600483" y="-148189"/>
              <a:ext cx="79872" cy="529240"/>
            </a:xfrm>
            <a:custGeom>
              <a:avLst/>
              <a:gdLst/>
              <a:ahLst/>
              <a:cxnLst/>
              <a:rect l="l" t="t" r="r" b="b"/>
              <a:pathLst>
                <a:path w="2442" h="16181" extrusionOk="0">
                  <a:moveTo>
                    <a:pt x="1144" y="0"/>
                  </a:moveTo>
                  <a:cubicBezTo>
                    <a:pt x="1060" y="0"/>
                    <a:pt x="965" y="24"/>
                    <a:pt x="882" y="48"/>
                  </a:cubicBezTo>
                  <a:cubicBezTo>
                    <a:pt x="834" y="60"/>
                    <a:pt x="798" y="71"/>
                    <a:pt x="751" y="83"/>
                  </a:cubicBezTo>
                  <a:cubicBezTo>
                    <a:pt x="715" y="107"/>
                    <a:pt x="691" y="119"/>
                    <a:pt x="656" y="131"/>
                  </a:cubicBezTo>
                  <a:cubicBezTo>
                    <a:pt x="620" y="155"/>
                    <a:pt x="596" y="167"/>
                    <a:pt x="572" y="179"/>
                  </a:cubicBezTo>
                  <a:cubicBezTo>
                    <a:pt x="548" y="202"/>
                    <a:pt x="525" y="214"/>
                    <a:pt x="501" y="226"/>
                  </a:cubicBezTo>
                  <a:lnTo>
                    <a:pt x="441" y="274"/>
                  </a:lnTo>
                  <a:lnTo>
                    <a:pt x="394" y="322"/>
                  </a:lnTo>
                  <a:cubicBezTo>
                    <a:pt x="370" y="333"/>
                    <a:pt x="358" y="357"/>
                    <a:pt x="346" y="369"/>
                  </a:cubicBezTo>
                  <a:cubicBezTo>
                    <a:pt x="322" y="381"/>
                    <a:pt x="310" y="393"/>
                    <a:pt x="298" y="417"/>
                  </a:cubicBezTo>
                  <a:cubicBezTo>
                    <a:pt x="286" y="429"/>
                    <a:pt x="275" y="441"/>
                    <a:pt x="263" y="464"/>
                  </a:cubicBezTo>
                  <a:lnTo>
                    <a:pt x="227" y="512"/>
                  </a:lnTo>
                  <a:lnTo>
                    <a:pt x="191" y="560"/>
                  </a:lnTo>
                  <a:lnTo>
                    <a:pt x="167" y="607"/>
                  </a:lnTo>
                  <a:lnTo>
                    <a:pt x="132" y="655"/>
                  </a:lnTo>
                  <a:lnTo>
                    <a:pt x="108" y="703"/>
                  </a:lnTo>
                  <a:cubicBezTo>
                    <a:pt x="108" y="714"/>
                    <a:pt x="96" y="726"/>
                    <a:pt x="96" y="750"/>
                  </a:cubicBezTo>
                  <a:cubicBezTo>
                    <a:pt x="84" y="762"/>
                    <a:pt x="84" y="774"/>
                    <a:pt x="72" y="786"/>
                  </a:cubicBezTo>
                  <a:lnTo>
                    <a:pt x="60" y="833"/>
                  </a:lnTo>
                  <a:lnTo>
                    <a:pt x="48" y="881"/>
                  </a:lnTo>
                  <a:cubicBezTo>
                    <a:pt x="48" y="905"/>
                    <a:pt x="36" y="917"/>
                    <a:pt x="36" y="929"/>
                  </a:cubicBezTo>
                  <a:cubicBezTo>
                    <a:pt x="24" y="953"/>
                    <a:pt x="24" y="964"/>
                    <a:pt x="24" y="976"/>
                  </a:cubicBezTo>
                  <a:lnTo>
                    <a:pt x="24" y="1024"/>
                  </a:lnTo>
                  <a:cubicBezTo>
                    <a:pt x="24" y="1048"/>
                    <a:pt x="24" y="1060"/>
                    <a:pt x="13" y="1072"/>
                  </a:cubicBezTo>
                  <a:cubicBezTo>
                    <a:pt x="1" y="1095"/>
                    <a:pt x="13" y="1107"/>
                    <a:pt x="13" y="1119"/>
                  </a:cubicBezTo>
                  <a:lnTo>
                    <a:pt x="13" y="1167"/>
                  </a:lnTo>
                  <a:lnTo>
                    <a:pt x="13" y="1214"/>
                  </a:lnTo>
                  <a:lnTo>
                    <a:pt x="13" y="14954"/>
                  </a:lnTo>
                  <a:cubicBezTo>
                    <a:pt x="13" y="14966"/>
                    <a:pt x="13" y="14978"/>
                    <a:pt x="13" y="14990"/>
                  </a:cubicBezTo>
                  <a:lnTo>
                    <a:pt x="13" y="15050"/>
                  </a:lnTo>
                  <a:cubicBezTo>
                    <a:pt x="13" y="15061"/>
                    <a:pt x="13" y="15073"/>
                    <a:pt x="13" y="15097"/>
                  </a:cubicBezTo>
                  <a:cubicBezTo>
                    <a:pt x="13" y="15109"/>
                    <a:pt x="13" y="15121"/>
                    <a:pt x="24" y="15145"/>
                  </a:cubicBezTo>
                  <a:lnTo>
                    <a:pt x="24" y="15192"/>
                  </a:lnTo>
                  <a:cubicBezTo>
                    <a:pt x="24" y="15204"/>
                    <a:pt x="24" y="15216"/>
                    <a:pt x="24" y="15240"/>
                  </a:cubicBezTo>
                  <a:cubicBezTo>
                    <a:pt x="36" y="15252"/>
                    <a:pt x="24" y="15276"/>
                    <a:pt x="36" y="15288"/>
                  </a:cubicBezTo>
                  <a:cubicBezTo>
                    <a:pt x="48" y="15300"/>
                    <a:pt x="48" y="15323"/>
                    <a:pt x="60" y="15335"/>
                  </a:cubicBezTo>
                  <a:lnTo>
                    <a:pt x="72" y="15383"/>
                  </a:lnTo>
                  <a:lnTo>
                    <a:pt x="96" y="15431"/>
                  </a:lnTo>
                  <a:cubicBezTo>
                    <a:pt x="96" y="15454"/>
                    <a:pt x="108" y="15466"/>
                    <a:pt x="120" y="15478"/>
                  </a:cubicBezTo>
                  <a:cubicBezTo>
                    <a:pt x="120" y="15502"/>
                    <a:pt x="132" y="15514"/>
                    <a:pt x="144" y="15526"/>
                  </a:cubicBezTo>
                  <a:cubicBezTo>
                    <a:pt x="144" y="15550"/>
                    <a:pt x="155" y="15561"/>
                    <a:pt x="167" y="15585"/>
                  </a:cubicBezTo>
                  <a:cubicBezTo>
                    <a:pt x="179" y="15597"/>
                    <a:pt x="191" y="15609"/>
                    <a:pt x="203" y="15633"/>
                  </a:cubicBezTo>
                  <a:cubicBezTo>
                    <a:pt x="203" y="15645"/>
                    <a:pt x="227" y="15657"/>
                    <a:pt x="239" y="15681"/>
                  </a:cubicBezTo>
                  <a:cubicBezTo>
                    <a:pt x="239" y="15692"/>
                    <a:pt x="263" y="15716"/>
                    <a:pt x="275" y="15728"/>
                  </a:cubicBezTo>
                  <a:cubicBezTo>
                    <a:pt x="286" y="15740"/>
                    <a:pt x="298" y="15764"/>
                    <a:pt x="310" y="15776"/>
                  </a:cubicBezTo>
                  <a:lnTo>
                    <a:pt x="358" y="15823"/>
                  </a:lnTo>
                  <a:lnTo>
                    <a:pt x="417" y="15871"/>
                  </a:lnTo>
                  <a:cubicBezTo>
                    <a:pt x="429" y="15895"/>
                    <a:pt x="453" y="15907"/>
                    <a:pt x="477" y="15931"/>
                  </a:cubicBezTo>
                  <a:lnTo>
                    <a:pt x="536" y="15978"/>
                  </a:lnTo>
                  <a:cubicBezTo>
                    <a:pt x="572" y="15990"/>
                    <a:pt x="596" y="16014"/>
                    <a:pt x="620" y="16026"/>
                  </a:cubicBezTo>
                  <a:cubicBezTo>
                    <a:pt x="656" y="16050"/>
                    <a:pt x="691" y="16062"/>
                    <a:pt x="727" y="16073"/>
                  </a:cubicBezTo>
                  <a:cubicBezTo>
                    <a:pt x="763" y="16097"/>
                    <a:pt x="810" y="16109"/>
                    <a:pt x="858" y="16121"/>
                  </a:cubicBezTo>
                  <a:cubicBezTo>
                    <a:pt x="977" y="16157"/>
                    <a:pt x="1096" y="16181"/>
                    <a:pt x="1215" y="16181"/>
                  </a:cubicBezTo>
                  <a:lnTo>
                    <a:pt x="1227" y="16181"/>
                  </a:lnTo>
                  <a:cubicBezTo>
                    <a:pt x="1334" y="16181"/>
                    <a:pt x="1441" y="16169"/>
                    <a:pt x="1537" y="16133"/>
                  </a:cubicBezTo>
                  <a:cubicBezTo>
                    <a:pt x="1584" y="16121"/>
                    <a:pt x="1632" y="16109"/>
                    <a:pt x="1679" y="16085"/>
                  </a:cubicBezTo>
                  <a:lnTo>
                    <a:pt x="1787" y="16038"/>
                  </a:lnTo>
                  <a:cubicBezTo>
                    <a:pt x="1810" y="16026"/>
                    <a:pt x="1834" y="16014"/>
                    <a:pt x="1870" y="15990"/>
                  </a:cubicBezTo>
                  <a:lnTo>
                    <a:pt x="1941" y="15942"/>
                  </a:lnTo>
                  <a:cubicBezTo>
                    <a:pt x="1953" y="15931"/>
                    <a:pt x="1977" y="15919"/>
                    <a:pt x="2001" y="15907"/>
                  </a:cubicBezTo>
                  <a:cubicBezTo>
                    <a:pt x="2013" y="15883"/>
                    <a:pt x="2037" y="15871"/>
                    <a:pt x="2049" y="15859"/>
                  </a:cubicBezTo>
                  <a:lnTo>
                    <a:pt x="2096" y="15812"/>
                  </a:lnTo>
                  <a:lnTo>
                    <a:pt x="2144" y="15752"/>
                  </a:lnTo>
                  <a:lnTo>
                    <a:pt x="2180" y="15704"/>
                  </a:lnTo>
                  <a:lnTo>
                    <a:pt x="2215" y="15657"/>
                  </a:lnTo>
                  <a:lnTo>
                    <a:pt x="2251" y="15609"/>
                  </a:lnTo>
                  <a:cubicBezTo>
                    <a:pt x="2263" y="15597"/>
                    <a:pt x="2275" y="15585"/>
                    <a:pt x="2287" y="15561"/>
                  </a:cubicBezTo>
                  <a:cubicBezTo>
                    <a:pt x="2287" y="15550"/>
                    <a:pt x="2299" y="15538"/>
                    <a:pt x="2310" y="15514"/>
                  </a:cubicBezTo>
                  <a:cubicBezTo>
                    <a:pt x="2310" y="15502"/>
                    <a:pt x="2322" y="15478"/>
                    <a:pt x="2334" y="15466"/>
                  </a:cubicBezTo>
                  <a:lnTo>
                    <a:pt x="2358" y="15419"/>
                  </a:lnTo>
                  <a:cubicBezTo>
                    <a:pt x="2358" y="15407"/>
                    <a:pt x="2358" y="15383"/>
                    <a:pt x="2370" y="15371"/>
                  </a:cubicBezTo>
                  <a:cubicBezTo>
                    <a:pt x="2370" y="15359"/>
                    <a:pt x="2382" y="15335"/>
                    <a:pt x="2382" y="15323"/>
                  </a:cubicBezTo>
                  <a:cubicBezTo>
                    <a:pt x="2394" y="15311"/>
                    <a:pt x="2394" y="15288"/>
                    <a:pt x="2406" y="15276"/>
                  </a:cubicBezTo>
                  <a:cubicBezTo>
                    <a:pt x="2406" y="15264"/>
                    <a:pt x="2406" y="15240"/>
                    <a:pt x="2406" y="15228"/>
                  </a:cubicBezTo>
                  <a:cubicBezTo>
                    <a:pt x="2418" y="15204"/>
                    <a:pt x="2406" y="15192"/>
                    <a:pt x="2418" y="15180"/>
                  </a:cubicBezTo>
                  <a:cubicBezTo>
                    <a:pt x="2430" y="15157"/>
                    <a:pt x="2418" y="15145"/>
                    <a:pt x="2430" y="15133"/>
                  </a:cubicBezTo>
                  <a:cubicBezTo>
                    <a:pt x="2441" y="15109"/>
                    <a:pt x="2430" y="15097"/>
                    <a:pt x="2430" y="15085"/>
                  </a:cubicBezTo>
                  <a:lnTo>
                    <a:pt x="2430" y="15026"/>
                  </a:lnTo>
                  <a:lnTo>
                    <a:pt x="2430" y="14978"/>
                  </a:lnTo>
                  <a:lnTo>
                    <a:pt x="2430" y="1214"/>
                  </a:lnTo>
                  <a:lnTo>
                    <a:pt x="2430" y="1167"/>
                  </a:lnTo>
                  <a:lnTo>
                    <a:pt x="2430" y="1119"/>
                  </a:lnTo>
                  <a:cubicBezTo>
                    <a:pt x="2430" y="1107"/>
                    <a:pt x="2430" y="1084"/>
                    <a:pt x="2430" y="1072"/>
                  </a:cubicBezTo>
                  <a:cubicBezTo>
                    <a:pt x="2418" y="1060"/>
                    <a:pt x="2418" y="1036"/>
                    <a:pt x="2418" y="1024"/>
                  </a:cubicBezTo>
                  <a:cubicBezTo>
                    <a:pt x="2418" y="1012"/>
                    <a:pt x="2418" y="988"/>
                    <a:pt x="2418" y="976"/>
                  </a:cubicBezTo>
                  <a:cubicBezTo>
                    <a:pt x="2418" y="964"/>
                    <a:pt x="2406" y="941"/>
                    <a:pt x="2406" y="929"/>
                  </a:cubicBezTo>
                  <a:cubicBezTo>
                    <a:pt x="2406" y="905"/>
                    <a:pt x="2406" y="893"/>
                    <a:pt x="2394" y="881"/>
                  </a:cubicBezTo>
                  <a:cubicBezTo>
                    <a:pt x="2382" y="869"/>
                    <a:pt x="2382" y="845"/>
                    <a:pt x="2382" y="833"/>
                  </a:cubicBezTo>
                  <a:cubicBezTo>
                    <a:pt x="2382" y="810"/>
                    <a:pt x="2370" y="798"/>
                    <a:pt x="2358" y="786"/>
                  </a:cubicBezTo>
                  <a:cubicBezTo>
                    <a:pt x="2358" y="762"/>
                    <a:pt x="2346" y="750"/>
                    <a:pt x="2346" y="738"/>
                  </a:cubicBezTo>
                  <a:cubicBezTo>
                    <a:pt x="2346" y="714"/>
                    <a:pt x="2322" y="703"/>
                    <a:pt x="2322" y="691"/>
                  </a:cubicBezTo>
                  <a:lnTo>
                    <a:pt x="2299" y="643"/>
                  </a:lnTo>
                  <a:cubicBezTo>
                    <a:pt x="2287" y="619"/>
                    <a:pt x="2275" y="607"/>
                    <a:pt x="2263" y="595"/>
                  </a:cubicBezTo>
                  <a:cubicBezTo>
                    <a:pt x="2251" y="572"/>
                    <a:pt x="2251" y="560"/>
                    <a:pt x="2239" y="548"/>
                  </a:cubicBezTo>
                  <a:lnTo>
                    <a:pt x="2203" y="500"/>
                  </a:lnTo>
                  <a:lnTo>
                    <a:pt x="2168" y="452"/>
                  </a:lnTo>
                  <a:lnTo>
                    <a:pt x="2120" y="393"/>
                  </a:lnTo>
                  <a:cubicBezTo>
                    <a:pt x="2108" y="381"/>
                    <a:pt x="2096" y="369"/>
                    <a:pt x="2072" y="345"/>
                  </a:cubicBezTo>
                  <a:lnTo>
                    <a:pt x="2025" y="298"/>
                  </a:lnTo>
                  <a:cubicBezTo>
                    <a:pt x="2001" y="286"/>
                    <a:pt x="1989" y="274"/>
                    <a:pt x="1965" y="250"/>
                  </a:cubicBezTo>
                  <a:lnTo>
                    <a:pt x="1894" y="202"/>
                  </a:lnTo>
                  <a:lnTo>
                    <a:pt x="1822" y="155"/>
                  </a:lnTo>
                  <a:cubicBezTo>
                    <a:pt x="1787" y="143"/>
                    <a:pt x="1751" y="119"/>
                    <a:pt x="1715" y="107"/>
                  </a:cubicBezTo>
                  <a:cubicBezTo>
                    <a:pt x="1679" y="95"/>
                    <a:pt x="1632" y="71"/>
                    <a:pt x="1596" y="60"/>
                  </a:cubicBezTo>
                  <a:cubicBezTo>
                    <a:pt x="1513" y="36"/>
                    <a:pt x="1429" y="12"/>
                    <a:pt x="1346" y="12"/>
                  </a:cubicBezTo>
                  <a:cubicBezTo>
                    <a:pt x="1310" y="0"/>
                    <a:pt x="1263" y="0"/>
                    <a:pt x="121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2"/>
            <p:cNvSpPr/>
            <p:nvPr/>
          </p:nvSpPr>
          <p:spPr>
            <a:xfrm>
              <a:off x="6195500" y="-169612"/>
              <a:ext cx="142932" cy="125041"/>
            </a:xfrm>
            <a:custGeom>
              <a:avLst/>
              <a:gdLst/>
              <a:ahLst/>
              <a:cxnLst/>
              <a:rect l="l" t="t" r="r" b="b"/>
              <a:pathLst>
                <a:path w="4370" h="3823" extrusionOk="0">
                  <a:moveTo>
                    <a:pt x="1143" y="0"/>
                  </a:moveTo>
                  <a:cubicBezTo>
                    <a:pt x="512" y="0"/>
                    <a:pt x="12" y="512"/>
                    <a:pt x="0" y="1131"/>
                  </a:cubicBezTo>
                  <a:lnTo>
                    <a:pt x="0" y="2679"/>
                  </a:lnTo>
                  <a:cubicBezTo>
                    <a:pt x="12" y="3310"/>
                    <a:pt x="512" y="3810"/>
                    <a:pt x="1143" y="3822"/>
                  </a:cubicBezTo>
                  <a:lnTo>
                    <a:pt x="3227" y="3822"/>
                  </a:lnTo>
                  <a:cubicBezTo>
                    <a:pt x="3858" y="3810"/>
                    <a:pt x="4358" y="3310"/>
                    <a:pt x="4370" y="2679"/>
                  </a:cubicBezTo>
                  <a:lnTo>
                    <a:pt x="4370" y="1131"/>
                  </a:lnTo>
                  <a:cubicBezTo>
                    <a:pt x="4358" y="512"/>
                    <a:pt x="3858" y="0"/>
                    <a:pt x="3227" y="0"/>
                  </a:cubicBezTo>
                  <a:close/>
                </a:path>
              </a:pathLst>
            </a:custGeom>
            <a:solidFill>
              <a:srgbClr val="821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52;p2"/>
            <p:cNvSpPr/>
            <p:nvPr/>
          </p:nvSpPr>
          <p:spPr>
            <a:xfrm>
              <a:off x="6195500" y="277825"/>
              <a:ext cx="142932" cy="124648"/>
            </a:xfrm>
            <a:custGeom>
              <a:avLst/>
              <a:gdLst/>
              <a:ahLst/>
              <a:cxnLst/>
              <a:rect l="l" t="t" r="r" b="b"/>
              <a:pathLst>
                <a:path w="4370" h="3811" extrusionOk="0">
                  <a:moveTo>
                    <a:pt x="1143" y="0"/>
                  </a:moveTo>
                  <a:cubicBezTo>
                    <a:pt x="512" y="0"/>
                    <a:pt x="12" y="512"/>
                    <a:pt x="0" y="1132"/>
                  </a:cubicBezTo>
                  <a:lnTo>
                    <a:pt x="0" y="2679"/>
                  </a:lnTo>
                  <a:cubicBezTo>
                    <a:pt x="12" y="3310"/>
                    <a:pt x="512" y="3810"/>
                    <a:pt x="1143" y="3810"/>
                  </a:cubicBezTo>
                  <a:lnTo>
                    <a:pt x="3227" y="3810"/>
                  </a:lnTo>
                  <a:cubicBezTo>
                    <a:pt x="3858" y="3810"/>
                    <a:pt x="4358" y="3310"/>
                    <a:pt x="4370" y="2679"/>
                  </a:cubicBezTo>
                  <a:lnTo>
                    <a:pt x="4370" y="1132"/>
                  </a:lnTo>
                  <a:cubicBezTo>
                    <a:pt x="4358" y="512"/>
                    <a:pt x="3858" y="0"/>
                    <a:pt x="3227" y="0"/>
                  </a:cubicBezTo>
                  <a:close/>
                </a:path>
              </a:pathLst>
            </a:custGeom>
            <a:solidFill>
              <a:srgbClr val="821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2"/>
            <p:cNvSpPr/>
            <p:nvPr/>
          </p:nvSpPr>
          <p:spPr>
            <a:xfrm>
              <a:off x="6218461" y="-148189"/>
              <a:ext cx="80264" cy="529240"/>
            </a:xfrm>
            <a:custGeom>
              <a:avLst/>
              <a:gdLst/>
              <a:ahLst/>
              <a:cxnLst/>
              <a:rect l="l" t="t" r="r" b="b"/>
              <a:pathLst>
                <a:path w="2454" h="16181" extrusionOk="0">
                  <a:moveTo>
                    <a:pt x="1227" y="0"/>
                  </a:moveTo>
                  <a:cubicBezTo>
                    <a:pt x="929" y="0"/>
                    <a:pt x="632" y="119"/>
                    <a:pt x="417" y="310"/>
                  </a:cubicBezTo>
                  <a:lnTo>
                    <a:pt x="394" y="333"/>
                  </a:lnTo>
                  <a:cubicBezTo>
                    <a:pt x="358" y="369"/>
                    <a:pt x="334" y="393"/>
                    <a:pt x="298" y="429"/>
                  </a:cubicBezTo>
                  <a:cubicBezTo>
                    <a:pt x="286" y="452"/>
                    <a:pt x="263" y="476"/>
                    <a:pt x="251" y="500"/>
                  </a:cubicBezTo>
                  <a:cubicBezTo>
                    <a:pt x="227" y="524"/>
                    <a:pt x="203" y="560"/>
                    <a:pt x="179" y="595"/>
                  </a:cubicBezTo>
                  <a:cubicBezTo>
                    <a:pt x="167" y="631"/>
                    <a:pt x="144" y="655"/>
                    <a:pt x="132" y="691"/>
                  </a:cubicBezTo>
                  <a:cubicBezTo>
                    <a:pt x="120" y="726"/>
                    <a:pt x="96" y="750"/>
                    <a:pt x="84" y="786"/>
                  </a:cubicBezTo>
                  <a:cubicBezTo>
                    <a:pt x="72" y="833"/>
                    <a:pt x="60" y="869"/>
                    <a:pt x="48" y="917"/>
                  </a:cubicBezTo>
                  <a:cubicBezTo>
                    <a:pt x="48" y="941"/>
                    <a:pt x="36" y="964"/>
                    <a:pt x="24" y="1000"/>
                  </a:cubicBezTo>
                  <a:cubicBezTo>
                    <a:pt x="13" y="1072"/>
                    <a:pt x="1" y="1143"/>
                    <a:pt x="1" y="1226"/>
                  </a:cubicBezTo>
                  <a:lnTo>
                    <a:pt x="1" y="14954"/>
                  </a:lnTo>
                  <a:cubicBezTo>
                    <a:pt x="1" y="15633"/>
                    <a:pt x="548" y="16181"/>
                    <a:pt x="1227" y="16181"/>
                  </a:cubicBezTo>
                  <a:cubicBezTo>
                    <a:pt x="1310" y="16181"/>
                    <a:pt x="1406" y="16169"/>
                    <a:pt x="1489" y="16157"/>
                  </a:cubicBezTo>
                  <a:lnTo>
                    <a:pt x="1525" y="16145"/>
                  </a:lnTo>
                  <a:cubicBezTo>
                    <a:pt x="1596" y="16121"/>
                    <a:pt x="1656" y="16097"/>
                    <a:pt x="1727" y="16073"/>
                  </a:cubicBezTo>
                  <a:lnTo>
                    <a:pt x="1739" y="16073"/>
                  </a:lnTo>
                  <a:cubicBezTo>
                    <a:pt x="1882" y="16002"/>
                    <a:pt x="2013" y="15907"/>
                    <a:pt x="2120" y="15788"/>
                  </a:cubicBezTo>
                  <a:cubicBezTo>
                    <a:pt x="2334" y="15561"/>
                    <a:pt x="2453" y="15276"/>
                    <a:pt x="2453" y="14966"/>
                  </a:cubicBezTo>
                  <a:lnTo>
                    <a:pt x="2453" y="1226"/>
                  </a:lnTo>
                  <a:cubicBezTo>
                    <a:pt x="2453" y="548"/>
                    <a:pt x="1906" y="0"/>
                    <a:pt x="1227" y="0"/>
                  </a:cubicBezTo>
                  <a:close/>
                </a:path>
              </a:pathLst>
            </a:custGeom>
            <a:solidFill>
              <a:srgbClr val="272425">
                <a:alpha val="200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54;p2"/>
            <p:cNvSpPr/>
            <p:nvPr/>
          </p:nvSpPr>
          <p:spPr>
            <a:xfrm>
              <a:off x="6230922" y="-148189"/>
              <a:ext cx="78694" cy="529240"/>
            </a:xfrm>
            <a:custGeom>
              <a:avLst/>
              <a:gdLst/>
              <a:ahLst/>
              <a:cxnLst/>
              <a:rect l="l" t="t" r="r" b="b"/>
              <a:pathLst>
                <a:path w="2406" h="16181" extrusionOk="0">
                  <a:moveTo>
                    <a:pt x="1120" y="0"/>
                  </a:moveTo>
                  <a:cubicBezTo>
                    <a:pt x="1036" y="0"/>
                    <a:pt x="941" y="24"/>
                    <a:pt x="858" y="48"/>
                  </a:cubicBezTo>
                  <a:cubicBezTo>
                    <a:pt x="822" y="60"/>
                    <a:pt x="775" y="71"/>
                    <a:pt x="727" y="83"/>
                  </a:cubicBezTo>
                  <a:cubicBezTo>
                    <a:pt x="703" y="107"/>
                    <a:pt x="667" y="119"/>
                    <a:pt x="632" y="131"/>
                  </a:cubicBezTo>
                  <a:cubicBezTo>
                    <a:pt x="596" y="155"/>
                    <a:pt x="584" y="167"/>
                    <a:pt x="548" y="179"/>
                  </a:cubicBezTo>
                  <a:cubicBezTo>
                    <a:pt x="525" y="202"/>
                    <a:pt x="501" y="214"/>
                    <a:pt x="489" y="226"/>
                  </a:cubicBezTo>
                  <a:lnTo>
                    <a:pt x="417" y="274"/>
                  </a:lnTo>
                  <a:lnTo>
                    <a:pt x="370" y="322"/>
                  </a:lnTo>
                  <a:lnTo>
                    <a:pt x="322" y="369"/>
                  </a:lnTo>
                  <a:cubicBezTo>
                    <a:pt x="310" y="381"/>
                    <a:pt x="286" y="393"/>
                    <a:pt x="274" y="417"/>
                  </a:cubicBezTo>
                  <a:lnTo>
                    <a:pt x="239" y="464"/>
                  </a:lnTo>
                  <a:lnTo>
                    <a:pt x="203" y="512"/>
                  </a:lnTo>
                  <a:lnTo>
                    <a:pt x="167" y="560"/>
                  </a:lnTo>
                  <a:cubicBezTo>
                    <a:pt x="155" y="572"/>
                    <a:pt x="155" y="583"/>
                    <a:pt x="144" y="607"/>
                  </a:cubicBezTo>
                  <a:lnTo>
                    <a:pt x="120" y="655"/>
                  </a:lnTo>
                  <a:cubicBezTo>
                    <a:pt x="108" y="667"/>
                    <a:pt x="96" y="679"/>
                    <a:pt x="96" y="703"/>
                  </a:cubicBezTo>
                  <a:cubicBezTo>
                    <a:pt x="84" y="714"/>
                    <a:pt x="72" y="726"/>
                    <a:pt x="72" y="750"/>
                  </a:cubicBezTo>
                  <a:cubicBezTo>
                    <a:pt x="60" y="762"/>
                    <a:pt x="60" y="774"/>
                    <a:pt x="48" y="786"/>
                  </a:cubicBezTo>
                  <a:lnTo>
                    <a:pt x="36" y="833"/>
                  </a:lnTo>
                  <a:lnTo>
                    <a:pt x="24" y="881"/>
                  </a:lnTo>
                  <a:cubicBezTo>
                    <a:pt x="24" y="905"/>
                    <a:pt x="13" y="917"/>
                    <a:pt x="13" y="929"/>
                  </a:cubicBezTo>
                  <a:cubicBezTo>
                    <a:pt x="1" y="953"/>
                    <a:pt x="1" y="964"/>
                    <a:pt x="1" y="976"/>
                  </a:cubicBezTo>
                  <a:lnTo>
                    <a:pt x="1" y="1024"/>
                  </a:lnTo>
                  <a:lnTo>
                    <a:pt x="1" y="1072"/>
                  </a:lnTo>
                  <a:lnTo>
                    <a:pt x="1" y="1119"/>
                  </a:lnTo>
                  <a:lnTo>
                    <a:pt x="1" y="1167"/>
                  </a:lnTo>
                  <a:lnTo>
                    <a:pt x="1" y="1214"/>
                  </a:lnTo>
                  <a:lnTo>
                    <a:pt x="1" y="14954"/>
                  </a:lnTo>
                  <a:lnTo>
                    <a:pt x="1" y="14990"/>
                  </a:lnTo>
                  <a:lnTo>
                    <a:pt x="1" y="15050"/>
                  </a:lnTo>
                  <a:lnTo>
                    <a:pt x="1" y="15097"/>
                  </a:lnTo>
                  <a:lnTo>
                    <a:pt x="1" y="15145"/>
                  </a:lnTo>
                  <a:lnTo>
                    <a:pt x="1" y="15192"/>
                  </a:lnTo>
                  <a:cubicBezTo>
                    <a:pt x="1" y="15204"/>
                    <a:pt x="1" y="15216"/>
                    <a:pt x="13" y="15240"/>
                  </a:cubicBezTo>
                  <a:cubicBezTo>
                    <a:pt x="13" y="15252"/>
                    <a:pt x="13" y="15276"/>
                    <a:pt x="24" y="15288"/>
                  </a:cubicBezTo>
                  <a:cubicBezTo>
                    <a:pt x="36" y="15300"/>
                    <a:pt x="36" y="15323"/>
                    <a:pt x="36" y="15335"/>
                  </a:cubicBezTo>
                  <a:cubicBezTo>
                    <a:pt x="36" y="15347"/>
                    <a:pt x="48" y="15371"/>
                    <a:pt x="60" y="15383"/>
                  </a:cubicBezTo>
                  <a:cubicBezTo>
                    <a:pt x="60" y="15407"/>
                    <a:pt x="60" y="15419"/>
                    <a:pt x="72" y="15431"/>
                  </a:cubicBezTo>
                  <a:cubicBezTo>
                    <a:pt x="84" y="15454"/>
                    <a:pt x="84" y="15466"/>
                    <a:pt x="96" y="15478"/>
                  </a:cubicBezTo>
                  <a:cubicBezTo>
                    <a:pt x="108" y="15502"/>
                    <a:pt x="108" y="15514"/>
                    <a:pt x="120" y="15526"/>
                  </a:cubicBezTo>
                  <a:cubicBezTo>
                    <a:pt x="132" y="15550"/>
                    <a:pt x="144" y="15561"/>
                    <a:pt x="144" y="15585"/>
                  </a:cubicBezTo>
                  <a:cubicBezTo>
                    <a:pt x="155" y="15597"/>
                    <a:pt x="167" y="15609"/>
                    <a:pt x="179" y="15633"/>
                  </a:cubicBezTo>
                  <a:cubicBezTo>
                    <a:pt x="191" y="15645"/>
                    <a:pt x="203" y="15669"/>
                    <a:pt x="215" y="15681"/>
                  </a:cubicBezTo>
                  <a:lnTo>
                    <a:pt x="251" y="15728"/>
                  </a:lnTo>
                  <a:lnTo>
                    <a:pt x="298" y="15776"/>
                  </a:lnTo>
                  <a:lnTo>
                    <a:pt x="334" y="15823"/>
                  </a:lnTo>
                  <a:lnTo>
                    <a:pt x="394" y="15871"/>
                  </a:lnTo>
                  <a:cubicBezTo>
                    <a:pt x="417" y="15895"/>
                    <a:pt x="429" y="15907"/>
                    <a:pt x="453" y="15931"/>
                  </a:cubicBezTo>
                  <a:cubicBezTo>
                    <a:pt x="477" y="15942"/>
                    <a:pt x="501" y="15966"/>
                    <a:pt x="525" y="15978"/>
                  </a:cubicBezTo>
                  <a:cubicBezTo>
                    <a:pt x="584" y="16014"/>
                    <a:pt x="644" y="16050"/>
                    <a:pt x="703" y="16073"/>
                  </a:cubicBezTo>
                  <a:cubicBezTo>
                    <a:pt x="751" y="16097"/>
                    <a:pt x="798" y="16109"/>
                    <a:pt x="834" y="16121"/>
                  </a:cubicBezTo>
                  <a:cubicBezTo>
                    <a:pt x="953" y="16157"/>
                    <a:pt x="1072" y="16181"/>
                    <a:pt x="1191" y="16181"/>
                  </a:cubicBezTo>
                  <a:lnTo>
                    <a:pt x="1203" y="16181"/>
                  </a:lnTo>
                  <a:cubicBezTo>
                    <a:pt x="1310" y="16181"/>
                    <a:pt x="1417" y="16169"/>
                    <a:pt x="1525" y="16133"/>
                  </a:cubicBezTo>
                  <a:cubicBezTo>
                    <a:pt x="1572" y="16121"/>
                    <a:pt x="1620" y="16109"/>
                    <a:pt x="1656" y="16085"/>
                  </a:cubicBezTo>
                  <a:cubicBezTo>
                    <a:pt x="1691" y="16073"/>
                    <a:pt x="1727" y="16062"/>
                    <a:pt x="1763" y="16038"/>
                  </a:cubicBezTo>
                  <a:lnTo>
                    <a:pt x="1846" y="15990"/>
                  </a:lnTo>
                  <a:lnTo>
                    <a:pt x="1918" y="15942"/>
                  </a:lnTo>
                  <a:cubicBezTo>
                    <a:pt x="1941" y="15931"/>
                    <a:pt x="1953" y="15919"/>
                    <a:pt x="1977" y="15907"/>
                  </a:cubicBezTo>
                  <a:lnTo>
                    <a:pt x="2037" y="15859"/>
                  </a:lnTo>
                  <a:lnTo>
                    <a:pt x="2084" y="15812"/>
                  </a:lnTo>
                  <a:lnTo>
                    <a:pt x="2120" y="15752"/>
                  </a:lnTo>
                  <a:cubicBezTo>
                    <a:pt x="2144" y="15740"/>
                    <a:pt x="2156" y="15728"/>
                    <a:pt x="2168" y="15704"/>
                  </a:cubicBezTo>
                  <a:cubicBezTo>
                    <a:pt x="2179" y="15692"/>
                    <a:pt x="2191" y="15681"/>
                    <a:pt x="2203" y="15657"/>
                  </a:cubicBezTo>
                  <a:lnTo>
                    <a:pt x="2227" y="15609"/>
                  </a:lnTo>
                  <a:lnTo>
                    <a:pt x="2263" y="15561"/>
                  </a:lnTo>
                  <a:cubicBezTo>
                    <a:pt x="2275" y="15550"/>
                    <a:pt x="2275" y="15538"/>
                    <a:pt x="2287" y="15514"/>
                  </a:cubicBezTo>
                  <a:cubicBezTo>
                    <a:pt x="2299" y="15502"/>
                    <a:pt x="2299" y="15478"/>
                    <a:pt x="2310" y="15466"/>
                  </a:cubicBezTo>
                  <a:cubicBezTo>
                    <a:pt x="2310" y="15454"/>
                    <a:pt x="2322" y="15431"/>
                    <a:pt x="2334" y="15419"/>
                  </a:cubicBezTo>
                  <a:cubicBezTo>
                    <a:pt x="2334" y="15407"/>
                    <a:pt x="2346" y="15383"/>
                    <a:pt x="2346" y="15371"/>
                  </a:cubicBezTo>
                  <a:cubicBezTo>
                    <a:pt x="2346" y="15359"/>
                    <a:pt x="2358" y="15335"/>
                    <a:pt x="2370" y="15323"/>
                  </a:cubicBezTo>
                  <a:lnTo>
                    <a:pt x="2382" y="15276"/>
                  </a:lnTo>
                  <a:cubicBezTo>
                    <a:pt x="2382" y="15264"/>
                    <a:pt x="2394" y="15240"/>
                    <a:pt x="2394" y="15228"/>
                  </a:cubicBezTo>
                  <a:lnTo>
                    <a:pt x="2406" y="15180"/>
                  </a:lnTo>
                  <a:cubicBezTo>
                    <a:pt x="2406" y="15157"/>
                    <a:pt x="2406" y="15145"/>
                    <a:pt x="2406" y="15133"/>
                  </a:cubicBezTo>
                  <a:lnTo>
                    <a:pt x="2406" y="15085"/>
                  </a:lnTo>
                  <a:lnTo>
                    <a:pt x="2406" y="15026"/>
                  </a:lnTo>
                  <a:lnTo>
                    <a:pt x="2406" y="14978"/>
                  </a:lnTo>
                  <a:cubicBezTo>
                    <a:pt x="2406" y="14978"/>
                    <a:pt x="2406" y="14966"/>
                    <a:pt x="2406" y="14954"/>
                  </a:cubicBezTo>
                  <a:lnTo>
                    <a:pt x="2406" y="1214"/>
                  </a:lnTo>
                  <a:lnTo>
                    <a:pt x="2394" y="1214"/>
                  </a:lnTo>
                  <a:lnTo>
                    <a:pt x="2394" y="1167"/>
                  </a:lnTo>
                  <a:lnTo>
                    <a:pt x="2394" y="1119"/>
                  </a:lnTo>
                  <a:lnTo>
                    <a:pt x="2394" y="1072"/>
                  </a:lnTo>
                  <a:cubicBezTo>
                    <a:pt x="2394" y="1060"/>
                    <a:pt x="2394" y="1036"/>
                    <a:pt x="2394" y="1024"/>
                  </a:cubicBezTo>
                  <a:lnTo>
                    <a:pt x="2394" y="976"/>
                  </a:lnTo>
                  <a:cubicBezTo>
                    <a:pt x="2394" y="964"/>
                    <a:pt x="2382" y="941"/>
                    <a:pt x="2382" y="929"/>
                  </a:cubicBezTo>
                  <a:cubicBezTo>
                    <a:pt x="2382" y="917"/>
                    <a:pt x="2382" y="893"/>
                    <a:pt x="2370" y="881"/>
                  </a:cubicBezTo>
                  <a:cubicBezTo>
                    <a:pt x="2370" y="869"/>
                    <a:pt x="2358" y="845"/>
                    <a:pt x="2358" y="833"/>
                  </a:cubicBezTo>
                  <a:lnTo>
                    <a:pt x="2334" y="786"/>
                  </a:lnTo>
                  <a:lnTo>
                    <a:pt x="2322" y="738"/>
                  </a:lnTo>
                  <a:cubicBezTo>
                    <a:pt x="2322" y="714"/>
                    <a:pt x="2299" y="703"/>
                    <a:pt x="2299" y="691"/>
                  </a:cubicBezTo>
                  <a:lnTo>
                    <a:pt x="2275" y="643"/>
                  </a:lnTo>
                  <a:cubicBezTo>
                    <a:pt x="2263" y="619"/>
                    <a:pt x="2251" y="607"/>
                    <a:pt x="2239" y="595"/>
                  </a:cubicBezTo>
                  <a:lnTo>
                    <a:pt x="2215" y="548"/>
                  </a:lnTo>
                  <a:cubicBezTo>
                    <a:pt x="2203" y="524"/>
                    <a:pt x="2191" y="512"/>
                    <a:pt x="2179" y="500"/>
                  </a:cubicBezTo>
                  <a:cubicBezTo>
                    <a:pt x="2168" y="476"/>
                    <a:pt x="2156" y="464"/>
                    <a:pt x="2144" y="452"/>
                  </a:cubicBezTo>
                  <a:lnTo>
                    <a:pt x="2096" y="393"/>
                  </a:lnTo>
                  <a:lnTo>
                    <a:pt x="2060" y="345"/>
                  </a:lnTo>
                  <a:lnTo>
                    <a:pt x="2001" y="298"/>
                  </a:lnTo>
                  <a:cubicBezTo>
                    <a:pt x="1977" y="286"/>
                    <a:pt x="1965" y="274"/>
                    <a:pt x="1941" y="250"/>
                  </a:cubicBezTo>
                  <a:lnTo>
                    <a:pt x="1882" y="202"/>
                  </a:lnTo>
                  <a:lnTo>
                    <a:pt x="1798" y="155"/>
                  </a:lnTo>
                  <a:cubicBezTo>
                    <a:pt x="1763" y="143"/>
                    <a:pt x="1727" y="119"/>
                    <a:pt x="1703" y="107"/>
                  </a:cubicBezTo>
                  <a:cubicBezTo>
                    <a:pt x="1656" y="95"/>
                    <a:pt x="1608" y="71"/>
                    <a:pt x="1572" y="60"/>
                  </a:cubicBezTo>
                  <a:cubicBezTo>
                    <a:pt x="1489" y="36"/>
                    <a:pt x="1406" y="12"/>
                    <a:pt x="1322" y="12"/>
                  </a:cubicBezTo>
                  <a:cubicBezTo>
                    <a:pt x="1287" y="0"/>
                    <a:pt x="1239" y="0"/>
                    <a:pt x="12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p2"/>
            <p:cNvSpPr/>
            <p:nvPr/>
          </p:nvSpPr>
          <p:spPr>
            <a:xfrm>
              <a:off x="7819390" y="-169612"/>
              <a:ext cx="142539" cy="125041"/>
            </a:xfrm>
            <a:custGeom>
              <a:avLst/>
              <a:gdLst/>
              <a:ahLst/>
              <a:cxnLst/>
              <a:rect l="l" t="t" r="r" b="b"/>
              <a:pathLst>
                <a:path w="4358" h="3823" extrusionOk="0">
                  <a:moveTo>
                    <a:pt x="1143" y="0"/>
                  </a:moveTo>
                  <a:cubicBezTo>
                    <a:pt x="512" y="0"/>
                    <a:pt x="0" y="512"/>
                    <a:pt x="0" y="1131"/>
                  </a:cubicBezTo>
                  <a:lnTo>
                    <a:pt x="0" y="2679"/>
                  </a:lnTo>
                  <a:cubicBezTo>
                    <a:pt x="0" y="3310"/>
                    <a:pt x="512" y="3810"/>
                    <a:pt x="1143" y="3822"/>
                  </a:cubicBezTo>
                  <a:lnTo>
                    <a:pt x="3227" y="3822"/>
                  </a:lnTo>
                  <a:cubicBezTo>
                    <a:pt x="3858" y="3810"/>
                    <a:pt x="4358" y="3310"/>
                    <a:pt x="4358" y="2679"/>
                  </a:cubicBezTo>
                  <a:lnTo>
                    <a:pt x="4358" y="1131"/>
                  </a:lnTo>
                  <a:cubicBezTo>
                    <a:pt x="4358" y="512"/>
                    <a:pt x="3858" y="0"/>
                    <a:pt x="3227" y="0"/>
                  </a:cubicBezTo>
                  <a:close/>
                </a:path>
              </a:pathLst>
            </a:custGeom>
            <a:solidFill>
              <a:srgbClr val="821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2"/>
            <p:cNvSpPr/>
            <p:nvPr/>
          </p:nvSpPr>
          <p:spPr>
            <a:xfrm>
              <a:off x="7819390" y="277825"/>
              <a:ext cx="142539" cy="124648"/>
            </a:xfrm>
            <a:custGeom>
              <a:avLst/>
              <a:gdLst/>
              <a:ahLst/>
              <a:cxnLst/>
              <a:rect l="l" t="t" r="r" b="b"/>
              <a:pathLst>
                <a:path w="4358" h="3811" extrusionOk="0">
                  <a:moveTo>
                    <a:pt x="1143" y="0"/>
                  </a:moveTo>
                  <a:cubicBezTo>
                    <a:pt x="512" y="0"/>
                    <a:pt x="0" y="512"/>
                    <a:pt x="0" y="1132"/>
                  </a:cubicBezTo>
                  <a:lnTo>
                    <a:pt x="0" y="2679"/>
                  </a:lnTo>
                  <a:cubicBezTo>
                    <a:pt x="0" y="3298"/>
                    <a:pt x="512" y="3810"/>
                    <a:pt x="1143" y="3810"/>
                  </a:cubicBezTo>
                  <a:lnTo>
                    <a:pt x="3227" y="3810"/>
                  </a:lnTo>
                  <a:cubicBezTo>
                    <a:pt x="3846" y="3810"/>
                    <a:pt x="4358" y="3298"/>
                    <a:pt x="4358" y="2679"/>
                  </a:cubicBezTo>
                  <a:lnTo>
                    <a:pt x="4358" y="1132"/>
                  </a:lnTo>
                  <a:cubicBezTo>
                    <a:pt x="4358" y="512"/>
                    <a:pt x="3846" y="0"/>
                    <a:pt x="3227" y="0"/>
                  </a:cubicBezTo>
                  <a:close/>
                </a:path>
              </a:pathLst>
            </a:custGeom>
            <a:solidFill>
              <a:srgbClr val="821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2"/>
            <p:cNvSpPr/>
            <p:nvPr/>
          </p:nvSpPr>
          <p:spPr>
            <a:xfrm>
              <a:off x="7842350" y="-148189"/>
              <a:ext cx="80264" cy="529240"/>
            </a:xfrm>
            <a:custGeom>
              <a:avLst/>
              <a:gdLst/>
              <a:ahLst/>
              <a:cxnLst/>
              <a:rect l="l" t="t" r="r" b="b"/>
              <a:pathLst>
                <a:path w="2454" h="16181" extrusionOk="0">
                  <a:moveTo>
                    <a:pt x="1227" y="0"/>
                  </a:moveTo>
                  <a:cubicBezTo>
                    <a:pt x="929" y="0"/>
                    <a:pt x="632" y="119"/>
                    <a:pt x="417" y="310"/>
                  </a:cubicBezTo>
                  <a:lnTo>
                    <a:pt x="394" y="333"/>
                  </a:lnTo>
                  <a:cubicBezTo>
                    <a:pt x="358" y="369"/>
                    <a:pt x="322" y="393"/>
                    <a:pt x="298" y="429"/>
                  </a:cubicBezTo>
                  <a:cubicBezTo>
                    <a:pt x="275" y="452"/>
                    <a:pt x="263" y="476"/>
                    <a:pt x="239" y="500"/>
                  </a:cubicBezTo>
                  <a:cubicBezTo>
                    <a:pt x="227" y="524"/>
                    <a:pt x="203" y="560"/>
                    <a:pt x="179" y="595"/>
                  </a:cubicBezTo>
                  <a:cubicBezTo>
                    <a:pt x="155" y="631"/>
                    <a:pt x="144" y="655"/>
                    <a:pt x="132" y="691"/>
                  </a:cubicBezTo>
                  <a:cubicBezTo>
                    <a:pt x="108" y="726"/>
                    <a:pt x="96" y="750"/>
                    <a:pt x="84" y="786"/>
                  </a:cubicBezTo>
                  <a:cubicBezTo>
                    <a:pt x="72" y="833"/>
                    <a:pt x="60" y="869"/>
                    <a:pt x="48" y="917"/>
                  </a:cubicBezTo>
                  <a:cubicBezTo>
                    <a:pt x="36" y="941"/>
                    <a:pt x="25" y="964"/>
                    <a:pt x="25" y="1000"/>
                  </a:cubicBezTo>
                  <a:cubicBezTo>
                    <a:pt x="13" y="1072"/>
                    <a:pt x="1" y="1143"/>
                    <a:pt x="1" y="1226"/>
                  </a:cubicBezTo>
                  <a:lnTo>
                    <a:pt x="1" y="14954"/>
                  </a:lnTo>
                  <a:cubicBezTo>
                    <a:pt x="1" y="15633"/>
                    <a:pt x="548" y="16181"/>
                    <a:pt x="1227" y="16181"/>
                  </a:cubicBezTo>
                  <a:cubicBezTo>
                    <a:pt x="1310" y="16181"/>
                    <a:pt x="1394" y="16169"/>
                    <a:pt x="1477" y="16157"/>
                  </a:cubicBezTo>
                  <a:lnTo>
                    <a:pt x="1525" y="16145"/>
                  </a:lnTo>
                  <a:cubicBezTo>
                    <a:pt x="1584" y="16121"/>
                    <a:pt x="1656" y="16097"/>
                    <a:pt x="1727" y="16073"/>
                  </a:cubicBezTo>
                  <a:lnTo>
                    <a:pt x="1739" y="16073"/>
                  </a:lnTo>
                  <a:cubicBezTo>
                    <a:pt x="1882" y="16002"/>
                    <a:pt x="2013" y="15907"/>
                    <a:pt x="2120" y="15788"/>
                  </a:cubicBezTo>
                  <a:cubicBezTo>
                    <a:pt x="2334" y="15561"/>
                    <a:pt x="2453" y="15276"/>
                    <a:pt x="2453" y="14966"/>
                  </a:cubicBezTo>
                  <a:lnTo>
                    <a:pt x="2453" y="1226"/>
                  </a:lnTo>
                  <a:cubicBezTo>
                    <a:pt x="2453" y="548"/>
                    <a:pt x="1906" y="0"/>
                    <a:pt x="1227" y="0"/>
                  </a:cubicBezTo>
                  <a:close/>
                </a:path>
              </a:pathLst>
            </a:custGeom>
            <a:solidFill>
              <a:srgbClr val="272425">
                <a:alpha val="200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2"/>
            <p:cNvSpPr/>
            <p:nvPr/>
          </p:nvSpPr>
          <p:spPr>
            <a:xfrm>
              <a:off x="7854027" y="-148189"/>
              <a:ext cx="79087" cy="529240"/>
            </a:xfrm>
            <a:custGeom>
              <a:avLst/>
              <a:gdLst/>
              <a:ahLst/>
              <a:cxnLst/>
              <a:rect l="l" t="t" r="r" b="b"/>
              <a:pathLst>
                <a:path w="2418" h="16181" extrusionOk="0">
                  <a:moveTo>
                    <a:pt x="1132" y="0"/>
                  </a:moveTo>
                  <a:cubicBezTo>
                    <a:pt x="1049" y="0"/>
                    <a:pt x="965" y="24"/>
                    <a:pt x="882" y="48"/>
                  </a:cubicBezTo>
                  <a:cubicBezTo>
                    <a:pt x="834" y="60"/>
                    <a:pt x="787" y="71"/>
                    <a:pt x="739" y="83"/>
                  </a:cubicBezTo>
                  <a:cubicBezTo>
                    <a:pt x="715" y="107"/>
                    <a:pt x="680" y="119"/>
                    <a:pt x="644" y="131"/>
                  </a:cubicBezTo>
                  <a:cubicBezTo>
                    <a:pt x="620" y="155"/>
                    <a:pt x="596" y="167"/>
                    <a:pt x="572" y="179"/>
                  </a:cubicBezTo>
                  <a:cubicBezTo>
                    <a:pt x="537" y="202"/>
                    <a:pt x="525" y="214"/>
                    <a:pt x="501" y="226"/>
                  </a:cubicBezTo>
                  <a:lnTo>
                    <a:pt x="430" y="274"/>
                  </a:lnTo>
                  <a:lnTo>
                    <a:pt x="382" y="322"/>
                  </a:lnTo>
                  <a:cubicBezTo>
                    <a:pt x="370" y="333"/>
                    <a:pt x="346" y="357"/>
                    <a:pt x="334" y="369"/>
                  </a:cubicBezTo>
                  <a:lnTo>
                    <a:pt x="287" y="417"/>
                  </a:lnTo>
                  <a:cubicBezTo>
                    <a:pt x="275" y="429"/>
                    <a:pt x="263" y="441"/>
                    <a:pt x="251" y="464"/>
                  </a:cubicBezTo>
                  <a:lnTo>
                    <a:pt x="215" y="512"/>
                  </a:lnTo>
                  <a:lnTo>
                    <a:pt x="179" y="560"/>
                  </a:lnTo>
                  <a:lnTo>
                    <a:pt x="156" y="607"/>
                  </a:lnTo>
                  <a:lnTo>
                    <a:pt x="132" y="655"/>
                  </a:lnTo>
                  <a:lnTo>
                    <a:pt x="108" y="703"/>
                  </a:lnTo>
                  <a:cubicBezTo>
                    <a:pt x="108" y="714"/>
                    <a:pt x="96" y="726"/>
                    <a:pt x="84" y="750"/>
                  </a:cubicBezTo>
                  <a:cubicBezTo>
                    <a:pt x="72" y="762"/>
                    <a:pt x="72" y="774"/>
                    <a:pt x="60" y="786"/>
                  </a:cubicBezTo>
                  <a:lnTo>
                    <a:pt x="49" y="833"/>
                  </a:lnTo>
                  <a:lnTo>
                    <a:pt x="37" y="881"/>
                  </a:lnTo>
                  <a:cubicBezTo>
                    <a:pt x="37" y="905"/>
                    <a:pt x="25" y="917"/>
                    <a:pt x="25" y="929"/>
                  </a:cubicBezTo>
                  <a:cubicBezTo>
                    <a:pt x="13" y="953"/>
                    <a:pt x="13" y="964"/>
                    <a:pt x="13" y="976"/>
                  </a:cubicBezTo>
                  <a:lnTo>
                    <a:pt x="13" y="1024"/>
                  </a:lnTo>
                  <a:cubicBezTo>
                    <a:pt x="13" y="1048"/>
                    <a:pt x="13" y="1060"/>
                    <a:pt x="1" y="1072"/>
                  </a:cubicBezTo>
                  <a:cubicBezTo>
                    <a:pt x="1" y="1095"/>
                    <a:pt x="1" y="1107"/>
                    <a:pt x="1" y="1119"/>
                  </a:cubicBezTo>
                  <a:lnTo>
                    <a:pt x="1" y="1167"/>
                  </a:lnTo>
                  <a:lnTo>
                    <a:pt x="1" y="1214"/>
                  </a:lnTo>
                  <a:lnTo>
                    <a:pt x="1" y="14954"/>
                  </a:lnTo>
                  <a:cubicBezTo>
                    <a:pt x="1" y="14966"/>
                    <a:pt x="1" y="14978"/>
                    <a:pt x="1" y="14990"/>
                  </a:cubicBezTo>
                  <a:lnTo>
                    <a:pt x="1" y="15050"/>
                  </a:lnTo>
                  <a:cubicBezTo>
                    <a:pt x="1" y="15061"/>
                    <a:pt x="1" y="15073"/>
                    <a:pt x="1" y="15097"/>
                  </a:cubicBezTo>
                  <a:cubicBezTo>
                    <a:pt x="1" y="15109"/>
                    <a:pt x="13" y="15121"/>
                    <a:pt x="13" y="15145"/>
                  </a:cubicBezTo>
                  <a:lnTo>
                    <a:pt x="13" y="15192"/>
                  </a:lnTo>
                  <a:cubicBezTo>
                    <a:pt x="13" y="15204"/>
                    <a:pt x="13" y="15216"/>
                    <a:pt x="25" y="15240"/>
                  </a:cubicBezTo>
                  <a:cubicBezTo>
                    <a:pt x="37" y="15252"/>
                    <a:pt x="25" y="15276"/>
                    <a:pt x="37" y="15288"/>
                  </a:cubicBezTo>
                  <a:cubicBezTo>
                    <a:pt x="49" y="15300"/>
                    <a:pt x="49" y="15323"/>
                    <a:pt x="49" y="15335"/>
                  </a:cubicBezTo>
                  <a:lnTo>
                    <a:pt x="60" y="15383"/>
                  </a:lnTo>
                  <a:lnTo>
                    <a:pt x="84" y="15431"/>
                  </a:lnTo>
                  <a:cubicBezTo>
                    <a:pt x="84" y="15454"/>
                    <a:pt x="96" y="15466"/>
                    <a:pt x="108" y="15478"/>
                  </a:cubicBezTo>
                  <a:cubicBezTo>
                    <a:pt x="120" y="15502"/>
                    <a:pt x="120" y="15514"/>
                    <a:pt x="132" y="15526"/>
                  </a:cubicBezTo>
                  <a:cubicBezTo>
                    <a:pt x="144" y="15550"/>
                    <a:pt x="156" y="15561"/>
                    <a:pt x="156" y="15585"/>
                  </a:cubicBezTo>
                  <a:cubicBezTo>
                    <a:pt x="168" y="15597"/>
                    <a:pt x="179" y="15609"/>
                    <a:pt x="191" y="15633"/>
                  </a:cubicBezTo>
                  <a:cubicBezTo>
                    <a:pt x="203" y="15645"/>
                    <a:pt x="215" y="15657"/>
                    <a:pt x="227" y="15681"/>
                  </a:cubicBezTo>
                  <a:cubicBezTo>
                    <a:pt x="239" y="15692"/>
                    <a:pt x="251" y="15716"/>
                    <a:pt x="263" y="15728"/>
                  </a:cubicBezTo>
                  <a:cubicBezTo>
                    <a:pt x="275" y="15740"/>
                    <a:pt x="287" y="15764"/>
                    <a:pt x="310" y="15776"/>
                  </a:cubicBezTo>
                  <a:lnTo>
                    <a:pt x="358" y="15823"/>
                  </a:lnTo>
                  <a:lnTo>
                    <a:pt x="406" y="15871"/>
                  </a:lnTo>
                  <a:cubicBezTo>
                    <a:pt x="430" y="15895"/>
                    <a:pt x="441" y="15907"/>
                    <a:pt x="465" y="15931"/>
                  </a:cubicBezTo>
                  <a:lnTo>
                    <a:pt x="537" y="15978"/>
                  </a:lnTo>
                  <a:cubicBezTo>
                    <a:pt x="560" y="15990"/>
                    <a:pt x="584" y="16014"/>
                    <a:pt x="620" y="16026"/>
                  </a:cubicBezTo>
                  <a:cubicBezTo>
                    <a:pt x="644" y="16050"/>
                    <a:pt x="680" y="16062"/>
                    <a:pt x="715" y="16073"/>
                  </a:cubicBezTo>
                  <a:cubicBezTo>
                    <a:pt x="763" y="16097"/>
                    <a:pt x="811" y="16109"/>
                    <a:pt x="846" y="16121"/>
                  </a:cubicBezTo>
                  <a:cubicBezTo>
                    <a:pt x="965" y="16157"/>
                    <a:pt x="1084" y="16181"/>
                    <a:pt x="1203" y="16181"/>
                  </a:cubicBezTo>
                  <a:lnTo>
                    <a:pt x="1215" y="16181"/>
                  </a:lnTo>
                  <a:cubicBezTo>
                    <a:pt x="1322" y="16181"/>
                    <a:pt x="1430" y="16169"/>
                    <a:pt x="1537" y="16133"/>
                  </a:cubicBezTo>
                  <a:cubicBezTo>
                    <a:pt x="1584" y="16121"/>
                    <a:pt x="1632" y="16109"/>
                    <a:pt x="1680" y="16085"/>
                  </a:cubicBezTo>
                  <a:lnTo>
                    <a:pt x="1751" y="16050"/>
                  </a:lnTo>
                  <a:cubicBezTo>
                    <a:pt x="1775" y="16026"/>
                    <a:pt x="1811" y="16014"/>
                    <a:pt x="1834" y="16002"/>
                  </a:cubicBezTo>
                  <a:lnTo>
                    <a:pt x="1906" y="15954"/>
                  </a:lnTo>
                  <a:cubicBezTo>
                    <a:pt x="1930" y="15931"/>
                    <a:pt x="1954" y="15919"/>
                    <a:pt x="1965" y="15907"/>
                  </a:cubicBezTo>
                  <a:cubicBezTo>
                    <a:pt x="1989" y="15883"/>
                    <a:pt x="2001" y="15871"/>
                    <a:pt x="2025" y="15859"/>
                  </a:cubicBezTo>
                  <a:lnTo>
                    <a:pt x="2073" y="15812"/>
                  </a:lnTo>
                  <a:lnTo>
                    <a:pt x="2108" y="15752"/>
                  </a:lnTo>
                  <a:lnTo>
                    <a:pt x="2156" y="15704"/>
                  </a:lnTo>
                  <a:lnTo>
                    <a:pt x="2192" y="15657"/>
                  </a:lnTo>
                  <a:lnTo>
                    <a:pt x="2215" y="15609"/>
                  </a:lnTo>
                  <a:cubicBezTo>
                    <a:pt x="2227" y="15597"/>
                    <a:pt x="2239" y="15585"/>
                    <a:pt x="2251" y="15561"/>
                  </a:cubicBezTo>
                  <a:cubicBezTo>
                    <a:pt x="2263" y="15550"/>
                    <a:pt x="2263" y="15538"/>
                    <a:pt x="2275" y="15514"/>
                  </a:cubicBezTo>
                  <a:cubicBezTo>
                    <a:pt x="2287" y="15502"/>
                    <a:pt x="2287" y="15478"/>
                    <a:pt x="2299" y="15466"/>
                  </a:cubicBezTo>
                  <a:lnTo>
                    <a:pt x="2323" y="15419"/>
                  </a:lnTo>
                  <a:cubicBezTo>
                    <a:pt x="2323" y="15407"/>
                    <a:pt x="2335" y="15383"/>
                    <a:pt x="2335" y="15371"/>
                  </a:cubicBezTo>
                  <a:cubicBezTo>
                    <a:pt x="2335" y="15359"/>
                    <a:pt x="2346" y="15335"/>
                    <a:pt x="2358" y="15323"/>
                  </a:cubicBezTo>
                  <a:cubicBezTo>
                    <a:pt x="2358" y="15311"/>
                    <a:pt x="2370" y="15288"/>
                    <a:pt x="2370" y="15276"/>
                  </a:cubicBezTo>
                  <a:cubicBezTo>
                    <a:pt x="2370" y="15264"/>
                    <a:pt x="2382" y="15240"/>
                    <a:pt x="2382" y="15228"/>
                  </a:cubicBezTo>
                  <a:cubicBezTo>
                    <a:pt x="2382" y="15204"/>
                    <a:pt x="2382" y="15192"/>
                    <a:pt x="2394" y="15180"/>
                  </a:cubicBezTo>
                  <a:cubicBezTo>
                    <a:pt x="2406" y="15157"/>
                    <a:pt x="2394" y="15145"/>
                    <a:pt x="2394" y="15133"/>
                  </a:cubicBezTo>
                  <a:cubicBezTo>
                    <a:pt x="2406" y="15109"/>
                    <a:pt x="2394" y="15097"/>
                    <a:pt x="2394" y="15085"/>
                  </a:cubicBezTo>
                  <a:lnTo>
                    <a:pt x="2394" y="15026"/>
                  </a:lnTo>
                  <a:lnTo>
                    <a:pt x="2394" y="14978"/>
                  </a:lnTo>
                  <a:lnTo>
                    <a:pt x="2394" y="14954"/>
                  </a:lnTo>
                  <a:lnTo>
                    <a:pt x="2394" y="1226"/>
                  </a:lnTo>
                  <a:cubicBezTo>
                    <a:pt x="2394" y="1226"/>
                    <a:pt x="2418" y="1214"/>
                    <a:pt x="2418" y="1214"/>
                  </a:cubicBezTo>
                  <a:lnTo>
                    <a:pt x="2418" y="1167"/>
                  </a:lnTo>
                  <a:lnTo>
                    <a:pt x="2418" y="1119"/>
                  </a:lnTo>
                  <a:cubicBezTo>
                    <a:pt x="2418" y="1107"/>
                    <a:pt x="2418" y="1084"/>
                    <a:pt x="2418" y="1072"/>
                  </a:cubicBezTo>
                  <a:cubicBezTo>
                    <a:pt x="2418" y="1060"/>
                    <a:pt x="2418" y="1036"/>
                    <a:pt x="2406" y="1024"/>
                  </a:cubicBezTo>
                  <a:cubicBezTo>
                    <a:pt x="2406" y="1012"/>
                    <a:pt x="2406" y="988"/>
                    <a:pt x="2406" y="976"/>
                  </a:cubicBezTo>
                  <a:cubicBezTo>
                    <a:pt x="2406" y="964"/>
                    <a:pt x="2406" y="941"/>
                    <a:pt x="2394" y="929"/>
                  </a:cubicBezTo>
                  <a:cubicBezTo>
                    <a:pt x="2394" y="905"/>
                    <a:pt x="2394" y="893"/>
                    <a:pt x="2382" y="881"/>
                  </a:cubicBezTo>
                  <a:cubicBezTo>
                    <a:pt x="2382" y="869"/>
                    <a:pt x="2370" y="845"/>
                    <a:pt x="2370" y="833"/>
                  </a:cubicBezTo>
                  <a:cubicBezTo>
                    <a:pt x="2370" y="810"/>
                    <a:pt x="2358" y="798"/>
                    <a:pt x="2358" y="786"/>
                  </a:cubicBezTo>
                  <a:cubicBezTo>
                    <a:pt x="2346" y="762"/>
                    <a:pt x="2346" y="750"/>
                    <a:pt x="2335" y="738"/>
                  </a:cubicBezTo>
                  <a:cubicBezTo>
                    <a:pt x="2323" y="714"/>
                    <a:pt x="2323" y="703"/>
                    <a:pt x="2311" y="691"/>
                  </a:cubicBezTo>
                  <a:lnTo>
                    <a:pt x="2287" y="643"/>
                  </a:lnTo>
                  <a:cubicBezTo>
                    <a:pt x="2275" y="619"/>
                    <a:pt x="2263" y="607"/>
                    <a:pt x="2263" y="595"/>
                  </a:cubicBezTo>
                  <a:cubicBezTo>
                    <a:pt x="2251" y="572"/>
                    <a:pt x="2239" y="560"/>
                    <a:pt x="2227" y="548"/>
                  </a:cubicBezTo>
                  <a:lnTo>
                    <a:pt x="2192" y="500"/>
                  </a:lnTo>
                  <a:lnTo>
                    <a:pt x="2156" y="452"/>
                  </a:lnTo>
                  <a:lnTo>
                    <a:pt x="2108" y="393"/>
                  </a:lnTo>
                  <a:cubicBezTo>
                    <a:pt x="2096" y="381"/>
                    <a:pt x="2084" y="369"/>
                    <a:pt x="2073" y="345"/>
                  </a:cubicBezTo>
                  <a:lnTo>
                    <a:pt x="2013" y="298"/>
                  </a:lnTo>
                  <a:cubicBezTo>
                    <a:pt x="2001" y="286"/>
                    <a:pt x="1977" y="274"/>
                    <a:pt x="1954" y="250"/>
                  </a:cubicBezTo>
                  <a:lnTo>
                    <a:pt x="1894" y="202"/>
                  </a:lnTo>
                  <a:lnTo>
                    <a:pt x="1811" y="155"/>
                  </a:lnTo>
                  <a:cubicBezTo>
                    <a:pt x="1775" y="143"/>
                    <a:pt x="1739" y="119"/>
                    <a:pt x="1715" y="107"/>
                  </a:cubicBezTo>
                  <a:cubicBezTo>
                    <a:pt x="1668" y="95"/>
                    <a:pt x="1632" y="71"/>
                    <a:pt x="1584" y="60"/>
                  </a:cubicBezTo>
                  <a:cubicBezTo>
                    <a:pt x="1501" y="36"/>
                    <a:pt x="1418" y="12"/>
                    <a:pt x="1346" y="12"/>
                  </a:cubicBezTo>
                  <a:cubicBezTo>
                    <a:pt x="1299" y="0"/>
                    <a:pt x="1251" y="0"/>
                    <a:pt x="121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2"/>
            <p:cNvSpPr/>
            <p:nvPr/>
          </p:nvSpPr>
          <p:spPr>
            <a:xfrm>
              <a:off x="7449044" y="-169612"/>
              <a:ext cx="142572" cy="125041"/>
            </a:xfrm>
            <a:custGeom>
              <a:avLst/>
              <a:gdLst/>
              <a:ahLst/>
              <a:cxnLst/>
              <a:rect l="l" t="t" r="r" b="b"/>
              <a:pathLst>
                <a:path w="4359" h="3823" extrusionOk="0">
                  <a:moveTo>
                    <a:pt x="1131" y="0"/>
                  </a:moveTo>
                  <a:cubicBezTo>
                    <a:pt x="500" y="0"/>
                    <a:pt x="0" y="512"/>
                    <a:pt x="0" y="1131"/>
                  </a:cubicBezTo>
                  <a:lnTo>
                    <a:pt x="0" y="2679"/>
                  </a:lnTo>
                  <a:cubicBezTo>
                    <a:pt x="0" y="3310"/>
                    <a:pt x="512" y="3822"/>
                    <a:pt x="1143" y="3822"/>
                  </a:cubicBezTo>
                  <a:lnTo>
                    <a:pt x="3227" y="3822"/>
                  </a:lnTo>
                  <a:cubicBezTo>
                    <a:pt x="3846" y="3810"/>
                    <a:pt x="4358" y="3310"/>
                    <a:pt x="4358" y="2679"/>
                  </a:cubicBezTo>
                  <a:lnTo>
                    <a:pt x="4358" y="1131"/>
                  </a:lnTo>
                  <a:cubicBezTo>
                    <a:pt x="4346" y="512"/>
                    <a:pt x="3846" y="0"/>
                    <a:pt x="3215" y="0"/>
                  </a:cubicBezTo>
                  <a:close/>
                </a:path>
              </a:pathLst>
            </a:custGeom>
            <a:solidFill>
              <a:srgbClr val="821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2"/>
            <p:cNvSpPr/>
            <p:nvPr/>
          </p:nvSpPr>
          <p:spPr>
            <a:xfrm>
              <a:off x="7448651" y="277825"/>
              <a:ext cx="142964" cy="124648"/>
            </a:xfrm>
            <a:custGeom>
              <a:avLst/>
              <a:gdLst/>
              <a:ahLst/>
              <a:cxnLst/>
              <a:rect l="l" t="t" r="r" b="b"/>
              <a:pathLst>
                <a:path w="4371" h="3811" extrusionOk="0">
                  <a:moveTo>
                    <a:pt x="1143" y="0"/>
                  </a:moveTo>
                  <a:cubicBezTo>
                    <a:pt x="512" y="0"/>
                    <a:pt x="0" y="501"/>
                    <a:pt x="12" y="1132"/>
                  </a:cubicBezTo>
                  <a:lnTo>
                    <a:pt x="12" y="2679"/>
                  </a:lnTo>
                  <a:cubicBezTo>
                    <a:pt x="12" y="3310"/>
                    <a:pt x="524" y="3810"/>
                    <a:pt x="1143" y="3810"/>
                  </a:cubicBezTo>
                  <a:lnTo>
                    <a:pt x="3227" y="3810"/>
                  </a:lnTo>
                  <a:cubicBezTo>
                    <a:pt x="3858" y="3810"/>
                    <a:pt x="4370" y="3298"/>
                    <a:pt x="4370" y="2679"/>
                  </a:cubicBezTo>
                  <a:lnTo>
                    <a:pt x="4370" y="1132"/>
                  </a:lnTo>
                  <a:cubicBezTo>
                    <a:pt x="4370" y="512"/>
                    <a:pt x="3858" y="0"/>
                    <a:pt x="3227" y="0"/>
                  </a:cubicBezTo>
                  <a:close/>
                </a:path>
              </a:pathLst>
            </a:custGeom>
            <a:solidFill>
              <a:srgbClr val="821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61;p2"/>
            <p:cNvSpPr/>
            <p:nvPr/>
          </p:nvSpPr>
          <p:spPr>
            <a:xfrm>
              <a:off x="7472004" y="-148189"/>
              <a:ext cx="80264" cy="529240"/>
            </a:xfrm>
            <a:custGeom>
              <a:avLst/>
              <a:gdLst/>
              <a:ahLst/>
              <a:cxnLst/>
              <a:rect l="l" t="t" r="r" b="b"/>
              <a:pathLst>
                <a:path w="2454" h="16181" extrusionOk="0">
                  <a:moveTo>
                    <a:pt x="1227" y="0"/>
                  </a:moveTo>
                  <a:cubicBezTo>
                    <a:pt x="930" y="0"/>
                    <a:pt x="632" y="119"/>
                    <a:pt x="418" y="310"/>
                  </a:cubicBezTo>
                  <a:lnTo>
                    <a:pt x="394" y="333"/>
                  </a:lnTo>
                  <a:cubicBezTo>
                    <a:pt x="358" y="369"/>
                    <a:pt x="334" y="393"/>
                    <a:pt x="299" y="429"/>
                  </a:cubicBezTo>
                  <a:cubicBezTo>
                    <a:pt x="287" y="452"/>
                    <a:pt x="263" y="476"/>
                    <a:pt x="251" y="500"/>
                  </a:cubicBezTo>
                  <a:cubicBezTo>
                    <a:pt x="227" y="524"/>
                    <a:pt x="203" y="560"/>
                    <a:pt x="179" y="595"/>
                  </a:cubicBezTo>
                  <a:cubicBezTo>
                    <a:pt x="168" y="631"/>
                    <a:pt x="144" y="655"/>
                    <a:pt x="132" y="691"/>
                  </a:cubicBezTo>
                  <a:cubicBezTo>
                    <a:pt x="120" y="726"/>
                    <a:pt x="96" y="750"/>
                    <a:pt x="84" y="786"/>
                  </a:cubicBezTo>
                  <a:cubicBezTo>
                    <a:pt x="72" y="833"/>
                    <a:pt x="60" y="869"/>
                    <a:pt x="48" y="917"/>
                  </a:cubicBezTo>
                  <a:cubicBezTo>
                    <a:pt x="48" y="941"/>
                    <a:pt x="37" y="964"/>
                    <a:pt x="25" y="1000"/>
                  </a:cubicBezTo>
                  <a:cubicBezTo>
                    <a:pt x="13" y="1072"/>
                    <a:pt x="1" y="1143"/>
                    <a:pt x="1" y="1226"/>
                  </a:cubicBezTo>
                  <a:lnTo>
                    <a:pt x="1" y="14954"/>
                  </a:lnTo>
                  <a:cubicBezTo>
                    <a:pt x="1" y="15633"/>
                    <a:pt x="549" y="16181"/>
                    <a:pt x="1227" y="16181"/>
                  </a:cubicBezTo>
                  <a:cubicBezTo>
                    <a:pt x="1311" y="16181"/>
                    <a:pt x="1394" y="16169"/>
                    <a:pt x="1477" y="16157"/>
                  </a:cubicBezTo>
                  <a:lnTo>
                    <a:pt x="1525" y="16145"/>
                  </a:lnTo>
                  <a:cubicBezTo>
                    <a:pt x="1584" y="16121"/>
                    <a:pt x="1656" y="16097"/>
                    <a:pt x="1715" y="16073"/>
                  </a:cubicBezTo>
                  <a:lnTo>
                    <a:pt x="1739" y="16073"/>
                  </a:lnTo>
                  <a:cubicBezTo>
                    <a:pt x="1882" y="16002"/>
                    <a:pt x="2013" y="15907"/>
                    <a:pt x="2120" y="15788"/>
                  </a:cubicBezTo>
                  <a:cubicBezTo>
                    <a:pt x="2334" y="15561"/>
                    <a:pt x="2442" y="15276"/>
                    <a:pt x="2442" y="14966"/>
                  </a:cubicBezTo>
                  <a:lnTo>
                    <a:pt x="2442" y="1226"/>
                  </a:lnTo>
                  <a:cubicBezTo>
                    <a:pt x="2454" y="548"/>
                    <a:pt x="1906" y="0"/>
                    <a:pt x="1227" y="0"/>
                  </a:cubicBezTo>
                  <a:close/>
                </a:path>
              </a:pathLst>
            </a:custGeom>
            <a:solidFill>
              <a:srgbClr val="272425">
                <a:alpha val="200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62;p2"/>
            <p:cNvSpPr/>
            <p:nvPr/>
          </p:nvSpPr>
          <p:spPr>
            <a:xfrm>
              <a:off x="7484073" y="-148189"/>
              <a:ext cx="78694" cy="529240"/>
            </a:xfrm>
            <a:custGeom>
              <a:avLst/>
              <a:gdLst/>
              <a:ahLst/>
              <a:cxnLst/>
              <a:rect l="l" t="t" r="r" b="b"/>
              <a:pathLst>
                <a:path w="2406" h="16181" extrusionOk="0">
                  <a:moveTo>
                    <a:pt x="1132" y="0"/>
                  </a:moveTo>
                  <a:cubicBezTo>
                    <a:pt x="1037" y="0"/>
                    <a:pt x="953" y="24"/>
                    <a:pt x="870" y="48"/>
                  </a:cubicBezTo>
                  <a:cubicBezTo>
                    <a:pt x="822" y="60"/>
                    <a:pt x="787" y="71"/>
                    <a:pt x="739" y="83"/>
                  </a:cubicBezTo>
                  <a:cubicBezTo>
                    <a:pt x="703" y="107"/>
                    <a:pt x="668" y="119"/>
                    <a:pt x="644" y="131"/>
                  </a:cubicBezTo>
                  <a:cubicBezTo>
                    <a:pt x="608" y="155"/>
                    <a:pt x="584" y="167"/>
                    <a:pt x="561" y="179"/>
                  </a:cubicBezTo>
                  <a:cubicBezTo>
                    <a:pt x="537" y="202"/>
                    <a:pt x="513" y="214"/>
                    <a:pt x="489" y="226"/>
                  </a:cubicBezTo>
                  <a:lnTo>
                    <a:pt x="430" y="274"/>
                  </a:lnTo>
                  <a:lnTo>
                    <a:pt x="382" y="322"/>
                  </a:lnTo>
                  <a:cubicBezTo>
                    <a:pt x="358" y="333"/>
                    <a:pt x="346" y="357"/>
                    <a:pt x="334" y="369"/>
                  </a:cubicBezTo>
                  <a:cubicBezTo>
                    <a:pt x="311" y="381"/>
                    <a:pt x="299" y="393"/>
                    <a:pt x="287" y="417"/>
                  </a:cubicBezTo>
                  <a:lnTo>
                    <a:pt x="251" y="464"/>
                  </a:lnTo>
                  <a:lnTo>
                    <a:pt x="215" y="512"/>
                  </a:lnTo>
                  <a:lnTo>
                    <a:pt x="180" y="560"/>
                  </a:lnTo>
                  <a:cubicBezTo>
                    <a:pt x="168" y="572"/>
                    <a:pt x="156" y="583"/>
                    <a:pt x="156" y="607"/>
                  </a:cubicBezTo>
                  <a:lnTo>
                    <a:pt x="120" y="655"/>
                  </a:lnTo>
                  <a:cubicBezTo>
                    <a:pt x="120" y="667"/>
                    <a:pt x="108" y="679"/>
                    <a:pt x="96" y="703"/>
                  </a:cubicBezTo>
                  <a:cubicBezTo>
                    <a:pt x="96" y="714"/>
                    <a:pt x="84" y="726"/>
                    <a:pt x="72" y="750"/>
                  </a:cubicBezTo>
                  <a:cubicBezTo>
                    <a:pt x="72" y="762"/>
                    <a:pt x="72" y="774"/>
                    <a:pt x="60" y="786"/>
                  </a:cubicBezTo>
                  <a:lnTo>
                    <a:pt x="49" y="833"/>
                  </a:lnTo>
                  <a:lnTo>
                    <a:pt x="25" y="881"/>
                  </a:lnTo>
                  <a:cubicBezTo>
                    <a:pt x="25" y="905"/>
                    <a:pt x="25" y="917"/>
                    <a:pt x="13" y="929"/>
                  </a:cubicBezTo>
                  <a:cubicBezTo>
                    <a:pt x="13" y="953"/>
                    <a:pt x="13" y="964"/>
                    <a:pt x="1" y="976"/>
                  </a:cubicBezTo>
                  <a:lnTo>
                    <a:pt x="1" y="1024"/>
                  </a:lnTo>
                  <a:lnTo>
                    <a:pt x="1" y="1072"/>
                  </a:lnTo>
                  <a:lnTo>
                    <a:pt x="1" y="1119"/>
                  </a:lnTo>
                  <a:lnTo>
                    <a:pt x="1" y="1167"/>
                  </a:lnTo>
                  <a:lnTo>
                    <a:pt x="1" y="1214"/>
                  </a:lnTo>
                  <a:lnTo>
                    <a:pt x="1" y="14954"/>
                  </a:lnTo>
                  <a:lnTo>
                    <a:pt x="1" y="14990"/>
                  </a:lnTo>
                  <a:lnTo>
                    <a:pt x="1" y="15050"/>
                  </a:lnTo>
                  <a:lnTo>
                    <a:pt x="1" y="15097"/>
                  </a:lnTo>
                  <a:lnTo>
                    <a:pt x="1" y="15145"/>
                  </a:lnTo>
                  <a:lnTo>
                    <a:pt x="1" y="15192"/>
                  </a:lnTo>
                  <a:cubicBezTo>
                    <a:pt x="1" y="15204"/>
                    <a:pt x="13" y="15216"/>
                    <a:pt x="13" y="15240"/>
                  </a:cubicBezTo>
                  <a:cubicBezTo>
                    <a:pt x="25" y="15252"/>
                    <a:pt x="13" y="15276"/>
                    <a:pt x="25" y="15288"/>
                  </a:cubicBezTo>
                  <a:cubicBezTo>
                    <a:pt x="37" y="15300"/>
                    <a:pt x="37" y="15323"/>
                    <a:pt x="49" y="15335"/>
                  </a:cubicBezTo>
                  <a:cubicBezTo>
                    <a:pt x="49" y="15347"/>
                    <a:pt x="60" y="15371"/>
                    <a:pt x="60" y="15383"/>
                  </a:cubicBezTo>
                  <a:cubicBezTo>
                    <a:pt x="72" y="15407"/>
                    <a:pt x="72" y="15419"/>
                    <a:pt x="84" y="15431"/>
                  </a:cubicBezTo>
                  <a:cubicBezTo>
                    <a:pt x="84" y="15454"/>
                    <a:pt x="96" y="15466"/>
                    <a:pt x="108" y="15478"/>
                  </a:cubicBezTo>
                  <a:cubicBezTo>
                    <a:pt x="108" y="15502"/>
                    <a:pt x="120" y="15514"/>
                    <a:pt x="132" y="15526"/>
                  </a:cubicBezTo>
                  <a:cubicBezTo>
                    <a:pt x="132" y="15550"/>
                    <a:pt x="144" y="15561"/>
                    <a:pt x="156" y="15585"/>
                  </a:cubicBezTo>
                  <a:cubicBezTo>
                    <a:pt x="168" y="15597"/>
                    <a:pt x="180" y="15609"/>
                    <a:pt x="191" y="15633"/>
                  </a:cubicBezTo>
                  <a:cubicBezTo>
                    <a:pt x="191" y="15645"/>
                    <a:pt x="203" y="15669"/>
                    <a:pt x="227" y="15681"/>
                  </a:cubicBezTo>
                  <a:lnTo>
                    <a:pt x="263" y="15728"/>
                  </a:lnTo>
                  <a:lnTo>
                    <a:pt x="299" y="15776"/>
                  </a:lnTo>
                  <a:lnTo>
                    <a:pt x="346" y="15823"/>
                  </a:lnTo>
                  <a:lnTo>
                    <a:pt x="406" y="15871"/>
                  </a:lnTo>
                  <a:cubicBezTo>
                    <a:pt x="418" y="15895"/>
                    <a:pt x="441" y="15907"/>
                    <a:pt x="465" y="15931"/>
                  </a:cubicBezTo>
                  <a:cubicBezTo>
                    <a:pt x="489" y="15942"/>
                    <a:pt x="501" y="15966"/>
                    <a:pt x="525" y="15978"/>
                  </a:cubicBezTo>
                  <a:cubicBezTo>
                    <a:pt x="584" y="16014"/>
                    <a:pt x="644" y="16050"/>
                    <a:pt x="715" y="16073"/>
                  </a:cubicBezTo>
                  <a:cubicBezTo>
                    <a:pt x="751" y="16097"/>
                    <a:pt x="799" y="16109"/>
                    <a:pt x="846" y="16121"/>
                  </a:cubicBezTo>
                  <a:cubicBezTo>
                    <a:pt x="965" y="16157"/>
                    <a:pt x="1084" y="16181"/>
                    <a:pt x="1203" y="16181"/>
                  </a:cubicBezTo>
                  <a:lnTo>
                    <a:pt x="1215" y="16181"/>
                  </a:lnTo>
                  <a:cubicBezTo>
                    <a:pt x="1323" y="16181"/>
                    <a:pt x="1430" y="16169"/>
                    <a:pt x="1525" y="16133"/>
                  </a:cubicBezTo>
                  <a:cubicBezTo>
                    <a:pt x="1573" y="16121"/>
                    <a:pt x="1620" y="16109"/>
                    <a:pt x="1668" y="16085"/>
                  </a:cubicBezTo>
                  <a:cubicBezTo>
                    <a:pt x="1704" y="16073"/>
                    <a:pt x="1739" y="16062"/>
                    <a:pt x="1775" y="16038"/>
                  </a:cubicBezTo>
                  <a:lnTo>
                    <a:pt x="1858" y="15990"/>
                  </a:lnTo>
                  <a:lnTo>
                    <a:pt x="1918" y="15942"/>
                  </a:lnTo>
                  <a:cubicBezTo>
                    <a:pt x="1942" y="15931"/>
                    <a:pt x="1965" y="15919"/>
                    <a:pt x="1989" y="15907"/>
                  </a:cubicBezTo>
                  <a:lnTo>
                    <a:pt x="2037" y="15859"/>
                  </a:lnTo>
                  <a:lnTo>
                    <a:pt x="2085" y="15812"/>
                  </a:lnTo>
                  <a:lnTo>
                    <a:pt x="2132" y="15752"/>
                  </a:lnTo>
                  <a:cubicBezTo>
                    <a:pt x="2144" y="15740"/>
                    <a:pt x="2156" y="15728"/>
                    <a:pt x="2168" y="15704"/>
                  </a:cubicBezTo>
                  <a:cubicBezTo>
                    <a:pt x="2180" y="15692"/>
                    <a:pt x="2192" y="15681"/>
                    <a:pt x="2204" y="15657"/>
                  </a:cubicBezTo>
                  <a:lnTo>
                    <a:pt x="2239" y="15609"/>
                  </a:lnTo>
                  <a:lnTo>
                    <a:pt x="2275" y="15561"/>
                  </a:lnTo>
                  <a:cubicBezTo>
                    <a:pt x="2275" y="15550"/>
                    <a:pt x="2287" y="15538"/>
                    <a:pt x="2299" y="15514"/>
                  </a:cubicBezTo>
                  <a:cubicBezTo>
                    <a:pt x="2299" y="15502"/>
                    <a:pt x="2311" y="15478"/>
                    <a:pt x="2323" y="15466"/>
                  </a:cubicBezTo>
                  <a:cubicBezTo>
                    <a:pt x="2323" y="15454"/>
                    <a:pt x="2335" y="15431"/>
                    <a:pt x="2335" y="15419"/>
                  </a:cubicBezTo>
                  <a:cubicBezTo>
                    <a:pt x="2346" y="15407"/>
                    <a:pt x="2346" y="15383"/>
                    <a:pt x="2358" y="15371"/>
                  </a:cubicBezTo>
                  <a:cubicBezTo>
                    <a:pt x="2358" y="15359"/>
                    <a:pt x="2370" y="15335"/>
                    <a:pt x="2370" y="15323"/>
                  </a:cubicBezTo>
                  <a:lnTo>
                    <a:pt x="2394" y="15276"/>
                  </a:lnTo>
                  <a:cubicBezTo>
                    <a:pt x="2394" y="15264"/>
                    <a:pt x="2394" y="15240"/>
                    <a:pt x="2406" y="15228"/>
                  </a:cubicBezTo>
                  <a:lnTo>
                    <a:pt x="2406" y="15180"/>
                  </a:lnTo>
                  <a:cubicBezTo>
                    <a:pt x="2406" y="15157"/>
                    <a:pt x="2406" y="15145"/>
                    <a:pt x="2406" y="15133"/>
                  </a:cubicBezTo>
                  <a:lnTo>
                    <a:pt x="2406" y="15085"/>
                  </a:lnTo>
                  <a:lnTo>
                    <a:pt x="2406" y="15026"/>
                  </a:lnTo>
                  <a:lnTo>
                    <a:pt x="2406" y="14978"/>
                  </a:lnTo>
                  <a:cubicBezTo>
                    <a:pt x="2406" y="14978"/>
                    <a:pt x="2406" y="14966"/>
                    <a:pt x="2406" y="14954"/>
                  </a:cubicBezTo>
                  <a:lnTo>
                    <a:pt x="2406" y="1214"/>
                  </a:lnTo>
                  <a:lnTo>
                    <a:pt x="2406" y="1167"/>
                  </a:lnTo>
                  <a:lnTo>
                    <a:pt x="2406" y="1119"/>
                  </a:lnTo>
                  <a:lnTo>
                    <a:pt x="2406" y="1072"/>
                  </a:lnTo>
                  <a:cubicBezTo>
                    <a:pt x="2406" y="1060"/>
                    <a:pt x="2406" y="1036"/>
                    <a:pt x="2406" y="1024"/>
                  </a:cubicBezTo>
                  <a:lnTo>
                    <a:pt x="2406" y="976"/>
                  </a:lnTo>
                  <a:cubicBezTo>
                    <a:pt x="2406" y="964"/>
                    <a:pt x="2394" y="941"/>
                    <a:pt x="2394" y="929"/>
                  </a:cubicBezTo>
                  <a:cubicBezTo>
                    <a:pt x="2394" y="917"/>
                    <a:pt x="2382" y="893"/>
                    <a:pt x="2382" y="881"/>
                  </a:cubicBezTo>
                  <a:cubicBezTo>
                    <a:pt x="2370" y="869"/>
                    <a:pt x="2370" y="845"/>
                    <a:pt x="2358" y="833"/>
                  </a:cubicBezTo>
                  <a:cubicBezTo>
                    <a:pt x="2358" y="822"/>
                    <a:pt x="2358" y="798"/>
                    <a:pt x="2346" y="786"/>
                  </a:cubicBezTo>
                  <a:lnTo>
                    <a:pt x="2323" y="738"/>
                  </a:lnTo>
                  <a:cubicBezTo>
                    <a:pt x="2323" y="714"/>
                    <a:pt x="2311" y="703"/>
                    <a:pt x="2299" y="691"/>
                  </a:cubicBezTo>
                  <a:lnTo>
                    <a:pt x="2287" y="643"/>
                  </a:lnTo>
                  <a:cubicBezTo>
                    <a:pt x="2275" y="619"/>
                    <a:pt x="2263" y="607"/>
                    <a:pt x="2251" y="595"/>
                  </a:cubicBezTo>
                  <a:lnTo>
                    <a:pt x="2227" y="548"/>
                  </a:lnTo>
                  <a:cubicBezTo>
                    <a:pt x="2216" y="524"/>
                    <a:pt x="2204" y="512"/>
                    <a:pt x="2192" y="500"/>
                  </a:cubicBezTo>
                  <a:cubicBezTo>
                    <a:pt x="2180" y="476"/>
                    <a:pt x="2168" y="464"/>
                    <a:pt x="2156" y="452"/>
                  </a:cubicBezTo>
                  <a:lnTo>
                    <a:pt x="2108" y="393"/>
                  </a:lnTo>
                  <a:lnTo>
                    <a:pt x="2061" y="345"/>
                  </a:lnTo>
                  <a:lnTo>
                    <a:pt x="2013" y="298"/>
                  </a:lnTo>
                  <a:cubicBezTo>
                    <a:pt x="1989" y="286"/>
                    <a:pt x="1965" y="274"/>
                    <a:pt x="1954" y="250"/>
                  </a:cubicBezTo>
                  <a:lnTo>
                    <a:pt x="1882" y="202"/>
                  </a:lnTo>
                  <a:lnTo>
                    <a:pt x="1799" y="155"/>
                  </a:lnTo>
                  <a:cubicBezTo>
                    <a:pt x="1775" y="143"/>
                    <a:pt x="1739" y="119"/>
                    <a:pt x="1704" y="107"/>
                  </a:cubicBezTo>
                  <a:cubicBezTo>
                    <a:pt x="1668" y="95"/>
                    <a:pt x="1620" y="71"/>
                    <a:pt x="1573" y="60"/>
                  </a:cubicBezTo>
                  <a:cubicBezTo>
                    <a:pt x="1501" y="36"/>
                    <a:pt x="1418" y="12"/>
                    <a:pt x="1334" y="12"/>
                  </a:cubicBezTo>
                  <a:cubicBezTo>
                    <a:pt x="1287" y="0"/>
                    <a:pt x="1251" y="0"/>
                    <a:pt x="12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3" name="Google Shape;63;p2"/>
          <p:cNvSpPr txBox="1">
            <a:spLocks noGrp="1"/>
          </p:cNvSpPr>
          <p:nvPr>
            <p:ph type="ctrTitle"/>
          </p:nvPr>
        </p:nvSpPr>
        <p:spPr>
          <a:xfrm rot="-250">
            <a:off x="2511150" y="1286375"/>
            <a:ext cx="4121700" cy="2281200"/>
          </a:xfrm>
          <a:prstGeom prst="rect">
            <a:avLst/>
          </a:prstGeom>
        </p:spPr>
        <p:txBody>
          <a:bodyPr spcFirstLastPara="1" wrap="square" lIns="91425" tIns="91425" rIns="91425" bIns="91425" anchor="t" anchorCtr="0">
            <a:noAutofit/>
          </a:bodyPr>
          <a:lstStyle>
            <a:lvl1pPr lvl="0" algn="ctr">
              <a:spcBef>
                <a:spcPts val="0"/>
              </a:spcBef>
              <a:spcAft>
                <a:spcPts val="0"/>
              </a:spcAft>
              <a:buSzPts val="5200"/>
              <a:buNone/>
              <a:defRPr sz="6700">
                <a:latin typeface="Grand Hotel"/>
                <a:ea typeface="Grand Hotel"/>
                <a:cs typeface="Grand Hotel"/>
                <a:sym typeface="Grand Hotel"/>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64" name="Google Shape;64;p2"/>
          <p:cNvSpPr txBox="1">
            <a:spLocks noGrp="1"/>
          </p:cNvSpPr>
          <p:nvPr>
            <p:ph type="subTitle" idx="1"/>
          </p:nvPr>
        </p:nvSpPr>
        <p:spPr>
          <a:xfrm rot="331">
            <a:off x="3015300" y="3459050"/>
            <a:ext cx="3113400" cy="6087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800"/>
              <a:buNone/>
              <a:defRPr sz="1600">
                <a:latin typeface="Open Sans"/>
                <a:ea typeface="Open Sans"/>
                <a:cs typeface="Open Sans"/>
                <a:sym typeface="Open Sans"/>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65" name="Google Shape;65;p2"/>
          <p:cNvSpPr/>
          <p:nvPr/>
        </p:nvSpPr>
        <p:spPr>
          <a:xfrm rot="2831864">
            <a:off x="7087130" y="577385"/>
            <a:ext cx="544920" cy="589681"/>
          </a:xfrm>
          <a:custGeom>
            <a:avLst/>
            <a:gdLst/>
            <a:ahLst/>
            <a:cxnLst/>
            <a:rect l="l" t="t" r="r" b="b"/>
            <a:pathLst>
              <a:path w="6087" h="6587" extrusionOk="0">
                <a:moveTo>
                  <a:pt x="3972" y="0"/>
                </a:moveTo>
                <a:cubicBezTo>
                  <a:pt x="3972" y="0"/>
                  <a:pt x="3749" y="537"/>
                  <a:pt x="3402" y="537"/>
                </a:cubicBezTo>
                <a:cubicBezTo>
                  <a:pt x="3304" y="537"/>
                  <a:pt x="3195" y="494"/>
                  <a:pt x="3079" y="384"/>
                </a:cubicBezTo>
                <a:lnTo>
                  <a:pt x="3079" y="384"/>
                </a:lnTo>
                <a:cubicBezTo>
                  <a:pt x="3079" y="384"/>
                  <a:pt x="3177" y="1009"/>
                  <a:pt x="2820" y="1294"/>
                </a:cubicBezTo>
                <a:cubicBezTo>
                  <a:pt x="2764" y="1339"/>
                  <a:pt x="2701" y="1359"/>
                  <a:pt x="2635" y="1359"/>
                </a:cubicBezTo>
                <a:cubicBezTo>
                  <a:pt x="2280" y="1359"/>
                  <a:pt x="1823" y="806"/>
                  <a:pt x="1740" y="679"/>
                </a:cubicBezTo>
                <a:cubicBezTo>
                  <a:pt x="1740" y="679"/>
                  <a:pt x="1456" y="1447"/>
                  <a:pt x="334" y="1447"/>
                </a:cubicBezTo>
                <a:cubicBezTo>
                  <a:pt x="315" y="1447"/>
                  <a:pt x="296" y="1447"/>
                  <a:pt x="277" y="1446"/>
                </a:cubicBezTo>
                <a:lnTo>
                  <a:pt x="277" y="1446"/>
                </a:lnTo>
                <a:cubicBezTo>
                  <a:pt x="277" y="1446"/>
                  <a:pt x="1205" y="1901"/>
                  <a:pt x="741" y="2642"/>
                </a:cubicBezTo>
                <a:cubicBezTo>
                  <a:pt x="741" y="2642"/>
                  <a:pt x="904" y="2589"/>
                  <a:pt x="1103" y="2589"/>
                </a:cubicBezTo>
                <a:cubicBezTo>
                  <a:pt x="1303" y="2589"/>
                  <a:pt x="1540" y="2642"/>
                  <a:pt x="1687" y="2856"/>
                </a:cubicBezTo>
                <a:cubicBezTo>
                  <a:pt x="1939" y="3216"/>
                  <a:pt x="1556" y="3595"/>
                  <a:pt x="846" y="3595"/>
                </a:cubicBezTo>
                <a:cubicBezTo>
                  <a:pt x="727" y="3595"/>
                  <a:pt x="599" y="3584"/>
                  <a:pt x="464" y="3561"/>
                </a:cubicBezTo>
                <a:lnTo>
                  <a:pt x="464" y="3561"/>
                </a:lnTo>
                <a:cubicBezTo>
                  <a:pt x="464" y="3561"/>
                  <a:pt x="973" y="4507"/>
                  <a:pt x="0" y="5025"/>
                </a:cubicBezTo>
                <a:cubicBezTo>
                  <a:pt x="0" y="5025"/>
                  <a:pt x="265" y="4906"/>
                  <a:pt x="588" y="4906"/>
                </a:cubicBezTo>
                <a:cubicBezTo>
                  <a:pt x="920" y="4906"/>
                  <a:pt x="1313" y="5032"/>
                  <a:pt x="1544" y="5543"/>
                </a:cubicBezTo>
                <a:cubicBezTo>
                  <a:pt x="1544" y="5543"/>
                  <a:pt x="2035" y="4503"/>
                  <a:pt x="2550" y="4503"/>
                </a:cubicBezTo>
                <a:cubicBezTo>
                  <a:pt x="2569" y="4503"/>
                  <a:pt x="2588" y="4505"/>
                  <a:pt x="2606" y="4507"/>
                </a:cubicBezTo>
                <a:cubicBezTo>
                  <a:pt x="3142" y="4588"/>
                  <a:pt x="2481" y="5659"/>
                  <a:pt x="2481" y="5659"/>
                </a:cubicBezTo>
                <a:cubicBezTo>
                  <a:pt x="2481" y="5659"/>
                  <a:pt x="2496" y="5657"/>
                  <a:pt x="2522" y="5657"/>
                </a:cubicBezTo>
                <a:cubicBezTo>
                  <a:pt x="2684" y="5657"/>
                  <a:pt x="3280" y="5717"/>
                  <a:pt x="3365" y="6587"/>
                </a:cubicBezTo>
                <a:cubicBezTo>
                  <a:pt x="3365" y="6587"/>
                  <a:pt x="3935" y="5578"/>
                  <a:pt x="4675" y="5578"/>
                </a:cubicBezTo>
                <a:cubicBezTo>
                  <a:pt x="4682" y="5578"/>
                  <a:pt x="4688" y="5578"/>
                  <a:pt x="4695" y="5578"/>
                </a:cubicBezTo>
                <a:cubicBezTo>
                  <a:pt x="4695" y="5578"/>
                  <a:pt x="4338" y="4677"/>
                  <a:pt x="4579" y="4409"/>
                </a:cubicBezTo>
                <a:cubicBezTo>
                  <a:pt x="4648" y="4332"/>
                  <a:pt x="4757" y="4305"/>
                  <a:pt x="4877" y="4305"/>
                </a:cubicBezTo>
                <a:cubicBezTo>
                  <a:pt x="5172" y="4305"/>
                  <a:pt x="5534" y="4472"/>
                  <a:pt x="5534" y="4472"/>
                </a:cubicBezTo>
                <a:cubicBezTo>
                  <a:pt x="5534" y="4472"/>
                  <a:pt x="5498" y="3829"/>
                  <a:pt x="6087" y="3802"/>
                </a:cubicBezTo>
                <a:cubicBezTo>
                  <a:pt x="6087" y="3802"/>
                  <a:pt x="5418" y="3053"/>
                  <a:pt x="5882" y="2660"/>
                </a:cubicBezTo>
                <a:lnTo>
                  <a:pt x="5882" y="2660"/>
                </a:lnTo>
                <a:cubicBezTo>
                  <a:pt x="5882" y="2660"/>
                  <a:pt x="5637" y="2722"/>
                  <a:pt x="5309" y="2722"/>
                </a:cubicBezTo>
                <a:cubicBezTo>
                  <a:pt x="5013" y="2722"/>
                  <a:pt x="4650" y="2672"/>
                  <a:pt x="4338" y="2481"/>
                </a:cubicBezTo>
                <a:cubicBezTo>
                  <a:pt x="4338" y="2481"/>
                  <a:pt x="4213" y="1518"/>
                  <a:pt x="4748" y="857"/>
                </a:cubicBezTo>
                <a:cubicBezTo>
                  <a:pt x="4748" y="857"/>
                  <a:pt x="3990" y="750"/>
                  <a:pt x="397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2"/>
          <p:cNvSpPr/>
          <p:nvPr/>
        </p:nvSpPr>
        <p:spPr>
          <a:xfrm rot="2831864">
            <a:off x="7126405" y="580941"/>
            <a:ext cx="323622" cy="413144"/>
          </a:xfrm>
          <a:custGeom>
            <a:avLst/>
            <a:gdLst/>
            <a:ahLst/>
            <a:cxnLst/>
            <a:rect l="l" t="t" r="r" b="b"/>
            <a:pathLst>
              <a:path w="3615" h="4615" extrusionOk="0">
                <a:moveTo>
                  <a:pt x="1589" y="0"/>
                </a:moveTo>
                <a:cubicBezTo>
                  <a:pt x="1401" y="233"/>
                  <a:pt x="1009" y="536"/>
                  <a:pt x="277" y="518"/>
                </a:cubicBezTo>
                <a:cubicBezTo>
                  <a:pt x="277" y="518"/>
                  <a:pt x="1196" y="973"/>
                  <a:pt x="732" y="1705"/>
                </a:cubicBezTo>
                <a:cubicBezTo>
                  <a:pt x="732" y="1705"/>
                  <a:pt x="1392" y="1500"/>
                  <a:pt x="1687" y="1928"/>
                </a:cubicBezTo>
                <a:cubicBezTo>
                  <a:pt x="1981" y="2348"/>
                  <a:pt x="1410" y="2794"/>
                  <a:pt x="455" y="2633"/>
                </a:cubicBezTo>
                <a:cubicBezTo>
                  <a:pt x="455" y="2633"/>
                  <a:pt x="973" y="3579"/>
                  <a:pt x="0" y="4097"/>
                </a:cubicBezTo>
                <a:cubicBezTo>
                  <a:pt x="0" y="4097"/>
                  <a:pt x="1080" y="3606"/>
                  <a:pt x="1535" y="4615"/>
                </a:cubicBezTo>
                <a:cubicBezTo>
                  <a:pt x="1535" y="4615"/>
                  <a:pt x="2071" y="3499"/>
                  <a:pt x="2606" y="3579"/>
                </a:cubicBezTo>
                <a:cubicBezTo>
                  <a:pt x="2687" y="3579"/>
                  <a:pt x="2749" y="3633"/>
                  <a:pt x="2785" y="3704"/>
                </a:cubicBezTo>
                <a:cubicBezTo>
                  <a:pt x="3615" y="2357"/>
                  <a:pt x="3044" y="598"/>
                  <a:pt x="1589" y="0"/>
                </a:cubicBezTo>
                <a:close/>
              </a:path>
            </a:pathLst>
          </a:custGeom>
          <a:gradFill>
            <a:gsLst>
              <a:gs pos="0">
                <a:srgbClr val="FFFFFF">
                  <a:alpha val="0"/>
                </a:srgbClr>
              </a:gs>
              <a:gs pos="100000">
                <a:srgbClr val="FFFFFF">
                  <a:alpha val="2196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p2"/>
          <p:cNvSpPr/>
          <p:nvPr/>
        </p:nvSpPr>
        <p:spPr>
          <a:xfrm rot="2831864">
            <a:off x="7087592" y="569416"/>
            <a:ext cx="549754" cy="602483"/>
          </a:xfrm>
          <a:custGeom>
            <a:avLst/>
            <a:gdLst/>
            <a:ahLst/>
            <a:cxnLst/>
            <a:rect l="l" t="t" r="r" b="b"/>
            <a:pathLst>
              <a:path w="6141" h="6730" extrusionOk="0">
                <a:moveTo>
                  <a:pt x="1551" y="2823"/>
                </a:moveTo>
                <a:cubicBezTo>
                  <a:pt x="1581" y="2844"/>
                  <a:pt x="1609" y="2867"/>
                  <a:pt x="1634" y="2893"/>
                </a:cubicBezTo>
                <a:lnTo>
                  <a:pt x="1634" y="2893"/>
                </a:lnTo>
                <a:cubicBezTo>
                  <a:pt x="1609" y="2867"/>
                  <a:pt x="1581" y="2843"/>
                  <a:pt x="1551" y="2823"/>
                </a:cubicBezTo>
                <a:close/>
                <a:moveTo>
                  <a:pt x="599" y="5016"/>
                </a:moveTo>
                <a:cubicBezTo>
                  <a:pt x="551" y="5016"/>
                  <a:pt x="503" y="5019"/>
                  <a:pt x="455" y="5025"/>
                </a:cubicBezTo>
                <a:cubicBezTo>
                  <a:pt x="359" y="5036"/>
                  <a:pt x="266" y="5055"/>
                  <a:pt x="175" y="5083"/>
                </a:cubicBezTo>
                <a:lnTo>
                  <a:pt x="175" y="5083"/>
                </a:lnTo>
                <a:cubicBezTo>
                  <a:pt x="264" y="5058"/>
                  <a:pt x="355" y="5039"/>
                  <a:pt x="446" y="5034"/>
                </a:cubicBezTo>
                <a:cubicBezTo>
                  <a:pt x="497" y="5028"/>
                  <a:pt x="548" y="5025"/>
                  <a:pt x="598" y="5025"/>
                </a:cubicBezTo>
                <a:cubicBezTo>
                  <a:pt x="699" y="5025"/>
                  <a:pt x="801" y="5037"/>
                  <a:pt x="902" y="5061"/>
                </a:cubicBezTo>
                <a:cubicBezTo>
                  <a:pt x="804" y="5030"/>
                  <a:pt x="702" y="5016"/>
                  <a:pt x="599" y="5016"/>
                </a:cubicBezTo>
                <a:close/>
                <a:moveTo>
                  <a:pt x="1634" y="2893"/>
                </a:moveTo>
                <a:lnTo>
                  <a:pt x="1634" y="2893"/>
                </a:lnTo>
                <a:cubicBezTo>
                  <a:pt x="1661" y="2919"/>
                  <a:pt x="1684" y="2949"/>
                  <a:pt x="1705" y="2981"/>
                </a:cubicBezTo>
                <a:cubicBezTo>
                  <a:pt x="1776" y="3070"/>
                  <a:pt x="1794" y="3195"/>
                  <a:pt x="1750" y="3302"/>
                </a:cubicBezTo>
                <a:cubicBezTo>
                  <a:pt x="1696" y="3410"/>
                  <a:pt x="1616" y="3490"/>
                  <a:pt x="1517" y="3543"/>
                </a:cubicBezTo>
                <a:cubicBezTo>
                  <a:pt x="1410" y="3597"/>
                  <a:pt x="1303" y="3633"/>
                  <a:pt x="1187" y="3651"/>
                </a:cubicBezTo>
                <a:cubicBezTo>
                  <a:pt x="1071" y="3673"/>
                  <a:pt x="955" y="3684"/>
                  <a:pt x="839" y="3684"/>
                </a:cubicBezTo>
                <a:cubicBezTo>
                  <a:pt x="723" y="3684"/>
                  <a:pt x="607" y="3673"/>
                  <a:pt x="491" y="3651"/>
                </a:cubicBezTo>
                <a:lnTo>
                  <a:pt x="464" y="3651"/>
                </a:lnTo>
                <a:lnTo>
                  <a:pt x="473" y="3677"/>
                </a:lnTo>
                <a:cubicBezTo>
                  <a:pt x="474" y="3679"/>
                  <a:pt x="475" y="3681"/>
                  <a:pt x="476" y="3683"/>
                </a:cubicBezTo>
                <a:lnTo>
                  <a:pt x="476" y="3683"/>
                </a:lnTo>
                <a:lnTo>
                  <a:pt x="464" y="3695"/>
                </a:lnTo>
                <a:cubicBezTo>
                  <a:pt x="471" y="3696"/>
                  <a:pt x="477" y="3698"/>
                  <a:pt x="484" y="3699"/>
                </a:cubicBezTo>
                <a:lnTo>
                  <a:pt x="484" y="3699"/>
                </a:lnTo>
                <a:cubicBezTo>
                  <a:pt x="541" y="3818"/>
                  <a:pt x="581" y="3953"/>
                  <a:pt x="598" y="4079"/>
                </a:cubicBezTo>
                <a:cubicBezTo>
                  <a:pt x="616" y="4222"/>
                  <a:pt x="607" y="4365"/>
                  <a:pt x="571" y="4507"/>
                </a:cubicBezTo>
                <a:cubicBezTo>
                  <a:pt x="527" y="4641"/>
                  <a:pt x="455" y="4766"/>
                  <a:pt x="357" y="4873"/>
                </a:cubicBezTo>
                <a:cubicBezTo>
                  <a:pt x="313" y="4927"/>
                  <a:pt x="259" y="4971"/>
                  <a:pt x="197" y="5016"/>
                </a:cubicBezTo>
                <a:cubicBezTo>
                  <a:pt x="143" y="5052"/>
                  <a:pt x="81" y="5087"/>
                  <a:pt x="18" y="5123"/>
                </a:cubicBezTo>
                <a:lnTo>
                  <a:pt x="18" y="5134"/>
                </a:lnTo>
                <a:lnTo>
                  <a:pt x="18" y="5134"/>
                </a:lnTo>
                <a:cubicBezTo>
                  <a:pt x="12" y="5137"/>
                  <a:pt x="6" y="5139"/>
                  <a:pt x="0" y="5141"/>
                </a:cubicBezTo>
                <a:lnTo>
                  <a:pt x="9" y="5150"/>
                </a:lnTo>
                <a:cubicBezTo>
                  <a:pt x="23" y="5142"/>
                  <a:pt x="37" y="5135"/>
                  <a:pt x="50" y="5127"/>
                </a:cubicBezTo>
                <a:lnTo>
                  <a:pt x="50" y="5127"/>
                </a:lnTo>
                <a:cubicBezTo>
                  <a:pt x="92" y="5110"/>
                  <a:pt x="133" y="5096"/>
                  <a:pt x="175" y="5083"/>
                </a:cubicBezTo>
                <a:lnTo>
                  <a:pt x="175" y="5083"/>
                </a:lnTo>
                <a:cubicBezTo>
                  <a:pt x="141" y="5092"/>
                  <a:pt x="108" y="5103"/>
                  <a:pt x="75" y="5114"/>
                </a:cubicBezTo>
                <a:lnTo>
                  <a:pt x="75" y="5114"/>
                </a:lnTo>
                <a:cubicBezTo>
                  <a:pt x="115" y="5093"/>
                  <a:pt x="153" y="5072"/>
                  <a:pt x="188" y="5043"/>
                </a:cubicBezTo>
                <a:cubicBezTo>
                  <a:pt x="250" y="4998"/>
                  <a:pt x="304" y="4954"/>
                  <a:pt x="357" y="4900"/>
                </a:cubicBezTo>
                <a:cubicBezTo>
                  <a:pt x="455" y="4793"/>
                  <a:pt x="527" y="4668"/>
                  <a:pt x="571" y="4525"/>
                </a:cubicBezTo>
                <a:cubicBezTo>
                  <a:pt x="616" y="4382"/>
                  <a:pt x="625" y="4240"/>
                  <a:pt x="607" y="4097"/>
                </a:cubicBezTo>
                <a:cubicBezTo>
                  <a:pt x="582" y="3962"/>
                  <a:pt x="549" y="3828"/>
                  <a:pt x="493" y="3700"/>
                </a:cubicBezTo>
                <a:lnTo>
                  <a:pt x="493" y="3700"/>
                </a:lnTo>
                <a:cubicBezTo>
                  <a:pt x="611" y="3722"/>
                  <a:pt x="732" y="3733"/>
                  <a:pt x="852" y="3733"/>
                </a:cubicBezTo>
                <a:cubicBezTo>
                  <a:pt x="959" y="3733"/>
                  <a:pt x="1065" y="3724"/>
                  <a:pt x="1169" y="3704"/>
                </a:cubicBezTo>
                <a:cubicBezTo>
                  <a:pt x="1285" y="3686"/>
                  <a:pt x="1401" y="3651"/>
                  <a:pt x="1509" y="3588"/>
                </a:cubicBezTo>
                <a:cubicBezTo>
                  <a:pt x="1616" y="3543"/>
                  <a:pt x="1705" y="3454"/>
                  <a:pt x="1758" y="3338"/>
                </a:cubicBezTo>
                <a:cubicBezTo>
                  <a:pt x="1803" y="3222"/>
                  <a:pt x="1785" y="3088"/>
                  <a:pt x="1714" y="2990"/>
                </a:cubicBezTo>
                <a:cubicBezTo>
                  <a:pt x="1692" y="2955"/>
                  <a:pt x="1665" y="2923"/>
                  <a:pt x="1634" y="2893"/>
                </a:cubicBezTo>
                <a:close/>
                <a:moveTo>
                  <a:pt x="902" y="5061"/>
                </a:moveTo>
                <a:cubicBezTo>
                  <a:pt x="937" y="5079"/>
                  <a:pt x="973" y="5087"/>
                  <a:pt x="1018" y="5105"/>
                </a:cubicBezTo>
                <a:lnTo>
                  <a:pt x="1116" y="5150"/>
                </a:lnTo>
                <a:cubicBezTo>
                  <a:pt x="1178" y="5195"/>
                  <a:pt x="1241" y="5239"/>
                  <a:pt x="1294" y="5293"/>
                </a:cubicBezTo>
                <a:cubicBezTo>
                  <a:pt x="1348" y="5346"/>
                  <a:pt x="1401" y="5400"/>
                  <a:pt x="1446" y="5462"/>
                </a:cubicBezTo>
                <a:cubicBezTo>
                  <a:pt x="1491" y="5516"/>
                  <a:pt x="1517" y="5587"/>
                  <a:pt x="1562" y="5650"/>
                </a:cubicBezTo>
                <a:cubicBezTo>
                  <a:pt x="1500" y="5507"/>
                  <a:pt x="1410" y="5382"/>
                  <a:pt x="1294" y="5275"/>
                </a:cubicBezTo>
                <a:cubicBezTo>
                  <a:pt x="1241" y="5221"/>
                  <a:pt x="1187" y="5177"/>
                  <a:pt x="1116" y="5141"/>
                </a:cubicBezTo>
                <a:lnTo>
                  <a:pt x="1018" y="5096"/>
                </a:lnTo>
                <a:cubicBezTo>
                  <a:pt x="982" y="5079"/>
                  <a:pt x="946" y="5070"/>
                  <a:pt x="902" y="5061"/>
                </a:cubicBezTo>
                <a:close/>
                <a:moveTo>
                  <a:pt x="4008" y="0"/>
                </a:moveTo>
                <a:lnTo>
                  <a:pt x="3963" y="98"/>
                </a:lnTo>
                <a:cubicBezTo>
                  <a:pt x="3927" y="179"/>
                  <a:pt x="3883" y="268"/>
                  <a:pt x="3820" y="348"/>
                </a:cubicBezTo>
                <a:cubicBezTo>
                  <a:pt x="3767" y="429"/>
                  <a:pt x="3695" y="491"/>
                  <a:pt x="3624" y="554"/>
                </a:cubicBezTo>
                <a:cubicBezTo>
                  <a:pt x="3564" y="594"/>
                  <a:pt x="3493" y="614"/>
                  <a:pt x="3424" y="614"/>
                </a:cubicBezTo>
                <a:cubicBezTo>
                  <a:pt x="3401" y="614"/>
                  <a:pt x="3378" y="612"/>
                  <a:pt x="3356" y="607"/>
                </a:cubicBezTo>
                <a:cubicBezTo>
                  <a:pt x="3267" y="580"/>
                  <a:pt x="3178" y="536"/>
                  <a:pt x="3115" y="473"/>
                </a:cubicBezTo>
                <a:lnTo>
                  <a:pt x="3062" y="429"/>
                </a:lnTo>
                <a:lnTo>
                  <a:pt x="3070" y="491"/>
                </a:lnTo>
                <a:cubicBezTo>
                  <a:pt x="3072" y="500"/>
                  <a:pt x="3073" y="508"/>
                  <a:pt x="3074" y="516"/>
                </a:cubicBezTo>
                <a:lnTo>
                  <a:pt x="3074" y="516"/>
                </a:lnTo>
                <a:lnTo>
                  <a:pt x="3070" y="518"/>
                </a:lnTo>
                <a:cubicBezTo>
                  <a:pt x="3072" y="519"/>
                  <a:pt x="3073" y="520"/>
                  <a:pt x="3074" y="521"/>
                </a:cubicBezTo>
                <a:lnTo>
                  <a:pt x="3074" y="521"/>
                </a:lnTo>
                <a:cubicBezTo>
                  <a:pt x="3095" y="700"/>
                  <a:pt x="3077" y="885"/>
                  <a:pt x="3035" y="1062"/>
                </a:cubicBezTo>
                <a:cubicBezTo>
                  <a:pt x="2999" y="1152"/>
                  <a:pt x="2954" y="1232"/>
                  <a:pt x="2901" y="1303"/>
                </a:cubicBezTo>
                <a:cubicBezTo>
                  <a:pt x="2838" y="1384"/>
                  <a:pt x="2758" y="1428"/>
                  <a:pt x="2669" y="1437"/>
                </a:cubicBezTo>
                <a:cubicBezTo>
                  <a:pt x="2571" y="1437"/>
                  <a:pt x="2481" y="1419"/>
                  <a:pt x="2401" y="1366"/>
                </a:cubicBezTo>
                <a:cubicBezTo>
                  <a:pt x="2321" y="1321"/>
                  <a:pt x="2240" y="1268"/>
                  <a:pt x="2169" y="1196"/>
                </a:cubicBezTo>
                <a:cubicBezTo>
                  <a:pt x="2017" y="1071"/>
                  <a:pt x="1892" y="928"/>
                  <a:pt x="1776" y="777"/>
                </a:cubicBezTo>
                <a:lnTo>
                  <a:pt x="1758" y="741"/>
                </a:lnTo>
                <a:lnTo>
                  <a:pt x="1741" y="777"/>
                </a:lnTo>
                <a:cubicBezTo>
                  <a:pt x="1678" y="911"/>
                  <a:pt x="1598" y="1027"/>
                  <a:pt x="1500" y="1125"/>
                </a:cubicBezTo>
                <a:cubicBezTo>
                  <a:pt x="1393" y="1223"/>
                  <a:pt x="1277" y="1303"/>
                  <a:pt x="1143" y="1375"/>
                </a:cubicBezTo>
                <a:cubicBezTo>
                  <a:pt x="1009" y="1428"/>
                  <a:pt x="875" y="1473"/>
                  <a:pt x="732" y="1500"/>
                </a:cubicBezTo>
                <a:cubicBezTo>
                  <a:pt x="661" y="1517"/>
                  <a:pt x="589" y="1526"/>
                  <a:pt x="518" y="1526"/>
                </a:cubicBezTo>
                <a:lnTo>
                  <a:pt x="232" y="1526"/>
                </a:lnTo>
                <a:lnTo>
                  <a:pt x="293" y="1561"/>
                </a:lnTo>
                <a:lnTo>
                  <a:pt x="293" y="1561"/>
                </a:lnTo>
                <a:lnTo>
                  <a:pt x="286" y="1589"/>
                </a:lnTo>
                <a:cubicBezTo>
                  <a:pt x="306" y="1589"/>
                  <a:pt x="325" y="1589"/>
                  <a:pt x="344" y="1590"/>
                </a:cubicBezTo>
                <a:lnTo>
                  <a:pt x="344" y="1590"/>
                </a:lnTo>
                <a:cubicBezTo>
                  <a:pt x="425" y="1640"/>
                  <a:pt x="506" y="1700"/>
                  <a:pt x="580" y="1767"/>
                </a:cubicBezTo>
                <a:cubicBezTo>
                  <a:pt x="679" y="1848"/>
                  <a:pt x="750" y="1946"/>
                  <a:pt x="803" y="2053"/>
                </a:cubicBezTo>
                <a:cubicBezTo>
                  <a:pt x="857" y="2160"/>
                  <a:pt x="884" y="2276"/>
                  <a:pt x="866" y="2392"/>
                </a:cubicBezTo>
                <a:cubicBezTo>
                  <a:pt x="848" y="2517"/>
                  <a:pt x="812" y="2624"/>
                  <a:pt x="750" y="2731"/>
                </a:cubicBezTo>
                <a:lnTo>
                  <a:pt x="743" y="2746"/>
                </a:lnTo>
                <a:lnTo>
                  <a:pt x="743" y="2746"/>
                </a:lnTo>
                <a:cubicBezTo>
                  <a:pt x="739" y="2747"/>
                  <a:pt x="736" y="2748"/>
                  <a:pt x="732" y="2749"/>
                </a:cubicBezTo>
                <a:lnTo>
                  <a:pt x="738" y="2755"/>
                </a:lnTo>
                <a:lnTo>
                  <a:pt x="738" y="2755"/>
                </a:lnTo>
                <a:lnTo>
                  <a:pt x="732" y="2767"/>
                </a:lnTo>
                <a:lnTo>
                  <a:pt x="746" y="2763"/>
                </a:lnTo>
                <a:lnTo>
                  <a:pt x="746" y="2763"/>
                </a:lnTo>
                <a:lnTo>
                  <a:pt x="759" y="2776"/>
                </a:lnTo>
                <a:cubicBezTo>
                  <a:pt x="762" y="2770"/>
                  <a:pt x="766" y="2764"/>
                  <a:pt x="769" y="2758"/>
                </a:cubicBezTo>
                <a:lnTo>
                  <a:pt x="769" y="2758"/>
                </a:lnTo>
                <a:cubicBezTo>
                  <a:pt x="877" y="2723"/>
                  <a:pt x="987" y="2706"/>
                  <a:pt x="1097" y="2706"/>
                </a:cubicBezTo>
                <a:cubicBezTo>
                  <a:pt x="1214" y="2706"/>
                  <a:pt x="1331" y="2726"/>
                  <a:pt x="1446" y="2767"/>
                </a:cubicBezTo>
                <a:cubicBezTo>
                  <a:pt x="1483" y="2782"/>
                  <a:pt x="1518" y="2801"/>
                  <a:pt x="1551" y="2823"/>
                </a:cubicBezTo>
                <a:lnTo>
                  <a:pt x="1551" y="2823"/>
                </a:lnTo>
                <a:cubicBezTo>
                  <a:pt x="1516" y="2798"/>
                  <a:pt x="1477" y="2777"/>
                  <a:pt x="1437" y="2758"/>
                </a:cubicBezTo>
                <a:cubicBezTo>
                  <a:pt x="1330" y="2713"/>
                  <a:pt x="1205" y="2696"/>
                  <a:pt x="1089" y="2696"/>
                </a:cubicBezTo>
                <a:cubicBezTo>
                  <a:pt x="989" y="2696"/>
                  <a:pt x="883" y="2709"/>
                  <a:pt x="782" y="2735"/>
                </a:cubicBezTo>
                <a:lnTo>
                  <a:pt x="782" y="2735"/>
                </a:lnTo>
                <a:cubicBezTo>
                  <a:pt x="832" y="2639"/>
                  <a:pt x="868" y="2537"/>
                  <a:pt x="884" y="2428"/>
                </a:cubicBezTo>
                <a:cubicBezTo>
                  <a:pt x="893" y="2303"/>
                  <a:pt x="875" y="2178"/>
                  <a:pt x="821" y="2062"/>
                </a:cubicBezTo>
                <a:cubicBezTo>
                  <a:pt x="759" y="1955"/>
                  <a:pt x="687" y="1857"/>
                  <a:pt x="598" y="1767"/>
                </a:cubicBezTo>
                <a:cubicBezTo>
                  <a:pt x="526" y="1703"/>
                  <a:pt x="443" y="1644"/>
                  <a:pt x="357" y="1591"/>
                </a:cubicBezTo>
                <a:lnTo>
                  <a:pt x="357" y="1591"/>
                </a:lnTo>
                <a:cubicBezTo>
                  <a:pt x="383" y="1592"/>
                  <a:pt x="408" y="1593"/>
                  <a:pt x="433" y="1593"/>
                </a:cubicBezTo>
                <a:cubicBezTo>
                  <a:pt x="457" y="1593"/>
                  <a:pt x="482" y="1592"/>
                  <a:pt x="509" y="1589"/>
                </a:cubicBezTo>
                <a:cubicBezTo>
                  <a:pt x="589" y="1580"/>
                  <a:pt x="661" y="1571"/>
                  <a:pt x="732" y="1562"/>
                </a:cubicBezTo>
                <a:cubicBezTo>
                  <a:pt x="875" y="1535"/>
                  <a:pt x="1018" y="1491"/>
                  <a:pt x="1152" y="1428"/>
                </a:cubicBezTo>
                <a:cubicBezTo>
                  <a:pt x="1418" y="1308"/>
                  <a:pt x="1626" y="1097"/>
                  <a:pt x="1761" y="842"/>
                </a:cubicBezTo>
                <a:lnTo>
                  <a:pt x="1761" y="842"/>
                </a:lnTo>
                <a:cubicBezTo>
                  <a:pt x="1864" y="991"/>
                  <a:pt x="1991" y="1124"/>
                  <a:pt x="2133" y="1250"/>
                </a:cubicBezTo>
                <a:cubicBezTo>
                  <a:pt x="2205" y="1312"/>
                  <a:pt x="2285" y="1375"/>
                  <a:pt x="2374" y="1419"/>
                </a:cubicBezTo>
                <a:cubicBezTo>
                  <a:pt x="2464" y="1473"/>
                  <a:pt x="2562" y="1500"/>
                  <a:pt x="2669" y="1500"/>
                </a:cubicBezTo>
                <a:cubicBezTo>
                  <a:pt x="2767" y="1491"/>
                  <a:pt x="2865" y="1437"/>
                  <a:pt x="2928" y="1348"/>
                </a:cubicBezTo>
                <a:cubicBezTo>
                  <a:pt x="2990" y="1276"/>
                  <a:pt x="3035" y="1187"/>
                  <a:pt x="3070" y="1089"/>
                </a:cubicBezTo>
                <a:cubicBezTo>
                  <a:pt x="3119" y="921"/>
                  <a:pt x="3138" y="738"/>
                  <a:pt x="3122" y="560"/>
                </a:cubicBezTo>
                <a:lnTo>
                  <a:pt x="3122" y="560"/>
                </a:lnTo>
                <a:cubicBezTo>
                  <a:pt x="3188" y="610"/>
                  <a:pt x="3260" y="648"/>
                  <a:pt x="3338" y="670"/>
                </a:cubicBezTo>
                <a:cubicBezTo>
                  <a:pt x="3364" y="674"/>
                  <a:pt x="3390" y="676"/>
                  <a:pt x="3416" y="676"/>
                </a:cubicBezTo>
                <a:cubicBezTo>
                  <a:pt x="3496" y="676"/>
                  <a:pt x="3574" y="654"/>
                  <a:pt x="3642" y="607"/>
                </a:cubicBezTo>
                <a:cubicBezTo>
                  <a:pt x="3722" y="554"/>
                  <a:pt x="3802" y="473"/>
                  <a:pt x="3856" y="393"/>
                </a:cubicBezTo>
                <a:cubicBezTo>
                  <a:pt x="3900" y="336"/>
                  <a:pt x="3935" y="276"/>
                  <a:pt x="3967" y="214"/>
                </a:cubicBezTo>
                <a:lnTo>
                  <a:pt x="3967" y="214"/>
                </a:lnTo>
                <a:cubicBezTo>
                  <a:pt x="3975" y="291"/>
                  <a:pt x="3993" y="366"/>
                  <a:pt x="4025" y="438"/>
                </a:cubicBezTo>
                <a:cubicBezTo>
                  <a:pt x="4061" y="545"/>
                  <a:pt x="4115" y="634"/>
                  <a:pt x="4195" y="714"/>
                </a:cubicBezTo>
                <a:cubicBezTo>
                  <a:pt x="4266" y="786"/>
                  <a:pt x="4356" y="857"/>
                  <a:pt x="4454" y="902"/>
                </a:cubicBezTo>
                <a:cubicBezTo>
                  <a:pt x="4538" y="948"/>
                  <a:pt x="4629" y="981"/>
                  <a:pt x="4721" y="1000"/>
                </a:cubicBezTo>
                <a:lnTo>
                  <a:pt x="4721" y="1000"/>
                </a:lnTo>
                <a:cubicBezTo>
                  <a:pt x="4644" y="1106"/>
                  <a:pt x="4581" y="1219"/>
                  <a:pt x="4525" y="1339"/>
                </a:cubicBezTo>
                <a:cubicBezTo>
                  <a:pt x="4463" y="1464"/>
                  <a:pt x="4418" y="1607"/>
                  <a:pt x="4382" y="1749"/>
                </a:cubicBezTo>
                <a:cubicBezTo>
                  <a:pt x="4356" y="1883"/>
                  <a:pt x="4338" y="2026"/>
                  <a:pt x="4329" y="2178"/>
                </a:cubicBezTo>
                <a:cubicBezTo>
                  <a:pt x="4320" y="2321"/>
                  <a:pt x="4320" y="2463"/>
                  <a:pt x="4338" y="2606"/>
                </a:cubicBezTo>
                <a:lnTo>
                  <a:pt x="4338" y="2624"/>
                </a:lnTo>
                <a:lnTo>
                  <a:pt x="4347" y="2624"/>
                </a:lnTo>
                <a:cubicBezTo>
                  <a:pt x="4463" y="2687"/>
                  <a:pt x="4588" y="2740"/>
                  <a:pt x="4713" y="2785"/>
                </a:cubicBezTo>
                <a:cubicBezTo>
                  <a:pt x="4846" y="2820"/>
                  <a:pt x="4971" y="2838"/>
                  <a:pt x="5105" y="2856"/>
                </a:cubicBezTo>
                <a:cubicBezTo>
                  <a:pt x="5170" y="2861"/>
                  <a:pt x="5235" y="2863"/>
                  <a:pt x="5300" y="2863"/>
                </a:cubicBezTo>
                <a:cubicBezTo>
                  <a:pt x="5478" y="2863"/>
                  <a:pt x="5655" y="2846"/>
                  <a:pt x="5832" y="2810"/>
                </a:cubicBezTo>
                <a:lnTo>
                  <a:pt x="5832" y="2810"/>
                </a:lnTo>
                <a:cubicBezTo>
                  <a:pt x="5779" y="2877"/>
                  <a:pt x="5742" y="2960"/>
                  <a:pt x="5721" y="3044"/>
                </a:cubicBezTo>
                <a:cubicBezTo>
                  <a:pt x="5712" y="3160"/>
                  <a:pt x="5721" y="3267"/>
                  <a:pt x="5757" y="3374"/>
                </a:cubicBezTo>
                <a:cubicBezTo>
                  <a:pt x="5832" y="3565"/>
                  <a:pt x="5930" y="3742"/>
                  <a:pt x="6059" y="3902"/>
                </a:cubicBezTo>
                <a:lnTo>
                  <a:pt x="6059" y="3902"/>
                </a:lnTo>
                <a:cubicBezTo>
                  <a:pt x="5988" y="3907"/>
                  <a:pt x="5921" y="3924"/>
                  <a:pt x="5855" y="3954"/>
                </a:cubicBezTo>
                <a:cubicBezTo>
                  <a:pt x="5784" y="3990"/>
                  <a:pt x="5712" y="4043"/>
                  <a:pt x="5668" y="4115"/>
                </a:cubicBezTo>
                <a:cubicBezTo>
                  <a:pt x="5623" y="4177"/>
                  <a:pt x="5587" y="4257"/>
                  <a:pt x="5560" y="4338"/>
                </a:cubicBezTo>
                <a:cubicBezTo>
                  <a:pt x="5545" y="4408"/>
                  <a:pt x="5536" y="4479"/>
                  <a:pt x="5534" y="4550"/>
                </a:cubicBezTo>
                <a:lnTo>
                  <a:pt x="5534" y="4550"/>
                </a:lnTo>
                <a:cubicBezTo>
                  <a:pt x="5372" y="4484"/>
                  <a:pt x="5203" y="4435"/>
                  <a:pt x="5025" y="4409"/>
                </a:cubicBezTo>
                <a:cubicBezTo>
                  <a:pt x="4987" y="4402"/>
                  <a:pt x="4950" y="4399"/>
                  <a:pt x="4913" y="4399"/>
                </a:cubicBezTo>
                <a:cubicBezTo>
                  <a:pt x="4853" y="4399"/>
                  <a:pt x="4795" y="4407"/>
                  <a:pt x="4739" y="4418"/>
                </a:cubicBezTo>
                <a:cubicBezTo>
                  <a:pt x="4641" y="4445"/>
                  <a:pt x="4570" y="4516"/>
                  <a:pt x="4534" y="4605"/>
                </a:cubicBezTo>
                <a:cubicBezTo>
                  <a:pt x="4498" y="4695"/>
                  <a:pt x="4489" y="4793"/>
                  <a:pt x="4498" y="4891"/>
                </a:cubicBezTo>
                <a:cubicBezTo>
                  <a:pt x="4507" y="4980"/>
                  <a:pt x="4516" y="5070"/>
                  <a:pt x="4534" y="5168"/>
                </a:cubicBezTo>
                <a:cubicBezTo>
                  <a:pt x="4568" y="5337"/>
                  <a:pt x="4618" y="5507"/>
                  <a:pt x="4684" y="5677"/>
                </a:cubicBezTo>
                <a:lnTo>
                  <a:pt x="4684" y="5677"/>
                </a:lnTo>
                <a:cubicBezTo>
                  <a:pt x="4548" y="5680"/>
                  <a:pt x="4412" y="5715"/>
                  <a:pt x="4284" y="5775"/>
                </a:cubicBezTo>
                <a:cubicBezTo>
                  <a:pt x="4150" y="5837"/>
                  <a:pt x="4025" y="5917"/>
                  <a:pt x="3918" y="6016"/>
                </a:cubicBezTo>
                <a:cubicBezTo>
                  <a:pt x="3811" y="6114"/>
                  <a:pt x="3713" y="6221"/>
                  <a:pt x="3624" y="6337"/>
                </a:cubicBezTo>
                <a:cubicBezTo>
                  <a:pt x="3532" y="6437"/>
                  <a:pt x="3456" y="6553"/>
                  <a:pt x="3388" y="6669"/>
                </a:cubicBezTo>
                <a:lnTo>
                  <a:pt x="3388" y="6669"/>
                </a:lnTo>
                <a:lnTo>
                  <a:pt x="3365" y="6515"/>
                </a:lnTo>
                <a:cubicBezTo>
                  <a:pt x="3356" y="6453"/>
                  <a:pt x="3338" y="6399"/>
                  <a:pt x="3320" y="6337"/>
                </a:cubicBezTo>
                <a:cubicBezTo>
                  <a:pt x="3285" y="6221"/>
                  <a:pt x="3222" y="6114"/>
                  <a:pt x="3142" y="6025"/>
                </a:cubicBezTo>
                <a:cubicBezTo>
                  <a:pt x="2994" y="5852"/>
                  <a:pt x="2785" y="5755"/>
                  <a:pt x="2557" y="5755"/>
                </a:cubicBezTo>
                <a:cubicBezTo>
                  <a:pt x="2543" y="5755"/>
                  <a:pt x="2529" y="5755"/>
                  <a:pt x="2515" y="5756"/>
                </a:cubicBezTo>
                <a:lnTo>
                  <a:pt x="2515" y="5756"/>
                </a:lnTo>
                <a:cubicBezTo>
                  <a:pt x="2645" y="5553"/>
                  <a:pt x="2741" y="5334"/>
                  <a:pt x="2812" y="5105"/>
                </a:cubicBezTo>
                <a:cubicBezTo>
                  <a:pt x="2847" y="4989"/>
                  <a:pt x="2856" y="4864"/>
                  <a:pt x="2821" y="4748"/>
                </a:cubicBezTo>
                <a:cubicBezTo>
                  <a:pt x="2794" y="4686"/>
                  <a:pt x="2749" y="4641"/>
                  <a:pt x="2687" y="4623"/>
                </a:cubicBezTo>
                <a:cubicBezTo>
                  <a:pt x="2647" y="4610"/>
                  <a:pt x="2603" y="4602"/>
                  <a:pt x="2558" y="4602"/>
                </a:cubicBezTo>
                <a:cubicBezTo>
                  <a:pt x="2542" y="4602"/>
                  <a:pt x="2525" y="4603"/>
                  <a:pt x="2508" y="4605"/>
                </a:cubicBezTo>
                <a:cubicBezTo>
                  <a:pt x="2392" y="4632"/>
                  <a:pt x="2276" y="4686"/>
                  <a:pt x="2187" y="4775"/>
                </a:cubicBezTo>
                <a:cubicBezTo>
                  <a:pt x="2098" y="4846"/>
                  <a:pt x="2008" y="4936"/>
                  <a:pt x="1937" y="5034"/>
                </a:cubicBezTo>
                <a:cubicBezTo>
                  <a:pt x="1794" y="5221"/>
                  <a:pt x="1660" y="5436"/>
                  <a:pt x="1562" y="5650"/>
                </a:cubicBezTo>
                <a:cubicBezTo>
                  <a:pt x="1669" y="5436"/>
                  <a:pt x="1794" y="5221"/>
                  <a:pt x="1946" y="5034"/>
                </a:cubicBezTo>
                <a:cubicBezTo>
                  <a:pt x="2017" y="4936"/>
                  <a:pt x="2098" y="4855"/>
                  <a:pt x="2196" y="4775"/>
                </a:cubicBezTo>
                <a:cubicBezTo>
                  <a:pt x="2285" y="4695"/>
                  <a:pt x="2392" y="4641"/>
                  <a:pt x="2508" y="4614"/>
                </a:cubicBezTo>
                <a:cubicBezTo>
                  <a:pt x="2525" y="4612"/>
                  <a:pt x="2542" y="4611"/>
                  <a:pt x="2558" y="4611"/>
                </a:cubicBezTo>
                <a:cubicBezTo>
                  <a:pt x="2603" y="4611"/>
                  <a:pt x="2647" y="4619"/>
                  <a:pt x="2687" y="4632"/>
                </a:cubicBezTo>
                <a:cubicBezTo>
                  <a:pt x="2740" y="4650"/>
                  <a:pt x="2785" y="4695"/>
                  <a:pt x="2812" y="4748"/>
                </a:cubicBezTo>
                <a:cubicBezTo>
                  <a:pt x="2838" y="4864"/>
                  <a:pt x="2838" y="4989"/>
                  <a:pt x="2794" y="5105"/>
                </a:cubicBezTo>
                <a:cubicBezTo>
                  <a:pt x="2722" y="5328"/>
                  <a:pt x="2624" y="5552"/>
                  <a:pt x="2499" y="5757"/>
                </a:cubicBezTo>
                <a:lnTo>
                  <a:pt x="2490" y="5775"/>
                </a:lnTo>
                <a:lnTo>
                  <a:pt x="2508" y="5775"/>
                </a:lnTo>
                <a:cubicBezTo>
                  <a:pt x="2518" y="5774"/>
                  <a:pt x="2528" y="5774"/>
                  <a:pt x="2537" y="5774"/>
                </a:cubicBezTo>
                <a:cubicBezTo>
                  <a:pt x="2760" y="5774"/>
                  <a:pt x="2979" y="5871"/>
                  <a:pt x="3133" y="6042"/>
                </a:cubicBezTo>
                <a:cubicBezTo>
                  <a:pt x="3204" y="6132"/>
                  <a:pt x="3258" y="6239"/>
                  <a:pt x="3294" y="6346"/>
                </a:cubicBezTo>
                <a:cubicBezTo>
                  <a:pt x="3320" y="6408"/>
                  <a:pt x="3329" y="6462"/>
                  <a:pt x="3347" y="6515"/>
                </a:cubicBezTo>
                <a:lnTo>
                  <a:pt x="3374" y="6694"/>
                </a:lnTo>
                <a:lnTo>
                  <a:pt x="3374" y="6730"/>
                </a:lnTo>
                <a:lnTo>
                  <a:pt x="3401" y="6694"/>
                </a:lnTo>
                <a:cubicBezTo>
                  <a:pt x="3472" y="6578"/>
                  <a:pt x="3552" y="6453"/>
                  <a:pt x="3642" y="6346"/>
                </a:cubicBezTo>
                <a:cubicBezTo>
                  <a:pt x="3731" y="6230"/>
                  <a:pt x="3838" y="6132"/>
                  <a:pt x="3945" y="6033"/>
                </a:cubicBezTo>
                <a:cubicBezTo>
                  <a:pt x="4052" y="5935"/>
                  <a:pt x="4168" y="5855"/>
                  <a:pt x="4302" y="5793"/>
                </a:cubicBezTo>
                <a:cubicBezTo>
                  <a:pt x="4427" y="5730"/>
                  <a:pt x="4570" y="5703"/>
                  <a:pt x="4713" y="5703"/>
                </a:cubicBezTo>
                <a:lnTo>
                  <a:pt x="4730" y="5703"/>
                </a:lnTo>
                <a:lnTo>
                  <a:pt x="4722" y="5676"/>
                </a:lnTo>
                <a:cubicBezTo>
                  <a:pt x="4659" y="5507"/>
                  <a:pt x="4606" y="5328"/>
                  <a:pt x="4570" y="5150"/>
                </a:cubicBezTo>
                <a:cubicBezTo>
                  <a:pt x="4552" y="5061"/>
                  <a:pt x="4543" y="4971"/>
                  <a:pt x="4534" y="4882"/>
                </a:cubicBezTo>
                <a:cubicBezTo>
                  <a:pt x="4525" y="4793"/>
                  <a:pt x="4534" y="4695"/>
                  <a:pt x="4570" y="4614"/>
                </a:cubicBezTo>
                <a:cubicBezTo>
                  <a:pt x="4597" y="4525"/>
                  <a:pt x="4668" y="4472"/>
                  <a:pt x="4757" y="4445"/>
                </a:cubicBezTo>
                <a:cubicBezTo>
                  <a:pt x="4807" y="4434"/>
                  <a:pt x="4863" y="4426"/>
                  <a:pt x="4920" y="4426"/>
                </a:cubicBezTo>
                <a:cubicBezTo>
                  <a:pt x="4956" y="4426"/>
                  <a:pt x="4991" y="4429"/>
                  <a:pt x="5025" y="4436"/>
                </a:cubicBezTo>
                <a:cubicBezTo>
                  <a:pt x="5203" y="4463"/>
                  <a:pt x="5382" y="4516"/>
                  <a:pt x="5552" y="4588"/>
                </a:cubicBezTo>
                <a:lnTo>
                  <a:pt x="5578" y="4605"/>
                </a:lnTo>
                <a:lnTo>
                  <a:pt x="5578" y="4570"/>
                </a:lnTo>
                <a:cubicBezTo>
                  <a:pt x="5569" y="4409"/>
                  <a:pt x="5614" y="4257"/>
                  <a:pt x="5703" y="4124"/>
                </a:cubicBezTo>
                <a:cubicBezTo>
                  <a:pt x="5748" y="4061"/>
                  <a:pt x="5810" y="4008"/>
                  <a:pt x="5882" y="3981"/>
                </a:cubicBezTo>
                <a:cubicBezTo>
                  <a:pt x="5946" y="3949"/>
                  <a:pt x="6010" y="3931"/>
                  <a:pt x="6080" y="3928"/>
                </a:cubicBezTo>
                <a:lnTo>
                  <a:pt x="6080" y="3928"/>
                </a:lnTo>
                <a:cubicBezTo>
                  <a:pt x="6082" y="3931"/>
                  <a:pt x="6085" y="3933"/>
                  <a:pt x="6087" y="3936"/>
                </a:cubicBezTo>
                <a:lnTo>
                  <a:pt x="6091" y="3927"/>
                </a:lnTo>
                <a:lnTo>
                  <a:pt x="6091" y="3927"/>
                </a:lnTo>
                <a:cubicBezTo>
                  <a:pt x="6096" y="3927"/>
                  <a:pt x="6100" y="3927"/>
                  <a:pt x="6105" y="3927"/>
                </a:cubicBezTo>
                <a:lnTo>
                  <a:pt x="6141" y="3927"/>
                </a:lnTo>
                <a:lnTo>
                  <a:pt x="6114" y="3900"/>
                </a:lnTo>
                <a:cubicBezTo>
                  <a:pt x="5980" y="3740"/>
                  <a:pt x="5864" y="3552"/>
                  <a:pt x="5801" y="3347"/>
                </a:cubicBezTo>
                <a:cubicBezTo>
                  <a:pt x="5766" y="3249"/>
                  <a:pt x="5748" y="3142"/>
                  <a:pt x="5766" y="3044"/>
                </a:cubicBezTo>
                <a:cubicBezTo>
                  <a:pt x="5782" y="2948"/>
                  <a:pt x="5826" y="2866"/>
                  <a:pt x="5887" y="2799"/>
                </a:cubicBezTo>
                <a:lnTo>
                  <a:pt x="5887" y="2799"/>
                </a:lnTo>
                <a:cubicBezTo>
                  <a:pt x="5894" y="2797"/>
                  <a:pt x="5901" y="2795"/>
                  <a:pt x="5909" y="2794"/>
                </a:cubicBezTo>
                <a:lnTo>
                  <a:pt x="5901" y="2784"/>
                </a:lnTo>
                <a:lnTo>
                  <a:pt x="5901" y="2784"/>
                </a:lnTo>
                <a:cubicBezTo>
                  <a:pt x="5903" y="2781"/>
                  <a:pt x="5906" y="2778"/>
                  <a:pt x="5909" y="2776"/>
                </a:cubicBezTo>
                <a:lnTo>
                  <a:pt x="5971" y="2722"/>
                </a:lnTo>
                <a:lnTo>
                  <a:pt x="5891" y="2740"/>
                </a:lnTo>
                <a:cubicBezTo>
                  <a:pt x="5708" y="2779"/>
                  <a:pt x="5515" y="2804"/>
                  <a:pt x="5324" y="2804"/>
                </a:cubicBezTo>
                <a:cubicBezTo>
                  <a:pt x="5254" y="2804"/>
                  <a:pt x="5184" y="2801"/>
                  <a:pt x="5114" y="2794"/>
                </a:cubicBezTo>
                <a:cubicBezTo>
                  <a:pt x="4980" y="2785"/>
                  <a:pt x="4855" y="2758"/>
                  <a:pt x="4730" y="2722"/>
                </a:cubicBezTo>
                <a:cubicBezTo>
                  <a:pt x="4609" y="2687"/>
                  <a:pt x="4487" y="2636"/>
                  <a:pt x="4381" y="2575"/>
                </a:cubicBezTo>
                <a:lnTo>
                  <a:pt x="4381" y="2575"/>
                </a:lnTo>
                <a:cubicBezTo>
                  <a:pt x="4356" y="2294"/>
                  <a:pt x="4374" y="2013"/>
                  <a:pt x="4436" y="1741"/>
                </a:cubicBezTo>
                <a:cubicBezTo>
                  <a:pt x="4463" y="1607"/>
                  <a:pt x="4507" y="1464"/>
                  <a:pt x="4570" y="1339"/>
                </a:cubicBezTo>
                <a:cubicBezTo>
                  <a:pt x="4632" y="1214"/>
                  <a:pt x="4704" y="1089"/>
                  <a:pt x="4793" y="982"/>
                </a:cubicBezTo>
                <a:lnTo>
                  <a:pt x="4820" y="946"/>
                </a:lnTo>
                <a:lnTo>
                  <a:pt x="4775" y="937"/>
                </a:lnTo>
                <a:cubicBezTo>
                  <a:pt x="4677" y="919"/>
                  <a:pt x="4579" y="884"/>
                  <a:pt x="4489" y="839"/>
                </a:cubicBezTo>
                <a:cubicBezTo>
                  <a:pt x="4391" y="795"/>
                  <a:pt x="4311" y="732"/>
                  <a:pt x="4240" y="661"/>
                </a:cubicBezTo>
                <a:cubicBezTo>
                  <a:pt x="4168" y="589"/>
                  <a:pt x="4106" y="500"/>
                  <a:pt x="4070" y="402"/>
                </a:cubicBezTo>
                <a:cubicBezTo>
                  <a:pt x="4034" y="304"/>
                  <a:pt x="4016" y="205"/>
                  <a:pt x="4016" y="98"/>
                </a:cubicBezTo>
                <a:lnTo>
                  <a:pt x="400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2"/>
          <p:cNvSpPr/>
          <p:nvPr/>
        </p:nvSpPr>
        <p:spPr>
          <a:xfrm rot="2831864">
            <a:off x="7194469" y="677929"/>
            <a:ext cx="401237" cy="405445"/>
          </a:xfrm>
          <a:custGeom>
            <a:avLst/>
            <a:gdLst/>
            <a:ahLst/>
            <a:cxnLst/>
            <a:rect l="l" t="t" r="r" b="b"/>
            <a:pathLst>
              <a:path w="4482" h="4529" extrusionOk="0">
                <a:moveTo>
                  <a:pt x="2804" y="1"/>
                </a:moveTo>
                <a:cubicBezTo>
                  <a:pt x="2804" y="1"/>
                  <a:pt x="2804" y="1"/>
                  <a:pt x="2804" y="2"/>
                </a:cubicBezTo>
                <a:cubicBezTo>
                  <a:pt x="2805" y="7"/>
                  <a:pt x="2807" y="12"/>
                  <a:pt x="2808" y="17"/>
                </a:cubicBezTo>
                <a:lnTo>
                  <a:pt x="2808" y="17"/>
                </a:lnTo>
                <a:cubicBezTo>
                  <a:pt x="2806" y="7"/>
                  <a:pt x="2804" y="1"/>
                  <a:pt x="2804" y="1"/>
                </a:cubicBezTo>
                <a:close/>
                <a:moveTo>
                  <a:pt x="26" y="3498"/>
                </a:moveTo>
                <a:cubicBezTo>
                  <a:pt x="15" y="3504"/>
                  <a:pt x="7" y="3508"/>
                  <a:pt x="3" y="3509"/>
                </a:cubicBezTo>
                <a:lnTo>
                  <a:pt x="10" y="3509"/>
                </a:lnTo>
                <a:cubicBezTo>
                  <a:pt x="16" y="3506"/>
                  <a:pt x="21" y="3502"/>
                  <a:pt x="26" y="3498"/>
                </a:cubicBezTo>
                <a:close/>
                <a:moveTo>
                  <a:pt x="1" y="3509"/>
                </a:moveTo>
                <a:cubicBezTo>
                  <a:pt x="1" y="3510"/>
                  <a:pt x="1" y="3510"/>
                  <a:pt x="1" y="3510"/>
                </a:cubicBezTo>
                <a:cubicBezTo>
                  <a:pt x="1" y="3510"/>
                  <a:pt x="2" y="3510"/>
                  <a:pt x="3" y="3509"/>
                </a:cubicBezTo>
                <a:close/>
                <a:moveTo>
                  <a:pt x="2808" y="17"/>
                </a:moveTo>
                <a:cubicBezTo>
                  <a:pt x="2833" y="141"/>
                  <a:pt x="2973" y="939"/>
                  <a:pt x="3054" y="1376"/>
                </a:cubicBezTo>
                <a:cubicBezTo>
                  <a:pt x="3072" y="1456"/>
                  <a:pt x="3081" y="1554"/>
                  <a:pt x="3098" y="1626"/>
                </a:cubicBezTo>
                <a:lnTo>
                  <a:pt x="2117" y="1403"/>
                </a:lnTo>
                <a:cubicBezTo>
                  <a:pt x="1582" y="1280"/>
                  <a:pt x="151" y="1037"/>
                  <a:pt x="135" y="1037"/>
                </a:cubicBezTo>
                <a:cubicBezTo>
                  <a:pt x="135" y="1037"/>
                  <a:pt x="135" y="1037"/>
                  <a:pt x="135" y="1037"/>
                </a:cubicBezTo>
                <a:lnTo>
                  <a:pt x="1171" y="1269"/>
                </a:lnTo>
                <a:lnTo>
                  <a:pt x="2804" y="1644"/>
                </a:lnTo>
                <a:lnTo>
                  <a:pt x="3027" y="1697"/>
                </a:lnTo>
                <a:lnTo>
                  <a:pt x="2697" y="1903"/>
                </a:lnTo>
                <a:lnTo>
                  <a:pt x="1983" y="2331"/>
                </a:lnTo>
                <a:lnTo>
                  <a:pt x="680" y="3107"/>
                </a:lnTo>
                <a:cubicBezTo>
                  <a:pt x="528" y="3197"/>
                  <a:pt x="376" y="3286"/>
                  <a:pt x="234" y="3375"/>
                </a:cubicBezTo>
                <a:lnTo>
                  <a:pt x="82" y="3464"/>
                </a:lnTo>
                <a:cubicBezTo>
                  <a:pt x="68" y="3472"/>
                  <a:pt x="47" y="3484"/>
                  <a:pt x="26" y="3498"/>
                </a:cubicBezTo>
                <a:lnTo>
                  <a:pt x="26" y="3498"/>
                </a:lnTo>
                <a:cubicBezTo>
                  <a:pt x="225" y="3404"/>
                  <a:pt x="1529" y="2737"/>
                  <a:pt x="1911" y="2509"/>
                </a:cubicBezTo>
                <a:cubicBezTo>
                  <a:pt x="2295" y="2277"/>
                  <a:pt x="2697" y="2036"/>
                  <a:pt x="3081" y="1795"/>
                </a:cubicBezTo>
                <a:lnTo>
                  <a:pt x="3081" y="1795"/>
                </a:lnTo>
                <a:cubicBezTo>
                  <a:pt x="3000" y="2072"/>
                  <a:pt x="2911" y="2358"/>
                  <a:pt x="2831" y="2625"/>
                </a:cubicBezTo>
                <a:cubicBezTo>
                  <a:pt x="2679" y="3143"/>
                  <a:pt x="2536" y="3652"/>
                  <a:pt x="2384" y="4170"/>
                </a:cubicBezTo>
                <a:lnTo>
                  <a:pt x="2286" y="4527"/>
                </a:lnTo>
                <a:cubicBezTo>
                  <a:pt x="2286" y="4528"/>
                  <a:pt x="2285" y="4529"/>
                  <a:pt x="2285" y="4529"/>
                </a:cubicBezTo>
                <a:cubicBezTo>
                  <a:pt x="2285" y="4529"/>
                  <a:pt x="2514" y="3960"/>
                  <a:pt x="2643" y="3598"/>
                </a:cubicBezTo>
                <a:cubicBezTo>
                  <a:pt x="2813" y="3107"/>
                  <a:pt x="2956" y="2590"/>
                  <a:pt x="3107" y="2072"/>
                </a:cubicBezTo>
                <a:cubicBezTo>
                  <a:pt x="3134" y="1974"/>
                  <a:pt x="3170" y="1867"/>
                  <a:pt x="3197" y="1760"/>
                </a:cubicBezTo>
                <a:lnTo>
                  <a:pt x="3786" y="2286"/>
                </a:lnTo>
                <a:cubicBezTo>
                  <a:pt x="3955" y="2447"/>
                  <a:pt x="4384" y="2777"/>
                  <a:pt x="4384" y="2777"/>
                </a:cubicBezTo>
                <a:cubicBezTo>
                  <a:pt x="4384" y="2777"/>
                  <a:pt x="3679" y="2090"/>
                  <a:pt x="3330" y="1787"/>
                </a:cubicBezTo>
                <a:lnTo>
                  <a:pt x="3241" y="1706"/>
                </a:lnTo>
                <a:lnTo>
                  <a:pt x="3313" y="1662"/>
                </a:lnTo>
                <a:cubicBezTo>
                  <a:pt x="3705" y="1421"/>
                  <a:pt x="4116" y="1126"/>
                  <a:pt x="4348" y="716"/>
                </a:cubicBezTo>
                <a:cubicBezTo>
                  <a:pt x="4437" y="591"/>
                  <a:pt x="4482" y="430"/>
                  <a:pt x="4473" y="269"/>
                </a:cubicBezTo>
                <a:lnTo>
                  <a:pt x="4473" y="260"/>
                </a:lnTo>
                <a:cubicBezTo>
                  <a:pt x="4473" y="234"/>
                  <a:pt x="4455" y="207"/>
                  <a:pt x="4419" y="198"/>
                </a:cubicBezTo>
                <a:cubicBezTo>
                  <a:pt x="4415" y="193"/>
                  <a:pt x="4404" y="189"/>
                  <a:pt x="4394" y="189"/>
                </a:cubicBezTo>
                <a:cubicBezTo>
                  <a:pt x="4384" y="189"/>
                  <a:pt x="4375" y="193"/>
                  <a:pt x="4375" y="207"/>
                </a:cubicBezTo>
                <a:cubicBezTo>
                  <a:pt x="4384" y="332"/>
                  <a:pt x="4357" y="457"/>
                  <a:pt x="4294" y="564"/>
                </a:cubicBezTo>
                <a:cubicBezTo>
                  <a:pt x="4107" y="948"/>
                  <a:pt x="3741" y="1233"/>
                  <a:pt x="3393" y="1465"/>
                </a:cubicBezTo>
                <a:cubicBezTo>
                  <a:pt x="3322" y="1510"/>
                  <a:pt x="3259" y="1554"/>
                  <a:pt x="3188" y="1599"/>
                </a:cubicBezTo>
                <a:cubicBezTo>
                  <a:pt x="3072" y="1135"/>
                  <a:pt x="2965" y="671"/>
                  <a:pt x="2857" y="216"/>
                </a:cubicBezTo>
                <a:cubicBezTo>
                  <a:pt x="2841" y="150"/>
                  <a:pt x="2824" y="83"/>
                  <a:pt x="2808" y="17"/>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9;p2"/>
          <p:cNvSpPr/>
          <p:nvPr/>
        </p:nvSpPr>
        <p:spPr>
          <a:xfrm rot="2438462">
            <a:off x="7571614" y="841523"/>
            <a:ext cx="354061" cy="258451"/>
          </a:xfrm>
          <a:custGeom>
            <a:avLst/>
            <a:gdLst/>
            <a:ahLst/>
            <a:cxnLst/>
            <a:rect l="l" t="t" r="r" b="b"/>
            <a:pathLst>
              <a:path w="3955" h="2887" extrusionOk="0">
                <a:moveTo>
                  <a:pt x="2568" y="0"/>
                </a:moveTo>
                <a:cubicBezTo>
                  <a:pt x="1801" y="0"/>
                  <a:pt x="993" y="157"/>
                  <a:pt x="626" y="545"/>
                </a:cubicBezTo>
                <a:cubicBezTo>
                  <a:pt x="1" y="1206"/>
                  <a:pt x="527" y="2179"/>
                  <a:pt x="527" y="2179"/>
                </a:cubicBezTo>
                <a:cubicBezTo>
                  <a:pt x="668" y="2439"/>
                  <a:pt x="969" y="2887"/>
                  <a:pt x="1609" y="2887"/>
                </a:cubicBezTo>
                <a:cubicBezTo>
                  <a:pt x="1782" y="2887"/>
                  <a:pt x="1980" y="2854"/>
                  <a:pt x="2205" y="2777"/>
                </a:cubicBezTo>
                <a:cubicBezTo>
                  <a:pt x="3267" y="2411"/>
                  <a:pt x="3955" y="206"/>
                  <a:pt x="3955" y="206"/>
                </a:cubicBezTo>
                <a:cubicBezTo>
                  <a:pt x="3623" y="77"/>
                  <a:pt x="3106" y="0"/>
                  <a:pt x="256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70;p2"/>
          <p:cNvSpPr/>
          <p:nvPr/>
        </p:nvSpPr>
        <p:spPr>
          <a:xfrm rot="2438462">
            <a:off x="7550869" y="860873"/>
            <a:ext cx="356120" cy="190504"/>
          </a:xfrm>
          <a:custGeom>
            <a:avLst/>
            <a:gdLst/>
            <a:ahLst/>
            <a:cxnLst/>
            <a:rect l="l" t="t" r="r" b="b"/>
            <a:pathLst>
              <a:path w="3978" h="2128" extrusionOk="0">
                <a:moveTo>
                  <a:pt x="3977" y="1"/>
                </a:moveTo>
                <a:cubicBezTo>
                  <a:pt x="3967" y="1"/>
                  <a:pt x="3296" y="292"/>
                  <a:pt x="2856" y="503"/>
                </a:cubicBezTo>
                <a:lnTo>
                  <a:pt x="2910" y="164"/>
                </a:lnTo>
                <a:lnTo>
                  <a:pt x="2928" y="111"/>
                </a:lnTo>
                <a:lnTo>
                  <a:pt x="2928" y="111"/>
                </a:lnTo>
                <a:cubicBezTo>
                  <a:pt x="2865" y="236"/>
                  <a:pt x="2829" y="378"/>
                  <a:pt x="2794" y="521"/>
                </a:cubicBezTo>
                <a:lnTo>
                  <a:pt x="2794" y="530"/>
                </a:lnTo>
                <a:cubicBezTo>
                  <a:pt x="2526" y="664"/>
                  <a:pt x="2321" y="780"/>
                  <a:pt x="2062" y="932"/>
                </a:cubicBezTo>
                <a:cubicBezTo>
                  <a:pt x="1955" y="994"/>
                  <a:pt x="1857" y="1066"/>
                  <a:pt x="1750" y="1128"/>
                </a:cubicBezTo>
                <a:lnTo>
                  <a:pt x="1830" y="396"/>
                </a:lnTo>
                <a:lnTo>
                  <a:pt x="1839" y="280"/>
                </a:lnTo>
                <a:cubicBezTo>
                  <a:pt x="1839" y="279"/>
                  <a:pt x="1839" y="279"/>
                  <a:pt x="1839" y="279"/>
                </a:cubicBezTo>
                <a:cubicBezTo>
                  <a:pt x="1832" y="279"/>
                  <a:pt x="1731" y="824"/>
                  <a:pt x="1696" y="1083"/>
                </a:cubicBezTo>
                <a:cubicBezTo>
                  <a:pt x="1696" y="1119"/>
                  <a:pt x="1696" y="1146"/>
                  <a:pt x="1687" y="1173"/>
                </a:cubicBezTo>
                <a:cubicBezTo>
                  <a:pt x="1535" y="1271"/>
                  <a:pt x="1384" y="1369"/>
                  <a:pt x="1232" y="1467"/>
                </a:cubicBezTo>
                <a:lnTo>
                  <a:pt x="1143" y="1521"/>
                </a:lnTo>
                <a:lnTo>
                  <a:pt x="1125" y="798"/>
                </a:lnTo>
                <a:lnTo>
                  <a:pt x="1125" y="682"/>
                </a:lnTo>
                <a:cubicBezTo>
                  <a:pt x="1125" y="681"/>
                  <a:pt x="1125" y="680"/>
                  <a:pt x="1125" y="680"/>
                </a:cubicBezTo>
                <a:cubicBezTo>
                  <a:pt x="1122" y="680"/>
                  <a:pt x="1080" y="1216"/>
                  <a:pt x="1089" y="1467"/>
                </a:cubicBezTo>
                <a:lnTo>
                  <a:pt x="1089" y="1548"/>
                </a:lnTo>
                <a:cubicBezTo>
                  <a:pt x="928" y="1646"/>
                  <a:pt x="759" y="1735"/>
                  <a:pt x="589" y="1815"/>
                </a:cubicBezTo>
                <a:cubicBezTo>
                  <a:pt x="420" y="1905"/>
                  <a:pt x="241" y="1967"/>
                  <a:pt x="54" y="2012"/>
                </a:cubicBezTo>
                <a:cubicBezTo>
                  <a:pt x="0" y="2038"/>
                  <a:pt x="18" y="2128"/>
                  <a:pt x="81" y="2128"/>
                </a:cubicBezTo>
                <a:cubicBezTo>
                  <a:pt x="241" y="2092"/>
                  <a:pt x="393" y="2038"/>
                  <a:pt x="545" y="1967"/>
                </a:cubicBezTo>
                <a:cubicBezTo>
                  <a:pt x="741" y="1878"/>
                  <a:pt x="928" y="1780"/>
                  <a:pt x="1107" y="1673"/>
                </a:cubicBezTo>
                <a:cubicBezTo>
                  <a:pt x="1205" y="1610"/>
                  <a:pt x="1294" y="1557"/>
                  <a:pt x="1393" y="1494"/>
                </a:cubicBezTo>
                <a:lnTo>
                  <a:pt x="2160" y="1699"/>
                </a:lnTo>
                <a:lnTo>
                  <a:pt x="2276" y="1735"/>
                </a:lnTo>
                <a:cubicBezTo>
                  <a:pt x="2277" y="1735"/>
                  <a:pt x="2277" y="1735"/>
                  <a:pt x="2278" y="1735"/>
                </a:cubicBezTo>
                <a:cubicBezTo>
                  <a:pt x="2288" y="1735"/>
                  <a:pt x="1753" y="1537"/>
                  <a:pt x="1491" y="1467"/>
                </a:cubicBezTo>
                <a:lnTo>
                  <a:pt x="1455" y="1458"/>
                </a:lnTo>
                <a:cubicBezTo>
                  <a:pt x="1642" y="1333"/>
                  <a:pt x="1830" y="1208"/>
                  <a:pt x="2017" y="1092"/>
                </a:cubicBezTo>
                <a:cubicBezTo>
                  <a:pt x="2160" y="1003"/>
                  <a:pt x="2312" y="914"/>
                  <a:pt x="2464" y="834"/>
                </a:cubicBezTo>
                <a:lnTo>
                  <a:pt x="3079" y="905"/>
                </a:lnTo>
                <a:lnTo>
                  <a:pt x="3186" y="914"/>
                </a:lnTo>
                <a:cubicBezTo>
                  <a:pt x="2972" y="860"/>
                  <a:pt x="2758" y="816"/>
                  <a:pt x="2544" y="780"/>
                </a:cubicBezTo>
                <a:cubicBezTo>
                  <a:pt x="2883" y="593"/>
                  <a:pt x="3222" y="405"/>
                  <a:pt x="3570" y="227"/>
                </a:cubicBezTo>
                <a:lnTo>
                  <a:pt x="3972" y="4"/>
                </a:lnTo>
                <a:cubicBezTo>
                  <a:pt x="3976" y="2"/>
                  <a:pt x="3977" y="1"/>
                  <a:pt x="397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71;p2"/>
          <p:cNvSpPr/>
          <p:nvPr/>
        </p:nvSpPr>
        <p:spPr>
          <a:xfrm rot="2438462">
            <a:off x="7655798" y="841458"/>
            <a:ext cx="268477" cy="286113"/>
          </a:xfrm>
          <a:custGeom>
            <a:avLst/>
            <a:gdLst/>
            <a:ahLst/>
            <a:cxnLst/>
            <a:rect l="l" t="t" r="r" b="b"/>
            <a:pathLst>
              <a:path w="2999" h="3196" extrusionOk="0">
                <a:moveTo>
                  <a:pt x="964" y="3196"/>
                </a:moveTo>
                <a:cubicBezTo>
                  <a:pt x="1071" y="3178"/>
                  <a:pt x="1178" y="3151"/>
                  <a:pt x="1276" y="3116"/>
                </a:cubicBezTo>
                <a:cubicBezTo>
                  <a:pt x="2222" y="2794"/>
                  <a:pt x="2874" y="1018"/>
                  <a:pt x="2999" y="626"/>
                </a:cubicBezTo>
                <a:cubicBezTo>
                  <a:pt x="1428" y="1"/>
                  <a:pt x="0" y="1804"/>
                  <a:pt x="964" y="3196"/>
                </a:cubicBezTo>
                <a:close/>
              </a:path>
            </a:pathLst>
          </a:custGeom>
          <a:gradFill>
            <a:gsLst>
              <a:gs pos="0">
                <a:srgbClr val="FFFFFF">
                  <a:alpha val="0"/>
                </a:srgbClr>
              </a:gs>
              <a:gs pos="100000">
                <a:srgbClr val="FFFFFF">
                  <a:alpha val="2196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2"/>
          <p:cNvSpPr/>
          <p:nvPr/>
        </p:nvSpPr>
        <p:spPr>
          <a:xfrm rot="2438462">
            <a:off x="7594741" y="849580"/>
            <a:ext cx="330875" cy="260958"/>
          </a:xfrm>
          <a:custGeom>
            <a:avLst/>
            <a:gdLst/>
            <a:ahLst/>
            <a:cxnLst/>
            <a:rect l="l" t="t" r="r" b="b"/>
            <a:pathLst>
              <a:path w="3696" h="2915" extrusionOk="0">
                <a:moveTo>
                  <a:pt x="233" y="2198"/>
                </a:moveTo>
                <a:cubicBezTo>
                  <a:pt x="331" y="2385"/>
                  <a:pt x="465" y="2555"/>
                  <a:pt x="643" y="2689"/>
                </a:cubicBezTo>
                <a:cubicBezTo>
                  <a:pt x="474" y="2555"/>
                  <a:pt x="331" y="2385"/>
                  <a:pt x="233" y="2198"/>
                </a:cubicBezTo>
                <a:close/>
                <a:moveTo>
                  <a:pt x="2275" y="1"/>
                </a:moveTo>
                <a:cubicBezTo>
                  <a:pt x="1874" y="1"/>
                  <a:pt x="1473" y="47"/>
                  <a:pt x="1080" y="154"/>
                </a:cubicBezTo>
                <a:cubicBezTo>
                  <a:pt x="875" y="207"/>
                  <a:pt x="670" y="297"/>
                  <a:pt x="491" y="422"/>
                </a:cubicBezTo>
                <a:cubicBezTo>
                  <a:pt x="304" y="547"/>
                  <a:pt x="170" y="725"/>
                  <a:pt x="90" y="930"/>
                </a:cubicBezTo>
                <a:cubicBezTo>
                  <a:pt x="18" y="1136"/>
                  <a:pt x="0" y="1359"/>
                  <a:pt x="36" y="1573"/>
                </a:cubicBezTo>
                <a:cubicBezTo>
                  <a:pt x="63" y="1796"/>
                  <a:pt x="134" y="2001"/>
                  <a:pt x="232" y="2198"/>
                </a:cubicBezTo>
                <a:cubicBezTo>
                  <a:pt x="134" y="2001"/>
                  <a:pt x="72" y="1787"/>
                  <a:pt x="45" y="1573"/>
                </a:cubicBezTo>
                <a:cubicBezTo>
                  <a:pt x="9" y="1359"/>
                  <a:pt x="27" y="1144"/>
                  <a:pt x="107" y="939"/>
                </a:cubicBezTo>
                <a:cubicBezTo>
                  <a:pt x="188" y="734"/>
                  <a:pt x="322" y="555"/>
                  <a:pt x="500" y="430"/>
                </a:cubicBezTo>
                <a:cubicBezTo>
                  <a:pt x="679" y="314"/>
                  <a:pt x="884" y="225"/>
                  <a:pt x="1089" y="181"/>
                </a:cubicBezTo>
                <a:cubicBezTo>
                  <a:pt x="1474" y="82"/>
                  <a:pt x="1874" y="37"/>
                  <a:pt x="2275" y="37"/>
                </a:cubicBezTo>
                <a:cubicBezTo>
                  <a:pt x="2311" y="37"/>
                  <a:pt x="2347" y="37"/>
                  <a:pt x="2383" y="38"/>
                </a:cubicBezTo>
                <a:cubicBezTo>
                  <a:pt x="2598" y="47"/>
                  <a:pt x="2812" y="65"/>
                  <a:pt x="3026" y="100"/>
                </a:cubicBezTo>
                <a:cubicBezTo>
                  <a:pt x="3231" y="126"/>
                  <a:pt x="3428" y="176"/>
                  <a:pt x="3624" y="251"/>
                </a:cubicBezTo>
                <a:lnTo>
                  <a:pt x="3624" y="251"/>
                </a:lnTo>
                <a:cubicBezTo>
                  <a:pt x="3492" y="652"/>
                  <a:pt x="3334" y="1036"/>
                  <a:pt x="3142" y="1412"/>
                </a:cubicBezTo>
                <a:cubicBezTo>
                  <a:pt x="2955" y="1796"/>
                  <a:pt x="2714" y="2153"/>
                  <a:pt x="2410" y="2465"/>
                </a:cubicBezTo>
                <a:cubicBezTo>
                  <a:pt x="2120" y="2739"/>
                  <a:pt x="1731" y="2897"/>
                  <a:pt x="1334" y="2897"/>
                </a:cubicBezTo>
                <a:cubicBezTo>
                  <a:pt x="1303" y="2897"/>
                  <a:pt x="1272" y="2896"/>
                  <a:pt x="1241" y="2894"/>
                </a:cubicBezTo>
                <a:cubicBezTo>
                  <a:pt x="1027" y="2885"/>
                  <a:pt x="821" y="2813"/>
                  <a:pt x="643" y="2689"/>
                </a:cubicBezTo>
                <a:lnTo>
                  <a:pt x="643" y="2689"/>
                </a:lnTo>
                <a:cubicBezTo>
                  <a:pt x="813" y="2822"/>
                  <a:pt x="1027" y="2894"/>
                  <a:pt x="1241" y="2912"/>
                </a:cubicBezTo>
                <a:cubicBezTo>
                  <a:pt x="1273" y="2914"/>
                  <a:pt x="1304" y="2915"/>
                  <a:pt x="1335" y="2915"/>
                </a:cubicBezTo>
                <a:cubicBezTo>
                  <a:pt x="1740" y="2915"/>
                  <a:pt x="2130" y="2757"/>
                  <a:pt x="2428" y="2483"/>
                </a:cubicBezTo>
                <a:cubicBezTo>
                  <a:pt x="2731" y="2171"/>
                  <a:pt x="2990" y="1823"/>
                  <a:pt x="3178" y="1430"/>
                </a:cubicBezTo>
                <a:cubicBezTo>
                  <a:pt x="3374" y="1046"/>
                  <a:pt x="3544" y="654"/>
                  <a:pt x="3686" y="243"/>
                </a:cubicBezTo>
                <a:lnTo>
                  <a:pt x="3695" y="216"/>
                </a:lnTo>
                <a:lnTo>
                  <a:pt x="3669" y="207"/>
                </a:lnTo>
                <a:cubicBezTo>
                  <a:pt x="3463" y="136"/>
                  <a:pt x="3249" y="82"/>
                  <a:pt x="3035" y="56"/>
                </a:cubicBezTo>
                <a:cubicBezTo>
                  <a:pt x="2812" y="20"/>
                  <a:pt x="2598" y="11"/>
                  <a:pt x="2383" y="2"/>
                </a:cubicBezTo>
                <a:cubicBezTo>
                  <a:pt x="2347" y="1"/>
                  <a:pt x="2311" y="1"/>
                  <a:pt x="227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2"/>
          <p:cNvSpPr/>
          <p:nvPr/>
        </p:nvSpPr>
        <p:spPr>
          <a:xfrm rot="2831864">
            <a:off x="7823009" y="650563"/>
            <a:ext cx="555752" cy="562198"/>
          </a:xfrm>
          <a:custGeom>
            <a:avLst/>
            <a:gdLst/>
            <a:ahLst/>
            <a:cxnLst/>
            <a:rect l="l" t="t" r="r" b="b"/>
            <a:pathLst>
              <a:path w="6208" h="6280" extrusionOk="0">
                <a:moveTo>
                  <a:pt x="1551" y="0"/>
                </a:moveTo>
                <a:cubicBezTo>
                  <a:pt x="1515" y="18"/>
                  <a:pt x="1480" y="45"/>
                  <a:pt x="1462" y="81"/>
                </a:cubicBezTo>
                <a:lnTo>
                  <a:pt x="1533" y="170"/>
                </a:lnTo>
                <a:cubicBezTo>
                  <a:pt x="1016" y="750"/>
                  <a:pt x="632" y="1419"/>
                  <a:pt x="391" y="2151"/>
                </a:cubicBezTo>
                <a:cubicBezTo>
                  <a:pt x="311" y="2365"/>
                  <a:pt x="257" y="2589"/>
                  <a:pt x="212" y="2812"/>
                </a:cubicBezTo>
                <a:cubicBezTo>
                  <a:pt x="202" y="2849"/>
                  <a:pt x="236" y="2874"/>
                  <a:pt x="267" y="2874"/>
                </a:cubicBezTo>
                <a:cubicBezTo>
                  <a:pt x="288" y="2874"/>
                  <a:pt x="307" y="2863"/>
                  <a:pt x="311" y="2838"/>
                </a:cubicBezTo>
                <a:cubicBezTo>
                  <a:pt x="462" y="2080"/>
                  <a:pt x="775" y="1357"/>
                  <a:pt x="1221" y="723"/>
                </a:cubicBezTo>
                <a:cubicBezTo>
                  <a:pt x="1328" y="580"/>
                  <a:pt x="1435" y="438"/>
                  <a:pt x="1551" y="295"/>
                </a:cubicBezTo>
                <a:cubicBezTo>
                  <a:pt x="1587" y="795"/>
                  <a:pt x="1649" y="1294"/>
                  <a:pt x="1756" y="1785"/>
                </a:cubicBezTo>
                <a:cubicBezTo>
                  <a:pt x="1640" y="2196"/>
                  <a:pt x="1551" y="2615"/>
                  <a:pt x="1471" y="3035"/>
                </a:cubicBezTo>
                <a:cubicBezTo>
                  <a:pt x="909" y="3222"/>
                  <a:pt x="400" y="3579"/>
                  <a:pt x="34" y="4052"/>
                </a:cubicBezTo>
                <a:cubicBezTo>
                  <a:pt x="0" y="4092"/>
                  <a:pt x="32" y="4143"/>
                  <a:pt x="69" y="4143"/>
                </a:cubicBezTo>
                <a:cubicBezTo>
                  <a:pt x="81" y="4143"/>
                  <a:pt x="94" y="4137"/>
                  <a:pt x="105" y="4124"/>
                </a:cubicBezTo>
                <a:cubicBezTo>
                  <a:pt x="453" y="3677"/>
                  <a:pt x="926" y="3338"/>
                  <a:pt x="1462" y="3151"/>
                </a:cubicBezTo>
                <a:lnTo>
                  <a:pt x="1462" y="3151"/>
                </a:lnTo>
                <a:cubicBezTo>
                  <a:pt x="1399" y="3526"/>
                  <a:pt x="1355" y="3892"/>
                  <a:pt x="1346" y="4266"/>
                </a:cubicBezTo>
                <a:cubicBezTo>
                  <a:pt x="1346" y="4309"/>
                  <a:pt x="1378" y="4331"/>
                  <a:pt x="1409" y="4331"/>
                </a:cubicBezTo>
                <a:cubicBezTo>
                  <a:pt x="1436" y="4331"/>
                  <a:pt x="1462" y="4313"/>
                  <a:pt x="1462" y="4275"/>
                </a:cubicBezTo>
                <a:cubicBezTo>
                  <a:pt x="1498" y="3517"/>
                  <a:pt x="1614" y="2758"/>
                  <a:pt x="1810" y="2017"/>
                </a:cubicBezTo>
                <a:cubicBezTo>
                  <a:pt x="1971" y="2713"/>
                  <a:pt x="2176" y="3401"/>
                  <a:pt x="2435" y="4079"/>
                </a:cubicBezTo>
                <a:cubicBezTo>
                  <a:pt x="2444" y="4100"/>
                  <a:pt x="2461" y="4109"/>
                  <a:pt x="2478" y="4109"/>
                </a:cubicBezTo>
                <a:cubicBezTo>
                  <a:pt x="2513" y="4109"/>
                  <a:pt x="2551" y="4073"/>
                  <a:pt x="2533" y="4025"/>
                </a:cubicBezTo>
                <a:cubicBezTo>
                  <a:pt x="2113" y="2838"/>
                  <a:pt x="1828" y="1607"/>
                  <a:pt x="1676" y="357"/>
                </a:cubicBezTo>
                <a:lnTo>
                  <a:pt x="1676" y="357"/>
                </a:lnTo>
                <a:lnTo>
                  <a:pt x="2069" y="884"/>
                </a:lnTo>
                <a:lnTo>
                  <a:pt x="3773" y="3133"/>
                </a:lnTo>
                <a:cubicBezTo>
                  <a:pt x="3773" y="3142"/>
                  <a:pt x="3765" y="3142"/>
                  <a:pt x="3765" y="3151"/>
                </a:cubicBezTo>
                <a:cubicBezTo>
                  <a:pt x="3657" y="3704"/>
                  <a:pt x="3657" y="4266"/>
                  <a:pt x="3765" y="4820"/>
                </a:cubicBezTo>
                <a:cubicBezTo>
                  <a:pt x="3772" y="4854"/>
                  <a:pt x="3795" y="4869"/>
                  <a:pt x="3820" y="4869"/>
                </a:cubicBezTo>
                <a:cubicBezTo>
                  <a:pt x="3859" y="4869"/>
                  <a:pt x="3904" y="4833"/>
                  <a:pt x="3898" y="4784"/>
                </a:cubicBezTo>
                <a:cubicBezTo>
                  <a:pt x="3800" y="4284"/>
                  <a:pt x="3791" y="3776"/>
                  <a:pt x="3881" y="3276"/>
                </a:cubicBezTo>
                <a:lnTo>
                  <a:pt x="3881" y="3276"/>
                </a:lnTo>
                <a:lnTo>
                  <a:pt x="4345" y="3883"/>
                </a:lnTo>
                <a:cubicBezTo>
                  <a:pt x="4604" y="4641"/>
                  <a:pt x="4648" y="5445"/>
                  <a:pt x="4470" y="6221"/>
                </a:cubicBezTo>
                <a:cubicBezTo>
                  <a:pt x="4460" y="6259"/>
                  <a:pt x="4486" y="6279"/>
                  <a:pt x="4515" y="6279"/>
                </a:cubicBezTo>
                <a:cubicBezTo>
                  <a:pt x="4540" y="6279"/>
                  <a:pt x="4568" y="6263"/>
                  <a:pt x="4577" y="6230"/>
                </a:cubicBezTo>
                <a:cubicBezTo>
                  <a:pt x="4737" y="5543"/>
                  <a:pt x="4728" y="4829"/>
                  <a:pt x="4541" y="4141"/>
                </a:cubicBezTo>
                <a:lnTo>
                  <a:pt x="4541" y="4141"/>
                </a:lnTo>
                <a:lnTo>
                  <a:pt x="5799" y="5819"/>
                </a:lnTo>
                <a:cubicBezTo>
                  <a:pt x="5810" y="5833"/>
                  <a:pt x="5824" y="5838"/>
                  <a:pt x="5838" y="5838"/>
                </a:cubicBezTo>
                <a:cubicBezTo>
                  <a:pt x="5880" y="5838"/>
                  <a:pt x="5922" y="5786"/>
                  <a:pt x="5889" y="5739"/>
                </a:cubicBezTo>
                <a:cubicBezTo>
                  <a:pt x="5532" y="5266"/>
                  <a:pt x="5166" y="4784"/>
                  <a:pt x="4809" y="4311"/>
                </a:cubicBezTo>
                <a:lnTo>
                  <a:pt x="4809" y="4311"/>
                </a:lnTo>
                <a:cubicBezTo>
                  <a:pt x="5118" y="4515"/>
                  <a:pt x="5478" y="4619"/>
                  <a:pt x="5843" y="4619"/>
                </a:cubicBezTo>
                <a:cubicBezTo>
                  <a:pt x="5942" y="4619"/>
                  <a:pt x="6040" y="4612"/>
                  <a:pt x="6139" y="4597"/>
                </a:cubicBezTo>
                <a:cubicBezTo>
                  <a:pt x="6207" y="4588"/>
                  <a:pt x="6193" y="4489"/>
                  <a:pt x="6129" y="4489"/>
                </a:cubicBezTo>
                <a:cubicBezTo>
                  <a:pt x="6126" y="4489"/>
                  <a:pt x="6124" y="4489"/>
                  <a:pt x="6121" y="4490"/>
                </a:cubicBezTo>
                <a:cubicBezTo>
                  <a:pt x="6036" y="4501"/>
                  <a:pt x="5951" y="4507"/>
                  <a:pt x="5866" y="4507"/>
                </a:cubicBezTo>
                <a:cubicBezTo>
                  <a:pt x="5319" y="4507"/>
                  <a:pt x="4791" y="4262"/>
                  <a:pt x="4443" y="3829"/>
                </a:cubicBezTo>
                <a:lnTo>
                  <a:pt x="2595" y="1393"/>
                </a:lnTo>
                <a:lnTo>
                  <a:pt x="2595" y="1393"/>
                </a:lnTo>
                <a:cubicBezTo>
                  <a:pt x="3042" y="1785"/>
                  <a:pt x="3524" y="2115"/>
                  <a:pt x="4050" y="2401"/>
                </a:cubicBezTo>
                <a:cubicBezTo>
                  <a:pt x="4318" y="2535"/>
                  <a:pt x="4595" y="2660"/>
                  <a:pt x="4871" y="2758"/>
                </a:cubicBezTo>
                <a:cubicBezTo>
                  <a:pt x="4987" y="2803"/>
                  <a:pt x="5157" y="2821"/>
                  <a:pt x="5255" y="2901"/>
                </a:cubicBezTo>
                <a:cubicBezTo>
                  <a:pt x="5263" y="2909"/>
                  <a:pt x="5272" y="2912"/>
                  <a:pt x="5281" y="2912"/>
                </a:cubicBezTo>
                <a:cubicBezTo>
                  <a:pt x="5321" y="2912"/>
                  <a:pt x="5362" y="2839"/>
                  <a:pt x="5318" y="2803"/>
                </a:cubicBezTo>
                <a:cubicBezTo>
                  <a:pt x="5103" y="2624"/>
                  <a:pt x="4684" y="2571"/>
                  <a:pt x="4425" y="2455"/>
                </a:cubicBezTo>
                <a:cubicBezTo>
                  <a:pt x="3622" y="2080"/>
                  <a:pt x="2899" y="1571"/>
                  <a:pt x="2283" y="937"/>
                </a:cubicBezTo>
                <a:lnTo>
                  <a:pt x="2283" y="937"/>
                </a:lnTo>
                <a:cubicBezTo>
                  <a:pt x="2754" y="1242"/>
                  <a:pt x="3317" y="1443"/>
                  <a:pt x="3889" y="1443"/>
                </a:cubicBezTo>
                <a:cubicBezTo>
                  <a:pt x="4207" y="1443"/>
                  <a:pt x="4527" y="1381"/>
                  <a:pt x="4836" y="1241"/>
                </a:cubicBezTo>
                <a:cubicBezTo>
                  <a:pt x="4891" y="1209"/>
                  <a:pt x="4869" y="1129"/>
                  <a:pt x="4815" y="1129"/>
                </a:cubicBezTo>
                <a:cubicBezTo>
                  <a:pt x="4807" y="1129"/>
                  <a:pt x="4799" y="1131"/>
                  <a:pt x="4791" y="1134"/>
                </a:cubicBezTo>
                <a:cubicBezTo>
                  <a:pt x="4495" y="1266"/>
                  <a:pt x="4188" y="1325"/>
                  <a:pt x="3885" y="1325"/>
                </a:cubicBezTo>
                <a:cubicBezTo>
                  <a:pt x="3165" y="1325"/>
                  <a:pt x="2462" y="994"/>
                  <a:pt x="1953" y="536"/>
                </a:cubicBezTo>
                <a:lnTo>
                  <a:pt x="1658" y="152"/>
                </a:lnTo>
                <a:cubicBezTo>
                  <a:pt x="1658" y="143"/>
                  <a:pt x="1649" y="134"/>
                  <a:pt x="1649" y="134"/>
                </a:cubicBezTo>
                <a:lnTo>
                  <a:pt x="1551"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2"/>
          <p:cNvSpPr/>
          <p:nvPr/>
        </p:nvSpPr>
        <p:spPr>
          <a:xfrm rot="2831864">
            <a:off x="7817413" y="761519"/>
            <a:ext cx="69021" cy="54787"/>
          </a:xfrm>
          <a:custGeom>
            <a:avLst/>
            <a:gdLst/>
            <a:ahLst/>
            <a:cxnLst/>
            <a:rect l="l" t="t" r="r" b="b"/>
            <a:pathLst>
              <a:path w="771" h="612" extrusionOk="0">
                <a:moveTo>
                  <a:pt x="387" y="0"/>
                </a:moveTo>
                <a:cubicBezTo>
                  <a:pt x="360" y="0"/>
                  <a:pt x="332" y="4"/>
                  <a:pt x="304" y="11"/>
                </a:cubicBezTo>
                <a:cubicBezTo>
                  <a:pt x="36" y="83"/>
                  <a:pt x="0" y="449"/>
                  <a:pt x="250" y="574"/>
                </a:cubicBezTo>
                <a:cubicBezTo>
                  <a:pt x="295" y="599"/>
                  <a:pt x="343" y="611"/>
                  <a:pt x="390" y="611"/>
                </a:cubicBezTo>
                <a:cubicBezTo>
                  <a:pt x="491" y="611"/>
                  <a:pt x="588" y="555"/>
                  <a:pt x="643" y="458"/>
                </a:cubicBezTo>
                <a:cubicBezTo>
                  <a:pt x="770" y="250"/>
                  <a:pt x="613" y="0"/>
                  <a:pt x="38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2"/>
          <p:cNvSpPr/>
          <p:nvPr/>
        </p:nvSpPr>
        <p:spPr>
          <a:xfrm rot="2831864">
            <a:off x="7907451" y="687462"/>
            <a:ext cx="89432" cy="71170"/>
          </a:xfrm>
          <a:custGeom>
            <a:avLst/>
            <a:gdLst/>
            <a:ahLst/>
            <a:cxnLst/>
            <a:rect l="l" t="t" r="r" b="b"/>
            <a:pathLst>
              <a:path w="999" h="795" extrusionOk="0">
                <a:moveTo>
                  <a:pt x="497" y="1"/>
                </a:moveTo>
                <a:cubicBezTo>
                  <a:pt x="463" y="1"/>
                  <a:pt x="428" y="5"/>
                  <a:pt x="393" y="14"/>
                </a:cubicBezTo>
                <a:cubicBezTo>
                  <a:pt x="45" y="112"/>
                  <a:pt x="0" y="576"/>
                  <a:pt x="313" y="746"/>
                </a:cubicBezTo>
                <a:cubicBezTo>
                  <a:pt x="371" y="778"/>
                  <a:pt x="436" y="794"/>
                  <a:pt x="500" y="794"/>
                </a:cubicBezTo>
                <a:cubicBezTo>
                  <a:pt x="631" y="794"/>
                  <a:pt x="758" y="729"/>
                  <a:pt x="830" y="603"/>
                </a:cubicBezTo>
                <a:cubicBezTo>
                  <a:pt x="998" y="331"/>
                  <a:pt x="793" y="1"/>
                  <a:pt x="49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2"/>
          <p:cNvSpPr/>
          <p:nvPr/>
        </p:nvSpPr>
        <p:spPr>
          <a:xfrm rot="2831864">
            <a:off x="8239611" y="870519"/>
            <a:ext cx="128822" cy="99996"/>
          </a:xfrm>
          <a:custGeom>
            <a:avLst/>
            <a:gdLst/>
            <a:ahLst/>
            <a:cxnLst/>
            <a:rect l="l" t="t" r="r" b="b"/>
            <a:pathLst>
              <a:path w="1439" h="1117" extrusionOk="0">
                <a:moveTo>
                  <a:pt x="726" y="0"/>
                </a:moveTo>
                <a:cubicBezTo>
                  <a:pt x="682" y="0"/>
                  <a:pt x="636" y="5"/>
                  <a:pt x="590" y="16"/>
                </a:cubicBezTo>
                <a:cubicBezTo>
                  <a:pt x="108" y="132"/>
                  <a:pt x="1" y="784"/>
                  <a:pt x="438" y="1034"/>
                </a:cubicBezTo>
                <a:cubicBezTo>
                  <a:pt x="529" y="1090"/>
                  <a:pt x="628" y="1116"/>
                  <a:pt x="725" y="1116"/>
                </a:cubicBezTo>
                <a:cubicBezTo>
                  <a:pt x="907" y="1116"/>
                  <a:pt x="1083" y="1024"/>
                  <a:pt x="1188" y="855"/>
                </a:cubicBezTo>
                <a:cubicBezTo>
                  <a:pt x="1439" y="475"/>
                  <a:pt x="1147" y="0"/>
                  <a:pt x="72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77;p2"/>
          <p:cNvSpPr/>
          <p:nvPr/>
        </p:nvSpPr>
        <p:spPr>
          <a:xfrm rot="2831864">
            <a:off x="8209083" y="1025550"/>
            <a:ext cx="108948" cy="86210"/>
          </a:xfrm>
          <a:custGeom>
            <a:avLst/>
            <a:gdLst/>
            <a:ahLst/>
            <a:cxnLst/>
            <a:rect l="l" t="t" r="r" b="b"/>
            <a:pathLst>
              <a:path w="1217" h="963" extrusionOk="0">
                <a:moveTo>
                  <a:pt x="613" y="0"/>
                </a:moveTo>
                <a:cubicBezTo>
                  <a:pt x="571" y="0"/>
                  <a:pt x="527" y="6"/>
                  <a:pt x="482" y="18"/>
                </a:cubicBezTo>
                <a:cubicBezTo>
                  <a:pt x="63" y="134"/>
                  <a:pt x="0" y="705"/>
                  <a:pt x="384" y="902"/>
                </a:cubicBezTo>
                <a:cubicBezTo>
                  <a:pt x="458" y="943"/>
                  <a:pt x="538" y="963"/>
                  <a:pt x="616" y="963"/>
                </a:cubicBezTo>
                <a:cubicBezTo>
                  <a:pt x="774" y="963"/>
                  <a:pt x="925" y="882"/>
                  <a:pt x="1009" y="732"/>
                </a:cubicBezTo>
                <a:cubicBezTo>
                  <a:pt x="1216" y="405"/>
                  <a:pt x="968" y="0"/>
                  <a:pt x="61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8;p2"/>
          <p:cNvSpPr/>
          <p:nvPr/>
        </p:nvSpPr>
        <p:spPr>
          <a:xfrm rot="2831864">
            <a:off x="7955268" y="870920"/>
            <a:ext cx="119870" cy="95072"/>
          </a:xfrm>
          <a:custGeom>
            <a:avLst/>
            <a:gdLst/>
            <a:ahLst/>
            <a:cxnLst/>
            <a:rect l="l" t="t" r="r" b="b"/>
            <a:pathLst>
              <a:path w="1339" h="1062" extrusionOk="0">
                <a:moveTo>
                  <a:pt x="669" y="1"/>
                </a:moveTo>
                <a:cubicBezTo>
                  <a:pt x="623" y="1"/>
                  <a:pt x="575" y="7"/>
                  <a:pt x="527" y="20"/>
                </a:cubicBezTo>
                <a:cubicBezTo>
                  <a:pt x="63" y="145"/>
                  <a:pt x="0" y="779"/>
                  <a:pt x="420" y="993"/>
                </a:cubicBezTo>
                <a:cubicBezTo>
                  <a:pt x="499" y="1040"/>
                  <a:pt x="586" y="1062"/>
                  <a:pt x="671" y="1062"/>
                </a:cubicBezTo>
                <a:cubicBezTo>
                  <a:pt x="847" y="1062"/>
                  <a:pt x="1017" y="970"/>
                  <a:pt x="1107" y="814"/>
                </a:cubicBezTo>
                <a:cubicBezTo>
                  <a:pt x="1338" y="447"/>
                  <a:pt x="1062" y="1"/>
                  <a:pt x="66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2"/>
          <p:cNvSpPr/>
          <p:nvPr/>
        </p:nvSpPr>
        <p:spPr>
          <a:xfrm rot="2831864">
            <a:off x="7973745" y="1046270"/>
            <a:ext cx="97131" cy="76989"/>
          </a:xfrm>
          <a:custGeom>
            <a:avLst/>
            <a:gdLst/>
            <a:ahLst/>
            <a:cxnLst/>
            <a:rect l="l" t="t" r="r" b="b"/>
            <a:pathLst>
              <a:path w="1085" h="860" extrusionOk="0">
                <a:moveTo>
                  <a:pt x="550" y="1"/>
                </a:moveTo>
                <a:cubicBezTo>
                  <a:pt x="511" y="1"/>
                  <a:pt x="470" y="6"/>
                  <a:pt x="429" y="18"/>
                </a:cubicBezTo>
                <a:cubicBezTo>
                  <a:pt x="54" y="116"/>
                  <a:pt x="0" y="625"/>
                  <a:pt x="348" y="804"/>
                </a:cubicBezTo>
                <a:cubicBezTo>
                  <a:pt x="410" y="842"/>
                  <a:pt x="478" y="859"/>
                  <a:pt x="545" y="859"/>
                </a:cubicBezTo>
                <a:cubicBezTo>
                  <a:pt x="685" y="859"/>
                  <a:pt x="824" y="784"/>
                  <a:pt x="902" y="652"/>
                </a:cubicBezTo>
                <a:cubicBezTo>
                  <a:pt x="1084" y="358"/>
                  <a:pt x="864" y="1"/>
                  <a:pt x="55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2"/>
          <p:cNvSpPr/>
          <p:nvPr/>
        </p:nvSpPr>
        <p:spPr>
          <a:xfrm rot="2831864">
            <a:off x="7878157" y="858468"/>
            <a:ext cx="76810" cy="60964"/>
          </a:xfrm>
          <a:custGeom>
            <a:avLst/>
            <a:gdLst/>
            <a:ahLst/>
            <a:cxnLst/>
            <a:rect l="l" t="t" r="r" b="b"/>
            <a:pathLst>
              <a:path w="858" h="681" extrusionOk="0">
                <a:moveTo>
                  <a:pt x="431" y="0"/>
                </a:moveTo>
                <a:cubicBezTo>
                  <a:pt x="402" y="0"/>
                  <a:pt x="371" y="4"/>
                  <a:pt x="340" y="13"/>
                </a:cubicBezTo>
                <a:cubicBezTo>
                  <a:pt x="45" y="93"/>
                  <a:pt x="0" y="495"/>
                  <a:pt x="277" y="637"/>
                </a:cubicBezTo>
                <a:cubicBezTo>
                  <a:pt x="327" y="666"/>
                  <a:pt x="381" y="680"/>
                  <a:pt x="434" y="680"/>
                </a:cubicBezTo>
                <a:cubicBezTo>
                  <a:pt x="545" y="680"/>
                  <a:pt x="654" y="621"/>
                  <a:pt x="714" y="512"/>
                </a:cubicBezTo>
                <a:cubicBezTo>
                  <a:pt x="858" y="281"/>
                  <a:pt x="681" y="0"/>
                  <a:pt x="43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2"/>
          <p:cNvSpPr/>
          <p:nvPr/>
        </p:nvSpPr>
        <p:spPr>
          <a:xfrm rot="2831864">
            <a:off x="8166640" y="1185453"/>
            <a:ext cx="85404" cy="67768"/>
          </a:xfrm>
          <a:custGeom>
            <a:avLst/>
            <a:gdLst/>
            <a:ahLst/>
            <a:cxnLst/>
            <a:rect l="l" t="t" r="r" b="b"/>
            <a:pathLst>
              <a:path w="954" h="757" extrusionOk="0">
                <a:moveTo>
                  <a:pt x="476" y="0"/>
                </a:moveTo>
                <a:cubicBezTo>
                  <a:pt x="444" y="0"/>
                  <a:pt x="410" y="5"/>
                  <a:pt x="375" y="14"/>
                </a:cubicBezTo>
                <a:cubicBezTo>
                  <a:pt x="45" y="103"/>
                  <a:pt x="0" y="550"/>
                  <a:pt x="304" y="710"/>
                </a:cubicBezTo>
                <a:cubicBezTo>
                  <a:pt x="359" y="742"/>
                  <a:pt x="418" y="757"/>
                  <a:pt x="477" y="757"/>
                </a:cubicBezTo>
                <a:cubicBezTo>
                  <a:pt x="600" y="757"/>
                  <a:pt x="719" y="691"/>
                  <a:pt x="786" y="576"/>
                </a:cubicBezTo>
                <a:cubicBezTo>
                  <a:pt x="954" y="321"/>
                  <a:pt x="756" y="0"/>
                  <a:pt x="47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p2"/>
          <p:cNvSpPr/>
          <p:nvPr/>
        </p:nvSpPr>
        <p:spPr>
          <a:xfrm rot="2831864">
            <a:off x="8031777" y="1242769"/>
            <a:ext cx="118348" cy="93103"/>
          </a:xfrm>
          <a:custGeom>
            <a:avLst/>
            <a:gdLst/>
            <a:ahLst/>
            <a:cxnLst/>
            <a:rect l="l" t="t" r="r" b="b"/>
            <a:pathLst>
              <a:path w="1322" h="1040" extrusionOk="0">
                <a:moveTo>
                  <a:pt x="669" y="0"/>
                </a:moveTo>
                <a:cubicBezTo>
                  <a:pt x="623" y="0"/>
                  <a:pt x="576" y="6"/>
                  <a:pt x="527" y="20"/>
                </a:cubicBezTo>
                <a:cubicBezTo>
                  <a:pt x="72" y="136"/>
                  <a:pt x="1" y="760"/>
                  <a:pt x="429" y="975"/>
                </a:cubicBezTo>
                <a:cubicBezTo>
                  <a:pt x="505" y="1019"/>
                  <a:pt x="588" y="1039"/>
                  <a:pt x="670" y="1039"/>
                </a:cubicBezTo>
                <a:cubicBezTo>
                  <a:pt x="838" y="1039"/>
                  <a:pt x="1003" y="952"/>
                  <a:pt x="1098" y="796"/>
                </a:cubicBezTo>
                <a:cubicBezTo>
                  <a:pt x="1322" y="437"/>
                  <a:pt x="1053" y="0"/>
                  <a:pt x="66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p2"/>
          <p:cNvSpPr/>
          <p:nvPr/>
        </p:nvSpPr>
        <p:spPr>
          <a:xfrm rot="2831864">
            <a:off x="7931648" y="1174165"/>
            <a:ext cx="98922" cy="78332"/>
          </a:xfrm>
          <a:custGeom>
            <a:avLst/>
            <a:gdLst/>
            <a:ahLst/>
            <a:cxnLst/>
            <a:rect l="l" t="t" r="r" b="b"/>
            <a:pathLst>
              <a:path w="1105" h="875" extrusionOk="0">
                <a:moveTo>
                  <a:pt x="551" y="1"/>
                </a:moveTo>
                <a:cubicBezTo>
                  <a:pt x="515" y="1"/>
                  <a:pt x="477" y="5"/>
                  <a:pt x="438" y="15"/>
                </a:cubicBezTo>
                <a:cubicBezTo>
                  <a:pt x="55" y="122"/>
                  <a:pt x="1" y="640"/>
                  <a:pt x="349" y="818"/>
                </a:cubicBezTo>
                <a:cubicBezTo>
                  <a:pt x="413" y="856"/>
                  <a:pt x="484" y="874"/>
                  <a:pt x="555" y="874"/>
                </a:cubicBezTo>
                <a:cubicBezTo>
                  <a:pt x="700" y="874"/>
                  <a:pt x="842" y="799"/>
                  <a:pt x="920" y="667"/>
                </a:cubicBezTo>
                <a:cubicBezTo>
                  <a:pt x="1105" y="370"/>
                  <a:pt x="878" y="1"/>
                  <a:pt x="55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84;p2"/>
          <p:cNvSpPr/>
          <p:nvPr/>
        </p:nvSpPr>
        <p:spPr>
          <a:xfrm rot="2831864">
            <a:off x="7962990" y="1205387"/>
            <a:ext cx="40016" cy="41180"/>
          </a:xfrm>
          <a:custGeom>
            <a:avLst/>
            <a:gdLst/>
            <a:ahLst/>
            <a:cxnLst/>
            <a:rect l="l" t="t" r="r" b="b"/>
            <a:pathLst>
              <a:path w="447" h="460" extrusionOk="0">
                <a:moveTo>
                  <a:pt x="234" y="0"/>
                </a:moveTo>
                <a:cubicBezTo>
                  <a:pt x="195" y="0"/>
                  <a:pt x="155" y="9"/>
                  <a:pt x="116" y="22"/>
                </a:cubicBezTo>
                <a:cubicBezTo>
                  <a:pt x="89" y="40"/>
                  <a:pt x="72" y="57"/>
                  <a:pt x="54" y="75"/>
                </a:cubicBezTo>
                <a:cubicBezTo>
                  <a:pt x="36" y="102"/>
                  <a:pt x="27" y="120"/>
                  <a:pt x="18" y="147"/>
                </a:cubicBezTo>
                <a:lnTo>
                  <a:pt x="9" y="173"/>
                </a:lnTo>
                <a:lnTo>
                  <a:pt x="9" y="182"/>
                </a:lnTo>
                <a:cubicBezTo>
                  <a:pt x="9" y="200"/>
                  <a:pt x="9" y="218"/>
                  <a:pt x="0" y="245"/>
                </a:cubicBezTo>
                <a:cubicBezTo>
                  <a:pt x="0" y="263"/>
                  <a:pt x="9" y="281"/>
                  <a:pt x="9" y="307"/>
                </a:cubicBezTo>
                <a:cubicBezTo>
                  <a:pt x="27" y="370"/>
                  <a:pt x="89" y="432"/>
                  <a:pt x="161" y="450"/>
                </a:cubicBezTo>
                <a:cubicBezTo>
                  <a:pt x="179" y="450"/>
                  <a:pt x="197" y="459"/>
                  <a:pt x="214" y="459"/>
                </a:cubicBezTo>
                <a:cubicBezTo>
                  <a:pt x="232" y="459"/>
                  <a:pt x="259" y="450"/>
                  <a:pt x="277" y="450"/>
                </a:cubicBezTo>
                <a:cubicBezTo>
                  <a:pt x="295" y="441"/>
                  <a:pt x="313" y="432"/>
                  <a:pt x="330" y="423"/>
                </a:cubicBezTo>
                <a:cubicBezTo>
                  <a:pt x="366" y="406"/>
                  <a:pt x="393" y="379"/>
                  <a:pt x="411" y="343"/>
                </a:cubicBezTo>
                <a:cubicBezTo>
                  <a:pt x="420" y="325"/>
                  <a:pt x="429" y="307"/>
                  <a:pt x="438" y="289"/>
                </a:cubicBezTo>
                <a:cubicBezTo>
                  <a:pt x="446" y="254"/>
                  <a:pt x="446" y="209"/>
                  <a:pt x="438" y="173"/>
                </a:cubicBezTo>
                <a:lnTo>
                  <a:pt x="438" y="165"/>
                </a:lnTo>
                <a:cubicBezTo>
                  <a:pt x="429" y="147"/>
                  <a:pt x="429" y="129"/>
                  <a:pt x="411" y="111"/>
                </a:cubicBezTo>
                <a:lnTo>
                  <a:pt x="384" y="66"/>
                </a:lnTo>
                <a:cubicBezTo>
                  <a:pt x="366" y="49"/>
                  <a:pt x="357" y="40"/>
                  <a:pt x="339" y="31"/>
                </a:cubicBezTo>
                <a:cubicBezTo>
                  <a:pt x="322" y="22"/>
                  <a:pt x="304" y="13"/>
                  <a:pt x="277" y="4"/>
                </a:cubicBezTo>
                <a:cubicBezTo>
                  <a:pt x="263" y="1"/>
                  <a:pt x="248" y="0"/>
                  <a:pt x="234" y="0"/>
                </a:cubicBezTo>
                <a:close/>
              </a:path>
            </a:pathLst>
          </a:custGeom>
          <a:gradFill>
            <a:gsLst>
              <a:gs pos="0">
                <a:srgbClr val="FFFFFF">
                  <a:alpha val="0"/>
                </a:srgbClr>
              </a:gs>
              <a:gs pos="100000">
                <a:srgbClr val="FFFFFF">
                  <a:alpha val="2196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85;p2"/>
          <p:cNvSpPr/>
          <p:nvPr/>
        </p:nvSpPr>
        <p:spPr>
          <a:xfrm rot="2831864">
            <a:off x="8070119" y="1287639"/>
            <a:ext cx="33660" cy="36883"/>
          </a:xfrm>
          <a:custGeom>
            <a:avLst/>
            <a:gdLst/>
            <a:ahLst/>
            <a:cxnLst/>
            <a:rect l="l" t="t" r="r" b="b"/>
            <a:pathLst>
              <a:path w="376" h="412" extrusionOk="0">
                <a:moveTo>
                  <a:pt x="135" y="1"/>
                </a:moveTo>
                <a:lnTo>
                  <a:pt x="108" y="10"/>
                </a:lnTo>
                <a:lnTo>
                  <a:pt x="90" y="19"/>
                </a:lnTo>
                <a:cubicBezTo>
                  <a:pt x="72" y="28"/>
                  <a:pt x="63" y="36"/>
                  <a:pt x="54" y="54"/>
                </a:cubicBezTo>
                <a:cubicBezTo>
                  <a:pt x="45" y="54"/>
                  <a:pt x="45" y="63"/>
                  <a:pt x="36" y="72"/>
                </a:cubicBezTo>
                <a:lnTo>
                  <a:pt x="28" y="81"/>
                </a:lnTo>
                <a:cubicBezTo>
                  <a:pt x="19" y="99"/>
                  <a:pt x="10" y="117"/>
                  <a:pt x="1" y="135"/>
                </a:cubicBezTo>
                <a:lnTo>
                  <a:pt x="1" y="144"/>
                </a:lnTo>
                <a:cubicBezTo>
                  <a:pt x="1" y="152"/>
                  <a:pt x="1" y="152"/>
                  <a:pt x="1" y="152"/>
                </a:cubicBezTo>
                <a:lnTo>
                  <a:pt x="1" y="161"/>
                </a:lnTo>
                <a:lnTo>
                  <a:pt x="1" y="215"/>
                </a:lnTo>
                <a:cubicBezTo>
                  <a:pt x="1" y="215"/>
                  <a:pt x="1" y="224"/>
                  <a:pt x="1" y="224"/>
                </a:cubicBezTo>
                <a:cubicBezTo>
                  <a:pt x="1" y="224"/>
                  <a:pt x="1" y="233"/>
                  <a:pt x="1" y="233"/>
                </a:cubicBezTo>
                <a:lnTo>
                  <a:pt x="1" y="277"/>
                </a:lnTo>
                <a:lnTo>
                  <a:pt x="1" y="286"/>
                </a:lnTo>
                <a:lnTo>
                  <a:pt x="19" y="322"/>
                </a:lnTo>
                <a:lnTo>
                  <a:pt x="45" y="358"/>
                </a:lnTo>
                <a:cubicBezTo>
                  <a:pt x="54" y="367"/>
                  <a:pt x="63" y="376"/>
                  <a:pt x="81" y="385"/>
                </a:cubicBezTo>
                <a:cubicBezTo>
                  <a:pt x="108" y="402"/>
                  <a:pt x="135" y="411"/>
                  <a:pt x="170" y="411"/>
                </a:cubicBezTo>
                <a:lnTo>
                  <a:pt x="242" y="411"/>
                </a:lnTo>
                <a:cubicBezTo>
                  <a:pt x="260" y="402"/>
                  <a:pt x="277" y="393"/>
                  <a:pt x="295" y="385"/>
                </a:cubicBezTo>
                <a:cubicBezTo>
                  <a:pt x="304" y="376"/>
                  <a:pt x="313" y="376"/>
                  <a:pt x="322" y="367"/>
                </a:cubicBezTo>
                <a:cubicBezTo>
                  <a:pt x="331" y="349"/>
                  <a:pt x="349" y="340"/>
                  <a:pt x="349" y="331"/>
                </a:cubicBezTo>
                <a:cubicBezTo>
                  <a:pt x="349" y="331"/>
                  <a:pt x="349" y="322"/>
                  <a:pt x="349" y="322"/>
                </a:cubicBezTo>
                <a:cubicBezTo>
                  <a:pt x="358" y="304"/>
                  <a:pt x="367" y="286"/>
                  <a:pt x="376" y="269"/>
                </a:cubicBezTo>
                <a:cubicBezTo>
                  <a:pt x="376" y="251"/>
                  <a:pt x="376" y="233"/>
                  <a:pt x="376" y="215"/>
                </a:cubicBezTo>
                <a:lnTo>
                  <a:pt x="376" y="197"/>
                </a:lnTo>
                <a:cubicBezTo>
                  <a:pt x="376" y="161"/>
                  <a:pt x="367" y="126"/>
                  <a:pt x="349" y="99"/>
                </a:cubicBezTo>
                <a:cubicBezTo>
                  <a:pt x="349" y="81"/>
                  <a:pt x="349" y="72"/>
                  <a:pt x="340" y="54"/>
                </a:cubicBezTo>
                <a:lnTo>
                  <a:pt x="322" y="45"/>
                </a:lnTo>
                <a:cubicBezTo>
                  <a:pt x="322" y="36"/>
                  <a:pt x="313" y="28"/>
                  <a:pt x="304" y="28"/>
                </a:cubicBezTo>
                <a:cubicBezTo>
                  <a:pt x="304" y="28"/>
                  <a:pt x="295" y="19"/>
                  <a:pt x="295" y="19"/>
                </a:cubicBezTo>
                <a:cubicBezTo>
                  <a:pt x="277" y="19"/>
                  <a:pt x="260" y="10"/>
                  <a:pt x="251" y="1"/>
                </a:cubicBezTo>
                <a:close/>
              </a:path>
            </a:pathLst>
          </a:custGeom>
          <a:gradFill>
            <a:gsLst>
              <a:gs pos="0">
                <a:srgbClr val="FFFFFF">
                  <a:alpha val="0"/>
                </a:srgbClr>
              </a:gs>
              <a:gs pos="100000">
                <a:srgbClr val="FFFFFF">
                  <a:alpha val="2196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86;p2"/>
          <p:cNvSpPr/>
          <p:nvPr/>
        </p:nvSpPr>
        <p:spPr>
          <a:xfrm rot="2831864">
            <a:off x="8197676" y="1213197"/>
            <a:ext cx="28916" cy="30169"/>
          </a:xfrm>
          <a:custGeom>
            <a:avLst/>
            <a:gdLst/>
            <a:ahLst/>
            <a:cxnLst/>
            <a:rect l="l" t="t" r="r" b="b"/>
            <a:pathLst>
              <a:path w="323" h="337" extrusionOk="0">
                <a:moveTo>
                  <a:pt x="153" y="0"/>
                </a:moveTo>
                <a:cubicBezTo>
                  <a:pt x="135" y="0"/>
                  <a:pt x="126" y="9"/>
                  <a:pt x="108" y="18"/>
                </a:cubicBezTo>
                <a:cubicBezTo>
                  <a:pt x="90" y="18"/>
                  <a:pt x="72" y="27"/>
                  <a:pt x="63" y="45"/>
                </a:cubicBezTo>
                <a:lnTo>
                  <a:pt x="54" y="54"/>
                </a:lnTo>
                <a:lnTo>
                  <a:pt x="28" y="89"/>
                </a:lnTo>
                <a:lnTo>
                  <a:pt x="28" y="98"/>
                </a:lnTo>
                <a:lnTo>
                  <a:pt x="10" y="134"/>
                </a:lnTo>
                <a:cubicBezTo>
                  <a:pt x="1" y="170"/>
                  <a:pt x="1" y="196"/>
                  <a:pt x="10" y="223"/>
                </a:cubicBezTo>
                <a:cubicBezTo>
                  <a:pt x="19" y="250"/>
                  <a:pt x="28" y="268"/>
                  <a:pt x="54" y="286"/>
                </a:cubicBezTo>
                <a:cubicBezTo>
                  <a:pt x="72" y="312"/>
                  <a:pt x="90" y="321"/>
                  <a:pt x="117" y="330"/>
                </a:cubicBezTo>
                <a:cubicBezTo>
                  <a:pt x="130" y="335"/>
                  <a:pt x="146" y="337"/>
                  <a:pt x="162" y="337"/>
                </a:cubicBezTo>
                <a:cubicBezTo>
                  <a:pt x="177" y="337"/>
                  <a:pt x="193" y="335"/>
                  <a:pt x="206" y="330"/>
                </a:cubicBezTo>
                <a:lnTo>
                  <a:pt x="242" y="312"/>
                </a:lnTo>
                <a:lnTo>
                  <a:pt x="278" y="286"/>
                </a:lnTo>
                <a:lnTo>
                  <a:pt x="304" y="259"/>
                </a:lnTo>
                <a:cubicBezTo>
                  <a:pt x="304" y="241"/>
                  <a:pt x="313" y="232"/>
                  <a:pt x="313" y="214"/>
                </a:cubicBezTo>
                <a:cubicBezTo>
                  <a:pt x="322" y="205"/>
                  <a:pt x="322" y="187"/>
                  <a:pt x="322" y="170"/>
                </a:cubicBezTo>
                <a:lnTo>
                  <a:pt x="322" y="161"/>
                </a:lnTo>
                <a:lnTo>
                  <a:pt x="322" y="116"/>
                </a:lnTo>
                <a:lnTo>
                  <a:pt x="304" y="80"/>
                </a:lnTo>
                <a:lnTo>
                  <a:pt x="278" y="45"/>
                </a:lnTo>
                <a:cubicBezTo>
                  <a:pt x="269" y="27"/>
                  <a:pt x="251" y="18"/>
                  <a:pt x="233" y="18"/>
                </a:cubicBezTo>
                <a:cubicBezTo>
                  <a:pt x="224" y="9"/>
                  <a:pt x="206" y="0"/>
                  <a:pt x="188" y="0"/>
                </a:cubicBezTo>
                <a:close/>
              </a:path>
            </a:pathLst>
          </a:custGeom>
          <a:gradFill>
            <a:gsLst>
              <a:gs pos="0">
                <a:srgbClr val="FFFFFF">
                  <a:alpha val="0"/>
                </a:srgbClr>
              </a:gs>
              <a:gs pos="100000">
                <a:srgbClr val="FFFFFF">
                  <a:alpha val="2196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2"/>
          <p:cNvSpPr/>
          <p:nvPr/>
        </p:nvSpPr>
        <p:spPr>
          <a:xfrm rot="2831864">
            <a:off x="8245558" y="1064853"/>
            <a:ext cx="32049" cy="32855"/>
          </a:xfrm>
          <a:custGeom>
            <a:avLst/>
            <a:gdLst/>
            <a:ahLst/>
            <a:cxnLst/>
            <a:rect l="l" t="t" r="r" b="b"/>
            <a:pathLst>
              <a:path w="358" h="367" extrusionOk="0">
                <a:moveTo>
                  <a:pt x="152" y="1"/>
                </a:moveTo>
                <a:lnTo>
                  <a:pt x="125" y="10"/>
                </a:lnTo>
                <a:lnTo>
                  <a:pt x="107" y="19"/>
                </a:lnTo>
                <a:lnTo>
                  <a:pt x="98" y="28"/>
                </a:lnTo>
                <a:lnTo>
                  <a:pt x="89" y="28"/>
                </a:lnTo>
                <a:cubicBezTo>
                  <a:pt x="71" y="37"/>
                  <a:pt x="63" y="46"/>
                  <a:pt x="54" y="54"/>
                </a:cubicBezTo>
                <a:lnTo>
                  <a:pt x="45" y="63"/>
                </a:lnTo>
                <a:cubicBezTo>
                  <a:pt x="36" y="72"/>
                  <a:pt x="27" y="81"/>
                  <a:pt x="18" y="99"/>
                </a:cubicBezTo>
                <a:lnTo>
                  <a:pt x="9" y="117"/>
                </a:lnTo>
                <a:lnTo>
                  <a:pt x="0" y="135"/>
                </a:lnTo>
                <a:lnTo>
                  <a:pt x="0" y="144"/>
                </a:lnTo>
                <a:lnTo>
                  <a:pt x="0" y="171"/>
                </a:lnTo>
                <a:lnTo>
                  <a:pt x="0" y="188"/>
                </a:lnTo>
                <a:lnTo>
                  <a:pt x="0" y="197"/>
                </a:lnTo>
                <a:lnTo>
                  <a:pt x="0" y="215"/>
                </a:lnTo>
                <a:cubicBezTo>
                  <a:pt x="0" y="215"/>
                  <a:pt x="0" y="224"/>
                  <a:pt x="0" y="224"/>
                </a:cubicBezTo>
                <a:cubicBezTo>
                  <a:pt x="0" y="224"/>
                  <a:pt x="0" y="233"/>
                  <a:pt x="0" y="242"/>
                </a:cubicBezTo>
                <a:cubicBezTo>
                  <a:pt x="0" y="260"/>
                  <a:pt x="9" y="269"/>
                  <a:pt x="9" y="278"/>
                </a:cubicBezTo>
                <a:lnTo>
                  <a:pt x="9" y="287"/>
                </a:lnTo>
                <a:cubicBezTo>
                  <a:pt x="18" y="304"/>
                  <a:pt x="27" y="313"/>
                  <a:pt x="45" y="322"/>
                </a:cubicBezTo>
                <a:lnTo>
                  <a:pt x="71" y="349"/>
                </a:lnTo>
                <a:cubicBezTo>
                  <a:pt x="89" y="358"/>
                  <a:pt x="98" y="358"/>
                  <a:pt x="116" y="367"/>
                </a:cubicBezTo>
                <a:lnTo>
                  <a:pt x="214" y="367"/>
                </a:lnTo>
                <a:lnTo>
                  <a:pt x="232" y="358"/>
                </a:lnTo>
                <a:lnTo>
                  <a:pt x="250" y="349"/>
                </a:lnTo>
                <a:cubicBezTo>
                  <a:pt x="259" y="349"/>
                  <a:pt x="268" y="340"/>
                  <a:pt x="277" y="331"/>
                </a:cubicBezTo>
                <a:cubicBezTo>
                  <a:pt x="286" y="331"/>
                  <a:pt x="295" y="322"/>
                  <a:pt x="295" y="313"/>
                </a:cubicBezTo>
                <a:lnTo>
                  <a:pt x="295" y="304"/>
                </a:lnTo>
                <a:lnTo>
                  <a:pt x="330" y="269"/>
                </a:lnTo>
                <a:lnTo>
                  <a:pt x="339" y="251"/>
                </a:lnTo>
                <a:cubicBezTo>
                  <a:pt x="348" y="233"/>
                  <a:pt x="357" y="224"/>
                  <a:pt x="357" y="206"/>
                </a:cubicBezTo>
                <a:lnTo>
                  <a:pt x="357" y="179"/>
                </a:lnTo>
                <a:lnTo>
                  <a:pt x="357" y="171"/>
                </a:lnTo>
                <a:lnTo>
                  <a:pt x="357" y="126"/>
                </a:lnTo>
                <a:cubicBezTo>
                  <a:pt x="357" y="108"/>
                  <a:pt x="348" y="99"/>
                  <a:pt x="339" y="81"/>
                </a:cubicBezTo>
                <a:lnTo>
                  <a:pt x="339" y="72"/>
                </a:lnTo>
                <a:cubicBezTo>
                  <a:pt x="339" y="72"/>
                  <a:pt x="330" y="63"/>
                  <a:pt x="321" y="63"/>
                </a:cubicBezTo>
                <a:cubicBezTo>
                  <a:pt x="321" y="54"/>
                  <a:pt x="312" y="46"/>
                  <a:pt x="304" y="37"/>
                </a:cubicBezTo>
                <a:cubicBezTo>
                  <a:pt x="304" y="37"/>
                  <a:pt x="304" y="37"/>
                  <a:pt x="295" y="28"/>
                </a:cubicBezTo>
                <a:cubicBezTo>
                  <a:pt x="286" y="19"/>
                  <a:pt x="268" y="10"/>
                  <a:pt x="241" y="1"/>
                </a:cubicBezTo>
                <a:close/>
              </a:path>
            </a:pathLst>
          </a:custGeom>
          <a:gradFill>
            <a:gsLst>
              <a:gs pos="0">
                <a:srgbClr val="FFFFFF">
                  <a:alpha val="0"/>
                </a:srgbClr>
              </a:gs>
              <a:gs pos="100000">
                <a:srgbClr val="FFFFFF">
                  <a:alpha val="2196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88;p2"/>
          <p:cNvSpPr/>
          <p:nvPr/>
        </p:nvSpPr>
        <p:spPr>
          <a:xfrm rot="2831864">
            <a:off x="8275385" y="915814"/>
            <a:ext cx="42433" cy="42791"/>
          </a:xfrm>
          <a:custGeom>
            <a:avLst/>
            <a:gdLst/>
            <a:ahLst/>
            <a:cxnLst/>
            <a:rect l="l" t="t" r="r" b="b"/>
            <a:pathLst>
              <a:path w="474" h="478" extrusionOk="0">
                <a:moveTo>
                  <a:pt x="250" y="0"/>
                </a:moveTo>
                <a:cubicBezTo>
                  <a:pt x="232" y="0"/>
                  <a:pt x="206" y="9"/>
                  <a:pt x="188" y="9"/>
                </a:cubicBezTo>
                <a:cubicBezTo>
                  <a:pt x="116" y="27"/>
                  <a:pt x="63" y="80"/>
                  <a:pt x="18" y="134"/>
                </a:cubicBezTo>
                <a:cubicBezTo>
                  <a:pt x="9" y="152"/>
                  <a:pt x="0" y="170"/>
                  <a:pt x="0" y="196"/>
                </a:cubicBezTo>
                <a:cubicBezTo>
                  <a:pt x="0" y="205"/>
                  <a:pt x="0" y="214"/>
                  <a:pt x="0" y="223"/>
                </a:cubicBezTo>
                <a:cubicBezTo>
                  <a:pt x="0" y="232"/>
                  <a:pt x="0" y="241"/>
                  <a:pt x="0" y="250"/>
                </a:cubicBezTo>
                <a:lnTo>
                  <a:pt x="0" y="286"/>
                </a:lnTo>
                <a:cubicBezTo>
                  <a:pt x="0" y="295"/>
                  <a:pt x="0" y="303"/>
                  <a:pt x="9" y="312"/>
                </a:cubicBezTo>
                <a:lnTo>
                  <a:pt x="9" y="330"/>
                </a:lnTo>
                <a:lnTo>
                  <a:pt x="9" y="339"/>
                </a:lnTo>
                <a:cubicBezTo>
                  <a:pt x="18" y="348"/>
                  <a:pt x="18" y="348"/>
                  <a:pt x="27" y="357"/>
                </a:cubicBezTo>
                <a:cubicBezTo>
                  <a:pt x="27" y="366"/>
                  <a:pt x="27" y="375"/>
                  <a:pt x="36" y="384"/>
                </a:cubicBezTo>
                <a:cubicBezTo>
                  <a:pt x="73" y="443"/>
                  <a:pt x="141" y="478"/>
                  <a:pt x="213" y="478"/>
                </a:cubicBezTo>
                <a:cubicBezTo>
                  <a:pt x="228" y="478"/>
                  <a:pt x="244" y="476"/>
                  <a:pt x="259" y="473"/>
                </a:cubicBezTo>
                <a:cubicBezTo>
                  <a:pt x="295" y="455"/>
                  <a:pt x="339" y="437"/>
                  <a:pt x="366" y="402"/>
                </a:cubicBezTo>
                <a:cubicBezTo>
                  <a:pt x="384" y="393"/>
                  <a:pt x="393" y="384"/>
                  <a:pt x="411" y="366"/>
                </a:cubicBezTo>
                <a:cubicBezTo>
                  <a:pt x="438" y="330"/>
                  <a:pt x="455" y="295"/>
                  <a:pt x="464" y="259"/>
                </a:cubicBezTo>
                <a:cubicBezTo>
                  <a:pt x="473" y="241"/>
                  <a:pt x="473" y="223"/>
                  <a:pt x="473" y="205"/>
                </a:cubicBezTo>
                <a:cubicBezTo>
                  <a:pt x="473" y="196"/>
                  <a:pt x="473" y="179"/>
                  <a:pt x="473" y="170"/>
                </a:cubicBezTo>
                <a:cubicBezTo>
                  <a:pt x="473" y="161"/>
                  <a:pt x="464" y="161"/>
                  <a:pt x="464" y="152"/>
                </a:cubicBezTo>
                <a:cubicBezTo>
                  <a:pt x="455" y="107"/>
                  <a:pt x="429" y="71"/>
                  <a:pt x="393" y="45"/>
                </a:cubicBezTo>
                <a:cubicBezTo>
                  <a:pt x="375" y="27"/>
                  <a:pt x="348" y="9"/>
                  <a:pt x="322" y="9"/>
                </a:cubicBezTo>
                <a:cubicBezTo>
                  <a:pt x="304" y="0"/>
                  <a:pt x="286" y="0"/>
                  <a:pt x="268" y="0"/>
                </a:cubicBezTo>
                <a:close/>
              </a:path>
            </a:pathLst>
          </a:custGeom>
          <a:gradFill>
            <a:gsLst>
              <a:gs pos="0">
                <a:srgbClr val="FFFFFF">
                  <a:alpha val="0"/>
                </a:srgbClr>
              </a:gs>
              <a:gs pos="100000">
                <a:srgbClr val="FFFFFF">
                  <a:alpha val="2196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89;p2"/>
          <p:cNvSpPr/>
          <p:nvPr/>
        </p:nvSpPr>
        <p:spPr>
          <a:xfrm rot="2831864">
            <a:off x="8006940" y="1075231"/>
            <a:ext cx="29632" cy="34735"/>
          </a:xfrm>
          <a:custGeom>
            <a:avLst/>
            <a:gdLst/>
            <a:ahLst/>
            <a:cxnLst/>
            <a:rect l="l" t="t" r="r" b="b"/>
            <a:pathLst>
              <a:path w="331" h="388" extrusionOk="0">
                <a:moveTo>
                  <a:pt x="180" y="1"/>
                </a:moveTo>
                <a:cubicBezTo>
                  <a:pt x="168" y="1"/>
                  <a:pt x="155" y="2"/>
                  <a:pt x="143" y="4"/>
                </a:cubicBezTo>
                <a:cubicBezTo>
                  <a:pt x="116" y="13"/>
                  <a:pt x="99" y="31"/>
                  <a:pt x="81" y="48"/>
                </a:cubicBezTo>
                <a:lnTo>
                  <a:pt x="54" y="75"/>
                </a:lnTo>
                <a:lnTo>
                  <a:pt x="45" y="84"/>
                </a:lnTo>
                <a:cubicBezTo>
                  <a:pt x="27" y="93"/>
                  <a:pt x="18" y="111"/>
                  <a:pt x="9" y="138"/>
                </a:cubicBezTo>
                <a:cubicBezTo>
                  <a:pt x="9" y="147"/>
                  <a:pt x="0" y="155"/>
                  <a:pt x="0" y="164"/>
                </a:cubicBezTo>
                <a:lnTo>
                  <a:pt x="0" y="209"/>
                </a:lnTo>
                <a:cubicBezTo>
                  <a:pt x="0" y="209"/>
                  <a:pt x="0" y="209"/>
                  <a:pt x="0" y="218"/>
                </a:cubicBezTo>
                <a:lnTo>
                  <a:pt x="0" y="263"/>
                </a:lnTo>
                <a:lnTo>
                  <a:pt x="0" y="272"/>
                </a:lnTo>
                <a:cubicBezTo>
                  <a:pt x="9" y="298"/>
                  <a:pt x="18" y="316"/>
                  <a:pt x="45" y="334"/>
                </a:cubicBezTo>
                <a:cubicBezTo>
                  <a:pt x="54" y="352"/>
                  <a:pt x="72" y="361"/>
                  <a:pt x="90" y="370"/>
                </a:cubicBezTo>
                <a:cubicBezTo>
                  <a:pt x="108" y="379"/>
                  <a:pt x="134" y="388"/>
                  <a:pt x="152" y="388"/>
                </a:cubicBezTo>
                <a:cubicBezTo>
                  <a:pt x="179" y="388"/>
                  <a:pt x="206" y="379"/>
                  <a:pt x="233" y="361"/>
                </a:cubicBezTo>
                <a:lnTo>
                  <a:pt x="241" y="352"/>
                </a:lnTo>
                <a:lnTo>
                  <a:pt x="250" y="352"/>
                </a:lnTo>
                <a:lnTo>
                  <a:pt x="268" y="343"/>
                </a:lnTo>
                <a:lnTo>
                  <a:pt x="286" y="334"/>
                </a:lnTo>
                <a:cubicBezTo>
                  <a:pt x="295" y="316"/>
                  <a:pt x="304" y="307"/>
                  <a:pt x="313" y="298"/>
                </a:cubicBezTo>
                <a:cubicBezTo>
                  <a:pt x="313" y="280"/>
                  <a:pt x="322" y="272"/>
                  <a:pt x="331" y="254"/>
                </a:cubicBezTo>
                <a:lnTo>
                  <a:pt x="331" y="245"/>
                </a:lnTo>
                <a:cubicBezTo>
                  <a:pt x="331" y="236"/>
                  <a:pt x="331" y="218"/>
                  <a:pt x="331" y="200"/>
                </a:cubicBezTo>
                <a:cubicBezTo>
                  <a:pt x="331" y="200"/>
                  <a:pt x="331" y="191"/>
                  <a:pt x="331" y="191"/>
                </a:cubicBezTo>
                <a:cubicBezTo>
                  <a:pt x="331" y="182"/>
                  <a:pt x="331" y="182"/>
                  <a:pt x="331" y="173"/>
                </a:cubicBezTo>
                <a:cubicBezTo>
                  <a:pt x="331" y="155"/>
                  <a:pt x="331" y="138"/>
                  <a:pt x="331" y="120"/>
                </a:cubicBezTo>
                <a:cubicBezTo>
                  <a:pt x="322" y="93"/>
                  <a:pt x="313" y="66"/>
                  <a:pt x="304" y="48"/>
                </a:cubicBezTo>
                <a:cubicBezTo>
                  <a:pt x="269" y="14"/>
                  <a:pt x="224" y="1"/>
                  <a:pt x="180" y="1"/>
                </a:cubicBezTo>
                <a:close/>
              </a:path>
            </a:pathLst>
          </a:custGeom>
          <a:gradFill>
            <a:gsLst>
              <a:gs pos="0">
                <a:srgbClr val="FFFFFF">
                  <a:alpha val="0"/>
                </a:srgbClr>
              </a:gs>
              <a:gs pos="100000">
                <a:srgbClr val="FFFFFF">
                  <a:alpha val="2196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90;p2"/>
          <p:cNvSpPr/>
          <p:nvPr/>
        </p:nvSpPr>
        <p:spPr>
          <a:xfrm rot="2831864">
            <a:off x="7991014" y="908089"/>
            <a:ext cx="40106" cy="41449"/>
          </a:xfrm>
          <a:custGeom>
            <a:avLst/>
            <a:gdLst/>
            <a:ahLst/>
            <a:cxnLst/>
            <a:rect l="l" t="t" r="r" b="b"/>
            <a:pathLst>
              <a:path w="448" h="463" extrusionOk="0">
                <a:moveTo>
                  <a:pt x="233" y="1"/>
                </a:moveTo>
                <a:cubicBezTo>
                  <a:pt x="215" y="1"/>
                  <a:pt x="197" y="1"/>
                  <a:pt x="179" y="10"/>
                </a:cubicBezTo>
                <a:cubicBezTo>
                  <a:pt x="170" y="10"/>
                  <a:pt x="162" y="10"/>
                  <a:pt x="153" y="19"/>
                </a:cubicBezTo>
                <a:cubicBezTo>
                  <a:pt x="144" y="19"/>
                  <a:pt x="135" y="28"/>
                  <a:pt x="126" y="28"/>
                </a:cubicBezTo>
                <a:cubicBezTo>
                  <a:pt x="108" y="37"/>
                  <a:pt x="99" y="54"/>
                  <a:pt x="90" y="63"/>
                </a:cubicBezTo>
                <a:cubicBezTo>
                  <a:pt x="72" y="72"/>
                  <a:pt x="54" y="90"/>
                  <a:pt x="46" y="108"/>
                </a:cubicBezTo>
                <a:lnTo>
                  <a:pt x="37" y="126"/>
                </a:lnTo>
                <a:cubicBezTo>
                  <a:pt x="28" y="144"/>
                  <a:pt x="19" y="161"/>
                  <a:pt x="19" y="188"/>
                </a:cubicBezTo>
                <a:cubicBezTo>
                  <a:pt x="1" y="242"/>
                  <a:pt x="10" y="295"/>
                  <a:pt x="37" y="349"/>
                </a:cubicBezTo>
                <a:cubicBezTo>
                  <a:pt x="37" y="349"/>
                  <a:pt x="37" y="349"/>
                  <a:pt x="37" y="358"/>
                </a:cubicBezTo>
                <a:lnTo>
                  <a:pt x="63" y="385"/>
                </a:lnTo>
                <a:cubicBezTo>
                  <a:pt x="63" y="394"/>
                  <a:pt x="72" y="402"/>
                  <a:pt x="81" y="402"/>
                </a:cubicBezTo>
                <a:lnTo>
                  <a:pt x="99" y="420"/>
                </a:lnTo>
                <a:lnTo>
                  <a:pt x="126" y="429"/>
                </a:lnTo>
                <a:cubicBezTo>
                  <a:pt x="144" y="438"/>
                  <a:pt x="162" y="447"/>
                  <a:pt x="179" y="456"/>
                </a:cubicBezTo>
                <a:cubicBezTo>
                  <a:pt x="197" y="460"/>
                  <a:pt x="215" y="463"/>
                  <a:pt x="232" y="463"/>
                </a:cubicBezTo>
                <a:cubicBezTo>
                  <a:pt x="249" y="463"/>
                  <a:pt x="264" y="460"/>
                  <a:pt x="278" y="456"/>
                </a:cubicBezTo>
                <a:cubicBezTo>
                  <a:pt x="313" y="447"/>
                  <a:pt x="340" y="429"/>
                  <a:pt x="367" y="402"/>
                </a:cubicBezTo>
                <a:cubicBezTo>
                  <a:pt x="394" y="376"/>
                  <a:pt x="420" y="331"/>
                  <a:pt x="429" y="295"/>
                </a:cubicBezTo>
                <a:cubicBezTo>
                  <a:pt x="429" y="286"/>
                  <a:pt x="438" y="277"/>
                  <a:pt x="438" y="269"/>
                </a:cubicBezTo>
                <a:cubicBezTo>
                  <a:pt x="438" y="251"/>
                  <a:pt x="447" y="233"/>
                  <a:pt x="447" y="215"/>
                </a:cubicBezTo>
                <a:cubicBezTo>
                  <a:pt x="447" y="215"/>
                  <a:pt x="447" y="206"/>
                  <a:pt x="447" y="206"/>
                </a:cubicBezTo>
                <a:cubicBezTo>
                  <a:pt x="447" y="188"/>
                  <a:pt x="447" y="179"/>
                  <a:pt x="447" y="161"/>
                </a:cubicBezTo>
                <a:cubicBezTo>
                  <a:pt x="438" y="144"/>
                  <a:pt x="438" y="126"/>
                  <a:pt x="429" y="108"/>
                </a:cubicBezTo>
                <a:cubicBezTo>
                  <a:pt x="420" y="90"/>
                  <a:pt x="411" y="72"/>
                  <a:pt x="394" y="63"/>
                </a:cubicBezTo>
                <a:cubicBezTo>
                  <a:pt x="385" y="45"/>
                  <a:pt x="367" y="37"/>
                  <a:pt x="349" y="28"/>
                </a:cubicBezTo>
                <a:cubicBezTo>
                  <a:pt x="331" y="19"/>
                  <a:pt x="322" y="10"/>
                  <a:pt x="304" y="10"/>
                </a:cubicBezTo>
                <a:lnTo>
                  <a:pt x="295" y="10"/>
                </a:lnTo>
                <a:cubicBezTo>
                  <a:pt x="278" y="1"/>
                  <a:pt x="251" y="1"/>
                  <a:pt x="233" y="1"/>
                </a:cubicBezTo>
                <a:close/>
              </a:path>
            </a:pathLst>
          </a:custGeom>
          <a:gradFill>
            <a:gsLst>
              <a:gs pos="0">
                <a:srgbClr val="FFFFFF">
                  <a:alpha val="0"/>
                </a:srgbClr>
              </a:gs>
              <a:gs pos="100000">
                <a:srgbClr val="FFFFFF">
                  <a:alpha val="2196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91;p2"/>
          <p:cNvSpPr/>
          <p:nvPr/>
        </p:nvSpPr>
        <p:spPr>
          <a:xfrm rot="2831864">
            <a:off x="7897910" y="879682"/>
            <a:ext cx="32049" cy="29990"/>
          </a:xfrm>
          <a:custGeom>
            <a:avLst/>
            <a:gdLst/>
            <a:ahLst/>
            <a:cxnLst/>
            <a:rect l="l" t="t" r="r" b="b"/>
            <a:pathLst>
              <a:path w="358" h="335" extrusionOk="0">
                <a:moveTo>
                  <a:pt x="177" y="0"/>
                </a:moveTo>
                <a:cubicBezTo>
                  <a:pt x="167" y="0"/>
                  <a:pt x="156" y="2"/>
                  <a:pt x="143" y="7"/>
                </a:cubicBezTo>
                <a:cubicBezTo>
                  <a:pt x="134" y="7"/>
                  <a:pt x="116" y="16"/>
                  <a:pt x="107" y="25"/>
                </a:cubicBezTo>
                <a:lnTo>
                  <a:pt x="89" y="25"/>
                </a:lnTo>
                <a:lnTo>
                  <a:pt x="71" y="33"/>
                </a:lnTo>
                <a:lnTo>
                  <a:pt x="54" y="51"/>
                </a:lnTo>
                <a:cubicBezTo>
                  <a:pt x="45" y="60"/>
                  <a:pt x="36" y="69"/>
                  <a:pt x="27" y="87"/>
                </a:cubicBezTo>
                <a:lnTo>
                  <a:pt x="18" y="96"/>
                </a:lnTo>
                <a:lnTo>
                  <a:pt x="9" y="141"/>
                </a:lnTo>
                <a:cubicBezTo>
                  <a:pt x="0" y="158"/>
                  <a:pt x="0" y="176"/>
                  <a:pt x="9" y="203"/>
                </a:cubicBezTo>
                <a:cubicBezTo>
                  <a:pt x="0" y="212"/>
                  <a:pt x="9" y="230"/>
                  <a:pt x="18" y="239"/>
                </a:cubicBezTo>
                <a:cubicBezTo>
                  <a:pt x="18" y="257"/>
                  <a:pt x="36" y="274"/>
                  <a:pt x="45" y="292"/>
                </a:cubicBezTo>
                <a:lnTo>
                  <a:pt x="80" y="310"/>
                </a:lnTo>
                <a:lnTo>
                  <a:pt x="116" y="328"/>
                </a:lnTo>
                <a:cubicBezTo>
                  <a:pt x="125" y="332"/>
                  <a:pt x="136" y="335"/>
                  <a:pt x="147" y="335"/>
                </a:cubicBezTo>
                <a:cubicBezTo>
                  <a:pt x="159" y="335"/>
                  <a:pt x="170" y="332"/>
                  <a:pt x="179" y="328"/>
                </a:cubicBezTo>
                <a:cubicBezTo>
                  <a:pt x="196" y="328"/>
                  <a:pt x="223" y="319"/>
                  <a:pt x="241" y="310"/>
                </a:cubicBezTo>
                <a:lnTo>
                  <a:pt x="250" y="310"/>
                </a:lnTo>
                <a:lnTo>
                  <a:pt x="259" y="301"/>
                </a:lnTo>
                <a:cubicBezTo>
                  <a:pt x="268" y="292"/>
                  <a:pt x="286" y="283"/>
                  <a:pt x="295" y="274"/>
                </a:cubicBezTo>
                <a:cubicBezTo>
                  <a:pt x="304" y="266"/>
                  <a:pt x="312" y="248"/>
                  <a:pt x="321" y="239"/>
                </a:cubicBezTo>
                <a:lnTo>
                  <a:pt x="330" y="221"/>
                </a:lnTo>
                <a:cubicBezTo>
                  <a:pt x="348" y="212"/>
                  <a:pt x="348" y="185"/>
                  <a:pt x="348" y="167"/>
                </a:cubicBezTo>
                <a:cubicBezTo>
                  <a:pt x="357" y="150"/>
                  <a:pt x="357" y="141"/>
                  <a:pt x="348" y="123"/>
                </a:cubicBezTo>
                <a:cubicBezTo>
                  <a:pt x="348" y="105"/>
                  <a:pt x="348" y="87"/>
                  <a:pt x="330" y="69"/>
                </a:cubicBezTo>
                <a:lnTo>
                  <a:pt x="304" y="51"/>
                </a:lnTo>
                <a:lnTo>
                  <a:pt x="268" y="25"/>
                </a:lnTo>
                <a:cubicBezTo>
                  <a:pt x="250" y="16"/>
                  <a:pt x="232" y="7"/>
                  <a:pt x="205" y="7"/>
                </a:cubicBezTo>
                <a:cubicBezTo>
                  <a:pt x="196" y="2"/>
                  <a:pt x="188" y="0"/>
                  <a:pt x="177" y="0"/>
                </a:cubicBezTo>
                <a:close/>
              </a:path>
            </a:pathLst>
          </a:custGeom>
          <a:gradFill>
            <a:gsLst>
              <a:gs pos="0">
                <a:srgbClr val="FFFFFF">
                  <a:alpha val="0"/>
                </a:srgbClr>
              </a:gs>
              <a:gs pos="100000">
                <a:srgbClr val="FFFFFF">
                  <a:alpha val="2196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92;p2"/>
          <p:cNvSpPr/>
          <p:nvPr/>
        </p:nvSpPr>
        <p:spPr>
          <a:xfrm rot="2831864">
            <a:off x="7835578" y="779110"/>
            <a:ext cx="31333" cy="30258"/>
          </a:xfrm>
          <a:custGeom>
            <a:avLst/>
            <a:gdLst/>
            <a:ahLst/>
            <a:cxnLst/>
            <a:rect l="l" t="t" r="r" b="b"/>
            <a:pathLst>
              <a:path w="350" h="338" extrusionOk="0">
                <a:moveTo>
                  <a:pt x="175" y="0"/>
                </a:moveTo>
                <a:cubicBezTo>
                  <a:pt x="162" y="0"/>
                  <a:pt x="148" y="2"/>
                  <a:pt x="135" y="7"/>
                </a:cubicBezTo>
                <a:lnTo>
                  <a:pt x="126" y="7"/>
                </a:lnTo>
                <a:lnTo>
                  <a:pt x="81" y="25"/>
                </a:lnTo>
                <a:lnTo>
                  <a:pt x="55" y="51"/>
                </a:lnTo>
                <a:cubicBezTo>
                  <a:pt x="37" y="69"/>
                  <a:pt x="28" y="78"/>
                  <a:pt x="19" y="105"/>
                </a:cubicBezTo>
                <a:cubicBezTo>
                  <a:pt x="10" y="123"/>
                  <a:pt x="1" y="141"/>
                  <a:pt x="10" y="159"/>
                </a:cubicBezTo>
                <a:lnTo>
                  <a:pt x="10" y="176"/>
                </a:lnTo>
                <a:cubicBezTo>
                  <a:pt x="10" y="194"/>
                  <a:pt x="10" y="203"/>
                  <a:pt x="10" y="221"/>
                </a:cubicBezTo>
                <a:cubicBezTo>
                  <a:pt x="19" y="239"/>
                  <a:pt x="28" y="257"/>
                  <a:pt x="37" y="275"/>
                </a:cubicBezTo>
                <a:cubicBezTo>
                  <a:pt x="46" y="283"/>
                  <a:pt x="55" y="292"/>
                  <a:pt x="72" y="301"/>
                </a:cubicBezTo>
                <a:cubicBezTo>
                  <a:pt x="81" y="310"/>
                  <a:pt x="90" y="319"/>
                  <a:pt x="99" y="319"/>
                </a:cubicBezTo>
                <a:cubicBezTo>
                  <a:pt x="117" y="328"/>
                  <a:pt x="126" y="337"/>
                  <a:pt x="144" y="337"/>
                </a:cubicBezTo>
                <a:lnTo>
                  <a:pt x="206" y="337"/>
                </a:lnTo>
                <a:cubicBezTo>
                  <a:pt x="215" y="328"/>
                  <a:pt x="233" y="319"/>
                  <a:pt x="242" y="319"/>
                </a:cubicBezTo>
                <a:lnTo>
                  <a:pt x="251" y="310"/>
                </a:lnTo>
                <a:cubicBezTo>
                  <a:pt x="269" y="301"/>
                  <a:pt x="287" y="292"/>
                  <a:pt x="295" y="283"/>
                </a:cubicBezTo>
                <a:cubicBezTo>
                  <a:pt x="313" y="266"/>
                  <a:pt x="322" y="248"/>
                  <a:pt x="331" y="230"/>
                </a:cubicBezTo>
                <a:cubicBezTo>
                  <a:pt x="340" y="212"/>
                  <a:pt x="349" y="185"/>
                  <a:pt x="349" y="167"/>
                </a:cubicBezTo>
                <a:lnTo>
                  <a:pt x="349" y="123"/>
                </a:lnTo>
                <a:cubicBezTo>
                  <a:pt x="340" y="105"/>
                  <a:pt x="322" y="96"/>
                  <a:pt x="313" y="78"/>
                </a:cubicBezTo>
                <a:cubicBezTo>
                  <a:pt x="304" y="69"/>
                  <a:pt x="295" y="60"/>
                  <a:pt x="287" y="51"/>
                </a:cubicBezTo>
                <a:cubicBezTo>
                  <a:pt x="269" y="25"/>
                  <a:pt x="242" y="16"/>
                  <a:pt x="215" y="7"/>
                </a:cubicBezTo>
                <a:cubicBezTo>
                  <a:pt x="202" y="2"/>
                  <a:pt x="188" y="0"/>
                  <a:pt x="175" y="0"/>
                </a:cubicBezTo>
                <a:close/>
              </a:path>
            </a:pathLst>
          </a:custGeom>
          <a:gradFill>
            <a:gsLst>
              <a:gs pos="0">
                <a:srgbClr val="FFFFFF">
                  <a:alpha val="0"/>
                </a:srgbClr>
              </a:gs>
              <a:gs pos="100000">
                <a:srgbClr val="FFFFFF">
                  <a:alpha val="2196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93;p2"/>
          <p:cNvSpPr/>
          <p:nvPr/>
        </p:nvSpPr>
        <p:spPr>
          <a:xfrm rot="2831864">
            <a:off x="7938954" y="722783"/>
            <a:ext cx="30437" cy="29632"/>
          </a:xfrm>
          <a:custGeom>
            <a:avLst/>
            <a:gdLst/>
            <a:ahLst/>
            <a:cxnLst/>
            <a:rect l="l" t="t" r="r" b="b"/>
            <a:pathLst>
              <a:path w="340" h="331" extrusionOk="0">
                <a:moveTo>
                  <a:pt x="179" y="1"/>
                </a:moveTo>
                <a:cubicBezTo>
                  <a:pt x="134" y="1"/>
                  <a:pt x="98" y="18"/>
                  <a:pt x="72" y="45"/>
                </a:cubicBezTo>
                <a:lnTo>
                  <a:pt x="63" y="54"/>
                </a:lnTo>
                <a:lnTo>
                  <a:pt x="36" y="90"/>
                </a:lnTo>
                <a:lnTo>
                  <a:pt x="27" y="99"/>
                </a:lnTo>
                <a:cubicBezTo>
                  <a:pt x="18" y="108"/>
                  <a:pt x="18" y="125"/>
                  <a:pt x="9" y="143"/>
                </a:cubicBezTo>
                <a:cubicBezTo>
                  <a:pt x="9" y="152"/>
                  <a:pt x="9" y="170"/>
                  <a:pt x="0" y="179"/>
                </a:cubicBezTo>
                <a:cubicBezTo>
                  <a:pt x="0" y="206"/>
                  <a:pt x="9" y="224"/>
                  <a:pt x="18" y="242"/>
                </a:cubicBezTo>
                <a:cubicBezTo>
                  <a:pt x="18" y="250"/>
                  <a:pt x="27" y="268"/>
                  <a:pt x="36" y="277"/>
                </a:cubicBezTo>
                <a:cubicBezTo>
                  <a:pt x="45" y="295"/>
                  <a:pt x="63" y="304"/>
                  <a:pt x="81" y="313"/>
                </a:cubicBezTo>
                <a:lnTo>
                  <a:pt x="116" y="331"/>
                </a:lnTo>
                <a:lnTo>
                  <a:pt x="161" y="331"/>
                </a:lnTo>
                <a:cubicBezTo>
                  <a:pt x="179" y="331"/>
                  <a:pt x="206" y="331"/>
                  <a:pt x="223" y="322"/>
                </a:cubicBezTo>
                <a:cubicBezTo>
                  <a:pt x="241" y="313"/>
                  <a:pt x="259" y="304"/>
                  <a:pt x="268" y="286"/>
                </a:cubicBezTo>
                <a:lnTo>
                  <a:pt x="286" y="268"/>
                </a:lnTo>
                <a:lnTo>
                  <a:pt x="295" y="268"/>
                </a:lnTo>
                <a:cubicBezTo>
                  <a:pt x="304" y="259"/>
                  <a:pt x="313" y="242"/>
                  <a:pt x="322" y="224"/>
                </a:cubicBezTo>
                <a:cubicBezTo>
                  <a:pt x="330" y="215"/>
                  <a:pt x="330" y="206"/>
                  <a:pt x="339" y="188"/>
                </a:cubicBezTo>
                <a:lnTo>
                  <a:pt x="339" y="179"/>
                </a:lnTo>
                <a:lnTo>
                  <a:pt x="339" y="134"/>
                </a:lnTo>
                <a:cubicBezTo>
                  <a:pt x="339" y="117"/>
                  <a:pt x="339" y="99"/>
                  <a:pt x="330" y="81"/>
                </a:cubicBezTo>
                <a:cubicBezTo>
                  <a:pt x="322" y="72"/>
                  <a:pt x="313" y="63"/>
                  <a:pt x="304" y="54"/>
                </a:cubicBezTo>
                <a:cubicBezTo>
                  <a:pt x="295" y="36"/>
                  <a:pt x="277" y="27"/>
                  <a:pt x="259" y="18"/>
                </a:cubicBezTo>
                <a:lnTo>
                  <a:pt x="223" y="1"/>
                </a:lnTo>
                <a:close/>
              </a:path>
            </a:pathLst>
          </a:custGeom>
          <a:gradFill>
            <a:gsLst>
              <a:gs pos="0">
                <a:srgbClr val="FFFFFF">
                  <a:alpha val="0"/>
                </a:srgbClr>
              </a:gs>
              <a:gs pos="100000">
                <a:srgbClr val="FFFFFF">
                  <a:alpha val="2196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2"/>
          <p:cNvSpPr/>
          <p:nvPr/>
        </p:nvSpPr>
        <p:spPr>
          <a:xfrm rot="2831864">
            <a:off x="7825700" y="762488"/>
            <a:ext cx="63113" cy="55325"/>
          </a:xfrm>
          <a:custGeom>
            <a:avLst/>
            <a:gdLst/>
            <a:ahLst/>
            <a:cxnLst/>
            <a:rect l="l" t="t" r="r" b="b"/>
            <a:pathLst>
              <a:path w="705" h="618" extrusionOk="0">
                <a:moveTo>
                  <a:pt x="131" y="553"/>
                </a:moveTo>
                <a:cubicBezTo>
                  <a:pt x="141" y="562"/>
                  <a:pt x="152" y="571"/>
                  <a:pt x="163" y="580"/>
                </a:cubicBezTo>
                <a:cubicBezTo>
                  <a:pt x="151" y="571"/>
                  <a:pt x="141" y="562"/>
                  <a:pt x="131" y="553"/>
                </a:cubicBezTo>
                <a:close/>
                <a:moveTo>
                  <a:pt x="163" y="580"/>
                </a:moveTo>
                <a:cubicBezTo>
                  <a:pt x="166" y="581"/>
                  <a:pt x="169" y="583"/>
                  <a:pt x="172" y="585"/>
                </a:cubicBezTo>
                <a:lnTo>
                  <a:pt x="172" y="585"/>
                </a:lnTo>
                <a:cubicBezTo>
                  <a:pt x="169" y="583"/>
                  <a:pt x="166" y="581"/>
                  <a:pt x="163" y="580"/>
                </a:cubicBezTo>
                <a:close/>
                <a:moveTo>
                  <a:pt x="356" y="0"/>
                </a:moveTo>
                <a:cubicBezTo>
                  <a:pt x="325" y="0"/>
                  <a:pt x="293" y="6"/>
                  <a:pt x="261" y="17"/>
                </a:cubicBezTo>
                <a:cubicBezTo>
                  <a:pt x="181" y="44"/>
                  <a:pt x="118" y="98"/>
                  <a:pt x="74" y="169"/>
                </a:cubicBezTo>
                <a:cubicBezTo>
                  <a:pt x="0" y="291"/>
                  <a:pt x="24" y="451"/>
                  <a:pt x="131" y="553"/>
                </a:cubicBezTo>
                <a:lnTo>
                  <a:pt x="131" y="553"/>
                </a:lnTo>
                <a:cubicBezTo>
                  <a:pt x="86" y="509"/>
                  <a:pt x="56" y="451"/>
                  <a:pt x="56" y="392"/>
                </a:cubicBezTo>
                <a:cubicBezTo>
                  <a:pt x="47" y="321"/>
                  <a:pt x="65" y="240"/>
                  <a:pt x="109" y="178"/>
                </a:cubicBezTo>
                <a:cubicBezTo>
                  <a:pt x="164" y="81"/>
                  <a:pt x="245" y="41"/>
                  <a:pt x="328" y="41"/>
                </a:cubicBezTo>
                <a:cubicBezTo>
                  <a:pt x="516" y="41"/>
                  <a:pt x="705" y="252"/>
                  <a:pt x="556" y="464"/>
                </a:cubicBezTo>
                <a:cubicBezTo>
                  <a:pt x="511" y="526"/>
                  <a:pt x="457" y="580"/>
                  <a:pt x="386" y="606"/>
                </a:cubicBezTo>
                <a:cubicBezTo>
                  <a:pt x="362" y="612"/>
                  <a:pt x="337" y="615"/>
                  <a:pt x="310" y="615"/>
                </a:cubicBezTo>
                <a:cubicBezTo>
                  <a:pt x="262" y="615"/>
                  <a:pt x="213" y="605"/>
                  <a:pt x="172" y="585"/>
                </a:cubicBezTo>
                <a:lnTo>
                  <a:pt x="172" y="585"/>
                </a:lnTo>
                <a:cubicBezTo>
                  <a:pt x="216" y="607"/>
                  <a:pt x="262" y="617"/>
                  <a:pt x="307" y="617"/>
                </a:cubicBezTo>
                <a:cubicBezTo>
                  <a:pt x="410" y="617"/>
                  <a:pt x="510" y="563"/>
                  <a:pt x="565" y="472"/>
                </a:cubicBezTo>
                <a:cubicBezTo>
                  <a:pt x="609" y="410"/>
                  <a:pt x="636" y="330"/>
                  <a:pt x="627" y="249"/>
                </a:cubicBezTo>
                <a:cubicBezTo>
                  <a:pt x="613" y="104"/>
                  <a:pt x="492" y="0"/>
                  <a:pt x="35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95;p2"/>
          <p:cNvSpPr/>
          <p:nvPr/>
        </p:nvSpPr>
        <p:spPr>
          <a:xfrm rot="2831864">
            <a:off x="7916388" y="691646"/>
            <a:ext cx="78332" cy="71170"/>
          </a:xfrm>
          <a:custGeom>
            <a:avLst/>
            <a:gdLst/>
            <a:ahLst/>
            <a:cxnLst/>
            <a:rect l="l" t="t" r="r" b="b"/>
            <a:pathLst>
              <a:path w="875" h="795" extrusionOk="0">
                <a:moveTo>
                  <a:pt x="96" y="644"/>
                </a:moveTo>
                <a:lnTo>
                  <a:pt x="96" y="644"/>
                </a:lnTo>
                <a:cubicBezTo>
                  <a:pt x="120" y="683"/>
                  <a:pt x="152" y="716"/>
                  <a:pt x="191" y="742"/>
                </a:cubicBezTo>
                <a:cubicBezTo>
                  <a:pt x="153" y="714"/>
                  <a:pt x="121" y="681"/>
                  <a:pt x="96" y="644"/>
                </a:cubicBezTo>
                <a:close/>
                <a:moveTo>
                  <a:pt x="191" y="742"/>
                </a:moveTo>
                <a:lnTo>
                  <a:pt x="191" y="742"/>
                </a:lnTo>
                <a:cubicBezTo>
                  <a:pt x="230" y="766"/>
                  <a:pt x="272" y="781"/>
                  <a:pt x="314" y="788"/>
                </a:cubicBezTo>
                <a:lnTo>
                  <a:pt x="314" y="788"/>
                </a:lnTo>
                <a:cubicBezTo>
                  <a:pt x="272" y="780"/>
                  <a:pt x="230" y="765"/>
                  <a:pt x="191" y="742"/>
                </a:cubicBezTo>
                <a:close/>
                <a:moveTo>
                  <a:pt x="437" y="1"/>
                </a:moveTo>
                <a:cubicBezTo>
                  <a:pt x="400" y="1"/>
                  <a:pt x="362" y="6"/>
                  <a:pt x="324" y="19"/>
                </a:cubicBezTo>
                <a:cubicBezTo>
                  <a:pt x="226" y="55"/>
                  <a:pt x="137" y="117"/>
                  <a:pt x="83" y="207"/>
                </a:cubicBezTo>
                <a:cubicBezTo>
                  <a:pt x="0" y="345"/>
                  <a:pt x="9" y="516"/>
                  <a:pt x="96" y="644"/>
                </a:cubicBezTo>
                <a:lnTo>
                  <a:pt x="96" y="644"/>
                </a:lnTo>
                <a:cubicBezTo>
                  <a:pt x="69" y="601"/>
                  <a:pt x="52" y="552"/>
                  <a:pt x="48" y="501"/>
                </a:cubicBezTo>
                <a:cubicBezTo>
                  <a:pt x="30" y="403"/>
                  <a:pt x="57" y="305"/>
                  <a:pt x="110" y="224"/>
                </a:cubicBezTo>
                <a:cubicBezTo>
                  <a:pt x="185" y="107"/>
                  <a:pt x="290" y="58"/>
                  <a:pt x="395" y="58"/>
                </a:cubicBezTo>
                <a:cubicBezTo>
                  <a:pt x="638" y="58"/>
                  <a:pt x="874" y="324"/>
                  <a:pt x="699" y="599"/>
                </a:cubicBezTo>
                <a:cubicBezTo>
                  <a:pt x="646" y="680"/>
                  <a:pt x="574" y="742"/>
                  <a:pt x="476" y="778"/>
                </a:cubicBezTo>
                <a:cubicBezTo>
                  <a:pt x="441" y="787"/>
                  <a:pt x="406" y="792"/>
                  <a:pt x="371" y="792"/>
                </a:cubicBezTo>
                <a:cubicBezTo>
                  <a:pt x="352" y="792"/>
                  <a:pt x="333" y="791"/>
                  <a:pt x="314" y="788"/>
                </a:cubicBezTo>
                <a:lnTo>
                  <a:pt x="314" y="788"/>
                </a:lnTo>
                <a:cubicBezTo>
                  <a:pt x="338" y="792"/>
                  <a:pt x="362" y="795"/>
                  <a:pt x="387" y="795"/>
                </a:cubicBezTo>
                <a:cubicBezTo>
                  <a:pt x="519" y="795"/>
                  <a:pt x="646" y="727"/>
                  <a:pt x="717" y="608"/>
                </a:cubicBezTo>
                <a:cubicBezTo>
                  <a:pt x="780" y="528"/>
                  <a:pt x="806" y="421"/>
                  <a:pt x="789" y="314"/>
                </a:cubicBezTo>
                <a:cubicBezTo>
                  <a:pt x="766" y="130"/>
                  <a:pt x="611" y="1"/>
                  <a:pt x="437" y="1"/>
                </a:cubicBezTo>
                <a:close/>
              </a:path>
            </a:pathLst>
          </a:custGeom>
          <a:solidFill>
            <a:srgbClr val="7A170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96;p2"/>
          <p:cNvSpPr/>
          <p:nvPr/>
        </p:nvSpPr>
        <p:spPr>
          <a:xfrm rot="2831864">
            <a:off x="8249332" y="873525"/>
            <a:ext cx="116020" cy="100891"/>
          </a:xfrm>
          <a:custGeom>
            <a:avLst/>
            <a:gdLst/>
            <a:ahLst/>
            <a:cxnLst/>
            <a:rect l="l" t="t" r="r" b="b"/>
            <a:pathLst>
              <a:path w="1296" h="1127" extrusionOk="0">
                <a:moveTo>
                  <a:pt x="631" y="1"/>
                </a:moveTo>
                <a:cubicBezTo>
                  <a:pt x="582" y="1"/>
                  <a:pt x="532" y="8"/>
                  <a:pt x="483" y="22"/>
                </a:cubicBezTo>
                <a:cubicBezTo>
                  <a:pt x="188" y="94"/>
                  <a:pt x="1" y="397"/>
                  <a:pt x="72" y="700"/>
                </a:cubicBezTo>
                <a:cubicBezTo>
                  <a:pt x="99" y="843"/>
                  <a:pt x="188" y="968"/>
                  <a:pt x="313" y="1040"/>
                </a:cubicBezTo>
                <a:cubicBezTo>
                  <a:pt x="188" y="959"/>
                  <a:pt x="108" y="834"/>
                  <a:pt x="81" y="700"/>
                </a:cubicBezTo>
                <a:cubicBezTo>
                  <a:pt x="54" y="558"/>
                  <a:pt x="90" y="415"/>
                  <a:pt x="170" y="290"/>
                </a:cubicBezTo>
                <a:cubicBezTo>
                  <a:pt x="284" y="126"/>
                  <a:pt x="437" y="58"/>
                  <a:pt x="588" y="58"/>
                </a:cubicBezTo>
                <a:cubicBezTo>
                  <a:pt x="948" y="58"/>
                  <a:pt x="1296" y="446"/>
                  <a:pt x="1063" y="861"/>
                </a:cubicBezTo>
                <a:cubicBezTo>
                  <a:pt x="983" y="977"/>
                  <a:pt x="867" y="1066"/>
                  <a:pt x="724" y="1102"/>
                </a:cubicBezTo>
                <a:cubicBezTo>
                  <a:pt x="677" y="1114"/>
                  <a:pt x="631" y="1120"/>
                  <a:pt x="585" y="1120"/>
                </a:cubicBezTo>
                <a:cubicBezTo>
                  <a:pt x="490" y="1120"/>
                  <a:pt x="398" y="1094"/>
                  <a:pt x="313" y="1040"/>
                </a:cubicBezTo>
                <a:lnTo>
                  <a:pt x="313" y="1040"/>
                </a:lnTo>
                <a:cubicBezTo>
                  <a:pt x="402" y="1097"/>
                  <a:pt x="499" y="1127"/>
                  <a:pt x="599" y="1127"/>
                </a:cubicBezTo>
                <a:cubicBezTo>
                  <a:pt x="641" y="1127"/>
                  <a:pt x="682" y="1121"/>
                  <a:pt x="724" y="1111"/>
                </a:cubicBezTo>
                <a:cubicBezTo>
                  <a:pt x="867" y="1075"/>
                  <a:pt x="992" y="995"/>
                  <a:pt x="1081" y="870"/>
                </a:cubicBezTo>
                <a:cubicBezTo>
                  <a:pt x="1161" y="745"/>
                  <a:pt x="1188" y="593"/>
                  <a:pt x="1161" y="451"/>
                </a:cubicBezTo>
                <a:cubicBezTo>
                  <a:pt x="1134" y="299"/>
                  <a:pt x="1045" y="165"/>
                  <a:pt x="920" y="85"/>
                </a:cubicBezTo>
                <a:cubicBezTo>
                  <a:pt x="830" y="30"/>
                  <a:pt x="732" y="1"/>
                  <a:pt x="631" y="1"/>
                </a:cubicBezTo>
                <a:close/>
              </a:path>
            </a:pathLst>
          </a:custGeom>
          <a:solidFill>
            <a:srgbClr val="7A170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97;p2"/>
          <p:cNvSpPr/>
          <p:nvPr/>
        </p:nvSpPr>
        <p:spPr>
          <a:xfrm rot="2831864">
            <a:off x="8220738" y="1033052"/>
            <a:ext cx="96057" cy="85225"/>
          </a:xfrm>
          <a:custGeom>
            <a:avLst/>
            <a:gdLst/>
            <a:ahLst/>
            <a:cxnLst/>
            <a:rect l="l" t="t" r="r" b="b"/>
            <a:pathLst>
              <a:path w="1073" h="952" extrusionOk="0">
                <a:moveTo>
                  <a:pt x="28" y="592"/>
                </a:moveTo>
                <a:cubicBezTo>
                  <a:pt x="46" y="716"/>
                  <a:pt x="108" y="823"/>
                  <a:pt x="215" y="886"/>
                </a:cubicBezTo>
                <a:cubicBezTo>
                  <a:pt x="117" y="823"/>
                  <a:pt x="46" y="716"/>
                  <a:pt x="28" y="592"/>
                </a:cubicBezTo>
                <a:close/>
                <a:moveTo>
                  <a:pt x="503" y="0"/>
                </a:moveTo>
                <a:cubicBezTo>
                  <a:pt x="461" y="0"/>
                  <a:pt x="418" y="6"/>
                  <a:pt x="376" y="20"/>
                </a:cubicBezTo>
                <a:cubicBezTo>
                  <a:pt x="251" y="56"/>
                  <a:pt x="153" y="136"/>
                  <a:pt x="90" y="243"/>
                </a:cubicBezTo>
                <a:cubicBezTo>
                  <a:pt x="28" y="350"/>
                  <a:pt x="1" y="475"/>
                  <a:pt x="28" y="591"/>
                </a:cubicBezTo>
                <a:cubicBezTo>
                  <a:pt x="19" y="475"/>
                  <a:pt x="46" y="359"/>
                  <a:pt x="108" y="261"/>
                </a:cubicBezTo>
                <a:cubicBezTo>
                  <a:pt x="198" y="97"/>
                  <a:pt x="334" y="30"/>
                  <a:pt x="468" y="30"/>
                </a:cubicBezTo>
                <a:cubicBezTo>
                  <a:pt x="773" y="30"/>
                  <a:pt x="1072" y="373"/>
                  <a:pt x="831" y="707"/>
                </a:cubicBezTo>
                <a:cubicBezTo>
                  <a:pt x="769" y="814"/>
                  <a:pt x="670" y="895"/>
                  <a:pt x="563" y="930"/>
                </a:cubicBezTo>
                <a:cubicBezTo>
                  <a:pt x="523" y="943"/>
                  <a:pt x="483" y="949"/>
                  <a:pt x="442" y="949"/>
                </a:cubicBezTo>
                <a:cubicBezTo>
                  <a:pt x="364" y="949"/>
                  <a:pt x="286" y="927"/>
                  <a:pt x="215" y="886"/>
                </a:cubicBezTo>
                <a:lnTo>
                  <a:pt x="215" y="886"/>
                </a:lnTo>
                <a:cubicBezTo>
                  <a:pt x="284" y="930"/>
                  <a:pt x="366" y="951"/>
                  <a:pt x="448" y="951"/>
                </a:cubicBezTo>
                <a:cubicBezTo>
                  <a:pt x="484" y="951"/>
                  <a:pt x="520" y="947"/>
                  <a:pt x="554" y="939"/>
                </a:cubicBezTo>
                <a:cubicBezTo>
                  <a:pt x="679" y="904"/>
                  <a:pt x="777" y="832"/>
                  <a:pt x="849" y="725"/>
                </a:cubicBezTo>
                <a:cubicBezTo>
                  <a:pt x="920" y="627"/>
                  <a:pt x="947" y="502"/>
                  <a:pt x="929" y="377"/>
                </a:cubicBezTo>
                <a:cubicBezTo>
                  <a:pt x="900" y="155"/>
                  <a:pt x="710" y="0"/>
                  <a:pt x="503" y="0"/>
                </a:cubicBezTo>
                <a:close/>
              </a:path>
            </a:pathLst>
          </a:custGeom>
          <a:solidFill>
            <a:srgbClr val="7A170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p2"/>
          <p:cNvSpPr/>
          <p:nvPr/>
        </p:nvSpPr>
        <p:spPr>
          <a:xfrm rot="2831864">
            <a:off x="7968623" y="874712"/>
            <a:ext cx="95968" cy="93550"/>
          </a:xfrm>
          <a:custGeom>
            <a:avLst/>
            <a:gdLst/>
            <a:ahLst/>
            <a:cxnLst/>
            <a:rect l="l" t="t" r="r" b="b"/>
            <a:pathLst>
              <a:path w="1072" h="1045" extrusionOk="0">
                <a:moveTo>
                  <a:pt x="251" y="973"/>
                </a:moveTo>
                <a:lnTo>
                  <a:pt x="251" y="973"/>
                </a:lnTo>
                <a:cubicBezTo>
                  <a:pt x="297" y="1002"/>
                  <a:pt x="346" y="1021"/>
                  <a:pt x="397" y="1032"/>
                </a:cubicBezTo>
                <a:lnTo>
                  <a:pt x="397" y="1032"/>
                </a:lnTo>
                <a:cubicBezTo>
                  <a:pt x="346" y="1021"/>
                  <a:pt x="296" y="1001"/>
                  <a:pt x="251" y="973"/>
                </a:cubicBezTo>
                <a:close/>
                <a:moveTo>
                  <a:pt x="581" y="1"/>
                </a:moveTo>
                <a:cubicBezTo>
                  <a:pt x="531" y="1"/>
                  <a:pt x="480" y="9"/>
                  <a:pt x="429" y="27"/>
                </a:cubicBezTo>
                <a:cubicBezTo>
                  <a:pt x="161" y="107"/>
                  <a:pt x="1" y="375"/>
                  <a:pt x="45" y="652"/>
                </a:cubicBezTo>
                <a:cubicBezTo>
                  <a:pt x="63" y="786"/>
                  <a:pt x="143" y="902"/>
                  <a:pt x="251" y="973"/>
                </a:cubicBezTo>
                <a:cubicBezTo>
                  <a:pt x="143" y="902"/>
                  <a:pt x="72" y="786"/>
                  <a:pt x="54" y="661"/>
                </a:cubicBezTo>
                <a:cubicBezTo>
                  <a:pt x="36" y="527"/>
                  <a:pt x="63" y="393"/>
                  <a:pt x="135" y="286"/>
                </a:cubicBezTo>
                <a:cubicBezTo>
                  <a:pt x="206" y="179"/>
                  <a:pt x="313" y="98"/>
                  <a:pt x="438" y="63"/>
                </a:cubicBezTo>
                <a:cubicBezTo>
                  <a:pt x="478" y="51"/>
                  <a:pt x="519" y="46"/>
                  <a:pt x="559" y="46"/>
                </a:cubicBezTo>
                <a:cubicBezTo>
                  <a:pt x="768" y="46"/>
                  <a:pt x="963" y="195"/>
                  <a:pt x="1000" y="420"/>
                </a:cubicBezTo>
                <a:cubicBezTo>
                  <a:pt x="1036" y="678"/>
                  <a:pt x="884" y="937"/>
                  <a:pt x="634" y="1018"/>
                </a:cubicBezTo>
                <a:cubicBezTo>
                  <a:pt x="585" y="1034"/>
                  <a:pt x="536" y="1042"/>
                  <a:pt x="488" y="1042"/>
                </a:cubicBezTo>
                <a:cubicBezTo>
                  <a:pt x="457" y="1042"/>
                  <a:pt x="427" y="1039"/>
                  <a:pt x="397" y="1032"/>
                </a:cubicBezTo>
                <a:lnTo>
                  <a:pt x="397" y="1032"/>
                </a:lnTo>
                <a:cubicBezTo>
                  <a:pt x="433" y="1040"/>
                  <a:pt x="469" y="1044"/>
                  <a:pt x="505" y="1044"/>
                </a:cubicBezTo>
                <a:cubicBezTo>
                  <a:pt x="549" y="1044"/>
                  <a:pt x="593" y="1038"/>
                  <a:pt x="634" y="1026"/>
                </a:cubicBezTo>
                <a:cubicBezTo>
                  <a:pt x="902" y="946"/>
                  <a:pt x="1072" y="687"/>
                  <a:pt x="1045" y="411"/>
                </a:cubicBezTo>
                <a:cubicBezTo>
                  <a:pt x="1008" y="170"/>
                  <a:pt x="805" y="1"/>
                  <a:pt x="581" y="1"/>
                </a:cubicBezTo>
                <a:close/>
              </a:path>
            </a:pathLst>
          </a:custGeom>
          <a:solidFill>
            <a:srgbClr val="7A170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99;p2"/>
          <p:cNvSpPr/>
          <p:nvPr/>
        </p:nvSpPr>
        <p:spPr>
          <a:xfrm rot="2831864">
            <a:off x="7984315" y="1051609"/>
            <a:ext cx="84777" cy="76720"/>
          </a:xfrm>
          <a:custGeom>
            <a:avLst/>
            <a:gdLst/>
            <a:ahLst/>
            <a:cxnLst/>
            <a:rect l="l" t="t" r="r" b="b"/>
            <a:pathLst>
              <a:path w="947" h="857" extrusionOk="0">
                <a:moveTo>
                  <a:pt x="56" y="623"/>
                </a:moveTo>
                <a:cubicBezTo>
                  <a:pt x="83" y="696"/>
                  <a:pt x="131" y="759"/>
                  <a:pt x="203" y="799"/>
                </a:cubicBezTo>
                <a:cubicBezTo>
                  <a:pt x="136" y="754"/>
                  <a:pt x="87" y="693"/>
                  <a:pt x="56" y="623"/>
                </a:cubicBezTo>
                <a:close/>
                <a:moveTo>
                  <a:pt x="203" y="799"/>
                </a:moveTo>
                <a:lnTo>
                  <a:pt x="203" y="799"/>
                </a:lnTo>
                <a:cubicBezTo>
                  <a:pt x="256" y="836"/>
                  <a:pt x="316" y="854"/>
                  <a:pt x="378" y="855"/>
                </a:cubicBezTo>
                <a:lnTo>
                  <a:pt x="378" y="855"/>
                </a:lnTo>
                <a:cubicBezTo>
                  <a:pt x="318" y="850"/>
                  <a:pt x="258" y="831"/>
                  <a:pt x="203" y="799"/>
                </a:cubicBezTo>
                <a:close/>
                <a:moveTo>
                  <a:pt x="473" y="0"/>
                </a:moveTo>
                <a:cubicBezTo>
                  <a:pt x="431" y="0"/>
                  <a:pt x="388" y="7"/>
                  <a:pt x="346" y="22"/>
                </a:cubicBezTo>
                <a:cubicBezTo>
                  <a:pt x="239" y="58"/>
                  <a:pt x="141" y="129"/>
                  <a:pt x="87" y="227"/>
                </a:cubicBezTo>
                <a:cubicBezTo>
                  <a:pt x="7" y="348"/>
                  <a:pt x="0" y="498"/>
                  <a:pt x="56" y="623"/>
                </a:cubicBezTo>
                <a:lnTo>
                  <a:pt x="56" y="623"/>
                </a:lnTo>
                <a:cubicBezTo>
                  <a:pt x="46" y="597"/>
                  <a:pt x="38" y="568"/>
                  <a:pt x="34" y="540"/>
                </a:cubicBezTo>
                <a:cubicBezTo>
                  <a:pt x="25" y="433"/>
                  <a:pt x="43" y="326"/>
                  <a:pt x="105" y="236"/>
                </a:cubicBezTo>
                <a:cubicBezTo>
                  <a:pt x="186" y="104"/>
                  <a:pt x="303" y="49"/>
                  <a:pt x="418" y="49"/>
                </a:cubicBezTo>
                <a:cubicBezTo>
                  <a:pt x="685" y="49"/>
                  <a:pt x="947" y="342"/>
                  <a:pt x="748" y="647"/>
                </a:cubicBezTo>
                <a:cubicBezTo>
                  <a:pt x="694" y="736"/>
                  <a:pt x="605" y="807"/>
                  <a:pt x="507" y="834"/>
                </a:cubicBezTo>
                <a:cubicBezTo>
                  <a:pt x="465" y="848"/>
                  <a:pt x="424" y="855"/>
                  <a:pt x="384" y="855"/>
                </a:cubicBezTo>
                <a:cubicBezTo>
                  <a:pt x="382" y="855"/>
                  <a:pt x="380" y="855"/>
                  <a:pt x="378" y="855"/>
                </a:cubicBezTo>
                <a:lnTo>
                  <a:pt x="378" y="855"/>
                </a:lnTo>
                <a:cubicBezTo>
                  <a:pt x="390" y="856"/>
                  <a:pt x="402" y="857"/>
                  <a:pt x="415" y="857"/>
                </a:cubicBezTo>
                <a:cubicBezTo>
                  <a:pt x="555" y="857"/>
                  <a:pt x="692" y="785"/>
                  <a:pt x="774" y="656"/>
                </a:cubicBezTo>
                <a:cubicBezTo>
                  <a:pt x="837" y="567"/>
                  <a:pt x="864" y="450"/>
                  <a:pt x="846" y="343"/>
                </a:cubicBezTo>
                <a:cubicBezTo>
                  <a:pt x="824" y="139"/>
                  <a:pt x="659" y="0"/>
                  <a:pt x="473" y="0"/>
                </a:cubicBezTo>
                <a:close/>
              </a:path>
            </a:pathLst>
          </a:custGeom>
          <a:solidFill>
            <a:srgbClr val="7A170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00;p2"/>
          <p:cNvSpPr/>
          <p:nvPr/>
        </p:nvSpPr>
        <p:spPr>
          <a:xfrm rot="2831864">
            <a:off x="7883406" y="859119"/>
            <a:ext cx="69379" cy="60875"/>
          </a:xfrm>
          <a:custGeom>
            <a:avLst/>
            <a:gdLst/>
            <a:ahLst/>
            <a:cxnLst/>
            <a:rect l="l" t="t" r="r" b="b"/>
            <a:pathLst>
              <a:path w="775" h="680" extrusionOk="0">
                <a:moveTo>
                  <a:pt x="400" y="0"/>
                </a:moveTo>
                <a:cubicBezTo>
                  <a:pt x="365" y="0"/>
                  <a:pt x="330" y="7"/>
                  <a:pt x="295" y="21"/>
                </a:cubicBezTo>
                <a:cubicBezTo>
                  <a:pt x="206" y="47"/>
                  <a:pt x="135" y="101"/>
                  <a:pt x="90" y="181"/>
                </a:cubicBezTo>
                <a:cubicBezTo>
                  <a:pt x="1" y="333"/>
                  <a:pt x="36" y="529"/>
                  <a:pt x="188" y="636"/>
                </a:cubicBezTo>
                <a:cubicBezTo>
                  <a:pt x="117" y="583"/>
                  <a:pt x="72" y="511"/>
                  <a:pt x="54" y="431"/>
                </a:cubicBezTo>
                <a:cubicBezTo>
                  <a:pt x="45" y="342"/>
                  <a:pt x="72" y="262"/>
                  <a:pt x="117" y="199"/>
                </a:cubicBezTo>
                <a:cubicBezTo>
                  <a:pt x="179" y="90"/>
                  <a:pt x="272" y="45"/>
                  <a:pt x="364" y="45"/>
                </a:cubicBezTo>
                <a:cubicBezTo>
                  <a:pt x="572" y="45"/>
                  <a:pt x="775" y="276"/>
                  <a:pt x="608" y="511"/>
                </a:cubicBezTo>
                <a:cubicBezTo>
                  <a:pt x="572" y="583"/>
                  <a:pt x="500" y="636"/>
                  <a:pt x="429" y="663"/>
                </a:cubicBezTo>
                <a:cubicBezTo>
                  <a:pt x="402" y="672"/>
                  <a:pt x="375" y="676"/>
                  <a:pt x="347" y="676"/>
                </a:cubicBezTo>
                <a:cubicBezTo>
                  <a:pt x="291" y="676"/>
                  <a:pt x="236" y="660"/>
                  <a:pt x="188" y="636"/>
                </a:cubicBezTo>
                <a:lnTo>
                  <a:pt x="188" y="636"/>
                </a:lnTo>
                <a:cubicBezTo>
                  <a:pt x="238" y="666"/>
                  <a:pt x="293" y="680"/>
                  <a:pt x="347" y="680"/>
                </a:cubicBezTo>
                <a:cubicBezTo>
                  <a:pt x="459" y="680"/>
                  <a:pt x="569" y="622"/>
                  <a:pt x="634" y="520"/>
                </a:cubicBezTo>
                <a:cubicBezTo>
                  <a:pt x="688" y="449"/>
                  <a:pt x="706" y="360"/>
                  <a:pt x="697" y="270"/>
                </a:cubicBezTo>
                <a:cubicBezTo>
                  <a:pt x="675" y="112"/>
                  <a:pt x="543" y="0"/>
                  <a:pt x="400" y="0"/>
                </a:cubicBezTo>
                <a:close/>
              </a:path>
            </a:pathLst>
          </a:custGeom>
          <a:solidFill>
            <a:srgbClr val="7A170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01;p2"/>
          <p:cNvSpPr/>
          <p:nvPr/>
        </p:nvSpPr>
        <p:spPr>
          <a:xfrm rot="2831864">
            <a:off x="8174554" y="1189609"/>
            <a:ext cx="76541" cy="67768"/>
          </a:xfrm>
          <a:custGeom>
            <a:avLst/>
            <a:gdLst/>
            <a:ahLst/>
            <a:cxnLst/>
            <a:rect l="l" t="t" r="r" b="b"/>
            <a:pathLst>
              <a:path w="855" h="757" extrusionOk="0">
                <a:moveTo>
                  <a:pt x="108" y="626"/>
                </a:moveTo>
                <a:cubicBezTo>
                  <a:pt x="131" y="658"/>
                  <a:pt x="160" y="685"/>
                  <a:pt x="194" y="707"/>
                </a:cubicBezTo>
                <a:cubicBezTo>
                  <a:pt x="160" y="684"/>
                  <a:pt x="131" y="657"/>
                  <a:pt x="108" y="626"/>
                </a:cubicBezTo>
                <a:close/>
                <a:moveTo>
                  <a:pt x="423" y="1"/>
                </a:moveTo>
                <a:cubicBezTo>
                  <a:pt x="386" y="1"/>
                  <a:pt x="348" y="7"/>
                  <a:pt x="310" y="20"/>
                </a:cubicBezTo>
                <a:cubicBezTo>
                  <a:pt x="221" y="56"/>
                  <a:pt x="140" y="118"/>
                  <a:pt x="87" y="198"/>
                </a:cubicBezTo>
                <a:cubicBezTo>
                  <a:pt x="1" y="334"/>
                  <a:pt x="12" y="504"/>
                  <a:pt x="108" y="626"/>
                </a:cubicBezTo>
                <a:lnTo>
                  <a:pt x="108" y="626"/>
                </a:lnTo>
                <a:cubicBezTo>
                  <a:pt x="75" y="583"/>
                  <a:pt x="52" y="532"/>
                  <a:pt x="42" y="475"/>
                </a:cubicBezTo>
                <a:cubicBezTo>
                  <a:pt x="33" y="386"/>
                  <a:pt x="60" y="288"/>
                  <a:pt x="105" y="216"/>
                </a:cubicBezTo>
                <a:cubicBezTo>
                  <a:pt x="146" y="119"/>
                  <a:pt x="227" y="79"/>
                  <a:pt x="316" y="79"/>
                </a:cubicBezTo>
                <a:cubicBezTo>
                  <a:pt x="553" y="79"/>
                  <a:pt x="855" y="357"/>
                  <a:pt x="667" y="564"/>
                </a:cubicBezTo>
                <a:cubicBezTo>
                  <a:pt x="622" y="645"/>
                  <a:pt x="542" y="707"/>
                  <a:pt x="462" y="734"/>
                </a:cubicBezTo>
                <a:cubicBezTo>
                  <a:pt x="428" y="744"/>
                  <a:pt x="393" y="749"/>
                  <a:pt x="359" y="749"/>
                </a:cubicBezTo>
                <a:cubicBezTo>
                  <a:pt x="301" y="749"/>
                  <a:pt x="244" y="735"/>
                  <a:pt x="194" y="707"/>
                </a:cubicBezTo>
                <a:lnTo>
                  <a:pt x="194" y="707"/>
                </a:lnTo>
                <a:cubicBezTo>
                  <a:pt x="251" y="740"/>
                  <a:pt x="314" y="756"/>
                  <a:pt x="377" y="756"/>
                </a:cubicBezTo>
                <a:cubicBezTo>
                  <a:pt x="501" y="756"/>
                  <a:pt x="623" y="695"/>
                  <a:pt x="694" y="582"/>
                </a:cubicBezTo>
                <a:cubicBezTo>
                  <a:pt x="747" y="502"/>
                  <a:pt x="774" y="404"/>
                  <a:pt x="756" y="306"/>
                </a:cubicBezTo>
                <a:cubicBezTo>
                  <a:pt x="742" y="123"/>
                  <a:pt x="590" y="1"/>
                  <a:pt x="423" y="1"/>
                </a:cubicBezTo>
                <a:close/>
              </a:path>
            </a:pathLst>
          </a:custGeom>
          <a:solidFill>
            <a:srgbClr val="7A170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2"/>
          <p:cNvSpPr/>
          <p:nvPr/>
        </p:nvSpPr>
        <p:spPr>
          <a:xfrm rot="2831864">
            <a:off x="8045146" y="1246466"/>
            <a:ext cx="95968" cy="92655"/>
          </a:xfrm>
          <a:custGeom>
            <a:avLst/>
            <a:gdLst/>
            <a:ahLst/>
            <a:cxnLst/>
            <a:rect l="l" t="t" r="r" b="b"/>
            <a:pathLst>
              <a:path w="1072" h="1035" extrusionOk="0">
                <a:moveTo>
                  <a:pt x="579" y="0"/>
                </a:moveTo>
                <a:cubicBezTo>
                  <a:pt x="530" y="0"/>
                  <a:pt x="479" y="9"/>
                  <a:pt x="429" y="26"/>
                </a:cubicBezTo>
                <a:cubicBezTo>
                  <a:pt x="161" y="107"/>
                  <a:pt x="0" y="375"/>
                  <a:pt x="45" y="651"/>
                </a:cubicBezTo>
                <a:cubicBezTo>
                  <a:pt x="72" y="776"/>
                  <a:pt x="143" y="892"/>
                  <a:pt x="259" y="964"/>
                </a:cubicBezTo>
                <a:cubicBezTo>
                  <a:pt x="143" y="892"/>
                  <a:pt x="72" y="776"/>
                  <a:pt x="54" y="651"/>
                </a:cubicBezTo>
                <a:cubicBezTo>
                  <a:pt x="27" y="383"/>
                  <a:pt x="188" y="142"/>
                  <a:pt x="438" y="71"/>
                </a:cubicBezTo>
                <a:cubicBezTo>
                  <a:pt x="480" y="57"/>
                  <a:pt x="523" y="51"/>
                  <a:pt x="565" y="51"/>
                </a:cubicBezTo>
                <a:cubicBezTo>
                  <a:pt x="770" y="51"/>
                  <a:pt x="954" y="203"/>
                  <a:pt x="991" y="410"/>
                </a:cubicBezTo>
                <a:cubicBezTo>
                  <a:pt x="1027" y="669"/>
                  <a:pt x="875" y="928"/>
                  <a:pt x="625" y="1008"/>
                </a:cubicBezTo>
                <a:cubicBezTo>
                  <a:pt x="578" y="1021"/>
                  <a:pt x="531" y="1029"/>
                  <a:pt x="484" y="1029"/>
                </a:cubicBezTo>
                <a:cubicBezTo>
                  <a:pt x="404" y="1029"/>
                  <a:pt x="326" y="1008"/>
                  <a:pt x="259" y="964"/>
                </a:cubicBezTo>
                <a:lnTo>
                  <a:pt x="259" y="964"/>
                </a:lnTo>
                <a:cubicBezTo>
                  <a:pt x="331" y="1011"/>
                  <a:pt x="414" y="1035"/>
                  <a:pt x="498" y="1035"/>
                </a:cubicBezTo>
                <a:cubicBezTo>
                  <a:pt x="541" y="1035"/>
                  <a:pt x="583" y="1029"/>
                  <a:pt x="625" y="1017"/>
                </a:cubicBezTo>
                <a:cubicBezTo>
                  <a:pt x="893" y="937"/>
                  <a:pt x="1071" y="678"/>
                  <a:pt x="1027" y="410"/>
                </a:cubicBezTo>
                <a:cubicBezTo>
                  <a:pt x="997" y="169"/>
                  <a:pt x="801" y="0"/>
                  <a:pt x="579" y="0"/>
                </a:cubicBezTo>
                <a:close/>
              </a:path>
            </a:pathLst>
          </a:custGeom>
          <a:solidFill>
            <a:srgbClr val="7A170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103;p2"/>
          <p:cNvSpPr/>
          <p:nvPr/>
        </p:nvSpPr>
        <p:spPr>
          <a:xfrm rot="2831864">
            <a:off x="7942296" y="1180349"/>
            <a:ext cx="86747" cy="77526"/>
          </a:xfrm>
          <a:custGeom>
            <a:avLst/>
            <a:gdLst/>
            <a:ahLst/>
            <a:cxnLst/>
            <a:rect l="l" t="t" r="r" b="b"/>
            <a:pathLst>
              <a:path w="969" h="866" extrusionOk="0">
                <a:moveTo>
                  <a:pt x="64" y="650"/>
                </a:moveTo>
                <a:cubicBezTo>
                  <a:pt x="92" y="713"/>
                  <a:pt x="140" y="766"/>
                  <a:pt x="199" y="807"/>
                </a:cubicBezTo>
                <a:cubicBezTo>
                  <a:pt x="139" y="765"/>
                  <a:pt x="94" y="711"/>
                  <a:pt x="64" y="650"/>
                </a:cubicBezTo>
                <a:close/>
                <a:moveTo>
                  <a:pt x="199" y="807"/>
                </a:moveTo>
                <a:cubicBezTo>
                  <a:pt x="257" y="844"/>
                  <a:pt x="318" y="863"/>
                  <a:pt x="380" y="864"/>
                </a:cubicBezTo>
                <a:lnTo>
                  <a:pt x="380" y="864"/>
                </a:lnTo>
                <a:cubicBezTo>
                  <a:pt x="318" y="859"/>
                  <a:pt x="257" y="840"/>
                  <a:pt x="199" y="807"/>
                </a:cubicBezTo>
                <a:close/>
                <a:moveTo>
                  <a:pt x="478" y="0"/>
                </a:moveTo>
                <a:cubicBezTo>
                  <a:pt x="436" y="0"/>
                  <a:pt x="393" y="7"/>
                  <a:pt x="351" y="22"/>
                </a:cubicBezTo>
                <a:cubicBezTo>
                  <a:pt x="235" y="58"/>
                  <a:pt x="146" y="129"/>
                  <a:pt x="92" y="227"/>
                </a:cubicBezTo>
                <a:cubicBezTo>
                  <a:pt x="7" y="361"/>
                  <a:pt x="0" y="520"/>
                  <a:pt x="64" y="650"/>
                </a:cubicBezTo>
                <a:lnTo>
                  <a:pt x="64" y="650"/>
                </a:lnTo>
                <a:cubicBezTo>
                  <a:pt x="50" y="618"/>
                  <a:pt x="41" y="585"/>
                  <a:pt x="38" y="549"/>
                </a:cubicBezTo>
                <a:cubicBezTo>
                  <a:pt x="21" y="442"/>
                  <a:pt x="47" y="326"/>
                  <a:pt x="110" y="245"/>
                </a:cubicBezTo>
                <a:cubicBezTo>
                  <a:pt x="189" y="100"/>
                  <a:pt x="310" y="41"/>
                  <a:pt x="430" y="41"/>
                </a:cubicBezTo>
                <a:cubicBezTo>
                  <a:pt x="701" y="41"/>
                  <a:pt x="969" y="344"/>
                  <a:pt x="752" y="647"/>
                </a:cubicBezTo>
                <a:cubicBezTo>
                  <a:pt x="699" y="745"/>
                  <a:pt x="619" y="816"/>
                  <a:pt x="511" y="843"/>
                </a:cubicBezTo>
                <a:cubicBezTo>
                  <a:pt x="470" y="857"/>
                  <a:pt x="429" y="864"/>
                  <a:pt x="388" y="864"/>
                </a:cubicBezTo>
                <a:cubicBezTo>
                  <a:pt x="385" y="864"/>
                  <a:pt x="383" y="864"/>
                  <a:pt x="380" y="864"/>
                </a:cubicBezTo>
                <a:lnTo>
                  <a:pt x="380" y="864"/>
                </a:lnTo>
                <a:cubicBezTo>
                  <a:pt x="393" y="865"/>
                  <a:pt x="406" y="866"/>
                  <a:pt x="419" y="866"/>
                </a:cubicBezTo>
                <a:cubicBezTo>
                  <a:pt x="564" y="866"/>
                  <a:pt x="703" y="794"/>
                  <a:pt x="779" y="665"/>
                </a:cubicBezTo>
                <a:cubicBezTo>
                  <a:pt x="851" y="566"/>
                  <a:pt x="877" y="459"/>
                  <a:pt x="860" y="343"/>
                </a:cubicBezTo>
                <a:cubicBezTo>
                  <a:pt x="838" y="139"/>
                  <a:pt x="667" y="0"/>
                  <a:pt x="478" y="0"/>
                </a:cubicBezTo>
                <a:close/>
              </a:path>
            </a:pathLst>
          </a:custGeom>
          <a:solidFill>
            <a:srgbClr val="7A170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104;p2"/>
          <p:cNvSpPr/>
          <p:nvPr/>
        </p:nvSpPr>
        <p:spPr>
          <a:xfrm rot="-7840361">
            <a:off x="7897675" y="1670408"/>
            <a:ext cx="266693" cy="303492"/>
          </a:xfrm>
          <a:custGeom>
            <a:avLst/>
            <a:gdLst/>
            <a:ahLst/>
            <a:cxnLst/>
            <a:rect l="l" t="t" r="r" b="b"/>
            <a:pathLst>
              <a:path w="3312" h="3769" extrusionOk="0">
                <a:moveTo>
                  <a:pt x="402" y="1"/>
                </a:moveTo>
                <a:lnTo>
                  <a:pt x="402" y="1"/>
                </a:lnTo>
                <a:cubicBezTo>
                  <a:pt x="54" y="750"/>
                  <a:pt x="1" y="2625"/>
                  <a:pt x="652" y="3339"/>
                </a:cubicBezTo>
                <a:cubicBezTo>
                  <a:pt x="968" y="3680"/>
                  <a:pt x="1367" y="3768"/>
                  <a:pt x="1696" y="3768"/>
                </a:cubicBezTo>
                <a:cubicBezTo>
                  <a:pt x="2044" y="3768"/>
                  <a:pt x="2312" y="3669"/>
                  <a:pt x="2312" y="3669"/>
                </a:cubicBezTo>
                <a:cubicBezTo>
                  <a:pt x="2651" y="3544"/>
                  <a:pt x="3312" y="3205"/>
                  <a:pt x="2964" y="2107"/>
                </a:cubicBezTo>
                <a:cubicBezTo>
                  <a:pt x="2625" y="1000"/>
                  <a:pt x="402" y="1"/>
                  <a:pt x="40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105;p2"/>
          <p:cNvSpPr/>
          <p:nvPr/>
        </p:nvSpPr>
        <p:spPr>
          <a:xfrm rot="-7840361">
            <a:off x="7980161" y="1628501"/>
            <a:ext cx="167811" cy="340291"/>
          </a:xfrm>
          <a:custGeom>
            <a:avLst/>
            <a:gdLst/>
            <a:ahLst/>
            <a:cxnLst/>
            <a:rect l="l" t="t" r="r" b="b"/>
            <a:pathLst>
              <a:path w="2084" h="4226" extrusionOk="0">
                <a:moveTo>
                  <a:pt x="1727" y="1940"/>
                </a:moveTo>
                <a:lnTo>
                  <a:pt x="1727" y="1940"/>
                </a:lnTo>
                <a:cubicBezTo>
                  <a:pt x="1727" y="1940"/>
                  <a:pt x="1727" y="1940"/>
                  <a:pt x="1726" y="1941"/>
                </a:cubicBezTo>
                <a:lnTo>
                  <a:pt x="1724" y="1950"/>
                </a:lnTo>
                <a:lnTo>
                  <a:pt x="1724" y="1950"/>
                </a:lnTo>
                <a:cubicBezTo>
                  <a:pt x="1727" y="1943"/>
                  <a:pt x="1728" y="1940"/>
                  <a:pt x="1727" y="1940"/>
                </a:cubicBezTo>
                <a:close/>
                <a:moveTo>
                  <a:pt x="10" y="1"/>
                </a:moveTo>
                <a:cubicBezTo>
                  <a:pt x="0" y="1"/>
                  <a:pt x="280" y="711"/>
                  <a:pt x="495" y="1182"/>
                </a:cubicBezTo>
                <a:lnTo>
                  <a:pt x="155" y="1084"/>
                </a:lnTo>
                <a:lnTo>
                  <a:pt x="93" y="1066"/>
                </a:lnTo>
                <a:lnTo>
                  <a:pt x="93" y="1066"/>
                </a:lnTo>
                <a:cubicBezTo>
                  <a:pt x="227" y="1138"/>
                  <a:pt x="370" y="1200"/>
                  <a:pt x="512" y="1245"/>
                </a:cubicBezTo>
                <a:lnTo>
                  <a:pt x="521" y="1245"/>
                </a:lnTo>
                <a:cubicBezTo>
                  <a:pt x="655" y="1530"/>
                  <a:pt x="762" y="1754"/>
                  <a:pt x="914" y="2030"/>
                </a:cubicBezTo>
                <a:cubicBezTo>
                  <a:pt x="977" y="2137"/>
                  <a:pt x="1039" y="2253"/>
                  <a:pt x="1110" y="2361"/>
                </a:cubicBezTo>
                <a:lnTo>
                  <a:pt x="361" y="2182"/>
                </a:lnTo>
                <a:lnTo>
                  <a:pt x="245" y="2146"/>
                </a:lnTo>
                <a:cubicBezTo>
                  <a:pt x="244" y="2146"/>
                  <a:pt x="244" y="2146"/>
                  <a:pt x="243" y="2146"/>
                </a:cubicBezTo>
                <a:lnTo>
                  <a:pt x="243" y="2146"/>
                </a:lnTo>
                <a:cubicBezTo>
                  <a:pt x="233" y="2146"/>
                  <a:pt x="786" y="2344"/>
                  <a:pt x="1057" y="2414"/>
                </a:cubicBezTo>
                <a:lnTo>
                  <a:pt x="1146" y="2432"/>
                </a:lnTo>
                <a:cubicBezTo>
                  <a:pt x="1244" y="2593"/>
                  <a:pt x="1343" y="2762"/>
                  <a:pt x="1432" y="2923"/>
                </a:cubicBezTo>
                <a:lnTo>
                  <a:pt x="1485" y="3021"/>
                </a:lnTo>
                <a:lnTo>
                  <a:pt x="745" y="2932"/>
                </a:lnTo>
                <a:lnTo>
                  <a:pt x="637" y="2923"/>
                </a:lnTo>
                <a:cubicBezTo>
                  <a:pt x="602" y="2923"/>
                  <a:pt x="1164" y="3039"/>
                  <a:pt x="1432" y="3075"/>
                </a:cubicBezTo>
                <a:lnTo>
                  <a:pt x="1521" y="3083"/>
                </a:lnTo>
                <a:cubicBezTo>
                  <a:pt x="1610" y="3262"/>
                  <a:pt x="1700" y="3432"/>
                  <a:pt x="1780" y="3610"/>
                </a:cubicBezTo>
                <a:cubicBezTo>
                  <a:pt x="1860" y="3789"/>
                  <a:pt x="1923" y="3976"/>
                  <a:pt x="1967" y="4172"/>
                </a:cubicBezTo>
                <a:cubicBezTo>
                  <a:pt x="1972" y="4208"/>
                  <a:pt x="2003" y="4226"/>
                  <a:pt x="2031" y="4226"/>
                </a:cubicBezTo>
                <a:cubicBezTo>
                  <a:pt x="2059" y="4226"/>
                  <a:pt x="2083" y="4208"/>
                  <a:pt x="2074" y="4172"/>
                </a:cubicBezTo>
                <a:cubicBezTo>
                  <a:pt x="2039" y="4003"/>
                  <a:pt x="1994" y="3842"/>
                  <a:pt x="1923" y="3681"/>
                </a:cubicBezTo>
                <a:cubicBezTo>
                  <a:pt x="1833" y="3485"/>
                  <a:pt x="1735" y="3280"/>
                  <a:pt x="1637" y="3083"/>
                </a:cubicBezTo>
                <a:cubicBezTo>
                  <a:pt x="1583" y="2985"/>
                  <a:pt x="1521" y="2887"/>
                  <a:pt x="1467" y="2780"/>
                </a:cubicBezTo>
                <a:cubicBezTo>
                  <a:pt x="1548" y="2539"/>
                  <a:pt x="1619" y="2298"/>
                  <a:pt x="1700" y="2057"/>
                </a:cubicBezTo>
                <a:lnTo>
                  <a:pt x="1724" y="1950"/>
                </a:lnTo>
                <a:lnTo>
                  <a:pt x="1724" y="1950"/>
                </a:lnTo>
                <a:cubicBezTo>
                  <a:pt x="1699" y="2019"/>
                  <a:pt x="1513" y="2450"/>
                  <a:pt x="1441" y="2682"/>
                </a:cubicBezTo>
                <a:lnTo>
                  <a:pt x="1423" y="2709"/>
                </a:lnTo>
                <a:cubicBezTo>
                  <a:pt x="1307" y="2512"/>
                  <a:pt x="1191" y="2307"/>
                  <a:pt x="1075" y="2102"/>
                </a:cubicBezTo>
                <a:cubicBezTo>
                  <a:pt x="986" y="1941"/>
                  <a:pt x="905" y="1789"/>
                  <a:pt x="816" y="1629"/>
                </a:cubicBezTo>
                <a:cubicBezTo>
                  <a:pt x="852" y="1423"/>
                  <a:pt x="878" y="1227"/>
                  <a:pt x="905" y="1022"/>
                </a:cubicBezTo>
                <a:lnTo>
                  <a:pt x="923" y="924"/>
                </a:lnTo>
                <a:lnTo>
                  <a:pt x="923" y="924"/>
                </a:lnTo>
                <a:cubicBezTo>
                  <a:pt x="861" y="1120"/>
                  <a:pt x="807" y="1325"/>
                  <a:pt x="771" y="1530"/>
                </a:cubicBezTo>
                <a:cubicBezTo>
                  <a:pt x="584" y="1173"/>
                  <a:pt x="405" y="808"/>
                  <a:pt x="227" y="442"/>
                </a:cubicBezTo>
                <a:cubicBezTo>
                  <a:pt x="155" y="299"/>
                  <a:pt x="84" y="156"/>
                  <a:pt x="13" y="4"/>
                </a:cubicBezTo>
                <a:cubicBezTo>
                  <a:pt x="11" y="2"/>
                  <a:pt x="10" y="1"/>
                  <a:pt x="1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106;p2"/>
          <p:cNvSpPr/>
          <p:nvPr/>
        </p:nvSpPr>
        <p:spPr>
          <a:xfrm rot="-7840361">
            <a:off x="7949139" y="1692205"/>
            <a:ext cx="212743" cy="277483"/>
          </a:xfrm>
          <a:custGeom>
            <a:avLst/>
            <a:gdLst/>
            <a:ahLst/>
            <a:cxnLst/>
            <a:rect l="l" t="t" r="r" b="b"/>
            <a:pathLst>
              <a:path w="2642" h="3446" extrusionOk="0">
                <a:moveTo>
                  <a:pt x="1062" y="171"/>
                </a:moveTo>
                <a:cubicBezTo>
                  <a:pt x="794" y="54"/>
                  <a:pt x="518" y="1"/>
                  <a:pt x="232" y="10"/>
                </a:cubicBezTo>
                <a:cubicBezTo>
                  <a:pt x="0" y="876"/>
                  <a:pt x="27" y="2384"/>
                  <a:pt x="598" y="3009"/>
                </a:cubicBezTo>
                <a:cubicBezTo>
                  <a:pt x="848" y="3276"/>
                  <a:pt x="1187" y="3428"/>
                  <a:pt x="1553" y="3446"/>
                </a:cubicBezTo>
                <a:cubicBezTo>
                  <a:pt x="2642" y="2500"/>
                  <a:pt x="2383" y="742"/>
                  <a:pt x="1062" y="171"/>
                </a:cubicBezTo>
                <a:close/>
              </a:path>
            </a:pathLst>
          </a:custGeom>
          <a:gradFill>
            <a:gsLst>
              <a:gs pos="0">
                <a:srgbClr val="FFFFFF">
                  <a:alpha val="0"/>
                </a:srgbClr>
              </a:gs>
              <a:gs pos="100000">
                <a:srgbClr val="FFFFFF">
                  <a:alpha val="2196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107;p2"/>
          <p:cNvSpPr/>
          <p:nvPr/>
        </p:nvSpPr>
        <p:spPr>
          <a:xfrm rot="-7840361">
            <a:off x="7914828" y="1673995"/>
            <a:ext cx="237222" cy="306391"/>
          </a:xfrm>
          <a:custGeom>
            <a:avLst/>
            <a:gdLst/>
            <a:ahLst/>
            <a:cxnLst/>
            <a:rect l="l" t="t" r="r" b="b"/>
            <a:pathLst>
              <a:path w="2946" h="3805" extrusionOk="0">
                <a:moveTo>
                  <a:pt x="268" y="1"/>
                </a:moveTo>
                <a:lnTo>
                  <a:pt x="259" y="19"/>
                </a:lnTo>
                <a:cubicBezTo>
                  <a:pt x="170" y="224"/>
                  <a:pt x="117" y="438"/>
                  <a:pt x="81" y="661"/>
                </a:cubicBezTo>
                <a:cubicBezTo>
                  <a:pt x="45" y="876"/>
                  <a:pt x="27" y="1099"/>
                  <a:pt x="18" y="1313"/>
                </a:cubicBezTo>
                <a:cubicBezTo>
                  <a:pt x="1" y="1759"/>
                  <a:pt x="45" y="2196"/>
                  <a:pt x="152" y="2625"/>
                </a:cubicBezTo>
                <a:cubicBezTo>
                  <a:pt x="215" y="2839"/>
                  <a:pt x="295" y="3035"/>
                  <a:pt x="420" y="3223"/>
                </a:cubicBezTo>
                <a:cubicBezTo>
                  <a:pt x="545" y="3410"/>
                  <a:pt x="715" y="3553"/>
                  <a:pt x="911" y="3660"/>
                </a:cubicBezTo>
                <a:cubicBezTo>
                  <a:pt x="1107" y="3758"/>
                  <a:pt x="1330" y="3803"/>
                  <a:pt x="1545" y="3803"/>
                </a:cubicBezTo>
                <a:cubicBezTo>
                  <a:pt x="1567" y="3804"/>
                  <a:pt x="1590" y="3804"/>
                  <a:pt x="1612" y="3804"/>
                </a:cubicBezTo>
                <a:cubicBezTo>
                  <a:pt x="1813" y="3804"/>
                  <a:pt x="2012" y="3769"/>
                  <a:pt x="2196" y="3705"/>
                </a:cubicBezTo>
                <a:lnTo>
                  <a:pt x="2196" y="3705"/>
                </a:lnTo>
                <a:cubicBezTo>
                  <a:pt x="2012" y="3761"/>
                  <a:pt x="1813" y="3795"/>
                  <a:pt x="1619" y="3795"/>
                </a:cubicBezTo>
                <a:cubicBezTo>
                  <a:pt x="1597" y="3795"/>
                  <a:pt x="1575" y="3795"/>
                  <a:pt x="1554" y="3794"/>
                </a:cubicBezTo>
                <a:cubicBezTo>
                  <a:pt x="1330" y="3794"/>
                  <a:pt x="1116" y="3741"/>
                  <a:pt x="920" y="3642"/>
                </a:cubicBezTo>
                <a:cubicBezTo>
                  <a:pt x="724" y="3544"/>
                  <a:pt x="554" y="3401"/>
                  <a:pt x="429" y="3214"/>
                </a:cubicBezTo>
                <a:cubicBezTo>
                  <a:pt x="322" y="3027"/>
                  <a:pt x="233" y="2830"/>
                  <a:pt x="179" y="2616"/>
                </a:cubicBezTo>
                <a:cubicBezTo>
                  <a:pt x="72" y="2188"/>
                  <a:pt x="36" y="1750"/>
                  <a:pt x="54" y="1313"/>
                </a:cubicBezTo>
                <a:cubicBezTo>
                  <a:pt x="63" y="1099"/>
                  <a:pt x="90" y="885"/>
                  <a:pt x="126" y="670"/>
                </a:cubicBezTo>
                <a:cubicBezTo>
                  <a:pt x="160" y="455"/>
                  <a:pt x="219" y="257"/>
                  <a:pt x="295" y="67"/>
                </a:cubicBezTo>
                <a:lnTo>
                  <a:pt x="295" y="67"/>
                </a:lnTo>
                <a:cubicBezTo>
                  <a:pt x="688" y="252"/>
                  <a:pt x="1071" y="461"/>
                  <a:pt x="1429" y="688"/>
                </a:cubicBezTo>
                <a:cubicBezTo>
                  <a:pt x="1803" y="920"/>
                  <a:pt x="2152" y="1206"/>
                  <a:pt x="2455" y="1518"/>
                </a:cubicBezTo>
                <a:cubicBezTo>
                  <a:pt x="2607" y="1679"/>
                  <a:pt x="2732" y="1866"/>
                  <a:pt x="2812" y="2072"/>
                </a:cubicBezTo>
                <a:cubicBezTo>
                  <a:pt x="2892" y="2277"/>
                  <a:pt x="2928" y="2500"/>
                  <a:pt x="2937" y="2714"/>
                </a:cubicBezTo>
                <a:cubicBezTo>
                  <a:pt x="2937" y="2937"/>
                  <a:pt x="2866" y="3151"/>
                  <a:pt x="2732" y="3330"/>
                </a:cubicBezTo>
                <a:cubicBezTo>
                  <a:pt x="2589" y="3500"/>
                  <a:pt x="2401" y="3633"/>
                  <a:pt x="2196" y="3705"/>
                </a:cubicBezTo>
                <a:cubicBezTo>
                  <a:pt x="2410" y="3633"/>
                  <a:pt x="2589" y="3508"/>
                  <a:pt x="2741" y="3330"/>
                </a:cubicBezTo>
                <a:cubicBezTo>
                  <a:pt x="2874" y="3160"/>
                  <a:pt x="2946" y="2937"/>
                  <a:pt x="2946" y="2714"/>
                </a:cubicBezTo>
                <a:cubicBezTo>
                  <a:pt x="2946" y="2491"/>
                  <a:pt x="2910" y="2268"/>
                  <a:pt x="2830" y="2063"/>
                </a:cubicBezTo>
                <a:cubicBezTo>
                  <a:pt x="2749" y="1857"/>
                  <a:pt x="2625" y="1670"/>
                  <a:pt x="2482" y="1500"/>
                </a:cubicBezTo>
                <a:cubicBezTo>
                  <a:pt x="2169" y="1179"/>
                  <a:pt x="1830" y="893"/>
                  <a:pt x="1455" y="661"/>
                </a:cubicBezTo>
                <a:cubicBezTo>
                  <a:pt x="1081" y="411"/>
                  <a:pt x="697" y="197"/>
                  <a:pt x="295" y="10"/>
                </a:cubicBezTo>
                <a:lnTo>
                  <a:pt x="26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08;p2"/>
          <p:cNvSpPr/>
          <p:nvPr/>
        </p:nvSpPr>
        <p:spPr>
          <a:xfrm rot="-7840361">
            <a:off x="8239690" y="1743430"/>
            <a:ext cx="129401" cy="223050"/>
          </a:xfrm>
          <a:custGeom>
            <a:avLst/>
            <a:gdLst/>
            <a:ahLst/>
            <a:cxnLst/>
            <a:rect l="l" t="t" r="r" b="b"/>
            <a:pathLst>
              <a:path w="1607" h="2770" extrusionOk="0">
                <a:moveTo>
                  <a:pt x="928" y="1"/>
                </a:moveTo>
                <a:cubicBezTo>
                  <a:pt x="892" y="1"/>
                  <a:pt x="853" y="7"/>
                  <a:pt x="813" y="21"/>
                </a:cubicBezTo>
                <a:cubicBezTo>
                  <a:pt x="1" y="298"/>
                  <a:pt x="1277" y="2770"/>
                  <a:pt x="1277" y="2770"/>
                </a:cubicBezTo>
                <a:cubicBezTo>
                  <a:pt x="1514" y="2278"/>
                  <a:pt x="1607" y="1"/>
                  <a:pt x="92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109;p2"/>
          <p:cNvSpPr/>
          <p:nvPr/>
        </p:nvSpPr>
        <p:spPr>
          <a:xfrm rot="-7840361">
            <a:off x="8311142" y="1812448"/>
            <a:ext cx="232632" cy="70136"/>
          </a:xfrm>
          <a:custGeom>
            <a:avLst/>
            <a:gdLst/>
            <a:ahLst/>
            <a:cxnLst/>
            <a:rect l="l" t="t" r="r" b="b"/>
            <a:pathLst>
              <a:path w="2889" h="871" extrusionOk="0">
                <a:moveTo>
                  <a:pt x="699" y="0"/>
                </a:moveTo>
                <a:cubicBezTo>
                  <a:pt x="405" y="0"/>
                  <a:pt x="183" y="80"/>
                  <a:pt x="122" y="297"/>
                </a:cubicBezTo>
                <a:cubicBezTo>
                  <a:pt x="0" y="727"/>
                  <a:pt x="626" y="870"/>
                  <a:pt x="1321" y="870"/>
                </a:cubicBezTo>
                <a:cubicBezTo>
                  <a:pt x="1956" y="870"/>
                  <a:pt x="2650" y="751"/>
                  <a:pt x="2889" y="619"/>
                </a:cubicBezTo>
                <a:cubicBezTo>
                  <a:pt x="2889" y="619"/>
                  <a:pt x="1517" y="0"/>
                  <a:pt x="69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10;p2"/>
          <p:cNvSpPr/>
          <p:nvPr/>
        </p:nvSpPr>
        <p:spPr>
          <a:xfrm rot="-7840361">
            <a:off x="8257605" y="1864029"/>
            <a:ext cx="185526" cy="185123"/>
          </a:xfrm>
          <a:custGeom>
            <a:avLst/>
            <a:gdLst/>
            <a:ahLst/>
            <a:cxnLst/>
            <a:rect l="l" t="t" r="r" b="b"/>
            <a:pathLst>
              <a:path w="2304" h="2299" extrusionOk="0">
                <a:moveTo>
                  <a:pt x="813" y="1"/>
                </a:moveTo>
                <a:cubicBezTo>
                  <a:pt x="730" y="1"/>
                  <a:pt x="651" y="35"/>
                  <a:pt x="581" y="112"/>
                </a:cubicBezTo>
                <a:cubicBezTo>
                  <a:pt x="1" y="737"/>
                  <a:pt x="2303" y="2299"/>
                  <a:pt x="2303" y="2299"/>
                </a:cubicBezTo>
                <a:cubicBezTo>
                  <a:pt x="2280" y="1797"/>
                  <a:pt x="1416" y="1"/>
                  <a:pt x="81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111;p2"/>
          <p:cNvSpPr/>
          <p:nvPr/>
        </p:nvSpPr>
        <p:spPr>
          <a:xfrm rot="-7840361">
            <a:off x="8244513" y="1629029"/>
            <a:ext cx="130045" cy="222405"/>
          </a:xfrm>
          <a:custGeom>
            <a:avLst/>
            <a:gdLst/>
            <a:ahLst/>
            <a:cxnLst/>
            <a:rect l="l" t="t" r="r" b="b"/>
            <a:pathLst>
              <a:path w="1615" h="2762" extrusionOk="0">
                <a:moveTo>
                  <a:pt x="933" y="0"/>
                </a:moveTo>
                <a:cubicBezTo>
                  <a:pt x="895" y="0"/>
                  <a:pt x="855" y="7"/>
                  <a:pt x="813" y="22"/>
                </a:cubicBezTo>
                <a:cubicBezTo>
                  <a:pt x="1" y="289"/>
                  <a:pt x="1286" y="2762"/>
                  <a:pt x="1286" y="2762"/>
                </a:cubicBezTo>
                <a:cubicBezTo>
                  <a:pt x="1515" y="2279"/>
                  <a:pt x="1615" y="0"/>
                  <a:pt x="93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12;p2"/>
          <p:cNvSpPr/>
          <p:nvPr/>
        </p:nvSpPr>
        <p:spPr>
          <a:xfrm rot="-7840361">
            <a:off x="8315842" y="1697576"/>
            <a:ext cx="232632" cy="70136"/>
          </a:xfrm>
          <a:custGeom>
            <a:avLst/>
            <a:gdLst/>
            <a:ahLst/>
            <a:cxnLst/>
            <a:rect l="l" t="t" r="r" b="b"/>
            <a:pathLst>
              <a:path w="2889" h="871" extrusionOk="0">
                <a:moveTo>
                  <a:pt x="691" y="1"/>
                </a:moveTo>
                <a:cubicBezTo>
                  <a:pt x="400" y="1"/>
                  <a:pt x="181" y="80"/>
                  <a:pt x="122" y="296"/>
                </a:cubicBezTo>
                <a:cubicBezTo>
                  <a:pt x="0" y="727"/>
                  <a:pt x="631" y="871"/>
                  <a:pt x="1331" y="871"/>
                </a:cubicBezTo>
                <a:cubicBezTo>
                  <a:pt x="1963" y="871"/>
                  <a:pt x="2651" y="753"/>
                  <a:pt x="2889" y="626"/>
                </a:cubicBezTo>
                <a:cubicBezTo>
                  <a:pt x="2889" y="626"/>
                  <a:pt x="1507" y="1"/>
                  <a:pt x="69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p2"/>
          <p:cNvSpPr/>
          <p:nvPr/>
        </p:nvSpPr>
        <p:spPr>
          <a:xfrm rot="-7840361">
            <a:off x="8242204" y="1516662"/>
            <a:ext cx="138500" cy="218460"/>
          </a:xfrm>
          <a:custGeom>
            <a:avLst/>
            <a:gdLst/>
            <a:ahLst/>
            <a:cxnLst/>
            <a:rect l="l" t="t" r="r" b="b"/>
            <a:pathLst>
              <a:path w="1720" h="2713" extrusionOk="0">
                <a:moveTo>
                  <a:pt x="913" y="1"/>
                </a:moveTo>
                <a:cubicBezTo>
                  <a:pt x="867" y="1"/>
                  <a:pt x="819" y="12"/>
                  <a:pt x="768" y="35"/>
                </a:cubicBezTo>
                <a:cubicBezTo>
                  <a:pt x="0" y="401"/>
                  <a:pt x="1544" y="2713"/>
                  <a:pt x="1544" y="2713"/>
                </a:cubicBezTo>
                <a:cubicBezTo>
                  <a:pt x="1719" y="2213"/>
                  <a:pt x="1560" y="1"/>
                  <a:pt x="91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2"/>
          <p:cNvSpPr/>
          <p:nvPr/>
        </p:nvSpPr>
        <p:spPr>
          <a:xfrm rot="-7840361">
            <a:off x="8319050" y="1560008"/>
            <a:ext cx="229330" cy="67317"/>
          </a:xfrm>
          <a:custGeom>
            <a:avLst/>
            <a:gdLst/>
            <a:ahLst/>
            <a:cxnLst/>
            <a:rect l="l" t="t" r="r" b="b"/>
            <a:pathLst>
              <a:path w="2848" h="836" extrusionOk="0">
                <a:moveTo>
                  <a:pt x="833" y="0"/>
                </a:moveTo>
                <a:cubicBezTo>
                  <a:pt x="424" y="0"/>
                  <a:pt x="102" y="93"/>
                  <a:pt x="54" y="371"/>
                </a:cubicBezTo>
                <a:cubicBezTo>
                  <a:pt x="0" y="715"/>
                  <a:pt x="372" y="835"/>
                  <a:pt x="864" y="835"/>
                </a:cubicBezTo>
                <a:cubicBezTo>
                  <a:pt x="1586" y="835"/>
                  <a:pt x="2567" y="576"/>
                  <a:pt x="2848" y="380"/>
                </a:cubicBezTo>
                <a:cubicBezTo>
                  <a:pt x="2848" y="380"/>
                  <a:pt x="1662" y="0"/>
                  <a:pt x="83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 name="Google Shape;115;p2"/>
          <p:cNvSpPr/>
          <p:nvPr/>
        </p:nvSpPr>
        <p:spPr>
          <a:xfrm rot="-7840361">
            <a:off x="8224530" y="1405989"/>
            <a:ext cx="153799" cy="211374"/>
          </a:xfrm>
          <a:custGeom>
            <a:avLst/>
            <a:gdLst/>
            <a:ahLst/>
            <a:cxnLst/>
            <a:rect l="l" t="t" r="r" b="b"/>
            <a:pathLst>
              <a:path w="1910" h="2625" extrusionOk="0">
                <a:moveTo>
                  <a:pt x="905" y="0"/>
                </a:moveTo>
                <a:cubicBezTo>
                  <a:pt x="850" y="0"/>
                  <a:pt x="792" y="17"/>
                  <a:pt x="732" y="54"/>
                </a:cubicBezTo>
                <a:cubicBezTo>
                  <a:pt x="0" y="500"/>
                  <a:pt x="1794" y="2624"/>
                  <a:pt x="1794" y="2624"/>
                </a:cubicBezTo>
                <a:cubicBezTo>
                  <a:pt x="1909" y="2116"/>
                  <a:pt x="1528" y="0"/>
                  <a:pt x="90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16;p2"/>
          <p:cNvSpPr/>
          <p:nvPr/>
        </p:nvSpPr>
        <p:spPr>
          <a:xfrm rot="-7840361">
            <a:off x="8311799" y="1424894"/>
            <a:ext cx="224741" cy="69331"/>
          </a:xfrm>
          <a:custGeom>
            <a:avLst/>
            <a:gdLst/>
            <a:ahLst/>
            <a:cxnLst/>
            <a:rect l="l" t="t" r="r" b="b"/>
            <a:pathLst>
              <a:path w="2791" h="861" extrusionOk="0">
                <a:moveTo>
                  <a:pt x="1142" y="1"/>
                </a:moveTo>
                <a:cubicBezTo>
                  <a:pt x="556" y="1"/>
                  <a:pt x="35" y="106"/>
                  <a:pt x="15" y="477"/>
                </a:cubicBezTo>
                <a:cubicBezTo>
                  <a:pt x="1" y="757"/>
                  <a:pt x="251" y="860"/>
                  <a:pt x="610" y="860"/>
                </a:cubicBezTo>
                <a:cubicBezTo>
                  <a:pt x="1336" y="860"/>
                  <a:pt x="2504" y="433"/>
                  <a:pt x="2791" y="182"/>
                </a:cubicBezTo>
                <a:cubicBezTo>
                  <a:pt x="2791" y="182"/>
                  <a:pt x="1911" y="1"/>
                  <a:pt x="114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2"/>
          <p:cNvSpPr/>
          <p:nvPr/>
        </p:nvSpPr>
        <p:spPr>
          <a:xfrm rot="-7840361">
            <a:off x="8261855" y="1846982"/>
            <a:ext cx="152431" cy="187378"/>
          </a:xfrm>
          <a:custGeom>
            <a:avLst/>
            <a:gdLst/>
            <a:ahLst/>
            <a:cxnLst/>
            <a:rect l="l" t="t" r="r" b="b"/>
            <a:pathLst>
              <a:path w="1893" h="2327" extrusionOk="0">
                <a:moveTo>
                  <a:pt x="358" y="1"/>
                </a:moveTo>
                <a:cubicBezTo>
                  <a:pt x="333" y="1"/>
                  <a:pt x="309" y="3"/>
                  <a:pt x="286" y="6"/>
                </a:cubicBezTo>
                <a:cubicBezTo>
                  <a:pt x="303" y="4"/>
                  <a:pt x="321" y="3"/>
                  <a:pt x="338" y="3"/>
                </a:cubicBezTo>
                <a:cubicBezTo>
                  <a:pt x="387" y="3"/>
                  <a:pt x="437" y="11"/>
                  <a:pt x="483" y="24"/>
                </a:cubicBezTo>
                <a:cubicBezTo>
                  <a:pt x="443" y="7"/>
                  <a:pt x="400" y="1"/>
                  <a:pt x="358" y="1"/>
                </a:cubicBezTo>
                <a:close/>
                <a:moveTo>
                  <a:pt x="483" y="24"/>
                </a:moveTo>
                <a:lnTo>
                  <a:pt x="483" y="24"/>
                </a:lnTo>
                <a:cubicBezTo>
                  <a:pt x="599" y="78"/>
                  <a:pt x="706" y="149"/>
                  <a:pt x="795" y="247"/>
                </a:cubicBezTo>
                <a:cubicBezTo>
                  <a:pt x="974" y="435"/>
                  <a:pt x="1125" y="649"/>
                  <a:pt x="1259" y="872"/>
                </a:cubicBezTo>
                <a:cubicBezTo>
                  <a:pt x="1393" y="1095"/>
                  <a:pt x="1509" y="1327"/>
                  <a:pt x="1607" y="1568"/>
                </a:cubicBezTo>
                <a:cubicBezTo>
                  <a:pt x="1661" y="1684"/>
                  <a:pt x="1714" y="1800"/>
                  <a:pt x="1750" y="1925"/>
                </a:cubicBezTo>
                <a:cubicBezTo>
                  <a:pt x="1788" y="2023"/>
                  <a:pt x="1813" y="2127"/>
                  <a:pt x="1830" y="2238"/>
                </a:cubicBezTo>
                <a:lnTo>
                  <a:pt x="1830" y="2238"/>
                </a:lnTo>
                <a:cubicBezTo>
                  <a:pt x="1643" y="2113"/>
                  <a:pt x="1456" y="1974"/>
                  <a:pt x="1277" y="1836"/>
                </a:cubicBezTo>
                <a:cubicBezTo>
                  <a:pt x="1081" y="1684"/>
                  <a:pt x="884" y="1524"/>
                  <a:pt x="706" y="1354"/>
                </a:cubicBezTo>
                <a:cubicBezTo>
                  <a:pt x="519" y="1184"/>
                  <a:pt x="349" y="997"/>
                  <a:pt x="206" y="792"/>
                </a:cubicBezTo>
                <a:cubicBezTo>
                  <a:pt x="135" y="694"/>
                  <a:pt x="81" y="577"/>
                  <a:pt x="46" y="461"/>
                </a:cubicBezTo>
                <a:cubicBezTo>
                  <a:pt x="10" y="337"/>
                  <a:pt x="46" y="203"/>
                  <a:pt x="126" y="113"/>
                </a:cubicBezTo>
                <a:lnTo>
                  <a:pt x="126" y="113"/>
                </a:lnTo>
                <a:cubicBezTo>
                  <a:pt x="37" y="212"/>
                  <a:pt x="1" y="345"/>
                  <a:pt x="46" y="479"/>
                </a:cubicBezTo>
                <a:cubicBezTo>
                  <a:pt x="72" y="595"/>
                  <a:pt x="126" y="711"/>
                  <a:pt x="197" y="810"/>
                </a:cubicBezTo>
                <a:cubicBezTo>
                  <a:pt x="340" y="1015"/>
                  <a:pt x="510" y="1202"/>
                  <a:pt x="688" y="1381"/>
                </a:cubicBezTo>
                <a:cubicBezTo>
                  <a:pt x="1045" y="1729"/>
                  <a:pt x="1438" y="2041"/>
                  <a:pt x="1857" y="2327"/>
                </a:cubicBezTo>
                <a:lnTo>
                  <a:pt x="1866" y="2327"/>
                </a:lnTo>
                <a:cubicBezTo>
                  <a:pt x="1884" y="2327"/>
                  <a:pt x="1893" y="2309"/>
                  <a:pt x="1893" y="2300"/>
                </a:cubicBezTo>
                <a:cubicBezTo>
                  <a:pt x="1875" y="2166"/>
                  <a:pt x="1848" y="2032"/>
                  <a:pt x="1804" y="1907"/>
                </a:cubicBezTo>
                <a:cubicBezTo>
                  <a:pt x="1759" y="1791"/>
                  <a:pt x="1706" y="1666"/>
                  <a:pt x="1652" y="1550"/>
                </a:cubicBezTo>
                <a:cubicBezTo>
                  <a:pt x="1545" y="1309"/>
                  <a:pt x="1420" y="1077"/>
                  <a:pt x="1286" y="863"/>
                </a:cubicBezTo>
                <a:cubicBezTo>
                  <a:pt x="1143" y="640"/>
                  <a:pt x="983" y="435"/>
                  <a:pt x="804" y="247"/>
                </a:cubicBezTo>
                <a:cubicBezTo>
                  <a:pt x="715" y="149"/>
                  <a:pt x="599" y="69"/>
                  <a:pt x="483" y="24"/>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p2"/>
          <p:cNvSpPr/>
          <p:nvPr/>
        </p:nvSpPr>
        <p:spPr>
          <a:xfrm rot="-7840361">
            <a:off x="8256846" y="1729315"/>
            <a:ext cx="75531" cy="225304"/>
          </a:xfrm>
          <a:custGeom>
            <a:avLst/>
            <a:gdLst/>
            <a:ahLst/>
            <a:cxnLst/>
            <a:rect l="l" t="t" r="r" b="b"/>
            <a:pathLst>
              <a:path w="938" h="2798" extrusionOk="0">
                <a:moveTo>
                  <a:pt x="350" y="5"/>
                </a:moveTo>
                <a:cubicBezTo>
                  <a:pt x="325" y="8"/>
                  <a:pt x="301" y="13"/>
                  <a:pt x="277" y="22"/>
                </a:cubicBezTo>
                <a:cubicBezTo>
                  <a:pt x="299" y="15"/>
                  <a:pt x="324" y="9"/>
                  <a:pt x="350" y="5"/>
                </a:cubicBezTo>
                <a:close/>
                <a:moveTo>
                  <a:pt x="413" y="1"/>
                </a:moveTo>
                <a:cubicBezTo>
                  <a:pt x="392" y="1"/>
                  <a:pt x="370" y="2"/>
                  <a:pt x="350" y="5"/>
                </a:cubicBezTo>
                <a:lnTo>
                  <a:pt x="350" y="5"/>
                </a:lnTo>
                <a:cubicBezTo>
                  <a:pt x="362" y="4"/>
                  <a:pt x="373" y="3"/>
                  <a:pt x="385" y="3"/>
                </a:cubicBezTo>
                <a:cubicBezTo>
                  <a:pt x="477" y="3"/>
                  <a:pt x="567" y="43"/>
                  <a:pt x="625" y="120"/>
                </a:cubicBezTo>
                <a:cubicBezTo>
                  <a:pt x="656" y="159"/>
                  <a:pt x="685" y="200"/>
                  <a:pt x="711" y="244"/>
                </a:cubicBezTo>
                <a:lnTo>
                  <a:pt x="711" y="244"/>
                </a:lnTo>
                <a:cubicBezTo>
                  <a:pt x="686" y="196"/>
                  <a:pt x="658" y="151"/>
                  <a:pt x="625" y="111"/>
                </a:cubicBezTo>
                <a:cubicBezTo>
                  <a:pt x="580" y="66"/>
                  <a:pt x="527" y="22"/>
                  <a:pt x="464" y="4"/>
                </a:cubicBezTo>
                <a:cubicBezTo>
                  <a:pt x="447" y="2"/>
                  <a:pt x="430" y="1"/>
                  <a:pt x="413" y="1"/>
                </a:cubicBezTo>
                <a:close/>
                <a:moveTo>
                  <a:pt x="276" y="22"/>
                </a:moveTo>
                <a:cubicBezTo>
                  <a:pt x="152" y="67"/>
                  <a:pt x="63" y="165"/>
                  <a:pt x="36" y="290"/>
                </a:cubicBezTo>
                <a:cubicBezTo>
                  <a:pt x="71" y="165"/>
                  <a:pt x="152" y="67"/>
                  <a:pt x="276" y="22"/>
                </a:cubicBezTo>
                <a:close/>
                <a:moveTo>
                  <a:pt x="711" y="244"/>
                </a:moveTo>
                <a:cubicBezTo>
                  <a:pt x="746" y="312"/>
                  <a:pt x="773" y="386"/>
                  <a:pt x="794" y="459"/>
                </a:cubicBezTo>
                <a:cubicBezTo>
                  <a:pt x="857" y="709"/>
                  <a:pt x="893" y="968"/>
                  <a:pt x="902" y="1227"/>
                </a:cubicBezTo>
                <a:cubicBezTo>
                  <a:pt x="902" y="1486"/>
                  <a:pt x="893" y="1744"/>
                  <a:pt x="875" y="2003"/>
                </a:cubicBezTo>
                <a:cubicBezTo>
                  <a:pt x="857" y="2128"/>
                  <a:pt x="848" y="2262"/>
                  <a:pt x="821" y="2387"/>
                </a:cubicBezTo>
                <a:cubicBezTo>
                  <a:pt x="806" y="2494"/>
                  <a:pt x="777" y="2602"/>
                  <a:pt x="741" y="2703"/>
                </a:cubicBezTo>
                <a:lnTo>
                  <a:pt x="741" y="2703"/>
                </a:lnTo>
                <a:cubicBezTo>
                  <a:pt x="637" y="2503"/>
                  <a:pt x="546" y="2290"/>
                  <a:pt x="455" y="2084"/>
                </a:cubicBezTo>
                <a:cubicBezTo>
                  <a:pt x="348" y="1851"/>
                  <a:pt x="259" y="1619"/>
                  <a:pt x="179" y="1387"/>
                </a:cubicBezTo>
                <a:cubicBezTo>
                  <a:pt x="98" y="1155"/>
                  <a:pt x="45" y="905"/>
                  <a:pt x="18" y="664"/>
                </a:cubicBezTo>
                <a:cubicBezTo>
                  <a:pt x="0" y="541"/>
                  <a:pt x="9" y="418"/>
                  <a:pt x="35" y="294"/>
                </a:cubicBezTo>
                <a:lnTo>
                  <a:pt x="35" y="294"/>
                </a:lnTo>
                <a:cubicBezTo>
                  <a:pt x="9" y="418"/>
                  <a:pt x="0" y="541"/>
                  <a:pt x="9" y="664"/>
                </a:cubicBezTo>
                <a:cubicBezTo>
                  <a:pt x="36" y="914"/>
                  <a:pt x="89" y="1155"/>
                  <a:pt x="161" y="1396"/>
                </a:cubicBezTo>
                <a:cubicBezTo>
                  <a:pt x="312" y="1869"/>
                  <a:pt x="491" y="2333"/>
                  <a:pt x="723" y="2780"/>
                </a:cubicBezTo>
                <a:cubicBezTo>
                  <a:pt x="723" y="2789"/>
                  <a:pt x="732" y="2789"/>
                  <a:pt x="732" y="2798"/>
                </a:cubicBezTo>
                <a:cubicBezTo>
                  <a:pt x="750" y="2798"/>
                  <a:pt x="759" y="2798"/>
                  <a:pt x="768" y="2780"/>
                </a:cubicBezTo>
                <a:cubicBezTo>
                  <a:pt x="812" y="2664"/>
                  <a:pt x="848" y="2530"/>
                  <a:pt x="866" y="2405"/>
                </a:cubicBezTo>
                <a:cubicBezTo>
                  <a:pt x="893" y="2271"/>
                  <a:pt x="902" y="2146"/>
                  <a:pt x="919" y="2012"/>
                </a:cubicBezTo>
                <a:cubicBezTo>
                  <a:pt x="937" y="1753"/>
                  <a:pt x="937" y="1494"/>
                  <a:pt x="928" y="1236"/>
                </a:cubicBezTo>
                <a:cubicBezTo>
                  <a:pt x="910" y="968"/>
                  <a:pt x="875" y="709"/>
                  <a:pt x="803" y="459"/>
                </a:cubicBezTo>
                <a:cubicBezTo>
                  <a:pt x="782" y="383"/>
                  <a:pt x="750" y="311"/>
                  <a:pt x="711" y="244"/>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119;p2"/>
          <p:cNvSpPr/>
          <p:nvPr/>
        </p:nvSpPr>
        <p:spPr>
          <a:xfrm rot="-7840361">
            <a:off x="8311978" y="1808535"/>
            <a:ext cx="226431" cy="73679"/>
          </a:xfrm>
          <a:custGeom>
            <a:avLst/>
            <a:gdLst/>
            <a:ahLst/>
            <a:cxnLst/>
            <a:rect l="l" t="t" r="r" b="b"/>
            <a:pathLst>
              <a:path w="2812" h="915" extrusionOk="0">
                <a:moveTo>
                  <a:pt x="573" y="0"/>
                </a:moveTo>
                <a:cubicBezTo>
                  <a:pt x="459" y="0"/>
                  <a:pt x="350" y="26"/>
                  <a:pt x="241" y="64"/>
                </a:cubicBezTo>
                <a:cubicBezTo>
                  <a:pt x="116" y="118"/>
                  <a:pt x="27" y="243"/>
                  <a:pt x="9" y="377"/>
                </a:cubicBezTo>
                <a:cubicBezTo>
                  <a:pt x="0" y="448"/>
                  <a:pt x="18" y="520"/>
                  <a:pt x="45" y="582"/>
                </a:cubicBezTo>
                <a:cubicBezTo>
                  <a:pt x="80" y="636"/>
                  <a:pt x="134" y="680"/>
                  <a:pt x="188" y="716"/>
                </a:cubicBezTo>
                <a:cubicBezTo>
                  <a:pt x="304" y="787"/>
                  <a:pt x="429" y="832"/>
                  <a:pt x="553" y="859"/>
                </a:cubicBezTo>
                <a:cubicBezTo>
                  <a:pt x="762" y="896"/>
                  <a:pt x="976" y="915"/>
                  <a:pt x="1192" y="915"/>
                </a:cubicBezTo>
                <a:cubicBezTo>
                  <a:pt x="1235" y="915"/>
                  <a:pt x="1278" y="914"/>
                  <a:pt x="1321" y="912"/>
                </a:cubicBezTo>
                <a:cubicBezTo>
                  <a:pt x="1571" y="903"/>
                  <a:pt x="1830" y="886"/>
                  <a:pt x="2080" y="850"/>
                </a:cubicBezTo>
                <a:cubicBezTo>
                  <a:pt x="2330" y="814"/>
                  <a:pt x="2579" y="752"/>
                  <a:pt x="2812" y="645"/>
                </a:cubicBezTo>
                <a:lnTo>
                  <a:pt x="2812" y="645"/>
                </a:lnTo>
                <a:cubicBezTo>
                  <a:pt x="2579" y="734"/>
                  <a:pt x="2330" y="796"/>
                  <a:pt x="2080" y="814"/>
                </a:cubicBezTo>
                <a:cubicBezTo>
                  <a:pt x="1821" y="850"/>
                  <a:pt x="1571" y="868"/>
                  <a:pt x="1321" y="868"/>
                </a:cubicBezTo>
                <a:cubicBezTo>
                  <a:pt x="1062" y="868"/>
                  <a:pt x="812" y="850"/>
                  <a:pt x="562" y="805"/>
                </a:cubicBezTo>
                <a:cubicBezTo>
                  <a:pt x="437" y="778"/>
                  <a:pt x="321" y="734"/>
                  <a:pt x="214" y="671"/>
                </a:cubicBezTo>
                <a:cubicBezTo>
                  <a:pt x="107" y="618"/>
                  <a:pt x="45" y="502"/>
                  <a:pt x="63" y="377"/>
                </a:cubicBezTo>
                <a:cubicBezTo>
                  <a:pt x="72" y="261"/>
                  <a:pt x="152" y="154"/>
                  <a:pt x="259" y="109"/>
                </a:cubicBezTo>
                <a:cubicBezTo>
                  <a:pt x="356" y="64"/>
                  <a:pt x="460" y="44"/>
                  <a:pt x="564" y="44"/>
                </a:cubicBezTo>
                <a:cubicBezTo>
                  <a:pt x="584" y="44"/>
                  <a:pt x="605" y="45"/>
                  <a:pt x="625" y="47"/>
                </a:cubicBezTo>
                <a:cubicBezTo>
                  <a:pt x="875" y="47"/>
                  <a:pt x="1125" y="91"/>
                  <a:pt x="1375" y="154"/>
                </a:cubicBezTo>
                <a:cubicBezTo>
                  <a:pt x="1616" y="216"/>
                  <a:pt x="1857" y="297"/>
                  <a:pt x="2098" y="377"/>
                </a:cubicBezTo>
                <a:cubicBezTo>
                  <a:pt x="2338" y="457"/>
                  <a:pt x="2579" y="546"/>
                  <a:pt x="2812" y="645"/>
                </a:cubicBezTo>
                <a:cubicBezTo>
                  <a:pt x="2356" y="430"/>
                  <a:pt x="1874" y="252"/>
                  <a:pt x="1384" y="118"/>
                </a:cubicBezTo>
                <a:cubicBezTo>
                  <a:pt x="1134" y="47"/>
                  <a:pt x="884" y="11"/>
                  <a:pt x="625" y="2"/>
                </a:cubicBezTo>
                <a:cubicBezTo>
                  <a:pt x="608" y="1"/>
                  <a:pt x="590" y="0"/>
                  <a:pt x="57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2"/>
          <p:cNvSpPr/>
          <p:nvPr/>
        </p:nvSpPr>
        <p:spPr>
          <a:xfrm rot="-7840361">
            <a:off x="8259606" y="1617138"/>
            <a:ext cx="78430" cy="224579"/>
          </a:xfrm>
          <a:custGeom>
            <a:avLst/>
            <a:gdLst/>
            <a:ahLst/>
            <a:cxnLst/>
            <a:rect l="l" t="t" r="r" b="b"/>
            <a:pathLst>
              <a:path w="974" h="2789" extrusionOk="0">
                <a:moveTo>
                  <a:pt x="411" y="1"/>
                </a:moveTo>
                <a:cubicBezTo>
                  <a:pt x="393" y="1"/>
                  <a:pt x="375" y="2"/>
                  <a:pt x="358" y="4"/>
                </a:cubicBezTo>
                <a:cubicBezTo>
                  <a:pt x="224" y="31"/>
                  <a:pt x="108" y="120"/>
                  <a:pt x="63" y="254"/>
                </a:cubicBezTo>
                <a:cubicBezTo>
                  <a:pt x="18" y="379"/>
                  <a:pt x="1" y="504"/>
                  <a:pt x="18" y="638"/>
                </a:cubicBezTo>
                <a:cubicBezTo>
                  <a:pt x="36" y="896"/>
                  <a:pt x="90" y="1146"/>
                  <a:pt x="170" y="1387"/>
                </a:cubicBezTo>
                <a:cubicBezTo>
                  <a:pt x="331" y="1869"/>
                  <a:pt x="536" y="2342"/>
                  <a:pt x="777" y="2789"/>
                </a:cubicBezTo>
                <a:cubicBezTo>
                  <a:pt x="661" y="2565"/>
                  <a:pt x="563" y="2333"/>
                  <a:pt x="465" y="2101"/>
                </a:cubicBezTo>
                <a:cubicBezTo>
                  <a:pt x="375" y="1860"/>
                  <a:pt x="286" y="1628"/>
                  <a:pt x="215" y="1378"/>
                </a:cubicBezTo>
                <a:cubicBezTo>
                  <a:pt x="134" y="1137"/>
                  <a:pt x="81" y="896"/>
                  <a:pt x="63" y="638"/>
                </a:cubicBezTo>
                <a:cubicBezTo>
                  <a:pt x="54" y="522"/>
                  <a:pt x="72" y="397"/>
                  <a:pt x="108" y="281"/>
                </a:cubicBezTo>
                <a:cubicBezTo>
                  <a:pt x="152" y="165"/>
                  <a:pt x="251" y="84"/>
                  <a:pt x="367" y="58"/>
                </a:cubicBezTo>
                <a:cubicBezTo>
                  <a:pt x="382" y="55"/>
                  <a:pt x="398" y="54"/>
                  <a:pt x="414" y="54"/>
                </a:cubicBezTo>
                <a:cubicBezTo>
                  <a:pt x="520" y="54"/>
                  <a:pt x="615" y="107"/>
                  <a:pt x="670" y="200"/>
                </a:cubicBezTo>
                <a:cubicBezTo>
                  <a:pt x="741" y="307"/>
                  <a:pt x="786" y="415"/>
                  <a:pt x="822" y="539"/>
                </a:cubicBezTo>
                <a:cubicBezTo>
                  <a:pt x="875" y="780"/>
                  <a:pt x="911" y="1030"/>
                  <a:pt x="920" y="1289"/>
                </a:cubicBezTo>
                <a:cubicBezTo>
                  <a:pt x="938" y="1539"/>
                  <a:pt x="929" y="1789"/>
                  <a:pt x="911" y="2048"/>
                </a:cubicBezTo>
                <a:cubicBezTo>
                  <a:pt x="902" y="2298"/>
                  <a:pt x="857" y="2548"/>
                  <a:pt x="777" y="2789"/>
                </a:cubicBezTo>
                <a:cubicBezTo>
                  <a:pt x="866" y="2557"/>
                  <a:pt x="920" y="2307"/>
                  <a:pt x="938" y="2048"/>
                </a:cubicBezTo>
                <a:cubicBezTo>
                  <a:pt x="965" y="1798"/>
                  <a:pt x="973" y="1539"/>
                  <a:pt x="965" y="1280"/>
                </a:cubicBezTo>
                <a:cubicBezTo>
                  <a:pt x="956" y="1030"/>
                  <a:pt x="929" y="772"/>
                  <a:pt x="866" y="522"/>
                </a:cubicBezTo>
                <a:cubicBezTo>
                  <a:pt x="831" y="397"/>
                  <a:pt x="786" y="281"/>
                  <a:pt x="715" y="165"/>
                </a:cubicBezTo>
                <a:cubicBezTo>
                  <a:pt x="670" y="111"/>
                  <a:pt x="625" y="66"/>
                  <a:pt x="563" y="31"/>
                </a:cubicBezTo>
                <a:cubicBezTo>
                  <a:pt x="516" y="11"/>
                  <a:pt x="464" y="1"/>
                  <a:pt x="41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2"/>
          <p:cNvSpPr/>
          <p:nvPr/>
        </p:nvSpPr>
        <p:spPr>
          <a:xfrm rot="-7840361">
            <a:off x="8316765" y="1693472"/>
            <a:ext cx="227156" cy="74242"/>
          </a:xfrm>
          <a:custGeom>
            <a:avLst/>
            <a:gdLst/>
            <a:ahLst/>
            <a:cxnLst/>
            <a:rect l="l" t="t" r="r" b="b"/>
            <a:pathLst>
              <a:path w="2821" h="922" extrusionOk="0">
                <a:moveTo>
                  <a:pt x="625" y="1"/>
                </a:moveTo>
                <a:cubicBezTo>
                  <a:pt x="500" y="1"/>
                  <a:pt x="366" y="19"/>
                  <a:pt x="241" y="72"/>
                </a:cubicBezTo>
                <a:cubicBezTo>
                  <a:pt x="116" y="126"/>
                  <a:pt x="27" y="242"/>
                  <a:pt x="9" y="385"/>
                </a:cubicBezTo>
                <a:cubicBezTo>
                  <a:pt x="0" y="447"/>
                  <a:pt x="18" y="518"/>
                  <a:pt x="54" y="581"/>
                </a:cubicBezTo>
                <a:cubicBezTo>
                  <a:pt x="90" y="643"/>
                  <a:pt x="134" y="688"/>
                  <a:pt x="197" y="724"/>
                </a:cubicBezTo>
                <a:cubicBezTo>
                  <a:pt x="304" y="786"/>
                  <a:pt x="429" y="831"/>
                  <a:pt x="554" y="858"/>
                </a:cubicBezTo>
                <a:cubicBezTo>
                  <a:pt x="779" y="896"/>
                  <a:pt x="998" y="922"/>
                  <a:pt x="1221" y="922"/>
                </a:cubicBezTo>
                <a:cubicBezTo>
                  <a:pt x="1255" y="922"/>
                  <a:pt x="1288" y="921"/>
                  <a:pt x="1321" y="920"/>
                </a:cubicBezTo>
                <a:cubicBezTo>
                  <a:pt x="1580" y="911"/>
                  <a:pt x="1830" y="893"/>
                  <a:pt x="2080" y="849"/>
                </a:cubicBezTo>
                <a:cubicBezTo>
                  <a:pt x="2339" y="822"/>
                  <a:pt x="2580" y="751"/>
                  <a:pt x="2821" y="652"/>
                </a:cubicBezTo>
                <a:lnTo>
                  <a:pt x="2821" y="652"/>
                </a:lnTo>
                <a:cubicBezTo>
                  <a:pt x="2580" y="742"/>
                  <a:pt x="2330" y="795"/>
                  <a:pt x="2080" y="822"/>
                </a:cubicBezTo>
                <a:cubicBezTo>
                  <a:pt x="1830" y="849"/>
                  <a:pt x="1571" y="867"/>
                  <a:pt x="1321" y="867"/>
                </a:cubicBezTo>
                <a:cubicBezTo>
                  <a:pt x="1289" y="868"/>
                  <a:pt x="1257" y="868"/>
                  <a:pt x="1224" y="868"/>
                </a:cubicBezTo>
                <a:cubicBezTo>
                  <a:pt x="1005" y="868"/>
                  <a:pt x="781" y="843"/>
                  <a:pt x="572" y="804"/>
                </a:cubicBezTo>
                <a:cubicBezTo>
                  <a:pt x="447" y="777"/>
                  <a:pt x="331" y="733"/>
                  <a:pt x="224" y="670"/>
                </a:cubicBezTo>
                <a:cubicBezTo>
                  <a:pt x="116" y="617"/>
                  <a:pt x="54" y="501"/>
                  <a:pt x="63" y="385"/>
                </a:cubicBezTo>
                <a:cubicBezTo>
                  <a:pt x="81" y="260"/>
                  <a:pt x="152" y="153"/>
                  <a:pt x="268" y="108"/>
                </a:cubicBezTo>
                <a:cubicBezTo>
                  <a:pt x="369" y="69"/>
                  <a:pt x="470" y="44"/>
                  <a:pt x="577" y="44"/>
                </a:cubicBezTo>
                <a:cubicBezTo>
                  <a:pt x="593" y="44"/>
                  <a:pt x="609" y="44"/>
                  <a:pt x="625" y="45"/>
                </a:cubicBezTo>
                <a:cubicBezTo>
                  <a:pt x="884" y="54"/>
                  <a:pt x="1134" y="90"/>
                  <a:pt x="1375" y="161"/>
                </a:cubicBezTo>
                <a:cubicBezTo>
                  <a:pt x="1625" y="224"/>
                  <a:pt x="1866" y="295"/>
                  <a:pt x="2107" y="385"/>
                </a:cubicBezTo>
                <a:cubicBezTo>
                  <a:pt x="2348" y="465"/>
                  <a:pt x="2580" y="554"/>
                  <a:pt x="2821" y="652"/>
                </a:cubicBezTo>
                <a:cubicBezTo>
                  <a:pt x="2357" y="438"/>
                  <a:pt x="1875" y="260"/>
                  <a:pt x="1384" y="126"/>
                </a:cubicBezTo>
                <a:cubicBezTo>
                  <a:pt x="1143" y="54"/>
                  <a:pt x="884" y="10"/>
                  <a:pt x="62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122;p2"/>
          <p:cNvSpPr/>
          <p:nvPr/>
        </p:nvSpPr>
        <p:spPr>
          <a:xfrm rot="-7840361">
            <a:off x="8254486" y="1503148"/>
            <a:ext cx="89864" cy="220312"/>
          </a:xfrm>
          <a:custGeom>
            <a:avLst/>
            <a:gdLst/>
            <a:ahLst/>
            <a:cxnLst/>
            <a:rect l="l" t="t" r="r" b="b"/>
            <a:pathLst>
              <a:path w="1116" h="2736" extrusionOk="0">
                <a:moveTo>
                  <a:pt x="402" y="0"/>
                </a:moveTo>
                <a:cubicBezTo>
                  <a:pt x="368" y="0"/>
                  <a:pt x="335" y="5"/>
                  <a:pt x="304" y="14"/>
                </a:cubicBezTo>
                <a:cubicBezTo>
                  <a:pt x="170" y="58"/>
                  <a:pt x="63" y="165"/>
                  <a:pt x="36" y="299"/>
                </a:cubicBezTo>
                <a:cubicBezTo>
                  <a:pt x="0" y="424"/>
                  <a:pt x="0" y="558"/>
                  <a:pt x="36" y="683"/>
                </a:cubicBezTo>
                <a:cubicBezTo>
                  <a:pt x="80" y="942"/>
                  <a:pt x="161" y="1183"/>
                  <a:pt x="277" y="1415"/>
                </a:cubicBezTo>
                <a:cubicBezTo>
                  <a:pt x="482" y="1879"/>
                  <a:pt x="741" y="2316"/>
                  <a:pt x="1026" y="2736"/>
                </a:cubicBezTo>
                <a:cubicBezTo>
                  <a:pt x="893" y="2522"/>
                  <a:pt x="768" y="2299"/>
                  <a:pt x="652" y="2075"/>
                </a:cubicBezTo>
                <a:cubicBezTo>
                  <a:pt x="527" y="1852"/>
                  <a:pt x="411" y="1629"/>
                  <a:pt x="312" y="1388"/>
                </a:cubicBezTo>
                <a:cubicBezTo>
                  <a:pt x="205" y="1165"/>
                  <a:pt x="134" y="924"/>
                  <a:pt x="80" y="674"/>
                </a:cubicBezTo>
                <a:cubicBezTo>
                  <a:pt x="54" y="549"/>
                  <a:pt x="54" y="424"/>
                  <a:pt x="80" y="308"/>
                </a:cubicBezTo>
                <a:cubicBezTo>
                  <a:pt x="107" y="183"/>
                  <a:pt x="196" y="94"/>
                  <a:pt x="321" y="58"/>
                </a:cubicBezTo>
                <a:cubicBezTo>
                  <a:pt x="344" y="53"/>
                  <a:pt x="366" y="51"/>
                  <a:pt x="389" y="51"/>
                </a:cubicBezTo>
                <a:cubicBezTo>
                  <a:pt x="483" y="51"/>
                  <a:pt x="576" y="95"/>
                  <a:pt x="634" y="174"/>
                </a:cubicBezTo>
                <a:cubicBezTo>
                  <a:pt x="714" y="273"/>
                  <a:pt x="777" y="380"/>
                  <a:pt x="821" y="496"/>
                </a:cubicBezTo>
                <a:cubicBezTo>
                  <a:pt x="901" y="728"/>
                  <a:pt x="973" y="978"/>
                  <a:pt x="1009" y="1228"/>
                </a:cubicBezTo>
                <a:cubicBezTo>
                  <a:pt x="1044" y="1477"/>
                  <a:pt x="1071" y="1727"/>
                  <a:pt x="1080" y="1986"/>
                </a:cubicBezTo>
                <a:cubicBezTo>
                  <a:pt x="1098" y="2236"/>
                  <a:pt x="1080" y="2486"/>
                  <a:pt x="1026" y="2736"/>
                </a:cubicBezTo>
                <a:cubicBezTo>
                  <a:pt x="1089" y="2486"/>
                  <a:pt x="1116" y="2227"/>
                  <a:pt x="1107" y="1968"/>
                </a:cubicBezTo>
                <a:cubicBezTo>
                  <a:pt x="1098" y="1718"/>
                  <a:pt x="1080" y="1460"/>
                  <a:pt x="1044" y="1210"/>
                </a:cubicBezTo>
                <a:cubicBezTo>
                  <a:pt x="1009" y="951"/>
                  <a:pt x="946" y="701"/>
                  <a:pt x="857" y="460"/>
                </a:cubicBezTo>
                <a:cubicBezTo>
                  <a:pt x="812" y="344"/>
                  <a:pt x="750" y="228"/>
                  <a:pt x="669" y="130"/>
                </a:cubicBezTo>
                <a:cubicBezTo>
                  <a:pt x="625" y="76"/>
                  <a:pt x="562" y="41"/>
                  <a:pt x="500" y="14"/>
                </a:cubicBezTo>
                <a:cubicBezTo>
                  <a:pt x="469" y="5"/>
                  <a:pt x="435" y="0"/>
                  <a:pt x="40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2"/>
          <p:cNvSpPr/>
          <p:nvPr/>
        </p:nvSpPr>
        <p:spPr>
          <a:xfrm rot="-7840361">
            <a:off x="8319276" y="1557744"/>
            <a:ext cx="227156" cy="70458"/>
          </a:xfrm>
          <a:custGeom>
            <a:avLst/>
            <a:gdLst/>
            <a:ahLst/>
            <a:cxnLst/>
            <a:rect l="l" t="t" r="r" b="b"/>
            <a:pathLst>
              <a:path w="2821" h="875" extrusionOk="0">
                <a:moveTo>
                  <a:pt x="824" y="0"/>
                </a:moveTo>
                <a:cubicBezTo>
                  <a:pt x="739" y="0"/>
                  <a:pt x="655" y="3"/>
                  <a:pt x="572" y="9"/>
                </a:cubicBezTo>
                <a:cubicBezTo>
                  <a:pt x="438" y="18"/>
                  <a:pt x="313" y="54"/>
                  <a:pt x="197" y="116"/>
                </a:cubicBezTo>
                <a:cubicBezTo>
                  <a:pt x="72" y="188"/>
                  <a:pt x="1" y="312"/>
                  <a:pt x="1" y="455"/>
                </a:cubicBezTo>
                <a:cubicBezTo>
                  <a:pt x="1" y="527"/>
                  <a:pt x="19" y="589"/>
                  <a:pt x="63" y="652"/>
                </a:cubicBezTo>
                <a:cubicBezTo>
                  <a:pt x="99" y="705"/>
                  <a:pt x="152" y="741"/>
                  <a:pt x="215" y="777"/>
                </a:cubicBezTo>
                <a:cubicBezTo>
                  <a:pt x="340" y="821"/>
                  <a:pt x="465" y="857"/>
                  <a:pt x="599" y="866"/>
                </a:cubicBezTo>
                <a:cubicBezTo>
                  <a:pt x="682" y="872"/>
                  <a:pt x="766" y="875"/>
                  <a:pt x="851" y="875"/>
                </a:cubicBezTo>
                <a:cubicBezTo>
                  <a:pt x="1020" y="875"/>
                  <a:pt x="1191" y="863"/>
                  <a:pt x="1357" y="839"/>
                </a:cubicBezTo>
                <a:cubicBezTo>
                  <a:pt x="1616" y="803"/>
                  <a:pt x="1866" y="750"/>
                  <a:pt x="2107" y="687"/>
                </a:cubicBezTo>
                <a:cubicBezTo>
                  <a:pt x="2357" y="625"/>
                  <a:pt x="2598" y="527"/>
                  <a:pt x="2821" y="402"/>
                </a:cubicBezTo>
                <a:lnTo>
                  <a:pt x="2821" y="402"/>
                </a:lnTo>
                <a:cubicBezTo>
                  <a:pt x="2589" y="527"/>
                  <a:pt x="2357" y="607"/>
                  <a:pt x="2107" y="661"/>
                </a:cubicBezTo>
                <a:cubicBezTo>
                  <a:pt x="1857" y="723"/>
                  <a:pt x="1607" y="768"/>
                  <a:pt x="1357" y="794"/>
                </a:cubicBezTo>
                <a:cubicBezTo>
                  <a:pt x="1191" y="818"/>
                  <a:pt x="1020" y="830"/>
                  <a:pt x="851" y="830"/>
                </a:cubicBezTo>
                <a:cubicBezTo>
                  <a:pt x="766" y="830"/>
                  <a:pt x="682" y="827"/>
                  <a:pt x="599" y="821"/>
                </a:cubicBezTo>
                <a:cubicBezTo>
                  <a:pt x="474" y="812"/>
                  <a:pt x="358" y="777"/>
                  <a:pt x="242" y="732"/>
                </a:cubicBezTo>
                <a:cubicBezTo>
                  <a:pt x="126" y="687"/>
                  <a:pt x="54" y="571"/>
                  <a:pt x="54" y="455"/>
                </a:cubicBezTo>
                <a:cubicBezTo>
                  <a:pt x="54" y="330"/>
                  <a:pt x="117" y="223"/>
                  <a:pt x="224" y="161"/>
                </a:cubicBezTo>
                <a:cubicBezTo>
                  <a:pt x="331" y="98"/>
                  <a:pt x="447" y="63"/>
                  <a:pt x="572" y="54"/>
                </a:cubicBezTo>
                <a:cubicBezTo>
                  <a:pt x="655" y="48"/>
                  <a:pt x="739" y="45"/>
                  <a:pt x="824" y="45"/>
                </a:cubicBezTo>
                <a:cubicBezTo>
                  <a:pt x="993" y="45"/>
                  <a:pt x="1164" y="57"/>
                  <a:pt x="1331" y="80"/>
                </a:cubicBezTo>
                <a:cubicBezTo>
                  <a:pt x="1580" y="116"/>
                  <a:pt x="1830" y="161"/>
                  <a:pt x="2080" y="214"/>
                </a:cubicBezTo>
                <a:cubicBezTo>
                  <a:pt x="2330" y="268"/>
                  <a:pt x="2571" y="330"/>
                  <a:pt x="2821" y="402"/>
                </a:cubicBezTo>
                <a:cubicBezTo>
                  <a:pt x="2339" y="241"/>
                  <a:pt x="1839" y="116"/>
                  <a:pt x="1339" y="36"/>
                </a:cubicBezTo>
                <a:cubicBezTo>
                  <a:pt x="1167" y="12"/>
                  <a:pt x="994" y="0"/>
                  <a:pt x="82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2"/>
          <p:cNvSpPr/>
          <p:nvPr/>
        </p:nvSpPr>
        <p:spPr>
          <a:xfrm rot="-7840361">
            <a:off x="8236350" y="1391930"/>
            <a:ext cx="105002" cy="213548"/>
          </a:xfrm>
          <a:custGeom>
            <a:avLst/>
            <a:gdLst/>
            <a:ahLst/>
            <a:cxnLst/>
            <a:rect l="l" t="t" r="r" b="b"/>
            <a:pathLst>
              <a:path w="1304" h="2652" extrusionOk="0">
                <a:moveTo>
                  <a:pt x="380" y="0"/>
                </a:moveTo>
                <a:cubicBezTo>
                  <a:pt x="334" y="0"/>
                  <a:pt x="290" y="10"/>
                  <a:pt x="250" y="27"/>
                </a:cubicBezTo>
                <a:cubicBezTo>
                  <a:pt x="125" y="81"/>
                  <a:pt x="36" y="197"/>
                  <a:pt x="18" y="340"/>
                </a:cubicBezTo>
                <a:cubicBezTo>
                  <a:pt x="0" y="465"/>
                  <a:pt x="18" y="599"/>
                  <a:pt x="54" y="723"/>
                </a:cubicBezTo>
                <a:cubicBezTo>
                  <a:pt x="134" y="964"/>
                  <a:pt x="241" y="1205"/>
                  <a:pt x="375" y="1420"/>
                </a:cubicBezTo>
                <a:cubicBezTo>
                  <a:pt x="634" y="1857"/>
                  <a:pt x="937" y="2267"/>
                  <a:pt x="1267" y="2651"/>
                </a:cubicBezTo>
                <a:cubicBezTo>
                  <a:pt x="1107" y="2455"/>
                  <a:pt x="955" y="2250"/>
                  <a:pt x="812" y="2044"/>
                </a:cubicBezTo>
                <a:cubicBezTo>
                  <a:pt x="669" y="1830"/>
                  <a:pt x="527" y="1625"/>
                  <a:pt x="402" y="1402"/>
                </a:cubicBezTo>
                <a:cubicBezTo>
                  <a:pt x="277" y="1179"/>
                  <a:pt x="170" y="956"/>
                  <a:pt x="98" y="706"/>
                </a:cubicBezTo>
                <a:cubicBezTo>
                  <a:pt x="54" y="590"/>
                  <a:pt x="45" y="465"/>
                  <a:pt x="54" y="349"/>
                </a:cubicBezTo>
                <a:cubicBezTo>
                  <a:pt x="71" y="224"/>
                  <a:pt x="152" y="125"/>
                  <a:pt x="268" y="72"/>
                </a:cubicBezTo>
                <a:cubicBezTo>
                  <a:pt x="299" y="59"/>
                  <a:pt x="333" y="53"/>
                  <a:pt x="366" y="53"/>
                </a:cubicBezTo>
                <a:cubicBezTo>
                  <a:pt x="449" y="53"/>
                  <a:pt x="532" y="89"/>
                  <a:pt x="589" y="152"/>
                </a:cubicBezTo>
                <a:cubicBezTo>
                  <a:pt x="678" y="233"/>
                  <a:pt x="759" y="331"/>
                  <a:pt x="812" y="447"/>
                </a:cubicBezTo>
                <a:cubicBezTo>
                  <a:pt x="928" y="670"/>
                  <a:pt x="1018" y="911"/>
                  <a:pt x="1080" y="1152"/>
                </a:cubicBezTo>
                <a:cubicBezTo>
                  <a:pt x="1142" y="1402"/>
                  <a:pt x="1196" y="1643"/>
                  <a:pt x="1232" y="1902"/>
                </a:cubicBezTo>
                <a:cubicBezTo>
                  <a:pt x="1285" y="2143"/>
                  <a:pt x="1294" y="2401"/>
                  <a:pt x="1267" y="2651"/>
                </a:cubicBezTo>
                <a:cubicBezTo>
                  <a:pt x="1303" y="2401"/>
                  <a:pt x="1303" y="2143"/>
                  <a:pt x="1267" y="1893"/>
                </a:cubicBezTo>
                <a:cubicBezTo>
                  <a:pt x="1232" y="1643"/>
                  <a:pt x="1187" y="1393"/>
                  <a:pt x="1125" y="1143"/>
                </a:cubicBezTo>
                <a:cubicBezTo>
                  <a:pt x="1062" y="893"/>
                  <a:pt x="973" y="652"/>
                  <a:pt x="857" y="420"/>
                </a:cubicBezTo>
                <a:cubicBezTo>
                  <a:pt x="803" y="304"/>
                  <a:pt x="723" y="197"/>
                  <a:pt x="625" y="108"/>
                </a:cubicBezTo>
                <a:cubicBezTo>
                  <a:pt x="580" y="63"/>
                  <a:pt x="518" y="27"/>
                  <a:pt x="455" y="9"/>
                </a:cubicBezTo>
                <a:cubicBezTo>
                  <a:pt x="430" y="3"/>
                  <a:pt x="405" y="0"/>
                  <a:pt x="38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 name="Google Shape;125;p2"/>
          <p:cNvSpPr/>
          <p:nvPr/>
        </p:nvSpPr>
        <p:spPr>
          <a:xfrm rot="-7840361">
            <a:off x="8309874" y="1423063"/>
            <a:ext cx="226431" cy="71344"/>
          </a:xfrm>
          <a:custGeom>
            <a:avLst/>
            <a:gdLst/>
            <a:ahLst/>
            <a:cxnLst/>
            <a:rect l="l" t="t" r="r" b="b"/>
            <a:pathLst>
              <a:path w="2812" h="886" extrusionOk="0">
                <a:moveTo>
                  <a:pt x="9" y="493"/>
                </a:moveTo>
                <a:cubicBezTo>
                  <a:pt x="0" y="555"/>
                  <a:pt x="18" y="618"/>
                  <a:pt x="54" y="680"/>
                </a:cubicBezTo>
                <a:cubicBezTo>
                  <a:pt x="18" y="618"/>
                  <a:pt x="9" y="555"/>
                  <a:pt x="9" y="493"/>
                </a:cubicBezTo>
                <a:close/>
                <a:moveTo>
                  <a:pt x="1202" y="0"/>
                </a:moveTo>
                <a:cubicBezTo>
                  <a:pt x="979" y="0"/>
                  <a:pt x="763" y="24"/>
                  <a:pt x="554" y="55"/>
                </a:cubicBezTo>
                <a:cubicBezTo>
                  <a:pt x="429" y="82"/>
                  <a:pt x="313" y="127"/>
                  <a:pt x="206" y="189"/>
                </a:cubicBezTo>
                <a:lnTo>
                  <a:pt x="206" y="189"/>
                </a:lnTo>
                <a:cubicBezTo>
                  <a:pt x="313" y="127"/>
                  <a:pt x="429" y="82"/>
                  <a:pt x="554" y="64"/>
                </a:cubicBezTo>
                <a:cubicBezTo>
                  <a:pt x="737" y="38"/>
                  <a:pt x="920" y="22"/>
                  <a:pt x="1099" y="22"/>
                </a:cubicBezTo>
                <a:cubicBezTo>
                  <a:pt x="1165" y="22"/>
                  <a:pt x="1230" y="24"/>
                  <a:pt x="1294" y="29"/>
                </a:cubicBezTo>
                <a:cubicBezTo>
                  <a:pt x="1544" y="37"/>
                  <a:pt x="1794" y="64"/>
                  <a:pt x="2044" y="100"/>
                </a:cubicBezTo>
                <a:cubicBezTo>
                  <a:pt x="2267" y="125"/>
                  <a:pt x="2496" y="165"/>
                  <a:pt x="2720" y="206"/>
                </a:cubicBezTo>
                <a:lnTo>
                  <a:pt x="2720" y="206"/>
                </a:lnTo>
                <a:cubicBezTo>
                  <a:pt x="2628" y="270"/>
                  <a:pt x="2536" y="322"/>
                  <a:pt x="2437" y="368"/>
                </a:cubicBezTo>
                <a:cubicBezTo>
                  <a:pt x="2321" y="430"/>
                  <a:pt x="2205" y="475"/>
                  <a:pt x="2080" y="519"/>
                </a:cubicBezTo>
                <a:cubicBezTo>
                  <a:pt x="1839" y="618"/>
                  <a:pt x="1598" y="698"/>
                  <a:pt x="1339" y="760"/>
                </a:cubicBezTo>
                <a:cubicBezTo>
                  <a:pt x="1089" y="823"/>
                  <a:pt x="839" y="867"/>
                  <a:pt x="580" y="867"/>
                </a:cubicBezTo>
                <a:cubicBezTo>
                  <a:pt x="563" y="869"/>
                  <a:pt x="546" y="869"/>
                  <a:pt x="529" y="869"/>
                </a:cubicBezTo>
                <a:cubicBezTo>
                  <a:pt x="414" y="869"/>
                  <a:pt x="306" y="844"/>
                  <a:pt x="197" y="805"/>
                </a:cubicBezTo>
                <a:lnTo>
                  <a:pt x="197" y="805"/>
                </a:lnTo>
                <a:cubicBezTo>
                  <a:pt x="313" y="859"/>
                  <a:pt x="447" y="885"/>
                  <a:pt x="580" y="885"/>
                </a:cubicBezTo>
                <a:cubicBezTo>
                  <a:pt x="839" y="885"/>
                  <a:pt x="1098" y="850"/>
                  <a:pt x="1348" y="787"/>
                </a:cubicBezTo>
                <a:cubicBezTo>
                  <a:pt x="1607" y="734"/>
                  <a:pt x="1857" y="662"/>
                  <a:pt x="2098" y="564"/>
                </a:cubicBezTo>
                <a:cubicBezTo>
                  <a:pt x="2223" y="519"/>
                  <a:pt x="2348" y="475"/>
                  <a:pt x="2455" y="412"/>
                </a:cubicBezTo>
                <a:cubicBezTo>
                  <a:pt x="2580" y="368"/>
                  <a:pt x="2696" y="296"/>
                  <a:pt x="2803" y="216"/>
                </a:cubicBezTo>
                <a:cubicBezTo>
                  <a:pt x="2803" y="207"/>
                  <a:pt x="2803" y="207"/>
                  <a:pt x="2812" y="198"/>
                </a:cubicBezTo>
                <a:cubicBezTo>
                  <a:pt x="2812" y="189"/>
                  <a:pt x="2803" y="171"/>
                  <a:pt x="2785" y="171"/>
                </a:cubicBezTo>
                <a:cubicBezTo>
                  <a:pt x="2294" y="73"/>
                  <a:pt x="1794" y="20"/>
                  <a:pt x="1303" y="2"/>
                </a:cubicBezTo>
                <a:cubicBezTo>
                  <a:pt x="1269" y="1"/>
                  <a:pt x="1236" y="0"/>
                  <a:pt x="120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 name="Google Shape;126;p2"/>
          <p:cNvSpPr/>
          <p:nvPr/>
        </p:nvSpPr>
        <p:spPr>
          <a:xfrm rot="-7840361">
            <a:off x="8090195" y="1432194"/>
            <a:ext cx="481046" cy="382083"/>
          </a:xfrm>
          <a:custGeom>
            <a:avLst/>
            <a:gdLst/>
            <a:ahLst/>
            <a:cxnLst/>
            <a:rect l="l" t="t" r="r" b="b"/>
            <a:pathLst>
              <a:path w="5974" h="4745" extrusionOk="0">
                <a:moveTo>
                  <a:pt x="1250" y="0"/>
                </a:moveTo>
                <a:lnTo>
                  <a:pt x="1250" y="0"/>
                </a:lnTo>
                <a:cubicBezTo>
                  <a:pt x="1232" y="286"/>
                  <a:pt x="1241" y="572"/>
                  <a:pt x="1277" y="857"/>
                </a:cubicBezTo>
                <a:cubicBezTo>
                  <a:pt x="1312" y="1063"/>
                  <a:pt x="1357" y="1277"/>
                  <a:pt x="1402" y="1482"/>
                </a:cubicBezTo>
                <a:cubicBezTo>
                  <a:pt x="1011" y="1074"/>
                  <a:pt x="199" y="195"/>
                  <a:pt x="187" y="195"/>
                </a:cubicBezTo>
                <a:lnTo>
                  <a:pt x="187" y="195"/>
                </a:lnTo>
                <a:cubicBezTo>
                  <a:pt x="187" y="195"/>
                  <a:pt x="187" y="195"/>
                  <a:pt x="188" y="197"/>
                </a:cubicBezTo>
                <a:cubicBezTo>
                  <a:pt x="554" y="697"/>
                  <a:pt x="955" y="1170"/>
                  <a:pt x="1393" y="1607"/>
                </a:cubicBezTo>
                <a:cubicBezTo>
                  <a:pt x="1339" y="1617"/>
                  <a:pt x="1284" y="1621"/>
                  <a:pt x="1227" y="1621"/>
                </a:cubicBezTo>
                <a:cubicBezTo>
                  <a:pt x="1031" y="1621"/>
                  <a:pt x="825" y="1570"/>
                  <a:pt x="652" y="1536"/>
                </a:cubicBezTo>
                <a:cubicBezTo>
                  <a:pt x="496" y="1498"/>
                  <a:pt x="116" y="1449"/>
                  <a:pt x="25" y="1449"/>
                </a:cubicBezTo>
                <a:cubicBezTo>
                  <a:pt x="7" y="1449"/>
                  <a:pt x="0" y="1451"/>
                  <a:pt x="9" y="1455"/>
                </a:cubicBezTo>
                <a:cubicBezTo>
                  <a:pt x="215" y="1536"/>
                  <a:pt x="429" y="1589"/>
                  <a:pt x="643" y="1625"/>
                </a:cubicBezTo>
                <a:cubicBezTo>
                  <a:pt x="819" y="1669"/>
                  <a:pt x="1030" y="1717"/>
                  <a:pt x="1230" y="1717"/>
                </a:cubicBezTo>
                <a:cubicBezTo>
                  <a:pt x="1314" y="1717"/>
                  <a:pt x="1396" y="1709"/>
                  <a:pt x="1473" y="1687"/>
                </a:cubicBezTo>
                <a:cubicBezTo>
                  <a:pt x="1768" y="1991"/>
                  <a:pt x="2080" y="2267"/>
                  <a:pt x="2401" y="2544"/>
                </a:cubicBezTo>
                <a:cubicBezTo>
                  <a:pt x="2169" y="2544"/>
                  <a:pt x="1946" y="2517"/>
                  <a:pt x="1723" y="2455"/>
                </a:cubicBezTo>
                <a:cubicBezTo>
                  <a:pt x="1560" y="2425"/>
                  <a:pt x="1180" y="2377"/>
                  <a:pt x="1093" y="2377"/>
                </a:cubicBezTo>
                <a:cubicBezTo>
                  <a:pt x="1075" y="2377"/>
                  <a:pt x="1070" y="2379"/>
                  <a:pt x="1080" y="2383"/>
                </a:cubicBezTo>
                <a:cubicBezTo>
                  <a:pt x="1286" y="2464"/>
                  <a:pt x="1491" y="2517"/>
                  <a:pt x="1705" y="2553"/>
                </a:cubicBezTo>
                <a:cubicBezTo>
                  <a:pt x="1886" y="2593"/>
                  <a:pt x="2097" y="2643"/>
                  <a:pt x="2300" y="2643"/>
                </a:cubicBezTo>
                <a:cubicBezTo>
                  <a:pt x="2368" y="2643"/>
                  <a:pt x="2435" y="2638"/>
                  <a:pt x="2499" y="2624"/>
                </a:cubicBezTo>
                <a:cubicBezTo>
                  <a:pt x="2874" y="2928"/>
                  <a:pt x="3258" y="3222"/>
                  <a:pt x="3660" y="3499"/>
                </a:cubicBezTo>
                <a:cubicBezTo>
                  <a:pt x="3586" y="3518"/>
                  <a:pt x="3507" y="3526"/>
                  <a:pt x="3427" y="3526"/>
                </a:cubicBezTo>
                <a:cubicBezTo>
                  <a:pt x="3247" y="3526"/>
                  <a:pt x="3059" y="3488"/>
                  <a:pt x="2892" y="3463"/>
                </a:cubicBezTo>
                <a:cubicBezTo>
                  <a:pt x="2739" y="3436"/>
                  <a:pt x="2401" y="3413"/>
                  <a:pt x="2285" y="3413"/>
                </a:cubicBezTo>
                <a:cubicBezTo>
                  <a:pt x="2253" y="3413"/>
                  <a:pt x="2238" y="3415"/>
                  <a:pt x="2249" y="3419"/>
                </a:cubicBezTo>
                <a:cubicBezTo>
                  <a:pt x="2455" y="3490"/>
                  <a:pt x="2669" y="3535"/>
                  <a:pt x="2883" y="3562"/>
                </a:cubicBezTo>
                <a:cubicBezTo>
                  <a:pt x="3046" y="3589"/>
                  <a:pt x="3236" y="3623"/>
                  <a:pt x="3420" y="3623"/>
                </a:cubicBezTo>
                <a:cubicBezTo>
                  <a:pt x="3538" y="3623"/>
                  <a:pt x="3653" y="3609"/>
                  <a:pt x="3758" y="3570"/>
                </a:cubicBezTo>
                <a:lnTo>
                  <a:pt x="3874" y="3651"/>
                </a:lnTo>
                <a:cubicBezTo>
                  <a:pt x="4222" y="3874"/>
                  <a:pt x="4579" y="4097"/>
                  <a:pt x="4945" y="4293"/>
                </a:cubicBezTo>
                <a:cubicBezTo>
                  <a:pt x="4731" y="4356"/>
                  <a:pt x="4499" y="4383"/>
                  <a:pt x="4275" y="4383"/>
                </a:cubicBezTo>
                <a:cubicBezTo>
                  <a:pt x="4079" y="4392"/>
                  <a:pt x="3570" y="4463"/>
                  <a:pt x="3633" y="4472"/>
                </a:cubicBezTo>
                <a:cubicBezTo>
                  <a:pt x="3751" y="4487"/>
                  <a:pt x="3871" y="4493"/>
                  <a:pt x="3992" y="4493"/>
                </a:cubicBezTo>
                <a:cubicBezTo>
                  <a:pt x="4090" y="4493"/>
                  <a:pt x="4188" y="4489"/>
                  <a:pt x="4284" y="4481"/>
                </a:cubicBezTo>
                <a:cubicBezTo>
                  <a:pt x="4525" y="4472"/>
                  <a:pt x="4829" y="4463"/>
                  <a:pt x="5061" y="4356"/>
                </a:cubicBezTo>
                <a:cubicBezTo>
                  <a:pt x="5329" y="4499"/>
                  <a:pt x="5605" y="4624"/>
                  <a:pt x="5882" y="4740"/>
                </a:cubicBezTo>
                <a:cubicBezTo>
                  <a:pt x="5890" y="4743"/>
                  <a:pt x="5898" y="4745"/>
                  <a:pt x="5905" y="4745"/>
                </a:cubicBezTo>
                <a:cubicBezTo>
                  <a:pt x="5952" y="4745"/>
                  <a:pt x="5973" y="4674"/>
                  <a:pt x="5927" y="4650"/>
                </a:cubicBezTo>
                <a:cubicBezTo>
                  <a:pt x="5668" y="4543"/>
                  <a:pt x="5409" y="4427"/>
                  <a:pt x="5159" y="4293"/>
                </a:cubicBezTo>
                <a:cubicBezTo>
                  <a:pt x="5168" y="4276"/>
                  <a:pt x="5168" y="4258"/>
                  <a:pt x="5159" y="4240"/>
                </a:cubicBezTo>
                <a:cubicBezTo>
                  <a:pt x="5016" y="3981"/>
                  <a:pt x="4882" y="3704"/>
                  <a:pt x="4757" y="3437"/>
                </a:cubicBezTo>
                <a:cubicBezTo>
                  <a:pt x="4650" y="3213"/>
                  <a:pt x="4561" y="2981"/>
                  <a:pt x="4472" y="2740"/>
                </a:cubicBezTo>
                <a:lnTo>
                  <a:pt x="4472" y="2740"/>
                </a:lnTo>
                <a:cubicBezTo>
                  <a:pt x="4516" y="2999"/>
                  <a:pt x="4588" y="3258"/>
                  <a:pt x="4686" y="3499"/>
                </a:cubicBezTo>
                <a:cubicBezTo>
                  <a:pt x="4793" y="3749"/>
                  <a:pt x="4918" y="3990"/>
                  <a:pt x="5043" y="4231"/>
                </a:cubicBezTo>
                <a:cubicBezTo>
                  <a:pt x="4695" y="4035"/>
                  <a:pt x="4347" y="3829"/>
                  <a:pt x="4017" y="3615"/>
                </a:cubicBezTo>
                <a:cubicBezTo>
                  <a:pt x="3936" y="3562"/>
                  <a:pt x="3856" y="3508"/>
                  <a:pt x="3776" y="3454"/>
                </a:cubicBezTo>
                <a:cubicBezTo>
                  <a:pt x="3704" y="3187"/>
                  <a:pt x="3624" y="2910"/>
                  <a:pt x="3561" y="2642"/>
                </a:cubicBezTo>
                <a:cubicBezTo>
                  <a:pt x="3508" y="2392"/>
                  <a:pt x="3419" y="2098"/>
                  <a:pt x="3383" y="1848"/>
                </a:cubicBezTo>
                <a:lnTo>
                  <a:pt x="3383" y="1848"/>
                </a:lnTo>
                <a:cubicBezTo>
                  <a:pt x="3401" y="2116"/>
                  <a:pt x="3437" y="2383"/>
                  <a:pt x="3481" y="2642"/>
                </a:cubicBezTo>
                <a:cubicBezTo>
                  <a:pt x="3535" y="2865"/>
                  <a:pt x="3588" y="3151"/>
                  <a:pt x="3651" y="3374"/>
                </a:cubicBezTo>
                <a:cubicBezTo>
                  <a:pt x="3294" y="3124"/>
                  <a:pt x="2946" y="2865"/>
                  <a:pt x="2606" y="2589"/>
                </a:cubicBezTo>
                <a:cubicBezTo>
                  <a:pt x="2615" y="2571"/>
                  <a:pt x="2615" y="2553"/>
                  <a:pt x="2606" y="2544"/>
                </a:cubicBezTo>
                <a:cubicBezTo>
                  <a:pt x="2544" y="2259"/>
                  <a:pt x="2473" y="1964"/>
                  <a:pt x="2428" y="1678"/>
                </a:cubicBezTo>
                <a:cubicBezTo>
                  <a:pt x="2383" y="1428"/>
                  <a:pt x="2339" y="1179"/>
                  <a:pt x="2321" y="920"/>
                </a:cubicBezTo>
                <a:cubicBezTo>
                  <a:pt x="2294" y="1179"/>
                  <a:pt x="2294" y="1428"/>
                  <a:pt x="2321" y="1678"/>
                </a:cubicBezTo>
                <a:cubicBezTo>
                  <a:pt x="2374" y="1955"/>
                  <a:pt x="2437" y="2232"/>
                  <a:pt x="2490" y="2499"/>
                </a:cubicBezTo>
                <a:cubicBezTo>
                  <a:pt x="2160" y="2223"/>
                  <a:pt x="1839" y="1928"/>
                  <a:pt x="1536" y="1616"/>
                </a:cubicBezTo>
                <a:cubicBezTo>
                  <a:pt x="1464" y="1312"/>
                  <a:pt x="1393" y="1000"/>
                  <a:pt x="1339" y="679"/>
                </a:cubicBezTo>
                <a:cubicBezTo>
                  <a:pt x="1303" y="456"/>
                  <a:pt x="1268" y="224"/>
                  <a:pt x="125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127;p2"/>
          <p:cNvSpPr/>
          <p:nvPr/>
        </p:nvSpPr>
        <p:spPr>
          <a:xfrm rot="-7840361">
            <a:off x="8221829" y="1575605"/>
            <a:ext cx="97836" cy="150256"/>
          </a:xfrm>
          <a:custGeom>
            <a:avLst/>
            <a:gdLst/>
            <a:ahLst/>
            <a:cxnLst/>
            <a:rect l="l" t="t" r="r" b="b"/>
            <a:pathLst>
              <a:path w="1215" h="1866" extrusionOk="0">
                <a:moveTo>
                  <a:pt x="420" y="205"/>
                </a:moveTo>
                <a:cubicBezTo>
                  <a:pt x="0" y="402"/>
                  <a:pt x="277" y="1187"/>
                  <a:pt x="607" y="1865"/>
                </a:cubicBezTo>
                <a:cubicBezTo>
                  <a:pt x="822" y="1749"/>
                  <a:pt x="1027" y="1615"/>
                  <a:pt x="1214" y="1455"/>
                </a:cubicBezTo>
                <a:cubicBezTo>
                  <a:pt x="1107" y="705"/>
                  <a:pt x="857" y="0"/>
                  <a:pt x="420" y="205"/>
                </a:cubicBezTo>
                <a:close/>
              </a:path>
            </a:pathLst>
          </a:custGeom>
          <a:gradFill>
            <a:gsLst>
              <a:gs pos="0">
                <a:srgbClr val="FFFFFF">
                  <a:alpha val="0"/>
                </a:srgbClr>
              </a:gs>
              <a:gs pos="100000">
                <a:srgbClr val="FFFFFF">
                  <a:alpha val="2196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28;p2"/>
          <p:cNvSpPr/>
          <p:nvPr/>
        </p:nvSpPr>
        <p:spPr>
          <a:xfrm rot="-7840361">
            <a:off x="8184317" y="1663296"/>
            <a:ext cx="306955" cy="351484"/>
          </a:xfrm>
          <a:custGeom>
            <a:avLst/>
            <a:gdLst/>
            <a:ahLst/>
            <a:cxnLst/>
            <a:rect l="l" t="t" r="r" b="b"/>
            <a:pathLst>
              <a:path w="3812" h="4365" extrusionOk="0">
                <a:moveTo>
                  <a:pt x="1" y="2579"/>
                </a:moveTo>
                <a:cubicBezTo>
                  <a:pt x="108" y="2865"/>
                  <a:pt x="269" y="3124"/>
                  <a:pt x="465" y="3356"/>
                </a:cubicBezTo>
                <a:cubicBezTo>
                  <a:pt x="1125" y="3454"/>
                  <a:pt x="2071" y="3338"/>
                  <a:pt x="2455" y="3186"/>
                </a:cubicBezTo>
                <a:lnTo>
                  <a:pt x="2482" y="3186"/>
                </a:lnTo>
                <a:cubicBezTo>
                  <a:pt x="2777" y="3481"/>
                  <a:pt x="3089" y="3766"/>
                  <a:pt x="3410" y="4034"/>
                </a:cubicBezTo>
                <a:lnTo>
                  <a:pt x="3383" y="4034"/>
                </a:lnTo>
                <a:cubicBezTo>
                  <a:pt x="2794" y="3793"/>
                  <a:pt x="1134" y="3168"/>
                  <a:pt x="849" y="3731"/>
                </a:cubicBezTo>
                <a:cubicBezTo>
                  <a:pt x="1295" y="4088"/>
                  <a:pt x="1839" y="4302"/>
                  <a:pt x="2411" y="4364"/>
                </a:cubicBezTo>
                <a:cubicBezTo>
                  <a:pt x="2884" y="4329"/>
                  <a:pt x="3330" y="4239"/>
                  <a:pt x="3544" y="4150"/>
                </a:cubicBezTo>
                <a:cubicBezTo>
                  <a:pt x="3580" y="4177"/>
                  <a:pt x="3615" y="4204"/>
                  <a:pt x="3660" y="4239"/>
                </a:cubicBezTo>
                <a:lnTo>
                  <a:pt x="3767" y="4204"/>
                </a:lnTo>
                <a:cubicBezTo>
                  <a:pt x="3714" y="4159"/>
                  <a:pt x="3660" y="4123"/>
                  <a:pt x="3607" y="4079"/>
                </a:cubicBezTo>
                <a:cubicBezTo>
                  <a:pt x="3615" y="4061"/>
                  <a:pt x="3615" y="4052"/>
                  <a:pt x="3607" y="4034"/>
                </a:cubicBezTo>
                <a:cubicBezTo>
                  <a:pt x="3598" y="4007"/>
                  <a:pt x="3598" y="3981"/>
                  <a:pt x="3589" y="3954"/>
                </a:cubicBezTo>
                <a:cubicBezTo>
                  <a:pt x="3785" y="3222"/>
                  <a:pt x="3812" y="1107"/>
                  <a:pt x="3062" y="1357"/>
                </a:cubicBezTo>
                <a:cubicBezTo>
                  <a:pt x="2375" y="1589"/>
                  <a:pt x="3205" y="3436"/>
                  <a:pt x="3464" y="3963"/>
                </a:cubicBezTo>
                <a:cubicBezTo>
                  <a:pt x="3142" y="3695"/>
                  <a:pt x="2839" y="3400"/>
                  <a:pt x="2545" y="3115"/>
                </a:cubicBezTo>
                <a:lnTo>
                  <a:pt x="2527" y="3052"/>
                </a:lnTo>
                <a:cubicBezTo>
                  <a:pt x="2750" y="2401"/>
                  <a:pt x="2803" y="116"/>
                  <a:pt x="2027" y="384"/>
                </a:cubicBezTo>
                <a:cubicBezTo>
                  <a:pt x="1357" y="607"/>
                  <a:pt x="2125" y="2356"/>
                  <a:pt x="2402" y="2936"/>
                </a:cubicBezTo>
                <a:cubicBezTo>
                  <a:pt x="2402" y="2954"/>
                  <a:pt x="2402" y="2963"/>
                  <a:pt x="2411" y="2981"/>
                </a:cubicBezTo>
                <a:cubicBezTo>
                  <a:pt x="2259" y="2820"/>
                  <a:pt x="2036" y="2579"/>
                  <a:pt x="1822" y="2356"/>
                </a:cubicBezTo>
                <a:cubicBezTo>
                  <a:pt x="1670" y="1678"/>
                  <a:pt x="795" y="0"/>
                  <a:pt x="242" y="223"/>
                </a:cubicBezTo>
                <a:cubicBezTo>
                  <a:pt x="162" y="357"/>
                  <a:pt x="90" y="500"/>
                  <a:pt x="37" y="643"/>
                </a:cubicBezTo>
                <a:cubicBezTo>
                  <a:pt x="162" y="1366"/>
                  <a:pt x="1848" y="2499"/>
                  <a:pt x="1848" y="2499"/>
                </a:cubicBezTo>
                <a:lnTo>
                  <a:pt x="1848" y="2499"/>
                </a:lnTo>
                <a:cubicBezTo>
                  <a:pt x="2018" y="2695"/>
                  <a:pt x="2188" y="2892"/>
                  <a:pt x="2375" y="3079"/>
                </a:cubicBezTo>
                <a:cubicBezTo>
                  <a:pt x="1902" y="2874"/>
                  <a:pt x="554" y="2347"/>
                  <a:pt x="1" y="2579"/>
                </a:cubicBezTo>
                <a:close/>
              </a:path>
            </a:pathLst>
          </a:custGeom>
          <a:gradFill>
            <a:gsLst>
              <a:gs pos="0">
                <a:srgbClr val="FFFFFF">
                  <a:alpha val="0"/>
                </a:srgbClr>
              </a:gs>
              <a:gs pos="100000">
                <a:srgbClr val="FFFFFF">
                  <a:alpha val="2196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129;p2"/>
          <p:cNvSpPr/>
          <p:nvPr/>
        </p:nvSpPr>
        <p:spPr>
          <a:xfrm rot="-7840361">
            <a:off x="8230369" y="1570044"/>
            <a:ext cx="28103" cy="29552"/>
          </a:xfrm>
          <a:custGeom>
            <a:avLst/>
            <a:gdLst/>
            <a:ahLst/>
            <a:cxnLst/>
            <a:rect l="l" t="t" r="r" b="b"/>
            <a:pathLst>
              <a:path w="349" h="367" extrusionOk="0">
                <a:moveTo>
                  <a:pt x="179" y="54"/>
                </a:moveTo>
                <a:cubicBezTo>
                  <a:pt x="72" y="116"/>
                  <a:pt x="1" y="241"/>
                  <a:pt x="1" y="366"/>
                </a:cubicBezTo>
                <a:cubicBezTo>
                  <a:pt x="126" y="250"/>
                  <a:pt x="242" y="134"/>
                  <a:pt x="349" y="0"/>
                </a:cubicBezTo>
                <a:cubicBezTo>
                  <a:pt x="286" y="0"/>
                  <a:pt x="224" y="18"/>
                  <a:pt x="179" y="54"/>
                </a:cubicBezTo>
                <a:close/>
              </a:path>
            </a:pathLst>
          </a:custGeom>
          <a:gradFill>
            <a:gsLst>
              <a:gs pos="0">
                <a:srgbClr val="FFFFFF">
                  <a:alpha val="0"/>
                </a:srgbClr>
              </a:gs>
              <a:gs pos="100000">
                <a:srgbClr val="FFFFFF">
                  <a:alpha val="2196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130;p2"/>
          <p:cNvSpPr/>
          <p:nvPr/>
        </p:nvSpPr>
        <p:spPr>
          <a:xfrm rot="-3422581">
            <a:off x="8076770" y="2481498"/>
            <a:ext cx="247861" cy="226418"/>
          </a:xfrm>
          <a:custGeom>
            <a:avLst/>
            <a:gdLst/>
            <a:ahLst/>
            <a:cxnLst/>
            <a:rect l="l" t="t" r="r" b="b"/>
            <a:pathLst>
              <a:path w="4196" h="3833" extrusionOk="0">
                <a:moveTo>
                  <a:pt x="1187" y="1"/>
                </a:moveTo>
                <a:cubicBezTo>
                  <a:pt x="1184" y="1"/>
                  <a:pt x="1181" y="1"/>
                  <a:pt x="1178" y="1"/>
                </a:cubicBezTo>
                <a:cubicBezTo>
                  <a:pt x="1000" y="10"/>
                  <a:pt x="813" y="206"/>
                  <a:pt x="813" y="206"/>
                </a:cubicBezTo>
                <a:cubicBezTo>
                  <a:pt x="754" y="86"/>
                  <a:pt x="689" y="49"/>
                  <a:pt x="631" y="49"/>
                </a:cubicBezTo>
                <a:cubicBezTo>
                  <a:pt x="539" y="49"/>
                  <a:pt x="464" y="144"/>
                  <a:pt x="464" y="144"/>
                </a:cubicBezTo>
                <a:cubicBezTo>
                  <a:pt x="464" y="144"/>
                  <a:pt x="330" y="79"/>
                  <a:pt x="218" y="79"/>
                </a:cubicBezTo>
                <a:cubicBezTo>
                  <a:pt x="170" y="79"/>
                  <a:pt x="125" y="91"/>
                  <a:pt x="99" y="126"/>
                </a:cubicBezTo>
                <a:cubicBezTo>
                  <a:pt x="0" y="233"/>
                  <a:pt x="223" y="527"/>
                  <a:pt x="223" y="527"/>
                </a:cubicBezTo>
                <a:cubicBezTo>
                  <a:pt x="152" y="581"/>
                  <a:pt x="99" y="661"/>
                  <a:pt x="81" y="751"/>
                </a:cubicBezTo>
                <a:cubicBezTo>
                  <a:pt x="45" y="911"/>
                  <a:pt x="295" y="1143"/>
                  <a:pt x="295" y="1143"/>
                </a:cubicBezTo>
                <a:cubicBezTo>
                  <a:pt x="295" y="1143"/>
                  <a:pt x="81" y="1233"/>
                  <a:pt x="90" y="1402"/>
                </a:cubicBezTo>
                <a:cubicBezTo>
                  <a:pt x="99" y="1563"/>
                  <a:pt x="384" y="1643"/>
                  <a:pt x="384" y="1643"/>
                </a:cubicBezTo>
                <a:cubicBezTo>
                  <a:pt x="384" y="1643"/>
                  <a:pt x="188" y="1902"/>
                  <a:pt x="339" y="2098"/>
                </a:cubicBezTo>
                <a:cubicBezTo>
                  <a:pt x="476" y="2273"/>
                  <a:pt x="710" y="2286"/>
                  <a:pt x="777" y="2286"/>
                </a:cubicBezTo>
                <a:cubicBezTo>
                  <a:pt x="788" y="2286"/>
                  <a:pt x="795" y="2286"/>
                  <a:pt x="795" y="2286"/>
                </a:cubicBezTo>
                <a:lnTo>
                  <a:pt x="795" y="2286"/>
                </a:lnTo>
                <a:cubicBezTo>
                  <a:pt x="795" y="2286"/>
                  <a:pt x="643" y="2411"/>
                  <a:pt x="795" y="2678"/>
                </a:cubicBezTo>
                <a:cubicBezTo>
                  <a:pt x="946" y="2946"/>
                  <a:pt x="1312" y="2946"/>
                  <a:pt x="1312" y="2946"/>
                </a:cubicBezTo>
                <a:cubicBezTo>
                  <a:pt x="1205" y="3026"/>
                  <a:pt x="1187" y="3187"/>
                  <a:pt x="1277" y="3294"/>
                </a:cubicBezTo>
                <a:cubicBezTo>
                  <a:pt x="1384" y="3455"/>
                  <a:pt x="1687" y="3475"/>
                  <a:pt x="1831" y="3475"/>
                </a:cubicBezTo>
                <a:cubicBezTo>
                  <a:pt x="1880" y="3475"/>
                  <a:pt x="1910" y="3473"/>
                  <a:pt x="1910" y="3473"/>
                </a:cubicBezTo>
                <a:lnTo>
                  <a:pt x="1910" y="3473"/>
                </a:lnTo>
                <a:cubicBezTo>
                  <a:pt x="1872" y="3648"/>
                  <a:pt x="2094" y="3682"/>
                  <a:pt x="2270" y="3682"/>
                </a:cubicBezTo>
                <a:cubicBezTo>
                  <a:pt x="2380" y="3682"/>
                  <a:pt x="2473" y="3669"/>
                  <a:pt x="2473" y="3669"/>
                </a:cubicBezTo>
                <a:lnTo>
                  <a:pt x="2473" y="3669"/>
                </a:lnTo>
                <a:cubicBezTo>
                  <a:pt x="2427" y="3755"/>
                  <a:pt x="2439" y="3833"/>
                  <a:pt x="2584" y="3833"/>
                </a:cubicBezTo>
                <a:cubicBezTo>
                  <a:pt x="2694" y="3833"/>
                  <a:pt x="2881" y="3788"/>
                  <a:pt x="3178" y="3669"/>
                </a:cubicBezTo>
                <a:cubicBezTo>
                  <a:pt x="3539" y="3524"/>
                  <a:pt x="3801" y="3489"/>
                  <a:pt x="3969" y="3489"/>
                </a:cubicBezTo>
                <a:cubicBezTo>
                  <a:pt x="4121" y="3489"/>
                  <a:pt x="4195" y="3517"/>
                  <a:pt x="4195" y="3517"/>
                </a:cubicBezTo>
                <a:cubicBezTo>
                  <a:pt x="4195" y="3517"/>
                  <a:pt x="3954" y="2982"/>
                  <a:pt x="4008" y="2714"/>
                </a:cubicBezTo>
                <a:cubicBezTo>
                  <a:pt x="4061" y="2455"/>
                  <a:pt x="4142" y="1884"/>
                  <a:pt x="3990" y="1697"/>
                </a:cubicBezTo>
                <a:cubicBezTo>
                  <a:pt x="3932" y="1622"/>
                  <a:pt x="3880" y="1596"/>
                  <a:pt x="3837" y="1596"/>
                </a:cubicBezTo>
                <a:cubicBezTo>
                  <a:pt x="3742" y="1596"/>
                  <a:pt x="3686" y="1723"/>
                  <a:pt x="3686" y="1723"/>
                </a:cubicBezTo>
                <a:cubicBezTo>
                  <a:pt x="3686" y="1723"/>
                  <a:pt x="3811" y="1134"/>
                  <a:pt x="3588" y="1018"/>
                </a:cubicBezTo>
                <a:cubicBezTo>
                  <a:pt x="3551" y="1000"/>
                  <a:pt x="3518" y="992"/>
                  <a:pt x="3488" y="992"/>
                </a:cubicBezTo>
                <a:cubicBezTo>
                  <a:pt x="3332" y="992"/>
                  <a:pt x="3276" y="1206"/>
                  <a:pt x="3276" y="1206"/>
                </a:cubicBezTo>
                <a:cubicBezTo>
                  <a:pt x="3276" y="1206"/>
                  <a:pt x="3285" y="822"/>
                  <a:pt x="3044" y="688"/>
                </a:cubicBezTo>
                <a:cubicBezTo>
                  <a:pt x="3001" y="665"/>
                  <a:pt x="2955" y="654"/>
                  <a:pt x="2911" y="654"/>
                </a:cubicBezTo>
                <a:cubicBezTo>
                  <a:pt x="2816" y="654"/>
                  <a:pt x="2726" y="704"/>
                  <a:pt x="2678" y="795"/>
                </a:cubicBezTo>
                <a:cubicBezTo>
                  <a:pt x="2678" y="795"/>
                  <a:pt x="2544" y="510"/>
                  <a:pt x="2365" y="438"/>
                </a:cubicBezTo>
                <a:cubicBezTo>
                  <a:pt x="2331" y="424"/>
                  <a:pt x="2296" y="417"/>
                  <a:pt x="2262" y="417"/>
                </a:cubicBezTo>
                <a:cubicBezTo>
                  <a:pt x="2190" y="417"/>
                  <a:pt x="2122" y="449"/>
                  <a:pt x="2080" y="510"/>
                </a:cubicBezTo>
                <a:cubicBezTo>
                  <a:pt x="2080" y="510"/>
                  <a:pt x="2062" y="224"/>
                  <a:pt x="1875" y="162"/>
                </a:cubicBezTo>
                <a:cubicBezTo>
                  <a:pt x="1845" y="150"/>
                  <a:pt x="1815" y="145"/>
                  <a:pt x="1787" y="145"/>
                </a:cubicBezTo>
                <a:cubicBezTo>
                  <a:pt x="1640" y="145"/>
                  <a:pt x="1527" y="278"/>
                  <a:pt x="1527" y="278"/>
                </a:cubicBezTo>
                <a:cubicBezTo>
                  <a:pt x="1527" y="278"/>
                  <a:pt x="1362" y="1"/>
                  <a:pt x="118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 name="Google Shape;131;p2"/>
          <p:cNvSpPr/>
          <p:nvPr/>
        </p:nvSpPr>
        <p:spPr>
          <a:xfrm rot="-3422581">
            <a:off x="8079114" y="2445185"/>
            <a:ext cx="314906" cy="253118"/>
          </a:xfrm>
          <a:custGeom>
            <a:avLst/>
            <a:gdLst/>
            <a:ahLst/>
            <a:cxnLst/>
            <a:rect l="l" t="t" r="r" b="b"/>
            <a:pathLst>
              <a:path w="5331" h="4285" extrusionOk="0">
                <a:moveTo>
                  <a:pt x="634" y="0"/>
                </a:moveTo>
                <a:cubicBezTo>
                  <a:pt x="643" y="36"/>
                  <a:pt x="661" y="72"/>
                  <a:pt x="670" y="98"/>
                </a:cubicBezTo>
                <a:cubicBezTo>
                  <a:pt x="741" y="304"/>
                  <a:pt x="795" y="509"/>
                  <a:pt x="822" y="723"/>
                </a:cubicBezTo>
                <a:lnTo>
                  <a:pt x="45" y="18"/>
                </a:lnTo>
                <a:cubicBezTo>
                  <a:pt x="27" y="27"/>
                  <a:pt x="18" y="36"/>
                  <a:pt x="1" y="54"/>
                </a:cubicBezTo>
                <a:cubicBezTo>
                  <a:pt x="500" y="509"/>
                  <a:pt x="1000" y="964"/>
                  <a:pt x="1509" y="1402"/>
                </a:cubicBezTo>
                <a:lnTo>
                  <a:pt x="1107" y="1402"/>
                </a:lnTo>
                <a:cubicBezTo>
                  <a:pt x="964" y="1393"/>
                  <a:pt x="822" y="1375"/>
                  <a:pt x="679" y="1357"/>
                </a:cubicBezTo>
                <a:cubicBezTo>
                  <a:pt x="465" y="1321"/>
                  <a:pt x="242" y="1277"/>
                  <a:pt x="27" y="1214"/>
                </a:cubicBezTo>
                <a:cubicBezTo>
                  <a:pt x="18" y="1223"/>
                  <a:pt x="18" y="1232"/>
                  <a:pt x="10" y="1250"/>
                </a:cubicBezTo>
                <a:cubicBezTo>
                  <a:pt x="224" y="1312"/>
                  <a:pt x="447" y="1366"/>
                  <a:pt x="670" y="1402"/>
                </a:cubicBezTo>
                <a:cubicBezTo>
                  <a:pt x="813" y="1419"/>
                  <a:pt x="956" y="1437"/>
                  <a:pt x="1107" y="1446"/>
                </a:cubicBezTo>
                <a:cubicBezTo>
                  <a:pt x="1170" y="1446"/>
                  <a:pt x="1241" y="1455"/>
                  <a:pt x="1313" y="1455"/>
                </a:cubicBezTo>
                <a:lnTo>
                  <a:pt x="1536" y="1455"/>
                </a:lnTo>
                <a:cubicBezTo>
                  <a:pt x="1545" y="1464"/>
                  <a:pt x="1562" y="1464"/>
                  <a:pt x="1571" y="1464"/>
                </a:cubicBezTo>
                <a:cubicBezTo>
                  <a:pt x="1670" y="1553"/>
                  <a:pt x="1777" y="1642"/>
                  <a:pt x="1875" y="1732"/>
                </a:cubicBezTo>
                <a:lnTo>
                  <a:pt x="2125" y="1946"/>
                </a:lnTo>
                <a:cubicBezTo>
                  <a:pt x="1881" y="1980"/>
                  <a:pt x="1635" y="1997"/>
                  <a:pt x="1388" y="1997"/>
                </a:cubicBezTo>
                <a:cubicBezTo>
                  <a:pt x="993" y="1997"/>
                  <a:pt x="596" y="1953"/>
                  <a:pt x="206" y="1866"/>
                </a:cubicBezTo>
                <a:lnTo>
                  <a:pt x="197" y="1866"/>
                </a:lnTo>
                <a:lnTo>
                  <a:pt x="197" y="1892"/>
                </a:lnTo>
                <a:cubicBezTo>
                  <a:pt x="582" y="1989"/>
                  <a:pt x="974" y="2037"/>
                  <a:pt x="1369" y="2037"/>
                </a:cubicBezTo>
                <a:cubicBezTo>
                  <a:pt x="1632" y="2037"/>
                  <a:pt x="1896" y="2016"/>
                  <a:pt x="2160" y="1973"/>
                </a:cubicBezTo>
                <a:cubicBezTo>
                  <a:pt x="2357" y="2142"/>
                  <a:pt x="2562" y="2312"/>
                  <a:pt x="2776" y="2481"/>
                </a:cubicBezTo>
                <a:cubicBezTo>
                  <a:pt x="2230" y="2664"/>
                  <a:pt x="1660" y="2769"/>
                  <a:pt x="1082" y="2769"/>
                </a:cubicBezTo>
                <a:cubicBezTo>
                  <a:pt x="1037" y="2769"/>
                  <a:pt x="992" y="2768"/>
                  <a:pt x="947" y="2767"/>
                </a:cubicBezTo>
                <a:lnTo>
                  <a:pt x="848" y="2767"/>
                </a:lnTo>
                <a:cubicBezTo>
                  <a:pt x="884" y="2794"/>
                  <a:pt x="920" y="2812"/>
                  <a:pt x="947" y="2821"/>
                </a:cubicBezTo>
                <a:cubicBezTo>
                  <a:pt x="976" y="2821"/>
                  <a:pt x="1005" y="2821"/>
                  <a:pt x="1034" y="2821"/>
                </a:cubicBezTo>
                <a:cubicBezTo>
                  <a:pt x="1467" y="2821"/>
                  <a:pt x="1885" y="2760"/>
                  <a:pt x="2303" y="2660"/>
                </a:cubicBezTo>
                <a:cubicBezTo>
                  <a:pt x="2473" y="2615"/>
                  <a:pt x="2633" y="2562"/>
                  <a:pt x="2803" y="2499"/>
                </a:cubicBezTo>
                <a:cubicBezTo>
                  <a:pt x="2973" y="2642"/>
                  <a:pt x="3151" y="2785"/>
                  <a:pt x="3330" y="2919"/>
                </a:cubicBezTo>
                <a:lnTo>
                  <a:pt x="3106" y="3017"/>
                </a:lnTo>
                <a:cubicBezTo>
                  <a:pt x="2687" y="3204"/>
                  <a:pt x="2259" y="3356"/>
                  <a:pt x="1812" y="3463"/>
                </a:cubicBezTo>
                <a:cubicBezTo>
                  <a:pt x="1812" y="3481"/>
                  <a:pt x="1821" y="3499"/>
                  <a:pt x="1830" y="3517"/>
                </a:cubicBezTo>
                <a:cubicBezTo>
                  <a:pt x="2223" y="3427"/>
                  <a:pt x="2616" y="3303"/>
                  <a:pt x="2982" y="3133"/>
                </a:cubicBezTo>
                <a:cubicBezTo>
                  <a:pt x="3115" y="3070"/>
                  <a:pt x="3240" y="3017"/>
                  <a:pt x="3374" y="2963"/>
                </a:cubicBezTo>
                <a:cubicBezTo>
                  <a:pt x="3562" y="3106"/>
                  <a:pt x="3749" y="3249"/>
                  <a:pt x="3945" y="3392"/>
                </a:cubicBezTo>
                <a:cubicBezTo>
                  <a:pt x="4142" y="3526"/>
                  <a:pt x="4347" y="3677"/>
                  <a:pt x="4552" y="3820"/>
                </a:cubicBezTo>
                <a:lnTo>
                  <a:pt x="4856" y="4043"/>
                </a:lnTo>
                <a:cubicBezTo>
                  <a:pt x="4963" y="4115"/>
                  <a:pt x="5061" y="4186"/>
                  <a:pt x="5168" y="4266"/>
                </a:cubicBezTo>
                <a:cubicBezTo>
                  <a:pt x="5185" y="4279"/>
                  <a:pt x="5202" y="4284"/>
                  <a:pt x="5218" y="4284"/>
                </a:cubicBezTo>
                <a:cubicBezTo>
                  <a:pt x="5289" y="4284"/>
                  <a:pt x="5331" y="4168"/>
                  <a:pt x="5257" y="4124"/>
                </a:cubicBezTo>
                <a:cubicBezTo>
                  <a:pt x="5168" y="4079"/>
                  <a:pt x="5061" y="4025"/>
                  <a:pt x="4963" y="3972"/>
                </a:cubicBezTo>
                <a:cubicBezTo>
                  <a:pt x="4865" y="3918"/>
                  <a:pt x="4767" y="3865"/>
                  <a:pt x="4677" y="3802"/>
                </a:cubicBezTo>
                <a:cubicBezTo>
                  <a:pt x="4490" y="3686"/>
                  <a:pt x="4302" y="3561"/>
                  <a:pt x="4115" y="3427"/>
                </a:cubicBezTo>
                <a:lnTo>
                  <a:pt x="4079" y="3401"/>
                </a:lnTo>
                <a:lnTo>
                  <a:pt x="4070" y="3401"/>
                </a:lnTo>
                <a:lnTo>
                  <a:pt x="3847" y="3240"/>
                </a:lnTo>
                <a:lnTo>
                  <a:pt x="3829" y="3195"/>
                </a:lnTo>
                <a:lnTo>
                  <a:pt x="3562" y="2999"/>
                </a:lnTo>
                <a:lnTo>
                  <a:pt x="3312" y="2812"/>
                </a:lnTo>
                <a:lnTo>
                  <a:pt x="3178" y="2696"/>
                </a:lnTo>
                <a:cubicBezTo>
                  <a:pt x="3339" y="2356"/>
                  <a:pt x="3437" y="1991"/>
                  <a:pt x="3472" y="1625"/>
                </a:cubicBezTo>
                <a:cubicBezTo>
                  <a:pt x="3490" y="1393"/>
                  <a:pt x="3499" y="1169"/>
                  <a:pt x="3499" y="937"/>
                </a:cubicBezTo>
                <a:cubicBezTo>
                  <a:pt x="3481" y="928"/>
                  <a:pt x="3463" y="920"/>
                  <a:pt x="3446" y="920"/>
                </a:cubicBezTo>
                <a:cubicBezTo>
                  <a:pt x="3446" y="928"/>
                  <a:pt x="3446" y="937"/>
                  <a:pt x="3446" y="946"/>
                </a:cubicBezTo>
                <a:cubicBezTo>
                  <a:pt x="3455" y="1330"/>
                  <a:pt x="3419" y="1714"/>
                  <a:pt x="3339" y="2098"/>
                </a:cubicBezTo>
                <a:cubicBezTo>
                  <a:pt x="3285" y="2294"/>
                  <a:pt x="3223" y="2490"/>
                  <a:pt x="3142" y="2678"/>
                </a:cubicBezTo>
                <a:lnTo>
                  <a:pt x="3071" y="2624"/>
                </a:lnTo>
                <a:cubicBezTo>
                  <a:pt x="2839" y="2446"/>
                  <a:pt x="2616" y="2258"/>
                  <a:pt x="2392" y="2071"/>
                </a:cubicBezTo>
                <a:cubicBezTo>
                  <a:pt x="2517" y="1634"/>
                  <a:pt x="2589" y="1169"/>
                  <a:pt x="2580" y="714"/>
                </a:cubicBezTo>
                <a:cubicBezTo>
                  <a:pt x="2580" y="714"/>
                  <a:pt x="2562" y="670"/>
                  <a:pt x="2535" y="616"/>
                </a:cubicBezTo>
                <a:lnTo>
                  <a:pt x="2535" y="616"/>
                </a:lnTo>
                <a:cubicBezTo>
                  <a:pt x="2544" y="902"/>
                  <a:pt x="2526" y="1178"/>
                  <a:pt x="2500" y="1446"/>
                </a:cubicBezTo>
                <a:cubicBezTo>
                  <a:pt x="2473" y="1651"/>
                  <a:pt x="2428" y="1857"/>
                  <a:pt x="2375" y="2062"/>
                </a:cubicBezTo>
                <a:cubicBezTo>
                  <a:pt x="2187" y="1901"/>
                  <a:pt x="2009" y="1750"/>
                  <a:pt x="1821" y="1589"/>
                </a:cubicBezTo>
                <a:cubicBezTo>
                  <a:pt x="1928" y="1312"/>
                  <a:pt x="1982" y="1009"/>
                  <a:pt x="1973" y="705"/>
                </a:cubicBezTo>
                <a:cubicBezTo>
                  <a:pt x="1973" y="616"/>
                  <a:pt x="1973" y="518"/>
                  <a:pt x="1982" y="429"/>
                </a:cubicBezTo>
                <a:cubicBezTo>
                  <a:pt x="1973" y="384"/>
                  <a:pt x="1964" y="339"/>
                  <a:pt x="1955" y="304"/>
                </a:cubicBezTo>
                <a:cubicBezTo>
                  <a:pt x="1946" y="411"/>
                  <a:pt x="1946" y="527"/>
                  <a:pt x="1946" y="634"/>
                </a:cubicBezTo>
                <a:cubicBezTo>
                  <a:pt x="1946" y="786"/>
                  <a:pt x="1937" y="937"/>
                  <a:pt x="1919" y="1080"/>
                </a:cubicBezTo>
                <a:cubicBezTo>
                  <a:pt x="1911" y="1250"/>
                  <a:pt x="1866" y="1419"/>
                  <a:pt x="1795" y="1571"/>
                </a:cubicBezTo>
                <a:lnTo>
                  <a:pt x="1384" y="1205"/>
                </a:lnTo>
                <a:cubicBezTo>
                  <a:pt x="1438" y="821"/>
                  <a:pt x="1420" y="429"/>
                  <a:pt x="1321" y="45"/>
                </a:cubicBezTo>
                <a:lnTo>
                  <a:pt x="1286" y="18"/>
                </a:lnTo>
                <a:lnTo>
                  <a:pt x="1286" y="18"/>
                </a:lnTo>
                <a:cubicBezTo>
                  <a:pt x="1375" y="393"/>
                  <a:pt x="1402" y="795"/>
                  <a:pt x="1348" y="1187"/>
                </a:cubicBezTo>
                <a:lnTo>
                  <a:pt x="1036" y="911"/>
                </a:lnTo>
                <a:lnTo>
                  <a:pt x="848" y="741"/>
                </a:lnTo>
                <a:cubicBezTo>
                  <a:pt x="831" y="527"/>
                  <a:pt x="786" y="322"/>
                  <a:pt x="715" y="125"/>
                </a:cubicBezTo>
                <a:cubicBezTo>
                  <a:pt x="697" y="81"/>
                  <a:pt x="670" y="36"/>
                  <a:pt x="63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132;p2"/>
          <p:cNvSpPr/>
          <p:nvPr/>
        </p:nvSpPr>
        <p:spPr>
          <a:xfrm rot="-3422581">
            <a:off x="8071330" y="2525419"/>
            <a:ext cx="160850" cy="178807"/>
          </a:xfrm>
          <a:custGeom>
            <a:avLst/>
            <a:gdLst/>
            <a:ahLst/>
            <a:cxnLst/>
            <a:rect l="l" t="t" r="r" b="b"/>
            <a:pathLst>
              <a:path w="2723" h="3027" extrusionOk="0">
                <a:moveTo>
                  <a:pt x="1178" y="108"/>
                </a:moveTo>
                <a:cubicBezTo>
                  <a:pt x="1000" y="117"/>
                  <a:pt x="813" y="313"/>
                  <a:pt x="813" y="313"/>
                </a:cubicBezTo>
                <a:cubicBezTo>
                  <a:pt x="661" y="1"/>
                  <a:pt x="464" y="251"/>
                  <a:pt x="464" y="251"/>
                </a:cubicBezTo>
                <a:cubicBezTo>
                  <a:pt x="464" y="251"/>
                  <a:pt x="179" y="126"/>
                  <a:pt x="90" y="233"/>
                </a:cubicBezTo>
                <a:cubicBezTo>
                  <a:pt x="0" y="340"/>
                  <a:pt x="223" y="634"/>
                  <a:pt x="223" y="634"/>
                </a:cubicBezTo>
                <a:cubicBezTo>
                  <a:pt x="152" y="688"/>
                  <a:pt x="99" y="768"/>
                  <a:pt x="81" y="858"/>
                </a:cubicBezTo>
                <a:cubicBezTo>
                  <a:pt x="45" y="1018"/>
                  <a:pt x="295" y="1250"/>
                  <a:pt x="295" y="1250"/>
                </a:cubicBezTo>
                <a:cubicBezTo>
                  <a:pt x="295" y="1250"/>
                  <a:pt x="81" y="1340"/>
                  <a:pt x="90" y="1509"/>
                </a:cubicBezTo>
                <a:cubicBezTo>
                  <a:pt x="99" y="1670"/>
                  <a:pt x="384" y="1750"/>
                  <a:pt x="384" y="1750"/>
                </a:cubicBezTo>
                <a:cubicBezTo>
                  <a:pt x="384" y="1750"/>
                  <a:pt x="188" y="2009"/>
                  <a:pt x="339" y="2205"/>
                </a:cubicBezTo>
                <a:cubicBezTo>
                  <a:pt x="491" y="2411"/>
                  <a:pt x="795" y="2393"/>
                  <a:pt x="795" y="2393"/>
                </a:cubicBezTo>
                <a:cubicBezTo>
                  <a:pt x="795" y="2393"/>
                  <a:pt x="643" y="2518"/>
                  <a:pt x="795" y="2785"/>
                </a:cubicBezTo>
                <a:cubicBezTo>
                  <a:pt x="875" y="2910"/>
                  <a:pt x="1000" y="3000"/>
                  <a:pt x="1143" y="3026"/>
                </a:cubicBezTo>
                <a:cubicBezTo>
                  <a:pt x="2365" y="2669"/>
                  <a:pt x="2722" y="1099"/>
                  <a:pt x="1767" y="251"/>
                </a:cubicBezTo>
                <a:cubicBezTo>
                  <a:pt x="1669" y="260"/>
                  <a:pt x="1589" y="313"/>
                  <a:pt x="1527" y="376"/>
                </a:cubicBezTo>
                <a:cubicBezTo>
                  <a:pt x="1527" y="376"/>
                  <a:pt x="1357" y="99"/>
                  <a:pt x="1178" y="108"/>
                </a:cubicBezTo>
                <a:close/>
              </a:path>
            </a:pathLst>
          </a:custGeom>
          <a:gradFill>
            <a:gsLst>
              <a:gs pos="0">
                <a:srgbClr val="FFFFFF">
                  <a:alpha val="0"/>
                </a:srgbClr>
              </a:gs>
              <a:gs pos="100000">
                <a:srgbClr val="FFFFFF">
                  <a:alpha val="2196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133;p2"/>
          <p:cNvSpPr/>
          <p:nvPr/>
        </p:nvSpPr>
        <p:spPr>
          <a:xfrm rot="-3422581">
            <a:off x="8078950" y="2479309"/>
            <a:ext cx="245262" cy="228840"/>
          </a:xfrm>
          <a:custGeom>
            <a:avLst/>
            <a:gdLst/>
            <a:ahLst/>
            <a:cxnLst/>
            <a:rect l="l" t="t" r="r" b="b"/>
            <a:pathLst>
              <a:path w="4152" h="3874" extrusionOk="0">
                <a:moveTo>
                  <a:pt x="1152" y="0"/>
                </a:moveTo>
                <a:cubicBezTo>
                  <a:pt x="1072" y="0"/>
                  <a:pt x="1001" y="27"/>
                  <a:pt x="929" y="71"/>
                </a:cubicBezTo>
                <a:cubicBezTo>
                  <a:pt x="878" y="101"/>
                  <a:pt x="826" y="142"/>
                  <a:pt x="780" y="186"/>
                </a:cubicBezTo>
                <a:lnTo>
                  <a:pt x="780" y="186"/>
                </a:lnTo>
                <a:cubicBezTo>
                  <a:pt x="764" y="160"/>
                  <a:pt x="746" y="136"/>
                  <a:pt x="733" y="116"/>
                </a:cubicBezTo>
                <a:cubicBezTo>
                  <a:pt x="697" y="80"/>
                  <a:pt x="661" y="54"/>
                  <a:pt x="617" y="45"/>
                </a:cubicBezTo>
                <a:cubicBezTo>
                  <a:pt x="605" y="42"/>
                  <a:pt x="593" y="41"/>
                  <a:pt x="581" y="41"/>
                </a:cubicBezTo>
                <a:cubicBezTo>
                  <a:pt x="549" y="41"/>
                  <a:pt x="518" y="49"/>
                  <a:pt x="492" y="63"/>
                </a:cubicBezTo>
                <a:cubicBezTo>
                  <a:pt x="461" y="86"/>
                  <a:pt x="430" y="109"/>
                  <a:pt x="405" y="132"/>
                </a:cubicBezTo>
                <a:lnTo>
                  <a:pt x="405" y="132"/>
                </a:lnTo>
                <a:cubicBezTo>
                  <a:pt x="342" y="103"/>
                  <a:pt x="280" y="87"/>
                  <a:pt x="224" y="71"/>
                </a:cubicBezTo>
                <a:lnTo>
                  <a:pt x="108" y="71"/>
                </a:lnTo>
                <a:cubicBezTo>
                  <a:pt x="63" y="80"/>
                  <a:pt x="28" y="116"/>
                  <a:pt x="10" y="152"/>
                </a:cubicBezTo>
                <a:cubicBezTo>
                  <a:pt x="1" y="196"/>
                  <a:pt x="1" y="232"/>
                  <a:pt x="10" y="277"/>
                </a:cubicBezTo>
                <a:cubicBezTo>
                  <a:pt x="19" y="312"/>
                  <a:pt x="37" y="339"/>
                  <a:pt x="55" y="375"/>
                </a:cubicBezTo>
                <a:cubicBezTo>
                  <a:pt x="79" y="431"/>
                  <a:pt x="110" y="487"/>
                  <a:pt x="148" y="543"/>
                </a:cubicBezTo>
                <a:lnTo>
                  <a:pt x="148" y="543"/>
                </a:lnTo>
                <a:cubicBezTo>
                  <a:pt x="105" y="578"/>
                  <a:pt x="69" y="624"/>
                  <a:pt x="46" y="669"/>
                </a:cubicBezTo>
                <a:cubicBezTo>
                  <a:pt x="28" y="705"/>
                  <a:pt x="19" y="732"/>
                  <a:pt x="10" y="768"/>
                </a:cubicBezTo>
                <a:cubicBezTo>
                  <a:pt x="10" y="803"/>
                  <a:pt x="10" y="839"/>
                  <a:pt x="19" y="866"/>
                </a:cubicBezTo>
                <a:cubicBezTo>
                  <a:pt x="37" y="928"/>
                  <a:pt x="72" y="982"/>
                  <a:pt x="108" y="1035"/>
                </a:cubicBezTo>
                <a:cubicBezTo>
                  <a:pt x="137" y="1078"/>
                  <a:pt x="171" y="1115"/>
                  <a:pt x="206" y="1151"/>
                </a:cubicBezTo>
                <a:lnTo>
                  <a:pt x="206" y="1151"/>
                </a:lnTo>
                <a:cubicBezTo>
                  <a:pt x="159" y="1178"/>
                  <a:pt x="117" y="1214"/>
                  <a:pt x="81" y="1250"/>
                </a:cubicBezTo>
                <a:cubicBezTo>
                  <a:pt x="37" y="1303"/>
                  <a:pt x="10" y="1374"/>
                  <a:pt x="28" y="1446"/>
                </a:cubicBezTo>
                <a:cubicBezTo>
                  <a:pt x="46" y="1508"/>
                  <a:pt x="90" y="1562"/>
                  <a:pt x="153" y="1598"/>
                </a:cubicBezTo>
                <a:cubicBezTo>
                  <a:pt x="198" y="1628"/>
                  <a:pt x="250" y="1652"/>
                  <a:pt x="303" y="1669"/>
                </a:cubicBezTo>
                <a:lnTo>
                  <a:pt x="303" y="1669"/>
                </a:lnTo>
                <a:cubicBezTo>
                  <a:pt x="262" y="1734"/>
                  <a:pt x="240" y="1805"/>
                  <a:pt x="224" y="1883"/>
                </a:cubicBezTo>
                <a:cubicBezTo>
                  <a:pt x="206" y="1972"/>
                  <a:pt x="233" y="2062"/>
                  <a:pt x="287" y="2133"/>
                </a:cubicBezTo>
                <a:cubicBezTo>
                  <a:pt x="340" y="2205"/>
                  <a:pt x="412" y="2249"/>
                  <a:pt x="501" y="2276"/>
                </a:cubicBezTo>
                <a:cubicBezTo>
                  <a:pt x="568" y="2306"/>
                  <a:pt x="635" y="2317"/>
                  <a:pt x="707" y="2320"/>
                </a:cubicBezTo>
                <a:lnTo>
                  <a:pt x="707" y="2320"/>
                </a:lnTo>
                <a:cubicBezTo>
                  <a:pt x="666" y="2386"/>
                  <a:pt x="655" y="2468"/>
                  <a:pt x="670" y="2544"/>
                </a:cubicBezTo>
                <a:cubicBezTo>
                  <a:pt x="688" y="2633"/>
                  <a:pt x="733" y="2713"/>
                  <a:pt x="795" y="2785"/>
                </a:cubicBezTo>
                <a:cubicBezTo>
                  <a:pt x="858" y="2847"/>
                  <a:pt x="929" y="2892"/>
                  <a:pt x="1018" y="2927"/>
                </a:cubicBezTo>
                <a:cubicBezTo>
                  <a:pt x="1084" y="2949"/>
                  <a:pt x="1155" y="2965"/>
                  <a:pt x="1227" y="2975"/>
                </a:cubicBezTo>
                <a:lnTo>
                  <a:pt x="1227" y="2975"/>
                </a:lnTo>
                <a:cubicBezTo>
                  <a:pt x="1170" y="3037"/>
                  <a:pt x="1146" y="3120"/>
                  <a:pt x="1161" y="3204"/>
                </a:cubicBezTo>
                <a:cubicBezTo>
                  <a:pt x="1188" y="3293"/>
                  <a:pt x="1250" y="3383"/>
                  <a:pt x="1331" y="3427"/>
                </a:cubicBezTo>
                <a:cubicBezTo>
                  <a:pt x="1420" y="3463"/>
                  <a:pt x="1509" y="3490"/>
                  <a:pt x="1599" y="3499"/>
                </a:cubicBezTo>
                <a:cubicBezTo>
                  <a:pt x="1509" y="3490"/>
                  <a:pt x="1429" y="3463"/>
                  <a:pt x="1349" y="3427"/>
                </a:cubicBezTo>
                <a:cubicBezTo>
                  <a:pt x="1268" y="3383"/>
                  <a:pt x="1215" y="3311"/>
                  <a:pt x="1197" y="3222"/>
                </a:cubicBezTo>
                <a:cubicBezTo>
                  <a:pt x="1179" y="3142"/>
                  <a:pt x="1215" y="3052"/>
                  <a:pt x="1286" y="2999"/>
                </a:cubicBezTo>
                <a:lnTo>
                  <a:pt x="1322" y="2972"/>
                </a:lnTo>
                <a:lnTo>
                  <a:pt x="1273" y="2972"/>
                </a:lnTo>
                <a:lnTo>
                  <a:pt x="1259" y="2945"/>
                </a:lnTo>
                <a:cubicBezTo>
                  <a:pt x="1249" y="2953"/>
                  <a:pt x="1240" y="2962"/>
                  <a:pt x="1231" y="2971"/>
                </a:cubicBezTo>
                <a:lnTo>
                  <a:pt x="1231" y="2971"/>
                </a:lnTo>
                <a:cubicBezTo>
                  <a:pt x="1163" y="2966"/>
                  <a:pt x="1095" y="2950"/>
                  <a:pt x="1027" y="2927"/>
                </a:cubicBezTo>
                <a:cubicBezTo>
                  <a:pt x="947" y="2892"/>
                  <a:pt x="876" y="2847"/>
                  <a:pt x="822" y="2785"/>
                </a:cubicBezTo>
                <a:cubicBezTo>
                  <a:pt x="769" y="2722"/>
                  <a:pt x="724" y="2651"/>
                  <a:pt x="706" y="2562"/>
                </a:cubicBezTo>
                <a:cubicBezTo>
                  <a:pt x="688" y="2481"/>
                  <a:pt x="706" y="2401"/>
                  <a:pt x="760" y="2338"/>
                </a:cubicBezTo>
                <a:lnTo>
                  <a:pt x="795" y="2303"/>
                </a:lnTo>
                <a:lnTo>
                  <a:pt x="751" y="2303"/>
                </a:lnTo>
                <a:cubicBezTo>
                  <a:pt x="748" y="2303"/>
                  <a:pt x="745" y="2303"/>
                  <a:pt x="742" y="2303"/>
                </a:cubicBezTo>
                <a:lnTo>
                  <a:pt x="742" y="2303"/>
                </a:lnTo>
                <a:lnTo>
                  <a:pt x="733" y="2285"/>
                </a:lnTo>
                <a:cubicBezTo>
                  <a:pt x="728" y="2291"/>
                  <a:pt x="723" y="2297"/>
                  <a:pt x="718" y="2304"/>
                </a:cubicBezTo>
                <a:lnTo>
                  <a:pt x="718" y="2304"/>
                </a:lnTo>
                <a:cubicBezTo>
                  <a:pt x="568" y="2303"/>
                  <a:pt x="422" y="2241"/>
                  <a:pt x="322" y="2133"/>
                </a:cubicBezTo>
                <a:cubicBezTo>
                  <a:pt x="269" y="2071"/>
                  <a:pt x="251" y="1990"/>
                  <a:pt x="269" y="1910"/>
                </a:cubicBezTo>
                <a:cubicBezTo>
                  <a:pt x="278" y="1830"/>
                  <a:pt x="313" y="1749"/>
                  <a:pt x="358" y="1687"/>
                </a:cubicBezTo>
                <a:lnTo>
                  <a:pt x="376" y="1660"/>
                </a:lnTo>
                <a:lnTo>
                  <a:pt x="349" y="1651"/>
                </a:lnTo>
                <a:cubicBezTo>
                  <a:pt x="340" y="1649"/>
                  <a:pt x="331" y="1646"/>
                  <a:pt x="322" y="1643"/>
                </a:cubicBezTo>
                <a:lnTo>
                  <a:pt x="322" y="1643"/>
                </a:lnTo>
                <a:lnTo>
                  <a:pt x="322" y="1642"/>
                </a:lnTo>
                <a:cubicBezTo>
                  <a:pt x="322" y="1642"/>
                  <a:pt x="322" y="1643"/>
                  <a:pt x="322" y="1643"/>
                </a:cubicBezTo>
                <a:lnTo>
                  <a:pt x="322" y="1643"/>
                </a:lnTo>
                <a:cubicBezTo>
                  <a:pt x="271" y="1625"/>
                  <a:pt x="225" y="1603"/>
                  <a:pt x="179" y="1580"/>
                </a:cubicBezTo>
                <a:cubicBezTo>
                  <a:pt x="126" y="1544"/>
                  <a:pt x="90" y="1499"/>
                  <a:pt x="72" y="1446"/>
                </a:cubicBezTo>
                <a:cubicBezTo>
                  <a:pt x="55" y="1392"/>
                  <a:pt x="72" y="1339"/>
                  <a:pt x="117" y="1294"/>
                </a:cubicBezTo>
                <a:cubicBezTo>
                  <a:pt x="153" y="1250"/>
                  <a:pt x="206" y="1214"/>
                  <a:pt x="260" y="1187"/>
                </a:cubicBezTo>
                <a:lnTo>
                  <a:pt x="287" y="1178"/>
                </a:lnTo>
                <a:lnTo>
                  <a:pt x="260" y="1151"/>
                </a:lnTo>
                <a:cubicBezTo>
                  <a:pt x="224" y="1107"/>
                  <a:pt x="179" y="1062"/>
                  <a:pt x="144" y="1017"/>
                </a:cubicBezTo>
                <a:cubicBezTo>
                  <a:pt x="108" y="973"/>
                  <a:pt x="81" y="919"/>
                  <a:pt x="63" y="866"/>
                </a:cubicBezTo>
                <a:cubicBezTo>
                  <a:pt x="55" y="839"/>
                  <a:pt x="55" y="812"/>
                  <a:pt x="63" y="785"/>
                </a:cubicBezTo>
                <a:cubicBezTo>
                  <a:pt x="81" y="696"/>
                  <a:pt x="126" y="625"/>
                  <a:pt x="197" y="571"/>
                </a:cubicBezTo>
                <a:lnTo>
                  <a:pt x="215" y="562"/>
                </a:lnTo>
                <a:lnTo>
                  <a:pt x="206" y="536"/>
                </a:lnTo>
                <a:cubicBezTo>
                  <a:pt x="162" y="482"/>
                  <a:pt x="126" y="420"/>
                  <a:pt x="99" y="366"/>
                </a:cubicBezTo>
                <a:cubicBezTo>
                  <a:pt x="72" y="303"/>
                  <a:pt x="55" y="241"/>
                  <a:pt x="63" y="179"/>
                </a:cubicBezTo>
                <a:cubicBezTo>
                  <a:pt x="77" y="144"/>
                  <a:pt x="123" y="131"/>
                  <a:pt x="172" y="131"/>
                </a:cubicBezTo>
                <a:cubicBezTo>
                  <a:pt x="187" y="131"/>
                  <a:pt x="201" y="132"/>
                  <a:pt x="215" y="134"/>
                </a:cubicBezTo>
                <a:cubicBezTo>
                  <a:pt x="287" y="143"/>
                  <a:pt x="349" y="161"/>
                  <a:pt x="412" y="196"/>
                </a:cubicBezTo>
                <a:lnTo>
                  <a:pt x="429" y="196"/>
                </a:lnTo>
                <a:lnTo>
                  <a:pt x="438" y="187"/>
                </a:lnTo>
                <a:cubicBezTo>
                  <a:pt x="483" y="125"/>
                  <a:pt x="545" y="98"/>
                  <a:pt x="617" y="98"/>
                </a:cubicBezTo>
                <a:cubicBezTo>
                  <a:pt x="644" y="107"/>
                  <a:pt x="670" y="125"/>
                  <a:pt x="697" y="152"/>
                </a:cubicBezTo>
                <a:cubicBezTo>
                  <a:pt x="715" y="179"/>
                  <a:pt x="733" y="214"/>
                  <a:pt x="751" y="241"/>
                </a:cubicBezTo>
                <a:lnTo>
                  <a:pt x="769" y="277"/>
                </a:lnTo>
                <a:lnTo>
                  <a:pt x="795" y="250"/>
                </a:lnTo>
                <a:cubicBezTo>
                  <a:pt x="840" y="196"/>
                  <a:pt x="893" y="152"/>
                  <a:pt x="956" y="116"/>
                </a:cubicBezTo>
                <a:cubicBezTo>
                  <a:pt x="1018" y="71"/>
                  <a:pt x="1081" y="54"/>
                  <a:pt x="1152" y="54"/>
                </a:cubicBezTo>
                <a:cubicBezTo>
                  <a:pt x="1215" y="63"/>
                  <a:pt x="1277" y="98"/>
                  <a:pt x="1331" y="143"/>
                </a:cubicBezTo>
                <a:cubicBezTo>
                  <a:pt x="1384" y="196"/>
                  <a:pt x="1429" y="250"/>
                  <a:pt x="1465" y="312"/>
                </a:cubicBezTo>
                <a:lnTo>
                  <a:pt x="1483" y="339"/>
                </a:lnTo>
                <a:lnTo>
                  <a:pt x="1500" y="312"/>
                </a:lnTo>
                <a:cubicBezTo>
                  <a:pt x="1545" y="268"/>
                  <a:pt x="1599" y="223"/>
                  <a:pt x="1661" y="205"/>
                </a:cubicBezTo>
                <a:cubicBezTo>
                  <a:pt x="1688" y="192"/>
                  <a:pt x="1719" y="185"/>
                  <a:pt x="1750" y="185"/>
                </a:cubicBezTo>
                <a:cubicBezTo>
                  <a:pt x="1781" y="185"/>
                  <a:pt x="1813" y="192"/>
                  <a:pt x="1840" y="205"/>
                </a:cubicBezTo>
                <a:cubicBezTo>
                  <a:pt x="1893" y="232"/>
                  <a:pt x="1938" y="277"/>
                  <a:pt x="1964" y="339"/>
                </a:cubicBezTo>
                <a:cubicBezTo>
                  <a:pt x="1991" y="393"/>
                  <a:pt x="2009" y="455"/>
                  <a:pt x="2018" y="527"/>
                </a:cubicBezTo>
                <a:lnTo>
                  <a:pt x="2018" y="571"/>
                </a:lnTo>
                <a:lnTo>
                  <a:pt x="2045" y="536"/>
                </a:lnTo>
                <a:cubicBezTo>
                  <a:pt x="2080" y="491"/>
                  <a:pt x="2143" y="455"/>
                  <a:pt x="2205" y="455"/>
                </a:cubicBezTo>
                <a:cubicBezTo>
                  <a:pt x="2268" y="455"/>
                  <a:pt x="2330" y="473"/>
                  <a:pt x="2375" y="509"/>
                </a:cubicBezTo>
                <a:cubicBezTo>
                  <a:pt x="2473" y="598"/>
                  <a:pt x="2554" y="696"/>
                  <a:pt x="2607" y="821"/>
                </a:cubicBezTo>
                <a:lnTo>
                  <a:pt x="2625" y="848"/>
                </a:lnTo>
                <a:lnTo>
                  <a:pt x="2643" y="821"/>
                </a:lnTo>
                <a:cubicBezTo>
                  <a:pt x="2687" y="750"/>
                  <a:pt x="2750" y="705"/>
                  <a:pt x="2830" y="696"/>
                </a:cubicBezTo>
                <a:cubicBezTo>
                  <a:pt x="2840" y="695"/>
                  <a:pt x="2851" y="695"/>
                  <a:pt x="2861" y="695"/>
                </a:cubicBezTo>
                <a:cubicBezTo>
                  <a:pt x="2931" y="695"/>
                  <a:pt x="2999" y="721"/>
                  <a:pt x="3053" y="768"/>
                </a:cubicBezTo>
                <a:cubicBezTo>
                  <a:pt x="3116" y="830"/>
                  <a:pt x="3160" y="901"/>
                  <a:pt x="3178" y="973"/>
                </a:cubicBezTo>
                <a:cubicBezTo>
                  <a:pt x="3205" y="1053"/>
                  <a:pt x="3214" y="1134"/>
                  <a:pt x="3214" y="1223"/>
                </a:cubicBezTo>
                <a:lnTo>
                  <a:pt x="3214" y="1330"/>
                </a:lnTo>
                <a:lnTo>
                  <a:pt x="3250" y="1223"/>
                </a:lnTo>
                <a:cubicBezTo>
                  <a:pt x="3276" y="1142"/>
                  <a:pt x="3330" y="1044"/>
                  <a:pt x="3419" y="1026"/>
                </a:cubicBezTo>
                <a:cubicBezTo>
                  <a:pt x="3427" y="1025"/>
                  <a:pt x="3435" y="1024"/>
                  <a:pt x="3443" y="1024"/>
                </a:cubicBezTo>
                <a:cubicBezTo>
                  <a:pt x="3480" y="1024"/>
                  <a:pt x="3516" y="1040"/>
                  <a:pt x="3553" y="1062"/>
                </a:cubicBezTo>
                <a:cubicBezTo>
                  <a:pt x="3589" y="1089"/>
                  <a:pt x="3616" y="1125"/>
                  <a:pt x="3633" y="1169"/>
                </a:cubicBezTo>
                <a:cubicBezTo>
                  <a:pt x="3660" y="1258"/>
                  <a:pt x="3669" y="1357"/>
                  <a:pt x="3660" y="1455"/>
                </a:cubicBezTo>
                <a:cubicBezTo>
                  <a:pt x="3660" y="1553"/>
                  <a:pt x="3651" y="1642"/>
                  <a:pt x="3633" y="1740"/>
                </a:cubicBezTo>
                <a:lnTo>
                  <a:pt x="3607" y="1839"/>
                </a:lnTo>
                <a:lnTo>
                  <a:pt x="3651" y="1749"/>
                </a:lnTo>
                <a:cubicBezTo>
                  <a:pt x="3652" y="1749"/>
                  <a:pt x="3652" y="1748"/>
                  <a:pt x="3653" y="1747"/>
                </a:cubicBezTo>
                <a:lnTo>
                  <a:pt x="3653" y="1747"/>
                </a:lnTo>
                <a:lnTo>
                  <a:pt x="3660" y="1749"/>
                </a:lnTo>
                <a:cubicBezTo>
                  <a:pt x="3661" y="1743"/>
                  <a:pt x="3663" y="1736"/>
                  <a:pt x="3664" y="1730"/>
                </a:cubicBezTo>
                <a:lnTo>
                  <a:pt x="3664" y="1730"/>
                </a:lnTo>
                <a:cubicBezTo>
                  <a:pt x="3686" y="1697"/>
                  <a:pt x="3710" y="1674"/>
                  <a:pt x="3741" y="1651"/>
                </a:cubicBezTo>
                <a:cubicBezTo>
                  <a:pt x="3758" y="1638"/>
                  <a:pt x="3778" y="1631"/>
                  <a:pt x="3800" y="1631"/>
                </a:cubicBezTo>
                <a:cubicBezTo>
                  <a:pt x="3821" y="1631"/>
                  <a:pt x="3843" y="1638"/>
                  <a:pt x="3865" y="1651"/>
                </a:cubicBezTo>
                <a:cubicBezTo>
                  <a:pt x="3937" y="1696"/>
                  <a:pt x="3990" y="1785"/>
                  <a:pt x="4008" y="1874"/>
                </a:cubicBezTo>
                <a:cubicBezTo>
                  <a:pt x="4035" y="2053"/>
                  <a:pt x="4035" y="2249"/>
                  <a:pt x="4008" y="2428"/>
                </a:cubicBezTo>
                <a:cubicBezTo>
                  <a:pt x="3990" y="2526"/>
                  <a:pt x="3982" y="2615"/>
                  <a:pt x="3964" y="2713"/>
                </a:cubicBezTo>
                <a:cubicBezTo>
                  <a:pt x="3946" y="2802"/>
                  <a:pt x="3946" y="2901"/>
                  <a:pt x="3973" y="2990"/>
                </a:cubicBezTo>
                <a:cubicBezTo>
                  <a:pt x="4008" y="3177"/>
                  <a:pt x="4071" y="3356"/>
                  <a:pt x="4151" y="3534"/>
                </a:cubicBezTo>
                <a:cubicBezTo>
                  <a:pt x="4080" y="3356"/>
                  <a:pt x="4017" y="3177"/>
                  <a:pt x="3982" y="2990"/>
                </a:cubicBezTo>
                <a:cubicBezTo>
                  <a:pt x="3937" y="2811"/>
                  <a:pt x="4008" y="2624"/>
                  <a:pt x="4026" y="2437"/>
                </a:cubicBezTo>
                <a:cubicBezTo>
                  <a:pt x="4053" y="2249"/>
                  <a:pt x="4053" y="2053"/>
                  <a:pt x="4026" y="1865"/>
                </a:cubicBezTo>
                <a:cubicBezTo>
                  <a:pt x="4008" y="1767"/>
                  <a:pt x="3955" y="1678"/>
                  <a:pt x="3874" y="1624"/>
                </a:cubicBezTo>
                <a:cubicBezTo>
                  <a:pt x="3852" y="1611"/>
                  <a:pt x="3828" y="1604"/>
                  <a:pt x="3802" y="1604"/>
                </a:cubicBezTo>
                <a:cubicBezTo>
                  <a:pt x="3776" y="1604"/>
                  <a:pt x="3749" y="1611"/>
                  <a:pt x="3723" y="1624"/>
                </a:cubicBezTo>
                <a:cubicBezTo>
                  <a:pt x="3705" y="1637"/>
                  <a:pt x="3688" y="1652"/>
                  <a:pt x="3673" y="1671"/>
                </a:cubicBezTo>
                <a:lnTo>
                  <a:pt x="3673" y="1671"/>
                </a:lnTo>
                <a:cubicBezTo>
                  <a:pt x="3683" y="1599"/>
                  <a:pt x="3689" y="1527"/>
                  <a:pt x="3696" y="1455"/>
                </a:cubicBezTo>
                <a:cubicBezTo>
                  <a:pt x="3696" y="1357"/>
                  <a:pt x="3687" y="1250"/>
                  <a:pt x="3660" y="1160"/>
                </a:cubicBezTo>
                <a:cubicBezTo>
                  <a:pt x="3627" y="1060"/>
                  <a:pt x="3539" y="999"/>
                  <a:pt x="3432" y="999"/>
                </a:cubicBezTo>
                <a:cubicBezTo>
                  <a:pt x="3425" y="999"/>
                  <a:pt x="3418" y="999"/>
                  <a:pt x="3410" y="1000"/>
                </a:cubicBezTo>
                <a:cubicBezTo>
                  <a:pt x="3366" y="1009"/>
                  <a:pt x="3312" y="1044"/>
                  <a:pt x="3285" y="1089"/>
                </a:cubicBezTo>
                <a:cubicBezTo>
                  <a:pt x="3272" y="1106"/>
                  <a:pt x="3259" y="1126"/>
                  <a:pt x="3247" y="1147"/>
                </a:cubicBezTo>
                <a:lnTo>
                  <a:pt x="3247" y="1147"/>
                </a:lnTo>
                <a:cubicBezTo>
                  <a:pt x="3243" y="1084"/>
                  <a:pt x="3233" y="1022"/>
                  <a:pt x="3214" y="964"/>
                </a:cubicBezTo>
                <a:cubicBezTo>
                  <a:pt x="3187" y="884"/>
                  <a:pt x="3143" y="803"/>
                  <a:pt x="3080" y="741"/>
                </a:cubicBezTo>
                <a:cubicBezTo>
                  <a:pt x="3009" y="678"/>
                  <a:pt x="2919" y="652"/>
                  <a:pt x="2830" y="652"/>
                </a:cubicBezTo>
                <a:cubicBezTo>
                  <a:pt x="2753" y="667"/>
                  <a:pt x="2682" y="710"/>
                  <a:pt x="2635" y="773"/>
                </a:cubicBezTo>
                <a:lnTo>
                  <a:pt x="2635" y="773"/>
                </a:lnTo>
                <a:cubicBezTo>
                  <a:pt x="2607" y="721"/>
                  <a:pt x="2582" y="670"/>
                  <a:pt x="2545" y="625"/>
                </a:cubicBezTo>
                <a:cubicBezTo>
                  <a:pt x="2509" y="571"/>
                  <a:pt x="2455" y="518"/>
                  <a:pt x="2402" y="482"/>
                </a:cubicBezTo>
                <a:cubicBezTo>
                  <a:pt x="2348" y="437"/>
                  <a:pt x="2277" y="411"/>
                  <a:pt x="2205" y="411"/>
                </a:cubicBezTo>
                <a:cubicBezTo>
                  <a:pt x="2150" y="418"/>
                  <a:pt x="2094" y="441"/>
                  <a:pt x="2052" y="476"/>
                </a:cubicBezTo>
                <a:lnTo>
                  <a:pt x="2052" y="476"/>
                </a:lnTo>
                <a:cubicBezTo>
                  <a:pt x="2046" y="421"/>
                  <a:pt x="2029" y="370"/>
                  <a:pt x="2000" y="312"/>
                </a:cubicBezTo>
                <a:cubicBezTo>
                  <a:pt x="1973" y="250"/>
                  <a:pt x="1920" y="196"/>
                  <a:pt x="1857" y="161"/>
                </a:cubicBezTo>
                <a:cubicBezTo>
                  <a:pt x="1822" y="147"/>
                  <a:pt x="1786" y="141"/>
                  <a:pt x="1750" y="141"/>
                </a:cubicBezTo>
                <a:cubicBezTo>
                  <a:pt x="1715" y="141"/>
                  <a:pt x="1679" y="147"/>
                  <a:pt x="1643" y="161"/>
                </a:cubicBezTo>
                <a:cubicBezTo>
                  <a:pt x="1582" y="184"/>
                  <a:pt x="1533" y="220"/>
                  <a:pt x="1487" y="270"/>
                </a:cubicBezTo>
                <a:lnTo>
                  <a:pt x="1487" y="270"/>
                </a:lnTo>
                <a:cubicBezTo>
                  <a:pt x="1452" y="210"/>
                  <a:pt x="1405" y="163"/>
                  <a:pt x="1358" y="116"/>
                </a:cubicBezTo>
                <a:cubicBezTo>
                  <a:pt x="1304" y="54"/>
                  <a:pt x="1233" y="18"/>
                  <a:pt x="1152" y="0"/>
                </a:cubicBezTo>
                <a:close/>
                <a:moveTo>
                  <a:pt x="1857" y="3490"/>
                </a:moveTo>
                <a:cubicBezTo>
                  <a:pt x="1856" y="3496"/>
                  <a:pt x="1854" y="3502"/>
                  <a:pt x="1853" y="3508"/>
                </a:cubicBezTo>
                <a:lnTo>
                  <a:pt x="1853" y="3508"/>
                </a:lnTo>
                <a:cubicBezTo>
                  <a:pt x="1769" y="3508"/>
                  <a:pt x="1684" y="3507"/>
                  <a:pt x="1599" y="3499"/>
                </a:cubicBezTo>
                <a:lnTo>
                  <a:pt x="1599" y="3499"/>
                </a:lnTo>
                <a:cubicBezTo>
                  <a:pt x="1662" y="3505"/>
                  <a:pt x="1725" y="3511"/>
                  <a:pt x="1791" y="3511"/>
                </a:cubicBezTo>
                <a:cubicBezTo>
                  <a:pt x="1811" y="3511"/>
                  <a:pt x="1832" y="3511"/>
                  <a:pt x="1853" y="3509"/>
                </a:cubicBezTo>
                <a:lnTo>
                  <a:pt x="1853" y="3509"/>
                </a:lnTo>
                <a:cubicBezTo>
                  <a:pt x="1845" y="3567"/>
                  <a:pt x="1872" y="3627"/>
                  <a:pt x="1920" y="3659"/>
                </a:cubicBezTo>
                <a:cubicBezTo>
                  <a:pt x="1973" y="3686"/>
                  <a:pt x="2027" y="3704"/>
                  <a:pt x="2089" y="3713"/>
                </a:cubicBezTo>
                <a:cubicBezTo>
                  <a:pt x="2137" y="3717"/>
                  <a:pt x="2186" y="3719"/>
                  <a:pt x="2233" y="3719"/>
                </a:cubicBezTo>
                <a:cubicBezTo>
                  <a:pt x="2292" y="3719"/>
                  <a:pt x="2351" y="3715"/>
                  <a:pt x="2407" y="3707"/>
                </a:cubicBezTo>
                <a:lnTo>
                  <a:pt x="2407" y="3707"/>
                </a:lnTo>
                <a:cubicBezTo>
                  <a:pt x="2393" y="3739"/>
                  <a:pt x="2396" y="3775"/>
                  <a:pt x="2411" y="3811"/>
                </a:cubicBezTo>
                <a:cubicBezTo>
                  <a:pt x="2416" y="3816"/>
                  <a:pt x="2422" y="3821"/>
                  <a:pt x="2428" y="3826"/>
                </a:cubicBezTo>
                <a:lnTo>
                  <a:pt x="2428" y="3826"/>
                </a:lnTo>
                <a:cubicBezTo>
                  <a:pt x="2420" y="3791"/>
                  <a:pt x="2420" y="3757"/>
                  <a:pt x="2446" y="3731"/>
                </a:cubicBezTo>
                <a:lnTo>
                  <a:pt x="2455" y="3704"/>
                </a:lnTo>
                <a:lnTo>
                  <a:pt x="2429" y="3704"/>
                </a:lnTo>
                <a:lnTo>
                  <a:pt x="2420" y="3686"/>
                </a:lnTo>
                <a:cubicBezTo>
                  <a:pt x="2415" y="3693"/>
                  <a:pt x="2410" y="3700"/>
                  <a:pt x="2407" y="3707"/>
                </a:cubicBezTo>
                <a:lnTo>
                  <a:pt x="2407" y="3707"/>
                </a:lnTo>
                <a:cubicBezTo>
                  <a:pt x="2360" y="3714"/>
                  <a:pt x="2312" y="3717"/>
                  <a:pt x="2263" y="3717"/>
                </a:cubicBezTo>
                <a:cubicBezTo>
                  <a:pt x="2208" y="3717"/>
                  <a:pt x="2152" y="3713"/>
                  <a:pt x="2098" y="3704"/>
                </a:cubicBezTo>
                <a:cubicBezTo>
                  <a:pt x="2036" y="3704"/>
                  <a:pt x="1982" y="3686"/>
                  <a:pt x="1938" y="3659"/>
                </a:cubicBezTo>
                <a:cubicBezTo>
                  <a:pt x="1893" y="3624"/>
                  <a:pt x="1875" y="3570"/>
                  <a:pt x="1884" y="3525"/>
                </a:cubicBezTo>
                <a:lnTo>
                  <a:pt x="1884" y="3508"/>
                </a:lnTo>
                <a:lnTo>
                  <a:pt x="1875" y="3508"/>
                </a:lnTo>
                <a:lnTo>
                  <a:pt x="1857" y="3490"/>
                </a:lnTo>
                <a:close/>
                <a:moveTo>
                  <a:pt x="3911" y="3508"/>
                </a:moveTo>
                <a:cubicBezTo>
                  <a:pt x="3832" y="3508"/>
                  <a:pt x="3754" y="3516"/>
                  <a:pt x="3678" y="3534"/>
                </a:cubicBezTo>
                <a:cubicBezTo>
                  <a:pt x="3517" y="3561"/>
                  <a:pt x="3366" y="3606"/>
                  <a:pt x="3214" y="3659"/>
                </a:cubicBezTo>
                <a:cubicBezTo>
                  <a:pt x="3062" y="3722"/>
                  <a:pt x="2911" y="3775"/>
                  <a:pt x="2759" y="3820"/>
                </a:cubicBezTo>
                <a:cubicBezTo>
                  <a:pt x="2678" y="3847"/>
                  <a:pt x="2598" y="3856"/>
                  <a:pt x="2518" y="3856"/>
                </a:cubicBezTo>
                <a:cubicBezTo>
                  <a:pt x="2482" y="3856"/>
                  <a:pt x="2452" y="3844"/>
                  <a:pt x="2428" y="3826"/>
                </a:cubicBezTo>
                <a:lnTo>
                  <a:pt x="2428" y="3826"/>
                </a:lnTo>
                <a:cubicBezTo>
                  <a:pt x="2428" y="3827"/>
                  <a:pt x="2428" y="3828"/>
                  <a:pt x="2429" y="3829"/>
                </a:cubicBezTo>
                <a:cubicBezTo>
                  <a:pt x="2446" y="3856"/>
                  <a:pt x="2491" y="3865"/>
                  <a:pt x="2527" y="3873"/>
                </a:cubicBezTo>
                <a:cubicBezTo>
                  <a:pt x="2607" y="3873"/>
                  <a:pt x="2687" y="3856"/>
                  <a:pt x="2759" y="3838"/>
                </a:cubicBezTo>
                <a:cubicBezTo>
                  <a:pt x="2919" y="3793"/>
                  <a:pt x="3071" y="3740"/>
                  <a:pt x="3214" y="3686"/>
                </a:cubicBezTo>
                <a:cubicBezTo>
                  <a:pt x="3366" y="3624"/>
                  <a:pt x="3517" y="3588"/>
                  <a:pt x="3678" y="3561"/>
                </a:cubicBezTo>
                <a:cubicBezTo>
                  <a:pt x="3773" y="3533"/>
                  <a:pt x="3871" y="3519"/>
                  <a:pt x="3971" y="3519"/>
                </a:cubicBezTo>
                <a:cubicBezTo>
                  <a:pt x="4031" y="3519"/>
                  <a:pt x="4091" y="3524"/>
                  <a:pt x="4151" y="3534"/>
                </a:cubicBezTo>
                <a:cubicBezTo>
                  <a:pt x="4071" y="3516"/>
                  <a:pt x="3990" y="3508"/>
                  <a:pt x="3911" y="3508"/>
                </a:cubicBezTo>
                <a:close/>
              </a:path>
            </a:pathLst>
          </a:custGeom>
          <a:solidFill>
            <a:srgbClr val="6B09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34;p2"/>
          <p:cNvSpPr/>
          <p:nvPr/>
        </p:nvSpPr>
        <p:spPr>
          <a:xfrm rot="-7115392">
            <a:off x="1082854" y="4440730"/>
            <a:ext cx="86377" cy="72370"/>
          </a:xfrm>
          <a:custGeom>
            <a:avLst/>
            <a:gdLst/>
            <a:ahLst/>
            <a:cxnLst/>
            <a:rect l="l" t="t" r="r" b="b"/>
            <a:pathLst>
              <a:path w="1073" h="899" extrusionOk="0">
                <a:moveTo>
                  <a:pt x="493" y="0"/>
                </a:moveTo>
                <a:cubicBezTo>
                  <a:pt x="233" y="0"/>
                  <a:pt x="1" y="236"/>
                  <a:pt x="55" y="534"/>
                </a:cubicBezTo>
                <a:cubicBezTo>
                  <a:pt x="94" y="748"/>
                  <a:pt x="289" y="898"/>
                  <a:pt x="500" y="898"/>
                </a:cubicBezTo>
                <a:cubicBezTo>
                  <a:pt x="527" y="898"/>
                  <a:pt x="554" y="896"/>
                  <a:pt x="581" y="891"/>
                </a:cubicBezTo>
                <a:cubicBezTo>
                  <a:pt x="965" y="811"/>
                  <a:pt x="1072" y="302"/>
                  <a:pt x="742" y="79"/>
                </a:cubicBezTo>
                <a:cubicBezTo>
                  <a:pt x="662" y="25"/>
                  <a:pt x="576" y="0"/>
                  <a:pt x="49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135;p2"/>
          <p:cNvSpPr/>
          <p:nvPr/>
        </p:nvSpPr>
        <p:spPr>
          <a:xfrm rot="-7115392">
            <a:off x="1087927" y="4443018"/>
            <a:ext cx="79132" cy="74463"/>
          </a:xfrm>
          <a:custGeom>
            <a:avLst/>
            <a:gdLst/>
            <a:ahLst/>
            <a:cxnLst/>
            <a:rect l="l" t="t" r="r" b="b"/>
            <a:pathLst>
              <a:path w="983" h="925" extrusionOk="0">
                <a:moveTo>
                  <a:pt x="509" y="1"/>
                </a:moveTo>
                <a:cubicBezTo>
                  <a:pt x="241" y="1"/>
                  <a:pt x="0" y="245"/>
                  <a:pt x="55" y="551"/>
                </a:cubicBezTo>
                <a:cubicBezTo>
                  <a:pt x="37" y="435"/>
                  <a:pt x="55" y="310"/>
                  <a:pt x="126" y="212"/>
                </a:cubicBezTo>
                <a:cubicBezTo>
                  <a:pt x="216" y="89"/>
                  <a:pt x="348" y="32"/>
                  <a:pt x="478" y="32"/>
                </a:cubicBezTo>
                <a:cubicBezTo>
                  <a:pt x="671" y="32"/>
                  <a:pt x="860" y="158"/>
                  <a:pt x="903" y="381"/>
                </a:cubicBezTo>
                <a:cubicBezTo>
                  <a:pt x="958" y="670"/>
                  <a:pt x="727" y="905"/>
                  <a:pt x="472" y="905"/>
                </a:cubicBezTo>
                <a:cubicBezTo>
                  <a:pt x="395" y="905"/>
                  <a:pt x="316" y="884"/>
                  <a:pt x="242" y="836"/>
                </a:cubicBezTo>
                <a:cubicBezTo>
                  <a:pt x="144" y="765"/>
                  <a:pt x="82" y="667"/>
                  <a:pt x="55" y="551"/>
                </a:cubicBezTo>
                <a:lnTo>
                  <a:pt x="55" y="551"/>
                </a:lnTo>
                <a:cubicBezTo>
                  <a:pt x="103" y="790"/>
                  <a:pt x="306" y="925"/>
                  <a:pt x="511" y="925"/>
                </a:cubicBezTo>
                <a:cubicBezTo>
                  <a:pt x="651" y="925"/>
                  <a:pt x="791" y="863"/>
                  <a:pt x="885" y="729"/>
                </a:cubicBezTo>
                <a:cubicBezTo>
                  <a:pt x="956" y="622"/>
                  <a:pt x="983" y="497"/>
                  <a:pt x="956" y="372"/>
                </a:cubicBezTo>
                <a:cubicBezTo>
                  <a:pt x="938" y="247"/>
                  <a:pt x="858" y="140"/>
                  <a:pt x="760" y="78"/>
                </a:cubicBezTo>
                <a:cubicBezTo>
                  <a:pt x="679" y="25"/>
                  <a:pt x="593" y="1"/>
                  <a:pt x="509" y="1"/>
                </a:cubicBezTo>
                <a:close/>
              </a:path>
            </a:pathLst>
          </a:custGeom>
          <a:solidFill>
            <a:srgbClr val="680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 name="Google Shape;136;p2"/>
          <p:cNvSpPr/>
          <p:nvPr/>
        </p:nvSpPr>
        <p:spPr>
          <a:xfrm rot="-7115392">
            <a:off x="1117343" y="4452459"/>
            <a:ext cx="33166" cy="27209"/>
          </a:xfrm>
          <a:custGeom>
            <a:avLst/>
            <a:gdLst/>
            <a:ahLst/>
            <a:cxnLst/>
            <a:rect l="l" t="t" r="r" b="b"/>
            <a:pathLst>
              <a:path w="412" h="338" extrusionOk="0">
                <a:moveTo>
                  <a:pt x="191" y="0"/>
                </a:moveTo>
                <a:cubicBezTo>
                  <a:pt x="91" y="0"/>
                  <a:pt x="1" y="93"/>
                  <a:pt x="28" y="201"/>
                </a:cubicBezTo>
                <a:cubicBezTo>
                  <a:pt x="43" y="280"/>
                  <a:pt x="108" y="338"/>
                  <a:pt x="191" y="338"/>
                </a:cubicBezTo>
                <a:cubicBezTo>
                  <a:pt x="202" y="338"/>
                  <a:pt x="213" y="337"/>
                  <a:pt x="224" y="335"/>
                </a:cubicBezTo>
                <a:cubicBezTo>
                  <a:pt x="367" y="308"/>
                  <a:pt x="411" y="112"/>
                  <a:pt x="286" y="31"/>
                </a:cubicBezTo>
                <a:cubicBezTo>
                  <a:pt x="256" y="10"/>
                  <a:pt x="223" y="0"/>
                  <a:pt x="191" y="0"/>
                </a:cubicBezTo>
                <a:close/>
              </a:path>
            </a:pathLst>
          </a:custGeom>
          <a:gradFill>
            <a:gsLst>
              <a:gs pos="0">
                <a:srgbClr val="FFFFFF">
                  <a:alpha val="0"/>
                </a:srgbClr>
              </a:gs>
              <a:gs pos="100000">
                <a:srgbClr val="FFFFFF">
                  <a:alpha val="2196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 name="Google Shape;137;p2"/>
          <p:cNvSpPr/>
          <p:nvPr/>
        </p:nvSpPr>
        <p:spPr>
          <a:xfrm rot="-7115392">
            <a:off x="1020924" y="4314727"/>
            <a:ext cx="76959" cy="76959"/>
          </a:xfrm>
          <a:custGeom>
            <a:avLst/>
            <a:gdLst/>
            <a:ahLst/>
            <a:cxnLst/>
            <a:rect l="l" t="t" r="r" b="b"/>
            <a:pathLst>
              <a:path w="956" h="956" extrusionOk="0">
                <a:moveTo>
                  <a:pt x="482" y="1"/>
                </a:moveTo>
                <a:cubicBezTo>
                  <a:pt x="214" y="1"/>
                  <a:pt x="0" y="215"/>
                  <a:pt x="0" y="482"/>
                </a:cubicBezTo>
                <a:cubicBezTo>
                  <a:pt x="0" y="741"/>
                  <a:pt x="214" y="955"/>
                  <a:pt x="482" y="955"/>
                </a:cubicBezTo>
                <a:cubicBezTo>
                  <a:pt x="741" y="955"/>
                  <a:pt x="955" y="741"/>
                  <a:pt x="955" y="482"/>
                </a:cubicBezTo>
                <a:cubicBezTo>
                  <a:pt x="955" y="215"/>
                  <a:pt x="741" y="1"/>
                  <a:pt x="48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2"/>
          <p:cNvSpPr/>
          <p:nvPr/>
        </p:nvSpPr>
        <p:spPr>
          <a:xfrm rot="-7115392">
            <a:off x="1014766" y="4313368"/>
            <a:ext cx="89436" cy="79132"/>
          </a:xfrm>
          <a:custGeom>
            <a:avLst/>
            <a:gdLst/>
            <a:ahLst/>
            <a:cxnLst/>
            <a:rect l="l" t="t" r="r" b="b"/>
            <a:pathLst>
              <a:path w="1111" h="983" extrusionOk="0">
                <a:moveTo>
                  <a:pt x="578" y="1"/>
                </a:moveTo>
                <a:cubicBezTo>
                  <a:pt x="357" y="1"/>
                  <a:pt x="155" y="145"/>
                  <a:pt x="93" y="369"/>
                </a:cubicBezTo>
                <a:cubicBezTo>
                  <a:pt x="129" y="244"/>
                  <a:pt x="209" y="145"/>
                  <a:pt x="316" y="83"/>
                </a:cubicBezTo>
                <a:cubicBezTo>
                  <a:pt x="392" y="40"/>
                  <a:pt x="470" y="20"/>
                  <a:pt x="545" y="20"/>
                </a:cubicBezTo>
                <a:cubicBezTo>
                  <a:pt x="827" y="20"/>
                  <a:pt x="1070" y="291"/>
                  <a:pt x="985" y="601"/>
                </a:cubicBezTo>
                <a:cubicBezTo>
                  <a:pt x="930" y="827"/>
                  <a:pt x="735" y="949"/>
                  <a:pt x="539" y="949"/>
                </a:cubicBezTo>
                <a:cubicBezTo>
                  <a:pt x="388" y="949"/>
                  <a:pt x="236" y="877"/>
                  <a:pt x="146" y="726"/>
                </a:cubicBezTo>
                <a:cubicBezTo>
                  <a:pt x="75" y="618"/>
                  <a:pt x="57" y="485"/>
                  <a:pt x="93" y="369"/>
                </a:cubicBezTo>
                <a:lnTo>
                  <a:pt x="93" y="360"/>
                </a:lnTo>
                <a:lnTo>
                  <a:pt x="93" y="360"/>
                </a:lnTo>
                <a:cubicBezTo>
                  <a:pt x="1" y="694"/>
                  <a:pt x="265" y="983"/>
                  <a:pt x="570" y="983"/>
                </a:cubicBezTo>
                <a:cubicBezTo>
                  <a:pt x="648" y="983"/>
                  <a:pt x="729" y="964"/>
                  <a:pt x="807" y="922"/>
                </a:cubicBezTo>
                <a:cubicBezTo>
                  <a:pt x="914" y="859"/>
                  <a:pt x="1003" y="743"/>
                  <a:pt x="1039" y="618"/>
                </a:cubicBezTo>
                <a:cubicBezTo>
                  <a:pt x="1110" y="351"/>
                  <a:pt x="950" y="74"/>
                  <a:pt x="682" y="12"/>
                </a:cubicBezTo>
                <a:cubicBezTo>
                  <a:pt x="647" y="4"/>
                  <a:pt x="612" y="1"/>
                  <a:pt x="578" y="1"/>
                </a:cubicBezTo>
                <a:close/>
              </a:path>
            </a:pathLst>
          </a:custGeom>
          <a:solidFill>
            <a:srgbClr val="680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39;p2"/>
          <p:cNvSpPr/>
          <p:nvPr/>
        </p:nvSpPr>
        <p:spPr>
          <a:xfrm rot="-7115392">
            <a:off x="1054122" y="4325523"/>
            <a:ext cx="30510" cy="25519"/>
          </a:xfrm>
          <a:custGeom>
            <a:avLst/>
            <a:gdLst/>
            <a:ahLst/>
            <a:cxnLst/>
            <a:rect l="l" t="t" r="r" b="b"/>
            <a:pathLst>
              <a:path w="379" h="317" extrusionOk="0">
                <a:moveTo>
                  <a:pt x="178" y="1"/>
                </a:moveTo>
                <a:cubicBezTo>
                  <a:pt x="112" y="1"/>
                  <a:pt x="48" y="42"/>
                  <a:pt x="28" y="117"/>
                </a:cubicBezTo>
                <a:cubicBezTo>
                  <a:pt x="1" y="198"/>
                  <a:pt x="54" y="287"/>
                  <a:pt x="135" y="314"/>
                </a:cubicBezTo>
                <a:cubicBezTo>
                  <a:pt x="146" y="316"/>
                  <a:pt x="157" y="317"/>
                  <a:pt x="167" y="317"/>
                </a:cubicBezTo>
                <a:cubicBezTo>
                  <a:pt x="286" y="317"/>
                  <a:pt x="379" y="188"/>
                  <a:pt x="313" y="81"/>
                </a:cubicBezTo>
                <a:cubicBezTo>
                  <a:pt x="282" y="26"/>
                  <a:pt x="230" y="1"/>
                  <a:pt x="178" y="1"/>
                </a:cubicBezTo>
                <a:close/>
              </a:path>
            </a:pathLst>
          </a:custGeom>
          <a:gradFill>
            <a:gsLst>
              <a:gs pos="0">
                <a:srgbClr val="FFFFFF">
                  <a:alpha val="0"/>
                </a:srgbClr>
              </a:gs>
              <a:gs pos="100000">
                <a:srgbClr val="FFFFFF">
                  <a:alpha val="2196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 name="Google Shape;140;p2"/>
          <p:cNvSpPr/>
          <p:nvPr/>
        </p:nvSpPr>
        <p:spPr>
          <a:xfrm rot="-7115392">
            <a:off x="827813" y="4321038"/>
            <a:ext cx="227173" cy="254382"/>
          </a:xfrm>
          <a:custGeom>
            <a:avLst/>
            <a:gdLst/>
            <a:ahLst/>
            <a:cxnLst/>
            <a:rect l="l" t="t" r="r" b="b"/>
            <a:pathLst>
              <a:path w="2822" h="3160" fill="none" extrusionOk="0">
                <a:moveTo>
                  <a:pt x="1" y="3160"/>
                </a:moveTo>
                <a:cubicBezTo>
                  <a:pt x="1" y="3160"/>
                  <a:pt x="1277" y="447"/>
                  <a:pt x="2821" y="0"/>
                </a:cubicBezTo>
              </a:path>
            </a:pathLst>
          </a:custGeom>
          <a:solidFill>
            <a:schemeClr val="dk1"/>
          </a:solidFill>
          <a:ln w="2000" cap="rnd" cmpd="sng">
            <a:solidFill>
              <a:srgbClr val="4D222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 name="Google Shape;141;p2"/>
          <p:cNvSpPr/>
          <p:nvPr/>
        </p:nvSpPr>
        <p:spPr>
          <a:xfrm rot="-7115392">
            <a:off x="965199" y="4360411"/>
            <a:ext cx="63998" cy="158184"/>
          </a:xfrm>
          <a:custGeom>
            <a:avLst/>
            <a:gdLst/>
            <a:ahLst/>
            <a:cxnLst/>
            <a:rect l="l" t="t" r="r" b="b"/>
            <a:pathLst>
              <a:path w="795" h="1965" fill="none" extrusionOk="0">
                <a:moveTo>
                  <a:pt x="795" y="1964"/>
                </a:moveTo>
                <a:cubicBezTo>
                  <a:pt x="795" y="1964"/>
                  <a:pt x="0" y="1232"/>
                  <a:pt x="420" y="1"/>
                </a:cubicBezTo>
              </a:path>
            </a:pathLst>
          </a:custGeom>
          <a:solidFill>
            <a:schemeClr val="dk1"/>
          </a:solidFill>
          <a:ln w="2000" cap="rnd" cmpd="sng">
            <a:solidFill>
              <a:srgbClr val="4D222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 name="Google Shape;142;p2"/>
          <p:cNvSpPr/>
          <p:nvPr/>
        </p:nvSpPr>
        <p:spPr>
          <a:xfrm rot="-7115392">
            <a:off x="498545" y="3828575"/>
            <a:ext cx="368612" cy="263559"/>
          </a:xfrm>
          <a:custGeom>
            <a:avLst/>
            <a:gdLst/>
            <a:ahLst/>
            <a:cxnLst/>
            <a:rect l="l" t="t" r="r" b="b"/>
            <a:pathLst>
              <a:path w="4579" h="3274" extrusionOk="0">
                <a:moveTo>
                  <a:pt x="1886" y="1"/>
                </a:moveTo>
                <a:cubicBezTo>
                  <a:pt x="980" y="1"/>
                  <a:pt x="482" y="1004"/>
                  <a:pt x="482" y="1004"/>
                </a:cubicBezTo>
                <a:cubicBezTo>
                  <a:pt x="304" y="1387"/>
                  <a:pt x="0" y="2218"/>
                  <a:pt x="1036" y="2958"/>
                </a:cubicBezTo>
                <a:cubicBezTo>
                  <a:pt x="1363" y="3193"/>
                  <a:pt x="1833" y="3274"/>
                  <a:pt x="2325" y="3274"/>
                </a:cubicBezTo>
                <a:cubicBezTo>
                  <a:pt x="3401" y="3274"/>
                  <a:pt x="4579" y="2887"/>
                  <a:pt x="4579" y="2887"/>
                </a:cubicBezTo>
                <a:cubicBezTo>
                  <a:pt x="4338" y="1923"/>
                  <a:pt x="3089" y="156"/>
                  <a:pt x="2062" y="13"/>
                </a:cubicBezTo>
                <a:cubicBezTo>
                  <a:pt x="2002" y="5"/>
                  <a:pt x="1943" y="1"/>
                  <a:pt x="188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 name="Google Shape;143;p2"/>
          <p:cNvSpPr/>
          <p:nvPr/>
        </p:nvSpPr>
        <p:spPr>
          <a:xfrm rot="-7115392">
            <a:off x="507409" y="3892289"/>
            <a:ext cx="373120" cy="188371"/>
          </a:xfrm>
          <a:custGeom>
            <a:avLst/>
            <a:gdLst/>
            <a:ahLst/>
            <a:cxnLst/>
            <a:rect l="l" t="t" r="r" b="b"/>
            <a:pathLst>
              <a:path w="4635" h="2340" extrusionOk="0">
                <a:moveTo>
                  <a:pt x="104" y="1"/>
                </a:moveTo>
                <a:cubicBezTo>
                  <a:pt x="50" y="1"/>
                  <a:pt x="0" y="66"/>
                  <a:pt x="49" y="116"/>
                </a:cubicBezTo>
                <a:cubicBezTo>
                  <a:pt x="192" y="240"/>
                  <a:pt x="344" y="348"/>
                  <a:pt x="513" y="437"/>
                </a:cubicBezTo>
                <a:cubicBezTo>
                  <a:pt x="719" y="562"/>
                  <a:pt x="942" y="660"/>
                  <a:pt x="1156" y="767"/>
                </a:cubicBezTo>
                <a:cubicBezTo>
                  <a:pt x="1272" y="821"/>
                  <a:pt x="1388" y="874"/>
                  <a:pt x="1504" y="919"/>
                </a:cubicBezTo>
                <a:cubicBezTo>
                  <a:pt x="1611" y="1204"/>
                  <a:pt x="1718" y="1490"/>
                  <a:pt x="1825" y="1767"/>
                </a:cubicBezTo>
                <a:lnTo>
                  <a:pt x="1870" y="1901"/>
                </a:lnTo>
                <a:cubicBezTo>
                  <a:pt x="1871" y="1901"/>
                  <a:pt x="1871" y="1902"/>
                  <a:pt x="1872" y="1902"/>
                </a:cubicBezTo>
                <a:cubicBezTo>
                  <a:pt x="1887" y="1902"/>
                  <a:pt x="1715" y="1277"/>
                  <a:pt x="1611" y="990"/>
                </a:cubicBezTo>
                <a:lnTo>
                  <a:pt x="1593" y="954"/>
                </a:lnTo>
                <a:lnTo>
                  <a:pt x="1593" y="954"/>
                </a:lnTo>
                <a:cubicBezTo>
                  <a:pt x="1834" y="1044"/>
                  <a:pt x="2066" y="1133"/>
                  <a:pt x="2298" y="1240"/>
                </a:cubicBezTo>
                <a:cubicBezTo>
                  <a:pt x="2486" y="1311"/>
                  <a:pt x="2664" y="1392"/>
                  <a:pt x="2843" y="1481"/>
                </a:cubicBezTo>
                <a:cubicBezTo>
                  <a:pt x="2950" y="1686"/>
                  <a:pt x="3066" y="1892"/>
                  <a:pt x="3191" y="2097"/>
                </a:cubicBezTo>
                <a:lnTo>
                  <a:pt x="3244" y="2204"/>
                </a:lnTo>
                <a:cubicBezTo>
                  <a:pt x="3155" y="1972"/>
                  <a:pt x="3057" y="1740"/>
                  <a:pt x="2941" y="1526"/>
                </a:cubicBezTo>
                <a:lnTo>
                  <a:pt x="2941" y="1526"/>
                </a:lnTo>
                <a:cubicBezTo>
                  <a:pt x="3343" y="1713"/>
                  <a:pt x="3744" y="1909"/>
                  <a:pt x="4146" y="2097"/>
                </a:cubicBezTo>
                <a:lnTo>
                  <a:pt x="4619" y="2338"/>
                </a:lnTo>
                <a:cubicBezTo>
                  <a:pt x="4621" y="2339"/>
                  <a:pt x="4623" y="2340"/>
                  <a:pt x="4623" y="2340"/>
                </a:cubicBezTo>
                <a:cubicBezTo>
                  <a:pt x="4635" y="2340"/>
                  <a:pt x="3913" y="1899"/>
                  <a:pt x="3414" y="1624"/>
                </a:cubicBezTo>
                <a:lnTo>
                  <a:pt x="3762" y="1454"/>
                </a:lnTo>
                <a:lnTo>
                  <a:pt x="3825" y="1428"/>
                </a:lnTo>
                <a:lnTo>
                  <a:pt x="3825" y="1428"/>
                </a:lnTo>
                <a:cubicBezTo>
                  <a:pt x="3664" y="1463"/>
                  <a:pt x="3503" y="1517"/>
                  <a:pt x="3351" y="1579"/>
                </a:cubicBezTo>
                <a:lnTo>
                  <a:pt x="3343" y="1588"/>
                </a:lnTo>
                <a:cubicBezTo>
                  <a:pt x="3039" y="1428"/>
                  <a:pt x="2798" y="1311"/>
                  <a:pt x="2477" y="1169"/>
                </a:cubicBezTo>
                <a:cubicBezTo>
                  <a:pt x="2352" y="1115"/>
                  <a:pt x="2218" y="1062"/>
                  <a:pt x="2093" y="1008"/>
                </a:cubicBezTo>
                <a:lnTo>
                  <a:pt x="2825" y="597"/>
                </a:lnTo>
                <a:lnTo>
                  <a:pt x="2941" y="526"/>
                </a:lnTo>
                <a:cubicBezTo>
                  <a:pt x="2942" y="526"/>
                  <a:pt x="2943" y="525"/>
                  <a:pt x="2942" y="525"/>
                </a:cubicBezTo>
                <a:lnTo>
                  <a:pt x="2942" y="525"/>
                </a:lnTo>
                <a:cubicBezTo>
                  <a:pt x="2938" y="525"/>
                  <a:pt x="2352" y="781"/>
                  <a:pt x="2093" y="928"/>
                </a:cubicBezTo>
                <a:lnTo>
                  <a:pt x="2013" y="981"/>
                </a:lnTo>
                <a:cubicBezTo>
                  <a:pt x="1816" y="901"/>
                  <a:pt x="1629" y="830"/>
                  <a:pt x="1442" y="749"/>
                </a:cubicBezTo>
                <a:lnTo>
                  <a:pt x="1326" y="696"/>
                </a:lnTo>
                <a:lnTo>
                  <a:pt x="1986" y="205"/>
                </a:lnTo>
                <a:lnTo>
                  <a:pt x="2084" y="124"/>
                </a:lnTo>
                <a:cubicBezTo>
                  <a:pt x="2086" y="123"/>
                  <a:pt x="2086" y="123"/>
                  <a:pt x="2086" y="123"/>
                </a:cubicBezTo>
                <a:lnTo>
                  <a:pt x="2086" y="123"/>
                </a:lnTo>
                <a:cubicBezTo>
                  <a:pt x="2078" y="123"/>
                  <a:pt x="1557" y="435"/>
                  <a:pt x="1326" y="615"/>
                </a:cubicBezTo>
                <a:lnTo>
                  <a:pt x="1254" y="669"/>
                </a:lnTo>
                <a:cubicBezTo>
                  <a:pt x="1058" y="580"/>
                  <a:pt x="870" y="490"/>
                  <a:pt x="683" y="383"/>
                </a:cubicBezTo>
                <a:cubicBezTo>
                  <a:pt x="487" y="285"/>
                  <a:pt x="308" y="160"/>
                  <a:pt x="147" y="17"/>
                </a:cubicBezTo>
                <a:cubicBezTo>
                  <a:pt x="134" y="6"/>
                  <a:pt x="119" y="1"/>
                  <a:pt x="10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 name="Google Shape;144;p2"/>
          <p:cNvSpPr/>
          <p:nvPr/>
        </p:nvSpPr>
        <p:spPr>
          <a:xfrm rot="-7115392">
            <a:off x="563416" y="3802317"/>
            <a:ext cx="301072" cy="219928"/>
          </a:xfrm>
          <a:custGeom>
            <a:avLst/>
            <a:gdLst/>
            <a:ahLst/>
            <a:cxnLst/>
            <a:rect l="l" t="t" r="r" b="b"/>
            <a:pathLst>
              <a:path w="3740" h="2732" extrusionOk="0">
                <a:moveTo>
                  <a:pt x="0" y="1821"/>
                </a:moveTo>
                <a:cubicBezTo>
                  <a:pt x="89" y="1911"/>
                  <a:pt x="179" y="1991"/>
                  <a:pt x="286" y="2062"/>
                </a:cubicBezTo>
                <a:cubicBezTo>
                  <a:pt x="1205" y="2732"/>
                  <a:pt x="3293" y="2152"/>
                  <a:pt x="3740" y="2018"/>
                </a:cubicBezTo>
                <a:cubicBezTo>
                  <a:pt x="3276" y="134"/>
                  <a:pt x="652" y="1"/>
                  <a:pt x="0" y="1821"/>
                </a:cubicBezTo>
                <a:close/>
              </a:path>
            </a:pathLst>
          </a:custGeom>
          <a:gradFill>
            <a:gsLst>
              <a:gs pos="0">
                <a:srgbClr val="FFFFFF">
                  <a:alpha val="0"/>
                </a:srgbClr>
              </a:gs>
              <a:gs pos="100000">
                <a:srgbClr val="FFFFFF">
                  <a:alpha val="2196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45;p2"/>
          <p:cNvSpPr/>
          <p:nvPr/>
        </p:nvSpPr>
        <p:spPr>
          <a:xfrm rot="-7115392">
            <a:off x="502653" y="3815973"/>
            <a:ext cx="348487" cy="265733"/>
          </a:xfrm>
          <a:custGeom>
            <a:avLst/>
            <a:gdLst/>
            <a:ahLst/>
            <a:cxnLst/>
            <a:rect l="l" t="t" r="r" b="b"/>
            <a:pathLst>
              <a:path w="4329" h="3301" extrusionOk="0">
                <a:moveTo>
                  <a:pt x="1597" y="1"/>
                </a:moveTo>
                <a:cubicBezTo>
                  <a:pt x="1492" y="1"/>
                  <a:pt x="1388" y="14"/>
                  <a:pt x="1285" y="41"/>
                </a:cubicBezTo>
                <a:cubicBezTo>
                  <a:pt x="1044" y="112"/>
                  <a:pt x="821" y="246"/>
                  <a:pt x="643" y="416"/>
                </a:cubicBezTo>
                <a:cubicBezTo>
                  <a:pt x="464" y="585"/>
                  <a:pt x="312" y="791"/>
                  <a:pt x="196" y="1014"/>
                </a:cubicBezTo>
                <a:cubicBezTo>
                  <a:pt x="312" y="791"/>
                  <a:pt x="464" y="594"/>
                  <a:pt x="652" y="425"/>
                </a:cubicBezTo>
                <a:cubicBezTo>
                  <a:pt x="821" y="246"/>
                  <a:pt x="1044" y="121"/>
                  <a:pt x="1285" y="59"/>
                </a:cubicBezTo>
                <a:cubicBezTo>
                  <a:pt x="1388" y="32"/>
                  <a:pt x="1492" y="18"/>
                  <a:pt x="1596" y="18"/>
                </a:cubicBezTo>
                <a:cubicBezTo>
                  <a:pt x="1736" y="18"/>
                  <a:pt x="1875" y="43"/>
                  <a:pt x="2008" y="94"/>
                </a:cubicBezTo>
                <a:cubicBezTo>
                  <a:pt x="2240" y="184"/>
                  <a:pt x="2454" y="309"/>
                  <a:pt x="2642" y="469"/>
                </a:cubicBezTo>
                <a:cubicBezTo>
                  <a:pt x="3017" y="791"/>
                  <a:pt x="3347" y="1165"/>
                  <a:pt x="3624" y="1576"/>
                </a:cubicBezTo>
                <a:cubicBezTo>
                  <a:pt x="3766" y="1781"/>
                  <a:pt x="3891" y="1995"/>
                  <a:pt x="3998" y="2219"/>
                </a:cubicBezTo>
                <a:cubicBezTo>
                  <a:pt x="4110" y="2425"/>
                  <a:pt x="4197" y="2647"/>
                  <a:pt x="4259" y="2878"/>
                </a:cubicBezTo>
                <a:lnTo>
                  <a:pt x="4259" y="2878"/>
                </a:lnTo>
                <a:cubicBezTo>
                  <a:pt x="3803" y="3026"/>
                  <a:pt x="3329" y="3130"/>
                  <a:pt x="2856" y="3200"/>
                </a:cubicBezTo>
                <a:cubicBezTo>
                  <a:pt x="2615" y="3236"/>
                  <a:pt x="2365" y="3263"/>
                  <a:pt x="2124" y="3263"/>
                </a:cubicBezTo>
                <a:cubicBezTo>
                  <a:pt x="2083" y="3264"/>
                  <a:pt x="2041" y="3265"/>
                  <a:pt x="1999" y="3265"/>
                </a:cubicBezTo>
                <a:cubicBezTo>
                  <a:pt x="1798" y="3265"/>
                  <a:pt x="1592" y="3248"/>
                  <a:pt x="1392" y="3218"/>
                </a:cubicBezTo>
                <a:cubicBezTo>
                  <a:pt x="910" y="3120"/>
                  <a:pt x="482" y="2834"/>
                  <a:pt x="214" y="2415"/>
                </a:cubicBezTo>
                <a:cubicBezTo>
                  <a:pt x="80" y="2210"/>
                  <a:pt x="9" y="1960"/>
                  <a:pt x="18" y="1719"/>
                </a:cubicBezTo>
                <a:cubicBezTo>
                  <a:pt x="18" y="1471"/>
                  <a:pt x="79" y="1233"/>
                  <a:pt x="193" y="1020"/>
                </a:cubicBezTo>
                <a:lnTo>
                  <a:pt x="193" y="1020"/>
                </a:lnTo>
                <a:cubicBezTo>
                  <a:pt x="79" y="1233"/>
                  <a:pt x="18" y="1471"/>
                  <a:pt x="9" y="1719"/>
                </a:cubicBezTo>
                <a:cubicBezTo>
                  <a:pt x="0" y="1969"/>
                  <a:pt x="71" y="2210"/>
                  <a:pt x="205" y="2424"/>
                </a:cubicBezTo>
                <a:cubicBezTo>
                  <a:pt x="473" y="2843"/>
                  <a:pt x="901" y="3138"/>
                  <a:pt x="1392" y="3236"/>
                </a:cubicBezTo>
                <a:cubicBezTo>
                  <a:pt x="1594" y="3281"/>
                  <a:pt x="1796" y="3301"/>
                  <a:pt x="2003" y="3301"/>
                </a:cubicBezTo>
                <a:cubicBezTo>
                  <a:pt x="2043" y="3301"/>
                  <a:pt x="2084" y="3300"/>
                  <a:pt x="2124" y="3299"/>
                </a:cubicBezTo>
                <a:cubicBezTo>
                  <a:pt x="2374" y="3290"/>
                  <a:pt x="2615" y="3272"/>
                  <a:pt x="2865" y="3236"/>
                </a:cubicBezTo>
                <a:cubicBezTo>
                  <a:pt x="3347" y="3174"/>
                  <a:pt x="3829" y="3066"/>
                  <a:pt x="4302" y="2924"/>
                </a:cubicBezTo>
                <a:lnTo>
                  <a:pt x="4329" y="2915"/>
                </a:lnTo>
                <a:lnTo>
                  <a:pt x="4320" y="2888"/>
                </a:lnTo>
                <a:cubicBezTo>
                  <a:pt x="4248" y="2647"/>
                  <a:pt x="4159" y="2415"/>
                  <a:pt x="4043" y="2192"/>
                </a:cubicBezTo>
                <a:cubicBezTo>
                  <a:pt x="3927" y="1978"/>
                  <a:pt x="3802" y="1763"/>
                  <a:pt x="3659" y="1558"/>
                </a:cubicBezTo>
                <a:cubicBezTo>
                  <a:pt x="3374" y="1139"/>
                  <a:pt x="3043" y="773"/>
                  <a:pt x="2660" y="451"/>
                </a:cubicBezTo>
                <a:cubicBezTo>
                  <a:pt x="2472" y="291"/>
                  <a:pt x="2249" y="157"/>
                  <a:pt x="2017" y="77"/>
                </a:cubicBezTo>
                <a:cubicBezTo>
                  <a:pt x="1879" y="25"/>
                  <a:pt x="1738" y="1"/>
                  <a:pt x="159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146;p2"/>
          <p:cNvSpPr/>
          <p:nvPr/>
        </p:nvSpPr>
        <p:spPr>
          <a:xfrm rot="-7115392">
            <a:off x="942589" y="3903993"/>
            <a:ext cx="135966" cy="223631"/>
          </a:xfrm>
          <a:custGeom>
            <a:avLst/>
            <a:gdLst/>
            <a:ahLst/>
            <a:cxnLst/>
            <a:rect l="l" t="t" r="r" b="b"/>
            <a:pathLst>
              <a:path w="1689" h="2778" extrusionOk="0">
                <a:moveTo>
                  <a:pt x="1108" y="1"/>
                </a:moveTo>
                <a:cubicBezTo>
                  <a:pt x="747" y="433"/>
                  <a:pt x="1" y="2777"/>
                  <a:pt x="813" y="2777"/>
                </a:cubicBezTo>
                <a:cubicBezTo>
                  <a:pt x="822" y="2777"/>
                  <a:pt x="831" y="2777"/>
                  <a:pt x="841" y="2776"/>
                </a:cubicBezTo>
                <a:cubicBezTo>
                  <a:pt x="1689" y="2723"/>
                  <a:pt x="1109" y="1"/>
                  <a:pt x="1108" y="1"/>
                </a:cubicBezTo>
                <a:close/>
              </a:path>
            </a:pathLst>
          </a:custGeom>
          <a:solidFill>
            <a:srgbClr val="EE7B2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147;p2"/>
          <p:cNvSpPr/>
          <p:nvPr/>
        </p:nvSpPr>
        <p:spPr>
          <a:xfrm rot="-7115392">
            <a:off x="766883" y="3876473"/>
            <a:ext cx="239328" cy="99579"/>
          </a:xfrm>
          <a:custGeom>
            <a:avLst/>
            <a:gdLst/>
            <a:ahLst/>
            <a:cxnLst/>
            <a:rect l="l" t="t" r="r" b="b"/>
            <a:pathLst>
              <a:path w="2973" h="1237" extrusionOk="0">
                <a:moveTo>
                  <a:pt x="277" y="0"/>
                </a:moveTo>
                <a:cubicBezTo>
                  <a:pt x="162" y="0"/>
                  <a:pt x="68" y="8"/>
                  <a:pt x="1" y="24"/>
                </a:cubicBezTo>
                <a:cubicBezTo>
                  <a:pt x="1" y="24"/>
                  <a:pt x="1471" y="1237"/>
                  <a:pt x="2224" y="1237"/>
                </a:cubicBezTo>
                <a:cubicBezTo>
                  <a:pt x="2380" y="1237"/>
                  <a:pt x="2505" y="1185"/>
                  <a:pt x="2580" y="1059"/>
                </a:cubicBezTo>
                <a:cubicBezTo>
                  <a:pt x="2972" y="416"/>
                  <a:pt x="1108" y="0"/>
                  <a:pt x="27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 name="Google Shape;148;p2"/>
          <p:cNvSpPr/>
          <p:nvPr/>
        </p:nvSpPr>
        <p:spPr>
          <a:xfrm rot="-7115392">
            <a:off x="921943" y="3771414"/>
            <a:ext cx="154481" cy="211314"/>
          </a:xfrm>
          <a:custGeom>
            <a:avLst/>
            <a:gdLst/>
            <a:ahLst/>
            <a:cxnLst/>
            <a:rect l="l" t="t" r="r" b="b"/>
            <a:pathLst>
              <a:path w="1919" h="2625" extrusionOk="0">
                <a:moveTo>
                  <a:pt x="107" y="0"/>
                </a:moveTo>
                <a:lnTo>
                  <a:pt x="107" y="0"/>
                </a:lnTo>
                <a:cubicBezTo>
                  <a:pt x="0" y="508"/>
                  <a:pt x="397" y="2624"/>
                  <a:pt x="1022" y="2624"/>
                </a:cubicBezTo>
                <a:cubicBezTo>
                  <a:pt x="1078" y="2624"/>
                  <a:pt x="1136" y="2607"/>
                  <a:pt x="1195" y="2571"/>
                </a:cubicBezTo>
                <a:cubicBezTo>
                  <a:pt x="1918" y="2116"/>
                  <a:pt x="107" y="0"/>
                  <a:pt x="107" y="0"/>
                </a:cubicBezTo>
                <a:close/>
              </a:path>
            </a:pathLst>
          </a:custGeom>
          <a:solidFill>
            <a:srgbClr val="EE7B2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 name="Google Shape;149;p2"/>
          <p:cNvSpPr/>
          <p:nvPr/>
        </p:nvSpPr>
        <p:spPr>
          <a:xfrm rot="-7115392">
            <a:off x="885259" y="4003243"/>
            <a:ext cx="136207" cy="223631"/>
          </a:xfrm>
          <a:custGeom>
            <a:avLst/>
            <a:gdLst/>
            <a:ahLst/>
            <a:cxnLst/>
            <a:rect l="l" t="t" r="r" b="b"/>
            <a:pathLst>
              <a:path w="1692" h="2778" extrusionOk="0">
                <a:moveTo>
                  <a:pt x="1112" y="1"/>
                </a:moveTo>
                <a:cubicBezTo>
                  <a:pt x="740" y="425"/>
                  <a:pt x="1" y="2777"/>
                  <a:pt x="812" y="2777"/>
                </a:cubicBezTo>
                <a:cubicBezTo>
                  <a:pt x="819" y="2777"/>
                  <a:pt x="827" y="2777"/>
                  <a:pt x="835" y="2777"/>
                </a:cubicBezTo>
                <a:cubicBezTo>
                  <a:pt x="1692" y="2723"/>
                  <a:pt x="1112" y="1"/>
                  <a:pt x="1112" y="1"/>
                </a:cubicBezTo>
                <a:close/>
              </a:path>
            </a:pathLst>
          </a:custGeom>
          <a:solidFill>
            <a:srgbClr val="EE7B2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150;p2"/>
          <p:cNvSpPr/>
          <p:nvPr/>
        </p:nvSpPr>
        <p:spPr>
          <a:xfrm rot="-7115392">
            <a:off x="709534" y="3975950"/>
            <a:ext cx="239570" cy="100062"/>
          </a:xfrm>
          <a:custGeom>
            <a:avLst/>
            <a:gdLst/>
            <a:ahLst/>
            <a:cxnLst/>
            <a:rect l="l" t="t" r="r" b="b"/>
            <a:pathLst>
              <a:path w="2976" h="1243" extrusionOk="0">
                <a:moveTo>
                  <a:pt x="258" y="0"/>
                </a:moveTo>
                <a:cubicBezTo>
                  <a:pt x="152" y="0"/>
                  <a:pt x="63" y="7"/>
                  <a:pt x="0" y="21"/>
                </a:cubicBezTo>
                <a:cubicBezTo>
                  <a:pt x="0" y="21"/>
                  <a:pt x="1479" y="1242"/>
                  <a:pt x="2233" y="1242"/>
                </a:cubicBezTo>
                <a:cubicBezTo>
                  <a:pt x="2389" y="1242"/>
                  <a:pt x="2514" y="1191"/>
                  <a:pt x="2588" y="1066"/>
                </a:cubicBezTo>
                <a:cubicBezTo>
                  <a:pt x="2976" y="417"/>
                  <a:pt x="1080" y="0"/>
                  <a:pt x="25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51;p2"/>
          <p:cNvSpPr/>
          <p:nvPr/>
        </p:nvSpPr>
        <p:spPr>
          <a:xfrm rot="-7115392">
            <a:off x="826239" y="4096155"/>
            <a:ext cx="134436" cy="225402"/>
          </a:xfrm>
          <a:custGeom>
            <a:avLst/>
            <a:gdLst/>
            <a:ahLst/>
            <a:cxnLst/>
            <a:rect l="l" t="t" r="r" b="b"/>
            <a:pathLst>
              <a:path w="1670" h="2800" extrusionOk="0">
                <a:moveTo>
                  <a:pt x="777" y="0"/>
                </a:moveTo>
                <a:cubicBezTo>
                  <a:pt x="465" y="469"/>
                  <a:pt x="1" y="2800"/>
                  <a:pt x="753" y="2800"/>
                </a:cubicBezTo>
                <a:cubicBezTo>
                  <a:pt x="775" y="2800"/>
                  <a:pt x="798" y="2798"/>
                  <a:pt x="822" y="2794"/>
                </a:cubicBezTo>
                <a:cubicBezTo>
                  <a:pt x="1670" y="2642"/>
                  <a:pt x="777" y="0"/>
                  <a:pt x="777" y="0"/>
                </a:cubicBezTo>
                <a:close/>
              </a:path>
            </a:pathLst>
          </a:custGeom>
          <a:solidFill>
            <a:srgbClr val="EE7B2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52;p2"/>
          <p:cNvSpPr/>
          <p:nvPr/>
        </p:nvSpPr>
        <p:spPr>
          <a:xfrm rot="-7115392">
            <a:off x="652156" y="4107829"/>
            <a:ext cx="237879" cy="83399"/>
          </a:xfrm>
          <a:custGeom>
            <a:avLst/>
            <a:gdLst/>
            <a:ahLst/>
            <a:cxnLst/>
            <a:rect l="l" t="t" r="r" b="b"/>
            <a:pathLst>
              <a:path w="2955" h="1036" extrusionOk="0">
                <a:moveTo>
                  <a:pt x="696" y="1"/>
                </a:moveTo>
                <a:cubicBezTo>
                  <a:pt x="391" y="1"/>
                  <a:pt x="134" y="27"/>
                  <a:pt x="0" y="73"/>
                </a:cubicBezTo>
                <a:cubicBezTo>
                  <a:pt x="0" y="73"/>
                  <a:pt x="1483" y="1035"/>
                  <a:pt x="2263" y="1035"/>
                </a:cubicBezTo>
                <a:cubicBezTo>
                  <a:pt x="2462" y="1035"/>
                  <a:pt x="2616" y="972"/>
                  <a:pt x="2687" y="814"/>
                </a:cubicBezTo>
                <a:cubicBezTo>
                  <a:pt x="2955" y="232"/>
                  <a:pt x="1611" y="1"/>
                  <a:pt x="69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 name="Google Shape;153;p2"/>
          <p:cNvSpPr/>
          <p:nvPr/>
        </p:nvSpPr>
        <p:spPr>
          <a:xfrm rot="-7115392">
            <a:off x="778581" y="4193201"/>
            <a:ext cx="130814" cy="223389"/>
          </a:xfrm>
          <a:custGeom>
            <a:avLst/>
            <a:gdLst/>
            <a:ahLst/>
            <a:cxnLst/>
            <a:rect l="l" t="t" r="r" b="b"/>
            <a:pathLst>
              <a:path w="1625" h="2775" extrusionOk="0">
                <a:moveTo>
                  <a:pt x="446" y="0"/>
                </a:moveTo>
                <a:cubicBezTo>
                  <a:pt x="199" y="477"/>
                  <a:pt x="1" y="2775"/>
                  <a:pt x="697" y="2775"/>
                </a:cubicBezTo>
                <a:cubicBezTo>
                  <a:pt x="730" y="2775"/>
                  <a:pt x="765" y="2769"/>
                  <a:pt x="803" y="2758"/>
                </a:cubicBezTo>
                <a:cubicBezTo>
                  <a:pt x="1624" y="2526"/>
                  <a:pt x="446" y="1"/>
                  <a:pt x="446" y="0"/>
                </a:cubicBezTo>
                <a:close/>
              </a:path>
            </a:pathLst>
          </a:custGeom>
          <a:solidFill>
            <a:srgbClr val="EE7B2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 name="Google Shape;154;p2"/>
          <p:cNvSpPr/>
          <p:nvPr/>
        </p:nvSpPr>
        <p:spPr>
          <a:xfrm rot="-7115392">
            <a:off x="605645" y="4238930"/>
            <a:ext cx="234176" cy="72853"/>
          </a:xfrm>
          <a:custGeom>
            <a:avLst/>
            <a:gdLst/>
            <a:ahLst/>
            <a:cxnLst/>
            <a:rect l="l" t="t" r="r" b="b"/>
            <a:pathLst>
              <a:path w="2909" h="905" extrusionOk="0">
                <a:moveTo>
                  <a:pt x="1338" y="1"/>
                </a:moveTo>
                <a:cubicBezTo>
                  <a:pt x="777" y="1"/>
                  <a:pt x="216" y="81"/>
                  <a:pt x="0" y="186"/>
                </a:cubicBezTo>
                <a:cubicBezTo>
                  <a:pt x="0" y="186"/>
                  <a:pt x="1424" y="905"/>
                  <a:pt x="2234" y="905"/>
                </a:cubicBezTo>
                <a:cubicBezTo>
                  <a:pt x="2495" y="905"/>
                  <a:pt x="2693" y="830"/>
                  <a:pt x="2758" y="632"/>
                </a:cubicBezTo>
                <a:cubicBezTo>
                  <a:pt x="2909" y="159"/>
                  <a:pt x="2123" y="1"/>
                  <a:pt x="133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 name="Google Shape;155;p2"/>
          <p:cNvSpPr/>
          <p:nvPr/>
        </p:nvSpPr>
        <p:spPr>
          <a:xfrm rot="-7115392">
            <a:off x="897977" y="4118618"/>
            <a:ext cx="79776" cy="140232"/>
          </a:xfrm>
          <a:custGeom>
            <a:avLst/>
            <a:gdLst/>
            <a:ahLst/>
            <a:cxnLst/>
            <a:rect l="l" t="t" r="r" b="b"/>
            <a:pathLst>
              <a:path w="991" h="1742" extrusionOk="0">
                <a:moveTo>
                  <a:pt x="527" y="1652"/>
                </a:moveTo>
                <a:cubicBezTo>
                  <a:pt x="991" y="1572"/>
                  <a:pt x="928" y="742"/>
                  <a:pt x="785" y="1"/>
                </a:cubicBezTo>
                <a:cubicBezTo>
                  <a:pt x="544" y="54"/>
                  <a:pt x="312" y="135"/>
                  <a:pt x="98" y="242"/>
                </a:cubicBezTo>
                <a:cubicBezTo>
                  <a:pt x="0" y="991"/>
                  <a:pt x="54" y="1741"/>
                  <a:pt x="527" y="1652"/>
                </a:cubicBezTo>
                <a:close/>
              </a:path>
            </a:pathLst>
          </a:custGeom>
          <a:gradFill>
            <a:gsLst>
              <a:gs pos="0">
                <a:srgbClr val="FFFFFF">
                  <a:alpha val="0"/>
                </a:srgbClr>
              </a:gs>
              <a:gs pos="100000">
                <a:srgbClr val="FFFFFF">
                  <a:alpha val="2196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156;p2"/>
          <p:cNvSpPr/>
          <p:nvPr/>
        </p:nvSpPr>
        <p:spPr>
          <a:xfrm rot="-7115392">
            <a:off x="803478" y="3798951"/>
            <a:ext cx="326994" cy="389462"/>
          </a:xfrm>
          <a:custGeom>
            <a:avLst/>
            <a:gdLst/>
            <a:ahLst/>
            <a:cxnLst/>
            <a:rect l="l" t="t" r="r" b="b"/>
            <a:pathLst>
              <a:path w="4062" h="4838" extrusionOk="0">
                <a:moveTo>
                  <a:pt x="4061" y="2562"/>
                </a:moveTo>
                <a:cubicBezTo>
                  <a:pt x="4035" y="2258"/>
                  <a:pt x="3954" y="1964"/>
                  <a:pt x="3820" y="1687"/>
                </a:cubicBezTo>
                <a:cubicBezTo>
                  <a:pt x="3214" y="1419"/>
                  <a:pt x="2267" y="1286"/>
                  <a:pt x="1857" y="1330"/>
                </a:cubicBezTo>
                <a:lnTo>
                  <a:pt x="1830" y="1330"/>
                </a:lnTo>
                <a:cubicBezTo>
                  <a:pt x="1616" y="964"/>
                  <a:pt x="1393" y="607"/>
                  <a:pt x="1161" y="268"/>
                </a:cubicBezTo>
                <a:lnTo>
                  <a:pt x="1188" y="268"/>
                </a:lnTo>
                <a:cubicBezTo>
                  <a:pt x="1687" y="661"/>
                  <a:pt x="3124" y="1705"/>
                  <a:pt x="3553" y="1232"/>
                </a:cubicBezTo>
                <a:cubicBezTo>
                  <a:pt x="3214" y="768"/>
                  <a:pt x="2749" y="420"/>
                  <a:pt x="2214" y="215"/>
                </a:cubicBezTo>
                <a:cubicBezTo>
                  <a:pt x="1750" y="125"/>
                  <a:pt x="1286" y="90"/>
                  <a:pt x="1063" y="125"/>
                </a:cubicBezTo>
                <a:cubicBezTo>
                  <a:pt x="1027" y="81"/>
                  <a:pt x="1000" y="45"/>
                  <a:pt x="973" y="0"/>
                </a:cubicBezTo>
                <a:lnTo>
                  <a:pt x="857" y="0"/>
                </a:lnTo>
                <a:cubicBezTo>
                  <a:pt x="902" y="54"/>
                  <a:pt x="947" y="116"/>
                  <a:pt x="982" y="170"/>
                </a:cubicBezTo>
                <a:cubicBezTo>
                  <a:pt x="973" y="179"/>
                  <a:pt x="964" y="188"/>
                  <a:pt x="964" y="206"/>
                </a:cubicBezTo>
                <a:lnTo>
                  <a:pt x="964" y="295"/>
                </a:lnTo>
                <a:cubicBezTo>
                  <a:pt x="581" y="946"/>
                  <a:pt x="1" y="2981"/>
                  <a:pt x="786" y="2928"/>
                </a:cubicBezTo>
                <a:cubicBezTo>
                  <a:pt x="1518" y="2892"/>
                  <a:pt x="1196" y="893"/>
                  <a:pt x="1089" y="313"/>
                </a:cubicBezTo>
                <a:cubicBezTo>
                  <a:pt x="1330" y="661"/>
                  <a:pt x="1553" y="1018"/>
                  <a:pt x="1759" y="1375"/>
                </a:cubicBezTo>
                <a:lnTo>
                  <a:pt x="1759" y="1446"/>
                </a:lnTo>
                <a:cubicBezTo>
                  <a:pt x="1375" y="2008"/>
                  <a:pt x="723" y="4195"/>
                  <a:pt x="1536" y="4150"/>
                </a:cubicBezTo>
                <a:cubicBezTo>
                  <a:pt x="2250" y="4106"/>
                  <a:pt x="1964" y="2214"/>
                  <a:pt x="1848" y="1580"/>
                </a:cubicBezTo>
                <a:lnTo>
                  <a:pt x="1848" y="1544"/>
                </a:lnTo>
                <a:cubicBezTo>
                  <a:pt x="1955" y="1741"/>
                  <a:pt x="2107" y="2026"/>
                  <a:pt x="2250" y="2303"/>
                </a:cubicBezTo>
                <a:cubicBezTo>
                  <a:pt x="2223" y="2990"/>
                  <a:pt x="2624" y="4838"/>
                  <a:pt x="3214" y="4766"/>
                </a:cubicBezTo>
                <a:cubicBezTo>
                  <a:pt x="3330" y="4659"/>
                  <a:pt x="3428" y="4543"/>
                  <a:pt x="3526" y="4427"/>
                </a:cubicBezTo>
                <a:cubicBezTo>
                  <a:pt x="3597" y="3695"/>
                  <a:pt x="2267" y="2151"/>
                  <a:pt x="2267" y="2151"/>
                </a:cubicBezTo>
                <a:lnTo>
                  <a:pt x="2267" y="2151"/>
                </a:lnTo>
                <a:cubicBezTo>
                  <a:pt x="2160" y="1919"/>
                  <a:pt x="2035" y="1687"/>
                  <a:pt x="1910" y="1455"/>
                </a:cubicBezTo>
                <a:cubicBezTo>
                  <a:pt x="2303" y="1776"/>
                  <a:pt x="3472" y="2633"/>
                  <a:pt x="4061" y="2562"/>
                </a:cubicBezTo>
                <a:close/>
              </a:path>
            </a:pathLst>
          </a:custGeom>
          <a:gradFill>
            <a:gsLst>
              <a:gs pos="0">
                <a:srgbClr val="FFFFFF">
                  <a:alpha val="0"/>
                </a:srgbClr>
              </a:gs>
              <a:gs pos="100000">
                <a:srgbClr val="FFFFFF">
                  <a:alpha val="2196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157;p2"/>
          <p:cNvSpPr/>
          <p:nvPr/>
        </p:nvSpPr>
        <p:spPr>
          <a:xfrm rot="-7115392">
            <a:off x="914747" y="4243350"/>
            <a:ext cx="34535" cy="22379"/>
          </a:xfrm>
          <a:custGeom>
            <a:avLst/>
            <a:gdLst/>
            <a:ahLst/>
            <a:cxnLst/>
            <a:rect l="l" t="t" r="r" b="b"/>
            <a:pathLst>
              <a:path w="429" h="278" extrusionOk="0">
                <a:moveTo>
                  <a:pt x="179" y="250"/>
                </a:moveTo>
                <a:cubicBezTo>
                  <a:pt x="295" y="215"/>
                  <a:pt x="393" y="116"/>
                  <a:pt x="429" y="0"/>
                </a:cubicBezTo>
                <a:cubicBezTo>
                  <a:pt x="277" y="72"/>
                  <a:pt x="134" y="161"/>
                  <a:pt x="0" y="259"/>
                </a:cubicBezTo>
                <a:cubicBezTo>
                  <a:pt x="63" y="277"/>
                  <a:pt x="116" y="268"/>
                  <a:pt x="179" y="250"/>
                </a:cubicBezTo>
                <a:close/>
              </a:path>
            </a:pathLst>
          </a:custGeom>
          <a:gradFill>
            <a:gsLst>
              <a:gs pos="0">
                <a:srgbClr val="FFFFFF">
                  <a:alpha val="0"/>
                </a:srgbClr>
              </a:gs>
              <a:gs pos="100000">
                <a:srgbClr val="FFFFFF">
                  <a:alpha val="2196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158;p2"/>
          <p:cNvSpPr/>
          <p:nvPr/>
        </p:nvSpPr>
        <p:spPr>
          <a:xfrm rot="-7115392">
            <a:off x="954846" y="3788851"/>
            <a:ext cx="106341" cy="213568"/>
          </a:xfrm>
          <a:custGeom>
            <a:avLst/>
            <a:gdLst/>
            <a:ahLst/>
            <a:cxnLst/>
            <a:rect l="l" t="t" r="r" b="b"/>
            <a:pathLst>
              <a:path w="1321" h="2653" extrusionOk="0">
                <a:moveTo>
                  <a:pt x="1259" y="1911"/>
                </a:moveTo>
                <a:cubicBezTo>
                  <a:pt x="1294" y="2027"/>
                  <a:pt x="1321" y="2152"/>
                  <a:pt x="1321" y="2277"/>
                </a:cubicBezTo>
                <a:cubicBezTo>
                  <a:pt x="1321" y="2152"/>
                  <a:pt x="1303" y="2027"/>
                  <a:pt x="1259" y="1911"/>
                </a:cubicBezTo>
                <a:close/>
                <a:moveTo>
                  <a:pt x="47" y="1"/>
                </a:moveTo>
                <a:cubicBezTo>
                  <a:pt x="36" y="1"/>
                  <a:pt x="23" y="8"/>
                  <a:pt x="18" y="19"/>
                </a:cubicBezTo>
                <a:cubicBezTo>
                  <a:pt x="0" y="153"/>
                  <a:pt x="0" y="287"/>
                  <a:pt x="9" y="421"/>
                </a:cubicBezTo>
                <a:cubicBezTo>
                  <a:pt x="18" y="546"/>
                  <a:pt x="36" y="680"/>
                  <a:pt x="54" y="805"/>
                </a:cubicBezTo>
                <a:cubicBezTo>
                  <a:pt x="98" y="1064"/>
                  <a:pt x="161" y="1322"/>
                  <a:pt x="232" y="1572"/>
                </a:cubicBezTo>
                <a:cubicBezTo>
                  <a:pt x="304" y="1822"/>
                  <a:pt x="411" y="2063"/>
                  <a:pt x="536" y="2286"/>
                </a:cubicBezTo>
                <a:cubicBezTo>
                  <a:pt x="598" y="2402"/>
                  <a:pt x="687" y="2500"/>
                  <a:pt x="785" y="2581"/>
                </a:cubicBezTo>
                <a:cubicBezTo>
                  <a:pt x="839" y="2625"/>
                  <a:pt x="902" y="2643"/>
                  <a:pt x="973" y="2652"/>
                </a:cubicBezTo>
                <a:cubicBezTo>
                  <a:pt x="1035" y="2643"/>
                  <a:pt x="1097" y="2626"/>
                  <a:pt x="1150" y="2591"/>
                </a:cubicBezTo>
                <a:lnTo>
                  <a:pt x="1150" y="2591"/>
                </a:lnTo>
                <a:cubicBezTo>
                  <a:pt x="1097" y="2626"/>
                  <a:pt x="1035" y="2643"/>
                  <a:pt x="973" y="2643"/>
                </a:cubicBezTo>
                <a:cubicBezTo>
                  <a:pt x="902" y="2634"/>
                  <a:pt x="839" y="2617"/>
                  <a:pt x="794" y="2581"/>
                </a:cubicBezTo>
                <a:cubicBezTo>
                  <a:pt x="687" y="2500"/>
                  <a:pt x="607" y="2393"/>
                  <a:pt x="545" y="2286"/>
                </a:cubicBezTo>
                <a:cubicBezTo>
                  <a:pt x="420" y="2054"/>
                  <a:pt x="321" y="1813"/>
                  <a:pt x="259" y="1563"/>
                </a:cubicBezTo>
                <a:cubicBezTo>
                  <a:pt x="188" y="1305"/>
                  <a:pt x="134" y="1055"/>
                  <a:pt x="98" y="796"/>
                </a:cubicBezTo>
                <a:cubicBezTo>
                  <a:pt x="80" y="671"/>
                  <a:pt x="63" y="537"/>
                  <a:pt x="63" y="412"/>
                </a:cubicBezTo>
                <a:cubicBezTo>
                  <a:pt x="48" y="307"/>
                  <a:pt x="51" y="196"/>
                  <a:pt x="64" y="89"/>
                </a:cubicBezTo>
                <a:lnTo>
                  <a:pt x="64" y="89"/>
                </a:lnTo>
                <a:cubicBezTo>
                  <a:pt x="212" y="264"/>
                  <a:pt x="359" y="445"/>
                  <a:pt x="491" y="626"/>
                </a:cubicBezTo>
                <a:cubicBezTo>
                  <a:pt x="643" y="823"/>
                  <a:pt x="785" y="1028"/>
                  <a:pt x="919" y="1242"/>
                </a:cubicBezTo>
                <a:cubicBezTo>
                  <a:pt x="1053" y="1447"/>
                  <a:pt x="1169" y="1670"/>
                  <a:pt x="1259" y="1911"/>
                </a:cubicBezTo>
                <a:cubicBezTo>
                  <a:pt x="1178" y="1670"/>
                  <a:pt x="1071" y="1447"/>
                  <a:pt x="937" y="1233"/>
                </a:cubicBezTo>
                <a:cubicBezTo>
                  <a:pt x="687" y="796"/>
                  <a:pt x="393" y="394"/>
                  <a:pt x="63" y="10"/>
                </a:cubicBezTo>
                <a:cubicBezTo>
                  <a:pt x="59" y="4"/>
                  <a:pt x="53" y="1"/>
                  <a:pt x="47" y="1"/>
                </a:cubicBezTo>
                <a:close/>
              </a:path>
            </a:pathLst>
          </a:custGeom>
          <a:gradFill>
            <a:gsLst>
              <a:gs pos="0">
                <a:srgbClr val="FFFFFF">
                  <a:alpha val="0"/>
                </a:srgbClr>
              </a:gs>
              <a:gs pos="100000">
                <a:srgbClr val="FFFFFF">
                  <a:alpha val="2196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 name="Google Shape;159;p2"/>
          <p:cNvSpPr/>
          <p:nvPr/>
        </p:nvSpPr>
        <p:spPr>
          <a:xfrm rot="-7115392">
            <a:off x="973089" y="3901039"/>
            <a:ext cx="71163" cy="224919"/>
          </a:xfrm>
          <a:custGeom>
            <a:avLst/>
            <a:gdLst/>
            <a:ahLst/>
            <a:cxnLst/>
            <a:rect l="l" t="t" r="r" b="b"/>
            <a:pathLst>
              <a:path w="884" h="2794" extrusionOk="0">
                <a:moveTo>
                  <a:pt x="669" y="0"/>
                </a:moveTo>
                <a:cubicBezTo>
                  <a:pt x="663" y="0"/>
                  <a:pt x="656" y="2"/>
                  <a:pt x="652" y="7"/>
                </a:cubicBezTo>
                <a:cubicBezTo>
                  <a:pt x="571" y="114"/>
                  <a:pt x="500" y="221"/>
                  <a:pt x="455" y="346"/>
                </a:cubicBezTo>
                <a:cubicBezTo>
                  <a:pt x="393" y="462"/>
                  <a:pt x="348" y="578"/>
                  <a:pt x="304" y="703"/>
                </a:cubicBezTo>
                <a:cubicBezTo>
                  <a:pt x="214" y="953"/>
                  <a:pt x="143" y="1203"/>
                  <a:pt x="89" y="1453"/>
                </a:cubicBezTo>
                <a:cubicBezTo>
                  <a:pt x="36" y="1712"/>
                  <a:pt x="0" y="1970"/>
                  <a:pt x="9" y="2229"/>
                </a:cubicBezTo>
                <a:cubicBezTo>
                  <a:pt x="9" y="2363"/>
                  <a:pt x="36" y="2488"/>
                  <a:pt x="89" y="2613"/>
                </a:cubicBezTo>
                <a:cubicBezTo>
                  <a:pt x="116" y="2667"/>
                  <a:pt x="161" y="2720"/>
                  <a:pt x="214" y="2756"/>
                </a:cubicBezTo>
                <a:cubicBezTo>
                  <a:pt x="258" y="2778"/>
                  <a:pt x="315" y="2794"/>
                  <a:pt x="368" y="2794"/>
                </a:cubicBezTo>
                <a:cubicBezTo>
                  <a:pt x="379" y="2794"/>
                  <a:pt x="391" y="2793"/>
                  <a:pt x="402" y="2791"/>
                </a:cubicBezTo>
                <a:cubicBezTo>
                  <a:pt x="339" y="2791"/>
                  <a:pt x="277" y="2783"/>
                  <a:pt x="223" y="2747"/>
                </a:cubicBezTo>
                <a:cubicBezTo>
                  <a:pt x="161" y="2711"/>
                  <a:pt x="125" y="2667"/>
                  <a:pt x="98" y="2604"/>
                </a:cubicBezTo>
                <a:cubicBezTo>
                  <a:pt x="45" y="2488"/>
                  <a:pt x="18" y="2363"/>
                  <a:pt x="18" y="2229"/>
                </a:cubicBezTo>
                <a:cubicBezTo>
                  <a:pt x="27" y="1970"/>
                  <a:pt x="54" y="1712"/>
                  <a:pt x="125" y="1462"/>
                </a:cubicBezTo>
                <a:cubicBezTo>
                  <a:pt x="179" y="1212"/>
                  <a:pt x="259" y="962"/>
                  <a:pt x="348" y="721"/>
                </a:cubicBezTo>
                <a:cubicBezTo>
                  <a:pt x="393" y="596"/>
                  <a:pt x="437" y="471"/>
                  <a:pt x="500" y="364"/>
                </a:cubicBezTo>
                <a:cubicBezTo>
                  <a:pt x="538" y="266"/>
                  <a:pt x="595" y="167"/>
                  <a:pt x="655" y="80"/>
                </a:cubicBezTo>
                <a:lnTo>
                  <a:pt x="655" y="80"/>
                </a:lnTo>
                <a:cubicBezTo>
                  <a:pt x="702" y="304"/>
                  <a:pt x="735" y="534"/>
                  <a:pt x="768" y="757"/>
                </a:cubicBezTo>
                <a:cubicBezTo>
                  <a:pt x="803" y="1006"/>
                  <a:pt x="830" y="1247"/>
                  <a:pt x="848" y="1497"/>
                </a:cubicBezTo>
                <a:cubicBezTo>
                  <a:pt x="866" y="1747"/>
                  <a:pt x="857" y="1997"/>
                  <a:pt x="821" y="2247"/>
                </a:cubicBezTo>
                <a:cubicBezTo>
                  <a:pt x="803" y="2363"/>
                  <a:pt x="759" y="2488"/>
                  <a:pt x="696" y="2595"/>
                </a:cubicBezTo>
                <a:cubicBezTo>
                  <a:pt x="634" y="2702"/>
                  <a:pt x="527" y="2783"/>
                  <a:pt x="402" y="2791"/>
                </a:cubicBezTo>
                <a:cubicBezTo>
                  <a:pt x="527" y="2783"/>
                  <a:pt x="634" y="2711"/>
                  <a:pt x="705" y="2604"/>
                </a:cubicBezTo>
                <a:cubicBezTo>
                  <a:pt x="768" y="2497"/>
                  <a:pt x="803" y="2381"/>
                  <a:pt x="821" y="2256"/>
                </a:cubicBezTo>
                <a:cubicBezTo>
                  <a:pt x="866" y="2006"/>
                  <a:pt x="884" y="1756"/>
                  <a:pt x="875" y="1506"/>
                </a:cubicBezTo>
                <a:cubicBezTo>
                  <a:pt x="857" y="1006"/>
                  <a:pt x="794" y="516"/>
                  <a:pt x="696" y="25"/>
                </a:cubicBezTo>
                <a:cubicBezTo>
                  <a:pt x="696" y="16"/>
                  <a:pt x="687" y="7"/>
                  <a:pt x="687" y="7"/>
                </a:cubicBezTo>
                <a:cubicBezTo>
                  <a:pt x="683" y="2"/>
                  <a:pt x="676" y="0"/>
                  <a:pt x="669" y="0"/>
                </a:cubicBezTo>
                <a:close/>
              </a:path>
            </a:pathLst>
          </a:custGeom>
          <a:solidFill>
            <a:srgbClr val="CB47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 name="Google Shape;160;p2"/>
          <p:cNvSpPr/>
          <p:nvPr/>
        </p:nvSpPr>
        <p:spPr>
          <a:xfrm rot="-7115392">
            <a:off x="785339" y="3885662"/>
            <a:ext cx="214937" cy="102155"/>
          </a:xfrm>
          <a:custGeom>
            <a:avLst/>
            <a:gdLst/>
            <a:ahLst/>
            <a:cxnLst/>
            <a:rect l="l" t="t" r="r" b="b"/>
            <a:pathLst>
              <a:path w="2670" h="1269" extrusionOk="0">
                <a:moveTo>
                  <a:pt x="380" y="1"/>
                </a:moveTo>
                <a:cubicBezTo>
                  <a:pt x="253" y="1"/>
                  <a:pt x="126" y="12"/>
                  <a:pt x="1" y="34"/>
                </a:cubicBezTo>
                <a:cubicBezTo>
                  <a:pt x="110" y="18"/>
                  <a:pt x="222" y="11"/>
                  <a:pt x="333" y="11"/>
                </a:cubicBezTo>
                <a:cubicBezTo>
                  <a:pt x="476" y="11"/>
                  <a:pt x="619" y="23"/>
                  <a:pt x="759" y="43"/>
                </a:cubicBezTo>
                <a:cubicBezTo>
                  <a:pt x="1009" y="79"/>
                  <a:pt x="1259" y="132"/>
                  <a:pt x="1500" y="195"/>
                </a:cubicBezTo>
                <a:cubicBezTo>
                  <a:pt x="1750" y="257"/>
                  <a:pt x="1982" y="346"/>
                  <a:pt x="2214" y="453"/>
                </a:cubicBezTo>
                <a:cubicBezTo>
                  <a:pt x="2321" y="516"/>
                  <a:pt x="2428" y="587"/>
                  <a:pt x="2509" y="677"/>
                </a:cubicBezTo>
                <a:cubicBezTo>
                  <a:pt x="2598" y="766"/>
                  <a:pt x="2634" y="891"/>
                  <a:pt x="2589" y="1007"/>
                </a:cubicBezTo>
                <a:cubicBezTo>
                  <a:pt x="2544" y="1114"/>
                  <a:pt x="2437" y="1194"/>
                  <a:pt x="2321" y="1212"/>
                </a:cubicBezTo>
                <a:cubicBezTo>
                  <a:pt x="2280" y="1218"/>
                  <a:pt x="2238" y="1221"/>
                  <a:pt x="2197" y="1221"/>
                </a:cubicBezTo>
                <a:cubicBezTo>
                  <a:pt x="2114" y="1221"/>
                  <a:pt x="2033" y="1209"/>
                  <a:pt x="1955" y="1185"/>
                </a:cubicBezTo>
                <a:cubicBezTo>
                  <a:pt x="1714" y="1105"/>
                  <a:pt x="1482" y="1007"/>
                  <a:pt x="1259" y="882"/>
                </a:cubicBezTo>
                <a:cubicBezTo>
                  <a:pt x="1036" y="757"/>
                  <a:pt x="822" y="614"/>
                  <a:pt x="617" y="480"/>
                </a:cubicBezTo>
                <a:cubicBezTo>
                  <a:pt x="402" y="337"/>
                  <a:pt x="197" y="186"/>
                  <a:pt x="1" y="34"/>
                </a:cubicBezTo>
                <a:lnTo>
                  <a:pt x="1" y="34"/>
                </a:lnTo>
                <a:cubicBezTo>
                  <a:pt x="385" y="355"/>
                  <a:pt x="804" y="650"/>
                  <a:pt x="1241" y="909"/>
                </a:cubicBezTo>
                <a:cubicBezTo>
                  <a:pt x="1464" y="1043"/>
                  <a:pt x="1697" y="1150"/>
                  <a:pt x="1937" y="1221"/>
                </a:cubicBezTo>
                <a:cubicBezTo>
                  <a:pt x="2034" y="1256"/>
                  <a:pt x="2137" y="1269"/>
                  <a:pt x="2240" y="1269"/>
                </a:cubicBezTo>
                <a:cubicBezTo>
                  <a:pt x="2270" y="1269"/>
                  <a:pt x="2300" y="1268"/>
                  <a:pt x="2330" y="1266"/>
                </a:cubicBezTo>
                <a:cubicBezTo>
                  <a:pt x="2464" y="1239"/>
                  <a:pt x="2580" y="1150"/>
                  <a:pt x="2634" y="1025"/>
                </a:cubicBezTo>
                <a:cubicBezTo>
                  <a:pt x="2660" y="962"/>
                  <a:pt x="2669" y="891"/>
                  <a:pt x="2651" y="819"/>
                </a:cubicBezTo>
                <a:cubicBezTo>
                  <a:pt x="2634" y="757"/>
                  <a:pt x="2598" y="694"/>
                  <a:pt x="2553" y="650"/>
                </a:cubicBezTo>
                <a:cubicBezTo>
                  <a:pt x="2455" y="552"/>
                  <a:pt x="2348" y="480"/>
                  <a:pt x="2232" y="427"/>
                </a:cubicBezTo>
                <a:cubicBezTo>
                  <a:pt x="2000" y="311"/>
                  <a:pt x="1759" y="221"/>
                  <a:pt x="1509" y="168"/>
                </a:cubicBezTo>
                <a:cubicBezTo>
                  <a:pt x="1268" y="105"/>
                  <a:pt x="1018" y="61"/>
                  <a:pt x="759" y="34"/>
                </a:cubicBezTo>
                <a:cubicBezTo>
                  <a:pt x="634" y="12"/>
                  <a:pt x="507" y="1"/>
                  <a:pt x="380" y="1"/>
                </a:cubicBezTo>
                <a:close/>
              </a:path>
            </a:pathLst>
          </a:custGeom>
          <a:solidFill>
            <a:srgbClr val="CB47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 name="Google Shape;161;p2"/>
          <p:cNvSpPr/>
          <p:nvPr/>
        </p:nvSpPr>
        <p:spPr>
          <a:xfrm rot="-7115392">
            <a:off x="916169" y="3999586"/>
            <a:ext cx="74061" cy="225804"/>
          </a:xfrm>
          <a:custGeom>
            <a:avLst/>
            <a:gdLst/>
            <a:ahLst/>
            <a:cxnLst/>
            <a:rect l="l" t="t" r="r" b="b"/>
            <a:pathLst>
              <a:path w="920" h="2805" extrusionOk="0">
                <a:moveTo>
                  <a:pt x="697" y="1"/>
                </a:moveTo>
                <a:lnTo>
                  <a:pt x="697" y="1"/>
                </a:lnTo>
                <a:cubicBezTo>
                  <a:pt x="545" y="206"/>
                  <a:pt x="420" y="438"/>
                  <a:pt x="331" y="679"/>
                </a:cubicBezTo>
                <a:cubicBezTo>
                  <a:pt x="242" y="911"/>
                  <a:pt x="170" y="1161"/>
                  <a:pt x="108" y="1411"/>
                </a:cubicBezTo>
                <a:cubicBezTo>
                  <a:pt x="45" y="1652"/>
                  <a:pt x="9" y="1911"/>
                  <a:pt x="1" y="2170"/>
                </a:cubicBezTo>
                <a:cubicBezTo>
                  <a:pt x="1" y="2295"/>
                  <a:pt x="18" y="2429"/>
                  <a:pt x="63" y="2554"/>
                </a:cubicBezTo>
                <a:cubicBezTo>
                  <a:pt x="81" y="2616"/>
                  <a:pt x="125" y="2670"/>
                  <a:pt x="170" y="2723"/>
                </a:cubicBezTo>
                <a:cubicBezTo>
                  <a:pt x="224" y="2768"/>
                  <a:pt x="286" y="2795"/>
                  <a:pt x="358" y="2803"/>
                </a:cubicBezTo>
                <a:cubicBezTo>
                  <a:pt x="367" y="2804"/>
                  <a:pt x="376" y="2804"/>
                  <a:pt x="385" y="2804"/>
                </a:cubicBezTo>
                <a:cubicBezTo>
                  <a:pt x="517" y="2804"/>
                  <a:pt x="639" y="2743"/>
                  <a:pt x="715" y="2643"/>
                </a:cubicBezTo>
                <a:cubicBezTo>
                  <a:pt x="786" y="2527"/>
                  <a:pt x="839" y="2411"/>
                  <a:pt x="857" y="2277"/>
                </a:cubicBezTo>
                <a:cubicBezTo>
                  <a:pt x="902" y="2027"/>
                  <a:pt x="920" y="1768"/>
                  <a:pt x="902" y="1509"/>
                </a:cubicBezTo>
                <a:cubicBezTo>
                  <a:pt x="875" y="1001"/>
                  <a:pt x="804" y="501"/>
                  <a:pt x="697" y="1"/>
                </a:cubicBezTo>
                <a:lnTo>
                  <a:pt x="697" y="1"/>
                </a:lnTo>
                <a:cubicBezTo>
                  <a:pt x="741" y="251"/>
                  <a:pt x="777" y="501"/>
                  <a:pt x="804" y="760"/>
                </a:cubicBezTo>
                <a:cubicBezTo>
                  <a:pt x="839" y="1010"/>
                  <a:pt x="857" y="1259"/>
                  <a:pt x="866" y="1518"/>
                </a:cubicBezTo>
                <a:cubicBezTo>
                  <a:pt x="875" y="1768"/>
                  <a:pt x="857" y="2018"/>
                  <a:pt x="813" y="2268"/>
                </a:cubicBezTo>
                <a:cubicBezTo>
                  <a:pt x="786" y="2393"/>
                  <a:pt x="741" y="2509"/>
                  <a:pt x="670" y="2607"/>
                </a:cubicBezTo>
                <a:cubicBezTo>
                  <a:pt x="604" y="2698"/>
                  <a:pt x="499" y="2751"/>
                  <a:pt x="392" y="2751"/>
                </a:cubicBezTo>
                <a:cubicBezTo>
                  <a:pt x="383" y="2751"/>
                  <a:pt x="375" y="2751"/>
                  <a:pt x="366" y="2750"/>
                </a:cubicBezTo>
                <a:cubicBezTo>
                  <a:pt x="242" y="2732"/>
                  <a:pt x="143" y="2652"/>
                  <a:pt x="108" y="2536"/>
                </a:cubicBezTo>
                <a:cubicBezTo>
                  <a:pt x="72" y="2411"/>
                  <a:pt x="54" y="2286"/>
                  <a:pt x="54" y="2170"/>
                </a:cubicBezTo>
                <a:cubicBezTo>
                  <a:pt x="63" y="1911"/>
                  <a:pt x="99" y="1661"/>
                  <a:pt x="152" y="1420"/>
                </a:cubicBezTo>
                <a:cubicBezTo>
                  <a:pt x="206" y="1170"/>
                  <a:pt x="277" y="920"/>
                  <a:pt x="366" y="688"/>
                </a:cubicBezTo>
                <a:cubicBezTo>
                  <a:pt x="438" y="438"/>
                  <a:pt x="554" y="215"/>
                  <a:pt x="697" y="1"/>
                </a:cubicBezTo>
                <a:close/>
              </a:path>
            </a:pathLst>
          </a:custGeom>
          <a:solidFill>
            <a:srgbClr val="CB47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 name="Google Shape;162;p2"/>
          <p:cNvSpPr/>
          <p:nvPr/>
        </p:nvSpPr>
        <p:spPr>
          <a:xfrm rot="-7115392">
            <a:off x="728263" y="3985543"/>
            <a:ext cx="214856" cy="102075"/>
          </a:xfrm>
          <a:custGeom>
            <a:avLst/>
            <a:gdLst/>
            <a:ahLst/>
            <a:cxnLst/>
            <a:rect l="l" t="t" r="r" b="b"/>
            <a:pathLst>
              <a:path w="2669" h="1268" extrusionOk="0">
                <a:moveTo>
                  <a:pt x="384" y="1"/>
                </a:moveTo>
                <a:cubicBezTo>
                  <a:pt x="257" y="1"/>
                  <a:pt x="129" y="9"/>
                  <a:pt x="0" y="27"/>
                </a:cubicBezTo>
                <a:cubicBezTo>
                  <a:pt x="97" y="17"/>
                  <a:pt x="193" y="12"/>
                  <a:pt x="288" y="12"/>
                </a:cubicBezTo>
                <a:cubicBezTo>
                  <a:pt x="446" y="12"/>
                  <a:pt x="603" y="26"/>
                  <a:pt x="759" y="54"/>
                </a:cubicBezTo>
                <a:cubicBezTo>
                  <a:pt x="1009" y="81"/>
                  <a:pt x="1258" y="134"/>
                  <a:pt x="1508" y="197"/>
                </a:cubicBezTo>
                <a:cubicBezTo>
                  <a:pt x="1749" y="259"/>
                  <a:pt x="1990" y="349"/>
                  <a:pt x="2213" y="456"/>
                </a:cubicBezTo>
                <a:cubicBezTo>
                  <a:pt x="2329" y="518"/>
                  <a:pt x="2428" y="590"/>
                  <a:pt x="2517" y="679"/>
                </a:cubicBezTo>
                <a:cubicBezTo>
                  <a:pt x="2606" y="768"/>
                  <a:pt x="2633" y="893"/>
                  <a:pt x="2588" y="1009"/>
                </a:cubicBezTo>
                <a:cubicBezTo>
                  <a:pt x="2544" y="1116"/>
                  <a:pt x="2446" y="1196"/>
                  <a:pt x="2321" y="1214"/>
                </a:cubicBezTo>
                <a:cubicBezTo>
                  <a:pt x="2289" y="1219"/>
                  <a:pt x="2258" y="1221"/>
                  <a:pt x="2226" y="1221"/>
                </a:cubicBezTo>
                <a:cubicBezTo>
                  <a:pt x="2138" y="1221"/>
                  <a:pt x="2046" y="1205"/>
                  <a:pt x="1955" y="1179"/>
                </a:cubicBezTo>
                <a:cubicBezTo>
                  <a:pt x="1714" y="1107"/>
                  <a:pt x="1482" y="1009"/>
                  <a:pt x="1267" y="884"/>
                </a:cubicBezTo>
                <a:cubicBezTo>
                  <a:pt x="1044" y="759"/>
                  <a:pt x="830" y="616"/>
                  <a:pt x="616" y="474"/>
                </a:cubicBezTo>
                <a:cubicBezTo>
                  <a:pt x="411" y="340"/>
                  <a:pt x="205" y="188"/>
                  <a:pt x="0" y="27"/>
                </a:cubicBezTo>
                <a:lnTo>
                  <a:pt x="0" y="27"/>
                </a:lnTo>
                <a:cubicBezTo>
                  <a:pt x="393" y="358"/>
                  <a:pt x="803" y="652"/>
                  <a:pt x="1250" y="911"/>
                </a:cubicBezTo>
                <a:cubicBezTo>
                  <a:pt x="1464" y="1045"/>
                  <a:pt x="1696" y="1152"/>
                  <a:pt x="1946" y="1223"/>
                </a:cubicBezTo>
                <a:cubicBezTo>
                  <a:pt x="2031" y="1254"/>
                  <a:pt x="2121" y="1268"/>
                  <a:pt x="2209" y="1268"/>
                </a:cubicBezTo>
                <a:cubicBezTo>
                  <a:pt x="2249" y="1268"/>
                  <a:pt x="2290" y="1265"/>
                  <a:pt x="2329" y="1259"/>
                </a:cubicBezTo>
                <a:cubicBezTo>
                  <a:pt x="2472" y="1241"/>
                  <a:pt x="2588" y="1152"/>
                  <a:pt x="2642" y="1027"/>
                </a:cubicBezTo>
                <a:cubicBezTo>
                  <a:pt x="2669" y="955"/>
                  <a:pt x="2669" y="884"/>
                  <a:pt x="2651" y="822"/>
                </a:cubicBezTo>
                <a:cubicBezTo>
                  <a:pt x="2633" y="759"/>
                  <a:pt x="2597" y="697"/>
                  <a:pt x="2553" y="643"/>
                </a:cubicBezTo>
                <a:cubicBezTo>
                  <a:pt x="2463" y="554"/>
                  <a:pt x="2356" y="482"/>
                  <a:pt x="2240" y="420"/>
                </a:cubicBezTo>
                <a:cubicBezTo>
                  <a:pt x="2008" y="313"/>
                  <a:pt x="1767" y="224"/>
                  <a:pt x="1517" y="170"/>
                </a:cubicBezTo>
                <a:cubicBezTo>
                  <a:pt x="1267" y="108"/>
                  <a:pt x="1018" y="63"/>
                  <a:pt x="768" y="27"/>
                </a:cubicBezTo>
                <a:cubicBezTo>
                  <a:pt x="638" y="9"/>
                  <a:pt x="511" y="1"/>
                  <a:pt x="384" y="1"/>
                </a:cubicBezTo>
                <a:close/>
              </a:path>
            </a:pathLst>
          </a:custGeom>
          <a:solidFill>
            <a:srgbClr val="CB47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 name="Google Shape;163;p2"/>
          <p:cNvSpPr/>
          <p:nvPr/>
        </p:nvSpPr>
        <p:spPr>
          <a:xfrm rot="-7115392">
            <a:off x="860797" y="4099641"/>
            <a:ext cx="71968" cy="227092"/>
          </a:xfrm>
          <a:custGeom>
            <a:avLst/>
            <a:gdLst/>
            <a:ahLst/>
            <a:cxnLst/>
            <a:rect l="l" t="t" r="r" b="b"/>
            <a:pathLst>
              <a:path w="894" h="2821" extrusionOk="0">
                <a:moveTo>
                  <a:pt x="456" y="0"/>
                </a:moveTo>
                <a:cubicBezTo>
                  <a:pt x="527" y="241"/>
                  <a:pt x="590" y="491"/>
                  <a:pt x="652" y="741"/>
                </a:cubicBezTo>
                <a:cubicBezTo>
                  <a:pt x="715" y="982"/>
                  <a:pt x="759" y="1232"/>
                  <a:pt x="795" y="1482"/>
                </a:cubicBezTo>
                <a:cubicBezTo>
                  <a:pt x="840" y="1732"/>
                  <a:pt x="849" y="1991"/>
                  <a:pt x="831" y="2240"/>
                </a:cubicBezTo>
                <a:cubicBezTo>
                  <a:pt x="822" y="2365"/>
                  <a:pt x="786" y="2481"/>
                  <a:pt x="733" y="2597"/>
                </a:cubicBezTo>
                <a:cubicBezTo>
                  <a:pt x="670" y="2705"/>
                  <a:pt x="563" y="2767"/>
                  <a:pt x="438" y="2767"/>
                </a:cubicBezTo>
                <a:cubicBezTo>
                  <a:pt x="322" y="2767"/>
                  <a:pt x="206" y="2696"/>
                  <a:pt x="161" y="2580"/>
                </a:cubicBezTo>
                <a:cubicBezTo>
                  <a:pt x="108" y="2472"/>
                  <a:pt x="81" y="2348"/>
                  <a:pt x="72" y="2223"/>
                </a:cubicBezTo>
                <a:cubicBezTo>
                  <a:pt x="45" y="1973"/>
                  <a:pt x="45" y="1723"/>
                  <a:pt x="81" y="1473"/>
                </a:cubicBezTo>
                <a:cubicBezTo>
                  <a:pt x="108" y="1214"/>
                  <a:pt x="153" y="964"/>
                  <a:pt x="206" y="723"/>
                </a:cubicBezTo>
                <a:cubicBezTo>
                  <a:pt x="260" y="473"/>
                  <a:pt x="340" y="223"/>
                  <a:pt x="456" y="0"/>
                </a:cubicBezTo>
                <a:lnTo>
                  <a:pt x="456" y="0"/>
                </a:lnTo>
                <a:cubicBezTo>
                  <a:pt x="331" y="223"/>
                  <a:pt x="242" y="464"/>
                  <a:pt x="179" y="714"/>
                </a:cubicBezTo>
                <a:cubicBezTo>
                  <a:pt x="117" y="955"/>
                  <a:pt x="72" y="1214"/>
                  <a:pt x="37" y="1464"/>
                </a:cubicBezTo>
                <a:cubicBezTo>
                  <a:pt x="1" y="1714"/>
                  <a:pt x="1" y="1973"/>
                  <a:pt x="19" y="2232"/>
                </a:cubicBezTo>
                <a:cubicBezTo>
                  <a:pt x="28" y="2356"/>
                  <a:pt x="63" y="2490"/>
                  <a:pt x="117" y="2606"/>
                </a:cubicBezTo>
                <a:cubicBezTo>
                  <a:pt x="144" y="2669"/>
                  <a:pt x="188" y="2722"/>
                  <a:pt x="242" y="2758"/>
                </a:cubicBezTo>
                <a:cubicBezTo>
                  <a:pt x="304" y="2803"/>
                  <a:pt x="367" y="2821"/>
                  <a:pt x="438" y="2821"/>
                </a:cubicBezTo>
                <a:cubicBezTo>
                  <a:pt x="581" y="2821"/>
                  <a:pt x="706" y="2740"/>
                  <a:pt x="777" y="2615"/>
                </a:cubicBezTo>
                <a:cubicBezTo>
                  <a:pt x="831" y="2499"/>
                  <a:pt x="867" y="2374"/>
                  <a:pt x="875" y="2249"/>
                </a:cubicBezTo>
                <a:cubicBezTo>
                  <a:pt x="893" y="1991"/>
                  <a:pt x="884" y="1732"/>
                  <a:pt x="840" y="1482"/>
                </a:cubicBezTo>
                <a:cubicBezTo>
                  <a:pt x="751" y="973"/>
                  <a:pt x="626" y="482"/>
                  <a:pt x="456" y="0"/>
                </a:cubicBezTo>
                <a:close/>
              </a:path>
            </a:pathLst>
          </a:custGeom>
          <a:solidFill>
            <a:srgbClr val="CB47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 name="Google Shape;164;p2"/>
          <p:cNvSpPr/>
          <p:nvPr/>
        </p:nvSpPr>
        <p:spPr>
          <a:xfrm rot="-7115392">
            <a:off x="664674" y="4113089"/>
            <a:ext cx="221377" cy="87021"/>
          </a:xfrm>
          <a:custGeom>
            <a:avLst/>
            <a:gdLst/>
            <a:ahLst/>
            <a:cxnLst/>
            <a:rect l="l" t="t" r="r" b="b"/>
            <a:pathLst>
              <a:path w="2750" h="1081" extrusionOk="0">
                <a:moveTo>
                  <a:pt x="680" y="1"/>
                </a:moveTo>
                <a:cubicBezTo>
                  <a:pt x="449" y="1"/>
                  <a:pt x="225" y="35"/>
                  <a:pt x="0" y="91"/>
                </a:cubicBezTo>
                <a:cubicBezTo>
                  <a:pt x="198" y="49"/>
                  <a:pt x="401" y="24"/>
                  <a:pt x="602" y="24"/>
                </a:cubicBezTo>
                <a:cubicBezTo>
                  <a:pt x="654" y="24"/>
                  <a:pt x="707" y="25"/>
                  <a:pt x="759" y="29"/>
                </a:cubicBezTo>
                <a:cubicBezTo>
                  <a:pt x="1018" y="38"/>
                  <a:pt x="1268" y="56"/>
                  <a:pt x="1518" y="100"/>
                </a:cubicBezTo>
                <a:cubicBezTo>
                  <a:pt x="1768" y="127"/>
                  <a:pt x="2017" y="190"/>
                  <a:pt x="2258" y="279"/>
                </a:cubicBezTo>
                <a:cubicBezTo>
                  <a:pt x="2374" y="315"/>
                  <a:pt x="2482" y="377"/>
                  <a:pt x="2580" y="457"/>
                </a:cubicBezTo>
                <a:cubicBezTo>
                  <a:pt x="2678" y="529"/>
                  <a:pt x="2723" y="654"/>
                  <a:pt x="2687" y="770"/>
                </a:cubicBezTo>
                <a:cubicBezTo>
                  <a:pt x="2660" y="886"/>
                  <a:pt x="2571" y="975"/>
                  <a:pt x="2446" y="1011"/>
                </a:cubicBezTo>
                <a:cubicBezTo>
                  <a:pt x="2382" y="1026"/>
                  <a:pt x="2315" y="1032"/>
                  <a:pt x="2248" y="1032"/>
                </a:cubicBezTo>
                <a:cubicBezTo>
                  <a:pt x="2192" y="1032"/>
                  <a:pt x="2136" y="1028"/>
                  <a:pt x="2080" y="1020"/>
                </a:cubicBezTo>
                <a:cubicBezTo>
                  <a:pt x="1830" y="966"/>
                  <a:pt x="1589" y="895"/>
                  <a:pt x="1357" y="797"/>
                </a:cubicBezTo>
                <a:cubicBezTo>
                  <a:pt x="1125" y="698"/>
                  <a:pt x="902" y="582"/>
                  <a:pt x="670" y="466"/>
                </a:cubicBezTo>
                <a:cubicBezTo>
                  <a:pt x="438" y="350"/>
                  <a:pt x="224" y="225"/>
                  <a:pt x="0" y="91"/>
                </a:cubicBezTo>
                <a:lnTo>
                  <a:pt x="0" y="91"/>
                </a:lnTo>
                <a:cubicBezTo>
                  <a:pt x="429" y="377"/>
                  <a:pt x="866" y="618"/>
                  <a:pt x="1330" y="832"/>
                </a:cubicBezTo>
                <a:cubicBezTo>
                  <a:pt x="1571" y="939"/>
                  <a:pt x="1812" y="1011"/>
                  <a:pt x="2062" y="1064"/>
                </a:cubicBezTo>
                <a:cubicBezTo>
                  <a:pt x="2118" y="1076"/>
                  <a:pt x="2173" y="1080"/>
                  <a:pt x="2227" y="1080"/>
                </a:cubicBezTo>
                <a:cubicBezTo>
                  <a:pt x="2302" y="1080"/>
                  <a:pt x="2377" y="1071"/>
                  <a:pt x="2455" y="1055"/>
                </a:cubicBezTo>
                <a:cubicBezTo>
                  <a:pt x="2589" y="1020"/>
                  <a:pt x="2696" y="913"/>
                  <a:pt x="2731" y="788"/>
                </a:cubicBezTo>
                <a:cubicBezTo>
                  <a:pt x="2749" y="716"/>
                  <a:pt x="2749" y="645"/>
                  <a:pt x="2723" y="582"/>
                </a:cubicBezTo>
                <a:cubicBezTo>
                  <a:pt x="2696" y="520"/>
                  <a:pt x="2651" y="457"/>
                  <a:pt x="2606" y="422"/>
                </a:cubicBezTo>
                <a:cubicBezTo>
                  <a:pt x="2499" y="332"/>
                  <a:pt x="2392" y="270"/>
                  <a:pt x="2267" y="225"/>
                </a:cubicBezTo>
                <a:cubicBezTo>
                  <a:pt x="2026" y="145"/>
                  <a:pt x="1776" y="83"/>
                  <a:pt x="1518" y="56"/>
                </a:cubicBezTo>
                <a:cubicBezTo>
                  <a:pt x="1268" y="20"/>
                  <a:pt x="1018" y="2"/>
                  <a:pt x="759" y="2"/>
                </a:cubicBezTo>
                <a:cubicBezTo>
                  <a:pt x="733" y="1"/>
                  <a:pt x="706" y="1"/>
                  <a:pt x="680" y="1"/>
                </a:cubicBezTo>
                <a:close/>
              </a:path>
            </a:pathLst>
          </a:custGeom>
          <a:solidFill>
            <a:srgbClr val="CB47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 name="Google Shape;165;p2"/>
          <p:cNvSpPr/>
          <p:nvPr/>
        </p:nvSpPr>
        <p:spPr>
          <a:xfrm rot="-7115392">
            <a:off x="813357" y="4202418"/>
            <a:ext cx="75510" cy="225885"/>
          </a:xfrm>
          <a:custGeom>
            <a:avLst/>
            <a:gdLst/>
            <a:ahLst/>
            <a:cxnLst/>
            <a:rect l="l" t="t" r="r" b="b"/>
            <a:pathLst>
              <a:path w="938" h="2806" extrusionOk="0">
                <a:moveTo>
                  <a:pt x="259" y="0"/>
                </a:moveTo>
                <a:cubicBezTo>
                  <a:pt x="161" y="233"/>
                  <a:pt x="98" y="482"/>
                  <a:pt x="72" y="732"/>
                </a:cubicBezTo>
                <a:cubicBezTo>
                  <a:pt x="36" y="982"/>
                  <a:pt x="9" y="1241"/>
                  <a:pt x="9" y="1500"/>
                </a:cubicBezTo>
                <a:cubicBezTo>
                  <a:pt x="0" y="1750"/>
                  <a:pt x="27" y="2009"/>
                  <a:pt x="72" y="2259"/>
                </a:cubicBezTo>
                <a:cubicBezTo>
                  <a:pt x="98" y="2383"/>
                  <a:pt x="143" y="2508"/>
                  <a:pt x="214" y="2624"/>
                </a:cubicBezTo>
                <a:cubicBezTo>
                  <a:pt x="250" y="2678"/>
                  <a:pt x="295" y="2732"/>
                  <a:pt x="357" y="2767"/>
                </a:cubicBezTo>
                <a:cubicBezTo>
                  <a:pt x="409" y="2789"/>
                  <a:pt x="466" y="2805"/>
                  <a:pt x="520" y="2805"/>
                </a:cubicBezTo>
                <a:cubicBezTo>
                  <a:pt x="531" y="2805"/>
                  <a:pt x="542" y="2805"/>
                  <a:pt x="553" y="2803"/>
                </a:cubicBezTo>
                <a:cubicBezTo>
                  <a:pt x="696" y="2785"/>
                  <a:pt x="812" y="2696"/>
                  <a:pt x="866" y="2562"/>
                </a:cubicBezTo>
                <a:cubicBezTo>
                  <a:pt x="910" y="2446"/>
                  <a:pt x="937" y="2312"/>
                  <a:pt x="928" y="2178"/>
                </a:cubicBezTo>
                <a:cubicBezTo>
                  <a:pt x="919" y="1928"/>
                  <a:pt x="875" y="1669"/>
                  <a:pt x="803" y="1428"/>
                </a:cubicBezTo>
                <a:cubicBezTo>
                  <a:pt x="661" y="938"/>
                  <a:pt x="482" y="456"/>
                  <a:pt x="259" y="0"/>
                </a:cubicBezTo>
                <a:lnTo>
                  <a:pt x="259" y="0"/>
                </a:lnTo>
                <a:cubicBezTo>
                  <a:pt x="366" y="233"/>
                  <a:pt x="464" y="465"/>
                  <a:pt x="545" y="706"/>
                </a:cubicBezTo>
                <a:cubicBezTo>
                  <a:pt x="625" y="947"/>
                  <a:pt x="705" y="1188"/>
                  <a:pt x="768" y="1437"/>
                </a:cubicBezTo>
                <a:cubicBezTo>
                  <a:pt x="830" y="1678"/>
                  <a:pt x="875" y="1928"/>
                  <a:pt x="884" y="2178"/>
                </a:cubicBezTo>
                <a:cubicBezTo>
                  <a:pt x="884" y="2303"/>
                  <a:pt x="866" y="2428"/>
                  <a:pt x="821" y="2544"/>
                </a:cubicBezTo>
                <a:cubicBezTo>
                  <a:pt x="777" y="2651"/>
                  <a:pt x="669" y="2732"/>
                  <a:pt x="553" y="2749"/>
                </a:cubicBezTo>
                <a:cubicBezTo>
                  <a:pt x="545" y="2750"/>
                  <a:pt x="536" y="2750"/>
                  <a:pt x="527" y="2750"/>
                </a:cubicBezTo>
                <a:cubicBezTo>
                  <a:pt x="412" y="2750"/>
                  <a:pt x="309" y="2697"/>
                  <a:pt x="259" y="2598"/>
                </a:cubicBezTo>
                <a:cubicBezTo>
                  <a:pt x="188" y="2491"/>
                  <a:pt x="143" y="2375"/>
                  <a:pt x="125" y="2250"/>
                </a:cubicBezTo>
                <a:cubicBezTo>
                  <a:pt x="72" y="2000"/>
                  <a:pt x="45" y="1750"/>
                  <a:pt x="54" y="1500"/>
                </a:cubicBezTo>
                <a:cubicBezTo>
                  <a:pt x="45" y="1241"/>
                  <a:pt x="63" y="991"/>
                  <a:pt x="98" y="741"/>
                </a:cubicBezTo>
                <a:cubicBezTo>
                  <a:pt x="116" y="482"/>
                  <a:pt x="170" y="233"/>
                  <a:pt x="259" y="0"/>
                </a:cubicBezTo>
                <a:close/>
              </a:path>
            </a:pathLst>
          </a:custGeom>
          <a:solidFill>
            <a:srgbClr val="CB47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 name="Google Shape;166;p2"/>
          <p:cNvSpPr/>
          <p:nvPr/>
        </p:nvSpPr>
        <p:spPr>
          <a:xfrm rot="-7115392">
            <a:off x="611786" y="4243707"/>
            <a:ext cx="226368" cy="74705"/>
          </a:xfrm>
          <a:custGeom>
            <a:avLst/>
            <a:gdLst/>
            <a:ahLst/>
            <a:cxnLst/>
            <a:rect l="l" t="t" r="r" b="b"/>
            <a:pathLst>
              <a:path w="2812" h="928" extrusionOk="0">
                <a:moveTo>
                  <a:pt x="1272" y="1"/>
                </a:moveTo>
                <a:cubicBezTo>
                  <a:pt x="1109" y="1"/>
                  <a:pt x="946" y="8"/>
                  <a:pt x="786" y="19"/>
                </a:cubicBezTo>
                <a:cubicBezTo>
                  <a:pt x="661" y="37"/>
                  <a:pt x="527" y="46"/>
                  <a:pt x="402" y="73"/>
                </a:cubicBezTo>
                <a:cubicBezTo>
                  <a:pt x="268" y="91"/>
                  <a:pt x="143" y="126"/>
                  <a:pt x="18" y="180"/>
                </a:cubicBezTo>
                <a:cubicBezTo>
                  <a:pt x="9" y="189"/>
                  <a:pt x="9" y="189"/>
                  <a:pt x="9" y="198"/>
                </a:cubicBezTo>
                <a:cubicBezTo>
                  <a:pt x="1" y="207"/>
                  <a:pt x="9" y="225"/>
                  <a:pt x="18" y="233"/>
                </a:cubicBezTo>
                <a:cubicBezTo>
                  <a:pt x="465" y="448"/>
                  <a:pt x="929" y="635"/>
                  <a:pt x="1411" y="778"/>
                </a:cubicBezTo>
                <a:cubicBezTo>
                  <a:pt x="1652" y="849"/>
                  <a:pt x="1893" y="903"/>
                  <a:pt x="2143" y="921"/>
                </a:cubicBezTo>
                <a:cubicBezTo>
                  <a:pt x="2177" y="926"/>
                  <a:pt x="2212" y="928"/>
                  <a:pt x="2247" y="928"/>
                </a:cubicBezTo>
                <a:cubicBezTo>
                  <a:pt x="2337" y="928"/>
                  <a:pt x="2427" y="913"/>
                  <a:pt x="2517" y="894"/>
                </a:cubicBezTo>
                <a:cubicBezTo>
                  <a:pt x="2642" y="858"/>
                  <a:pt x="2740" y="769"/>
                  <a:pt x="2785" y="653"/>
                </a:cubicBezTo>
                <a:lnTo>
                  <a:pt x="2785" y="653"/>
                </a:lnTo>
                <a:cubicBezTo>
                  <a:pt x="2740" y="769"/>
                  <a:pt x="2633" y="858"/>
                  <a:pt x="2508" y="885"/>
                </a:cubicBezTo>
                <a:cubicBezTo>
                  <a:pt x="2431" y="909"/>
                  <a:pt x="2350" y="921"/>
                  <a:pt x="2267" y="921"/>
                </a:cubicBezTo>
                <a:cubicBezTo>
                  <a:pt x="2226" y="921"/>
                  <a:pt x="2184" y="918"/>
                  <a:pt x="2143" y="912"/>
                </a:cubicBezTo>
                <a:cubicBezTo>
                  <a:pt x="1893" y="885"/>
                  <a:pt x="1652" y="831"/>
                  <a:pt x="1411" y="751"/>
                </a:cubicBezTo>
                <a:cubicBezTo>
                  <a:pt x="1179" y="680"/>
                  <a:pt x="947" y="590"/>
                  <a:pt x="715" y="492"/>
                </a:cubicBezTo>
                <a:cubicBezTo>
                  <a:pt x="502" y="402"/>
                  <a:pt x="297" y="313"/>
                  <a:pt x="93" y="209"/>
                </a:cubicBezTo>
                <a:lnTo>
                  <a:pt x="93" y="209"/>
                </a:lnTo>
                <a:cubicBezTo>
                  <a:pt x="192" y="169"/>
                  <a:pt x="297" y="141"/>
                  <a:pt x="402" y="126"/>
                </a:cubicBezTo>
                <a:cubicBezTo>
                  <a:pt x="536" y="100"/>
                  <a:pt x="661" y="82"/>
                  <a:pt x="786" y="73"/>
                </a:cubicBezTo>
                <a:cubicBezTo>
                  <a:pt x="1045" y="46"/>
                  <a:pt x="1304" y="37"/>
                  <a:pt x="1562" y="37"/>
                </a:cubicBezTo>
                <a:cubicBezTo>
                  <a:pt x="1821" y="37"/>
                  <a:pt x="2080" y="73"/>
                  <a:pt x="2330" y="135"/>
                </a:cubicBezTo>
                <a:cubicBezTo>
                  <a:pt x="2455" y="162"/>
                  <a:pt x="2580" y="225"/>
                  <a:pt x="2678" y="305"/>
                </a:cubicBezTo>
                <a:cubicBezTo>
                  <a:pt x="2732" y="341"/>
                  <a:pt x="2767" y="394"/>
                  <a:pt x="2794" y="457"/>
                </a:cubicBezTo>
                <a:cubicBezTo>
                  <a:pt x="2803" y="519"/>
                  <a:pt x="2803" y="590"/>
                  <a:pt x="2785" y="653"/>
                </a:cubicBezTo>
                <a:cubicBezTo>
                  <a:pt x="2803" y="590"/>
                  <a:pt x="2812" y="519"/>
                  <a:pt x="2794" y="448"/>
                </a:cubicBezTo>
                <a:cubicBezTo>
                  <a:pt x="2776" y="385"/>
                  <a:pt x="2741" y="332"/>
                  <a:pt x="2687" y="287"/>
                </a:cubicBezTo>
                <a:cubicBezTo>
                  <a:pt x="2580" y="207"/>
                  <a:pt x="2464" y="153"/>
                  <a:pt x="2339" y="117"/>
                </a:cubicBezTo>
                <a:cubicBezTo>
                  <a:pt x="2089" y="55"/>
                  <a:pt x="1830" y="10"/>
                  <a:pt x="1571" y="10"/>
                </a:cubicBezTo>
                <a:cubicBezTo>
                  <a:pt x="1472" y="4"/>
                  <a:pt x="1372" y="1"/>
                  <a:pt x="1272" y="1"/>
                </a:cubicBezTo>
                <a:close/>
              </a:path>
            </a:pathLst>
          </a:custGeom>
          <a:solidFill>
            <a:srgbClr val="CB47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167;p2"/>
          <p:cNvSpPr/>
          <p:nvPr/>
        </p:nvSpPr>
        <p:spPr>
          <a:xfrm rot="-7115392">
            <a:off x="660027" y="3935269"/>
            <a:ext cx="394775" cy="474793"/>
          </a:xfrm>
          <a:custGeom>
            <a:avLst/>
            <a:gdLst/>
            <a:ahLst/>
            <a:cxnLst/>
            <a:rect l="l" t="t" r="r" b="b"/>
            <a:pathLst>
              <a:path w="4904" h="5898" extrusionOk="0">
                <a:moveTo>
                  <a:pt x="69" y="1"/>
                </a:moveTo>
                <a:cubicBezTo>
                  <a:pt x="32" y="1"/>
                  <a:pt x="0" y="57"/>
                  <a:pt x="36" y="85"/>
                </a:cubicBezTo>
                <a:cubicBezTo>
                  <a:pt x="259" y="255"/>
                  <a:pt x="473" y="442"/>
                  <a:pt x="687" y="629"/>
                </a:cubicBezTo>
                <a:cubicBezTo>
                  <a:pt x="669" y="647"/>
                  <a:pt x="669" y="665"/>
                  <a:pt x="669" y="683"/>
                </a:cubicBezTo>
                <a:cubicBezTo>
                  <a:pt x="732" y="978"/>
                  <a:pt x="794" y="1272"/>
                  <a:pt x="848" y="1567"/>
                </a:cubicBezTo>
                <a:cubicBezTo>
                  <a:pt x="884" y="1808"/>
                  <a:pt x="919" y="2057"/>
                  <a:pt x="937" y="2307"/>
                </a:cubicBezTo>
                <a:cubicBezTo>
                  <a:pt x="964" y="2049"/>
                  <a:pt x="964" y="1781"/>
                  <a:pt x="937" y="1522"/>
                </a:cubicBezTo>
                <a:cubicBezTo>
                  <a:pt x="893" y="1254"/>
                  <a:pt x="839" y="986"/>
                  <a:pt x="776" y="728"/>
                </a:cubicBezTo>
                <a:lnTo>
                  <a:pt x="776" y="728"/>
                </a:lnTo>
                <a:cubicBezTo>
                  <a:pt x="1071" y="1004"/>
                  <a:pt x="1348" y="1299"/>
                  <a:pt x="1607" y="1584"/>
                </a:cubicBezTo>
                <a:cubicBezTo>
                  <a:pt x="1669" y="1656"/>
                  <a:pt x="1731" y="1736"/>
                  <a:pt x="1803" y="1808"/>
                </a:cubicBezTo>
                <a:cubicBezTo>
                  <a:pt x="1803" y="2084"/>
                  <a:pt x="1803" y="2361"/>
                  <a:pt x="1794" y="2647"/>
                </a:cubicBezTo>
                <a:cubicBezTo>
                  <a:pt x="1776" y="2896"/>
                  <a:pt x="1794" y="3209"/>
                  <a:pt x="1758" y="3459"/>
                </a:cubicBezTo>
                <a:cubicBezTo>
                  <a:pt x="1812" y="3200"/>
                  <a:pt x="1847" y="2941"/>
                  <a:pt x="1865" y="2673"/>
                </a:cubicBezTo>
                <a:cubicBezTo>
                  <a:pt x="1874" y="2441"/>
                  <a:pt x="1892" y="2156"/>
                  <a:pt x="1892" y="1924"/>
                </a:cubicBezTo>
                <a:cubicBezTo>
                  <a:pt x="2178" y="2254"/>
                  <a:pt x="2445" y="2602"/>
                  <a:pt x="2695" y="2959"/>
                </a:cubicBezTo>
                <a:cubicBezTo>
                  <a:pt x="2686" y="2968"/>
                  <a:pt x="2678" y="2986"/>
                  <a:pt x="2678" y="2995"/>
                </a:cubicBezTo>
                <a:cubicBezTo>
                  <a:pt x="2669" y="3289"/>
                  <a:pt x="2651" y="3584"/>
                  <a:pt x="2624" y="3878"/>
                </a:cubicBezTo>
                <a:cubicBezTo>
                  <a:pt x="2606" y="4137"/>
                  <a:pt x="2570" y="4387"/>
                  <a:pt x="2526" y="4637"/>
                </a:cubicBezTo>
                <a:cubicBezTo>
                  <a:pt x="2615" y="4396"/>
                  <a:pt x="2686" y="4155"/>
                  <a:pt x="2722" y="3905"/>
                </a:cubicBezTo>
                <a:cubicBezTo>
                  <a:pt x="2749" y="3628"/>
                  <a:pt x="2758" y="3343"/>
                  <a:pt x="2776" y="3066"/>
                </a:cubicBezTo>
                <a:cubicBezTo>
                  <a:pt x="3017" y="3423"/>
                  <a:pt x="3249" y="3789"/>
                  <a:pt x="3463" y="4173"/>
                </a:cubicBezTo>
                <a:cubicBezTo>
                  <a:pt x="3454" y="4485"/>
                  <a:pt x="3436" y="4806"/>
                  <a:pt x="3409" y="5128"/>
                </a:cubicBezTo>
                <a:cubicBezTo>
                  <a:pt x="3383" y="5351"/>
                  <a:pt x="3356" y="5583"/>
                  <a:pt x="3311" y="5806"/>
                </a:cubicBezTo>
                <a:cubicBezTo>
                  <a:pt x="3409" y="5538"/>
                  <a:pt x="3472" y="5262"/>
                  <a:pt x="3516" y="4976"/>
                </a:cubicBezTo>
                <a:cubicBezTo>
                  <a:pt x="3534" y="4762"/>
                  <a:pt x="3543" y="4548"/>
                  <a:pt x="3552" y="4333"/>
                </a:cubicBezTo>
                <a:cubicBezTo>
                  <a:pt x="3831" y="4830"/>
                  <a:pt x="4391" y="5897"/>
                  <a:pt x="4392" y="5897"/>
                </a:cubicBezTo>
                <a:cubicBezTo>
                  <a:pt x="4392" y="5897"/>
                  <a:pt x="4392" y="5896"/>
                  <a:pt x="4391" y="5895"/>
                </a:cubicBezTo>
                <a:cubicBezTo>
                  <a:pt x="4168" y="5315"/>
                  <a:pt x="3900" y="4762"/>
                  <a:pt x="3606" y="4217"/>
                </a:cubicBezTo>
                <a:lnTo>
                  <a:pt x="3606" y="4217"/>
                </a:lnTo>
                <a:cubicBezTo>
                  <a:pt x="3847" y="4244"/>
                  <a:pt x="4088" y="4378"/>
                  <a:pt x="4293" y="4485"/>
                </a:cubicBezTo>
                <a:cubicBezTo>
                  <a:pt x="4464" y="4567"/>
                  <a:pt x="4867" y="4731"/>
                  <a:pt x="4901" y="4731"/>
                </a:cubicBezTo>
                <a:cubicBezTo>
                  <a:pt x="4904" y="4731"/>
                  <a:pt x="4904" y="4729"/>
                  <a:pt x="4900" y="4726"/>
                </a:cubicBezTo>
                <a:cubicBezTo>
                  <a:pt x="4721" y="4592"/>
                  <a:pt x="4534" y="4485"/>
                  <a:pt x="4338" y="4396"/>
                </a:cubicBezTo>
                <a:cubicBezTo>
                  <a:pt x="4106" y="4271"/>
                  <a:pt x="3820" y="4119"/>
                  <a:pt x="3552" y="4119"/>
                </a:cubicBezTo>
                <a:cubicBezTo>
                  <a:pt x="3347" y="3753"/>
                  <a:pt x="3124" y="3396"/>
                  <a:pt x="2883" y="3048"/>
                </a:cubicBezTo>
                <a:lnTo>
                  <a:pt x="2883" y="3048"/>
                </a:lnTo>
                <a:cubicBezTo>
                  <a:pt x="3106" y="3102"/>
                  <a:pt x="3320" y="3191"/>
                  <a:pt x="3516" y="3307"/>
                </a:cubicBezTo>
                <a:cubicBezTo>
                  <a:pt x="3668" y="3395"/>
                  <a:pt x="4064" y="3555"/>
                  <a:pt x="4113" y="3555"/>
                </a:cubicBezTo>
                <a:cubicBezTo>
                  <a:pt x="4118" y="3555"/>
                  <a:pt x="4119" y="3553"/>
                  <a:pt x="4114" y="3548"/>
                </a:cubicBezTo>
                <a:cubicBezTo>
                  <a:pt x="3936" y="3423"/>
                  <a:pt x="3749" y="3307"/>
                  <a:pt x="3552" y="3218"/>
                </a:cubicBezTo>
                <a:cubicBezTo>
                  <a:pt x="3329" y="3102"/>
                  <a:pt x="3070" y="2959"/>
                  <a:pt x="2811" y="2941"/>
                </a:cubicBezTo>
                <a:cubicBezTo>
                  <a:pt x="2526" y="2539"/>
                  <a:pt x="2231" y="2165"/>
                  <a:pt x="1919" y="1799"/>
                </a:cubicBezTo>
                <a:cubicBezTo>
                  <a:pt x="2160" y="1799"/>
                  <a:pt x="2428" y="1933"/>
                  <a:pt x="2642" y="2031"/>
                </a:cubicBezTo>
                <a:cubicBezTo>
                  <a:pt x="2803" y="2103"/>
                  <a:pt x="3211" y="2241"/>
                  <a:pt x="3256" y="2241"/>
                </a:cubicBezTo>
                <a:cubicBezTo>
                  <a:pt x="3261" y="2241"/>
                  <a:pt x="3262" y="2239"/>
                  <a:pt x="3258" y="2236"/>
                </a:cubicBezTo>
                <a:cubicBezTo>
                  <a:pt x="3070" y="2120"/>
                  <a:pt x="2883" y="2013"/>
                  <a:pt x="2678" y="1933"/>
                </a:cubicBezTo>
                <a:cubicBezTo>
                  <a:pt x="2447" y="1834"/>
                  <a:pt x="2172" y="1697"/>
                  <a:pt x="1906" y="1697"/>
                </a:cubicBezTo>
                <a:cubicBezTo>
                  <a:pt x="1884" y="1697"/>
                  <a:pt x="1861" y="1698"/>
                  <a:pt x="1839" y="1700"/>
                </a:cubicBezTo>
                <a:lnTo>
                  <a:pt x="1740" y="1593"/>
                </a:lnTo>
                <a:cubicBezTo>
                  <a:pt x="1473" y="1281"/>
                  <a:pt x="1187" y="978"/>
                  <a:pt x="884" y="683"/>
                </a:cubicBezTo>
                <a:cubicBezTo>
                  <a:pt x="1107" y="683"/>
                  <a:pt x="1339" y="710"/>
                  <a:pt x="1553" y="772"/>
                </a:cubicBezTo>
                <a:cubicBezTo>
                  <a:pt x="1720" y="810"/>
                  <a:pt x="2105" y="867"/>
                  <a:pt x="2185" y="867"/>
                </a:cubicBezTo>
                <a:cubicBezTo>
                  <a:pt x="2199" y="867"/>
                  <a:pt x="2204" y="866"/>
                  <a:pt x="2196" y="862"/>
                </a:cubicBezTo>
                <a:cubicBezTo>
                  <a:pt x="1990" y="781"/>
                  <a:pt x="1785" y="719"/>
                  <a:pt x="1571" y="683"/>
                </a:cubicBezTo>
                <a:cubicBezTo>
                  <a:pt x="1386" y="642"/>
                  <a:pt x="1175" y="585"/>
                  <a:pt x="969" y="585"/>
                </a:cubicBezTo>
                <a:cubicBezTo>
                  <a:pt x="907" y="585"/>
                  <a:pt x="846" y="590"/>
                  <a:pt x="785" y="603"/>
                </a:cubicBezTo>
                <a:cubicBezTo>
                  <a:pt x="571" y="389"/>
                  <a:pt x="339" y="192"/>
                  <a:pt x="98" y="14"/>
                </a:cubicBezTo>
                <a:cubicBezTo>
                  <a:pt x="89" y="4"/>
                  <a:pt x="79" y="1"/>
                  <a:pt x="6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 name="Google Shape;168;p2"/>
          <p:cNvSpPr/>
          <p:nvPr/>
        </p:nvSpPr>
        <p:spPr>
          <a:xfrm rot="10800000">
            <a:off x="1835603" y="4226695"/>
            <a:ext cx="231129" cy="249285"/>
          </a:xfrm>
          <a:custGeom>
            <a:avLst/>
            <a:gdLst/>
            <a:ahLst/>
            <a:cxnLst/>
            <a:rect l="l" t="t" r="r" b="b"/>
            <a:pathLst>
              <a:path w="3348" h="3611" extrusionOk="0">
                <a:moveTo>
                  <a:pt x="1808" y="1"/>
                </a:moveTo>
                <a:cubicBezTo>
                  <a:pt x="1552" y="1"/>
                  <a:pt x="1246" y="107"/>
                  <a:pt x="893" y="416"/>
                </a:cubicBezTo>
                <a:cubicBezTo>
                  <a:pt x="28" y="1165"/>
                  <a:pt x="1" y="3611"/>
                  <a:pt x="1" y="3611"/>
                </a:cubicBezTo>
                <a:cubicBezTo>
                  <a:pt x="6" y="3611"/>
                  <a:pt x="11" y="3611"/>
                  <a:pt x="17" y="3611"/>
                </a:cubicBezTo>
                <a:cubicBezTo>
                  <a:pt x="853" y="3611"/>
                  <a:pt x="2565" y="2918"/>
                  <a:pt x="2955" y="2040"/>
                </a:cubicBezTo>
                <a:cubicBezTo>
                  <a:pt x="3348" y="1148"/>
                  <a:pt x="2598" y="380"/>
                  <a:pt x="2598" y="380"/>
                </a:cubicBezTo>
                <a:cubicBezTo>
                  <a:pt x="2450" y="226"/>
                  <a:pt x="2182" y="1"/>
                  <a:pt x="180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 name="Google Shape;169;p2"/>
          <p:cNvSpPr/>
          <p:nvPr/>
        </p:nvSpPr>
        <p:spPr>
          <a:xfrm rot="10800000">
            <a:off x="1840573" y="4246094"/>
            <a:ext cx="213387" cy="246731"/>
          </a:xfrm>
          <a:custGeom>
            <a:avLst/>
            <a:gdLst/>
            <a:ahLst/>
            <a:cxnLst/>
            <a:rect l="l" t="t" r="r" b="b"/>
            <a:pathLst>
              <a:path w="3091" h="3574" extrusionOk="0">
                <a:moveTo>
                  <a:pt x="1083" y="1222"/>
                </a:moveTo>
                <a:cubicBezTo>
                  <a:pt x="1082" y="1222"/>
                  <a:pt x="1082" y="1222"/>
                  <a:pt x="1083" y="1222"/>
                </a:cubicBezTo>
                <a:lnTo>
                  <a:pt x="1083" y="1222"/>
                </a:lnTo>
                <a:close/>
                <a:moveTo>
                  <a:pt x="3009" y="1"/>
                </a:moveTo>
                <a:cubicBezTo>
                  <a:pt x="3001" y="1"/>
                  <a:pt x="2993" y="3"/>
                  <a:pt x="2984" y="8"/>
                </a:cubicBezTo>
                <a:cubicBezTo>
                  <a:pt x="2841" y="106"/>
                  <a:pt x="2716" y="222"/>
                  <a:pt x="2600" y="347"/>
                </a:cubicBezTo>
                <a:cubicBezTo>
                  <a:pt x="2449" y="499"/>
                  <a:pt x="2306" y="678"/>
                  <a:pt x="2163" y="847"/>
                </a:cubicBezTo>
                <a:cubicBezTo>
                  <a:pt x="2092" y="936"/>
                  <a:pt x="2020" y="1026"/>
                  <a:pt x="1958" y="1124"/>
                </a:cubicBezTo>
                <a:lnTo>
                  <a:pt x="1199" y="1204"/>
                </a:lnTo>
                <a:lnTo>
                  <a:pt x="1083" y="1222"/>
                </a:lnTo>
                <a:lnTo>
                  <a:pt x="1083" y="1222"/>
                </a:lnTo>
                <a:cubicBezTo>
                  <a:pt x="1108" y="1222"/>
                  <a:pt x="1631" y="1221"/>
                  <a:pt x="1877" y="1195"/>
                </a:cubicBezTo>
                <a:lnTo>
                  <a:pt x="1913" y="1195"/>
                </a:lnTo>
                <a:cubicBezTo>
                  <a:pt x="1779" y="1383"/>
                  <a:pt x="1636" y="1570"/>
                  <a:pt x="1494" y="1757"/>
                </a:cubicBezTo>
                <a:cubicBezTo>
                  <a:pt x="1387" y="1900"/>
                  <a:pt x="1271" y="2043"/>
                  <a:pt x="1163" y="2186"/>
                </a:cubicBezTo>
                <a:lnTo>
                  <a:pt x="574" y="2346"/>
                </a:lnTo>
                <a:lnTo>
                  <a:pt x="485" y="2373"/>
                </a:lnTo>
                <a:cubicBezTo>
                  <a:pt x="690" y="2346"/>
                  <a:pt x="896" y="2311"/>
                  <a:pt x="1101" y="2257"/>
                </a:cubicBezTo>
                <a:lnTo>
                  <a:pt x="1101" y="2257"/>
                </a:lnTo>
                <a:cubicBezTo>
                  <a:pt x="842" y="2579"/>
                  <a:pt x="583" y="2891"/>
                  <a:pt x="316" y="3203"/>
                </a:cubicBezTo>
                <a:cubicBezTo>
                  <a:pt x="217" y="3319"/>
                  <a:pt x="110" y="3444"/>
                  <a:pt x="3" y="3569"/>
                </a:cubicBezTo>
                <a:cubicBezTo>
                  <a:pt x="1" y="3572"/>
                  <a:pt x="0" y="3574"/>
                  <a:pt x="1" y="3574"/>
                </a:cubicBezTo>
                <a:cubicBezTo>
                  <a:pt x="15" y="3574"/>
                  <a:pt x="548" y="3032"/>
                  <a:pt x="887" y="2659"/>
                </a:cubicBezTo>
                <a:cubicBezTo>
                  <a:pt x="905" y="2775"/>
                  <a:pt x="914" y="2891"/>
                  <a:pt x="931" y="3007"/>
                </a:cubicBezTo>
                <a:lnTo>
                  <a:pt x="940" y="3069"/>
                </a:lnTo>
                <a:cubicBezTo>
                  <a:pt x="949" y="2918"/>
                  <a:pt x="949" y="2766"/>
                  <a:pt x="940" y="2614"/>
                </a:cubicBezTo>
                <a:lnTo>
                  <a:pt x="940" y="2605"/>
                </a:lnTo>
                <a:cubicBezTo>
                  <a:pt x="1146" y="2373"/>
                  <a:pt x="1306" y="2177"/>
                  <a:pt x="1494" y="1936"/>
                </a:cubicBezTo>
                <a:cubicBezTo>
                  <a:pt x="1574" y="1829"/>
                  <a:pt x="1654" y="1731"/>
                  <a:pt x="1726" y="1624"/>
                </a:cubicBezTo>
                <a:lnTo>
                  <a:pt x="1860" y="2382"/>
                </a:lnTo>
                <a:lnTo>
                  <a:pt x="1877" y="2498"/>
                </a:lnTo>
                <a:cubicBezTo>
                  <a:pt x="1878" y="2499"/>
                  <a:pt x="1878" y="2500"/>
                  <a:pt x="1878" y="2500"/>
                </a:cubicBezTo>
                <a:cubicBezTo>
                  <a:pt x="1883" y="2500"/>
                  <a:pt x="1832" y="1919"/>
                  <a:pt x="1788" y="1650"/>
                </a:cubicBezTo>
                <a:lnTo>
                  <a:pt x="1770" y="1561"/>
                </a:lnTo>
                <a:cubicBezTo>
                  <a:pt x="1886" y="1409"/>
                  <a:pt x="1993" y="1258"/>
                  <a:pt x="2110" y="1106"/>
                </a:cubicBezTo>
                <a:cubicBezTo>
                  <a:pt x="2127" y="1079"/>
                  <a:pt x="2154" y="1043"/>
                  <a:pt x="2181" y="1017"/>
                </a:cubicBezTo>
                <a:lnTo>
                  <a:pt x="2395" y="1722"/>
                </a:lnTo>
                <a:lnTo>
                  <a:pt x="2431" y="1838"/>
                </a:lnTo>
                <a:cubicBezTo>
                  <a:pt x="2431" y="1839"/>
                  <a:pt x="2431" y="1839"/>
                  <a:pt x="2431" y="1839"/>
                </a:cubicBezTo>
                <a:cubicBezTo>
                  <a:pt x="2433" y="1839"/>
                  <a:pt x="2321" y="1294"/>
                  <a:pt x="2243" y="1043"/>
                </a:cubicBezTo>
                <a:cubicBezTo>
                  <a:pt x="2234" y="1017"/>
                  <a:pt x="2226" y="990"/>
                  <a:pt x="2217" y="963"/>
                </a:cubicBezTo>
                <a:cubicBezTo>
                  <a:pt x="2342" y="811"/>
                  <a:pt x="2467" y="660"/>
                  <a:pt x="2600" y="517"/>
                </a:cubicBezTo>
                <a:cubicBezTo>
                  <a:pt x="2725" y="365"/>
                  <a:pt x="2868" y="231"/>
                  <a:pt x="3029" y="124"/>
                </a:cubicBezTo>
                <a:cubicBezTo>
                  <a:pt x="3090" y="86"/>
                  <a:pt x="3059" y="1"/>
                  <a:pt x="300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 name="Google Shape;170;p2"/>
          <p:cNvSpPr/>
          <p:nvPr/>
        </p:nvSpPr>
        <p:spPr>
          <a:xfrm rot="10800000">
            <a:off x="1852240" y="4228489"/>
            <a:ext cx="202756" cy="221878"/>
          </a:xfrm>
          <a:custGeom>
            <a:avLst/>
            <a:gdLst/>
            <a:ahLst/>
            <a:cxnLst/>
            <a:rect l="l" t="t" r="r" b="b"/>
            <a:pathLst>
              <a:path w="2937" h="3214" extrusionOk="0">
                <a:moveTo>
                  <a:pt x="0" y="2392"/>
                </a:moveTo>
                <a:cubicBezTo>
                  <a:pt x="0" y="2669"/>
                  <a:pt x="63" y="2954"/>
                  <a:pt x="179" y="3213"/>
                </a:cubicBezTo>
                <a:cubicBezTo>
                  <a:pt x="1071" y="3070"/>
                  <a:pt x="2446" y="2445"/>
                  <a:pt x="2785" y="1669"/>
                </a:cubicBezTo>
                <a:cubicBezTo>
                  <a:pt x="2928" y="1330"/>
                  <a:pt x="2937" y="955"/>
                  <a:pt x="2803" y="625"/>
                </a:cubicBezTo>
                <a:cubicBezTo>
                  <a:pt x="1500" y="0"/>
                  <a:pt x="0" y="946"/>
                  <a:pt x="0" y="2392"/>
                </a:cubicBezTo>
                <a:close/>
              </a:path>
            </a:pathLst>
          </a:custGeom>
          <a:gradFill>
            <a:gsLst>
              <a:gs pos="0">
                <a:srgbClr val="FFFFFF">
                  <a:alpha val="0"/>
                </a:srgbClr>
              </a:gs>
              <a:gs pos="100000">
                <a:srgbClr val="FFFFFF">
                  <a:alpha val="2196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 name="Google Shape;171;p2"/>
          <p:cNvSpPr/>
          <p:nvPr/>
        </p:nvSpPr>
        <p:spPr>
          <a:xfrm rot="10800000">
            <a:off x="1854104" y="4224831"/>
            <a:ext cx="214423" cy="251011"/>
          </a:xfrm>
          <a:custGeom>
            <a:avLst/>
            <a:gdLst/>
            <a:ahLst/>
            <a:cxnLst/>
            <a:rect l="l" t="t" r="r" b="b"/>
            <a:pathLst>
              <a:path w="3106" h="3636" extrusionOk="0">
                <a:moveTo>
                  <a:pt x="2624" y="378"/>
                </a:moveTo>
                <a:cubicBezTo>
                  <a:pt x="2743" y="511"/>
                  <a:pt x="2839" y="654"/>
                  <a:pt x="2919" y="809"/>
                </a:cubicBezTo>
                <a:lnTo>
                  <a:pt x="2919" y="809"/>
                </a:lnTo>
                <a:cubicBezTo>
                  <a:pt x="2843" y="651"/>
                  <a:pt x="2745" y="506"/>
                  <a:pt x="2624" y="378"/>
                </a:cubicBezTo>
                <a:close/>
                <a:moveTo>
                  <a:pt x="1830" y="0"/>
                </a:moveTo>
                <a:cubicBezTo>
                  <a:pt x="1691" y="0"/>
                  <a:pt x="1552" y="30"/>
                  <a:pt x="1428" y="92"/>
                </a:cubicBezTo>
                <a:cubicBezTo>
                  <a:pt x="1223" y="182"/>
                  <a:pt x="1026" y="307"/>
                  <a:pt x="866" y="458"/>
                </a:cubicBezTo>
                <a:cubicBezTo>
                  <a:pt x="714" y="619"/>
                  <a:pt x="589" y="806"/>
                  <a:pt x="500" y="1012"/>
                </a:cubicBezTo>
                <a:cubicBezTo>
                  <a:pt x="321" y="1413"/>
                  <a:pt x="196" y="1851"/>
                  <a:pt x="134" y="2288"/>
                </a:cubicBezTo>
                <a:cubicBezTo>
                  <a:pt x="62" y="2725"/>
                  <a:pt x="18" y="3163"/>
                  <a:pt x="0" y="3609"/>
                </a:cubicBezTo>
                <a:lnTo>
                  <a:pt x="0" y="3636"/>
                </a:lnTo>
                <a:lnTo>
                  <a:pt x="27" y="3636"/>
                </a:lnTo>
                <a:cubicBezTo>
                  <a:pt x="250" y="3636"/>
                  <a:pt x="473" y="3600"/>
                  <a:pt x="687" y="3546"/>
                </a:cubicBezTo>
                <a:cubicBezTo>
                  <a:pt x="901" y="3493"/>
                  <a:pt x="1107" y="3421"/>
                  <a:pt x="1312" y="3341"/>
                </a:cubicBezTo>
                <a:cubicBezTo>
                  <a:pt x="1723" y="3180"/>
                  <a:pt x="2106" y="2957"/>
                  <a:pt x="2454" y="2690"/>
                </a:cubicBezTo>
                <a:cubicBezTo>
                  <a:pt x="2624" y="2547"/>
                  <a:pt x="2776" y="2386"/>
                  <a:pt x="2901" y="2208"/>
                </a:cubicBezTo>
                <a:cubicBezTo>
                  <a:pt x="3017" y="2020"/>
                  <a:pt x="3088" y="1797"/>
                  <a:pt x="3097" y="1583"/>
                </a:cubicBezTo>
                <a:cubicBezTo>
                  <a:pt x="3106" y="1360"/>
                  <a:pt x="3061" y="1137"/>
                  <a:pt x="2981" y="940"/>
                </a:cubicBezTo>
                <a:cubicBezTo>
                  <a:pt x="2961" y="895"/>
                  <a:pt x="2941" y="852"/>
                  <a:pt x="2919" y="809"/>
                </a:cubicBezTo>
                <a:lnTo>
                  <a:pt x="2919" y="809"/>
                </a:lnTo>
                <a:cubicBezTo>
                  <a:pt x="2938" y="849"/>
                  <a:pt x="2956" y="890"/>
                  <a:pt x="2972" y="931"/>
                </a:cubicBezTo>
                <a:cubicBezTo>
                  <a:pt x="3061" y="1137"/>
                  <a:pt x="3097" y="1351"/>
                  <a:pt x="3088" y="1574"/>
                </a:cubicBezTo>
                <a:cubicBezTo>
                  <a:pt x="3070" y="1788"/>
                  <a:pt x="3008" y="2002"/>
                  <a:pt x="2892" y="2190"/>
                </a:cubicBezTo>
                <a:cubicBezTo>
                  <a:pt x="2767" y="2368"/>
                  <a:pt x="2615" y="2529"/>
                  <a:pt x="2445" y="2663"/>
                </a:cubicBezTo>
                <a:cubicBezTo>
                  <a:pt x="2097" y="2931"/>
                  <a:pt x="1714" y="3145"/>
                  <a:pt x="1303" y="3296"/>
                </a:cubicBezTo>
                <a:cubicBezTo>
                  <a:pt x="1098" y="3377"/>
                  <a:pt x="893" y="3448"/>
                  <a:pt x="678" y="3493"/>
                </a:cubicBezTo>
                <a:cubicBezTo>
                  <a:pt x="473" y="3544"/>
                  <a:pt x="268" y="3579"/>
                  <a:pt x="63" y="3582"/>
                </a:cubicBezTo>
                <a:lnTo>
                  <a:pt x="63" y="3582"/>
                </a:lnTo>
                <a:cubicBezTo>
                  <a:pt x="64" y="3145"/>
                  <a:pt x="108" y="2716"/>
                  <a:pt x="170" y="2288"/>
                </a:cubicBezTo>
                <a:cubicBezTo>
                  <a:pt x="232" y="1851"/>
                  <a:pt x="348" y="1422"/>
                  <a:pt x="518" y="1021"/>
                </a:cubicBezTo>
                <a:cubicBezTo>
                  <a:pt x="607" y="815"/>
                  <a:pt x="723" y="628"/>
                  <a:pt x="884" y="467"/>
                </a:cubicBezTo>
                <a:cubicBezTo>
                  <a:pt x="1035" y="315"/>
                  <a:pt x="1223" y="191"/>
                  <a:pt x="1419" y="101"/>
                </a:cubicBezTo>
                <a:cubicBezTo>
                  <a:pt x="1549" y="39"/>
                  <a:pt x="1686" y="9"/>
                  <a:pt x="1826" y="9"/>
                </a:cubicBezTo>
                <a:cubicBezTo>
                  <a:pt x="1907" y="9"/>
                  <a:pt x="1989" y="19"/>
                  <a:pt x="2071" y="39"/>
                </a:cubicBezTo>
                <a:cubicBezTo>
                  <a:pt x="2276" y="92"/>
                  <a:pt x="2472" y="217"/>
                  <a:pt x="2624" y="378"/>
                </a:cubicBezTo>
                <a:cubicBezTo>
                  <a:pt x="2472" y="217"/>
                  <a:pt x="2285" y="92"/>
                  <a:pt x="2071" y="30"/>
                </a:cubicBezTo>
                <a:cubicBezTo>
                  <a:pt x="1992" y="10"/>
                  <a:pt x="1911" y="0"/>
                  <a:pt x="183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 name="Google Shape;172;p2"/>
          <p:cNvSpPr/>
          <p:nvPr/>
        </p:nvSpPr>
        <p:spPr>
          <a:xfrm rot="10800000">
            <a:off x="1476419" y="4345850"/>
            <a:ext cx="298231" cy="209245"/>
          </a:xfrm>
          <a:custGeom>
            <a:avLst/>
            <a:gdLst/>
            <a:ahLst/>
            <a:cxnLst/>
            <a:rect l="l" t="t" r="r" b="b"/>
            <a:pathLst>
              <a:path w="4320" h="3031" extrusionOk="0">
                <a:moveTo>
                  <a:pt x="2747" y="1"/>
                </a:moveTo>
                <a:cubicBezTo>
                  <a:pt x="1585" y="1"/>
                  <a:pt x="0" y="1151"/>
                  <a:pt x="0" y="1151"/>
                </a:cubicBezTo>
                <a:cubicBezTo>
                  <a:pt x="462" y="1898"/>
                  <a:pt x="1932" y="3031"/>
                  <a:pt x="2915" y="3031"/>
                </a:cubicBezTo>
                <a:cubicBezTo>
                  <a:pt x="2978" y="3031"/>
                  <a:pt x="3039" y="3026"/>
                  <a:pt x="3097" y="3016"/>
                </a:cubicBezTo>
                <a:cubicBezTo>
                  <a:pt x="4061" y="2847"/>
                  <a:pt x="4240" y="1669"/>
                  <a:pt x="4240" y="1669"/>
                </a:cubicBezTo>
                <a:cubicBezTo>
                  <a:pt x="4293" y="1267"/>
                  <a:pt x="4320" y="428"/>
                  <a:pt x="3169" y="62"/>
                </a:cubicBezTo>
                <a:cubicBezTo>
                  <a:pt x="3038" y="20"/>
                  <a:pt x="2896" y="1"/>
                  <a:pt x="274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173;p2"/>
          <p:cNvSpPr/>
          <p:nvPr/>
        </p:nvSpPr>
        <p:spPr>
          <a:xfrm rot="10800000">
            <a:off x="1507209" y="4335702"/>
            <a:ext cx="264404" cy="193574"/>
          </a:xfrm>
          <a:custGeom>
            <a:avLst/>
            <a:gdLst/>
            <a:ahLst/>
            <a:cxnLst/>
            <a:rect l="l" t="t" r="r" b="b"/>
            <a:pathLst>
              <a:path w="3830" h="2804" extrusionOk="0">
                <a:moveTo>
                  <a:pt x="1607" y="10"/>
                </a:moveTo>
                <a:cubicBezTo>
                  <a:pt x="1465" y="10"/>
                  <a:pt x="1322" y="18"/>
                  <a:pt x="1188" y="54"/>
                </a:cubicBezTo>
                <a:cubicBezTo>
                  <a:pt x="840" y="215"/>
                  <a:pt x="510" y="402"/>
                  <a:pt x="197" y="608"/>
                </a:cubicBezTo>
                <a:cubicBezTo>
                  <a:pt x="126" y="679"/>
                  <a:pt x="54" y="759"/>
                  <a:pt x="1" y="849"/>
                </a:cubicBezTo>
                <a:cubicBezTo>
                  <a:pt x="545" y="1643"/>
                  <a:pt x="2107" y="2803"/>
                  <a:pt x="3044" y="2642"/>
                </a:cubicBezTo>
                <a:cubicBezTo>
                  <a:pt x="3205" y="2616"/>
                  <a:pt x="3366" y="2553"/>
                  <a:pt x="3499" y="2464"/>
                </a:cubicBezTo>
                <a:cubicBezTo>
                  <a:pt x="3830" y="1214"/>
                  <a:pt x="2893" y="1"/>
                  <a:pt x="1607" y="10"/>
                </a:cubicBezTo>
                <a:close/>
              </a:path>
            </a:pathLst>
          </a:custGeom>
          <a:gradFill>
            <a:gsLst>
              <a:gs pos="0">
                <a:srgbClr val="FFFFFF">
                  <a:alpha val="0"/>
                </a:srgbClr>
              </a:gs>
              <a:gs pos="100000">
                <a:srgbClr val="FFFFFF">
                  <a:alpha val="2196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 name="Google Shape;174;p2"/>
          <p:cNvSpPr/>
          <p:nvPr/>
        </p:nvSpPr>
        <p:spPr>
          <a:xfrm rot="10800000">
            <a:off x="1479457" y="4345505"/>
            <a:ext cx="297679" cy="210419"/>
          </a:xfrm>
          <a:custGeom>
            <a:avLst/>
            <a:gdLst/>
            <a:ahLst/>
            <a:cxnLst/>
            <a:rect l="l" t="t" r="r" b="b"/>
            <a:pathLst>
              <a:path w="4312" h="3048" extrusionOk="0">
                <a:moveTo>
                  <a:pt x="2754" y="1"/>
                </a:moveTo>
                <a:cubicBezTo>
                  <a:pt x="2690" y="1"/>
                  <a:pt x="2626" y="4"/>
                  <a:pt x="2562" y="12"/>
                </a:cubicBezTo>
                <a:cubicBezTo>
                  <a:pt x="2098" y="83"/>
                  <a:pt x="1652" y="226"/>
                  <a:pt x="1232" y="440"/>
                </a:cubicBezTo>
                <a:cubicBezTo>
                  <a:pt x="813" y="637"/>
                  <a:pt x="411" y="869"/>
                  <a:pt x="27" y="1136"/>
                </a:cubicBezTo>
                <a:lnTo>
                  <a:pt x="1" y="1154"/>
                </a:lnTo>
                <a:lnTo>
                  <a:pt x="18" y="1172"/>
                </a:lnTo>
                <a:cubicBezTo>
                  <a:pt x="152" y="1368"/>
                  <a:pt x="295" y="1556"/>
                  <a:pt x="474" y="1716"/>
                </a:cubicBezTo>
                <a:cubicBezTo>
                  <a:pt x="634" y="1886"/>
                  <a:pt x="813" y="2038"/>
                  <a:pt x="1000" y="2181"/>
                </a:cubicBezTo>
                <a:cubicBezTo>
                  <a:pt x="1366" y="2475"/>
                  <a:pt x="1777" y="2716"/>
                  <a:pt x="2214" y="2895"/>
                </a:cubicBezTo>
                <a:cubicBezTo>
                  <a:pt x="2437" y="2984"/>
                  <a:pt x="2669" y="3037"/>
                  <a:pt x="2901" y="3046"/>
                </a:cubicBezTo>
                <a:cubicBezTo>
                  <a:pt x="2915" y="3047"/>
                  <a:pt x="2928" y="3047"/>
                  <a:pt x="2942" y="3047"/>
                </a:cubicBezTo>
                <a:cubicBezTo>
                  <a:pt x="3168" y="3047"/>
                  <a:pt x="3385" y="2977"/>
                  <a:pt x="3571" y="2859"/>
                </a:cubicBezTo>
                <a:cubicBezTo>
                  <a:pt x="3764" y="2727"/>
                  <a:pt x="3923" y="2552"/>
                  <a:pt x="4030" y="2350"/>
                </a:cubicBezTo>
                <a:lnTo>
                  <a:pt x="4030" y="2350"/>
                </a:lnTo>
                <a:cubicBezTo>
                  <a:pt x="3923" y="2552"/>
                  <a:pt x="3764" y="2727"/>
                  <a:pt x="3571" y="2850"/>
                </a:cubicBezTo>
                <a:cubicBezTo>
                  <a:pt x="3378" y="2967"/>
                  <a:pt x="3162" y="3029"/>
                  <a:pt x="2945" y="3029"/>
                </a:cubicBezTo>
                <a:cubicBezTo>
                  <a:pt x="2930" y="3029"/>
                  <a:pt x="2916" y="3029"/>
                  <a:pt x="2901" y="3028"/>
                </a:cubicBezTo>
                <a:cubicBezTo>
                  <a:pt x="2660" y="3020"/>
                  <a:pt x="2437" y="2966"/>
                  <a:pt x="2223" y="2877"/>
                </a:cubicBezTo>
                <a:cubicBezTo>
                  <a:pt x="1786" y="2689"/>
                  <a:pt x="1384" y="2448"/>
                  <a:pt x="1018" y="2154"/>
                </a:cubicBezTo>
                <a:cubicBezTo>
                  <a:pt x="839" y="2011"/>
                  <a:pt x="661" y="1850"/>
                  <a:pt x="500" y="1681"/>
                </a:cubicBezTo>
                <a:cubicBezTo>
                  <a:pt x="337" y="1526"/>
                  <a:pt x="198" y="1354"/>
                  <a:pt x="76" y="1165"/>
                </a:cubicBezTo>
                <a:lnTo>
                  <a:pt x="76" y="1165"/>
                </a:lnTo>
                <a:cubicBezTo>
                  <a:pt x="445" y="904"/>
                  <a:pt x="839" y="668"/>
                  <a:pt x="1241" y="467"/>
                </a:cubicBezTo>
                <a:cubicBezTo>
                  <a:pt x="1652" y="253"/>
                  <a:pt x="2098" y="110"/>
                  <a:pt x="2562" y="39"/>
                </a:cubicBezTo>
                <a:cubicBezTo>
                  <a:pt x="2629" y="31"/>
                  <a:pt x="2696" y="27"/>
                  <a:pt x="2762" y="27"/>
                </a:cubicBezTo>
                <a:cubicBezTo>
                  <a:pt x="3157" y="27"/>
                  <a:pt x="3542" y="163"/>
                  <a:pt x="3847" y="422"/>
                </a:cubicBezTo>
                <a:cubicBezTo>
                  <a:pt x="4026" y="574"/>
                  <a:pt x="4160" y="770"/>
                  <a:pt x="4231" y="994"/>
                </a:cubicBezTo>
                <a:cubicBezTo>
                  <a:pt x="4293" y="1217"/>
                  <a:pt x="4311" y="1449"/>
                  <a:pt x="4276" y="1681"/>
                </a:cubicBezTo>
                <a:cubicBezTo>
                  <a:pt x="4311" y="1449"/>
                  <a:pt x="4302" y="1208"/>
                  <a:pt x="4240" y="985"/>
                </a:cubicBezTo>
                <a:cubicBezTo>
                  <a:pt x="4168" y="761"/>
                  <a:pt x="4044" y="565"/>
                  <a:pt x="3865" y="413"/>
                </a:cubicBezTo>
                <a:cubicBezTo>
                  <a:pt x="3549" y="144"/>
                  <a:pt x="3154" y="1"/>
                  <a:pt x="275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 name="Google Shape;175;p2"/>
          <p:cNvSpPr/>
          <p:nvPr/>
        </p:nvSpPr>
        <p:spPr>
          <a:xfrm rot="10800000">
            <a:off x="1420018" y="4387961"/>
            <a:ext cx="334267" cy="114874"/>
          </a:xfrm>
          <a:custGeom>
            <a:avLst/>
            <a:gdLst/>
            <a:ahLst/>
            <a:cxnLst/>
            <a:rect l="l" t="t" r="r" b="b"/>
            <a:pathLst>
              <a:path w="4842" h="1664" extrusionOk="0">
                <a:moveTo>
                  <a:pt x="2640" y="0"/>
                </a:moveTo>
                <a:cubicBezTo>
                  <a:pt x="2632" y="0"/>
                  <a:pt x="2967" y="516"/>
                  <a:pt x="3141" y="742"/>
                </a:cubicBezTo>
                <a:lnTo>
                  <a:pt x="3168" y="769"/>
                </a:lnTo>
                <a:cubicBezTo>
                  <a:pt x="2927" y="751"/>
                  <a:pt x="2686" y="742"/>
                  <a:pt x="2454" y="715"/>
                </a:cubicBezTo>
                <a:cubicBezTo>
                  <a:pt x="2267" y="698"/>
                  <a:pt x="2079" y="680"/>
                  <a:pt x="1892" y="662"/>
                </a:cubicBezTo>
                <a:lnTo>
                  <a:pt x="1401" y="198"/>
                </a:lnTo>
                <a:lnTo>
                  <a:pt x="1321" y="117"/>
                </a:lnTo>
                <a:lnTo>
                  <a:pt x="1321" y="117"/>
                </a:lnTo>
                <a:cubicBezTo>
                  <a:pt x="1463" y="305"/>
                  <a:pt x="1624" y="483"/>
                  <a:pt x="1785" y="644"/>
                </a:cubicBezTo>
                <a:cubicBezTo>
                  <a:pt x="1365" y="590"/>
                  <a:pt x="955" y="537"/>
                  <a:pt x="535" y="474"/>
                </a:cubicBezTo>
                <a:lnTo>
                  <a:pt x="44" y="394"/>
                </a:lnTo>
                <a:cubicBezTo>
                  <a:pt x="43" y="394"/>
                  <a:pt x="41" y="394"/>
                  <a:pt x="40" y="394"/>
                </a:cubicBezTo>
                <a:cubicBezTo>
                  <a:pt x="0" y="394"/>
                  <a:pt x="797" y="584"/>
                  <a:pt x="1330" y="689"/>
                </a:cubicBezTo>
                <a:lnTo>
                  <a:pt x="1071" y="947"/>
                </a:lnTo>
                <a:lnTo>
                  <a:pt x="1026" y="992"/>
                </a:lnTo>
                <a:cubicBezTo>
                  <a:pt x="1160" y="912"/>
                  <a:pt x="1285" y="814"/>
                  <a:pt x="1401" y="715"/>
                </a:cubicBezTo>
                <a:lnTo>
                  <a:pt x="1410" y="706"/>
                </a:lnTo>
                <a:cubicBezTo>
                  <a:pt x="1731" y="760"/>
                  <a:pt x="1981" y="796"/>
                  <a:pt x="2302" y="831"/>
                </a:cubicBezTo>
                <a:cubicBezTo>
                  <a:pt x="2436" y="840"/>
                  <a:pt x="2570" y="858"/>
                  <a:pt x="2695" y="867"/>
                </a:cubicBezTo>
                <a:lnTo>
                  <a:pt x="2160" y="1447"/>
                </a:lnTo>
                <a:lnTo>
                  <a:pt x="2070" y="1537"/>
                </a:lnTo>
                <a:cubicBezTo>
                  <a:pt x="2069" y="1538"/>
                  <a:pt x="2069" y="1539"/>
                  <a:pt x="2069" y="1539"/>
                </a:cubicBezTo>
                <a:cubicBezTo>
                  <a:pt x="2081" y="1539"/>
                  <a:pt x="2525" y="1144"/>
                  <a:pt x="2713" y="939"/>
                </a:cubicBezTo>
                <a:lnTo>
                  <a:pt x="2775" y="867"/>
                </a:lnTo>
                <a:cubicBezTo>
                  <a:pt x="2972" y="885"/>
                  <a:pt x="3168" y="894"/>
                  <a:pt x="3356" y="912"/>
                </a:cubicBezTo>
                <a:lnTo>
                  <a:pt x="3472" y="930"/>
                </a:lnTo>
                <a:lnTo>
                  <a:pt x="3025" y="1563"/>
                </a:lnTo>
                <a:lnTo>
                  <a:pt x="2954" y="1661"/>
                </a:lnTo>
                <a:cubicBezTo>
                  <a:pt x="2953" y="1663"/>
                  <a:pt x="2953" y="1663"/>
                  <a:pt x="2953" y="1663"/>
                </a:cubicBezTo>
                <a:cubicBezTo>
                  <a:pt x="2956" y="1663"/>
                  <a:pt x="3335" y="1225"/>
                  <a:pt x="3498" y="1001"/>
                </a:cubicBezTo>
                <a:lnTo>
                  <a:pt x="3543" y="930"/>
                </a:lnTo>
                <a:cubicBezTo>
                  <a:pt x="3748" y="956"/>
                  <a:pt x="3945" y="983"/>
                  <a:pt x="4150" y="1028"/>
                </a:cubicBezTo>
                <a:cubicBezTo>
                  <a:pt x="4346" y="1055"/>
                  <a:pt x="4543" y="1117"/>
                  <a:pt x="4739" y="1197"/>
                </a:cubicBezTo>
                <a:cubicBezTo>
                  <a:pt x="4744" y="1199"/>
                  <a:pt x="4750" y="1200"/>
                  <a:pt x="4755" y="1200"/>
                </a:cubicBezTo>
                <a:cubicBezTo>
                  <a:pt x="4809" y="1200"/>
                  <a:pt x="4841" y="1122"/>
                  <a:pt x="4792" y="1081"/>
                </a:cubicBezTo>
                <a:cubicBezTo>
                  <a:pt x="4632" y="1010"/>
                  <a:pt x="4462" y="956"/>
                  <a:pt x="4284" y="921"/>
                </a:cubicBezTo>
                <a:cubicBezTo>
                  <a:pt x="4061" y="876"/>
                  <a:pt x="3837" y="840"/>
                  <a:pt x="3605" y="814"/>
                </a:cubicBezTo>
                <a:cubicBezTo>
                  <a:pt x="3489" y="796"/>
                  <a:pt x="3364" y="787"/>
                  <a:pt x="3248" y="778"/>
                </a:cubicBezTo>
                <a:lnTo>
                  <a:pt x="2713" y="100"/>
                </a:lnTo>
                <a:lnTo>
                  <a:pt x="2642" y="1"/>
                </a:lnTo>
                <a:cubicBezTo>
                  <a:pt x="2641" y="1"/>
                  <a:pt x="2640" y="0"/>
                  <a:pt x="264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 name="Google Shape;176;p2"/>
          <p:cNvSpPr/>
          <p:nvPr/>
        </p:nvSpPr>
        <p:spPr>
          <a:xfrm rot="10800000">
            <a:off x="1351813" y="4130046"/>
            <a:ext cx="350698" cy="334751"/>
          </a:xfrm>
          <a:custGeom>
            <a:avLst/>
            <a:gdLst/>
            <a:ahLst/>
            <a:cxnLst/>
            <a:rect l="l" t="t" r="r" b="b"/>
            <a:pathLst>
              <a:path w="5080" h="4849" extrusionOk="0">
                <a:moveTo>
                  <a:pt x="4991" y="0"/>
                </a:moveTo>
                <a:cubicBezTo>
                  <a:pt x="4985" y="0"/>
                  <a:pt x="4978" y="1"/>
                  <a:pt x="4971" y="4"/>
                </a:cubicBezTo>
                <a:cubicBezTo>
                  <a:pt x="4025" y="334"/>
                  <a:pt x="3328" y="1191"/>
                  <a:pt x="2980" y="2119"/>
                </a:cubicBezTo>
                <a:cubicBezTo>
                  <a:pt x="2592" y="2011"/>
                  <a:pt x="2194" y="1958"/>
                  <a:pt x="1797" y="1958"/>
                </a:cubicBezTo>
                <a:cubicBezTo>
                  <a:pt x="1210" y="1958"/>
                  <a:pt x="625" y="2074"/>
                  <a:pt x="71" y="2297"/>
                </a:cubicBezTo>
                <a:cubicBezTo>
                  <a:pt x="0" y="2329"/>
                  <a:pt x="19" y="2429"/>
                  <a:pt x="79" y="2429"/>
                </a:cubicBezTo>
                <a:cubicBezTo>
                  <a:pt x="87" y="2429"/>
                  <a:pt x="97" y="2427"/>
                  <a:pt x="107" y="2422"/>
                </a:cubicBezTo>
                <a:cubicBezTo>
                  <a:pt x="643" y="2204"/>
                  <a:pt x="1213" y="2092"/>
                  <a:pt x="1785" y="2092"/>
                </a:cubicBezTo>
                <a:cubicBezTo>
                  <a:pt x="2147" y="2092"/>
                  <a:pt x="2509" y="2136"/>
                  <a:pt x="2864" y="2226"/>
                </a:cubicBezTo>
                <a:cubicBezTo>
                  <a:pt x="2195" y="2592"/>
                  <a:pt x="1624" y="3172"/>
                  <a:pt x="1186" y="3797"/>
                </a:cubicBezTo>
                <a:cubicBezTo>
                  <a:pt x="1156" y="3846"/>
                  <a:pt x="1201" y="3891"/>
                  <a:pt x="1247" y="3891"/>
                </a:cubicBezTo>
                <a:cubicBezTo>
                  <a:pt x="1268" y="3891"/>
                  <a:pt x="1289" y="3882"/>
                  <a:pt x="1302" y="3859"/>
                </a:cubicBezTo>
                <a:cubicBezTo>
                  <a:pt x="1731" y="3226"/>
                  <a:pt x="2302" y="2699"/>
                  <a:pt x="2971" y="2324"/>
                </a:cubicBezTo>
                <a:lnTo>
                  <a:pt x="2971" y="2324"/>
                </a:lnTo>
                <a:cubicBezTo>
                  <a:pt x="2998" y="3083"/>
                  <a:pt x="2847" y="3842"/>
                  <a:pt x="2534" y="4538"/>
                </a:cubicBezTo>
                <a:cubicBezTo>
                  <a:pt x="2510" y="4592"/>
                  <a:pt x="2555" y="4637"/>
                  <a:pt x="2595" y="4637"/>
                </a:cubicBezTo>
                <a:cubicBezTo>
                  <a:pt x="2614" y="4637"/>
                  <a:pt x="2632" y="4627"/>
                  <a:pt x="2641" y="4600"/>
                </a:cubicBezTo>
                <a:cubicBezTo>
                  <a:pt x="2945" y="3913"/>
                  <a:pt x="3141" y="3119"/>
                  <a:pt x="3096" y="2351"/>
                </a:cubicBezTo>
                <a:lnTo>
                  <a:pt x="3096" y="2351"/>
                </a:lnTo>
                <a:cubicBezTo>
                  <a:pt x="3775" y="3011"/>
                  <a:pt x="4230" y="3868"/>
                  <a:pt x="4382" y="4796"/>
                </a:cubicBezTo>
                <a:cubicBezTo>
                  <a:pt x="4389" y="4833"/>
                  <a:pt x="4413" y="4848"/>
                  <a:pt x="4440" y="4848"/>
                </a:cubicBezTo>
                <a:cubicBezTo>
                  <a:pt x="4479" y="4848"/>
                  <a:pt x="4521" y="4814"/>
                  <a:pt x="4515" y="4761"/>
                </a:cubicBezTo>
                <a:cubicBezTo>
                  <a:pt x="4346" y="3770"/>
                  <a:pt x="3846" y="2860"/>
                  <a:pt x="3105" y="2173"/>
                </a:cubicBezTo>
                <a:cubicBezTo>
                  <a:pt x="3436" y="1280"/>
                  <a:pt x="4105" y="450"/>
                  <a:pt x="5006" y="138"/>
                </a:cubicBezTo>
                <a:cubicBezTo>
                  <a:pt x="5079" y="113"/>
                  <a:pt x="5056" y="0"/>
                  <a:pt x="499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 name="Google Shape;177;p2"/>
          <p:cNvSpPr/>
          <p:nvPr/>
        </p:nvSpPr>
        <p:spPr>
          <a:xfrm rot="10800000">
            <a:off x="1329175" y="4066115"/>
            <a:ext cx="106038" cy="104036"/>
          </a:xfrm>
          <a:custGeom>
            <a:avLst/>
            <a:gdLst/>
            <a:ahLst/>
            <a:cxnLst/>
            <a:rect l="l" t="t" r="r" b="b"/>
            <a:pathLst>
              <a:path w="1536" h="1507" extrusionOk="0">
                <a:moveTo>
                  <a:pt x="715" y="0"/>
                </a:moveTo>
                <a:cubicBezTo>
                  <a:pt x="621" y="0"/>
                  <a:pt x="527" y="21"/>
                  <a:pt x="438" y="64"/>
                </a:cubicBezTo>
                <a:cubicBezTo>
                  <a:pt x="117" y="225"/>
                  <a:pt x="1" y="653"/>
                  <a:pt x="179" y="1010"/>
                </a:cubicBezTo>
                <a:cubicBezTo>
                  <a:pt x="320" y="1292"/>
                  <a:pt x="632" y="1506"/>
                  <a:pt x="920" y="1506"/>
                </a:cubicBezTo>
                <a:cubicBezTo>
                  <a:pt x="997" y="1506"/>
                  <a:pt x="1073" y="1491"/>
                  <a:pt x="1143" y="1457"/>
                </a:cubicBezTo>
                <a:cubicBezTo>
                  <a:pt x="1465" y="1287"/>
                  <a:pt x="1536" y="769"/>
                  <a:pt x="1357" y="412"/>
                </a:cubicBezTo>
                <a:cubicBezTo>
                  <a:pt x="1221" y="152"/>
                  <a:pt x="969" y="0"/>
                  <a:pt x="71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 name="Google Shape;178;p2"/>
          <p:cNvSpPr/>
          <p:nvPr/>
        </p:nvSpPr>
        <p:spPr>
          <a:xfrm rot="10800000">
            <a:off x="1476423" y="4071362"/>
            <a:ext cx="104795" cy="105278"/>
          </a:xfrm>
          <a:custGeom>
            <a:avLst/>
            <a:gdLst/>
            <a:ahLst/>
            <a:cxnLst/>
            <a:rect l="l" t="t" r="r" b="b"/>
            <a:pathLst>
              <a:path w="1518" h="1525" extrusionOk="0">
                <a:moveTo>
                  <a:pt x="805" y="0"/>
                </a:moveTo>
                <a:cubicBezTo>
                  <a:pt x="531" y="0"/>
                  <a:pt x="263" y="183"/>
                  <a:pt x="143" y="471"/>
                </a:cubicBezTo>
                <a:cubicBezTo>
                  <a:pt x="1" y="846"/>
                  <a:pt x="117" y="1354"/>
                  <a:pt x="456" y="1488"/>
                </a:cubicBezTo>
                <a:cubicBezTo>
                  <a:pt x="514" y="1513"/>
                  <a:pt x="576" y="1524"/>
                  <a:pt x="638" y="1524"/>
                </a:cubicBezTo>
                <a:cubicBezTo>
                  <a:pt x="935" y="1524"/>
                  <a:pt x="1250" y="1264"/>
                  <a:pt x="1375" y="962"/>
                </a:cubicBezTo>
                <a:cubicBezTo>
                  <a:pt x="1518" y="587"/>
                  <a:pt x="1366" y="176"/>
                  <a:pt x="1027" y="42"/>
                </a:cubicBezTo>
                <a:cubicBezTo>
                  <a:pt x="955" y="14"/>
                  <a:pt x="880" y="0"/>
                  <a:pt x="80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 name="Google Shape;179;p2"/>
          <p:cNvSpPr/>
          <p:nvPr/>
        </p:nvSpPr>
        <p:spPr>
          <a:xfrm rot="10800000">
            <a:off x="1658741" y="4257897"/>
            <a:ext cx="111630" cy="91057"/>
          </a:xfrm>
          <a:custGeom>
            <a:avLst/>
            <a:gdLst/>
            <a:ahLst/>
            <a:cxnLst/>
            <a:rect l="l" t="t" r="r" b="b"/>
            <a:pathLst>
              <a:path w="1617" h="1319" extrusionOk="0">
                <a:moveTo>
                  <a:pt x="876" y="0"/>
                </a:moveTo>
                <a:cubicBezTo>
                  <a:pt x="852" y="0"/>
                  <a:pt x="828" y="2"/>
                  <a:pt x="804" y="4"/>
                </a:cubicBezTo>
                <a:cubicBezTo>
                  <a:pt x="402" y="39"/>
                  <a:pt x="1" y="370"/>
                  <a:pt x="36" y="736"/>
                </a:cubicBezTo>
                <a:cubicBezTo>
                  <a:pt x="62" y="1070"/>
                  <a:pt x="472" y="1319"/>
                  <a:pt x="846" y="1319"/>
                </a:cubicBezTo>
                <a:cubicBezTo>
                  <a:pt x="871" y="1319"/>
                  <a:pt x="896" y="1318"/>
                  <a:pt x="920" y="1316"/>
                </a:cubicBezTo>
                <a:cubicBezTo>
                  <a:pt x="1322" y="1280"/>
                  <a:pt x="1616" y="959"/>
                  <a:pt x="1589" y="593"/>
                </a:cubicBezTo>
                <a:cubicBezTo>
                  <a:pt x="1556" y="257"/>
                  <a:pt x="1246" y="0"/>
                  <a:pt x="87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 name="Google Shape;180;p2"/>
          <p:cNvSpPr/>
          <p:nvPr/>
        </p:nvSpPr>
        <p:spPr>
          <a:xfrm rot="10800000">
            <a:off x="1575003" y="4129490"/>
            <a:ext cx="107280" cy="101205"/>
          </a:xfrm>
          <a:custGeom>
            <a:avLst/>
            <a:gdLst/>
            <a:ahLst/>
            <a:cxnLst/>
            <a:rect l="l" t="t" r="r" b="b"/>
            <a:pathLst>
              <a:path w="1554" h="1466" extrusionOk="0">
                <a:moveTo>
                  <a:pt x="843" y="1"/>
                </a:moveTo>
                <a:cubicBezTo>
                  <a:pt x="625" y="1"/>
                  <a:pt x="404" y="107"/>
                  <a:pt x="260" y="308"/>
                </a:cubicBezTo>
                <a:cubicBezTo>
                  <a:pt x="19" y="629"/>
                  <a:pt x="1" y="1156"/>
                  <a:pt x="287" y="1370"/>
                </a:cubicBezTo>
                <a:cubicBezTo>
                  <a:pt x="377" y="1436"/>
                  <a:pt x="487" y="1465"/>
                  <a:pt x="603" y="1465"/>
                </a:cubicBezTo>
                <a:cubicBezTo>
                  <a:pt x="863" y="1465"/>
                  <a:pt x="1152" y="1316"/>
                  <a:pt x="1313" y="1093"/>
                </a:cubicBezTo>
                <a:cubicBezTo>
                  <a:pt x="1554" y="772"/>
                  <a:pt x="1509" y="334"/>
                  <a:pt x="1215" y="120"/>
                </a:cubicBezTo>
                <a:cubicBezTo>
                  <a:pt x="1104" y="40"/>
                  <a:pt x="974" y="1"/>
                  <a:pt x="84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 name="Google Shape;181;p2"/>
          <p:cNvSpPr/>
          <p:nvPr/>
        </p:nvSpPr>
        <p:spPr>
          <a:xfrm rot="10800000">
            <a:off x="1623673" y="4165388"/>
            <a:ext cx="40731" cy="43975"/>
          </a:xfrm>
          <a:custGeom>
            <a:avLst/>
            <a:gdLst/>
            <a:ahLst/>
            <a:cxnLst/>
            <a:rect l="l" t="t" r="r" b="b"/>
            <a:pathLst>
              <a:path w="590" h="637" extrusionOk="0">
                <a:moveTo>
                  <a:pt x="350" y="1"/>
                </a:moveTo>
                <a:cubicBezTo>
                  <a:pt x="333" y="1"/>
                  <a:pt x="318" y="3"/>
                  <a:pt x="304" y="8"/>
                </a:cubicBezTo>
                <a:lnTo>
                  <a:pt x="242" y="8"/>
                </a:lnTo>
                <a:cubicBezTo>
                  <a:pt x="233" y="17"/>
                  <a:pt x="215" y="17"/>
                  <a:pt x="206" y="25"/>
                </a:cubicBezTo>
                <a:cubicBezTo>
                  <a:pt x="188" y="34"/>
                  <a:pt x="179" y="34"/>
                  <a:pt x="161" y="43"/>
                </a:cubicBezTo>
                <a:cubicBezTo>
                  <a:pt x="153" y="52"/>
                  <a:pt x="126" y="70"/>
                  <a:pt x="108" y="88"/>
                </a:cubicBezTo>
                <a:lnTo>
                  <a:pt x="108" y="97"/>
                </a:lnTo>
                <a:cubicBezTo>
                  <a:pt x="90" y="115"/>
                  <a:pt x="72" y="133"/>
                  <a:pt x="63" y="150"/>
                </a:cubicBezTo>
                <a:cubicBezTo>
                  <a:pt x="54" y="150"/>
                  <a:pt x="54" y="159"/>
                  <a:pt x="54" y="159"/>
                </a:cubicBezTo>
                <a:cubicBezTo>
                  <a:pt x="36" y="186"/>
                  <a:pt x="28" y="213"/>
                  <a:pt x="19" y="240"/>
                </a:cubicBezTo>
                <a:cubicBezTo>
                  <a:pt x="10" y="266"/>
                  <a:pt x="1" y="302"/>
                  <a:pt x="1" y="329"/>
                </a:cubicBezTo>
                <a:cubicBezTo>
                  <a:pt x="1" y="365"/>
                  <a:pt x="1" y="400"/>
                  <a:pt x="10" y="436"/>
                </a:cubicBezTo>
                <a:lnTo>
                  <a:pt x="10" y="445"/>
                </a:lnTo>
                <a:lnTo>
                  <a:pt x="36" y="507"/>
                </a:lnTo>
                <a:lnTo>
                  <a:pt x="36" y="516"/>
                </a:lnTo>
                <a:lnTo>
                  <a:pt x="72" y="561"/>
                </a:lnTo>
                <a:lnTo>
                  <a:pt x="117" y="597"/>
                </a:lnTo>
                <a:cubicBezTo>
                  <a:pt x="144" y="615"/>
                  <a:pt x="161" y="623"/>
                  <a:pt x="188" y="623"/>
                </a:cubicBezTo>
                <a:cubicBezTo>
                  <a:pt x="206" y="632"/>
                  <a:pt x="226" y="637"/>
                  <a:pt x="247" y="637"/>
                </a:cubicBezTo>
                <a:cubicBezTo>
                  <a:pt x="269" y="637"/>
                  <a:pt x="291" y="632"/>
                  <a:pt x="313" y="623"/>
                </a:cubicBezTo>
                <a:cubicBezTo>
                  <a:pt x="322" y="623"/>
                  <a:pt x="340" y="615"/>
                  <a:pt x="349" y="615"/>
                </a:cubicBezTo>
                <a:cubicBezTo>
                  <a:pt x="367" y="606"/>
                  <a:pt x="376" y="606"/>
                  <a:pt x="385" y="597"/>
                </a:cubicBezTo>
                <a:lnTo>
                  <a:pt x="411" y="579"/>
                </a:lnTo>
                <a:cubicBezTo>
                  <a:pt x="420" y="579"/>
                  <a:pt x="420" y="570"/>
                  <a:pt x="429" y="570"/>
                </a:cubicBezTo>
                <a:lnTo>
                  <a:pt x="456" y="552"/>
                </a:lnTo>
                <a:lnTo>
                  <a:pt x="483" y="525"/>
                </a:lnTo>
                <a:lnTo>
                  <a:pt x="501" y="507"/>
                </a:lnTo>
                <a:cubicBezTo>
                  <a:pt x="536" y="472"/>
                  <a:pt x="572" y="418"/>
                  <a:pt x="581" y="365"/>
                </a:cubicBezTo>
                <a:cubicBezTo>
                  <a:pt x="581" y="347"/>
                  <a:pt x="590" y="311"/>
                  <a:pt x="590" y="293"/>
                </a:cubicBezTo>
                <a:cubicBezTo>
                  <a:pt x="590" y="266"/>
                  <a:pt x="590" y="249"/>
                  <a:pt x="581" y="222"/>
                </a:cubicBezTo>
                <a:cubicBezTo>
                  <a:pt x="581" y="195"/>
                  <a:pt x="572" y="177"/>
                  <a:pt x="563" y="150"/>
                </a:cubicBezTo>
                <a:cubicBezTo>
                  <a:pt x="554" y="142"/>
                  <a:pt x="554" y="133"/>
                  <a:pt x="545" y="124"/>
                </a:cubicBezTo>
                <a:cubicBezTo>
                  <a:pt x="527" y="79"/>
                  <a:pt x="492" y="52"/>
                  <a:pt x="456" y="34"/>
                </a:cubicBezTo>
                <a:cubicBezTo>
                  <a:pt x="447" y="34"/>
                  <a:pt x="411" y="17"/>
                  <a:pt x="402" y="8"/>
                </a:cubicBezTo>
                <a:cubicBezTo>
                  <a:pt x="385" y="3"/>
                  <a:pt x="367" y="1"/>
                  <a:pt x="35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 name="Google Shape;182;p2"/>
          <p:cNvSpPr/>
          <p:nvPr/>
        </p:nvSpPr>
        <p:spPr>
          <a:xfrm rot="10800000">
            <a:off x="1696987" y="4291379"/>
            <a:ext cx="48739" cy="43768"/>
          </a:xfrm>
          <a:custGeom>
            <a:avLst/>
            <a:gdLst/>
            <a:ahLst/>
            <a:cxnLst/>
            <a:rect l="l" t="t" r="r" b="b"/>
            <a:pathLst>
              <a:path w="706" h="634" extrusionOk="0">
                <a:moveTo>
                  <a:pt x="384" y="0"/>
                </a:moveTo>
                <a:lnTo>
                  <a:pt x="304" y="9"/>
                </a:lnTo>
                <a:lnTo>
                  <a:pt x="295" y="9"/>
                </a:lnTo>
                <a:lnTo>
                  <a:pt x="251" y="36"/>
                </a:lnTo>
                <a:cubicBezTo>
                  <a:pt x="224" y="36"/>
                  <a:pt x="206" y="54"/>
                  <a:pt x="188" y="62"/>
                </a:cubicBezTo>
                <a:cubicBezTo>
                  <a:pt x="179" y="62"/>
                  <a:pt x="170" y="71"/>
                  <a:pt x="170" y="80"/>
                </a:cubicBezTo>
                <a:cubicBezTo>
                  <a:pt x="117" y="107"/>
                  <a:pt x="72" y="152"/>
                  <a:pt x="45" y="196"/>
                </a:cubicBezTo>
                <a:cubicBezTo>
                  <a:pt x="19" y="241"/>
                  <a:pt x="1" y="295"/>
                  <a:pt x="1" y="348"/>
                </a:cubicBezTo>
                <a:cubicBezTo>
                  <a:pt x="1" y="384"/>
                  <a:pt x="10" y="419"/>
                  <a:pt x="27" y="455"/>
                </a:cubicBezTo>
                <a:cubicBezTo>
                  <a:pt x="36" y="491"/>
                  <a:pt x="63" y="527"/>
                  <a:pt x="90" y="553"/>
                </a:cubicBezTo>
                <a:cubicBezTo>
                  <a:pt x="126" y="589"/>
                  <a:pt x="170" y="616"/>
                  <a:pt x="215" y="625"/>
                </a:cubicBezTo>
                <a:cubicBezTo>
                  <a:pt x="242" y="634"/>
                  <a:pt x="277" y="634"/>
                  <a:pt x="313" y="634"/>
                </a:cubicBezTo>
                <a:lnTo>
                  <a:pt x="331" y="634"/>
                </a:lnTo>
                <a:cubicBezTo>
                  <a:pt x="358" y="634"/>
                  <a:pt x="393" y="634"/>
                  <a:pt x="420" y="625"/>
                </a:cubicBezTo>
                <a:lnTo>
                  <a:pt x="465" y="625"/>
                </a:lnTo>
                <a:lnTo>
                  <a:pt x="527" y="598"/>
                </a:lnTo>
                <a:cubicBezTo>
                  <a:pt x="536" y="589"/>
                  <a:pt x="545" y="589"/>
                  <a:pt x="554" y="580"/>
                </a:cubicBezTo>
                <a:lnTo>
                  <a:pt x="572" y="580"/>
                </a:lnTo>
                <a:cubicBezTo>
                  <a:pt x="608" y="553"/>
                  <a:pt x="643" y="527"/>
                  <a:pt x="670" y="482"/>
                </a:cubicBezTo>
                <a:cubicBezTo>
                  <a:pt x="670" y="482"/>
                  <a:pt x="670" y="473"/>
                  <a:pt x="670" y="473"/>
                </a:cubicBezTo>
                <a:lnTo>
                  <a:pt x="670" y="464"/>
                </a:lnTo>
                <a:cubicBezTo>
                  <a:pt x="679" y="446"/>
                  <a:pt x="688" y="419"/>
                  <a:pt x="697" y="402"/>
                </a:cubicBezTo>
                <a:cubicBezTo>
                  <a:pt x="697" y="393"/>
                  <a:pt x="697" y="393"/>
                  <a:pt x="697" y="393"/>
                </a:cubicBezTo>
                <a:cubicBezTo>
                  <a:pt x="697" y="384"/>
                  <a:pt x="706" y="330"/>
                  <a:pt x="706" y="321"/>
                </a:cubicBezTo>
                <a:cubicBezTo>
                  <a:pt x="706" y="303"/>
                  <a:pt x="697" y="250"/>
                  <a:pt x="697" y="241"/>
                </a:cubicBezTo>
                <a:lnTo>
                  <a:pt x="706" y="205"/>
                </a:lnTo>
                <a:cubicBezTo>
                  <a:pt x="706" y="205"/>
                  <a:pt x="679" y="143"/>
                  <a:pt x="679" y="143"/>
                </a:cubicBezTo>
                <a:cubicBezTo>
                  <a:pt x="679" y="143"/>
                  <a:pt x="634" y="89"/>
                  <a:pt x="634" y="80"/>
                </a:cubicBezTo>
                <a:cubicBezTo>
                  <a:pt x="625" y="80"/>
                  <a:pt x="581" y="45"/>
                  <a:pt x="572" y="36"/>
                </a:cubicBezTo>
                <a:lnTo>
                  <a:pt x="500" y="9"/>
                </a:lnTo>
                <a:lnTo>
                  <a:pt x="492" y="9"/>
                </a:lnTo>
                <a:cubicBezTo>
                  <a:pt x="465" y="9"/>
                  <a:pt x="438" y="0"/>
                  <a:pt x="41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 name="Google Shape;183;p2"/>
          <p:cNvSpPr/>
          <p:nvPr/>
        </p:nvSpPr>
        <p:spPr>
          <a:xfrm rot="10800000">
            <a:off x="1514600" y="4105672"/>
            <a:ext cx="43216" cy="50672"/>
          </a:xfrm>
          <a:custGeom>
            <a:avLst/>
            <a:gdLst/>
            <a:ahLst/>
            <a:cxnLst/>
            <a:rect l="l" t="t" r="r" b="b"/>
            <a:pathLst>
              <a:path w="626" h="734" extrusionOk="0">
                <a:moveTo>
                  <a:pt x="309" y="0"/>
                </a:moveTo>
                <a:cubicBezTo>
                  <a:pt x="289" y="0"/>
                  <a:pt x="269" y="3"/>
                  <a:pt x="251" y="7"/>
                </a:cubicBezTo>
                <a:cubicBezTo>
                  <a:pt x="206" y="25"/>
                  <a:pt x="161" y="43"/>
                  <a:pt x="126" y="79"/>
                </a:cubicBezTo>
                <a:lnTo>
                  <a:pt x="126" y="88"/>
                </a:lnTo>
                <a:cubicBezTo>
                  <a:pt x="108" y="114"/>
                  <a:pt x="90" y="132"/>
                  <a:pt x="72" y="150"/>
                </a:cubicBezTo>
                <a:cubicBezTo>
                  <a:pt x="63" y="159"/>
                  <a:pt x="63" y="168"/>
                  <a:pt x="63" y="177"/>
                </a:cubicBezTo>
                <a:cubicBezTo>
                  <a:pt x="54" y="186"/>
                  <a:pt x="45" y="204"/>
                  <a:pt x="45" y="221"/>
                </a:cubicBezTo>
                <a:cubicBezTo>
                  <a:pt x="28" y="239"/>
                  <a:pt x="19" y="266"/>
                  <a:pt x="10" y="293"/>
                </a:cubicBezTo>
                <a:cubicBezTo>
                  <a:pt x="10" y="302"/>
                  <a:pt x="10" y="311"/>
                  <a:pt x="10" y="320"/>
                </a:cubicBezTo>
                <a:cubicBezTo>
                  <a:pt x="1" y="346"/>
                  <a:pt x="1" y="382"/>
                  <a:pt x="1" y="409"/>
                </a:cubicBezTo>
                <a:cubicBezTo>
                  <a:pt x="1" y="445"/>
                  <a:pt x="1" y="489"/>
                  <a:pt x="10" y="525"/>
                </a:cubicBezTo>
                <a:cubicBezTo>
                  <a:pt x="19" y="569"/>
                  <a:pt x="45" y="614"/>
                  <a:pt x="81" y="650"/>
                </a:cubicBezTo>
                <a:cubicBezTo>
                  <a:pt x="108" y="677"/>
                  <a:pt x="144" y="694"/>
                  <a:pt x="179" y="712"/>
                </a:cubicBezTo>
                <a:cubicBezTo>
                  <a:pt x="199" y="725"/>
                  <a:pt x="228" y="734"/>
                  <a:pt x="256" y="734"/>
                </a:cubicBezTo>
                <a:cubicBezTo>
                  <a:pt x="267" y="734"/>
                  <a:pt x="277" y="733"/>
                  <a:pt x="286" y="730"/>
                </a:cubicBezTo>
                <a:cubicBezTo>
                  <a:pt x="340" y="730"/>
                  <a:pt x="385" y="721"/>
                  <a:pt x="429" y="694"/>
                </a:cubicBezTo>
                <a:cubicBezTo>
                  <a:pt x="492" y="659"/>
                  <a:pt x="536" y="614"/>
                  <a:pt x="572" y="561"/>
                </a:cubicBezTo>
                <a:lnTo>
                  <a:pt x="581" y="534"/>
                </a:lnTo>
                <a:cubicBezTo>
                  <a:pt x="590" y="516"/>
                  <a:pt x="608" y="489"/>
                  <a:pt x="617" y="462"/>
                </a:cubicBezTo>
                <a:lnTo>
                  <a:pt x="617" y="445"/>
                </a:lnTo>
                <a:cubicBezTo>
                  <a:pt x="626" y="418"/>
                  <a:pt x="626" y="382"/>
                  <a:pt x="626" y="355"/>
                </a:cubicBezTo>
                <a:cubicBezTo>
                  <a:pt x="626" y="346"/>
                  <a:pt x="626" y="337"/>
                  <a:pt x="626" y="328"/>
                </a:cubicBezTo>
                <a:lnTo>
                  <a:pt x="617" y="248"/>
                </a:lnTo>
                <a:cubicBezTo>
                  <a:pt x="617" y="239"/>
                  <a:pt x="608" y="221"/>
                  <a:pt x="608" y="212"/>
                </a:cubicBezTo>
                <a:cubicBezTo>
                  <a:pt x="599" y="195"/>
                  <a:pt x="590" y="168"/>
                  <a:pt x="572" y="141"/>
                </a:cubicBezTo>
                <a:cubicBezTo>
                  <a:pt x="545" y="105"/>
                  <a:pt x="510" y="70"/>
                  <a:pt x="474" y="43"/>
                </a:cubicBezTo>
                <a:cubicBezTo>
                  <a:pt x="438" y="25"/>
                  <a:pt x="402" y="7"/>
                  <a:pt x="367" y="7"/>
                </a:cubicBezTo>
                <a:cubicBezTo>
                  <a:pt x="349" y="3"/>
                  <a:pt x="329" y="0"/>
                  <a:pt x="30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 name="Google Shape;184;p2"/>
          <p:cNvSpPr/>
          <p:nvPr/>
        </p:nvSpPr>
        <p:spPr>
          <a:xfrm rot="10800000">
            <a:off x="1348229" y="4099873"/>
            <a:ext cx="40731" cy="45908"/>
          </a:xfrm>
          <a:custGeom>
            <a:avLst/>
            <a:gdLst/>
            <a:ahLst/>
            <a:cxnLst/>
            <a:rect l="l" t="t" r="r" b="b"/>
            <a:pathLst>
              <a:path w="590" h="665" extrusionOk="0">
                <a:moveTo>
                  <a:pt x="286" y="0"/>
                </a:moveTo>
                <a:cubicBezTo>
                  <a:pt x="265" y="0"/>
                  <a:pt x="244" y="4"/>
                  <a:pt x="223" y="15"/>
                </a:cubicBezTo>
                <a:lnTo>
                  <a:pt x="152" y="42"/>
                </a:lnTo>
                <a:lnTo>
                  <a:pt x="98" y="77"/>
                </a:lnTo>
                <a:cubicBezTo>
                  <a:pt x="81" y="104"/>
                  <a:pt x="63" y="122"/>
                  <a:pt x="54" y="149"/>
                </a:cubicBezTo>
                <a:lnTo>
                  <a:pt x="45" y="167"/>
                </a:lnTo>
                <a:cubicBezTo>
                  <a:pt x="18" y="211"/>
                  <a:pt x="0" y="265"/>
                  <a:pt x="0" y="309"/>
                </a:cubicBezTo>
                <a:lnTo>
                  <a:pt x="0" y="318"/>
                </a:lnTo>
                <a:cubicBezTo>
                  <a:pt x="0" y="354"/>
                  <a:pt x="9" y="381"/>
                  <a:pt x="9" y="408"/>
                </a:cubicBezTo>
                <a:cubicBezTo>
                  <a:pt x="9" y="416"/>
                  <a:pt x="9" y="416"/>
                  <a:pt x="9" y="425"/>
                </a:cubicBezTo>
                <a:lnTo>
                  <a:pt x="9" y="434"/>
                </a:lnTo>
                <a:lnTo>
                  <a:pt x="45" y="515"/>
                </a:lnTo>
                <a:cubicBezTo>
                  <a:pt x="45" y="515"/>
                  <a:pt x="54" y="524"/>
                  <a:pt x="54" y="532"/>
                </a:cubicBezTo>
                <a:lnTo>
                  <a:pt x="98" y="586"/>
                </a:lnTo>
                <a:lnTo>
                  <a:pt x="152" y="631"/>
                </a:lnTo>
                <a:lnTo>
                  <a:pt x="223" y="657"/>
                </a:lnTo>
                <a:cubicBezTo>
                  <a:pt x="241" y="662"/>
                  <a:pt x="259" y="664"/>
                  <a:pt x="277" y="664"/>
                </a:cubicBezTo>
                <a:cubicBezTo>
                  <a:pt x="295" y="664"/>
                  <a:pt x="313" y="662"/>
                  <a:pt x="330" y="657"/>
                </a:cubicBezTo>
                <a:cubicBezTo>
                  <a:pt x="357" y="657"/>
                  <a:pt x="384" y="649"/>
                  <a:pt x="402" y="640"/>
                </a:cubicBezTo>
                <a:cubicBezTo>
                  <a:pt x="429" y="631"/>
                  <a:pt x="447" y="622"/>
                  <a:pt x="464" y="604"/>
                </a:cubicBezTo>
                <a:cubicBezTo>
                  <a:pt x="482" y="595"/>
                  <a:pt x="500" y="577"/>
                  <a:pt x="518" y="550"/>
                </a:cubicBezTo>
                <a:cubicBezTo>
                  <a:pt x="536" y="524"/>
                  <a:pt x="554" y="497"/>
                  <a:pt x="563" y="461"/>
                </a:cubicBezTo>
                <a:lnTo>
                  <a:pt x="571" y="443"/>
                </a:lnTo>
                <a:cubicBezTo>
                  <a:pt x="589" y="399"/>
                  <a:pt x="589" y="345"/>
                  <a:pt x="580" y="300"/>
                </a:cubicBezTo>
                <a:cubicBezTo>
                  <a:pt x="580" y="292"/>
                  <a:pt x="580" y="283"/>
                  <a:pt x="580" y="283"/>
                </a:cubicBezTo>
                <a:lnTo>
                  <a:pt x="580" y="256"/>
                </a:lnTo>
                <a:cubicBezTo>
                  <a:pt x="580" y="247"/>
                  <a:pt x="571" y="238"/>
                  <a:pt x="571" y="229"/>
                </a:cubicBezTo>
                <a:cubicBezTo>
                  <a:pt x="554" y="193"/>
                  <a:pt x="545" y="167"/>
                  <a:pt x="527" y="140"/>
                </a:cubicBezTo>
                <a:lnTo>
                  <a:pt x="482" y="86"/>
                </a:lnTo>
                <a:cubicBezTo>
                  <a:pt x="464" y="59"/>
                  <a:pt x="429" y="42"/>
                  <a:pt x="402" y="24"/>
                </a:cubicBezTo>
                <a:cubicBezTo>
                  <a:pt x="375" y="15"/>
                  <a:pt x="357" y="6"/>
                  <a:pt x="330" y="6"/>
                </a:cubicBezTo>
                <a:cubicBezTo>
                  <a:pt x="316" y="2"/>
                  <a:pt x="301" y="0"/>
                  <a:pt x="28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 name="Google Shape;185;p2"/>
          <p:cNvSpPr/>
          <p:nvPr/>
        </p:nvSpPr>
        <p:spPr>
          <a:xfrm rot="10800000">
            <a:off x="1332212" y="4065839"/>
            <a:ext cx="98030" cy="105555"/>
          </a:xfrm>
          <a:custGeom>
            <a:avLst/>
            <a:gdLst/>
            <a:ahLst/>
            <a:cxnLst/>
            <a:rect l="l" t="t" r="r" b="b"/>
            <a:pathLst>
              <a:path w="1420" h="1529" extrusionOk="0">
                <a:moveTo>
                  <a:pt x="656" y="1"/>
                </a:moveTo>
                <a:cubicBezTo>
                  <a:pt x="570" y="1"/>
                  <a:pt x="484" y="19"/>
                  <a:pt x="402" y="56"/>
                </a:cubicBezTo>
                <a:cubicBezTo>
                  <a:pt x="223" y="136"/>
                  <a:pt x="90" y="288"/>
                  <a:pt x="45" y="475"/>
                </a:cubicBezTo>
                <a:cubicBezTo>
                  <a:pt x="1" y="660"/>
                  <a:pt x="18" y="854"/>
                  <a:pt x="104" y="1022"/>
                </a:cubicBezTo>
                <a:lnTo>
                  <a:pt x="104" y="1022"/>
                </a:lnTo>
                <a:cubicBezTo>
                  <a:pt x="18" y="854"/>
                  <a:pt x="1" y="660"/>
                  <a:pt x="54" y="484"/>
                </a:cubicBezTo>
                <a:cubicBezTo>
                  <a:pt x="132" y="205"/>
                  <a:pt x="379" y="30"/>
                  <a:pt x="641" y="30"/>
                </a:cubicBezTo>
                <a:cubicBezTo>
                  <a:pt x="741" y="30"/>
                  <a:pt x="842" y="55"/>
                  <a:pt x="937" y="109"/>
                </a:cubicBezTo>
                <a:cubicBezTo>
                  <a:pt x="1098" y="198"/>
                  <a:pt x="1223" y="341"/>
                  <a:pt x="1285" y="511"/>
                </a:cubicBezTo>
                <a:cubicBezTo>
                  <a:pt x="1357" y="680"/>
                  <a:pt x="1375" y="868"/>
                  <a:pt x="1339" y="1046"/>
                </a:cubicBezTo>
                <a:cubicBezTo>
                  <a:pt x="1312" y="1234"/>
                  <a:pt x="1196" y="1394"/>
                  <a:pt x="1027" y="1475"/>
                </a:cubicBezTo>
                <a:cubicBezTo>
                  <a:pt x="957" y="1499"/>
                  <a:pt x="885" y="1511"/>
                  <a:pt x="814" y="1511"/>
                </a:cubicBezTo>
                <a:cubicBezTo>
                  <a:pt x="702" y="1511"/>
                  <a:pt x="593" y="1481"/>
                  <a:pt x="500" y="1421"/>
                </a:cubicBezTo>
                <a:cubicBezTo>
                  <a:pt x="333" y="1333"/>
                  <a:pt x="200" y="1192"/>
                  <a:pt x="111" y="1034"/>
                </a:cubicBezTo>
                <a:lnTo>
                  <a:pt x="111" y="1034"/>
                </a:lnTo>
                <a:cubicBezTo>
                  <a:pt x="200" y="1192"/>
                  <a:pt x="332" y="1333"/>
                  <a:pt x="491" y="1421"/>
                </a:cubicBezTo>
                <a:cubicBezTo>
                  <a:pt x="598" y="1493"/>
                  <a:pt x="725" y="1528"/>
                  <a:pt x="851" y="1528"/>
                </a:cubicBezTo>
                <a:cubicBezTo>
                  <a:pt x="914" y="1528"/>
                  <a:pt x="976" y="1519"/>
                  <a:pt x="1036" y="1501"/>
                </a:cubicBezTo>
                <a:cubicBezTo>
                  <a:pt x="1214" y="1412"/>
                  <a:pt x="1348" y="1252"/>
                  <a:pt x="1384" y="1055"/>
                </a:cubicBezTo>
                <a:cubicBezTo>
                  <a:pt x="1419" y="868"/>
                  <a:pt x="1402" y="671"/>
                  <a:pt x="1339" y="493"/>
                </a:cubicBezTo>
                <a:cubicBezTo>
                  <a:pt x="1268" y="306"/>
                  <a:pt x="1125" y="163"/>
                  <a:pt x="955" y="73"/>
                </a:cubicBezTo>
                <a:cubicBezTo>
                  <a:pt x="859" y="25"/>
                  <a:pt x="758" y="1"/>
                  <a:pt x="656" y="1"/>
                </a:cubicBezTo>
                <a:close/>
              </a:path>
            </a:pathLst>
          </a:custGeom>
          <a:solidFill>
            <a:srgbClr val="6B09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 name="Google Shape;186;p2"/>
          <p:cNvSpPr/>
          <p:nvPr/>
        </p:nvSpPr>
        <p:spPr>
          <a:xfrm rot="10800000">
            <a:off x="1479461" y="4070533"/>
            <a:ext cx="97408" cy="106797"/>
          </a:xfrm>
          <a:custGeom>
            <a:avLst/>
            <a:gdLst/>
            <a:ahLst/>
            <a:cxnLst/>
            <a:rect l="l" t="t" r="r" b="b"/>
            <a:pathLst>
              <a:path w="1411" h="1547" extrusionOk="0">
                <a:moveTo>
                  <a:pt x="740" y="1"/>
                </a:moveTo>
                <a:cubicBezTo>
                  <a:pt x="642" y="1"/>
                  <a:pt x="545" y="23"/>
                  <a:pt x="455" y="70"/>
                </a:cubicBezTo>
                <a:cubicBezTo>
                  <a:pt x="286" y="159"/>
                  <a:pt x="152" y="302"/>
                  <a:pt x="80" y="481"/>
                </a:cubicBezTo>
                <a:cubicBezTo>
                  <a:pt x="152" y="311"/>
                  <a:pt x="286" y="168"/>
                  <a:pt x="455" y="88"/>
                </a:cubicBezTo>
                <a:cubicBezTo>
                  <a:pt x="544" y="44"/>
                  <a:pt x="637" y="23"/>
                  <a:pt x="728" y="23"/>
                </a:cubicBezTo>
                <a:cubicBezTo>
                  <a:pt x="1001" y="23"/>
                  <a:pt x="1254" y="210"/>
                  <a:pt x="1321" y="499"/>
                </a:cubicBezTo>
                <a:cubicBezTo>
                  <a:pt x="1357" y="677"/>
                  <a:pt x="1339" y="865"/>
                  <a:pt x="1250" y="1034"/>
                </a:cubicBezTo>
                <a:cubicBezTo>
                  <a:pt x="1169" y="1195"/>
                  <a:pt x="1044" y="1329"/>
                  <a:pt x="884" y="1427"/>
                </a:cubicBezTo>
                <a:cubicBezTo>
                  <a:pt x="786" y="1487"/>
                  <a:pt x="677" y="1517"/>
                  <a:pt x="567" y="1517"/>
                </a:cubicBezTo>
                <a:cubicBezTo>
                  <a:pt x="497" y="1517"/>
                  <a:pt x="427" y="1505"/>
                  <a:pt x="357" y="1480"/>
                </a:cubicBezTo>
                <a:cubicBezTo>
                  <a:pt x="196" y="1382"/>
                  <a:pt x="80" y="1222"/>
                  <a:pt x="45" y="1043"/>
                </a:cubicBezTo>
                <a:cubicBezTo>
                  <a:pt x="1" y="858"/>
                  <a:pt x="18" y="663"/>
                  <a:pt x="78" y="486"/>
                </a:cubicBezTo>
                <a:lnTo>
                  <a:pt x="78" y="486"/>
                </a:lnTo>
                <a:cubicBezTo>
                  <a:pt x="18" y="663"/>
                  <a:pt x="1" y="858"/>
                  <a:pt x="36" y="1034"/>
                </a:cubicBezTo>
                <a:cubicBezTo>
                  <a:pt x="63" y="1230"/>
                  <a:pt x="179" y="1400"/>
                  <a:pt x="348" y="1489"/>
                </a:cubicBezTo>
                <a:cubicBezTo>
                  <a:pt x="425" y="1528"/>
                  <a:pt x="508" y="1546"/>
                  <a:pt x="590" y="1546"/>
                </a:cubicBezTo>
                <a:cubicBezTo>
                  <a:pt x="698" y="1546"/>
                  <a:pt x="805" y="1514"/>
                  <a:pt x="902" y="1454"/>
                </a:cubicBezTo>
                <a:cubicBezTo>
                  <a:pt x="1071" y="1364"/>
                  <a:pt x="1214" y="1222"/>
                  <a:pt x="1303" y="1052"/>
                </a:cubicBezTo>
                <a:cubicBezTo>
                  <a:pt x="1384" y="873"/>
                  <a:pt x="1410" y="677"/>
                  <a:pt x="1357" y="481"/>
                </a:cubicBezTo>
                <a:cubicBezTo>
                  <a:pt x="1312" y="293"/>
                  <a:pt x="1178" y="142"/>
                  <a:pt x="1000" y="52"/>
                </a:cubicBezTo>
                <a:cubicBezTo>
                  <a:pt x="915" y="19"/>
                  <a:pt x="827" y="1"/>
                  <a:pt x="740" y="1"/>
                </a:cubicBezTo>
                <a:close/>
              </a:path>
            </a:pathLst>
          </a:custGeom>
          <a:solidFill>
            <a:srgbClr val="6B09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 name="Google Shape;187;p2"/>
          <p:cNvSpPr/>
          <p:nvPr/>
        </p:nvSpPr>
        <p:spPr>
          <a:xfrm rot="10800000">
            <a:off x="1658741" y="4257828"/>
            <a:ext cx="111630" cy="93059"/>
          </a:xfrm>
          <a:custGeom>
            <a:avLst/>
            <a:gdLst/>
            <a:ahLst/>
            <a:cxnLst/>
            <a:rect l="l" t="t" r="r" b="b"/>
            <a:pathLst>
              <a:path w="1617" h="1348" extrusionOk="0">
                <a:moveTo>
                  <a:pt x="870" y="0"/>
                </a:moveTo>
                <a:cubicBezTo>
                  <a:pt x="822" y="0"/>
                  <a:pt x="773" y="5"/>
                  <a:pt x="724" y="14"/>
                </a:cubicBezTo>
                <a:cubicBezTo>
                  <a:pt x="536" y="50"/>
                  <a:pt x="358" y="148"/>
                  <a:pt x="224" y="282"/>
                </a:cubicBezTo>
                <a:cubicBezTo>
                  <a:pt x="72" y="407"/>
                  <a:pt x="1" y="603"/>
                  <a:pt x="27" y="799"/>
                </a:cubicBezTo>
                <a:cubicBezTo>
                  <a:pt x="72" y="987"/>
                  <a:pt x="206" y="1138"/>
                  <a:pt x="376" y="1228"/>
                </a:cubicBezTo>
                <a:cubicBezTo>
                  <a:pt x="520" y="1304"/>
                  <a:pt x="678" y="1348"/>
                  <a:pt x="838" y="1348"/>
                </a:cubicBezTo>
                <a:cubicBezTo>
                  <a:pt x="865" y="1348"/>
                  <a:pt x="893" y="1346"/>
                  <a:pt x="920" y="1344"/>
                </a:cubicBezTo>
                <a:lnTo>
                  <a:pt x="920" y="1344"/>
                </a:lnTo>
                <a:cubicBezTo>
                  <a:pt x="904" y="1344"/>
                  <a:pt x="889" y="1345"/>
                  <a:pt x="873" y="1345"/>
                </a:cubicBezTo>
                <a:cubicBezTo>
                  <a:pt x="701" y="1345"/>
                  <a:pt x="532" y="1300"/>
                  <a:pt x="384" y="1219"/>
                </a:cubicBezTo>
                <a:cubicBezTo>
                  <a:pt x="215" y="1129"/>
                  <a:pt x="99" y="978"/>
                  <a:pt x="54" y="799"/>
                </a:cubicBezTo>
                <a:cubicBezTo>
                  <a:pt x="36" y="612"/>
                  <a:pt x="108" y="433"/>
                  <a:pt x="251" y="308"/>
                </a:cubicBezTo>
                <a:cubicBezTo>
                  <a:pt x="384" y="183"/>
                  <a:pt x="554" y="103"/>
                  <a:pt x="733" y="67"/>
                </a:cubicBezTo>
                <a:cubicBezTo>
                  <a:pt x="783" y="57"/>
                  <a:pt x="833" y="52"/>
                  <a:pt x="884" y="52"/>
                </a:cubicBezTo>
                <a:cubicBezTo>
                  <a:pt x="1014" y="52"/>
                  <a:pt x="1143" y="86"/>
                  <a:pt x="1259" y="157"/>
                </a:cubicBezTo>
                <a:cubicBezTo>
                  <a:pt x="1420" y="246"/>
                  <a:pt x="1536" y="407"/>
                  <a:pt x="1571" y="585"/>
                </a:cubicBezTo>
                <a:cubicBezTo>
                  <a:pt x="1598" y="772"/>
                  <a:pt x="1545" y="960"/>
                  <a:pt x="1411" y="1103"/>
                </a:cubicBezTo>
                <a:cubicBezTo>
                  <a:pt x="1286" y="1237"/>
                  <a:pt x="1107" y="1326"/>
                  <a:pt x="920" y="1344"/>
                </a:cubicBezTo>
                <a:cubicBezTo>
                  <a:pt x="1107" y="1326"/>
                  <a:pt x="1286" y="1245"/>
                  <a:pt x="1420" y="1103"/>
                </a:cubicBezTo>
                <a:cubicBezTo>
                  <a:pt x="1554" y="969"/>
                  <a:pt x="1616" y="772"/>
                  <a:pt x="1589" y="585"/>
                </a:cubicBezTo>
                <a:cubicBezTo>
                  <a:pt x="1563" y="389"/>
                  <a:pt x="1447" y="219"/>
                  <a:pt x="1286" y="121"/>
                </a:cubicBezTo>
                <a:cubicBezTo>
                  <a:pt x="1159" y="41"/>
                  <a:pt x="1016" y="0"/>
                  <a:pt x="870" y="0"/>
                </a:cubicBezTo>
                <a:close/>
              </a:path>
            </a:pathLst>
          </a:custGeom>
          <a:solidFill>
            <a:srgbClr val="6B09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 name="Google Shape;188;p2"/>
          <p:cNvSpPr/>
          <p:nvPr/>
        </p:nvSpPr>
        <p:spPr>
          <a:xfrm rot="10800000">
            <a:off x="1579905" y="4128593"/>
            <a:ext cx="99272" cy="103345"/>
          </a:xfrm>
          <a:custGeom>
            <a:avLst/>
            <a:gdLst/>
            <a:ahLst/>
            <a:cxnLst/>
            <a:rect l="l" t="t" r="r" b="b"/>
            <a:pathLst>
              <a:path w="1438" h="1497" extrusionOk="0">
                <a:moveTo>
                  <a:pt x="781" y="0"/>
                </a:moveTo>
                <a:cubicBezTo>
                  <a:pt x="717" y="0"/>
                  <a:pt x="652" y="10"/>
                  <a:pt x="590" y="31"/>
                </a:cubicBezTo>
                <a:cubicBezTo>
                  <a:pt x="402" y="94"/>
                  <a:pt x="250" y="219"/>
                  <a:pt x="143" y="379"/>
                </a:cubicBezTo>
                <a:cubicBezTo>
                  <a:pt x="45" y="549"/>
                  <a:pt x="1" y="736"/>
                  <a:pt x="10" y="933"/>
                </a:cubicBezTo>
                <a:cubicBezTo>
                  <a:pt x="10" y="1129"/>
                  <a:pt x="108" y="1316"/>
                  <a:pt x="268" y="1423"/>
                </a:cubicBezTo>
                <a:cubicBezTo>
                  <a:pt x="365" y="1472"/>
                  <a:pt x="466" y="1496"/>
                  <a:pt x="567" y="1496"/>
                </a:cubicBezTo>
                <a:cubicBezTo>
                  <a:pt x="653" y="1496"/>
                  <a:pt x="739" y="1478"/>
                  <a:pt x="822" y="1441"/>
                </a:cubicBezTo>
                <a:cubicBezTo>
                  <a:pt x="1000" y="1379"/>
                  <a:pt x="1161" y="1263"/>
                  <a:pt x="1268" y="1111"/>
                </a:cubicBezTo>
                <a:lnTo>
                  <a:pt x="1268" y="1111"/>
                </a:lnTo>
                <a:cubicBezTo>
                  <a:pt x="1152" y="1263"/>
                  <a:pt x="1000" y="1370"/>
                  <a:pt x="822" y="1432"/>
                </a:cubicBezTo>
                <a:cubicBezTo>
                  <a:pt x="747" y="1462"/>
                  <a:pt x="670" y="1476"/>
                  <a:pt x="593" y="1476"/>
                </a:cubicBezTo>
                <a:cubicBezTo>
                  <a:pt x="485" y="1476"/>
                  <a:pt x="380" y="1449"/>
                  <a:pt x="286" y="1397"/>
                </a:cubicBezTo>
                <a:cubicBezTo>
                  <a:pt x="134" y="1290"/>
                  <a:pt x="45" y="1111"/>
                  <a:pt x="54" y="924"/>
                </a:cubicBezTo>
                <a:cubicBezTo>
                  <a:pt x="45" y="745"/>
                  <a:pt x="99" y="558"/>
                  <a:pt x="188" y="406"/>
                </a:cubicBezTo>
                <a:cubicBezTo>
                  <a:pt x="286" y="245"/>
                  <a:pt x="429" y="129"/>
                  <a:pt x="607" y="67"/>
                </a:cubicBezTo>
                <a:cubicBezTo>
                  <a:pt x="670" y="47"/>
                  <a:pt x="735" y="37"/>
                  <a:pt x="802" y="37"/>
                </a:cubicBezTo>
                <a:cubicBezTo>
                  <a:pt x="916" y="37"/>
                  <a:pt x="1032" y="67"/>
                  <a:pt x="1134" y="129"/>
                </a:cubicBezTo>
                <a:cubicBezTo>
                  <a:pt x="1295" y="228"/>
                  <a:pt x="1393" y="397"/>
                  <a:pt x="1411" y="585"/>
                </a:cubicBezTo>
                <a:cubicBezTo>
                  <a:pt x="1438" y="772"/>
                  <a:pt x="1384" y="959"/>
                  <a:pt x="1268" y="1111"/>
                </a:cubicBezTo>
                <a:cubicBezTo>
                  <a:pt x="1384" y="959"/>
                  <a:pt x="1438" y="772"/>
                  <a:pt x="1429" y="585"/>
                </a:cubicBezTo>
                <a:cubicBezTo>
                  <a:pt x="1411" y="397"/>
                  <a:pt x="1313" y="219"/>
                  <a:pt x="1152" y="112"/>
                </a:cubicBezTo>
                <a:cubicBezTo>
                  <a:pt x="1039" y="40"/>
                  <a:pt x="910" y="0"/>
                  <a:pt x="781" y="0"/>
                </a:cubicBezTo>
                <a:close/>
              </a:path>
            </a:pathLst>
          </a:custGeom>
          <a:solidFill>
            <a:srgbClr val="6B09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 name="Google Shape;189;p2"/>
          <p:cNvSpPr/>
          <p:nvPr/>
        </p:nvSpPr>
        <p:spPr>
          <a:xfrm rot="10800000">
            <a:off x="1348230" y="4059694"/>
            <a:ext cx="21677" cy="24231"/>
          </a:xfrm>
          <a:custGeom>
            <a:avLst/>
            <a:gdLst/>
            <a:ahLst/>
            <a:cxnLst/>
            <a:rect l="l" t="t" r="r" b="b"/>
            <a:pathLst>
              <a:path w="314" h="351" extrusionOk="0">
                <a:moveTo>
                  <a:pt x="149" y="0"/>
                </a:moveTo>
                <a:cubicBezTo>
                  <a:pt x="141" y="0"/>
                  <a:pt x="134" y="1"/>
                  <a:pt x="126" y="2"/>
                </a:cubicBezTo>
                <a:lnTo>
                  <a:pt x="99" y="2"/>
                </a:lnTo>
                <a:cubicBezTo>
                  <a:pt x="81" y="2"/>
                  <a:pt x="63" y="11"/>
                  <a:pt x="54" y="20"/>
                </a:cubicBezTo>
                <a:cubicBezTo>
                  <a:pt x="37" y="29"/>
                  <a:pt x="37" y="38"/>
                  <a:pt x="28" y="47"/>
                </a:cubicBezTo>
                <a:cubicBezTo>
                  <a:pt x="19" y="56"/>
                  <a:pt x="10" y="74"/>
                  <a:pt x="1" y="92"/>
                </a:cubicBezTo>
                <a:lnTo>
                  <a:pt x="1" y="127"/>
                </a:lnTo>
                <a:cubicBezTo>
                  <a:pt x="1" y="145"/>
                  <a:pt x="1" y="163"/>
                  <a:pt x="10" y="181"/>
                </a:cubicBezTo>
                <a:cubicBezTo>
                  <a:pt x="10" y="190"/>
                  <a:pt x="19" y="190"/>
                  <a:pt x="19" y="199"/>
                </a:cubicBezTo>
                <a:lnTo>
                  <a:pt x="28" y="217"/>
                </a:lnTo>
                <a:cubicBezTo>
                  <a:pt x="37" y="226"/>
                  <a:pt x="46" y="243"/>
                  <a:pt x="46" y="252"/>
                </a:cubicBezTo>
                <a:cubicBezTo>
                  <a:pt x="54" y="270"/>
                  <a:pt x="54" y="288"/>
                  <a:pt x="72" y="297"/>
                </a:cubicBezTo>
                <a:cubicBezTo>
                  <a:pt x="81" y="315"/>
                  <a:pt x="90" y="324"/>
                  <a:pt x="108" y="333"/>
                </a:cubicBezTo>
                <a:cubicBezTo>
                  <a:pt x="126" y="342"/>
                  <a:pt x="144" y="350"/>
                  <a:pt x="162" y="350"/>
                </a:cubicBezTo>
                <a:lnTo>
                  <a:pt x="215" y="350"/>
                </a:lnTo>
                <a:lnTo>
                  <a:pt x="251" y="333"/>
                </a:lnTo>
                <a:cubicBezTo>
                  <a:pt x="269" y="324"/>
                  <a:pt x="287" y="306"/>
                  <a:pt x="295" y="288"/>
                </a:cubicBezTo>
                <a:lnTo>
                  <a:pt x="313" y="252"/>
                </a:lnTo>
                <a:cubicBezTo>
                  <a:pt x="313" y="234"/>
                  <a:pt x="313" y="217"/>
                  <a:pt x="313" y="199"/>
                </a:cubicBezTo>
                <a:cubicBezTo>
                  <a:pt x="304" y="163"/>
                  <a:pt x="287" y="136"/>
                  <a:pt x="278" y="110"/>
                </a:cubicBezTo>
                <a:cubicBezTo>
                  <a:pt x="278" y="101"/>
                  <a:pt x="269" y="92"/>
                  <a:pt x="260" y="83"/>
                </a:cubicBezTo>
                <a:cubicBezTo>
                  <a:pt x="251" y="65"/>
                  <a:pt x="242" y="47"/>
                  <a:pt x="233" y="38"/>
                </a:cubicBezTo>
                <a:cubicBezTo>
                  <a:pt x="211" y="16"/>
                  <a:pt x="183" y="0"/>
                  <a:pt x="14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 name="Google Shape;190;p2"/>
          <p:cNvSpPr/>
          <p:nvPr/>
        </p:nvSpPr>
        <p:spPr>
          <a:xfrm rot="10800000">
            <a:off x="1539246" y="4065838"/>
            <a:ext cx="23472" cy="25336"/>
          </a:xfrm>
          <a:custGeom>
            <a:avLst/>
            <a:gdLst/>
            <a:ahLst/>
            <a:cxnLst/>
            <a:rect l="l" t="t" r="r" b="b"/>
            <a:pathLst>
              <a:path w="340" h="367" extrusionOk="0">
                <a:moveTo>
                  <a:pt x="197" y="0"/>
                </a:moveTo>
                <a:cubicBezTo>
                  <a:pt x="179" y="0"/>
                  <a:pt x="161" y="18"/>
                  <a:pt x="143" y="27"/>
                </a:cubicBezTo>
                <a:cubicBezTo>
                  <a:pt x="134" y="36"/>
                  <a:pt x="125" y="45"/>
                  <a:pt x="116" y="54"/>
                </a:cubicBezTo>
                <a:lnTo>
                  <a:pt x="81" y="81"/>
                </a:lnTo>
                <a:lnTo>
                  <a:pt x="63" y="98"/>
                </a:lnTo>
                <a:lnTo>
                  <a:pt x="54" y="98"/>
                </a:lnTo>
                <a:cubicBezTo>
                  <a:pt x="45" y="98"/>
                  <a:pt x="45" y="107"/>
                  <a:pt x="36" y="116"/>
                </a:cubicBezTo>
                <a:cubicBezTo>
                  <a:pt x="36" y="125"/>
                  <a:pt x="27" y="134"/>
                  <a:pt x="27" y="134"/>
                </a:cubicBezTo>
                <a:lnTo>
                  <a:pt x="18" y="161"/>
                </a:lnTo>
                <a:cubicBezTo>
                  <a:pt x="9" y="161"/>
                  <a:pt x="9" y="170"/>
                  <a:pt x="9" y="179"/>
                </a:cubicBezTo>
                <a:cubicBezTo>
                  <a:pt x="0" y="188"/>
                  <a:pt x="0" y="197"/>
                  <a:pt x="0" y="206"/>
                </a:cubicBezTo>
                <a:cubicBezTo>
                  <a:pt x="0" y="215"/>
                  <a:pt x="0" y="223"/>
                  <a:pt x="0" y="232"/>
                </a:cubicBezTo>
                <a:cubicBezTo>
                  <a:pt x="0" y="259"/>
                  <a:pt x="9" y="286"/>
                  <a:pt x="18" y="304"/>
                </a:cubicBezTo>
                <a:cubicBezTo>
                  <a:pt x="36" y="331"/>
                  <a:pt x="63" y="348"/>
                  <a:pt x="99" y="366"/>
                </a:cubicBezTo>
                <a:lnTo>
                  <a:pt x="170" y="366"/>
                </a:lnTo>
                <a:lnTo>
                  <a:pt x="206" y="348"/>
                </a:lnTo>
                <a:lnTo>
                  <a:pt x="232" y="331"/>
                </a:lnTo>
                <a:lnTo>
                  <a:pt x="250" y="313"/>
                </a:lnTo>
                <a:lnTo>
                  <a:pt x="277" y="286"/>
                </a:lnTo>
                <a:lnTo>
                  <a:pt x="277" y="277"/>
                </a:lnTo>
                <a:lnTo>
                  <a:pt x="286" y="250"/>
                </a:lnTo>
                <a:lnTo>
                  <a:pt x="295" y="215"/>
                </a:lnTo>
                <a:lnTo>
                  <a:pt x="322" y="179"/>
                </a:lnTo>
                <a:cubicBezTo>
                  <a:pt x="331" y="161"/>
                  <a:pt x="331" y="152"/>
                  <a:pt x="331" y="134"/>
                </a:cubicBezTo>
                <a:cubicBezTo>
                  <a:pt x="340" y="116"/>
                  <a:pt x="340" y="98"/>
                  <a:pt x="331" y="90"/>
                </a:cubicBezTo>
                <a:lnTo>
                  <a:pt x="331" y="54"/>
                </a:lnTo>
                <a:cubicBezTo>
                  <a:pt x="322" y="45"/>
                  <a:pt x="313" y="36"/>
                  <a:pt x="295" y="27"/>
                </a:cubicBezTo>
                <a:cubicBezTo>
                  <a:pt x="286" y="18"/>
                  <a:pt x="277" y="9"/>
                  <a:pt x="268" y="9"/>
                </a:cubicBezTo>
                <a:cubicBezTo>
                  <a:pt x="259" y="0"/>
                  <a:pt x="241" y="0"/>
                  <a:pt x="22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 name="Google Shape;191;p2"/>
          <p:cNvSpPr/>
          <p:nvPr/>
        </p:nvSpPr>
        <p:spPr>
          <a:xfrm rot="10800000">
            <a:off x="1749315" y="4286615"/>
            <a:ext cx="32101" cy="18985"/>
          </a:xfrm>
          <a:custGeom>
            <a:avLst/>
            <a:gdLst/>
            <a:ahLst/>
            <a:cxnLst/>
            <a:rect l="l" t="t" r="r" b="b"/>
            <a:pathLst>
              <a:path w="465" h="275" extrusionOk="0">
                <a:moveTo>
                  <a:pt x="241" y="0"/>
                </a:moveTo>
                <a:cubicBezTo>
                  <a:pt x="205" y="0"/>
                  <a:pt x="179" y="9"/>
                  <a:pt x="152" y="9"/>
                </a:cubicBezTo>
                <a:cubicBezTo>
                  <a:pt x="107" y="9"/>
                  <a:pt x="63" y="27"/>
                  <a:pt x="36" y="63"/>
                </a:cubicBezTo>
                <a:cubicBezTo>
                  <a:pt x="18" y="72"/>
                  <a:pt x="9" y="99"/>
                  <a:pt x="9" y="116"/>
                </a:cubicBezTo>
                <a:cubicBezTo>
                  <a:pt x="0" y="134"/>
                  <a:pt x="0" y="161"/>
                  <a:pt x="9" y="179"/>
                </a:cubicBezTo>
                <a:cubicBezTo>
                  <a:pt x="9" y="206"/>
                  <a:pt x="18" y="224"/>
                  <a:pt x="36" y="241"/>
                </a:cubicBezTo>
                <a:cubicBezTo>
                  <a:pt x="54" y="250"/>
                  <a:pt x="71" y="259"/>
                  <a:pt x="89" y="268"/>
                </a:cubicBezTo>
                <a:cubicBezTo>
                  <a:pt x="108" y="272"/>
                  <a:pt x="125" y="274"/>
                  <a:pt x="141" y="274"/>
                </a:cubicBezTo>
                <a:cubicBezTo>
                  <a:pt x="164" y="274"/>
                  <a:pt x="184" y="270"/>
                  <a:pt x="205" y="259"/>
                </a:cubicBezTo>
                <a:lnTo>
                  <a:pt x="268" y="241"/>
                </a:lnTo>
                <a:cubicBezTo>
                  <a:pt x="304" y="232"/>
                  <a:pt x="339" y="224"/>
                  <a:pt x="375" y="215"/>
                </a:cubicBezTo>
                <a:cubicBezTo>
                  <a:pt x="428" y="206"/>
                  <a:pt x="464" y="152"/>
                  <a:pt x="455" y="99"/>
                </a:cubicBezTo>
                <a:cubicBezTo>
                  <a:pt x="446" y="81"/>
                  <a:pt x="437" y="54"/>
                  <a:pt x="420" y="45"/>
                </a:cubicBezTo>
                <a:lnTo>
                  <a:pt x="411" y="18"/>
                </a:lnTo>
                <a:cubicBezTo>
                  <a:pt x="402" y="9"/>
                  <a:pt x="375" y="0"/>
                  <a:pt x="35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 name="Google Shape;192;p2"/>
          <p:cNvSpPr/>
          <p:nvPr/>
        </p:nvSpPr>
        <p:spPr>
          <a:xfrm rot="10800000">
            <a:off x="1642106" y="4123759"/>
            <a:ext cx="33344" cy="34103"/>
          </a:xfrm>
          <a:custGeom>
            <a:avLst/>
            <a:gdLst/>
            <a:ahLst/>
            <a:cxnLst/>
            <a:rect l="l" t="t" r="r" b="b"/>
            <a:pathLst>
              <a:path w="483" h="494" extrusionOk="0">
                <a:moveTo>
                  <a:pt x="367" y="0"/>
                </a:moveTo>
                <a:cubicBezTo>
                  <a:pt x="361" y="0"/>
                  <a:pt x="355" y="1"/>
                  <a:pt x="348" y="2"/>
                </a:cubicBezTo>
                <a:cubicBezTo>
                  <a:pt x="304" y="2"/>
                  <a:pt x="268" y="11"/>
                  <a:pt x="241" y="38"/>
                </a:cubicBezTo>
                <a:lnTo>
                  <a:pt x="45" y="243"/>
                </a:lnTo>
                <a:cubicBezTo>
                  <a:pt x="18" y="270"/>
                  <a:pt x="0" y="306"/>
                  <a:pt x="0" y="350"/>
                </a:cubicBezTo>
                <a:cubicBezTo>
                  <a:pt x="0" y="431"/>
                  <a:pt x="72" y="493"/>
                  <a:pt x="152" y="493"/>
                </a:cubicBezTo>
                <a:cubicBezTo>
                  <a:pt x="188" y="493"/>
                  <a:pt x="223" y="475"/>
                  <a:pt x="250" y="449"/>
                </a:cubicBezTo>
                <a:lnTo>
                  <a:pt x="446" y="243"/>
                </a:lnTo>
                <a:cubicBezTo>
                  <a:pt x="473" y="217"/>
                  <a:pt x="482" y="181"/>
                  <a:pt x="482" y="136"/>
                </a:cubicBezTo>
                <a:cubicBezTo>
                  <a:pt x="482" y="101"/>
                  <a:pt x="473" y="65"/>
                  <a:pt x="446" y="38"/>
                </a:cubicBezTo>
                <a:cubicBezTo>
                  <a:pt x="424" y="16"/>
                  <a:pt x="396" y="0"/>
                  <a:pt x="36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 name="Google Shape;193;p2"/>
          <p:cNvSpPr/>
          <p:nvPr/>
        </p:nvSpPr>
        <p:spPr>
          <a:xfrm rot="2247870">
            <a:off x="791285" y="3260654"/>
            <a:ext cx="162972" cy="264157"/>
          </a:xfrm>
          <a:custGeom>
            <a:avLst/>
            <a:gdLst/>
            <a:ahLst/>
            <a:cxnLst/>
            <a:rect l="l" t="t" r="r" b="b"/>
            <a:pathLst>
              <a:path w="2759" h="4472" extrusionOk="0">
                <a:moveTo>
                  <a:pt x="483" y="0"/>
                </a:moveTo>
                <a:lnTo>
                  <a:pt x="483" y="0"/>
                </a:lnTo>
                <a:cubicBezTo>
                  <a:pt x="500" y="205"/>
                  <a:pt x="81" y="1464"/>
                  <a:pt x="45" y="1830"/>
                </a:cubicBezTo>
                <a:cubicBezTo>
                  <a:pt x="1" y="2196"/>
                  <a:pt x="179" y="2874"/>
                  <a:pt x="652" y="3499"/>
                </a:cubicBezTo>
                <a:cubicBezTo>
                  <a:pt x="1134" y="4123"/>
                  <a:pt x="2214" y="4471"/>
                  <a:pt x="2214" y="4471"/>
                </a:cubicBezTo>
                <a:cubicBezTo>
                  <a:pt x="2214" y="4471"/>
                  <a:pt x="2268" y="4454"/>
                  <a:pt x="2410" y="4007"/>
                </a:cubicBezTo>
                <a:cubicBezTo>
                  <a:pt x="2553" y="3570"/>
                  <a:pt x="2758" y="2570"/>
                  <a:pt x="2562" y="2017"/>
                </a:cubicBezTo>
                <a:cubicBezTo>
                  <a:pt x="2357" y="1455"/>
                  <a:pt x="2169" y="1196"/>
                  <a:pt x="1607" y="723"/>
                </a:cubicBezTo>
                <a:cubicBezTo>
                  <a:pt x="1268" y="428"/>
                  <a:pt x="893" y="187"/>
                  <a:pt x="48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 name="Google Shape;194;p2"/>
          <p:cNvSpPr/>
          <p:nvPr/>
        </p:nvSpPr>
        <p:spPr>
          <a:xfrm rot="2247870">
            <a:off x="767348" y="3250033"/>
            <a:ext cx="153462" cy="351639"/>
          </a:xfrm>
          <a:custGeom>
            <a:avLst/>
            <a:gdLst/>
            <a:ahLst/>
            <a:cxnLst/>
            <a:rect l="l" t="t" r="r" b="b"/>
            <a:pathLst>
              <a:path w="2598" h="5953" extrusionOk="0">
                <a:moveTo>
                  <a:pt x="438" y="0"/>
                </a:moveTo>
                <a:cubicBezTo>
                  <a:pt x="438" y="18"/>
                  <a:pt x="438" y="27"/>
                  <a:pt x="438" y="36"/>
                </a:cubicBezTo>
                <a:cubicBezTo>
                  <a:pt x="589" y="312"/>
                  <a:pt x="714" y="598"/>
                  <a:pt x="821" y="893"/>
                </a:cubicBezTo>
                <a:cubicBezTo>
                  <a:pt x="652" y="803"/>
                  <a:pt x="482" y="705"/>
                  <a:pt x="313" y="607"/>
                </a:cubicBezTo>
                <a:lnTo>
                  <a:pt x="304" y="634"/>
                </a:lnTo>
                <a:cubicBezTo>
                  <a:pt x="482" y="741"/>
                  <a:pt x="670" y="839"/>
                  <a:pt x="848" y="955"/>
                </a:cubicBezTo>
                <a:cubicBezTo>
                  <a:pt x="929" y="1205"/>
                  <a:pt x="1009" y="1455"/>
                  <a:pt x="1098" y="1714"/>
                </a:cubicBezTo>
                <a:cubicBezTo>
                  <a:pt x="750" y="1624"/>
                  <a:pt x="420" y="1482"/>
                  <a:pt x="125" y="1267"/>
                </a:cubicBezTo>
                <a:lnTo>
                  <a:pt x="125" y="1294"/>
                </a:lnTo>
                <a:cubicBezTo>
                  <a:pt x="232" y="1375"/>
                  <a:pt x="348" y="1446"/>
                  <a:pt x="473" y="1517"/>
                </a:cubicBezTo>
                <a:cubicBezTo>
                  <a:pt x="679" y="1624"/>
                  <a:pt x="902" y="1723"/>
                  <a:pt x="1125" y="1803"/>
                </a:cubicBezTo>
                <a:cubicBezTo>
                  <a:pt x="1161" y="1910"/>
                  <a:pt x="1205" y="2035"/>
                  <a:pt x="1250" y="2151"/>
                </a:cubicBezTo>
                <a:cubicBezTo>
                  <a:pt x="1303" y="2267"/>
                  <a:pt x="1366" y="2401"/>
                  <a:pt x="1419" y="2526"/>
                </a:cubicBezTo>
                <a:cubicBezTo>
                  <a:pt x="902" y="2365"/>
                  <a:pt x="429" y="2106"/>
                  <a:pt x="9" y="1767"/>
                </a:cubicBezTo>
                <a:cubicBezTo>
                  <a:pt x="9" y="1785"/>
                  <a:pt x="9" y="1794"/>
                  <a:pt x="0" y="1803"/>
                </a:cubicBezTo>
                <a:cubicBezTo>
                  <a:pt x="81" y="1865"/>
                  <a:pt x="161" y="1928"/>
                  <a:pt x="241" y="1990"/>
                </a:cubicBezTo>
                <a:cubicBezTo>
                  <a:pt x="473" y="2151"/>
                  <a:pt x="714" y="2285"/>
                  <a:pt x="973" y="2401"/>
                </a:cubicBezTo>
                <a:cubicBezTo>
                  <a:pt x="1125" y="2463"/>
                  <a:pt x="1277" y="2526"/>
                  <a:pt x="1428" y="2570"/>
                </a:cubicBezTo>
                <a:lnTo>
                  <a:pt x="1437" y="2570"/>
                </a:lnTo>
                <a:cubicBezTo>
                  <a:pt x="1518" y="2758"/>
                  <a:pt x="1607" y="2945"/>
                  <a:pt x="1687" y="3124"/>
                </a:cubicBezTo>
                <a:lnTo>
                  <a:pt x="1669" y="3124"/>
                </a:lnTo>
                <a:cubicBezTo>
                  <a:pt x="1579" y="3140"/>
                  <a:pt x="1489" y="3148"/>
                  <a:pt x="1400" y="3148"/>
                </a:cubicBezTo>
                <a:cubicBezTo>
                  <a:pt x="966" y="3148"/>
                  <a:pt x="557" y="2964"/>
                  <a:pt x="179" y="2749"/>
                </a:cubicBezTo>
                <a:lnTo>
                  <a:pt x="179" y="2749"/>
                </a:lnTo>
                <a:lnTo>
                  <a:pt x="215" y="2829"/>
                </a:lnTo>
                <a:cubicBezTo>
                  <a:pt x="574" y="3035"/>
                  <a:pt x="1006" y="3192"/>
                  <a:pt x="1435" y="3192"/>
                </a:cubicBezTo>
                <a:cubicBezTo>
                  <a:pt x="1528" y="3192"/>
                  <a:pt x="1622" y="3184"/>
                  <a:pt x="1714" y="3168"/>
                </a:cubicBezTo>
                <a:cubicBezTo>
                  <a:pt x="1732" y="3222"/>
                  <a:pt x="1750" y="3276"/>
                  <a:pt x="1776" y="3329"/>
                </a:cubicBezTo>
                <a:cubicBezTo>
                  <a:pt x="1857" y="3525"/>
                  <a:pt x="1928" y="3722"/>
                  <a:pt x="1991" y="3927"/>
                </a:cubicBezTo>
                <a:cubicBezTo>
                  <a:pt x="1955" y="3928"/>
                  <a:pt x="1920" y="3928"/>
                  <a:pt x="1885" y="3928"/>
                </a:cubicBezTo>
                <a:cubicBezTo>
                  <a:pt x="1563" y="3928"/>
                  <a:pt x="1242" y="3891"/>
                  <a:pt x="929" y="3811"/>
                </a:cubicBezTo>
                <a:lnTo>
                  <a:pt x="929" y="3811"/>
                </a:lnTo>
                <a:cubicBezTo>
                  <a:pt x="964" y="3847"/>
                  <a:pt x="1000" y="3874"/>
                  <a:pt x="1036" y="3900"/>
                </a:cubicBezTo>
                <a:cubicBezTo>
                  <a:pt x="1205" y="3927"/>
                  <a:pt x="1366" y="3954"/>
                  <a:pt x="1535" y="3963"/>
                </a:cubicBezTo>
                <a:cubicBezTo>
                  <a:pt x="1611" y="3967"/>
                  <a:pt x="1689" y="3969"/>
                  <a:pt x="1767" y="3969"/>
                </a:cubicBezTo>
                <a:cubicBezTo>
                  <a:pt x="1846" y="3969"/>
                  <a:pt x="1924" y="3967"/>
                  <a:pt x="2000" y="3963"/>
                </a:cubicBezTo>
                <a:cubicBezTo>
                  <a:pt x="2017" y="3998"/>
                  <a:pt x="2026" y="4025"/>
                  <a:pt x="2035" y="4061"/>
                </a:cubicBezTo>
                <a:cubicBezTo>
                  <a:pt x="2053" y="4123"/>
                  <a:pt x="2071" y="4195"/>
                  <a:pt x="2089" y="4266"/>
                </a:cubicBezTo>
                <a:cubicBezTo>
                  <a:pt x="2089" y="4275"/>
                  <a:pt x="2098" y="4293"/>
                  <a:pt x="2107" y="4311"/>
                </a:cubicBezTo>
                <a:cubicBezTo>
                  <a:pt x="2124" y="4373"/>
                  <a:pt x="2142" y="4445"/>
                  <a:pt x="2160" y="4516"/>
                </a:cubicBezTo>
                <a:cubicBezTo>
                  <a:pt x="2267" y="4971"/>
                  <a:pt x="2348" y="5435"/>
                  <a:pt x="2383" y="5899"/>
                </a:cubicBezTo>
                <a:cubicBezTo>
                  <a:pt x="2387" y="5936"/>
                  <a:pt x="2414" y="5952"/>
                  <a:pt x="2440" y="5952"/>
                </a:cubicBezTo>
                <a:cubicBezTo>
                  <a:pt x="2472" y="5952"/>
                  <a:pt x="2504" y="5929"/>
                  <a:pt x="2499" y="5891"/>
                </a:cubicBezTo>
                <a:cubicBezTo>
                  <a:pt x="2455" y="5471"/>
                  <a:pt x="2383" y="5061"/>
                  <a:pt x="2285" y="4650"/>
                </a:cubicBezTo>
                <a:cubicBezTo>
                  <a:pt x="2267" y="4570"/>
                  <a:pt x="2249" y="4489"/>
                  <a:pt x="2223" y="4409"/>
                </a:cubicBezTo>
                <a:cubicBezTo>
                  <a:pt x="2223" y="4409"/>
                  <a:pt x="2223" y="4400"/>
                  <a:pt x="2214" y="4391"/>
                </a:cubicBezTo>
                <a:cubicBezTo>
                  <a:pt x="2205" y="4355"/>
                  <a:pt x="2196" y="4329"/>
                  <a:pt x="2187" y="4293"/>
                </a:cubicBezTo>
                <a:lnTo>
                  <a:pt x="2169" y="4222"/>
                </a:lnTo>
                <a:cubicBezTo>
                  <a:pt x="2160" y="4195"/>
                  <a:pt x="2151" y="4177"/>
                  <a:pt x="2151" y="4159"/>
                </a:cubicBezTo>
                <a:cubicBezTo>
                  <a:pt x="2133" y="4123"/>
                  <a:pt x="2124" y="4088"/>
                  <a:pt x="2116" y="4052"/>
                </a:cubicBezTo>
                <a:lnTo>
                  <a:pt x="2116" y="4043"/>
                </a:lnTo>
                <a:cubicBezTo>
                  <a:pt x="2089" y="3954"/>
                  <a:pt x="2062" y="3874"/>
                  <a:pt x="2026" y="3793"/>
                </a:cubicBezTo>
                <a:cubicBezTo>
                  <a:pt x="2214" y="3713"/>
                  <a:pt x="2383" y="3597"/>
                  <a:pt x="2517" y="3445"/>
                </a:cubicBezTo>
                <a:cubicBezTo>
                  <a:pt x="2526" y="3409"/>
                  <a:pt x="2535" y="3374"/>
                  <a:pt x="2535" y="3329"/>
                </a:cubicBezTo>
                <a:lnTo>
                  <a:pt x="2535" y="3329"/>
                </a:lnTo>
                <a:cubicBezTo>
                  <a:pt x="2392" y="3508"/>
                  <a:pt x="2214" y="3641"/>
                  <a:pt x="2008" y="3731"/>
                </a:cubicBezTo>
                <a:cubicBezTo>
                  <a:pt x="1973" y="3641"/>
                  <a:pt x="1937" y="3543"/>
                  <a:pt x="1901" y="3454"/>
                </a:cubicBezTo>
                <a:cubicBezTo>
                  <a:pt x="1875" y="3400"/>
                  <a:pt x="1857" y="3356"/>
                  <a:pt x="1839" y="3302"/>
                </a:cubicBezTo>
                <a:cubicBezTo>
                  <a:pt x="2151" y="3070"/>
                  <a:pt x="2410" y="2785"/>
                  <a:pt x="2597" y="2446"/>
                </a:cubicBezTo>
                <a:cubicBezTo>
                  <a:pt x="2597" y="2419"/>
                  <a:pt x="2597" y="2383"/>
                  <a:pt x="2589" y="2347"/>
                </a:cubicBezTo>
                <a:cubicBezTo>
                  <a:pt x="2571" y="2392"/>
                  <a:pt x="2544" y="2428"/>
                  <a:pt x="2517" y="2472"/>
                </a:cubicBezTo>
                <a:cubicBezTo>
                  <a:pt x="2401" y="2669"/>
                  <a:pt x="2267" y="2856"/>
                  <a:pt x="2107" y="3026"/>
                </a:cubicBezTo>
                <a:cubicBezTo>
                  <a:pt x="2017" y="3115"/>
                  <a:pt x="1928" y="3204"/>
                  <a:pt x="1830" y="3284"/>
                </a:cubicBezTo>
                <a:cubicBezTo>
                  <a:pt x="1750" y="3106"/>
                  <a:pt x="1669" y="2927"/>
                  <a:pt x="1589" y="2749"/>
                </a:cubicBezTo>
                <a:cubicBezTo>
                  <a:pt x="1910" y="2446"/>
                  <a:pt x="2187" y="2097"/>
                  <a:pt x="2401" y="1723"/>
                </a:cubicBezTo>
                <a:cubicBezTo>
                  <a:pt x="2392" y="1705"/>
                  <a:pt x="2392" y="1687"/>
                  <a:pt x="2383" y="1669"/>
                </a:cubicBezTo>
                <a:cubicBezTo>
                  <a:pt x="2348" y="1732"/>
                  <a:pt x="2312" y="1794"/>
                  <a:pt x="2267" y="1856"/>
                </a:cubicBezTo>
                <a:cubicBezTo>
                  <a:pt x="2142" y="2062"/>
                  <a:pt x="2008" y="2249"/>
                  <a:pt x="1848" y="2428"/>
                </a:cubicBezTo>
                <a:cubicBezTo>
                  <a:pt x="1759" y="2517"/>
                  <a:pt x="1660" y="2615"/>
                  <a:pt x="1562" y="2704"/>
                </a:cubicBezTo>
                <a:cubicBezTo>
                  <a:pt x="1500" y="2562"/>
                  <a:pt x="1437" y="2419"/>
                  <a:pt x="1375" y="2285"/>
                </a:cubicBezTo>
                <a:cubicBezTo>
                  <a:pt x="1366" y="2267"/>
                  <a:pt x="1839" y="1705"/>
                  <a:pt x="2071" y="1196"/>
                </a:cubicBezTo>
                <a:lnTo>
                  <a:pt x="2035" y="1151"/>
                </a:lnTo>
                <a:cubicBezTo>
                  <a:pt x="1848" y="1526"/>
                  <a:pt x="1616" y="1883"/>
                  <a:pt x="1339" y="2205"/>
                </a:cubicBezTo>
                <a:cubicBezTo>
                  <a:pt x="1339" y="2205"/>
                  <a:pt x="1339" y="2205"/>
                  <a:pt x="1339" y="2213"/>
                </a:cubicBezTo>
                <a:cubicBezTo>
                  <a:pt x="1277" y="2071"/>
                  <a:pt x="1143" y="1696"/>
                  <a:pt x="1134" y="1687"/>
                </a:cubicBezTo>
                <a:cubicBezTo>
                  <a:pt x="1125" y="1642"/>
                  <a:pt x="1107" y="1607"/>
                  <a:pt x="1098" y="1571"/>
                </a:cubicBezTo>
                <a:cubicBezTo>
                  <a:pt x="1205" y="1357"/>
                  <a:pt x="1303" y="1142"/>
                  <a:pt x="1384" y="919"/>
                </a:cubicBezTo>
                <a:cubicBezTo>
                  <a:pt x="1419" y="830"/>
                  <a:pt x="1455" y="741"/>
                  <a:pt x="1482" y="643"/>
                </a:cubicBezTo>
                <a:lnTo>
                  <a:pt x="1428" y="607"/>
                </a:lnTo>
                <a:cubicBezTo>
                  <a:pt x="1393" y="705"/>
                  <a:pt x="1366" y="803"/>
                  <a:pt x="1330" y="901"/>
                </a:cubicBezTo>
                <a:cubicBezTo>
                  <a:pt x="1250" y="1116"/>
                  <a:pt x="1169" y="1321"/>
                  <a:pt x="1080" y="1526"/>
                </a:cubicBezTo>
                <a:cubicBezTo>
                  <a:pt x="1027" y="1375"/>
                  <a:pt x="982" y="1223"/>
                  <a:pt x="937" y="1071"/>
                </a:cubicBezTo>
                <a:cubicBezTo>
                  <a:pt x="920" y="1026"/>
                  <a:pt x="902" y="973"/>
                  <a:pt x="884" y="928"/>
                </a:cubicBezTo>
                <a:cubicBezTo>
                  <a:pt x="911" y="812"/>
                  <a:pt x="946" y="696"/>
                  <a:pt x="982" y="580"/>
                </a:cubicBezTo>
                <a:cubicBezTo>
                  <a:pt x="1009" y="500"/>
                  <a:pt x="1036" y="420"/>
                  <a:pt x="1062" y="339"/>
                </a:cubicBezTo>
                <a:lnTo>
                  <a:pt x="1009" y="312"/>
                </a:lnTo>
                <a:cubicBezTo>
                  <a:pt x="982" y="402"/>
                  <a:pt x="946" y="500"/>
                  <a:pt x="920" y="589"/>
                </a:cubicBezTo>
                <a:cubicBezTo>
                  <a:pt x="884" y="669"/>
                  <a:pt x="866" y="750"/>
                  <a:pt x="848" y="839"/>
                </a:cubicBezTo>
                <a:cubicBezTo>
                  <a:pt x="795" y="687"/>
                  <a:pt x="741" y="544"/>
                  <a:pt x="661" y="402"/>
                </a:cubicBezTo>
                <a:cubicBezTo>
                  <a:pt x="589" y="259"/>
                  <a:pt x="536" y="143"/>
                  <a:pt x="464" y="18"/>
                </a:cubicBezTo>
                <a:lnTo>
                  <a:pt x="43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 name="Google Shape;195;p2"/>
          <p:cNvSpPr/>
          <p:nvPr/>
        </p:nvSpPr>
        <p:spPr>
          <a:xfrm rot="2247870">
            <a:off x="816400" y="3258274"/>
            <a:ext cx="130307" cy="194042"/>
          </a:xfrm>
          <a:custGeom>
            <a:avLst/>
            <a:gdLst/>
            <a:ahLst/>
            <a:cxnLst/>
            <a:rect l="l" t="t" r="r" b="b"/>
            <a:pathLst>
              <a:path w="2206" h="3285" extrusionOk="0">
                <a:moveTo>
                  <a:pt x="1910" y="1000"/>
                </a:moveTo>
                <a:cubicBezTo>
                  <a:pt x="1821" y="910"/>
                  <a:pt x="1723" y="821"/>
                  <a:pt x="1598" y="723"/>
                </a:cubicBezTo>
                <a:cubicBezTo>
                  <a:pt x="1259" y="428"/>
                  <a:pt x="884" y="187"/>
                  <a:pt x="474" y="0"/>
                </a:cubicBezTo>
                <a:cubicBezTo>
                  <a:pt x="491" y="205"/>
                  <a:pt x="72" y="1464"/>
                  <a:pt x="36" y="1830"/>
                </a:cubicBezTo>
                <a:cubicBezTo>
                  <a:pt x="1" y="2151"/>
                  <a:pt x="134" y="2722"/>
                  <a:pt x="491" y="3284"/>
                </a:cubicBezTo>
                <a:cubicBezTo>
                  <a:pt x="625" y="3267"/>
                  <a:pt x="759" y="3231"/>
                  <a:pt x="875" y="3186"/>
                </a:cubicBezTo>
                <a:cubicBezTo>
                  <a:pt x="1750" y="2847"/>
                  <a:pt x="2205" y="1883"/>
                  <a:pt x="1910" y="1000"/>
                </a:cubicBezTo>
                <a:close/>
              </a:path>
            </a:pathLst>
          </a:custGeom>
          <a:gradFill>
            <a:gsLst>
              <a:gs pos="0">
                <a:srgbClr val="FFFFFF">
                  <a:alpha val="0"/>
                </a:srgbClr>
              </a:gs>
              <a:gs pos="100000">
                <a:srgbClr val="FFFFFF">
                  <a:alpha val="2196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96;p2"/>
          <p:cNvSpPr/>
          <p:nvPr/>
        </p:nvSpPr>
        <p:spPr>
          <a:xfrm rot="2247870">
            <a:off x="792951" y="3257310"/>
            <a:ext cx="157183" cy="266284"/>
          </a:xfrm>
          <a:custGeom>
            <a:avLst/>
            <a:gdLst/>
            <a:ahLst/>
            <a:cxnLst/>
            <a:rect l="l" t="t" r="r" b="b"/>
            <a:pathLst>
              <a:path w="2661" h="4508" extrusionOk="0">
                <a:moveTo>
                  <a:pt x="447" y="0"/>
                </a:moveTo>
                <a:lnTo>
                  <a:pt x="447" y="45"/>
                </a:lnTo>
                <a:cubicBezTo>
                  <a:pt x="438" y="161"/>
                  <a:pt x="420" y="268"/>
                  <a:pt x="384" y="384"/>
                </a:cubicBezTo>
                <a:cubicBezTo>
                  <a:pt x="358" y="491"/>
                  <a:pt x="331" y="607"/>
                  <a:pt x="295" y="714"/>
                </a:cubicBezTo>
                <a:lnTo>
                  <a:pt x="117" y="1384"/>
                </a:lnTo>
                <a:cubicBezTo>
                  <a:pt x="90" y="1500"/>
                  <a:pt x="63" y="1607"/>
                  <a:pt x="36" y="1723"/>
                </a:cubicBezTo>
                <a:cubicBezTo>
                  <a:pt x="9" y="1830"/>
                  <a:pt x="1" y="1955"/>
                  <a:pt x="9" y="2071"/>
                </a:cubicBezTo>
                <a:cubicBezTo>
                  <a:pt x="36" y="2303"/>
                  <a:pt x="90" y="2535"/>
                  <a:pt x="179" y="2749"/>
                </a:cubicBezTo>
                <a:cubicBezTo>
                  <a:pt x="268" y="2963"/>
                  <a:pt x="375" y="3169"/>
                  <a:pt x="509" y="3365"/>
                </a:cubicBezTo>
                <a:cubicBezTo>
                  <a:pt x="634" y="3561"/>
                  <a:pt x="786" y="3731"/>
                  <a:pt x="973" y="3883"/>
                </a:cubicBezTo>
                <a:cubicBezTo>
                  <a:pt x="1348" y="4150"/>
                  <a:pt x="1768" y="4365"/>
                  <a:pt x="2205" y="4507"/>
                </a:cubicBezTo>
                <a:cubicBezTo>
                  <a:pt x="1768" y="4356"/>
                  <a:pt x="1357" y="4142"/>
                  <a:pt x="991" y="3856"/>
                </a:cubicBezTo>
                <a:cubicBezTo>
                  <a:pt x="813" y="3713"/>
                  <a:pt x="652" y="3544"/>
                  <a:pt x="536" y="3347"/>
                </a:cubicBezTo>
                <a:cubicBezTo>
                  <a:pt x="402" y="3151"/>
                  <a:pt x="295" y="2946"/>
                  <a:pt x="215" y="2731"/>
                </a:cubicBezTo>
                <a:cubicBezTo>
                  <a:pt x="125" y="2517"/>
                  <a:pt x="72" y="2294"/>
                  <a:pt x="54" y="2062"/>
                </a:cubicBezTo>
                <a:cubicBezTo>
                  <a:pt x="45" y="1955"/>
                  <a:pt x="54" y="1839"/>
                  <a:pt x="81" y="1732"/>
                </a:cubicBezTo>
                <a:cubicBezTo>
                  <a:pt x="99" y="1616"/>
                  <a:pt x="125" y="1509"/>
                  <a:pt x="161" y="1393"/>
                </a:cubicBezTo>
                <a:lnTo>
                  <a:pt x="349" y="723"/>
                </a:lnTo>
                <a:cubicBezTo>
                  <a:pt x="375" y="616"/>
                  <a:pt x="411" y="500"/>
                  <a:pt x="438" y="393"/>
                </a:cubicBezTo>
                <a:cubicBezTo>
                  <a:pt x="462" y="288"/>
                  <a:pt x="486" y="183"/>
                  <a:pt x="497" y="78"/>
                </a:cubicBezTo>
                <a:lnTo>
                  <a:pt x="497" y="78"/>
                </a:lnTo>
                <a:cubicBezTo>
                  <a:pt x="896" y="264"/>
                  <a:pt x="1277" y="508"/>
                  <a:pt x="1616" y="795"/>
                </a:cubicBezTo>
                <a:cubicBezTo>
                  <a:pt x="1794" y="937"/>
                  <a:pt x="1955" y="1098"/>
                  <a:pt x="2107" y="1277"/>
                </a:cubicBezTo>
                <a:cubicBezTo>
                  <a:pt x="2250" y="1446"/>
                  <a:pt x="2366" y="1643"/>
                  <a:pt x="2455" y="1857"/>
                </a:cubicBezTo>
                <a:cubicBezTo>
                  <a:pt x="2660" y="2267"/>
                  <a:pt x="2633" y="2749"/>
                  <a:pt x="2580" y="3196"/>
                </a:cubicBezTo>
                <a:cubicBezTo>
                  <a:pt x="2544" y="3419"/>
                  <a:pt x="2500" y="3642"/>
                  <a:pt x="2446" y="3865"/>
                </a:cubicBezTo>
                <a:cubicBezTo>
                  <a:pt x="2419" y="3972"/>
                  <a:pt x="2384" y="4088"/>
                  <a:pt x="2348" y="4195"/>
                </a:cubicBezTo>
                <a:cubicBezTo>
                  <a:pt x="2330" y="4249"/>
                  <a:pt x="2312" y="4311"/>
                  <a:pt x="2285" y="4365"/>
                </a:cubicBezTo>
                <a:cubicBezTo>
                  <a:pt x="2312" y="4311"/>
                  <a:pt x="2330" y="4258"/>
                  <a:pt x="2348" y="4204"/>
                </a:cubicBezTo>
                <a:cubicBezTo>
                  <a:pt x="2392" y="4097"/>
                  <a:pt x="2428" y="3981"/>
                  <a:pt x="2455" y="3874"/>
                </a:cubicBezTo>
                <a:cubicBezTo>
                  <a:pt x="2517" y="3651"/>
                  <a:pt x="2562" y="3428"/>
                  <a:pt x="2598" y="3204"/>
                </a:cubicBezTo>
                <a:cubicBezTo>
                  <a:pt x="2633" y="2972"/>
                  <a:pt x="2651" y="2749"/>
                  <a:pt x="2642" y="2517"/>
                </a:cubicBezTo>
                <a:cubicBezTo>
                  <a:pt x="2633" y="2401"/>
                  <a:pt x="2624" y="2285"/>
                  <a:pt x="2598" y="2169"/>
                </a:cubicBezTo>
                <a:cubicBezTo>
                  <a:pt x="2571" y="2062"/>
                  <a:pt x="2535" y="1946"/>
                  <a:pt x="2491" y="1848"/>
                </a:cubicBezTo>
                <a:cubicBezTo>
                  <a:pt x="2401" y="1625"/>
                  <a:pt x="2285" y="1428"/>
                  <a:pt x="2134" y="1250"/>
                </a:cubicBezTo>
                <a:cubicBezTo>
                  <a:pt x="1982" y="1071"/>
                  <a:pt x="1821" y="911"/>
                  <a:pt x="1643" y="768"/>
                </a:cubicBezTo>
                <a:cubicBezTo>
                  <a:pt x="1295" y="464"/>
                  <a:pt x="902" y="215"/>
                  <a:pt x="482" y="18"/>
                </a:cubicBezTo>
                <a:lnTo>
                  <a:pt x="44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2"/>
          <p:cNvSpPr/>
          <p:nvPr/>
        </p:nvSpPr>
        <p:spPr>
          <a:xfrm rot="2247870">
            <a:off x="513914" y="3336099"/>
            <a:ext cx="304206" cy="203907"/>
          </a:xfrm>
          <a:custGeom>
            <a:avLst/>
            <a:gdLst/>
            <a:ahLst/>
            <a:cxnLst/>
            <a:rect l="l" t="t" r="r" b="b"/>
            <a:pathLst>
              <a:path w="5150" h="3452" extrusionOk="0">
                <a:moveTo>
                  <a:pt x="1830" y="1"/>
                </a:moveTo>
                <a:cubicBezTo>
                  <a:pt x="1633" y="1"/>
                  <a:pt x="1517" y="224"/>
                  <a:pt x="1517" y="224"/>
                </a:cubicBezTo>
                <a:cubicBezTo>
                  <a:pt x="1517" y="224"/>
                  <a:pt x="1325" y="52"/>
                  <a:pt x="1157" y="52"/>
                </a:cubicBezTo>
                <a:cubicBezTo>
                  <a:pt x="1134" y="52"/>
                  <a:pt x="1111" y="56"/>
                  <a:pt x="1089" y="63"/>
                </a:cubicBezTo>
                <a:cubicBezTo>
                  <a:pt x="919" y="126"/>
                  <a:pt x="794" y="376"/>
                  <a:pt x="794" y="376"/>
                </a:cubicBezTo>
                <a:cubicBezTo>
                  <a:pt x="719" y="295"/>
                  <a:pt x="657" y="267"/>
                  <a:pt x="605" y="267"/>
                </a:cubicBezTo>
                <a:cubicBezTo>
                  <a:pt x="485" y="267"/>
                  <a:pt x="429" y="420"/>
                  <a:pt x="429" y="420"/>
                </a:cubicBezTo>
                <a:cubicBezTo>
                  <a:pt x="429" y="420"/>
                  <a:pt x="371" y="410"/>
                  <a:pt x="301" y="410"/>
                </a:cubicBezTo>
                <a:cubicBezTo>
                  <a:pt x="207" y="410"/>
                  <a:pt x="89" y="428"/>
                  <a:pt x="54" y="509"/>
                </a:cubicBezTo>
                <a:cubicBezTo>
                  <a:pt x="0" y="643"/>
                  <a:pt x="312" y="866"/>
                  <a:pt x="312" y="866"/>
                </a:cubicBezTo>
                <a:cubicBezTo>
                  <a:pt x="250" y="947"/>
                  <a:pt x="223" y="1045"/>
                  <a:pt x="232" y="1134"/>
                </a:cubicBezTo>
                <a:cubicBezTo>
                  <a:pt x="250" y="1304"/>
                  <a:pt x="562" y="1464"/>
                  <a:pt x="562" y="1464"/>
                </a:cubicBezTo>
                <a:cubicBezTo>
                  <a:pt x="562" y="1464"/>
                  <a:pt x="384" y="1616"/>
                  <a:pt x="437" y="1777"/>
                </a:cubicBezTo>
                <a:cubicBezTo>
                  <a:pt x="500" y="1937"/>
                  <a:pt x="803" y="1937"/>
                  <a:pt x="803" y="1937"/>
                </a:cubicBezTo>
                <a:cubicBezTo>
                  <a:pt x="803" y="1937"/>
                  <a:pt x="696" y="2250"/>
                  <a:pt x="902" y="2402"/>
                </a:cubicBezTo>
                <a:cubicBezTo>
                  <a:pt x="990" y="2465"/>
                  <a:pt x="1093" y="2483"/>
                  <a:pt x="1183" y="2483"/>
                </a:cubicBezTo>
                <a:cubicBezTo>
                  <a:pt x="1309" y="2483"/>
                  <a:pt x="1410" y="2446"/>
                  <a:pt x="1410" y="2446"/>
                </a:cubicBezTo>
                <a:lnTo>
                  <a:pt x="1410" y="2446"/>
                </a:lnTo>
                <a:cubicBezTo>
                  <a:pt x="1410" y="2446"/>
                  <a:pt x="1294" y="2616"/>
                  <a:pt x="1526" y="2839"/>
                </a:cubicBezTo>
                <a:cubicBezTo>
                  <a:pt x="1636" y="2948"/>
                  <a:pt x="1781" y="2976"/>
                  <a:pt x="1902" y="2976"/>
                </a:cubicBezTo>
                <a:cubicBezTo>
                  <a:pt x="2027" y="2976"/>
                  <a:pt x="2124" y="2946"/>
                  <a:pt x="2124" y="2946"/>
                </a:cubicBezTo>
                <a:lnTo>
                  <a:pt x="2124" y="2946"/>
                </a:lnTo>
                <a:cubicBezTo>
                  <a:pt x="2035" y="3062"/>
                  <a:pt x="2062" y="3232"/>
                  <a:pt x="2187" y="3312"/>
                </a:cubicBezTo>
                <a:cubicBezTo>
                  <a:pt x="2251" y="3365"/>
                  <a:pt x="2341" y="3383"/>
                  <a:pt x="2436" y="3383"/>
                </a:cubicBezTo>
                <a:cubicBezTo>
                  <a:pt x="2645" y="3383"/>
                  <a:pt x="2874" y="3294"/>
                  <a:pt x="2874" y="3294"/>
                </a:cubicBezTo>
                <a:cubicBezTo>
                  <a:pt x="2883" y="3399"/>
                  <a:pt x="2960" y="3434"/>
                  <a:pt x="3057" y="3434"/>
                </a:cubicBezTo>
                <a:cubicBezTo>
                  <a:pt x="3239" y="3434"/>
                  <a:pt x="3490" y="3312"/>
                  <a:pt x="3490" y="3312"/>
                </a:cubicBezTo>
                <a:lnTo>
                  <a:pt x="3490" y="3312"/>
                </a:lnTo>
                <a:cubicBezTo>
                  <a:pt x="3474" y="3389"/>
                  <a:pt x="3494" y="3451"/>
                  <a:pt x="3576" y="3451"/>
                </a:cubicBezTo>
                <a:cubicBezTo>
                  <a:pt x="3676" y="3451"/>
                  <a:pt x="3864" y="3361"/>
                  <a:pt x="4186" y="3098"/>
                </a:cubicBezTo>
                <a:cubicBezTo>
                  <a:pt x="4742" y="2658"/>
                  <a:pt x="5097" y="2642"/>
                  <a:pt x="5144" y="2642"/>
                </a:cubicBezTo>
                <a:cubicBezTo>
                  <a:pt x="5148" y="2642"/>
                  <a:pt x="5150" y="2643"/>
                  <a:pt x="5150" y="2643"/>
                </a:cubicBezTo>
                <a:cubicBezTo>
                  <a:pt x="5150" y="2643"/>
                  <a:pt x="4748" y="2187"/>
                  <a:pt x="4730" y="1911"/>
                </a:cubicBezTo>
                <a:cubicBezTo>
                  <a:pt x="4704" y="1634"/>
                  <a:pt x="4605" y="1045"/>
                  <a:pt x="4400" y="902"/>
                </a:cubicBezTo>
                <a:cubicBezTo>
                  <a:pt x="4340" y="861"/>
                  <a:pt x="4292" y="845"/>
                  <a:pt x="4253" y="845"/>
                </a:cubicBezTo>
                <a:cubicBezTo>
                  <a:pt x="4127" y="845"/>
                  <a:pt x="4106" y="1018"/>
                  <a:pt x="4106" y="1018"/>
                </a:cubicBezTo>
                <a:cubicBezTo>
                  <a:pt x="4106" y="1018"/>
                  <a:pt x="4061" y="402"/>
                  <a:pt x="3793" y="349"/>
                </a:cubicBezTo>
                <a:cubicBezTo>
                  <a:pt x="3776" y="346"/>
                  <a:pt x="3761" y="345"/>
                  <a:pt x="3746" y="345"/>
                </a:cubicBezTo>
                <a:cubicBezTo>
                  <a:pt x="3536" y="345"/>
                  <a:pt x="3543" y="626"/>
                  <a:pt x="3543" y="626"/>
                </a:cubicBezTo>
                <a:cubicBezTo>
                  <a:pt x="3543" y="626"/>
                  <a:pt x="3436" y="242"/>
                  <a:pt x="3160" y="188"/>
                </a:cubicBezTo>
                <a:cubicBezTo>
                  <a:pt x="3138" y="183"/>
                  <a:pt x="3117" y="181"/>
                  <a:pt x="3097" y="181"/>
                </a:cubicBezTo>
                <a:cubicBezTo>
                  <a:pt x="2968" y="181"/>
                  <a:pt x="2851" y="272"/>
                  <a:pt x="2820" y="402"/>
                </a:cubicBezTo>
                <a:cubicBezTo>
                  <a:pt x="2820" y="402"/>
                  <a:pt x="2606" y="161"/>
                  <a:pt x="2410" y="144"/>
                </a:cubicBezTo>
                <a:cubicBezTo>
                  <a:pt x="2397" y="142"/>
                  <a:pt x="2383" y="141"/>
                  <a:pt x="2370" y="141"/>
                </a:cubicBezTo>
                <a:cubicBezTo>
                  <a:pt x="2270" y="141"/>
                  <a:pt x="2181" y="199"/>
                  <a:pt x="2133" y="286"/>
                </a:cubicBezTo>
                <a:cubicBezTo>
                  <a:pt x="2133" y="286"/>
                  <a:pt x="2026" y="1"/>
                  <a:pt x="1830"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198;p2"/>
          <p:cNvSpPr/>
          <p:nvPr/>
        </p:nvSpPr>
        <p:spPr>
          <a:xfrm rot="2247870">
            <a:off x="506698" y="3366796"/>
            <a:ext cx="385899" cy="194101"/>
          </a:xfrm>
          <a:custGeom>
            <a:avLst/>
            <a:gdLst/>
            <a:ahLst/>
            <a:cxnLst/>
            <a:rect l="l" t="t" r="r" b="b"/>
            <a:pathLst>
              <a:path w="6533" h="3286" extrusionOk="0">
                <a:moveTo>
                  <a:pt x="1259" y="1"/>
                </a:moveTo>
                <a:cubicBezTo>
                  <a:pt x="1473" y="349"/>
                  <a:pt x="1616" y="733"/>
                  <a:pt x="1678" y="1143"/>
                </a:cubicBezTo>
                <a:lnTo>
                  <a:pt x="1286" y="956"/>
                </a:lnTo>
                <a:lnTo>
                  <a:pt x="1054" y="849"/>
                </a:lnTo>
                <a:cubicBezTo>
                  <a:pt x="964" y="643"/>
                  <a:pt x="857" y="456"/>
                  <a:pt x="732" y="278"/>
                </a:cubicBezTo>
                <a:cubicBezTo>
                  <a:pt x="697" y="242"/>
                  <a:pt x="661" y="206"/>
                  <a:pt x="616" y="188"/>
                </a:cubicBezTo>
                <a:lnTo>
                  <a:pt x="616" y="188"/>
                </a:lnTo>
                <a:lnTo>
                  <a:pt x="679" y="269"/>
                </a:lnTo>
                <a:cubicBezTo>
                  <a:pt x="804" y="438"/>
                  <a:pt x="920" y="626"/>
                  <a:pt x="1018" y="822"/>
                </a:cubicBezTo>
                <a:lnTo>
                  <a:pt x="27" y="358"/>
                </a:lnTo>
                <a:cubicBezTo>
                  <a:pt x="18" y="367"/>
                  <a:pt x="1" y="385"/>
                  <a:pt x="1" y="402"/>
                </a:cubicBezTo>
                <a:cubicBezTo>
                  <a:pt x="625" y="706"/>
                  <a:pt x="1259" y="1000"/>
                  <a:pt x="1893" y="1295"/>
                </a:cubicBezTo>
                <a:cubicBezTo>
                  <a:pt x="1866" y="1304"/>
                  <a:pt x="1830" y="1313"/>
                  <a:pt x="1803" y="1322"/>
                </a:cubicBezTo>
                <a:lnTo>
                  <a:pt x="1705" y="1349"/>
                </a:lnTo>
                <a:cubicBezTo>
                  <a:pt x="1634" y="1366"/>
                  <a:pt x="1571" y="1384"/>
                  <a:pt x="1500" y="1402"/>
                </a:cubicBezTo>
                <a:cubicBezTo>
                  <a:pt x="1357" y="1438"/>
                  <a:pt x="1205" y="1473"/>
                  <a:pt x="1063" y="1491"/>
                </a:cubicBezTo>
                <a:cubicBezTo>
                  <a:pt x="831" y="1527"/>
                  <a:pt x="599" y="1545"/>
                  <a:pt x="367" y="1545"/>
                </a:cubicBezTo>
                <a:cubicBezTo>
                  <a:pt x="367" y="1563"/>
                  <a:pt x="367" y="1572"/>
                  <a:pt x="367" y="1581"/>
                </a:cubicBezTo>
                <a:cubicBezTo>
                  <a:pt x="406" y="1582"/>
                  <a:pt x="446" y="1583"/>
                  <a:pt x="486" y="1583"/>
                </a:cubicBezTo>
                <a:cubicBezTo>
                  <a:pt x="678" y="1583"/>
                  <a:pt x="870" y="1566"/>
                  <a:pt x="1063" y="1536"/>
                </a:cubicBezTo>
                <a:cubicBezTo>
                  <a:pt x="1214" y="1518"/>
                  <a:pt x="1357" y="1491"/>
                  <a:pt x="1509" y="1456"/>
                </a:cubicBezTo>
                <a:cubicBezTo>
                  <a:pt x="1580" y="1438"/>
                  <a:pt x="1652" y="1420"/>
                  <a:pt x="1723" y="1402"/>
                </a:cubicBezTo>
                <a:cubicBezTo>
                  <a:pt x="1759" y="1393"/>
                  <a:pt x="1795" y="1375"/>
                  <a:pt x="1830" y="1366"/>
                </a:cubicBezTo>
                <a:lnTo>
                  <a:pt x="1884" y="1349"/>
                </a:lnTo>
                <a:cubicBezTo>
                  <a:pt x="1893" y="1349"/>
                  <a:pt x="1928" y="1331"/>
                  <a:pt x="1946" y="1331"/>
                </a:cubicBezTo>
                <a:cubicBezTo>
                  <a:pt x="1951" y="1335"/>
                  <a:pt x="1955" y="1337"/>
                  <a:pt x="1960" y="1337"/>
                </a:cubicBezTo>
                <a:cubicBezTo>
                  <a:pt x="1964" y="1337"/>
                  <a:pt x="1969" y="1335"/>
                  <a:pt x="1973" y="1331"/>
                </a:cubicBezTo>
                <a:lnTo>
                  <a:pt x="2366" y="1500"/>
                </a:lnTo>
                <a:lnTo>
                  <a:pt x="2669" y="1643"/>
                </a:lnTo>
                <a:cubicBezTo>
                  <a:pt x="2062" y="1929"/>
                  <a:pt x="1411" y="2098"/>
                  <a:pt x="741" y="2143"/>
                </a:cubicBezTo>
                <a:lnTo>
                  <a:pt x="724" y="2143"/>
                </a:lnTo>
                <a:cubicBezTo>
                  <a:pt x="724" y="2152"/>
                  <a:pt x="732" y="2161"/>
                  <a:pt x="741" y="2170"/>
                </a:cubicBezTo>
                <a:cubicBezTo>
                  <a:pt x="1232" y="2143"/>
                  <a:pt x="1723" y="2045"/>
                  <a:pt x="2187" y="1875"/>
                </a:cubicBezTo>
                <a:cubicBezTo>
                  <a:pt x="2366" y="1813"/>
                  <a:pt x="2544" y="1741"/>
                  <a:pt x="2714" y="1652"/>
                </a:cubicBezTo>
                <a:cubicBezTo>
                  <a:pt x="2964" y="1768"/>
                  <a:pt x="3223" y="1875"/>
                  <a:pt x="3481" y="1973"/>
                </a:cubicBezTo>
                <a:cubicBezTo>
                  <a:pt x="2955" y="2357"/>
                  <a:pt x="2375" y="2643"/>
                  <a:pt x="1759" y="2812"/>
                </a:cubicBezTo>
                <a:lnTo>
                  <a:pt x="1661" y="2839"/>
                </a:lnTo>
                <a:cubicBezTo>
                  <a:pt x="1696" y="2848"/>
                  <a:pt x="1732" y="2857"/>
                  <a:pt x="1768" y="2866"/>
                </a:cubicBezTo>
                <a:cubicBezTo>
                  <a:pt x="2223" y="2732"/>
                  <a:pt x="2660" y="2536"/>
                  <a:pt x="3062" y="2286"/>
                </a:cubicBezTo>
                <a:cubicBezTo>
                  <a:pt x="3214" y="2196"/>
                  <a:pt x="3365" y="2098"/>
                  <a:pt x="3508" y="1991"/>
                </a:cubicBezTo>
                <a:cubicBezTo>
                  <a:pt x="3731" y="2071"/>
                  <a:pt x="3945" y="2161"/>
                  <a:pt x="4160" y="2241"/>
                </a:cubicBezTo>
                <a:lnTo>
                  <a:pt x="3972" y="2402"/>
                </a:lnTo>
                <a:cubicBezTo>
                  <a:pt x="3615" y="2723"/>
                  <a:pt x="3231" y="3000"/>
                  <a:pt x="2821" y="3232"/>
                </a:cubicBezTo>
                <a:cubicBezTo>
                  <a:pt x="2830" y="3250"/>
                  <a:pt x="2839" y="3267"/>
                  <a:pt x="2857" y="3285"/>
                </a:cubicBezTo>
                <a:cubicBezTo>
                  <a:pt x="3223" y="3080"/>
                  <a:pt x="3571" y="2830"/>
                  <a:pt x="3883" y="2553"/>
                </a:cubicBezTo>
                <a:cubicBezTo>
                  <a:pt x="3999" y="2455"/>
                  <a:pt x="4106" y="2357"/>
                  <a:pt x="4222" y="2259"/>
                </a:cubicBezTo>
                <a:cubicBezTo>
                  <a:pt x="4454" y="2348"/>
                  <a:pt x="4686" y="2437"/>
                  <a:pt x="4918" y="2518"/>
                </a:cubicBezTo>
                <a:cubicBezTo>
                  <a:pt x="5150" y="2598"/>
                  <a:pt x="5400" y="2678"/>
                  <a:pt x="5650" y="2759"/>
                </a:cubicBezTo>
                <a:cubicBezTo>
                  <a:pt x="5775" y="2794"/>
                  <a:pt x="5891" y="2839"/>
                  <a:pt x="6016" y="2884"/>
                </a:cubicBezTo>
                <a:cubicBezTo>
                  <a:pt x="6141" y="2919"/>
                  <a:pt x="6266" y="2964"/>
                  <a:pt x="6391" y="3009"/>
                </a:cubicBezTo>
                <a:cubicBezTo>
                  <a:pt x="6401" y="3012"/>
                  <a:pt x="6410" y="3013"/>
                  <a:pt x="6418" y="3013"/>
                </a:cubicBezTo>
                <a:cubicBezTo>
                  <a:pt x="6505" y="3013"/>
                  <a:pt x="6533" y="2864"/>
                  <a:pt x="6435" y="2848"/>
                </a:cubicBezTo>
                <a:cubicBezTo>
                  <a:pt x="6337" y="2830"/>
                  <a:pt x="6212" y="2803"/>
                  <a:pt x="6105" y="2777"/>
                </a:cubicBezTo>
                <a:cubicBezTo>
                  <a:pt x="5989" y="2750"/>
                  <a:pt x="5882" y="2723"/>
                  <a:pt x="5766" y="2696"/>
                </a:cubicBezTo>
                <a:cubicBezTo>
                  <a:pt x="5543" y="2634"/>
                  <a:pt x="5320" y="2571"/>
                  <a:pt x="5106" y="2500"/>
                </a:cubicBezTo>
                <a:lnTo>
                  <a:pt x="5061" y="2482"/>
                </a:lnTo>
                <a:lnTo>
                  <a:pt x="5052" y="2482"/>
                </a:lnTo>
                <a:lnTo>
                  <a:pt x="4784" y="2393"/>
                </a:lnTo>
                <a:lnTo>
                  <a:pt x="4740" y="2375"/>
                </a:lnTo>
                <a:lnTo>
                  <a:pt x="4418" y="2268"/>
                </a:lnTo>
                <a:lnTo>
                  <a:pt x="4115" y="2152"/>
                </a:lnTo>
                <a:lnTo>
                  <a:pt x="3945" y="2089"/>
                </a:lnTo>
                <a:cubicBezTo>
                  <a:pt x="3999" y="1706"/>
                  <a:pt x="3990" y="1313"/>
                  <a:pt x="3910" y="929"/>
                </a:cubicBezTo>
                <a:cubicBezTo>
                  <a:pt x="3865" y="697"/>
                  <a:pt x="3803" y="465"/>
                  <a:pt x="3731" y="242"/>
                </a:cubicBezTo>
                <a:lnTo>
                  <a:pt x="3669" y="242"/>
                </a:lnTo>
                <a:lnTo>
                  <a:pt x="3678" y="269"/>
                </a:lnTo>
                <a:cubicBezTo>
                  <a:pt x="3812" y="643"/>
                  <a:pt x="3892" y="1045"/>
                  <a:pt x="3919" y="1447"/>
                </a:cubicBezTo>
                <a:cubicBezTo>
                  <a:pt x="3936" y="1652"/>
                  <a:pt x="3928" y="1866"/>
                  <a:pt x="3910" y="2080"/>
                </a:cubicBezTo>
                <a:lnTo>
                  <a:pt x="3812" y="2045"/>
                </a:lnTo>
                <a:cubicBezTo>
                  <a:pt x="3535" y="1938"/>
                  <a:pt x="3258" y="1822"/>
                  <a:pt x="2973" y="1714"/>
                </a:cubicBezTo>
                <a:cubicBezTo>
                  <a:pt x="2973" y="1233"/>
                  <a:pt x="2901" y="759"/>
                  <a:pt x="2749" y="304"/>
                </a:cubicBezTo>
                <a:cubicBezTo>
                  <a:pt x="2749" y="304"/>
                  <a:pt x="2723" y="269"/>
                  <a:pt x="2678" y="224"/>
                </a:cubicBezTo>
                <a:lnTo>
                  <a:pt x="2678" y="224"/>
                </a:lnTo>
                <a:cubicBezTo>
                  <a:pt x="2767" y="501"/>
                  <a:pt x="2839" y="777"/>
                  <a:pt x="2892" y="1063"/>
                </a:cubicBezTo>
                <a:cubicBezTo>
                  <a:pt x="2928" y="1268"/>
                  <a:pt x="2946" y="1491"/>
                  <a:pt x="2955" y="1706"/>
                </a:cubicBezTo>
                <a:cubicBezTo>
                  <a:pt x="2723" y="1607"/>
                  <a:pt x="2500" y="1509"/>
                  <a:pt x="2268" y="1402"/>
                </a:cubicBezTo>
                <a:cubicBezTo>
                  <a:pt x="2294" y="1090"/>
                  <a:pt x="2250" y="777"/>
                  <a:pt x="2152" y="483"/>
                </a:cubicBezTo>
                <a:cubicBezTo>
                  <a:pt x="2125" y="394"/>
                  <a:pt x="2098" y="295"/>
                  <a:pt x="2071" y="197"/>
                </a:cubicBezTo>
                <a:cubicBezTo>
                  <a:pt x="2062" y="162"/>
                  <a:pt x="2035" y="126"/>
                  <a:pt x="2018" y="90"/>
                </a:cubicBezTo>
                <a:lnTo>
                  <a:pt x="2018" y="90"/>
                </a:lnTo>
                <a:cubicBezTo>
                  <a:pt x="2044" y="197"/>
                  <a:pt x="2071" y="313"/>
                  <a:pt x="2107" y="420"/>
                </a:cubicBezTo>
                <a:cubicBezTo>
                  <a:pt x="2143" y="572"/>
                  <a:pt x="2187" y="724"/>
                  <a:pt x="2214" y="867"/>
                </a:cubicBezTo>
                <a:cubicBezTo>
                  <a:pt x="2250" y="1036"/>
                  <a:pt x="2259" y="1215"/>
                  <a:pt x="2241" y="1393"/>
                </a:cubicBezTo>
                <a:lnTo>
                  <a:pt x="1714" y="1161"/>
                </a:lnTo>
                <a:cubicBezTo>
                  <a:pt x="1661" y="759"/>
                  <a:pt x="1518" y="367"/>
                  <a:pt x="1304" y="28"/>
                </a:cubicBezTo>
                <a:cubicBezTo>
                  <a:pt x="1286" y="19"/>
                  <a:pt x="1277" y="10"/>
                  <a:pt x="125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99;p2"/>
          <p:cNvSpPr/>
          <p:nvPr/>
        </p:nvSpPr>
        <p:spPr>
          <a:xfrm rot="2247870">
            <a:off x="534809" y="3301711"/>
            <a:ext cx="180338" cy="176144"/>
          </a:xfrm>
          <a:custGeom>
            <a:avLst/>
            <a:gdLst/>
            <a:ahLst/>
            <a:cxnLst/>
            <a:rect l="l" t="t" r="r" b="b"/>
            <a:pathLst>
              <a:path w="3053" h="2982" extrusionOk="0">
                <a:moveTo>
                  <a:pt x="1098" y="54"/>
                </a:moveTo>
                <a:cubicBezTo>
                  <a:pt x="919" y="117"/>
                  <a:pt x="794" y="367"/>
                  <a:pt x="794" y="367"/>
                </a:cubicBezTo>
                <a:cubicBezTo>
                  <a:pt x="553" y="99"/>
                  <a:pt x="429" y="411"/>
                  <a:pt x="429" y="411"/>
                </a:cubicBezTo>
                <a:cubicBezTo>
                  <a:pt x="429" y="411"/>
                  <a:pt x="116" y="367"/>
                  <a:pt x="63" y="500"/>
                </a:cubicBezTo>
                <a:cubicBezTo>
                  <a:pt x="0" y="634"/>
                  <a:pt x="312" y="866"/>
                  <a:pt x="312" y="866"/>
                </a:cubicBezTo>
                <a:cubicBezTo>
                  <a:pt x="250" y="938"/>
                  <a:pt x="223" y="1036"/>
                  <a:pt x="232" y="1134"/>
                </a:cubicBezTo>
                <a:cubicBezTo>
                  <a:pt x="250" y="1304"/>
                  <a:pt x="571" y="1455"/>
                  <a:pt x="571" y="1455"/>
                </a:cubicBezTo>
                <a:cubicBezTo>
                  <a:pt x="571" y="1455"/>
                  <a:pt x="384" y="1607"/>
                  <a:pt x="446" y="1777"/>
                </a:cubicBezTo>
                <a:cubicBezTo>
                  <a:pt x="500" y="1937"/>
                  <a:pt x="812" y="1928"/>
                  <a:pt x="812" y="1928"/>
                </a:cubicBezTo>
                <a:cubicBezTo>
                  <a:pt x="812" y="1928"/>
                  <a:pt x="696" y="2241"/>
                  <a:pt x="910" y="2393"/>
                </a:cubicBezTo>
                <a:cubicBezTo>
                  <a:pt x="1116" y="2544"/>
                  <a:pt x="1410" y="2446"/>
                  <a:pt x="1410" y="2446"/>
                </a:cubicBezTo>
                <a:cubicBezTo>
                  <a:pt x="1410" y="2446"/>
                  <a:pt x="1294" y="2616"/>
                  <a:pt x="1526" y="2830"/>
                </a:cubicBezTo>
                <a:cubicBezTo>
                  <a:pt x="1642" y="2928"/>
                  <a:pt x="1794" y="2982"/>
                  <a:pt x="1946" y="2964"/>
                </a:cubicBezTo>
                <a:cubicBezTo>
                  <a:pt x="3052" y="2241"/>
                  <a:pt x="2928" y="572"/>
                  <a:pt x="1723" y="19"/>
                </a:cubicBezTo>
                <a:cubicBezTo>
                  <a:pt x="1633" y="63"/>
                  <a:pt x="1571" y="135"/>
                  <a:pt x="1526" y="224"/>
                </a:cubicBezTo>
                <a:cubicBezTo>
                  <a:pt x="1526" y="224"/>
                  <a:pt x="1267" y="1"/>
                  <a:pt x="1098" y="54"/>
                </a:cubicBezTo>
                <a:close/>
              </a:path>
            </a:pathLst>
          </a:custGeom>
          <a:gradFill>
            <a:gsLst>
              <a:gs pos="0">
                <a:srgbClr val="FFFFFF">
                  <a:alpha val="0"/>
                </a:srgbClr>
              </a:gs>
              <a:gs pos="100000">
                <a:srgbClr val="FFFFFF">
                  <a:alpha val="2196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0;p2"/>
          <p:cNvSpPr/>
          <p:nvPr/>
        </p:nvSpPr>
        <p:spPr>
          <a:xfrm rot="2247870">
            <a:off x="515273" y="3335674"/>
            <a:ext cx="302670" cy="205738"/>
          </a:xfrm>
          <a:custGeom>
            <a:avLst/>
            <a:gdLst/>
            <a:ahLst/>
            <a:cxnLst/>
            <a:rect l="l" t="t" r="r" b="b"/>
            <a:pathLst>
              <a:path w="5124" h="3483" extrusionOk="0">
                <a:moveTo>
                  <a:pt x="1788" y="1"/>
                </a:moveTo>
                <a:cubicBezTo>
                  <a:pt x="1728" y="1"/>
                  <a:pt x="1668" y="20"/>
                  <a:pt x="1616" y="60"/>
                </a:cubicBezTo>
                <a:cubicBezTo>
                  <a:pt x="1561" y="108"/>
                  <a:pt x="1520" y="155"/>
                  <a:pt x="1486" y="209"/>
                </a:cubicBezTo>
                <a:lnTo>
                  <a:pt x="1486" y="209"/>
                </a:lnTo>
                <a:cubicBezTo>
                  <a:pt x="1436" y="164"/>
                  <a:pt x="1375" y="127"/>
                  <a:pt x="1313" y="96"/>
                </a:cubicBezTo>
                <a:cubicBezTo>
                  <a:pt x="1264" y="61"/>
                  <a:pt x="1200" y="48"/>
                  <a:pt x="1136" y="48"/>
                </a:cubicBezTo>
                <a:cubicBezTo>
                  <a:pt x="1117" y="48"/>
                  <a:pt x="1099" y="49"/>
                  <a:pt x="1081" y="51"/>
                </a:cubicBezTo>
                <a:cubicBezTo>
                  <a:pt x="1000" y="78"/>
                  <a:pt x="938" y="123"/>
                  <a:pt x="884" y="185"/>
                </a:cubicBezTo>
                <a:cubicBezTo>
                  <a:pt x="838" y="240"/>
                  <a:pt x="798" y="294"/>
                  <a:pt x="765" y="355"/>
                </a:cubicBezTo>
                <a:lnTo>
                  <a:pt x="765" y="355"/>
                </a:lnTo>
                <a:cubicBezTo>
                  <a:pt x="745" y="332"/>
                  <a:pt x="723" y="314"/>
                  <a:pt x="697" y="301"/>
                </a:cubicBezTo>
                <a:cubicBezTo>
                  <a:pt x="652" y="275"/>
                  <a:pt x="617" y="266"/>
                  <a:pt x="563" y="266"/>
                </a:cubicBezTo>
                <a:cubicBezTo>
                  <a:pt x="519" y="266"/>
                  <a:pt x="483" y="292"/>
                  <a:pt x="447" y="328"/>
                </a:cubicBezTo>
                <a:cubicBezTo>
                  <a:pt x="425" y="350"/>
                  <a:pt x="403" y="384"/>
                  <a:pt x="386" y="415"/>
                </a:cubicBezTo>
                <a:lnTo>
                  <a:pt x="386" y="415"/>
                </a:lnTo>
                <a:cubicBezTo>
                  <a:pt x="356" y="412"/>
                  <a:pt x="325" y="411"/>
                  <a:pt x="294" y="411"/>
                </a:cubicBezTo>
                <a:cubicBezTo>
                  <a:pt x="257" y="411"/>
                  <a:pt x="220" y="413"/>
                  <a:pt x="179" y="417"/>
                </a:cubicBezTo>
                <a:cubicBezTo>
                  <a:pt x="144" y="426"/>
                  <a:pt x="108" y="435"/>
                  <a:pt x="72" y="453"/>
                </a:cubicBezTo>
                <a:cubicBezTo>
                  <a:pt x="28" y="480"/>
                  <a:pt x="1" y="516"/>
                  <a:pt x="1" y="569"/>
                </a:cubicBezTo>
                <a:cubicBezTo>
                  <a:pt x="1" y="605"/>
                  <a:pt x="19" y="649"/>
                  <a:pt x="37" y="676"/>
                </a:cubicBezTo>
                <a:cubicBezTo>
                  <a:pt x="54" y="712"/>
                  <a:pt x="81" y="739"/>
                  <a:pt x="108" y="765"/>
                </a:cubicBezTo>
                <a:cubicBezTo>
                  <a:pt x="149" y="814"/>
                  <a:pt x="204" y="863"/>
                  <a:pt x="254" y="905"/>
                </a:cubicBezTo>
                <a:lnTo>
                  <a:pt x="254" y="905"/>
                </a:lnTo>
                <a:cubicBezTo>
                  <a:pt x="226" y="953"/>
                  <a:pt x="205" y="1008"/>
                  <a:pt x="197" y="1069"/>
                </a:cubicBezTo>
                <a:cubicBezTo>
                  <a:pt x="188" y="1105"/>
                  <a:pt x="188" y="1131"/>
                  <a:pt x="197" y="1167"/>
                </a:cubicBezTo>
                <a:cubicBezTo>
                  <a:pt x="197" y="1203"/>
                  <a:pt x="206" y="1238"/>
                  <a:pt x="233" y="1265"/>
                </a:cubicBezTo>
                <a:cubicBezTo>
                  <a:pt x="269" y="1319"/>
                  <a:pt x="313" y="1372"/>
                  <a:pt x="376" y="1408"/>
                </a:cubicBezTo>
                <a:cubicBezTo>
                  <a:pt x="414" y="1438"/>
                  <a:pt x="464" y="1469"/>
                  <a:pt x="511" y="1493"/>
                </a:cubicBezTo>
                <a:lnTo>
                  <a:pt x="511" y="1493"/>
                </a:lnTo>
                <a:cubicBezTo>
                  <a:pt x="471" y="1533"/>
                  <a:pt x="441" y="1579"/>
                  <a:pt x="411" y="1631"/>
                </a:cubicBezTo>
                <a:cubicBezTo>
                  <a:pt x="385" y="1703"/>
                  <a:pt x="385" y="1774"/>
                  <a:pt x="411" y="1845"/>
                </a:cubicBezTo>
                <a:cubicBezTo>
                  <a:pt x="456" y="1899"/>
                  <a:pt x="519" y="1944"/>
                  <a:pt x="590" y="1952"/>
                </a:cubicBezTo>
                <a:cubicBezTo>
                  <a:pt x="644" y="1968"/>
                  <a:pt x="705" y="1977"/>
                  <a:pt x="760" y="1979"/>
                </a:cubicBezTo>
                <a:lnTo>
                  <a:pt x="760" y="1979"/>
                </a:lnTo>
                <a:cubicBezTo>
                  <a:pt x="740" y="2052"/>
                  <a:pt x="734" y="2132"/>
                  <a:pt x="742" y="2211"/>
                </a:cubicBezTo>
                <a:cubicBezTo>
                  <a:pt x="751" y="2301"/>
                  <a:pt x="804" y="2390"/>
                  <a:pt x="876" y="2434"/>
                </a:cubicBezTo>
                <a:cubicBezTo>
                  <a:pt x="956" y="2488"/>
                  <a:pt x="1045" y="2515"/>
                  <a:pt x="1134" y="2515"/>
                </a:cubicBezTo>
                <a:cubicBezTo>
                  <a:pt x="1157" y="2517"/>
                  <a:pt x="1179" y="2518"/>
                  <a:pt x="1201" y="2518"/>
                </a:cubicBezTo>
                <a:cubicBezTo>
                  <a:pt x="1255" y="2518"/>
                  <a:pt x="1307" y="2512"/>
                  <a:pt x="1357" y="2499"/>
                </a:cubicBezTo>
                <a:lnTo>
                  <a:pt x="1357" y="2499"/>
                </a:lnTo>
                <a:cubicBezTo>
                  <a:pt x="1335" y="2577"/>
                  <a:pt x="1347" y="2662"/>
                  <a:pt x="1384" y="2729"/>
                </a:cubicBezTo>
                <a:cubicBezTo>
                  <a:pt x="1429" y="2809"/>
                  <a:pt x="1500" y="2881"/>
                  <a:pt x="1581" y="2925"/>
                </a:cubicBezTo>
                <a:cubicBezTo>
                  <a:pt x="1652" y="2979"/>
                  <a:pt x="1750" y="2997"/>
                  <a:pt x="1839" y="3006"/>
                </a:cubicBezTo>
                <a:cubicBezTo>
                  <a:pt x="1862" y="3008"/>
                  <a:pt x="1884" y="3009"/>
                  <a:pt x="1906" y="3009"/>
                </a:cubicBezTo>
                <a:cubicBezTo>
                  <a:pt x="1959" y="3009"/>
                  <a:pt x="2012" y="3003"/>
                  <a:pt x="2065" y="2990"/>
                </a:cubicBezTo>
                <a:lnTo>
                  <a:pt x="2065" y="2990"/>
                </a:lnTo>
                <a:cubicBezTo>
                  <a:pt x="2026" y="3066"/>
                  <a:pt x="2026" y="3162"/>
                  <a:pt x="2071" y="3238"/>
                </a:cubicBezTo>
                <a:cubicBezTo>
                  <a:pt x="2116" y="3327"/>
                  <a:pt x="2205" y="3380"/>
                  <a:pt x="2304" y="3398"/>
                </a:cubicBezTo>
                <a:cubicBezTo>
                  <a:pt x="2348" y="3407"/>
                  <a:pt x="2395" y="3412"/>
                  <a:pt x="2443" y="3412"/>
                </a:cubicBezTo>
                <a:cubicBezTo>
                  <a:pt x="2491" y="3412"/>
                  <a:pt x="2540" y="3407"/>
                  <a:pt x="2589" y="3398"/>
                </a:cubicBezTo>
                <a:cubicBezTo>
                  <a:pt x="2674" y="3381"/>
                  <a:pt x="2758" y="3365"/>
                  <a:pt x="2843" y="3332"/>
                </a:cubicBezTo>
                <a:lnTo>
                  <a:pt x="2843" y="3332"/>
                </a:lnTo>
                <a:lnTo>
                  <a:pt x="2848" y="3363"/>
                </a:lnTo>
                <a:cubicBezTo>
                  <a:pt x="2857" y="3372"/>
                  <a:pt x="2866" y="3389"/>
                  <a:pt x="2875" y="3398"/>
                </a:cubicBezTo>
                <a:cubicBezTo>
                  <a:pt x="2893" y="3425"/>
                  <a:pt x="2919" y="3443"/>
                  <a:pt x="2955" y="3452"/>
                </a:cubicBezTo>
                <a:cubicBezTo>
                  <a:pt x="2986" y="3461"/>
                  <a:pt x="3018" y="3465"/>
                  <a:pt x="3048" y="3465"/>
                </a:cubicBezTo>
                <a:cubicBezTo>
                  <a:pt x="3078" y="3465"/>
                  <a:pt x="3107" y="3461"/>
                  <a:pt x="3134" y="3452"/>
                </a:cubicBezTo>
                <a:cubicBezTo>
                  <a:pt x="3240" y="3435"/>
                  <a:pt x="3347" y="3404"/>
                  <a:pt x="3447" y="3357"/>
                </a:cubicBezTo>
                <a:lnTo>
                  <a:pt x="3447" y="3357"/>
                </a:lnTo>
                <a:cubicBezTo>
                  <a:pt x="3442" y="3394"/>
                  <a:pt x="3454" y="3433"/>
                  <a:pt x="3482" y="3461"/>
                </a:cubicBezTo>
                <a:cubicBezTo>
                  <a:pt x="3501" y="3476"/>
                  <a:pt x="3526" y="3482"/>
                  <a:pt x="3551" y="3482"/>
                </a:cubicBezTo>
                <a:cubicBezTo>
                  <a:pt x="3571" y="3482"/>
                  <a:pt x="3591" y="3478"/>
                  <a:pt x="3607" y="3470"/>
                </a:cubicBezTo>
                <a:cubicBezTo>
                  <a:pt x="3687" y="3443"/>
                  <a:pt x="3767" y="3407"/>
                  <a:pt x="3830" y="3363"/>
                </a:cubicBezTo>
                <a:cubicBezTo>
                  <a:pt x="3972" y="3273"/>
                  <a:pt x="4106" y="3175"/>
                  <a:pt x="4231" y="3068"/>
                </a:cubicBezTo>
                <a:cubicBezTo>
                  <a:pt x="4365" y="2961"/>
                  <a:pt x="4508" y="2872"/>
                  <a:pt x="4651" y="2800"/>
                </a:cubicBezTo>
                <a:cubicBezTo>
                  <a:pt x="4803" y="2720"/>
                  <a:pt x="4963" y="2667"/>
                  <a:pt x="5124" y="2658"/>
                </a:cubicBezTo>
                <a:lnTo>
                  <a:pt x="5124" y="2658"/>
                </a:lnTo>
                <a:cubicBezTo>
                  <a:pt x="4963" y="2667"/>
                  <a:pt x="4803" y="2711"/>
                  <a:pt x="4660" y="2791"/>
                </a:cubicBezTo>
                <a:cubicBezTo>
                  <a:pt x="4508" y="2863"/>
                  <a:pt x="4365" y="2952"/>
                  <a:pt x="4231" y="3059"/>
                </a:cubicBezTo>
                <a:cubicBezTo>
                  <a:pt x="4106" y="3157"/>
                  <a:pt x="3972" y="3256"/>
                  <a:pt x="3830" y="3345"/>
                </a:cubicBezTo>
                <a:cubicBezTo>
                  <a:pt x="3758" y="3389"/>
                  <a:pt x="3687" y="3425"/>
                  <a:pt x="3607" y="3452"/>
                </a:cubicBezTo>
                <a:cubicBezTo>
                  <a:pt x="3594" y="3455"/>
                  <a:pt x="3579" y="3457"/>
                  <a:pt x="3565" y="3457"/>
                </a:cubicBezTo>
                <a:cubicBezTo>
                  <a:pt x="3541" y="3457"/>
                  <a:pt x="3516" y="3451"/>
                  <a:pt x="3499" y="3434"/>
                </a:cubicBezTo>
                <a:cubicBezTo>
                  <a:pt x="3473" y="3407"/>
                  <a:pt x="3464" y="3372"/>
                  <a:pt x="3482" y="3336"/>
                </a:cubicBezTo>
                <a:lnTo>
                  <a:pt x="3482" y="3309"/>
                </a:lnTo>
                <a:lnTo>
                  <a:pt x="3455" y="3318"/>
                </a:lnTo>
                <a:cubicBezTo>
                  <a:pt x="3348" y="3372"/>
                  <a:pt x="3232" y="3407"/>
                  <a:pt x="3116" y="3434"/>
                </a:cubicBezTo>
                <a:cubicBezTo>
                  <a:pt x="3089" y="3439"/>
                  <a:pt x="3062" y="3441"/>
                  <a:pt x="3034" y="3441"/>
                </a:cubicBezTo>
                <a:cubicBezTo>
                  <a:pt x="3006" y="3441"/>
                  <a:pt x="2977" y="3439"/>
                  <a:pt x="2946" y="3434"/>
                </a:cubicBezTo>
                <a:cubicBezTo>
                  <a:pt x="2902" y="3416"/>
                  <a:pt x="2857" y="3372"/>
                  <a:pt x="2857" y="3309"/>
                </a:cubicBezTo>
                <a:lnTo>
                  <a:pt x="2857" y="3291"/>
                </a:lnTo>
                <a:lnTo>
                  <a:pt x="2839" y="3300"/>
                </a:lnTo>
                <a:cubicBezTo>
                  <a:pt x="2750" y="3336"/>
                  <a:pt x="2661" y="3354"/>
                  <a:pt x="2571" y="3372"/>
                </a:cubicBezTo>
                <a:cubicBezTo>
                  <a:pt x="2527" y="3380"/>
                  <a:pt x="2482" y="3385"/>
                  <a:pt x="2436" y="3385"/>
                </a:cubicBezTo>
                <a:cubicBezTo>
                  <a:pt x="2391" y="3385"/>
                  <a:pt x="2344" y="3380"/>
                  <a:pt x="2295" y="3372"/>
                </a:cubicBezTo>
                <a:cubicBezTo>
                  <a:pt x="2214" y="3354"/>
                  <a:pt x="2134" y="3300"/>
                  <a:pt x="2089" y="3220"/>
                </a:cubicBezTo>
                <a:cubicBezTo>
                  <a:pt x="2045" y="3140"/>
                  <a:pt x="2054" y="3050"/>
                  <a:pt x="2107" y="2979"/>
                </a:cubicBezTo>
                <a:lnTo>
                  <a:pt x="2134" y="2934"/>
                </a:lnTo>
                <a:lnTo>
                  <a:pt x="2089" y="2952"/>
                </a:lnTo>
                <a:cubicBezTo>
                  <a:pt x="2089" y="2952"/>
                  <a:pt x="2089" y="2952"/>
                  <a:pt x="2089" y="2952"/>
                </a:cubicBezTo>
                <a:lnTo>
                  <a:pt x="2089" y="2952"/>
                </a:lnTo>
                <a:cubicBezTo>
                  <a:pt x="2031" y="2965"/>
                  <a:pt x="1967" y="2973"/>
                  <a:pt x="1902" y="2973"/>
                </a:cubicBezTo>
                <a:cubicBezTo>
                  <a:pt x="1878" y="2973"/>
                  <a:pt x="1854" y="2972"/>
                  <a:pt x="1831" y="2970"/>
                </a:cubicBezTo>
                <a:cubicBezTo>
                  <a:pt x="1741" y="2970"/>
                  <a:pt x="1661" y="2943"/>
                  <a:pt x="1590" y="2899"/>
                </a:cubicBezTo>
                <a:cubicBezTo>
                  <a:pt x="1509" y="2854"/>
                  <a:pt x="1456" y="2791"/>
                  <a:pt x="1411" y="2720"/>
                </a:cubicBezTo>
                <a:cubicBezTo>
                  <a:pt x="1368" y="2652"/>
                  <a:pt x="1358" y="2567"/>
                  <a:pt x="1389" y="2489"/>
                </a:cubicBezTo>
                <a:lnTo>
                  <a:pt x="1389" y="2489"/>
                </a:lnTo>
                <a:cubicBezTo>
                  <a:pt x="1390" y="2489"/>
                  <a:pt x="1392" y="2488"/>
                  <a:pt x="1393" y="2488"/>
                </a:cubicBezTo>
                <a:lnTo>
                  <a:pt x="1391" y="2484"/>
                </a:lnTo>
                <a:lnTo>
                  <a:pt x="1391" y="2484"/>
                </a:lnTo>
                <a:cubicBezTo>
                  <a:pt x="1392" y="2482"/>
                  <a:pt x="1392" y="2481"/>
                  <a:pt x="1393" y="2479"/>
                </a:cubicBezTo>
                <a:lnTo>
                  <a:pt x="1420" y="2434"/>
                </a:lnTo>
                <a:lnTo>
                  <a:pt x="1375" y="2452"/>
                </a:lnTo>
                <a:cubicBezTo>
                  <a:pt x="1375" y="2452"/>
                  <a:pt x="1375" y="2452"/>
                  <a:pt x="1375" y="2452"/>
                </a:cubicBezTo>
                <a:lnTo>
                  <a:pt x="1375" y="2452"/>
                </a:lnTo>
                <a:cubicBezTo>
                  <a:pt x="1314" y="2473"/>
                  <a:pt x="1249" y="2483"/>
                  <a:pt x="1185" y="2483"/>
                </a:cubicBezTo>
                <a:cubicBezTo>
                  <a:pt x="1083" y="2483"/>
                  <a:pt x="981" y="2457"/>
                  <a:pt x="893" y="2408"/>
                </a:cubicBezTo>
                <a:cubicBezTo>
                  <a:pt x="831" y="2363"/>
                  <a:pt x="786" y="2283"/>
                  <a:pt x="777" y="2202"/>
                </a:cubicBezTo>
                <a:cubicBezTo>
                  <a:pt x="768" y="2122"/>
                  <a:pt x="768" y="2042"/>
                  <a:pt x="795" y="1961"/>
                </a:cubicBezTo>
                <a:lnTo>
                  <a:pt x="813" y="1935"/>
                </a:lnTo>
                <a:lnTo>
                  <a:pt x="777" y="1935"/>
                </a:lnTo>
                <a:cubicBezTo>
                  <a:pt x="715" y="1935"/>
                  <a:pt x="652" y="1926"/>
                  <a:pt x="590" y="1908"/>
                </a:cubicBezTo>
                <a:cubicBezTo>
                  <a:pt x="536" y="1899"/>
                  <a:pt x="483" y="1863"/>
                  <a:pt x="447" y="1810"/>
                </a:cubicBezTo>
                <a:cubicBezTo>
                  <a:pt x="420" y="1756"/>
                  <a:pt x="420" y="1694"/>
                  <a:pt x="447" y="1649"/>
                </a:cubicBezTo>
                <a:cubicBezTo>
                  <a:pt x="474" y="1587"/>
                  <a:pt x="510" y="1542"/>
                  <a:pt x="554" y="1497"/>
                </a:cubicBezTo>
                <a:lnTo>
                  <a:pt x="581" y="1479"/>
                </a:lnTo>
                <a:lnTo>
                  <a:pt x="554" y="1462"/>
                </a:lnTo>
                <a:cubicBezTo>
                  <a:pt x="492" y="1435"/>
                  <a:pt x="438" y="1399"/>
                  <a:pt x="394" y="1363"/>
                </a:cubicBezTo>
                <a:cubicBezTo>
                  <a:pt x="340" y="1328"/>
                  <a:pt x="295" y="1283"/>
                  <a:pt x="260" y="1238"/>
                </a:cubicBezTo>
                <a:cubicBezTo>
                  <a:pt x="251" y="1212"/>
                  <a:pt x="242" y="1185"/>
                  <a:pt x="233" y="1158"/>
                </a:cubicBezTo>
                <a:cubicBezTo>
                  <a:pt x="233" y="1131"/>
                  <a:pt x="233" y="1096"/>
                  <a:pt x="233" y="1069"/>
                </a:cubicBezTo>
                <a:cubicBezTo>
                  <a:pt x="242" y="1006"/>
                  <a:pt x="269" y="953"/>
                  <a:pt x="304" y="908"/>
                </a:cubicBezTo>
                <a:lnTo>
                  <a:pt x="322" y="890"/>
                </a:lnTo>
                <a:lnTo>
                  <a:pt x="295" y="873"/>
                </a:lnTo>
                <a:cubicBezTo>
                  <a:pt x="242" y="828"/>
                  <a:pt x="188" y="783"/>
                  <a:pt x="144" y="730"/>
                </a:cubicBezTo>
                <a:cubicBezTo>
                  <a:pt x="90" y="685"/>
                  <a:pt x="63" y="623"/>
                  <a:pt x="54" y="560"/>
                </a:cubicBezTo>
                <a:cubicBezTo>
                  <a:pt x="54" y="507"/>
                  <a:pt x="126" y="471"/>
                  <a:pt x="188" y="462"/>
                </a:cubicBezTo>
                <a:cubicBezTo>
                  <a:pt x="224" y="458"/>
                  <a:pt x="260" y="455"/>
                  <a:pt x="295" y="455"/>
                </a:cubicBezTo>
                <a:cubicBezTo>
                  <a:pt x="331" y="455"/>
                  <a:pt x="367" y="458"/>
                  <a:pt x="403" y="462"/>
                </a:cubicBezTo>
                <a:lnTo>
                  <a:pt x="420" y="462"/>
                </a:lnTo>
                <a:lnTo>
                  <a:pt x="429" y="444"/>
                </a:lnTo>
                <a:cubicBezTo>
                  <a:pt x="456" y="382"/>
                  <a:pt x="510" y="319"/>
                  <a:pt x="572" y="310"/>
                </a:cubicBezTo>
                <a:cubicBezTo>
                  <a:pt x="608" y="310"/>
                  <a:pt x="635" y="319"/>
                  <a:pt x="670" y="337"/>
                </a:cubicBezTo>
                <a:cubicBezTo>
                  <a:pt x="697" y="355"/>
                  <a:pt x="724" y="382"/>
                  <a:pt x="751" y="408"/>
                </a:cubicBezTo>
                <a:lnTo>
                  <a:pt x="777" y="435"/>
                </a:lnTo>
                <a:lnTo>
                  <a:pt x="795" y="400"/>
                </a:lnTo>
                <a:cubicBezTo>
                  <a:pt x="822" y="337"/>
                  <a:pt x="867" y="275"/>
                  <a:pt x="920" y="221"/>
                </a:cubicBezTo>
                <a:cubicBezTo>
                  <a:pt x="965" y="159"/>
                  <a:pt x="1018" y="123"/>
                  <a:pt x="1090" y="96"/>
                </a:cubicBezTo>
                <a:cubicBezTo>
                  <a:pt x="1102" y="95"/>
                  <a:pt x="1114" y="94"/>
                  <a:pt x="1126" y="94"/>
                </a:cubicBezTo>
                <a:cubicBezTo>
                  <a:pt x="1185" y="94"/>
                  <a:pt x="1243" y="111"/>
                  <a:pt x="1295" y="141"/>
                </a:cubicBezTo>
                <a:cubicBezTo>
                  <a:pt x="1357" y="167"/>
                  <a:pt x="1420" y="212"/>
                  <a:pt x="1482" y="257"/>
                </a:cubicBezTo>
                <a:lnTo>
                  <a:pt x="1500" y="284"/>
                </a:lnTo>
                <a:lnTo>
                  <a:pt x="1518" y="257"/>
                </a:lnTo>
                <a:cubicBezTo>
                  <a:pt x="1545" y="194"/>
                  <a:pt x="1590" y="141"/>
                  <a:pt x="1643" y="105"/>
                </a:cubicBezTo>
                <a:cubicBezTo>
                  <a:pt x="1680" y="68"/>
                  <a:pt x="1736" y="49"/>
                  <a:pt x="1790" y="49"/>
                </a:cubicBezTo>
                <a:cubicBezTo>
                  <a:pt x="1801" y="49"/>
                  <a:pt x="1811" y="50"/>
                  <a:pt x="1822" y="51"/>
                </a:cubicBezTo>
                <a:cubicBezTo>
                  <a:pt x="1884" y="60"/>
                  <a:pt x="1947" y="96"/>
                  <a:pt x="1991" y="150"/>
                </a:cubicBezTo>
                <a:cubicBezTo>
                  <a:pt x="2031" y="190"/>
                  <a:pt x="2064" y="244"/>
                  <a:pt x="2090" y="300"/>
                </a:cubicBezTo>
                <a:lnTo>
                  <a:pt x="2090" y="300"/>
                </a:lnTo>
                <a:cubicBezTo>
                  <a:pt x="2090" y="301"/>
                  <a:pt x="2090" y="301"/>
                  <a:pt x="2089" y="301"/>
                </a:cubicBezTo>
                <a:lnTo>
                  <a:pt x="2090" y="301"/>
                </a:lnTo>
                <a:cubicBezTo>
                  <a:pt x="2093" y="307"/>
                  <a:pt x="2096" y="313"/>
                  <a:pt x="2098" y="319"/>
                </a:cubicBezTo>
                <a:lnTo>
                  <a:pt x="2116" y="364"/>
                </a:lnTo>
                <a:lnTo>
                  <a:pt x="2134" y="319"/>
                </a:lnTo>
                <a:cubicBezTo>
                  <a:pt x="2161" y="257"/>
                  <a:pt x="2205" y="212"/>
                  <a:pt x="2268" y="194"/>
                </a:cubicBezTo>
                <a:cubicBezTo>
                  <a:pt x="2299" y="181"/>
                  <a:pt x="2330" y="174"/>
                  <a:pt x="2362" y="174"/>
                </a:cubicBezTo>
                <a:cubicBezTo>
                  <a:pt x="2393" y="174"/>
                  <a:pt x="2424" y="181"/>
                  <a:pt x="2455" y="194"/>
                </a:cubicBezTo>
                <a:cubicBezTo>
                  <a:pt x="2580" y="248"/>
                  <a:pt x="2687" y="328"/>
                  <a:pt x="2777" y="426"/>
                </a:cubicBezTo>
                <a:lnTo>
                  <a:pt x="2803" y="453"/>
                </a:lnTo>
                <a:lnTo>
                  <a:pt x="2812" y="417"/>
                </a:lnTo>
                <a:cubicBezTo>
                  <a:pt x="2830" y="337"/>
                  <a:pt x="2884" y="266"/>
                  <a:pt x="2964" y="230"/>
                </a:cubicBezTo>
                <a:cubicBezTo>
                  <a:pt x="2992" y="219"/>
                  <a:pt x="3023" y="214"/>
                  <a:pt x="3055" y="214"/>
                </a:cubicBezTo>
                <a:cubicBezTo>
                  <a:pt x="3104" y="214"/>
                  <a:pt x="3156" y="226"/>
                  <a:pt x="3205" y="248"/>
                </a:cubicBezTo>
                <a:cubicBezTo>
                  <a:pt x="3276" y="284"/>
                  <a:pt x="3339" y="337"/>
                  <a:pt x="3383" y="408"/>
                </a:cubicBezTo>
                <a:cubicBezTo>
                  <a:pt x="3431" y="472"/>
                  <a:pt x="3465" y="544"/>
                  <a:pt x="3491" y="615"/>
                </a:cubicBezTo>
                <a:lnTo>
                  <a:pt x="3491" y="615"/>
                </a:lnTo>
                <a:cubicBezTo>
                  <a:pt x="3491" y="621"/>
                  <a:pt x="3491" y="626"/>
                  <a:pt x="3491" y="632"/>
                </a:cubicBezTo>
                <a:lnTo>
                  <a:pt x="3496" y="632"/>
                </a:lnTo>
                <a:cubicBezTo>
                  <a:pt x="3497" y="635"/>
                  <a:pt x="3498" y="638"/>
                  <a:pt x="3499" y="641"/>
                </a:cubicBezTo>
                <a:lnTo>
                  <a:pt x="3526" y="739"/>
                </a:lnTo>
                <a:lnTo>
                  <a:pt x="3526" y="641"/>
                </a:lnTo>
                <a:cubicBezTo>
                  <a:pt x="3526" y="638"/>
                  <a:pt x="3526" y="635"/>
                  <a:pt x="3526" y="632"/>
                </a:cubicBezTo>
                <a:lnTo>
                  <a:pt x="3526" y="632"/>
                </a:lnTo>
                <a:cubicBezTo>
                  <a:pt x="3526" y="631"/>
                  <a:pt x="3526" y="630"/>
                  <a:pt x="3525" y="629"/>
                </a:cubicBezTo>
                <a:lnTo>
                  <a:pt x="3525" y="629"/>
                </a:lnTo>
                <a:cubicBezTo>
                  <a:pt x="3521" y="535"/>
                  <a:pt x="3565" y="442"/>
                  <a:pt x="3642" y="391"/>
                </a:cubicBezTo>
                <a:cubicBezTo>
                  <a:pt x="3670" y="380"/>
                  <a:pt x="3697" y="372"/>
                  <a:pt x="3725" y="372"/>
                </a:cubicBezTo>
                <a:cubicBezTo>
                  <a:pt x="3742" y="372"/>
                  <a:pt x="3759" y="375"/>
                  <a:pt x="3776" y="382"/>
                </a:cubicBezTo>
                <a:cubicBezTo>
                  <a:pt x="3821" y="400"/>
                  <a:pt x="3865" y="426"/>
                  <a:pt x="3892" y="462"/>
                </a:cubicBezTo>
                <a:cubicBezTo>
                  <a:pt x="3946" y="542"/>
                  <a:pt x="3990" y="641"/>
                  <a:pt x="4008" y="730"/>
                </a:cubicBezTo>
                <a:cubicBezTo>
                  <a:pt x="4032" y="816"/>
                  <a:pt x="4048" y="902"/>
                  <a:pt x="4058" y="994"/>
                </a:cubicBezTo>
                <a:lnTo>
                  <a:pt x="4058" y="994"/>
                </a:lnTo>
                <a:cubicBezTo>
                  <a:pt x="4056" y="1002"/>
                  <a:pt x="4054" y="1009"/>
                  <a:pt x="4053" y="1015"/>
                </a:cubicBezTo>
                <a:lnTo>
                  <a:pt x="4060" y="1015"/>
                </a:lnTo>
                <a:cubicBezTo>
                  <a:pt x="4061" y="1021"/>
                  <a:pt x="4061" y="1027"/>
                  <a:pt x="4062" y="1033"/>
                </a:cubicBezTo>
                <a:lnTo>
                  <a:pt x="4071" y="1131"/>
                </a:lnTo>
                <a:lnTo>
                  <a:pt x="4089" y="1033"/>
                </a:lnTo>
                <a:cubicBezTo>
                  <a:pt x="4097" y="989"/>
                  <a:pt x="4115" y="944"/>
                  <a:pt x="4142" y="908"/>
                </a:cubicBezTo>
                <a:cubicBezTo>
                  <a:pt x="4168" y="882"/>
                  <a:pt x="4199" y="866"/>
                  <a:pt x="4231" y="866"/>
                </a:cubicBezTo>
                <a:cubicBezTo>
                  <a:pt x="4243" y="866"/>
                  <a:pt x="4255" y="868"/>
                  <a:pt x="4267" y="873"/>
                </a:cubicBezTo>
                <a:cubicBezTo>
                  <a:pt x="4356" y="899"/>
                  <a:pt x="4437" y="962"/>
                  <a:pt x="4472" y="1051"/>
                </a:cubicBezTo>
                <a:cubicBezTo>
                  <a:pt x="4562" y="1221"/>
                  <a:pt x="4615" y="1417"/>
                  <a:pt x="4651" y="1604"/>
                </a:cubicBezTo>
                <a:cubicBezTo>
                  <a:pt x="4669" y="1703"/>
                  <a:pt x="4678" y="1801"/>
                  <a:pt x="4686" y="1899"/>
                </a:cubicBezTo>
                <a:cubicBezTo>
                  <a:pt x="4704" y="1997"/>
                  <a:pt x="4731" y="2086"/>
                  <a:pt x="4785" y="2176"/>
                </a:cubicBezTo>
                <a:cubicBezTo>
                  <a:pt x="4883" y="2345"/>
                  <a:pt x="4990" y="2506"/>
                  <a:pt x="5124" y="2658"/>
                </a:cubicBezTo>
                <a:cubicBezTo>
                  <a:pt x="4999" y="2506"/>
                  <a:pt x="4883" y="2336"/>
                  <a:pt x="4785" y="2167"/>
                </a:cubicBezTo>
                <a:cubicBezTo>
                  <a:pt x="4678" y="1988"/>
                  <a:pt x="4695" y="1783"/>
                  <a:pt x="4660" y="1595"/>
                </a:cubicBezTo>
                <a:cubicBezTo>
                  <a:pt x="4633" y="1399"/>
                  <a:pt x="4570" y="1212"/>
                  <a:pt x="4490" y="1033"/>
                </a:cubicBezTo>
                <a:cubicBezTo>
                  <a:pt x="4446" y="935"/>
                  <a:pt x="4365" y="864"/>
                  <a:pt x="4267" y="837"/>
                </a:cubicBezTo>
                <a:cubicBezTo>
                  <a:pt x="4253" y="832"/>
                  <a:pt x="4239" y="830"/>
                  <a:pt x="4226" y="830"/>
                </a:cubicBezTo>
                <a:cubicBezTo>
                  <a:pt x="4186" y="830"/>
                  <a:pt x="4148" y="848"/>
                  <a:pt x="4115" y="881"/>
                </a:cubicBezTo>
                <a:cubicBezTo>
                  <a:pt x="4103" y="898"/>
                  <a:pt x="4091" y="918"/>
                  <a:pt x="4080" y="940"/>
                </a:cubicBezTo>
                <a:lnTo>
                  <a:pt x="4080" y="940"/>
                </a:lnTo>
                <a:cubicBezTo>
                  <a:pt x="4070" y="867"/>
                  <a:pt x="4055" y="794"/>
                  <a:pt x="4035" y="721"/>
                </a:cubicBezTo>
                <a:cubicBezTo>
                  <a:pt x="4008" y="614"/>
                  <a:pt x="3972" y="524"/>
                  <a:pt x="3910" y="435"/>
                </a:cubicBezTo>
                <a:cubicBezTo>
                  <a:pt x="3866" y="372"/>
                  <a:pt x="3790" y="336"/>
                  <a:pt x="3715" y="336"/>
                </a:cubicBezTo>
                <a:cubicBezTo>
                  <a:pt x="3684" y="336"/>
                  <a:pt x="3653" y="342"/>
                  <a:pt x="3624" y="355"/>
                </a:cubicBezTo>
                <a:cubicBezTo>
                  <a:pt x="3571" y="382"/>
                  <a:pt x="3535" y="426"/>
                  <a:pt x="3517" y="471"/>
                </a:cubicBezTo>
                <a:cubicBezTo>
                  <a:pt x="3509" y="497"/>
                  <a:pt x="3502" y="523"/>
                  <a:pt x="3498" y="549"/>
                </a:cubicBezTo>
                <a:lnTo>
                  <a:pt x="3498" y="549"/>
                </a:lnTo>
                <a:cubicBezTo>
                  <a:pt x="3475" y="492"/>
                  <a:pt x="3447" y="439"/>
                  <a:pt x="3410" y="391"/>
                </a:cubicBezTo>
                <a:cubicBezTo>
                  <a:pt x="3366" y="310"/>
                  <a:pt x="3294" y="248"/>
                  <a:pt x="3214" y="203"/>
                </a:cubicBezTo>
                <a:cubicBezTo>
                  <a:pt x="3169" y="183"/>
                  <a:pt x="3118" y="172"/>
                  <a:pt x="3066" y="172"/>
                </a:cubicBezTo>
                <a:cubicBezTo>
                  <a:pt x="3026" y="172"/>
                  <a:pt x="2985" y="179"/>
                  <a:pt x="2946" y="194"/>
                </a:cubicBezTo>
                <a:cubicBezTo>
                  <a:pt x="2865" y="235"/>
                  <a:pt x="2806" y="298"/>
                  <a:pt x="2782" y="376"/>
                </a:cubicBezTo>
                <a:lnTo>
                  <a:pt x="2782" y="376"/>
                </a:lnTo>
                <a:cubicBezTo>
                  <a:pt x="2742" y="332"/>
                  <a:pt x="2697" y="295"/>
                  <a:pt x="2652" y="257"/>
                </a:cubicBezTo>
                <a:cubicBezTo>
                  <a:pt x="2598" y="212"/>
                  <a:pt x="2536" y="176"/>
                  <a:pt x="2464" y="150"/>
                </a:cubicBezTo>
                <a:cubicBezTo>
                  <a:pt x="2428" y="136"/>
                  <a:pt x="2393" y="130"/>
                  <a:pt x="2357" y="130"/>
                </a:cubicBezTo>
                <a:cubicBezTo>
                  <a:pt x="2321" y="130"/>
                  <a:pt x="2286" y="136"/>
                  <a:pt x="2250" y="150"/>
                </a:cubicBezTo>
                <a:cubicBezTo>
                  <a:pt x="2194" y="171"/>
                  <a:pt x="2149" y="208"/>
                  <a:pt x="2116" y="257"/>
                </a:cubicBezTo>
                <a:lnTo>
                  <a:pt x="2116" y="257"/>
                </a:lnTo>
                <a:cubicBezTo>
                  <a:pt x="2091" y="204"/>
                  <a:pt x="2060" y="156"/>
                  <a:pt x="2018" y="114"/>
                </a:cubicBezTo>
                <a:cubicBezTo>
                  <a:pt x="1960" y="40"/>
                  <a:pt x="1874" y="1"/>
                  <a:pt x="178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2"/>
          <p:cNvSpPr/>
          <p:nvPr/>
        </p:nvSpPr>
        <p:spPr>
          <a:xfrm rot="5400000">
            <a:off x="8730825" y="716325"/>
            <a:ext cx="285300" cy="394800"/>
          </a:xfrm>
          <a:prstGeom prst="round2SameRect">
            <a:avLst>
              <a:gd name="adj1" fmla="val 50000"/>
              <a:gd name="adj2" fmla="val 0"/>
            </a:avLst>
          </a:prstGeom>
          <a:solidFill>
            <a:schemeClr val="lt2"/>
          </a:solidFill>
          <a:ln>
            <a:noFill/>
          </a:ln>
          <a:effectLst>
            <a:outerShdw blurRad="14288" dist="38100" dir="4920000" algn="bl" rotWithShape="0">
              <a:srgbClr val="000000">
                <a:alpha val="18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2"/>
          <p:cNvSpPr/>
          <p:nvPr/>
        </p:nvSpPr>
        <p:spPr>
          <a:xfrm rot="5400000">
            <a:off x="8730825" y="1231475"/>
            <a:ext cx="285300" cy="394800"/>
          </a:xfrm>
          <a:prstGeom prst="round2SameRect">
            <a:avLst>
              <a:gd name="adj1" fmla="val 50000"/>
              <a:gd name="adj2" fmla="val 0"/>
            </a:avLst>
          </a:prstGeom>
          <a:solidFill>
            <a:schemeClr val="accent4"/>
          </a:solidFill>
          <a:ln>
            <a:noFill/>
          </a:ln>
          <a:effectLst>
            <a:outerShdw blurRad="14288" dist="38100" dir="4920000" algn="bl" rotWithShape="0">
              <a:srgbClr val="000000">
                <a:alpha val="18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 name="Google Shape;203;p2"/>
          <p:cNvSpPr/>
          <p:nvPr/>
        </p:nvSpPr>
        <p:spPr>
          <a:xfrm rot="5400000">
            <a:off x="8730825" y="1746625"/>
            <a:ext cx="285300" cy="394800"/>
          </a:xfrm>
          <a:prstGeom prst="round2SameRect">
            <a:avLst>
              <a:gd name="adj1" fmla="val 50000"/>
              <a:gd name="adj2" fmla="val 0"/>
            </a:avLst>
          </a:prstGeom>
          <a:solidFill>
            <a:schemeClr val="accent1"/>
          </a:solidFill>
          <a:ln>
            <a:noFill/>
          </a:ln>
          <a:effectLst>
            <a:outerShdw blurRad="14288" dist="38100" dir="4920000" algn="bl" rotWithShape="0">
              <a:srgbClr val="000000">
                <a:alpha val="18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 name="Google Shape;204;p2"/>
          <p:cNvSpPr/>
          <p:nvPr/>
        </p:nvSpPr>
        <p:spPr>
          <a:xfrm rot="5400000">
            <a:off x="8730825" y="2261775"/>
            <a:ext cx="285300" cy="394800"/>
          </a:xfrm>
          <a:prstGeom prst="round2SameRect">
            <a:avLst>
              <a:gd name="adj1" fmla="val 50000"/>
              <a:gd name="adj2" fmla="val 0"/>
            </a:avLst>
          </a:prstGeom>
          <a:solidFill>
            <a:schemeClr val="accent3"/>
          </a:solidFill>
          <a:ln>
            <a:noFill/>
          </a:ln>
          <a:effectLst>
            <a:outerShdw blurRad="14288" dist="38100" dir="4920000" algn="bl" rotWithShape="0">
              <a:srgbClr val="000000">
                <a:alpha val="18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2"/>
          <p:cNvSpPr/>
          <p:nvPr/>
        </p:nvSpPr>
        <p:spPr>
          <a:xfrm rot="5400000">
            <a:off x="8730825" y="2776925"/>
            <a:ext cx="285300" cy="394800"/>
          </a:xfrm>
          <a:prstGeom prst="round2SameRect">
            <a:avLst>
              <a:gd name="adj1" fmla="val 50000"/>
              <a:gd name="adj2" fmla="val 0"/>
            </a:avLst>
          </a:prstGeom>
          <a:solidFill>
            <a:schemeClr val="dk2"/>
          </a:solidFill>
          <a:ln>
            <a:noFill/>
          </a:ln>
          <a:effectLst>
            <a:outerShdw blurRad="14288" dist="38100" dir="4920000" algn="bl" rotWithShape="0">
              <a:srgbClr val="000000">
                <a:alpha val="18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06;p2"/>
          <p:cNvSpPr/>
          <p:nvPr/>
        </p:nvSpPr>
        <p:spPr>
          <a:xfrm rot="5400000">
            <a:off x="8730825" y="3292075"/>
            <a:ext cx="285300" cy="394800"/>
          </a:xfrm>
          <a:prstGeom prst="round2SameRect">
            <a:avLst>
              <a:gd name="adj1" fmla="val 50000"/>
              <a:gd name="adj2" fmla="val 0"/>
            </a:avLst>
          </a:prstGeom>
          <a:solidFill>
            <a:schemeClr val="accent4"/>
          </a:solidFill>
          <a:ln>
            <a:noFill/>
          </a:ln>
          <a:effectLst>
            <a:outerShdw blurRad="14288" dist="38100" dir="4920000" algn="bl" rotWithShape="0">
              <a:srgbClr val="000000">
                <a:alpha val="18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2"/>
          <p:cNvSpPr/>
          <p:nvPr/>
        </p:nvSpPr>
        <p:spPr>
          <a:xfrm rot="5400000">
            <a:off x="8730825" y="4013150"/>
            <a:ext cx="285300" cy="394800"/>
          </a:xfrm>
          <a:prstGeom prst="round2SameRect">
            <a:avLst>
              <a:gd name="adj1" fmla="val 50000"/>
              <a:gd name="adj2" fmla="val 0"/>
            </a:avLst>
          </a:prstGeom>
          <a:solidFill>
            <a:schemeClr val="accent5"/>
          </a:solidFill>
          <a:ln>
            <a:noFill/>
          </a:ln>
          <a:effectLst>
            <a:outerShdw blurRad="14288" dist="38100" dir="4920000" algn="bl" rotWithShape="0">
              <a:srgbClr val="000000">
                <a:alpha val="18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only" type="titleOnly">
  <p:cSld name="TITLE_ONLY">
    <p:bg>
      <p:bgPr>
        <a:solidFill>
          <a:srgbClr val="FFECC6"/>
        </a:solidFill>
        <a:effectLst/>
      </p:bgPr>
    </p:bg>
    <p:spTree>
      <p:nvGrpSpPr>
        <p:cNvPr id="1" name="Shape 521"/>
        <p:cNvGrpSpPr/>
        <p:nvPr/>
      </p:nvGrpSpPr>
      <p:grpSpPr>
        <a:xfrm>
          <a:off x="0" y="0"/>
          <a:ext cx="0" cy="0"/>
          <a:chOff x="0" y="0"/>
          <a:chExt cx="0" cy="0"/>
        </a:xfrm>
      </p:grpSpPr>
      <p:grpSp>
        <p:nvGrpSpPr>
          <p:cNvPr id="522" name="Google Shape;522;p6"/>
          <p:cNvGrpSpPr/>
          <p:nvPr/>
        </p:nvGrpSpPr>
        <p:grpSpPr>
          <a:xfrm>
            <a:off x="162150" y="-169612"/>
            <a:ext cx="8819708" cy="5143516"/>
            <a:chOff x="162150" y="-169612"/>
            <a:chExt cx="8819708" cy="5143516"/>
          </a:xfrm>
        </p:grpSpPr>
        <p:sp>
          <p:nvSpPr>
            <p:cNvPr id="523" name="Google Shape;523;p6"/>
            <p:cNvSpPr/>
            <p:nvPr/>
          </p:nvSpPr>
          <p:spPr>
            <a:xfrm>
              <a:off x="162150" y="-107305"/>
              <a:ext cx="8819708" cy="5081208"/>
            </a:xfrm>
            <a:custGeom>
              <a:avLst/>
              <a:gdLst/>
              <a:ahLst/>
              <a:cxnLst/>
              <a:rect l="l" t="t" r="r" b="b"/>
              <a:pathLst>
                <a:path w="269654" h="155353" extrusionOk="0">
                  <a:moveTo>
                    <a:pt x="1394" y="0"/>
                  </a:moveTo>
                  <a:cubicBezTo>
                    <a:pt x="2537" y="2298"/>
                    <a:pt x="3227" y="5358"/>
                    <a:pt x="3227" y="8739"/>
                  </a:cubicBezTo>
                  <a:cubicBezTo>
                    <a:pt x="3227" y="13323"/>
                    <a:pt x="1941" y="17348"/>
                    <a:pt x="1" y="19622"/>
                  </a:cubicBezTo>
                  <a:lnTo>
                    <a:pt x="1" y="152769"/>
                  </a:lnTo>
                  <a:cubicBezTo>
                    <a:pt x="1" y="154138"/>
                    <a:pt x="1072" y="155257"/>
                    <a:pt x="2394" y="155257"/>
                  </a:cubicBezTo>
                  <a:lnTo>
                    <a:pt x="51245" y="155257"/>
                  </a:lnTo>
                  <a:cubicBezTo>
                    <a:pt x="51459" y="155317"/>
                    <a:pt x="51686" y="155353"/>
                    <a:pt x="51912" y="155353"/>
                  </a:cubicBezTo>
                  <a:lnTo>
                    <a:pt x="267260" y="155353"/>
                  </a:lnTo>
                  <a:cubicBezTo>
                    <a:pt x="268582" y="155353"/>
                    <a:pt x="269653" y="154233"/>
                    <a:pt x="269653" y="152864"/>
                  </a:cubicBezTo>
                  <a:lnTo>
                    <a:pt x="269653" y="20038"/>
                  </a:lnTo>
                  <a:cubicBezTo>
                    <a:pt x="267558" y="17860"/>
                    <a:pt x="266129" y="13657"/>
                    <a:pt x="266129" y="8835"/>
                  </a:cubicBezTo>
                  <a:cubicBezTo>
                    <a:pt x="266129" y="5406"/>
                    <a:pt x="266844" y="2298"/>
                    <a:pt x="26801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 name="Google Shape;524;p6"/>
            <p:cNvSpPr/>
            <p:nvPr/>
          </p:nvSpPr>
          <p:spPr>
            <a:xfrm>
              <a:off x="164505" y="-107305"/>
              <a:ext cx="8814639" cy="662033"/>
            </a:xfrm>
            <a:custGeom>
              <a:avLst/>
              <a:gdLst/>
              <a:ahLst/>
              <a:cxnLst/>
              <a:rect l="l" t="t" r="r" b="b"/>
              <a:pathLst>
                <a:path w="269499" h="20241" extrusionOk="0">
                  <a:moveTo>
                    <a:pt x="1405" y="0"/>
                  </a:moveTo>
                  <a:cubicBezTo>
                    <a:pt x="2524" y="2250"/>
                    <a:pt x="3239" y="5334"/>
                    <a:pt x="3239" y="8739"/>
                  </a:cubicBezTo>
                  <a:cubicBezTo>
                    <a:pt x="3239" y="13395"/>
                    <a:pt x="1881" y="17431"/>
                    <a:pt x="0" y="19622"/>
                  </a:cubicBezTo>
                  <a:lnTo>
                    <a:pt x="49828" y="19622"/>
                  </a:lnTo>
                  <a:cubicBezTo>
                    <a:pt x="49649" y="19836"/>
                    <a:pt x="49482" y="20050"/>
                    <a:pt x="49292" y="20241"/>
                  </a:cubicBezTo>
                  <a:lnTo>
                    <a:pt x="269498" y="20241"/>
                  </a:lnTo>
                  <a:lnTo>
                    <a:pt x="269498" y="20074"/>
                  </a:lnTo>
                  <a:cubicBezTo>
                    <a:pt x="267486" y="17848"/>
                    <a:pt x="265974" y="13776"/>
                    <a:pt x="265974" y="9085"/>
                  </a:cubicBezTo>
                  <a:cubicBezTo>
                    <a:pt x="265974" y="5632"/>
                    <a:pt x="266593" y="2477"/>
                    <a:pt x="267867" y="0"/>
                  </a:cubicBezTo>
                  <a:close/>
                </a:path>
              </a:pathLst>
            </a:custGeom>
            <a:solidFill>
              <a:srgbClr val="272425">
                <a:alpha val="2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 name="Google Shape;525;p6"/>
            <p:cNvSpPr/>
            <p:nvPr/>
          </p:nvSpPr>
          <p:spPr>
            <a:xfrm>
              <a:off x="356072" y="219409"/>
              <a:ext cx="8241407" cy="4567962"/>
            </a:xfrm>
            <a:custGeom>
              <a:avLst/>
              <a:gdLst/>
              <a:ahLst/>
              <a:cxnLst/>
              <a:rect l="l" t="t" r="r" b="b"/>
              <a:pathLst>
                <a:path w="251973" h="139661" extrusionOk="0">
                  <a:moveTo>
                    <a:pt x="1" y="1"/>
                  </a:moveTo>
                  <a:lnTo>
                    <a:pt x="1" y="139661"/>
                  </a:lnTo>
                  <a:lnTo>
                    <a:pt x="251973" y="139661"/>
                  </a:lnTo>
                  <a:lnTo>
                    <a:pt x="251973" y="1"/>
                  </a:lnTo>
                  <a:close/>
                </a:path>
              </a:pathLst>
            </a:custGeom>
            <a:solidFill>
              <a:srgbClr val="272425">
                <a:alpha val="2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 name="Google Shape;526;p6"/>
            <p:cNvSpPr/>
            <p:nvPr/>
          </p:nvSpPr>
          <p:spPr>
            <a:xfrm>
              <a:off x="472151" y="215910"/>
              <a:ext cx="8199705" cy="4458523"/>
            </a:xfrm>
            <a:custGeom>
              <a:avLst/>
              <a:gdLst/>
              <a:ahLst/>
              <a:cxnLst/>
              <a:rect l="l" t="t" r="r" b="b"/>
              <a:pathLst>
                <a:path w="250698" h="136315" extrusionOk="0">
                  <a:moveTo>
                    <a:pt x="0" y="0"/>
                  </a:moveTo>
                  <a:lnTo>
                    <a:pt x="0" y="136315"/>
                  </a:lnTo>
                  <a:lnTo>
                    <a:pt x="250698" y="136315"/>
                  </a:lnTo>
                  <a:lnTo>
                    <a:pt x="250698"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527" name="Google Shape;527;p6"/>
            <p:cNvPicPr preferRelativeResize="0"/>
            <p:nvPr/>
          </p:nvPicPr>
          <p:blipFill>
            <a:blip r:embed="rId2">
              <a:alphaModFix/>
            </a:blip>
            <a:stretch>
              <a:fillRect/>
            </a:stretch>
          </p:blipFill>
          <p:spPr>
            <a:xfrm>
              <a:off x="468438" y="223775"/>
              <a:ext cx="8207124" cy="4442774"/>
            </a:xfrm>
            <a:prstGeom prst="rect">
              <a:avLst/>
            </a:prstGeom>
            <a:noFill/>
            <a:ln>
              <a:noFill/>
            </a:ln>
          </p:spPr>
        </p:pic>
        <p:sp>
          <p:nvSpPr>
            <p:cNvPr id="528" name="Google Shape;528;p6"/>
            <p:cNvSpPr/>
            <p:nvPr/>
          </p:nvSpPr>
          <p:spPr>
            <a:xfrm>
              <a:off x="1544390" y="-169612"/>
              <a:ext cx="142572" cy="125041"/>
            </a:xfrm>
            <a:custGeom>
              <a:avLst/>
              <a:gdLst/>
              <a:ahLst/>
              <a:cxnLst/>
              <a:rect l="l" t="t" r="r" b="b"/>
              <a:pathLst>
                <a:path w="4359" h="3823" extrusionOk="0">
                  <a:moveTo>
                    <a:pt x="1144" y="0"/>
                  </a:moveTo>
                  <a:cubicBezTo>
                    <a:pt x="513" y="0"/>
                    <a:pt x="1" y="500"/>
                    <a:pt x="1" y="1131"/>
                  </a:cubicBezTo>
                  <a:lnTo>
                    <a:pt x="1" y="2679"/>
                  </a:lnTo>
                  <a:cubicBezTo>
                    <a:pt x="1" y="3310"/>
                    <a:pt x="513" y="3822"/>
                    <a:pt x="1144" y="3822"/>
                  </a:cubicBezTo>
                  <a:lnTo>
                    <a:pt x="3228" y="3822"/>
                  </a:lnTo>
                  <a:cubicBezTo>
                    <a:pt x="3859" y="3822"/>
                    <a:pt x="4359" y="3310"/>
                    <a:pt x="4359" y="2679"/>
                  </a:cubicBezTo>
                  <a:lnTo>
                    <a:pt x="4359" y="1131"/>
                  </a:lnTo>
                  <a:cubicBezTo>
                    <a:pt x="4359" y="500"/>
                    <a:pt x="3859" y="0"/>
                    <a:pt x="3228" y="0"/>
                  </a:cubicBezTo>
                  <a:close/>
                </a:path>
              </a:pathLst>
            </a:custGeom>
            <a:solidFill>
              <a:srgbClr val="821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 name="Google Shape;529;p6"/>
            <p:cNvSpPr/>
            <p:nvPr/>
          </p:nvSpPr>
          <p:spPr>
            <a:xfrm>
              <a:off x="1544390" y="277825"/>
              <a:ext cx="142964" cy="124648"/>
            </a:xfrm>
            <a:custGeom>
              <a:avLst/>
              <a:gdLst/>
              <a:ahLst/>
              <a:cxnLst/>
              <a:rect l="l" t="t" r="r" b="b"/>
              <a:pathLst>
                <a:path w="4371" h="3811" extrusionOk="0">
                  <a:moveTo>
                    <a:pt x="1144" y="0"/>
                  </a:moveTo>
                  <a:cubicBezTo>
                    <a:pt x="513" y="0"/>
                    <a:pt x="13" y="512"/>
                    <a:pt x="1" y="1132"/>
                  </a:cubicBezTo>
                  <a:lnTo>
                    <a:pt x="1" y="2679"/>
                  </a:lnTo>
                  <a:cubicBezTo>
                    <a:pt x="13" y="3310"/>
                    <a:pt x="513" y="3810"/>
                    <a:pt x="1144" y="3810"/>
                  </a:cubicBezTo>
                  <a:lnTo>
                    <a:pt x="3228" y="3810"/>
                  </a:lnTo>
                  <a:cubicBezTo>
                    <a:pt x="3859" y="3810"/>
                    <a:pt x="4359" y="3310"/>
                    <a:pt x="4371" y="2679"/>
                  </a:cubicBezTo>
                  <a:lnTo>
                    <a:pt x="4371" y="1132"/>
                  </a:lnTo>
                  <a:cubicBezTo>
                    <a:pt x="4359" y="512"/>
                    <a:pt x="3859" y="0"/>
                    <a:pt x="3228" y="0"/>
                  </a:cubicBezTo>
                  <a:close/>
                </a:path>
              </a:pathLst>
            </a:custGeom>
            <a:solidFill>
              <a:srgbClr val="821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 name="Google Shape;530;p6"/>
            <p:cNvSpPr/>
            <p:nvPr/>
          </p:nvSpPr>
          <p:spPr>
            <a:xfrm>
              <a:off x="1575776" y="-148189"/>
              <a:ext cx="79872" cy="529240"/>
            </a:xfrm>
            <a:custGeom>
              <a:avLst/>
              <a:gdLst/>
              <a:ahLst/>
              <a:cxnLst/>
              <a:rect l="l" t="t" r="r" b="b"/>
              <a:pathLst>
                <a:path w="2442" h="16181" extrusionOk="0">
                  <a:moveTo>
                    <a:pt x="1215" y="0"/>
                  </a:moveTo>
                  <a:cubicBezTo>
                    <a:pt x="917" y="0"/>
                    <a:pt x="631" y="119"/>
                    <a:pt x="405" y="310"/>
                  </a:cubicBezTo>
                  <a:lnTo>
                    <a:pt x="381" y="333"/>
                  </a:lnTo>
                  <a:cubicBezTo>
                    <a:pt x="358" y="369"/>
                    <a:pt x="322" y="393"/>
                    <a:pt x="298" y="429"/>
                  </a:cubicBezTo>
                  <a:cubicBezTo>
                    <a:pt x="274" y="452"/>
                    <a:pt x="250" y="476"/>
                    <a:pt x="238" y="500"/>
                  </a:cubicBezTo>
                  <a:cubicBezTo>
                    <a:pt x="215" y="524"/>
                    <a:pt x="191" y="560"/>
                    <a:pt x="179" y="595"/>
                  </a:cubicBezTo>
                  <a:cubicBezTo>
                    <a:pt x="155" y="631"/>
                    <a:pt x="143" y="655"/>
                    <a:pt x="119" y="691"/>
                  </a:cubicBezTo>
                  <a:cubicBezTo>
                    <a:pt x="107" y="726"/>
                    <a:pt x="96" y="750"/>
                    <a:pt x="84" y="786"/>
                  </a:cubicBezTo>
                  <a:cubicBezTo>
                    <a:pt x="60" y="833"/>
                    <a:pt x="48" y="869"/>
                    <a:pt x="36" y="917"/>
                  </a:cubicBezTo>
                  <a:cubicBezTo>
                    <a:pt x="36" y="941"/>
                    <a:pt x="24" y="964"/>
                    <a:pt x="24" y="1000"/>
                  </a:cubicBezTo>
                  <a:cubicBezTo>
                    <a:pt x="0" y="1072"/>
                    <a:pt x="0" y="1143"/>
                    <a:pt x="0" y="1226"/>
                  </a:cubicBezTo>
                  <a:lnTo>
                    <a:pt x="0" y="14954"/>
                  </a:lnTo>
                  <a:cubicBezTo>
                    <a:pt x="0" y="15633"/>
                    <a:pt x="548" y="16181"/>
                    <a:pt x="1215" y="16181"/>
                  </a:cubicBezTo>
                  <a:cubicBezTo>
                    <a:pt x="1298" y="16181"/>
                    <a:pt x="1381" y="16169"/>
                    <a:pt x="1465" y="16157"/>
                  </a:cubicBezTo>
                  <a:lnTo>
                    <a:pt x="1501" y="16145"/>
                  </a:lnTo>
                  <a:cubicBezTo>
                    <a:pt x="1572" y="16121"/>
                    <a:pt x="1643" y="16097"/>
                    <a:pt x="1715" y="16073"/>
                  </a:cubicBezTo>
                  <a:lnTo>
                    <a:pt x="1727" y="16073"/>
                  </a:lnTo>
                  <a:cubicBezTo>
                    <a:pt x="1882" y="16002"/>
                    <a:pt x="2012" y="15907"/>
                    <a:pt x="2120" y="15788"/>
                  </a:cubicBezTo>
                  <a:cubicBezTo>
                    <a:pt x="2322" y="15561"/>
                    <a:pt x="2441" y="15276"/>
                    <a:pt x="2441" y="14966"/>
                  </a:cubicBezTo>
                  <a:lnTo>
                    <a:pt x="2441" y="1226"/>
                  </a:lnTo>
                  <a:cubicBezTo>
                    <a:pt x="2441" y="548"/>
                    <a:pt x="1893" y="0"/>
                    <a:pt x="1215" y="0"/>
                  </a:cubicBezTo>
                  <a:close/>
                </a:path>
              </a:pathLst>
            </a:custGeom>
            <a:solidFill>
              <a:srgbClr val="272425">
                <a:alpha val="200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 name="Google Shape;531;p6"/>
            <p:cNvSpPr/>
            <p:nvPr/>
          </p:nvSpPr>
          <p:spPr>
            <a:xfrm>
              <a:off x="1585883" y="-148189"/>
              <a:ext cx="80264" cy="529240"/>
            </a:xfrm>
            <a:custGeom>
              <a:avLst/>
              <a:gdLst/>
              <a:ahLst/>
              <a:cxnLst/>
              <a:rect l="l" t="t" r="r" b="b"/>
              <a:pathLst>
                <a:path w="2454" h="16181" extrusionOk="0">
                  <a:moveTo>
                    <a:pt x="1144" y="0"/>
                  </a:moveTo>
                  <a:cubicBezTo>
                    <a:pt x="1061" y="0"/>
                    <a:pt x="977" y="24"/>
                    <a:pt x="882" y="48"/>
                  </a:cubicBezTo>
                  <a:cubicBezTo>
                    <a:pt x="846" y="60"/>
                    <a:pt x="799" y="71"/>
                    <a:pt x="751" y="83"/>
                  </a:cubicBezTo>
                  <a:cubicBezTo>
                    <a:pt x="727" y="107"/>
                    <a:pt x="691" y="119"/>
                    <a:pt x="656" y="131"/>
                  </a:cubicBezTo>
                  <a:cubicBezTo>
                    <a:pt x="620" y="155"/>
                    <a:pt x="608" y="167"/>
                    <a:pt x="572" y="179"/>
                  </a:cubicBezTo>
                  <a:cubicBezTo>
                    <a:pt x="549" y="202"/>
                    <a:pt x="525" y="214"/>
                    <a:pt x="513" y="226"/>
                  </a:cubicBezTo>
                  <a:lnTo>
                    <a:pt x="441" y="274"/>
                  </a:lnTo>
                  <a:lnTo>
                    <a:pt x="394" y="322"/>
                  </a:lnTo>
                  <a:cubicBezTo>
                    <a:pt x="382" y="333"/>
                    <a:pt x="358" y="357"/>
                    <a:pt x="346" y="369"/>
                  </a:cubicBezTo>
                  <a:cubicBezTo>
                    <a:pt x="334" y="381"/>
                    <a:pt x="310" y="393"/>
                    <a:pt x="299" y="417"/>
                  </a:cubicBezTo>
                  <a:cubicBezTo>
                    <a:pt x="287" y="429"/>
                    <a:pt x="275" y="441"/>
                    <a:pt x="263" y="464"/>
                  </a:cubicBezTo>
                  <a:cubicBezTo>
                    <a:pt x="251" y="476"/>
                    <a:pt x="239" y="488"/>
                    <a:pt x="227" y="512"/>
                  </a:cubicBezTo>
                  <a:lnTo>
                    <a:pt x="191" y="560"/>
                  </a:lnTo>
                  <a:lnTo>
                    <a:pt x="168" y="607"/>
                  </a:lnTo>
                  <a:lnTo>
                    <a:pt x="144" y="655"/>
                  </a:lnTo>
                  <a:cubicBezTo>
                    <a:pt x="132" y="667"/>
                    <a:pt x="120" y="679"/>
                    <a:pt x="120" y="703"/>
                  </a:cubicBezTo>
                  <a:cubicBezTo>
                    <a:pt x="108" y="714"/>
                    <a:pt x="96" y="726"/>
                    <a:pt x="96" y="750"/>
                  </a:cubicBezTo>
                  <a:cubicBezTo>
                    <a:pt x="84" y="762"/>
                    <a:pt x="84" y="774"/>
                    <a:pt x="72" y="786"/>
                  </a:cubicBezTo>
                  <a:lnTo>
                    <a:pt x="60" y="833"/>
                  </a:lnTo>
                  <a:lnTo>
                    <a:pt x="49" y="881"/>
                  </a:lnTo>
                  <a:cubicBezTo>
                    <a:pt x="49" y="905"/>
                    <a:pt x="37" y="917"/>
                    <a:pt x="37" y="929"/>
                  </a:cubicBezTo>
                  <a:cubicBezTo>
                    <a:pt x="25" y="953"/>
                    <a:pt x="25" y="964"/>
                    <a:pt x="25" y="976"/>
                  </a:cubicBezTo>
                  <a:cubicBezTo>
                    <a:pt x="25" y="1000"/>
                    <a:pt x="25" y="1012"/>
                    <a:pt x="13" y="1024"/>
                  </a:cubicBezTo>
                  <a:cubicBezTo>
                    <a:pt x="13" y="1048"/>
                    <a:pt x="13" y="1060"/>
                    <a:pt x="13" y="1072"/>
                  </a:cubicBezTo>
                  <a:cubicBezTo>
                    <a:pt x="1" y="1095"/>
                    <a:pt x="13" y="1107"/>
                    <a:pt x="13" y="1119"/>
                  </a:cubicBezTo>
                  <a:lnTo>
                    <a:pt x="13" y="1167"/>
                  </a:lnTo>
                  <a:lnTo>
                    <a:pt x="13" y="1214"/>
                  </a:lnTo>
                  <a:lnTo>
                    <a:pt x="13" y="14954"/>
                  </a:lnTo>
                  <a:cubicBezTo>
                    <a:pt x="13" y="14966"/>
                    <a:pt x="13" y="14978"/>
                    <a:pt x="13" y="14990"/>
                  </a:cubicBezTo>
                  <a:lnTo>
                    <a:pt x="13" y="15050"/>
                  </a:lnTo>
                  <a:lnTo>
                    <a:pt x="13" y="15097"/>
                  </a:lnTo>
                  <a:cubicBezTo>
                    <a:pt x="13" y="15109"/>
                    <a:pt x="13" y="15121"/>
                    <a:pt x="13" y="15145"/>
                  </a:cubicBezTo>
                  <a:cubicBezTo>
                    <a:pt x="25" y="15157"/>
                    <a:pt x="13" y="15169"/>
                    <a:pt x="25" y="15192"/>
                  </a:cubicBezTo>
                  <a:cubicBezTo>
                    <a:pt x="25" y="15204"/>
                    <a:pt x="25" y="15216"/>
                    <a:pt x="37" y="15240"/>
                  </a:cubicBezTo>
                  <a:cubicBezTo>
                    <a:pt x="49" y="15252"/>
                    <a:pt x="37" y="15276"/>
                    <a:pt x="49" y="15288"/>
                  </a:cubicBezTo>
                  <a:cubicBezTo>
                    <a:pt x="49" y="15300"/>
                    <a:pt x="60" y="15323"/>
                    <a:pt x="60" y="15335"/>
                  </a:cubicBezTo>
                  <a:cubicBezTo>
                    <a:pt x="72" y="15347"/>
                    <a:pt x="72" y="15371"/>
                    <a:pt x="84" y="15383"/>
                  </a:cubicBezTo>
                  <a:cubicBezTo>
                    <a:pt x="84" y="15407"/>
                    <a:pt x="96" y="15419"/>
                    <a:pt x="96" y="15431"/>
                  </a:cubicBezTo>
                  <a:cubicBezTo>
                    <a:pt x="96" y="15454"/>
                    <a:pt x="108" y="15466"/>
                    <a:pt x="120" y="15478"/>
                  </a:cubicBezTo>
                  <a:cubicBezTo>
                    <a:pt x="132" y="15502"/>
                    <a:pt x="132" y="15514"/>
                    <a:pt x="144" y="15526"/>
                  </a:cubicBezTo>
                  <a:cubicBezTo>
                    <a:pt x="156" y="15550"/>
                    <a:pt x="168" y="15561"/>
                    <a:pt x="179" y="15585"/>
                  </a:cubicBezTo>
                  <a:cubicBezTo>
                    <a:pt x="179" y="15597"/>
                    <a:pt x="191" y="15609"/>
                    <a:pt x="203" y="15633"/>
                  </a:cubicBezTo>
                  <a:cubicBezTo>
                    <a:pt x="215" y="15645"/>
                    <a:pt x="227" y="15657"/>
                    <a:pt x="239" y="15681"/>
                  </a:cubicBezTo>
                  <a:cubicBezTo>
                    <a:pt x="251" y="15692"/>
                    <a:pt x="263" y="15716"/>
                    <a:pt x="275" y="15728"/>
                  </a:cubicBezTo>
                  <a:lnTo>
                    <a:pt x="322" y="15776"/>
                  </a:lnTo>
                  <a:lnTo>
                    <a:pt x="370" y="15823"/>
                  </a:lnTo>
                  <a:lnTo>
                    <a:pt x="418" y="15871"/>
                  </a:lnTo>
                  <a:cubicBezTo>
                    <a:pt x="441" y="15895"/>
                    <a:pt x="453" y="15907"/>
                    <a:pt x="477" y="15931"/>
                  </a:cubicBezTo>
                  <a:cubicBezTo>
                    <a:pt x="501" y="15942"/>
                    <a:pt x="525" y="15954"/>
                    <a:pt x="549" y="15978"/>
                  </a:cubicBezTo>
                  <a:cubicBezTo>
                    <a:pt x="608" y="16014"/>
                    <a:pt x="668" y="16050"/>
                    <a:pt x="727" y="16073"/>
                  </a:cubicBezTo>
                  <a:cubicBezTo>
                    <a:pt x="775" y="16097"/>
                    <a:pt x="822" y="16109"/>
                    <a:pt x="870" y="16121"/>
                  </a:cubicBezTo>
                  <a:cubicBezTo>
                    <a:pt x="977" y="16157"/>
                    <a:pt x="1096" y="16181"/>
                    <a:pt x="1215" y="16181"/>
                  </a:cubicBezTo>
                  <a:lnTo>
                    <a:pt x="1227" y="16181"/>
                  </a:lnTo>
                  <a:cubicBezTo>
                    <a:pt x="1334" y="16181"/>
                    <a:pt x="1442" y="16169"/>
                    <a:pt x="1549" y="16133"/>
                  </a:cubicBezTo>
                  <a:cubicBezTo>
                    <a:pt x="1596" y="16121"/>
                    <a:pt x="1644" y="16109"/>
                    <a:pt x="1692" y="16085"/>
                  </a:cubicBezTo>
                  <a:cubicBezTo>
                    <a:pt x="1727" y="16073"/>
                    <a:pt x="1751" y="16062"/>
                    <a:pt x="1787" y="16038"/>
                  </a:cubicBezTo>
                  <a:cubicBezTo>
                    <a:pt x="1823" y="16026"/>
                    <a:pt x="1846" y="16014"/>
                    <a:pt x="1870" y="15990"/>
                  </a:cubicBezTo>
                  <a:lnTo>
                    <a:pt x="1942" y="15942"/>
                  </a:lnTo>
                  <a:lnTo>
                    <a:pt x="2001" y="15895"/>
                  </a:lnTo>
                  <a:lnTo>
                    <a:pt x="2061" y="15847"/>
                  </a:lnTo>
                  <a:lnTo>
                    <a:pt x="2108" y="15800"/>
                  </a:lnTo>
                  <a:lnTo>
                    <a:pt x="2144" y="15752"/>
                  </a:lnTo>
                  <a:cubicBezTo>
                    <a:pt x="2156" y="15740"/>
                    <a:pt x="2168" y="15716"/>
                    <a:pt x="2192" y="15704"/>
                  </a:cubicBezTo>
                  <a:lnTo>
                    <a:pt x="2227" y="15657"/>
                  </a:lnTo>
                  <a:lnTo>
                    <a:pt x="2251" y="15609"/>
                  </a:lnTo>
                  <a:lnTo>
                    <a:pt x="2287" y="15561"/>
                  </a:lnTo>
                  <a:cubicBezTo>
                    <a:pt x="2299" y="15538"/>
                    <a:pt x="2299" y="15526"/>
                    <a:pt x="2311" y="15514"/>
                  </a:cubicBezTo>
                  <a:cubicBezTo>
                    <a:pt x="2323" y="15490"/>
                    <a:pt x="2323" y="15478"/>
                    <a:pt x="2335" y="15466"/>
                  </a:cubicBezTo>
                  <a:cubicBezTo>
                    <a:pt x="2346" y="15442"/>
                    <a:pt x="2346" y="15431"/>
                    <a:pt x="2358" y="15419"/>
                  </a:cubicBezTo>
                  <a:cubicBezTo>
                    <a:pt x="2358" y="15395"/>
                    <a:pt x="2370" y="15383"/>
                    <a:pt x="2370" y="15371"/>
                  </a:cubicBezTo>
                  <a:cubicBezTo>
                    <a:pt x="2370" y="15347"/>
                    <a:pt x="2382" y="15335"/>
                    <a:pt x="2394" y="15311"/>
                  </a:cubicBezTo>
                  <a:cubicBezTo>
                    <a:pt x="2394" y="15300"/>
                    <a:pt x="2394" y="15288"/>
                    <a:pt x="2406" y="15264"/>
                  </a:cubicBezTo>
                  <a:cubicBezTo>
                    <a:pt x="2406" y="15252"/>
                    <a:pt x="2418" y="15240"/>
                    <a:pt x="2418" y="15216"/>
                  </a:cubicBezTo>
                  <a:cubicBezTo>
                    <a:pt x="2418" y="15204"/>
                    <a:pt x="2418" y="15192"/>
                    <a:pt x="2430" y="15169"/>
                  </a:cubicBezTo>
                  <a:cubicBezTo>
                    <a:pt x="2430" y="15157"/>
                    <a:pt x="2430" y="15133"/>
                    <a:pt x="2430" y="15121"/>
                  </a:cubicBezTo>
                  <a:cubicBezTo>
                    <a:pt x="2430" y="15109"/>
                    <a:pt x="2430" y="15085"/>
                    <a:pt x="2442" y="15073"/>
                  </a:cubicBezTo>
                  <a:cubicBezTo>
                    <a:pt x="2442" y="15061"/>
                    <a:pt x="2442" y="15038"/>
                    <a:pt x="2442" y="15026"/>
                  </a:cubicBezTo>
                  <a:lnTo>
                    <a:pt x="2442" y="14978"/>
                  </a:lnTo>
                  <a:lnTo>
                    <a:pt x="2442" y="1214"/>
                  </a:lnTo>
                  <a:lnTo>
                    <a:pt x="2454" y="1214"/>
                  </a:lnTo>
                  <a:lnTo>
                    <a:pt x="2454" y="1167"/>
                  </a:lnTo>
                  <a:lnTo>
                    <a:pt x="2454" y="1119"/>
                  </a:lnTo>
                  <a:lnTo>
                    <a:pt x="2454" y="1072"/>
                  </a:lnTo>
                  <a:cubicBezTo>
                    <a:pt x="2442" y="1060"/>
                    <a:pt x="2442" y="1036"/>
                    <a:pt x="2442" y="1024"/>
                  </a:cubicBezTo>
                  <a:lnTo>
                    <a:pt x="2442" y="976"/>
                  </a:lnTo>
                  <a:cubicBezTo>
                    <a:pt x="2442" y="964"/>
                    <a:pt x="2430" y="941"/>
                    <a:pt x="2430" y="929"/>
                  </a:cubicBezTo>
                  <a:cubicBezTo>
                    <a:pt x="2430" y="905"/>
                    <a:pt x="2430" y="893"/>
                    <a:pt x="2418" y="881"/>
                  </a:cubicBezTo>
                  <a:cubicBezTo>
                    <a:pt x="2406" y="869"/>
                    <a:pt x="2406" y="845"/>
                    <a:pt x="2406" y="833"/>
                  </a:cubicBezTo>
                  <a:cubicBezTo>
                    <a:pt x="2394" y="822"/>
                    <a:pt x="2394" y="798"/>
                    <a:pt x="2382" y="786"/>
                  </a:cubicBezTo>
                  <a:cubicBezTo>
                    <a:pt x="2382" y="762"/>
                    <a:pt x="2370" y="750"/>
                    <a:pt x="2370" y="738"/>
                  </a:cubicBezTo>
                  <a:cubicBezTo>
                    <a:pt x="2370" y="714"/>
                    <a:pt x="2346" y="703"/>
                    <a:pt x="2346" y="691"/>
                  </a:cubicBezTo>
                  <a:lnTo>
                    <a:pt x="2299" y="643"/>
                  </a:lnTo>
                  <a:cubicBezTo>
                    <a:pt x="2287" y="619"/>
                    <a:pt x="2275" y="607"/>
                    <a:pt x="2275" y="595"/>
                  </a:cubicBezTo>
                  <a:cubicBezTo>
                    <a:pt x="2263" y="572"/>
                    <a:pt x="2251" y="560"/>
                    <a:pt x="2239" y="548"/>
                  </a:cubicBezTo>
                  <a:cubicBezTo>
                    <a:pt x="2227" y="524"/>
                    <a:pt x="2215" y="512"/>
                    <a:pt x="2204" y="500"/>
                  </a:cubicBezTo>
                  <a:lnTo>
                    <a:pt x="2168" y="452"/>
                  </a:lnTo>
                  <a:lnTo>
                    <a:pt x="2120" y="393"/>
                  </a:lnTo>
                  <a:lnTo>
                    <a:pt x="2084" y="345"/>
                  </a:lnTo>
                  <a:lnTo>
                    <a:pt x="2025" y="298"/>
                  </a:lnTo>
                  <a:cubicBezTo>
                    <a:pt x="2013" y="286"/>
                    <a:pt x="1989" y="274"/>
                    <a:pt x="1965" y="250"/>
                  </a:cubicBezTo>
                  <a:lnTo>
                    <a:pt x="1906" y="202"/>
                  </a:lnTo>
                  <a:lnTo>
                    <a:pt x="1823" y="155"/>
                  </a:lnTo>
                  <a:cubicBezTo>
                    <a:pt x="1787" y="143"/>
                    <a:pt x="1751" y="119"/>
                    <a:pt x="1727" y="107"/>
                  </a:cubicBezTo>
                  <a:cubicBezTo>
                    <a:pt x="1680" y="95"/>
                    <a:pt x="1644" y="71"/>
                    <a:pt x="1596" y="60"/>
                  </a:cubicBezTo>
                  <a:cubicBezTo>
                    <a:pt x="1513" y="36"/>
                    <a:pt x="1430" y="12"/>
                    <a:pt x="1346" y="12"/>
                  </a:cubicBezTo>
                  <a:cubicBezTo>
                    <a:pt x="1311" y="0"/>
                    <a:pt x="1263" y="0"/>
                    <a:pt x="122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 name="Google Shape;532;p6"/>
            <p:cNvSpPr/>
            <p:nvPr/>
          </p:nvSpPr>
          <p:spPr>
            <a:xfrm>
              <a:off x="1174077" y="-169612"/>
              <a:ext cx="142539" cy="125041"/>
            </a:xfrm>
            <a:custGeom>
              <a:avLst/>
              <a:gdLst/>
              <a:ahLst/>
              <a:cxnLst/>
              <a:rect l="l" t="t" r="r" b="b"/>
              <a:pathLst>
                <a:path w="4358" h="3823" extrusionOk="0">
                  <a:moveTo>
                    <a:pt x="1143" y="0"/>
                  </a:moveTo>
                  <a:cubicBezTo>
                    <a:pt x="512" y="0"/>
                    <a:pt x="0" y="512"/>
                    <a:pt x="0" y="1131"/>
                  </a:cubicBezTo>
                  <a:lnTo>
                    <a:pt x="0" y="2679"/>
                  </a:lnTo>
                  <a:cubicBezTo>
                    <a:pt x="0" y="3310"/>
                    <a:pt x="512" y="3810"/>
                    <a:pt x="1143" y="3822"/>
                  </a:cubicBezTo>
                  <a:lnTo>
                    <a:pt x="3227" y="3822"/>
                  </a:lnTo>
                  <a:cubicBezTo>
                    <a:pt x="3846" y="3810"/>
                    <a:pt x="4358" y="3310"/>
                    <a:pt x="4358" y="2679"/>
                  </a:cubicBezTo>
                  <a:lnTo>
                    <a:pt x="4358" y="1131"/>
                  </a:lnTo>
                  <a:cubicBezTo>
                    <a:pt x="4358" y="512"/>
                    <a:pt x="3846" y="0"/>
                    <a:pt x="3227" y="0"/>
                  </a:cubicBezTo>
                  <a:close/>
                </a:path>
              </a:pathLst>
            </a:custGeom>
            <a:solidFill>
              <a:srgbClr val="821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 name="Google Shape;533;p6"/>
            <p:cNvSpPr/>
            <p:nvPr/>
          </p:nvSpPr>
          <p:spPr>
            <a:xfrm>
              <a:off x="1174077" y="277825"/>
              <a:ext cx="142539" cy="124648"/>
            </a:xfrm>
            <a:custGeom>
              <a:avLst/>
              <a:gdLst/>
              <a:ahLst/>
              <a:cxnLst/>
              <a:rect l="l" t="t" r="r" b="b"/>
              <a:pathLst>
                <a:path w="4358" h="3811" extrusionOk="0">
                  <a:moveTo>
                    <a:pt x="1131" y="0"/>
                  </a:moveTo>
                  <a:cubicBezTo>
                    <a:pt x="500" y="0"/>
                    <a:pt x="0" y="501"/>
                    <a:pt x="0" y="1132"/>
                  </a:cubicBezTo>
                  <a:lnTo>
                    <a:pt x="0" y="2679"/>
                  </a:lnTo>
                  <a:cubicBezTo>
                    <a:pt x="0" y="3298"/>
                    <a:pt x="500" y="3810"/>
                    <a:pt x="1131" y="3810"/>
                  </a:cubicBezTo>
                  <a:lnTo>
                    <a:pt x="3215" y="3810"/>
                  </a:lnTo>
                  <a:cubicBezTo>
                    <a:pt x="3846" y="3810"/>
                    <a:pt x="4358" y="3298"/>
                    <a:pt x="4358" y="2679"/>
                  </a:cubicBezTo>
                  <a:lnTo>
                    <a:pt x="4358" y="1132"/>
                  </a:lnTo>
                  <a:cubicBezTo>
                    <a:pt x="4358" y="512"/>
                    <a:pt x="3846" y="0"/>
                    <a:pt x="3215" y="0"/>
                  </a:cubicBezTo>
                  <a:close/>
                </a:path>
              </a:pathLst>
            </a:custGeom>
            <a:solidFill>
              <a:srgbClr val="821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 name="Google Shape;534;p6"/>
            <p:cNvSpPr/>
            <p:nvPr/>
          </p:nvSpPr>
          <p:spPr>
            <a:xfrm>
              <a:off x="1205038" y="-148189"/>
              <a:ext cx="79872" cy="529240"/>
            </a:xfrm>
            <a:custGeom>
              <a:avLst/>
              <a:gdLst/>
              <a:ahLst/>
              <a:cxnLst/>
              <a:rect l="l" t="t" r="r" b="b"/>
              <a:pathLst>
                <a:path w="2442" h="16181" extrusionOk="0">
                  <a:moveTo>
                    <a:pt x="1227" y="0"/>
                  </a:moveTo>
                  <a:cubicBezTo>
                    <a:pt x="917" y="0"/>
                    <a:pt x="632" y="119"/>
                    <a:pt x="405" y="310"/>
                  </a:cubicBezTo>
                  <a:lnTo>
                    <a:pt x="393" y="333"/>
                  </a:lnTo>
                  <a:cubicBezTo>
                    <a:pt x="358" y="369"/>
                    <a:pt x="322" y="393"/>
                    <a:pt x="298" y="429"/>
                  </a:cubicBezTo>
                  <a:cubicBezTo>
                    <a:pt x="274" y="452"/>
                    <a:pt x="263" y="476"/>
                    <a:pt x="239" y="500"/>
                  </a:cubicBezTo>
                  <a:cubicBezTo>
                    <a:pt x="215" y="524"/>
                    <a:pt x="191" y="560"/>
                    <a:pt x="179" y="595"/>
                  </a:cubicBezTo>
                  <a:cubicBezTo>
                    <a:pt x="155" y="631"/>
                    <a:pt x="143" y="655"/>
                    <a:pt x="120" y="691"/>
                  </a:cubicBezTo>
                  <a:cubicBezTo>
                    <a:pt x="108" y="726"/>
                    <a:pt x="96" y="750"/>
                    <a:pt x="84" y="786"/>
                  </a:cubicBezTo>
                  <a:cubicBezTo>
                    <a:pt x="72" y="833"/>
                    <a:pt x="48" y="869"/>
                    <a:pt x="36" y="917"/>
                  </a:cubicBezTo>
                  <a:cubicBezTo>
                    <a:pt x="36" y="941"/>
                    <a:pt x="24" y="964"/>
                    <a:pt x="24" y="1000"/>
                  </a:cubicBezTo>
                  <a:cubicBezTo>
                    <a:pt x="1" y="1072"/>
                    <a:pt x="1" y="1143"/>
                    <a:pt x="1" y="1226"/>
                  </a:cubicBezTo>
                  <a:lnTo>
                    <a:pt x="1" y="14954"/>
                  </a:lnTo>
                  <a:cubicBezTo>
                    <a:pt x="1" y="15633"/>
                    <a:pt x="548" y="16181"/>
                    <a:pt x="1227" y="16181"/>
                  </a:cubicBezTo>
                  <a:cubicBezTo>
                    <a:pt x="1310" y="16181"/>
                    <a:pt x="1394" y="16169"/>
                    <a:pt x="1477" y="16157"/>
                  </a:cubicBezTo>
                  <a:lnTo>
                    <a:pt x="1513" y="16145"/>
                  </a:lnTo>
                  <a:cubicBezTo>
                    <a:pt x="1584" y="16121"/>
                    <a:pt x="1656" y="16097"/>
                    <a:pt x="1715" y="16073"/>
                  </a:cubicBezTo>
                  <a:lnTo>
                    <a:pt x="1739" y="16073"/>
                  </a:lnTo>
                  <a:cubicBezTo>
                    <a:pt x="1882" y="16002"/>
                    <a:pt x="2013" y="15907"/>
                    <a:pt x="2120" y="15788"/>
                  </a:cubicBezTo>
                  <a:cubicBezTo>
                    <a:pt x="2322" y="15561"/>
                    <a:pt x="2441" y="15276"/>
                    <a:pt x="2441" y="14966"/>
                  </a:cubicBezTo>
                  <a:lnTo>
                    <a:pt x="2441" y="1226"/>
                  </a:lnTo>
                  <a:cubicBezTo>
                    <a:pt x="2441" y="548"/>
                    <a:pt x="1894" y="0"/>
                    <a:pt x="1227" y="0"/>
                  </a:cubicBezTo>
                  <a:close/>
                </a:path>
              </a:pathLst>
            </a:custGeom>
            <a:solidFill>
              <a:srgbClr val="272425">
                <a:alpha val="200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 name="Google Shape;535;p6"/>
            <p:cNvSpPr/>
            <p:nvPr/>
          </p:nvSpPr>
          <p:spPr>
            <a:xfrm>
              <a:off x="1216322" y="-148189"/>
              <a:ext cx="79479" cy="529240"/>
            </a:xfrm>
            <a:custGeom>
              <a:avLst/>
              <a:gdLst/>
              <a:ahLst/>
              <a:cxnLst/>
              <a:rect l="l" t="t" r="r" b="b"/>
              <a:pathLst>
                <a:path w="2430" h="16181" extrusionOk="0">
                  <a:moveTo>
                    <a:pt x="1132" y="0"/>
                  </a:moveTo>
                  <a:cubicBezTo>
                    <a:pt x="1049" y="0"/>
                    <a:pt x="965" y="24"/>
                    <a:pt x="882" y="48"/>
                  </a:cubicBezTo>
                  <a:cubicBezTo>
                    <a:pt x="834" y="60"/>
                    <a:pt x="787" y="71"/>
                    <a:pt x="739" y="83"/>
                  </a:cubicBezTo>
                  <a:cubicBezTo>
                    <a:pt x="715" y="107"/>
                    <a:pt x="680" y="119"/>
                    <a:pt x="644" y="131"/>
                  </a:cubicBezTo>
                  <a:lnTo>
                    <a:pt x="560" y="179"/>
                  </a:lnTo>
                  <a:lnTo>
                    <a:pt x="501" y="226"/>
                  </a:lnTo>
                  <a:cubicBezTo>
                    <a:pt x="477" y="238"/>
                    <a:pt x="453" y="262"/>
                    <a:pt x="429" y="274"/>
                  </a:cubicBezTo>
                  <a:lnTo>
                    <a:pt x="382" y="322"/>
                  </a:lnTo>
                  <a:lnTo>
                    <a:pt x="334" y="369"/>
                  </a:lnTo>
                  <a:cubicBezTo>
                    <a:pt x="322" y="381"/>
                    <a:pt x="310" y="393"/>
                    <a:pt x="287" y="417"/>
                  </a:cubicBezTo>
                  <a:lnTo>
                    <a:pt x="251" y="464"/>
                  </a:lnTo>
                  <a:lnTo>
                    <a:pt x="215" y="512"/>
                  </a:lnTo>
                  <a:lnTo>
                    <a:pt x="179" y="560"/>
                  </a:lnTo>
                  <a:cubicBezTo>
                    <a:pt x="179" y="572"/>
                    <a:pt x="168" y="583"/>
                    <a:pt x="156" y="607"/>
                  </a:cubicBezTo>
                  <a:cubicBezTo>
                    <a:pt x="144" y="619"/>
                    <a:pt x="144" y="631"/>
                    <a:pt x="132" y="655"/>
                  </a:cubicBezTo>
                  <a:lnTo>
                    <a:pt x="108" y="703"/>
                  </a:lnTo>
                  <a:lnTo>
                    <a:pt x="84" y="750"/>
                  </a:lnTo>
                  <a:cubicBezTo>
                    <a:pt x="84" y="762"/>
                    <a:pt x="72" y="774"/>
                    <a:pt x="72" y="786"/>
                  </a:cubicBezTo>
                  <a:lnTo>
                    <a:pt x="48" y="833"/>
                  </a:lnTo>
                  <a:lnTo>
                    <a:pt x="37" y="881"/>
                  </a:lnTo>
                  <a:lnTo>
                    <a:pt x="25" y="929"/>
                  </a:lnTo>
                  <a:cubicBezTo>
                    <a:pt x="25" y="953"/>
                    <a:pt x="13" y="964"/>
                    <a:pt x="13" y="976"/>
                  </a:cubicBezTo>
                  <a:cubicBezTo>
                    <a:pt x="13" y="1000"/>
                    <a:pt x="13" y="1012"/>
                    <a:pt x="13" y="1024"/>
                  </a:cubicBezTo>
                  <a:cubicBezTo>
                    <a:pt x="13" y="1048"/>
                    <a:pt x="13" y="1060"/>
                    <a:pt x="1" y="1072"/>
                  </a:cubicBezTo>
                  <a:lnTo>
                    <a:pt x="1" y="1119"/>
                  </a:lnTo>
                  <a:lnTo>
                    <a:pt x="1" y="1167"/>
                  </a:lnTo>
                  <a:lnTo>
                    <a:pt x="1" y="1214"/>
                  </a:lnTo>
                  <a:lnTo>
                    <a:pt x="1" y="14954"/>
                  </a:lnTo>
                  <a:lnTo>
                    <a:pt x="1" y="14990"/>
                  </a:lnTo>
                  <a:lnTo>
                    <a:pt x="1" y="15050"/>
                  </a:lnTo>
                  <a:lnTo>
                    <a:pt x="1" y="15097"/>
                  </a:lnTo>
                  <a:lnTo>
                    <a:pt x="1" y="15145"/>
                  </a:lnTo>
                  <a:cubicBezTo>
                    <a:pt x="1" y="15157"/>
                    <a:pt x="1" y="15169"/>
                    <a:pt x="13" y="15192"/>
                  </a:cubicBezTo>
                  <a:cubicBezTo>
                    <a:pt x="25" y="15204"/>
                    <a:pt x="25" y="15216"/>
                    <a:pt x="25" y="15240"/>
                  </a:cubicBezTo>
                  <a:cubicBezTo>
                    <a:pt x="25" y="15252"/>
                    <a:pt x="25" y="15276"/>
                    <a:pt x="37" y="15288"/>
                  </a:cubicBezTo>
                  <a:cubicBezTo>
                    <a:pt x="48" y="15300"/>
                    <a:pt x="48" y="15323"/>
                    <a:pt x="48" y="15335"/>
                  </a:cubicBezTo>
                  <a:cubicBezTo>
                    <a:pt x="60" y="15347"/>
                    <a:pt x="60" y="15371"/>
                    <a:pt x="72" y="15383"/>
                  </a:cubicBezTo>
                  <a:cubicBezTo>
                    <a:pt x="72" y="15407"/>
                    <a:pt x="84" y="15419"/>
                    <a:pt x="84" y="15431"/>
                  </a:cubicBezTo>
                  <a:cubicBezTo>
                    <a:pt x="96" y="15454"/>
                    <a:pt x="96" y="15466"/>
                    <a:pt x="108" y="15478"/>
                  </a:cubicBezTo>
                  <a:cubicBezTo>
                    <a:pt x="120" y="15502"/>
                    <a:pt x="120" y="15514"/>
                    <a:pt x="132" y="15526"/>
                  </a:cubicBezTo>
                  <a:cubicBezTo>
                    <a:pt x="168" y="15597"/>
                    <a:pt x="156" y="15573"/>
                    <a:pt x="191" y="15633"/>
                  </a:cubicBezTo>
                  <a:cubicBezTo>
                    <a:pt x="203" y="15645"/>
                    <a:pt x="215" y="15669"/>
                    <a:pt x="227" y="15681"/>
                  </a:cubicBezTo>
                  <a:lnTo>
                    <a:pt x="263" y="15728"/>
                  </a:lnTo>
                  <a:lnTo>
                    <a:pt x="310" y="15776"/>
                  </a:lnTo>
                  <a:lnTo>
                    <a:pt x="358" y="15823"/>
                  </a:lnTo>
                  <a:lnTo>
                    <a:pt x="406" y="15871"/>
                  </a:lnTo>
                  <a:cubicBezTo>
                    <a:pt x="429" y="15895"/>
                    <a:pt x="453" y="15907"/>
                    <a:pt x="465" y="15931"/>
                  </a:cubicBezTo>
                  <a:lnTo>
                    <a:pt x="537" y="15978"/>
                  </a:lnTo>
                  <a:cubicBezTo>
                    <a:pt x="596" y="16014"/>
                    <a:pt x="656" y="16050"/>
                    <a:pt x="715" y="16073"/>
                  </a:cubicBezTo>
                  <a:cubicBezTo>
                    <a:pt x="763" y="16097"/>
                    <a:pt x="810" y="16109"/>
                    <a:pt x="846" y="16121"/>
                  </a:cubicBezTo>
                  <a:cubicBezTo>
                    <a:pt x="965" y="16157"/>
                    <a:pt x="1084" y="16181"/>
                    <a:pt x="1203" y="16181"/>
                  </a:cubicBezTo>
                  <a:lnTo>
                    <a:pt x="1215" y="16181"/>
                  </a:lnTo>
                  <a:cubicBezTo>
                    <a:pt x="1322" y="16181"/>
                    <a:pt x="1430" y="16169"/>
                    <a:pt x="1537" y="16133"/>
                  </a:cubicBezTo>
                  <a:cubicBezTo>
                    <a:pt x="1584" y="16121"/>
                    <a:pt x="1632" y="16109"/>
                    <a:pt x="1680" y="16085"/>
                  </a:cubicBezTo>
                  <a:lnTo>
                    <a:pt x="1775" y="16038"/>
                  </a:lnTo>
                  <a:lnTo>
                    <a:pt x="1858" y="15990"/>
                  </a:lnTo>
                  <a:lnTo>
                    <a:pt x="1930" y="15942"/>
                  </a:lnTo>
                  <a:cubicBezTo>
                    <a:pt x="1953" y="15931"/>
                    <a:pt x="1977" y="15919"/>
                    <a:pt x="1989" y="15907"/>
                  </a:cubicBezTo>
                  <a:lnTo>
                    <a:pt x="2049" y="15859"/>
                  </a:lnTo>
                  <a:cubicBezTo>
                    <a:pt x="2061" y="15835"/>
                    <a:pt x="2084" y="15823"/>
                    <a:pt x="2096" y="15812"/>
                  </a:cubicBezTo>
                  <a:lnTo>
                    <a:pt x="2144" y="15752"/>
                  </a:lnTo>
                  <a:cubicBezTo>
                    <a:pt x="2156" y="15740"/>
                    <a:pt x="2168" y="15728"/>
                    <a:pt x="2180" y="15704"/>
                  </a:cubicBezTo>
                  <a:cubicBezTo>
                    <a:pt x="2192" y="15692"/>
                    <a:pt x="2204" y="15681"/>
                    <a:pt x="2215" y="15657"/>
                  </a:cubicBezTo>
                  <a:lnTo>
                    <a:pt x="2251" y="15609"/>
                  </a:lnTo>
                  <a:lnTo>
                    <a:pt x="2275" y="15561"/>
                  </a:lnTo>
                  <a:cubicBezTo>
                    <a:pt x="2287" y="15550"/>
                    <a:pt x="2287" y="15538"/>
                    <a:pt x="2299" y="15514"/>
                  </a:cubicBezTo>
                  <a:cubicBezTo>
                    <a:pt x="2311" y="15502"/>
                    <a:pt x="2323" y="15478"/>
                    <a:pt x="2323" y="15466"/>
                  </a:cubicBezTo>
                  <a:cubicBezTo>
                    <a:pt x="2334" y="15454"/>
                    <a:pt x="2334" y="15431"/>
                    <a:pt x="2346" y="15419"/>
                  </a:cubicBezTo>
                  <a:cubicBezTo>
                    <a:pt x="2358" y="15407"/>
                    <a:pt x="2358" y="15383"/>
                    <a:pt x="2358" y="15371"/>
                  </a:cubicBezTo>
                  <a:cubicBezTo>
                    <a:pt x="2358" y="15359"/>
                    <a:pt x="2382" y="15335"/>
                    <a:pt x="2382" y="15323"/>
                  </a:cubicBezTo>
                  <a:cubicBezTo>
                    <a:pt x="2382" y="15311"/>
                    <a:pt x="2394" y="15288"/>
                    <a:pt x="2394" y="15276"/>
                  </a:cubicBezTo>
                  <a:lnTo>
                    <a:pt x="2406" y="15228"/>
                  </a:lnTo>
                  <a:lnTo>
                    <a:pt x="2418" y="15180"/>
                  </a:lnTo>
                  <a:cubicBezTo>
                    <a:pt x="2418" y="15157"/>
                    <a:pt x="2418" y="15145"/>
                    <a:pt x="2418" y="15133"/>
                  </a:cubicBezTo>
                  <a:cubicBezTo>
                    <a:pt x="2418" y="15109"/>
                    <a:pt x="2418" y="15097"/>
                    <a:pt x="2418" y="15085"/>
                  </a:cubicBezTo>
                  <a:cubicBezTo>
                    <a:pt x="2430" y="15061"/>
                    <a:pt x="2418" y="15050"/>
                    <a:pt x="2418" y="15026"/>
                  </a:cubicBezTo>
                  <a:lnTo>
                    <a:pt x="2418" y="14978"/>
                  </a:lnTo>
                  <a:lnTo>
                    <a:pt x="2418" y="14954"/>
                  </a:lnTo>
                  <a:lnTo>
                    <a:pt x="2418" y="1214"/>
                  </a:lnTo>
                  <a:lnTo>
                    <a:pt x="2430" y="1214"/>
                  </a:lnTo>
                  <a:lnTo>
                    <a:pt x="2430" y="1167"/>
                  </a:lnTo>
                  <a:lnTo>
                    <a:pt x="2430" y="1119"/>
                  </a:lnTo>
                  <a:lnTo>
                    <a:pt x="2430" y="1072"/>
                  </a:lnTo>
                  <a:cubicBezTo>
                    <a:pt x="2418" y="1060"/>
                    <a:pt x="2418" y="1036"/>
                    <a:pt x="2418" y="1024"/>
                  </a:cubicBezTo>
                  <a:cubicBezTo>
                    <a:pt x="2418" y="1000"/>
                    <a:pt x="2418" y="988"/>
                    <a:pt x="2406" y="976"/>
                  </a:cubicBezTo>
                  <a:cubicBezTo>
                    <a:pt x="2406" y="964"/>
                    <a:pt x="2406" y="941"/>
                    <a:pt x="2394" y="929"/>
                  </a:cubicBezTo>
                  <a:cubicBezTo>
                    <a:pt x="2394" y="917"/>
                    <a:pt x="2394" y="893"/>
                    <a:pt x="2382" y="881"/>
                  </a:cubicBezTo>
                  <a:cubicBezTo>
                    <a:pt x="2382" y="869"/>
                    <a:pt x="2370" y="845"/>
                    <a:pt x="2370" y="833"/>
                  </a:cubicBezTo>
                  <a:lnTo>
                    <a:pt x="2358" y="786"/>
                  </a:lnTo>
                  <a:lnTo>
                    <a:pt x="2334" y="738"/>
                  </a:lnTo>
                  <a:lnTo>
                    <a:pt x="2311" y="691"/>
                  </a:lnTo>
                  <a:cubicBezTo>
                    <a:pt x="2299" y="667"/>
                    <a:pt x="2299" y="655"/>
                    <a:pt x="2287" y="643"/>
                  </a:cubicBezTo>
                  <a:lnTo>
                    <a:pt x="2263" y="595"/>
                  </a:lnTo>
                  <a:lnTo>
                    <a:pt x="2227" y="548"/>
                  </a:lnTo>
                  <a:cubicBezTo>
                    <a:pt x="2215" y="524"/>
                    <a:pt x="2204" y="512"/>
                    <a:pt x="2192" y="500"/>
                  </a:cubicBezTo>
                  <a:cubicBezTo>
                    <a:pt x="2180" y="476"/>
                    <a:pt x="2168" y="464"/>
                    <a:pt x="2156" y="452"/>
                  </a:cubicBezTo>
                  <a:lnTo>
                    <a:pt x="2108" y="393"/>
                  </a:lnTo>
                  <a:lnTo>
                    <a:pt x="2073" y="345"/>
                  </a:lnTo>
                  <a:lnTo>
                    <a:pt x="2013" y="298"/>
                  </a:lnTo>
                  <a:cubicBezTo>
                    <a:pt x="2001" y="286"/>
                    <a:pt x="1977" y="274"/>
                    <a:pt x="1953" y="250"/>
                  </a:cubicBezTo>
                  <a:lnTo>
                    <a:pt x="1894" y="202"/>
                  </a:lnTo>
                  <a:lnTo>
                    <a:pt x="1811" y="155"/>
                  </a:lnTo>
                  <a:cubicBezTo>
                    <a:pt x="1775" y="143"/>
                    <a:pt x="1739" y="119"/>
                    <a:pt x="1715" y="107"/>
                  </a:cubicBezTo>
                  <a:cubicBezTo>
                    <a:pt x="1668" y="95"/>
                    <a:pt x="1632" y="71"/>
                    <a:pt x="1584" y="60"/>
                  </a:cubicBezTo>
                  <a:cubicBezTo>
                    <a:pt x="1501" y="36"/>
                    <a:pt x="1430" y="12"/>
                    <a:pt x="1346" y="12"/>
                  </a:cubicBezTo>
                  <a:cubicBezTo>
                    <a:pt x="1299" y="0"/>
                    <a:pt x="1251" y="0"/>
                    <a:pt x="121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 name="Google Shape;536;p6"/>
            <p:cNvSpPr/>
            <p:nvPr/>
          </p:nvSpPr>
          <p:spPr>
            <a:xfrm>
              <a:off x="2797967" y="-169612"/>
              <a:ext cx="142539" cy="125041"/>
            </a:xfrm>
            <a:custGeom>
              <a:avLst/>
              <a:gdLst/>
              <a:ahLst/>
              <a:cxnLst/>
              <a:rect l="l" t="t" r="r" b="b"/>
              <a:pathLst>
                <a:path w="4358" h="3823" extrusionOk="0">
                  <a:moveTo>
                    <a:pt x="1131" y="0"/>
                  </a:moveTo>
                  <a:cubicBezTo>
                    <a:pt x="512" y="0"/>
                    <a:pt x="0" y="512"/>
                    <a:pt x="0" y="1131"/>
                  </a:cubicBezTo>
                  <a:lnTo>
                    <a:pt x="0" y="2679"/>
                  </a:lnTo>
                  <a:cubicBezTo>
                    <a:pt x="0" y="3310"/>
                    <a:pt x="512" y="3810"/>
                    <a:pt x="1131" y="3822"/>
                  </a:cubicBezTo>
                  <a:lnTo>
                    <a:pt x="3215" y="3822"/>
                  </a:lnTo>
                  <a:cubicBezTo>
                    <a:pt x="3846" y="3810"/>
                    <a:pt x="4358" y="3310"/>
                    <a:pt x="4358" y="2679"/>
                  </a:cubicBezTo>
                  <a:lnTo>
                    <a:pt x="4358" y="1131"/>
                  </a:lnTo>
                  <a:cubicBezTo>
                    <a:pt x="4358" y="512"/>
                    <a:pt x="3846" y="0"/>
                    <a:pt x="3215" y="0"/>
                  </a:cubicBezTo>
                  <a:close/>
                </a:path>
              </a:pathLst>
            </a:custGeom>
            <a:solidFill>
              <a:srgbClr val="821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 name="Google Shape;537;p6"/>
            <p:cNvSpPr/>
            <p:nvPr/>
          </p:nvSpPr>
          <p:spPr>
            <a:xfrm>
              <a:off x="2805967" y="277825"/>
              <a:ext cx="142539" cy="124648"/>
            </a:xfrm>
            <a:custGeom>
              <a:avLst/>
              <a:gdLst/>
              <a:ahLst/>
              <a:cxnLst/>
              <a:rect l="l" t="t" r="r" b="b"/>
              <a:pathLst>
                <a:path w="4358" h="3811" extrusionOk="0">
                  <a:moveTo>
                    <a:pt x="1131" y="0"/>
                  </a:moveTo>
                  <a:cubicBezTo>
                    <a:pt x="512" y="0"/>
                    <a:pt x="0" y="512"/>
                    <a:pt x="0" y="1132"/>
                  </a:cubicBezTo>
                  <a:lnTo>
                    <a:pt x="0" y="2679"/>
                  </a:lnTo>
                  <a:cubicBezTo>
                    <a:pt x="0" y="3310"/>
                    <a:pt x="512" y="3810"/>
                    <a:pt x="1131" y="3810"/>
                  </a:cubicBezTo>
                  <a:lnTo>
                    <a:pt x="3215" y="3810"/>
                  </a:lnTo>
                  <a:cubicBezTo>
                    <a:pt x="3846" y="3810"/>
                    <a:pt x="4358" y="3310"/>
                    <a:pt x="4358" y="2679"/>
                  </a:cubicBezTo>
                  <a:lnTo>
                    <a:pt x="4358" y="1132"/>
                  </a:lnTo>
                  <a:cubicBezTo>
                    <a:pt x="4358" y="512"/>
                    <a:pt x="3846" y="0"/>
                    <a:pt x="3215" y="0"/>
                  </a:cubicBezTo>
                  <a:close/>
                </a:path>
              </a:pathLst>
            </a:custGeom>
            <a:solidFill>
              <a:srgbClr val="821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 name="Google Shape;538;p6"/>
            <p:cNvSpPr/>
            <p:nvPr/>
          </p:nvSpPr>
          <p:spPr>
            <a:xfrm>
              <a:off x="2828927" y="-148189"/>
              <a:ext cx="79872" cy="529240"/>
            </a:xfrm>
            <a:custGeom>
              <a:avLst/>
              <a:gdLst/>
              <a:ahLst/>
              <a:cxnLst/>
              <a:rect l="l" t="t" r="r" b="b"/>
              <a:pathLst>
                <a:path w="2442" h="16181" extrusionOk="0">
                  <a:moveTo>
                    <a:pt x="1215" y="0"/>
                  </a:moveTo>
                  <a:cubicBezTo>
                    <a:pt x="917" y="0"/>
                    <a:pt x="632" y="119"/>
                    <a:pt x="405" y="310"/>
                  </a:cubicBezTo>
                  <a:lnTo>
                    <a:pt x="382" y="333"/>
                  </a:lnTo>
                  <a:cubicBezTo>
                    <a:pt x="358" y="369"/>
                    <a:pt x="322" y="393"/>
                    <a:pt x="298" y="429"/>
                  </a:cubicBezTo>
                  <a:cubicBezTo>
                    <a:pt x="274" y="452"/>
                    <a:pt x="251" y="476"/>
                    <a:pt x="239" y="500"/>
                  </a:cubicBezTo>
                  <a:cubicBezTo>
                    <a:pt x="215" y="524"/>
                    <a:pt x="191" y="560"/>
                    <a:pt x="179" y="595"/>
                  </a:cubicBezTo>
                  <a:cubicBezTo>
                    <a:pt x="155" y="631"/>
                    <a:pt x="144" y="655"/>
                    <a:pt x="120" y="691"/>
                  </a:cubicBezTo>
                  <a:cubicBezTo>
                    <a:pt x="108" y="726"/>
                    <a:pt x="96" y="750"/>
                    <a:pt x="84" y="786"/>
                  </a:cubicBezTo>
                  <a:cubicBezTo>
                    <a:pt x="60" y="833"/>
                    <a:pt x="48" y="869"/>
                    <a:pt x="36" y="917"/>
                  </a:cubicBezTo>
                  <a:cubicBezTo>
                    <a:pt x="36" y="941"/>
                    <a:pt x="24" y="964"/>
                    <a:pt x="24" y="1000"/>
                  </a:cubicBezTo>
                  <a:cubicBezTo>
                    <a:pt x="1" y="1072"/>
                    <a:pt x="1" y="1143"/>
                    <a:pt x="1" y="1226"/>
                  </a:cubicBezTo>
                  <a:lnTo>
                    <a:pt x="1" y="14954"/>
                  </a:lnTo>
                  <a:cubicBezTo>
                    <a:pt x="1" y="15633"/>
                    <a:pt x="548" y="16181"/>
                    <a:pt x="1215" y="16181"/>
                  </a:cubicBezTo>
                  <a:lnTo>
                    <a:pt x="1227" y="16181"/>
                  </a:lnTo>
                  <a:cubicBezTo>
                    <a:pt x="1310" y="16181"/>
                    <a:pt x="1394" y="16169"/>
                    <a:pt x="1477" y="16157"/>
                  </a:cubicBezTo>
                  <a:lnTo>
                    <a:pt x="1513" y="16145"/>
                  </a:lnTo>
                  <a:cubicBezTo>
                    <a:pt x="1584" y="16121"/>
                    <a:pt x="1656" y="16097"/>
                    <a:pt x="1715" y="16073"/>
                  </a:cubicBezTo>
                  <a:lnTo>
                    <a:pt x="1727" y="16073"/>
                  </a:lnTo>
                  <a:cubicBezTo>
                    <a:pt x="1882" y="16002"/>
                    <a:pt x="2013" y="15907"/>
                    <a:pt x="2120" y="15788"/>
                  </a:cubicBezTo>
                  <a:cubicBezTo>
                    <a:pt x="2322" y="15561"/>
                    <a:pt x="2441" y="15276"/>
                    <a:pt x="2441" y="14966"/>
                  </a:cubicBezTo>
                  <a:lnTo>
                    <a:pt x="2441" y="1226"/>
                  </a:lnTo>
                  <a:cubicBezTo>
                    <a:pt x="2441" y="548"/>
                    <a:pt x="1894" y="0"/>
                    <a:pt x="1215" y="0"/>
                  </a:cubicBezTo>
                  <a:close/>
                </a:path>
              </a:pathLst>
            </a:custGeom>
            <a:solidFill>
              <a:srgbClr val="272425">
                <a:alpha val="200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 name="Google Shape;539;p6"/>
            <p:cNvSpPr/>
            <p:nvPr/>
          </p:nvSpPr>
          <p:spPr>
            <a:xfrm>
              <a:off x="2840212" y="-148189"/>
              <a:ext cx="79479" cy="529240"/>
            </a:xfrm>
            <a:custGeom>
              <a:avLst/>
              <a:gdLst/>
              <a:ahLst/>
              <a:cxnLst/>
              <a:rect l="l" t="t" r="r" b="b"/>
              <a:pathLst>
                <a:path w="2430" h="16181" extrusionOk="0">
                  <a:moveTo>
                    <a:pt x="1144" y="0"/>
                  </a:moveTo>
                  <a:cubicBezTo>
                    <a:pt x="1049" y="0"/>
                    <a:pt x="965" y="24"/>
                    <a:pt x="882" y="48"/>
                  </a:cubicBezTo>
                  <a:cubicBezTo>
                    <a:pt x="834" y="60"/>
                    <a:pt x="799" y="71"/>
                    <a:pt x="751" y="83"/>
                  </a:cubicBezTo>
                  <a:cubicBezTo>
                    <a:pt x="715" y="107"/>
                    <a:pt x="680" y="119"/>
                    <a:pt x="656" y="131"/>
                  </a:cubicBezTo>
                  <a:cubicBezTo>
                    <a:pt x="620" y="155"/>
                    <a:pt x="596" y="167"/>
                    <a:pt x="572" y="179"/>
                  </a:cubicBezTo>
                  <a:cubicBezTo>
                    <a:pt x="549" y="202"/>
                    <a:pt x="525" y="214"/>
                    <a:pt x="501" y="226"/>
                  </a:cubicBezTo>
                  <a:lnTo>
                    <a:pt x="441" y="274"/>
                  </a:lnTo>
                  <a:lnTo>
                    <a:pt x="394" y="322"/>
                  </a:lnTo>
                  <a:cubicBezTo>
                    <a:pt x="370" y="333"/>
                    <a:pt x="358" y="357"/>
                    <a:pt x="346" y="369"/>
                  </a:cubicBezTo>
                  <a:cubicBezTo>
                    <a:pt x="322" y="381"/>
                    <a:pt x="310" y="393"/>
                    <a:pt x="299" y="417"/>
                  </a:cubicBezTo>
                  <a:cubicBezTo>
                    <a:pt x="287" y="429"/>
                    <a:pt x="275" y="441"/>
                    <a:pt x="263" y="464"/>
                  </a:cubicBezTo>
                  <a:cubicBezTo>
                    <a:pt x="251" y="476"/>
                    <a:pt x="239" y="488"/>
                    <a:pt x="227" y="512"/>
                  </a:cubicBezTo>
                  <a:lnTo>
                    <a:pt x="191" y="560"/>
                  </a:lnTo>
                  <a:lnTo>
                    <a:pt x="156" y="607"/>
                  </a:lnTo>
                  <a:lnTo>
                    <a:pt x="132" y="655"/>
                  </a:lnTo>
                  <a:lnTo>
                    <a:pt x="108" y="703"/>
                  </a:lnTo>
                  <a:cubicBezTo>
                    <a:pt x="108" y="714"/>
                    <a:pt x="96" y="726"/>
                    <a:pt x="96" y="750"/>
                  </a:cubicBezTo>
                  <a:cubicBezTo>
                    <a:pt x="84" y="762"/>
                    <a:pt x="84" y="774"/>
                    <a:pt x="72" y="786"/>
                  </a:cubicBezTo>
                  <a:lnTo>
                    <a:pt x="60" y="833"/>
                  </a:lnTo>
                  <a:lnTo>
                    <a:pt x="37" y="881"/>
                  </a:lnTo>
                  <a:cubicBezTo>
                    <a:pt x="37" y="905"/>
                    <a:pt x="37" y="917"/>
                    <a:pt x="25" y="929"/>
                  </a:cubicBezTo>
                  <a:cubicBezTo>
                    <a:pt x="25" y="953"/>
                    <a:pt x="25" y="964"/>
                    <a:pt x="13" y="976"/>
                  </a:cubicBezTo>
                  <a:cubicBezTo>
                    <a:pt x="13" y="1000"/>
                    <a:pt x="13" y="1012"/>
                    <a:pt x="13" y="1024"/>
                  </a:cubicBezTo>
                  <a:cubicBezTo>
                    <a:pt x="1" y="1048"/>
                    <a:pt x="13" y="1060"/>
                    <a:pt x="13" y="1072"/>
                  </a:cubicBezTo>
                  <a:lnTo>
                    <a:pt x="13" y="1119"/>
                  </a:lnTo>
                  <a:lnTo>
                    <a:pt x="13" y="1167"/>
                  </a:lnTo>
                  <a:lnTo>
                    <a:pt x="13" y="1214"/>
                  </a:lnTo>
                  <a:lnTo>
                    <a:pt x="13" y="14954"/>
                  </a:lnTo>
                  <a:cubicBezTo>
                    <a:pt x="13" y="14966"/>
                    <a:pt x="13" y="14978"/>
                    <a:pt x="13" y="14990"/>
                  </a:cubicBezTo>
                  <a:lnTo>
                    <a:pt x="13" y="15050"/>
                  </a:lnTo>
                  <a:cubicBezTo>
                    <a:pt x="13" y="15061"/>
                    <a:pt x="13" y="15073"/>
                    <a:pt x="13" y="15097"/>
                  </a:cubicBezTo>
                  <a:cubicBezTo>
                    <a:pt x="13" y="15109"/>
                    <a:pt x="13" y="15121"/>
                    <a:pt x="13" y="15145"/>
                  </a:cubicBezTo>
                  <a:cubicBezTo>
                    <a:pt x="13" y="15157"/>
                    <a:pt x="13" y="15169"/>
                    <a:pt x="13" y="15192"/>
                  </a:cubicBezTo>
                  <a:cubicBezTo>
                    <a:pt x="13" y="15204"/>
                    <a:pt x="13" y="15216"/>
                    <a:pt x="25" y="15240"/>
                  </a:cubicBezTo>
                  <a:cubicBezTo>
                    <a:pt x="37" y="15252"/>
                    <a:pt x="37" y="15276"/>
                    <a:pt x="37" y="15288"/>
                  </a:cubicBezTo>
                  <a:cubicBezTo>
                    <a:pt x="49" y="15300"/>
                    <a:pt x="49" y="15323"/>
                    <a:pt x="60" y="15335"/>
                  </a:cubicBezTo>
                  <a:lnTo>
                    <a:pt x="72" y="15383"/>
                  </a:lnTo>
                  <a:cubicBezTo>
                    <a:pt x="72" y="15407"/>
                    <a:pt x="84" y="15419"/>
                    <a:pt x="96" y="15431"/>
                  </a:cubicBezTo>
                  <a:cubicBezTo>
                    <a:pt x="96" y="15454"/>
                    <a:pt x="108" y="15466"/>
                    <a:pt x="120" y="15478"/>
                  </a:cubicBezTo>
                  <a:cubicBezTo>
                    <a:pt x="120" y="15502"/>
                    <a:pt x="132" y="15514"/>
                    <a:pt x="144" y="15526"/>
                  </a:cubicBezTo>
                  <a:cubicBezTo>
                    <a:pt x="144" y="15550"/>
                    <a:pt x="156" y="15561"/>
                    <a:pt x="168" y="15585"/>
                  </a:cubicBezTo>
                  <a:cubicBezTo>
                    <a:pt x="180" y="15597"/>
                    <a:pt x="191" y="15609"/>
                    <a:pt x="191" y="15633"/>
                  </a:cubicBezTo>
                  <a:lnTo>
                    <a:pt x="227" y="15681"/>
                  </a:lnTo>
                  <a:lnTo>
                    <a:pt x="263" y="15728"/>
                  </a:lnTo>
                  <a:lnTo>
                    <a:pt x="310" y="15776"/>
                  </a:lnTo>
                  <a:lnTo>
                    <a:pt x="358" y="15823"/>
                  </a:lnTo>
                  <a:lnTo>
                    <a:pt x="418" y="15871"/>
                  </a:lnTo>
                  <a:cubicBezTo>
                    <a:pt x="430" y="15895"/>
                    <a:pt x="453" y="15907"/>
                    <a:pt x="477" y="15931"/>
                  </a:cubicBezTo>
                  <a:cubicBezTo>
                    <a:pt x="489" y="15942"/>
                    <a:pt x="513" y="15954"/>
                    <a:pt x="537" y="15978"/>
                  </a:cubicBezTo>
                  <a:cubicBezTo>
                    <a:pt x="596" y="16014"/>
                    <a:pt x="656" y="16050"/>
                    <a:pt x="727" y="16073"/>
                  </a:cubicBezTo>
                  <a:cubicBezTo>
                    <a:pt x="763" y="16097"/>
                    <a:pt x="811" y="16109"/>
                    <a:pt x="858" y="16121"/>
                  </a:cubicBezTo>
                  <a:cubicBezTo>
                    <a:pt x="965" y="16157"/>
                    <a:pt x="1084" y="16181"/>
                    <a:pt x="1215" y="16181"/>
                  </a:cubicBezTo>
                  <a:lnTo>
                    <a:pt x="1227" y="16181"/>
                  </a:lnTo>
                  <a:cubicBezTo>
                    <a:pt x="1323" y="16181"/>
                    <a:pt x="1430" y="16169"/>
                    <a:pt x="1537" y="16133"/>
                  </a:cubicBezTo>
                  <a:cubicBezTo>
                    <a:pt x="1584" y="16121"/>
                    <a:pt x="1632" y="16109"/>
                    <a:pt x="1680" y="16085"/>
                  </a:cubicBezTo>
                  <a:cubicBezTo>
                    <a:pt x="1715" y="16073"/>
                    <a:pt x="1751" y="16062"/>
                    <a:pt x="1787" y="16038"/>
                  </a:cubicBezTo>
                  <a:cubicBezTo>
                    <a:pt x="1811" y="16026"/>
                    <a:pt x="1834" y="16014"/>
                    <a:pt x="1858" y="15990"/>
                  </a:cubicBezTo>
                  <a:lnTo>
                    <a:pt x="1930" y="15942"/>
                  </a:lnTo>
                  <a:cubicBezTo>
                    <a:pt x="1954" y="15931"/>
                    <a:pt x="1977" y="15919"/>
                    <a:pt x="2001" y="15907"/>
                  </a:cubicBezTo>
                  <a:cubicBezTo>
                    <a:pt x="2013" y="15883"/>
                    <a:pt x="2037" y="15871"/>
                    <a:pt x="2049" y="15859"/>
                  </a:cubicBezTo>
                  <a:lnTo>
                    <a:pt x="2096" y="15812"/>
                  </a:lnTo>
                  <a:lnTo>
                    <a:pt x="2144" y="15752"/>
                  </a:lnTo>
                  <a:cubicBezTo>
                    <a:pt x="2156" y="15740"/>
                    <a:pt x="2168" y="15728"/>
                    <a:pt x="2180" y="15704"/>
                  </a:cubicBezTo>
                  <a:lnTo>
                    <a:pt x="2215" y="15657"/>
                  </a:lnTo>
                  <a:lnTo>
                    <a:pt x="2251" y="15609"/>
                  </a:lnTo>
                  <a:lnTo>
                    <a:pt x="2275" y="15561"/>
                  </a:lnTo>
                  <a:cubicBezTo>
                    <a:pt x="2287" y="15550"/>
                    <a:pt x="2299" y="15538"/>
                    <a:pt x="2311" y="15514"/>
                  </a:cubicBezTo>
                  <a:cubicBezTo>
                    <a:pt x="2311" y="15502"/>
                    <a:pt x="2323" y="15478"/>
                    <a:pt x="2335" y="15466"/>
                  </a:cubicBezTo>
                  <a:cubicBezTo>
                    <a:pt x="2335" y="15454"/>
                    <a:pt x="2346" y="15431"/>
                    <a:pt x="2346" y="15419"/>
                  </a:cubicBezTo>
                  <a:cubicBezTo>
                    <a:pt x="2358" y="15407"/>
                    <a:pt x="2358" y="15383"/>
                    <a:pt x="2370" y="15371"/>
                  </a:cubicBezTo>
                  <a:cubicBezTo>
                    <a:pt x="2370" y="15359"/>
                    <a:pt x="2382" y="15335"/>
                    <a:pt x="2382" y="15323"/>
                  </a:cubicBezTo>
                  <a:cubicBezTo>
                    <a:pt x="2394" y="15311"/>
                    <a:pt x="2394" y="15288"/>
                    <a:pt x="2394" y="15276"/>
                  </a:cubicBezTo>
                  <a:cubicBezTo>
                    <a:pt x="2406" y="15264"/>
                    <a:pt x="2406" y="15240"/>
                    <a:pt x="2406" y="15228"/>
                  </a:cubicBezTo>
                  <a:cubicBezTo>
                    <a:pt x="2418" y="15204"/>
                    <a:pt x="2418" y="15192"/>
                    <a:pt x="2418" y="15180"/>
                  </a:cubicBezTo>
                  <a:cubicBezTo>
                    <a:pt x="2430" y="15157"/>
                    <a:pt x="2418" y="15145"/>
                    <a:pt x="2418" y="15133"/>
                  </a:cubicBezTo>
                  <a:lnTo>
                    <a:pt x="2418" y="15085"/>
                  </a:lnTo>
                  <a:lnTo>
                    <a:pt x="2418" y="15026"/>
                  </a:lnTo>
                  <a:lnTo>
                    <a:pt x="2418" y="14978"/>
                  </a:lnTo>
                  <a:lnTo>
                    <a:pt x="2418" y="1214"/>
                  </a:lnTo>
                  <a:lnTo>
                    <a:pt x="2418" y="1167"/>
                  </a:lnTo>
                  <a:lnTo>
                    <a:pt x="2418" y="1119"/>
                  </a:lnTo>
                  <a:cubicBezTo>
                    <a:pt x="2418" y="1107"/>
                    <a:pt x="2418" y="1084"/>
                    <a:pt x="2418" y="1072"/>
                  </a:cubicBezTo>
                  <a:cubicBezTo>
                    <a:pt x="2418" y="1060"/>
                    <a:pt x="2418" y="1036"/>
                    <a:pt x="2418" y="1024"/>
                  </a:cubicBezTo>
                  <a:cubicBezTo>
                    <a:pt x="2418" y="1012"/>
                    <a:pt x="2418" y="988"/>
                    <a:pt x="2418" y="976"/>
                  </a:cubicBezTo>
                  <a:cubicBezTo>
                    <a:pt x="2406" y="964"/>
                    <a:pt x="2406" y="941"/>
                    <a:pt x="2406" y="929"/>
                  </a:cubicBezTo>
                  <a:cubicBezTo>
                    <a:pt x="2406" y="905"/>
                    <a:pt x="2406" y="893"/>
                    <a:pt x="2394" y="881"/>
                  </a:cubicBezTo>
                  <a:cubicBezTo>
                    <a:pt x="2382" y="869"/>
                    <a:pt x="2382" y="845"/>
                    <a:pt x="2370" y="833"/>
                  </a:cubicBezTo>
                  <a:cubicBezTo>
                    <a:pt x="2370" y="822"/>
                    <a:pt x="2358" y="798"/>
                    <a:pt x="2358" y="786"/>
                  </a:cubicBezTo>
                  <a:cubicBezTo>
                    <a:pt x="2346" y="762"/>
                    <a:pt x="2346" y="750"/>
                    <a:pt x="2335" y="738"/>
                  </a:cubicBezTo>
                  <a:cubicBezTo>
                    <a:pt x="2335" y="714"/>
                    <a:pt x="2323" y="703"/>
                    <a:pt x="2311" y="691"/>
                  </a:cubicBezTo>
                  <a:lnTo>
                    <a:pt x="2299" y="643"/>
                  </a:lnTo>
                  <a:cubicBezTo>
                    <a:pt x="2287" y="619"/>
                    <a:pt x="2275" y="607"/>
                    <a:pt x="2263" y="595"/>
                  </a:cubicBezTo>
                  <a:cubicBezTo>
                    <a:pt x="2251" y="572"/>
                    <a:pt x="2239" y="560"/>
                    <a:pt x="2239" y="548"/>
                  </a:cubicBezTo>
                  <a:lnTo>
                    <a:pt x="2204" y="500"/>
                  </a:lnTo>
                  <a:lnTo>
                    <a:pt x="2168" y="452"/>
                  </a:lnTo>
                  <a:lnTo>
                    <a:pt x="2120" y="393"/>
                  </a:lnTo>
                  <a:lnTo>
                    <a:pt x="2073" y="345"/>
                  </a:lnTo>
                  <a:lnTo>
                    <a:pt x="2025" y="298"/>
                  </a:lnTo>
                  <a:cubicBezTo>
                    <a:pt x="2001" y="286"/>
                    <a:pt x="1977" y="274"/>
                    <a:pt x="1965" y="250"/>
                  </a:cubicBezTo>
                  <a:lnTo>
                    <a:pt x="1894" y="202"/>
                  </a:lnTo>
                  <a:lnTo>
                    <a:pt x="1811" y="155"/>
                  </a:lnTo>
                  <a:cubicBezTo>
                    <a:pt x="1787" y="143"/>
                    <a:pt x="1751" y="119"/>
                    <a:pt x="1715" y="107"/>
                  </a:cubicBezTo>
                  <a:cubicBezTo>
                    <a:pt x="1680" y="95"/>
                    <a:pt x="1632" y="71"/>
                    <a:pt x="1584" y="60"/>
                  </a:cubicBezTo>
                  <a:cubicBezTo>
                    <a:pt x="1513" y="36"/>
                    <a:pt x="1430" y="12"/>
                    <a:pt x="1346" y="12"/>
                  </a:cubicBezTo>
                  <a:cubicBezTo>
                    <a:pt x="1299" y="0"/>
                    <a:pt x="1263" y="0"/>
                    <a:pt x="121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 name="Google Shape;540;p6"/>
            <p:cNvSpPr/>
            <p:nvPr/>
          </p:nvSpPr>
          <p:spPr>
            <a:xfrm>
              <a:off x="2427621" y="-169612"/>
              <a:ext cx="142539" cy="125041"/>
            </a:xfrm>
            <a:custGeom>
              <a:avLst/>
              <a:gdLst/>
              <a:ahLst/>
              <a:cxnLst/>
              <a:rect l="l" t="t" r="r" b="b"/>
              <a:pathLst>
                <a:path w="4358" h="3823" extrusionOk="0">
                  <a:moveTo>
                    <a:pt x="1131" y="0"/>
                  </a:moveTo>
                  <a:cubicBezTo>
                    <a:pt x="500" y="0"/>
                    <a:pt x="0" y="512"/>
                    <a:pt x="0" y="1131"/>
                  </a:cubicBezTo>
                  <a:lnTo>
                    <a:pt x="0" y="2679"/>
                  </a:lnTo>
                  <a:cubicBezTo>
                    <a:pt x="0" y="3310"/>
                    <a:pt x="500" y="3810"/>
                    <a:pt x="1131" y="3822"/>
                  </a:cubicBezTo>
                  <a:lnTo>
                    <a:pt x="3215" y="3822"/>
                  </a:lnTo>
                  <a:cubicBezTo>
                    <a:pt x="3846" y="3810"/>
                    <a:pt x="4346" y="3310"/>
                    <a:pt x="4358" y="2679"/>
                  </a:cubicBezTo>
                  <a:lnTo>
                    <a:pt x="4358" y="1131"/>
                  </a:lnTo>
                  <a:cubicBezTo>
                    <a:pt x="4346" y="512"/>
                    <a:pt x="3846" y="0"/>
                    <a:pt x="3215" y="0"/>
                  </a:cubicBezTo>
                  <a:close/>
                </a:path>
              </a:pathLst>
            </a:custGeom>
            <a:solidFill>
              <a:srgbClr val="821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 name="Google Shape;541;p6"/>
            <p:cNvSpPr/>
            <p:nvPr/>
          </p:nvSpPr>
          <p:spPr>
            <a:xfrm>
              <a:off x="2435621" y="277825"/>
              <a:ext cx="142539" cy="124648"/>
            </a:xfrm>
            <a:custGeom>
              <a:avLst/>
              <a:gdLst/>
              <a:ahLst/>
              <a:cxnLst/>
              <a:rect l="l" t="t" r="r" b="b"/>
              <a:pathLst>
                <a:path w="4358" h="3811" extrusionOk="0">
                  <a:moveTo>
                    <a:pt x="1131" y="0"/>
                  </a:moveTo>
                  <a:cubicBezTo>
                    <a:pt x="500" y="0"/>
                    <a:pt x="0" y="512"/>
                    <a:pt x="0" y="1132"/>
                  </a:cubicBezTo>
                  <a:lnTo>
                    <a:pt x="0" y="2679"/>
                  </a:lnTo>
                  <a:cubicBezTo>
                    <a:pt x="0" y="3310"/>
                    <a:pt x="500" y="3810"/>
                    <a:pt x="1131" y="3810"/>
                  </a:cubicBezTo>
                  <a:lnTo>
                    <a:pt x="3215" y="3810"/>
                  </a:lnTo>
                  <a:cubicBezTo>
                    <a:pt x="3846" y="3810"/>
                    <a:pt x="4346" y="3310"/>
                    <a:pt x="4358" y="2679"/>
                  </a:cubicBezTo>
                  <a:lnTo>
                    <a:pt x="4358" y="1132"/>
                  </a:lnTo>
                  <a:cubicBezTo>
                    <a:pt x="4346" y="512"/>
                    <a:pt x="3846" y="0"/>
                    <a:pt x="3215" y="0"/>
                  </a:cubicBezTo>
                  <a:close/>
                </a:path>
              </a:pathLst>
            </a:custGeom>
            <a:solidFill>
              <a:srgbClr val="821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 name="Google Shape;542;p6"/>
            <p:cNvSpPr/>
            <p:nvPr/>
          </p:nvSpPr>
          <p:spPr>
            <a:xfrm>
              <a:off x="2458189" y="-148189"/>
              <a:ext cx="80264" cy="529240"/>
            </a:xfrm>
            <a:custGeom>
              <a:avLst/>
              <a:gdLst/>
              <a:ahLst/>
              <a:cxnLst/>
              <a:rect l="l" t="t" r="r" b="b"/>
              <a:pathLst>
                <a:path w="2454" h="16181" extrusionOk="0">
                  <a:moveTo>
                    <a:pt x="1227" y="0"/>
                  </a:moveTo>
                  <a:cubicBezTo>
                    <a:pt x="930" y="0"/>
                    <a:pt x="632" y="119"/>
                    <a:pt x="418" y="310"/>
                  </a:cubicBezTo>
                  <a:lnTo>
                    <a:pt x="394" y="333"/>
                  </a:lnTo>
                  <a:cubicBezTo>
                    <a:pt x="358" y="369"/>
                    <a:pt x="334" y="393"/>
                    <a:pt x="299" y="429"/>
                  </a:cubicBezTo>
                  <a:cubicBezTo>
                    <a:pt x="287" y="452"/>
                    <a:pt x="263" y="476"/>
                    <a:pt x="251" y="500"/>
                  </a:cubicBezTo>
                  <a:cubicBezTo>
                    <a:pt x="227" y="524"/>
                    <a:pt x="203" y="560"/>
                    <a:pt x="179" y="595"/>
                  </a:cubicBezTo>
                  <a:cubicBezTo>
                    <a:pt x="168" y="631"/>
                    <a:pt x="144" y="655"/>
                    <a:pt x="132" y="691"/>
                  </a:cubicBezTo>
                  <a:cubicBezTo>
                    <a:pt x="120" y="726"/>
                    <a:pt x="96" y="750"/>
                    <a:pt x="84" y="786"/>
                  </a:cubicBezTo>
                  <a:cubicBezTo>
                    <a:pt x="72" y="833"/>
                    <a:pt x="60" y="869"/>
                    <a:pt x="49" y="917"/>
                  </a:cubicBezTo>
                  <a:cubicBezTo>
                    <a:pt x="49" y="941"/>
                    <a:pt x="37" y="964"/>
                    <a:pt x="25" y="1000"/>
                  </a:cubicBezTo>
                  <a:cubicBezTo>
                    <a:pt x="13" y="1072"/>
                    <a:pt x="1" y="1143"/>
                    <a:pt x="1" y="1226"/>
                  </a:cubicBezTo>
                  <a:lnTo>
                    <a:pt x="1" y="14954"/>
                  </a:lnTo>
                  <a:cubicBezTo>
                    <a:pt x="1" y="15633"/>
                    <a:pt x="549" y="16181"/>
                    <a:pt x="1227" y="16181"/>
                  </a:cubicBezTo>
                  <a:cubicBezTo>
                    <a:pt x="1311" y="16181"/>
                    <a:pt x="1394" y="16169"/>
                    <a:pt x="1477" y="16157"/>
                  </a:cubicBezTo>
                  <a:lnTo>
                    <a:pt x="1513" y="16145"/>
                  </a:lnTo>
                  <a:cubicBezTo>
                    <a:pt x="1584" y="16121"/>
                    <a:pt x="1656" y="16097"/>
                    <a:pt x="1715" y="16073"/>
                  </a:cubicBezTo>
                  <a:lnTo>
                    <a:pt x="1739" y="16073"/>
                  </a:lnTo>
                  <a:cubicBezTo>
                    <a:pt x="1882" y="16002"/>
                    <a:pt x="2013" y="15907"/>
                    <a:pt x="2120" y="15788"/>
                  </a:cubicBezTo>
                  <a:cubicBezTo>
                    <a:pt x="2335" y="15561"/>
                    <a:pt x="2442" y="15276"/>
                    <a:pt x="2454" y="14966"/>
                  </a:cubicBezTo>
                  <a:lnTo>
                    <a:pt x="2454" y="1226"/>
                  </a:lnTo>
                  <a:cubicBezTo>
                    <a:pt x="2454" y="548"/>
                    <a:pt x="1906" y="0"/>
                    <a:pt x="1227" y="0"/>
                  </a:cubicBezTo>
                  <a:close/>
                </a:path>
              </a:pathLst>
            </a:custGeom>
            <a:solidFill>
              <a:srgbClr val="272425">
                <a:alpha val="200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 name="Google Shape;543;p6"/>
            <p:cNvSpPr/>
            <p:nvPr/>
          </p:nvSpPr>
          <p:spPr>
            <a:xfrm>
              <a:off x="2470258" y="-148189"/>
              <a:ext cx="79087" cy="529240"/>
            </a:xfrm>
            <a:custGeom>
              <a:avLst/>
              <a:gdLst/>
              <a:ahLst/>
              <a:cxnLst/>
              <a:rect l="l" t="t" r="r" b="b"/>
              <a:pathLst>
                <a:path w="2418" h="16181" extrusionOk="0">
                  <a:moveTo>
                    <a:pt x="1132" y="0"/>
                  </a:moveTo>
                  <a:cubicBezTo>
                    <a:pt x="1037" y="0"/>
                    <a:pt x="953" y="24"/>
                    <a:pt x="870" y="48"/>
                  </a:cubicBezTo>
                  <a:cubicBezTo>
                    <a:pt x="823" y="60"/>
                    <a:pt x="775" y="71"/>
                    <a:pt x="739" y="83"/>
                  </a:cubicBezTo>
                  <a:cubicBezTo>
                    <a:pt x="703" y="107"/>
                    <a:pt x="668" y="119"/>
                    <a:pt x="644" y="131"/>
                  </a:cubicBezTo>
                  <a:cubicBezTo>
                    <a:pt x="608" y="155"/>
                    <a:pt x="584" y="167"/>
                    <a:pt x="561" y="179"/>
                  </a:cubicBezTo>
                  <a:cubicBezTo>
                    <a:pt x="537" y="202"/>
                    <a:pt x="513" y="214"/>
                    <a:pt x="489" y="226"/>
                  </a:cubicBezTo>
                  <a:cubicBezTo>
                    <a:pt x="465" y="238"/>
                    <a:pt x="442" y="262"/>
                    <a:pt x="430" y="274"/>
                  </a:cubicBezTo>
                  <a:lnTo>
                    <a:pt x="370" y="322"/>
                  </a:lnTo>
                  <a:lnTo>
                    <a:pt x="322" y="369"/>
                  </a:lnTo>
                  <a:cubicBezTo>
                    <a:pt x="311" y="381"/>
                    <a:pt x="299" y="393"/>
                    <a:pt x="287" y="417"/>
                  </a:cubicBezTo>
                  <a:lnTo>
                    <a:pt x="239" y="464"/>
                  </a:lnTo>
                  <a:lnTo>
                    <a:pt x="215" y="512"/>
                  </a:lnTo>
                  <a:lnTo>
                    <a:pt x="180" y="560"/>
                  </a:lnTo>
                  <a:cubicBezTo>
                    <a:pt x="168" y="572"/>
                    <a:pt x="156" y="583"/>
                    <a:pt x="144" y="607"/>
                  </a:cubicBezTo>
                  <a:cubicBezTo>
                    <a:pt x="144" y="619"/>
                    <a:pt x="132" y="631"/>
                    <a:pt x="120" y="655"/>
                  </a:cubicBezTo>
                  <a:lnTo>
                    <a:pt x="96" y="703"/>
                  </a:lnTo>
                  <a:lnTo>
                    <a:pt x="72" y="750"/>
                  </a:lnTo>
                  <a:cubicBezTo>
                    <a:pt x="72" y="762"/>
                    <a:pt x="61" y="774"/>
                    <a:pt x="61" y="786"/>
                  </a:cubicBezTo>
                  <a:lnTo>
                    <a:pt x="37" y="833"/>
                  </a:lnTo>
                  <a:lnTo>
                    <a:pt x="25" y="881"/>
                  </a:lnTo>
                  <a:lnTo>
                    <a:pt x="13" y="929"/>
                  </a:lnTo>
                  <a:cubicBezTo>
                    <a:pt x="13" y="953"/>
                    <a:pt x="13" y="964"/>
                    <a:pt x="1" y="976"/>
                  </a:cubicBezTo>
                  <a:cubicBezTo>
                    <a:pt x="1" y="1000"/>
                    <a:pt x="1" y="1012"/>
                    <a:pt x="1" y="1024"/>
                  </a:cubicBezTo>
                  <a:cubicBezTo>
                    <a:pt x="1" y="1048"/>
                    <a:pt x="1" y="1060"/>
                    <a:pt x="1" y="1072"/>
                  </a:cubicBezTo>
                  <a:lnTo>
                    <a:pt x="1" y="1119"/>
                  </a:lnTo>
                  <a:lnTo>
                    <a:pt x="1" y="1167"/>
                  </a:lnTo>
                  <a:lnTo>
                    <a:pt x="1" y="1214"/>
                  </a:lnTo>
                  <a:lnTo>
                    <a:pt x="1" y="14954"/>
                  </a:lnTo>
                  <a:lnTo>
                    <a:pt x="1" y="14990"/>
                  </a:lnTo>
                  <a:lnTo>
                    <a:pt x="1" y="15050"/>
                  </a:lnTo>
                  <a:lnTo>
                    <a:pt x="1" y="15097"/>
                  </a:lnTo>
                  <a:cubicBezTo>
                    <a:pt x="1" y="15109"/>
                    <a:pt x="1" y="15121"/>
                    <a:pt x="1" y="15145"/>
                  </a:cubicBezTo>
                  <a:cubicBezTo>
                    <a:pt x="13" y="15157"/>
                    <a:pt x="1" y="15169"/>
                    <a:pt x="1" y="15192"/>
                  </a:cubicBezTo>
                  <a:cubicBezTo>
                    <a:pt x="1" y="15204"/>
                    <a:pt x="1" y="15216"/>
                    <a:pt x="13" y="15240"/>
                  </a:cubicBezTo>
                  <a:cubicBezTo>
                    <a:pt x="25" y="15252"/>
                    <a:pt x="13" y="15276"/>
                    <a:pt x="25" y="15288"/>
                  </a:cubicBezTo>
                  <a:cubicBezTo>
                    <a:pt x="37" y="15300"/>
                    <a:pt x="37" y="15323"/>
                    <a:pt x="49" y="15335"/>
                  </a:cubicBezTo>
                  <a:cubicBezTo>
                    <a:pt x="49" y="15347"/>
                    <a:pt x="49" y="15371"/>
                    <a:pt x="61" y="15383"/>
                  </a:cubicBezTo>
                  <a:cubicBezTo>
                    <a:pt x="61" y="15407"/>
                    <a:pt x="72" y="15419"/>
                    <a:pt x="84" y="15431"/>
                  </a:cubicBezTo>
                  <a:cubicBezTo>
                    <a:pt x="84" y="15454"/>
                    <a:pt x="96" y="15466"/>
                    <a:pt x="96" y="15478"/>
                  </a:cubicBezTo>
                  <a:cubicBezTo>
                    <a:pt x="108" y="15502"/>
                    <a:pt x="120" y="15514"/>
                    <a:pt x="120" y="15526"/>
                  </a:cubicBezTo>
                  <a:cubicBezTo>
                    <a:pt x="168" y="15597"/>
                    <a:pt x="144" y="15573"/>
                    <a:pt x="180" y="15633"/>
                  </a:cubicBezTo>
                  <a:cubicBezTo>
                    <a:pt x="191" y="15645"/>
                    <a:pt x="203" y="15669"/>
                    <a:pt x="215" y="15681"/>
                  </a:cubicBezTo>
                  <a:lnTo>
                    <a:pt x="251" y="15728"/>
                  </a:lnTo>
                  <a:lnTo>
                    <a:pt x="299" y="15776"/>
                  </a:lnTo>
                  <a:lnTo>
                    <a:pt x="346" y="15823"/>
                  </a:lnTo>
                  <a:lnTo>
                    <a:pt x="394" y="15871"/>
                  </a:lnTo>
                  <a:cubicBezTo>
                    <a:pt x="418" y="15895"/>
                    <a:pt x="442" y="15907"/>
                    <a:pt x="453" y="15931"/>
                  </a:cubicBezTo>
                  <a:lnTo>
                    <a:pt x="525" y="15978"/>
                  </a:lnTo>
                  <a:cubicBezTo>
                    <a:pt x="584" y="16014"/>
                    <a:pt x="644" y="16050"/>
                    <a:pt x="715" y="16073"/>
                  </a:cubicBezTo>
                  <a:cubicBezTo>
                    <a:pt x="751" y="16097"/>
                    <a:pt x="799" y="16109"/>
                    <a:pt x="846" y="16121"/>
                  </a:cubicBezTo>
                  <a:cubicBezTo>
                    <a:pt x="953" y="16157"/>
                    <a:pt x="1073" y="16181"/>
                    <a:pt x="1192" y="16181"/>
                  </a:cubicBezTo>
                  <a:lnTo>
                    <a:pt x="1204" y="16181"/>
                  </a:lnTo>
                  <a:cubicBezTo>
                    <a:pt x="1311" y="16181"/>
                    <a:pt x="1418" y="16169"/>
                    <a:pt x="1525" y="16133"/>
                  </a:cubicBezTo>
                  <a:cubicBezTo>
                    <a:pt x="1573" y="16121"/>
                    <a:pt x="1620" y="16109"/>
                    <a:pt x="1668" y="16085"/>
                  </a:cubicBezTo>
                  <a:cubicBezTo>
                    <a:pt x="1704" y="16073"/>
                    <a:pt x="1739" y="16062"/>
                    <a:pt x="1763" y="16038"/>
                  </a:cubicBezTo>
                  <a:lnTo>
                    <a:pt x="1846" y="15990"/>
                  </a:lnTo>
                  <a:lnTo>
                    <a:pt x="1918" y="15942"/>
                  </a:lnTo>
                  <a:cubicBezTo>
                    <a:pt x="1942" y="15931"/>
                    <a:pt x="1966" y="15919"/>
                    <a:pt x="1989" y="15907"/>
                  </a:cubicBezTo>
                  <a:lnTo>
                    <a:pt x="2037" y="15859"/>
                  </a:lnTo>
                  <a:cubicBezTo>
                    <a:pt x="2049" y="15835"/>
                    <a:pt x="2073" y="15823"/>
                    <a:pt x="2085" y="15812"/>
                  </a:cubicBezTo>
                  <a:lnTo>
                    <a:pt x="2132" y="15752"/>
                  </a:lnTo>
                  <a:cubicBezTo>
                    <a:pt x="2144" y="15740"/>
                    <a:pt x="2156" y="15728"/>
                    <a:pt x="2168" y="15704"/>
                  </a:cubicBezTo>
                  <a:cubicBezTo>
                    <a:pt x="2180" y="15692"/>
                    <a:pt x="2192" y="15681"/>
                    <a:pt x="2204" y="15657"/>
                  </a:cubicBezTo>
                  <a:cubicBezTo>
                    <a:pt x="2216" y="15645"/>
                    <a:pt x="2227" y="15633"/>
                    <a:pt x="2239" y="15609"/>
                  </a:cubicBezTo>
                  <a:lnTo>
                    <a:pt x="2263" y="15561"/>
                  </a:lnTo>
                  <a:lnTo>
                    <a:pt x="2287" y="15514"/>
                  </a:lnTo>
                  <a:cubicBezTo>
                    <a:pt x="2299" y="15502"/>
                    <a:pt x="2311" y="15478"/>
                    <a:pt x="2311" y="15466"/>
                  </a:cubicBezTo>
                  <a:cubicBezTo>
                    <a:pt x="2323" y="15454"/>
                    <a:pt x="2335" y="15431"/>
                    <a:pt x="2335" y="15419"/>
                  </a:cubicBezTo>
                  <a:cubicBezTo>
                    <a:pt x="2347" y="15407"/>
                    <a:pt x="2347" y="15383"/>
                    <a:pt x="2358" y="15371"/>
                  </a:cubicBezTo>
                  <a:cubicBezTo>
                    <a:pt x="2358" y="15359"/>
                    <a:pt x="2370" y="15335"/>
                    <a:pt x="2370" y="15323"/>
                  </a:cubicBezTo>
                  <a:cubicBezTo>
                    <a:pt x="2382" y="15311"/>
                    <a:pt x="2382" y="15288"/>
                    <a:pt x="2382" y="15276"/>
                  </a:cubicBezTo>
                  <a:lnTo>
                    <a:pt x="2394" y="15228"/>
                  </a:lnTo>
                  <a:lnTo>
                    <a:pt x="2406" y="15180"/>
                  </a:lnTo>
                  <a:cubicBezTo>
                    <a:pt x="2406" y="15157"/>
                    <a:pt x="2418" y="15145"/>
                    <a:pt x="2418" y="15133"/>
                  </a:cubicBezTo>
                  <a:lnTo>
                    <a:pt x="2418" y="15085"/>
                  </a:lnTo>
                  <a:lnTo>
                    <a:pt x="2418" y="15026"/>
                  </a:lnTo>
                  <a:lnTo>
                    <a:pt x="2418" y="14978"/>
                  </a:lnTo>
                  <a:lnTo>
                    <a:pt x="2418" y="14954"/>
                  </a:lnTo>
                  <a:lnTo>
                    <a:pt x="2418" y="1214"/>
                  </a:lnTo>
                  <a:lnTo>
                    <a:pt x="2406" y="1214"/>
                  </a:lnTo>
                  <a:lnTo>
                    <a:pt x="2406" y="1167"/>
                  </a:lnTo>
                  <a:lnTo>
                    <a:pt x="2406" y="1119"/>
                  </a:lnTo>
                  <a:lnTo>
                    <a:pt x="2406" y="1072"/>
                  </a:lnTo>
                  <a:cubicBezTo>
                    <a:pt x="2406" y="1060"/>
                    <a:pt x="2406" y="1036"/>
                    <a:pt x="2406" y="1024"/>
                  </a:cubicBezTo>
                  <a:lnTo>
                    <a:pt x="2406" y="976"/>
                  </a:lnTo>
                  <a:cubicBezTo>
                    <a:pt x="2406" y="964"/>
                    <a:pt x="2394" y="941"/>
                    <a:pt x="2394" y="929"/>
                  </a:cubicBezTo>
                  <a:cubicBezTo>
                    <a:pt x="2382" y="917"/>
                    <a:pt x="2382" y="893"/>
                    <a:pt x="2370" y="881"/>
                  </a:cubicBezTo>
                  <a:cubicBezTo>
                    <a:pt x="2370" y="869"/>
                    <a:pt x="2370" y="845"/>
                    <a:pt x="2358" y="833"/>
                  </a:cubicBezTo>
                  <a:lnTo>
                    <a:pt x="2347" y="786"/>
                  </a:lnTo>
                  <a:lnTo>
                    <a:pt x="2323" y="738"/>
                  </a:lnTo>
                  <a:cubicBezTo>
                    <a:pt x="2323" y="714"/>
                    <a:pt x="2311" y="703"/>
                    <a:pt x="2299" y="691"/>
                  </a:cubicBezTo>
                  <a:cubicBezTo>
                    <a:pt x="2299" y="667"/>
                    <a:pt x="2287" y="655"/>
                    <a:pt x="2275" y="643"/>
                  </a:cubicBezTo>
                  <a:lnTo>
                    <a:pt x="2251" y="595"/>
                  </a:lnTo>
                  <a:lnTo>
                    <a:pt x="2216" y="548"/>
                  </a:lnTo>
                  <a:cubicBezTo>
                    <a:pt x="2204" y="524"/>
                    <a:pt x="2192" y="512"/>
                    <a:pt x="2180" y="500"/>
                  </a:cubicBezTo>
                  <a:cubicBezTo>
                    <a:pt x="2168" y="476"/>
                    <a:pt x="2156" y="464"/>
                    <a:pt x="2144" y="452"/>
                  </a:cubicBezTo>
                  <a:lnTo>
                    <a:pt x="2108" y="393"/>
                  </a:lnTo>
                  <a:lnTo>
                    <a:pt x="2061" y="345"/>
                  </a:lnTo>
                  <a:lnTo>
                    <a:pt x="2001" y="298"/>
                  </a:lnTo>
                  <a:cubicBezTo>
                    <a:pt x="1989" y="286"/>
                    <a:pt x="1966" y="274"/>
                    <a:pt x="1942" y="250"/>
                  </a:cubicBezTo>
                  <a:lnTo>
                    <a:pt x="1882" y="202"/>
                  </a:lnTo>
                  <a:lnTo>
                    <a:pt x="1799" y="155"/>
                  </a:lnTo>
                  <a:cubicBezTo>
                    <a:pt x="1763" y="143"/>
                    <a:pt x="1739" y="119"/>
                    <a:pt x="1704" y="107"/>
                  </a:cubicBezTo>
                  <a:cubicBezTo>
                    <a:pt x="1668" y="95"/>
                    <a:pt x="1620" y="71"/>
                    <a:pt x="1573" y="60"/>
                  </a:cubicBezTo>
                  <a:cubicBezTo>
                    <a:pt x="1501" y="36"/>
                    <a:pt x="1418" y="12"/>
                    <a:pt x="1334" y="12"/>
                  </a:cubicBezTo>
                  <a:cubicBezTo>
                    <a:pt x="1287" y="0"/>
                    <a:pt x="1251" y="0"/>
                    <a:pt x="120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 name="Google Shape;544;p6"/>
            <p:cNvSpPr/>
            <p:nvPr/>
          </p:nvSpPr>
          <p:spPr>
            <a:xfrm>
              <a:off x="4059511" y="-169612"/>
              <a:ext cx="142572" cy="125041"/>
            </a:xfrm>
            <a:custGeom>
              <a:avLst/>
              <a:gdLst/>
              <a:ahLst/>
              <a:cxnLst/>
              <a:rect l="l" t="t" r="r" b="b"/>
              <a:pathLst>
                <a:path w="4359" h="3823" extrusionOk="0">
                  <a:moveTo>
                    <a:pt x="1131" y="0"/>
                  </a:moveTo>
                  <a:cubicBezTo>
                    <a:pt x="512" y="0"/>
                    <a:pt x="0" y="512"/>
                    <a:pt x="0" y="1131"/>
                  </a:cubicBezTo>
                  <a:lnTo>
                    <a:pt x="0" y="2679"/>
                  </a:lnTo>
                  <a:cubicBezTo>
                    <a:pt x="0" y="3310"/>
                    <a:pt x="512" y="3810"/>
                    <a:pt x="1131" y="3822"/>
                  </a:cubicBezTo>
                  <a:lnTo>
                    <a:pt x="3215" y="3822"/>
                  </a:lnTo>
                  <a:cubicBezTo>
                    <a:pt x="3846" y="3810"/>
                    <a:pt x="4358" y="3310"/>
                    <a:pt x="4358" y="2679"/>
                  </a:cubicBezTo>
                  <a:lnTo>
                    <a:pt x="4358" y="1131"/>
                  </a:lnTo>
                  <a:cubicBezTo>
                    <a:pt x="4358" y="512"/>
                    <a:pt x="3846" y="0"/>
                    <a:pt x="3215" y="0"/>
                  </a:cubicBezTo>
                  <a:close/>
                </a:path>
              </a:pathLst>
            </a:custGeom>
            <a:solidFill>
              <a:srgbClr val="821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 name="Google Shape;545;p6"/>
            <p:cNvSpPr/>
            <p:nvPr/>
          </p:nvSpPr>
          <p:spPr>
            <a:xfrm>
              <a:off x="4059511" y="277825"/>
              <a:ext cx="142572" cy="124648"/>
            </a:xfrm>
            <a:custGeom>
              <a:avLst/>
              <a:gdLst/>
              <a:ahLst/>
              <a:cxnLst/>
              <a:rect l="l" t="t" r="r" b="b"/>
              <a:pathLst>
                <a:path w="4359" h="3811" extrusionOk="0">
                  <a:moveTo>
                    <a:pt x="1131" y="0"/>
                  </a:moveTo>
                  <a:cubicBezTo>
                    <a:pt x="512" y="0"/>
                    <a:pt x="0" y="512"/>
                    <a:pt x="0" y="1132"/>
                  </a:cubicBezTo>
                  <a:lnTo>
                    <a:pt x="0" y="2679"/>
                  </a:lnTo>
                  <a:cubicBezTo>
                    <a:pt x="0" y="3310"/>
                    <a:pt x="512" y="3810"/>
                    <a:pt x="1131" y="3810"/>
                  </a:cubicBezTo>
                  <a:lnTo>
                    <a:pt x="3215" y="3810"/>
                  </a:lnTo>
                  <a:cubicBezTo>
                    <a:pt x="3846" y="3810"/>
                    <a:pt x="4358" y="3310"/>
                    <a:pt x="4358" y="2679"/>
                  </a:cubicBezTo>
                  <a:lnTo>
                    <a:pt x="4358" y="1132"/>
                  </a:lnTo>
                  <a:cubicBezTo>
                    <a:pt x="4358" y="512"/>
                    <a:pt x="3846" y="0"/>
                    <a:pt x="3215" y="0"/>
                  </a:cubicBezTo>
                  <a:close/>
                </a:path>
              </a:pathLst>
            </a:custGeom>
            <a:solidFill>
              <a:srgbClr val="821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 name="Google Shape;546;p6"/>
            <p:cNvSpPr/>
            <p:nvPr/>
          </p:nvSpPr>
          <p:spPr>
            <a:xfrm>
              <a:off x="4082079" y="-148189"/>
              <a:ext cx="80264" cy="529240"/>
            </a:xfrm>
            <a:custGeom>
              <a:avLst/>
              <a:gdLst/>
              <a:ahLst/>
              <a:cxnLst/>
              <a:rect l="l" t="t" r="r" b="b"/>
              <a:pathLst>
                <a:path w="2454" h="16181" extrusionOk="0">
                  <a:moveTo>
                    <a:pt x="1227" y="0"/>
                  </a:moveTo>
                  <a:cubicBezTo>
                    <a:pt x="930" y="0"/>
                    <a:pt x="632" y="119"/>
                    <a:pt x="418" y="310"/>
                  </a:cubicBezTo>
                  <a:lnTo>
                    <a:pt x="394" y="333"/>
                  </a:lnTo>
                  <a:cubicBezTo>
                    <a:pt x="358" y="369"/>
                    <a:pt x="334" y="393"/>
                    <a:pt x="299" y="429"/>
                  </a:cubicBezTo>
                  <a:cubicBezTo>
                    <a:pt x="275" y="452"/>
                    <a:pt x="263" y="476"/>
                    <a:pt x="251" y="500"/>
                  </a:cubicBezTo>
                  <a:cubicBezTo>
                    <a:pt x="227" y="524"/>
                    <a:pt x="203" y="560"/>
                    <a:pt x="180" y="595"/>
                  </a:cubicBezTo>
                  <a:cubicBezTo>
                    <a:pt x="156" y="631"/>
                    <a:pt x="144" y="655"/>
                    <a:pt x="132" y="691"/>
                  </a:cubicBezTo>
                  <a:cubicBezTo>
                    <a:pt x="108" y="726"/>
                    <a:pt x="96" y="750"/>
                    <a:pt x="84" y="786"/>
                  </a:cubicBezTo>
                  <a:cubicBezTo>
                    <a:pt x="72" y="833"/>
                    <a:pt x="60" y="869"/>
                    <a:pt x="49" y="917"/>
                  </a:cubicBezTo>
                  <a:cubicBezTo>
                    <a:pt x="49" y="941"/>
                    <a:pt x="37" y="964"/>
                    <a:pt x="25" y="1000"/>
                  </a:cubicBezTo>
                  <a:cubicBezTo>
                    <a:pt x="13" y="1072"/>
                    <a:pt x="1" y="1143"/>
                    <a:pt x="1" y="1226"/>
                  </a:cubicBezTo>
                  <a:lnTo>
                    <a:pt x="1" y="14954"/>
                  </a:lnTo>
                  <a:cubicBezTo>
                    <a:pt x="1" y="15633"/>
                    <a:pt x="549" y="16181"/>
                    <a:pt x="1227" y="16181"/>
                  </a:cubicBezTo>
                  <a:cubicBezTo>
                    <a:pt x="1311" y="16181"/>
                    <a:pt x="1394" y="16169"/>
                    <a:pt x="1477" y="16157"/>
                  </a:cubicBezTo>
                  <a:lnTo>
                    <a:pt x="1525" y="16145"/>
                  </a:lnTo>
                  <a:cubicBezTo>
                    <a:pt x="1584" y="16121"/>
                    <a:pt x="1656" y="16097"/>
                    <a:pt x="1727" y="16073"/>
                  </a:cubicBezTo>
                  <a:lnTo>
                    <a:pt x="1739" y="16073"/>
                  </a:lnTo>
                  <a:cubicBezTo>
                    <a:pt x="1882" y="16002"/>
                    <a:pt x="2013" y="15907"/>
                    <a:pt x="2120" y="15788"/>
                  </a:cubicBezTo>
                  <a:cubicBezTo>
                    <a:pt x="2335" y="15561"/>
                    <a:pt x="2454" y="15276"/>
                    <a:pt x="2454" y="14966"/>
                  </a:cubicBezTo>
                  <a:lnTo>
                    <a:pt x="2454" y="1226"/>
                  </a:lnTo>
                  <a:cubicBezTo>
                    <a:pt x="2454" y="548"/>
                    <a:pt x="1906" y="0"/>
                    <a:pt x="1227" y="0"/>
                  </a:cubicBezTo>
                  <a:close/>
                </a:path>
              </a:pathLst>
            </a:custGeom>
            <a:solidFill>
              <a:srgbClr val="272425">
                <a:alpha val="200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 name="Google Shape;547;p6"/>
            <p:cNvSpPr/>
            <p:nvPr/>
          </p:nvSpPr>
          <p:spPr>
            <a:xfrm>
              <a:off x="4093003" y="-148189"/>
              <a:ext cx="79872" cy="529240"/>
            </a:xfrm>
            <a:custGeom>
              <a:avLst/>
              <a:gdLst/>
              <a:ahLst/>
              <a:cxnLst/>
              <a:rect l="l" t="t" r="r" b="b"/>
              <a:pathLst>
                <a:path w="2442" h="16181" extrusionOk="0">
                  <a:moveTo>
                    <a:pt x="1143" y="0"/>
                  </a:moveTo>
                  <a:cubicBezTo>
                    <a:pt x="1048" y="0"/>
                    <a:pt x="965" y="24"/>
                    <a:pt x="881" y="48"/>
                  </a:cubicBezTo>
                  <a:cubicBezTo>
                    <a:pt x="834" y="60"/>
                    <a:pt x="798" y="71"/>
                    <a:pt x="750" y="83"/>
                  </a:cubicBezTo>
                  <a:cubicBezTo>
                    <a:pt x="715" y="107"/>
                    <a:pt x="679" y="119"/>
                    <a:pt x="655" y="131"/>
                  </a:cubicBezTo>
                  <a:cubicBezTo>
                    <a:pt x="619" y="155"/>
                    <a:pt x="596" y="167"/>
                    <a:pt x="572" y="179"/>
                  </a:cubicBezTo>
                  <a:cubicBezTo>
                    <a:pt x="548" y="202"/>
                    <a:pt x="524" y="214"/>
                    <a:pt x="500" y="226"/>
                  </a:cubicBezTo>
                  <a:lnTo>
                    <a:pt x="441" y="274"/>
                  </a:lnTo>
                  <a:lnTo>
                    <a:pt x="393" y="322"/>
                  </a:lnTo>
                  <a:cubicBezTo>
                    <a:pt x="369" y="333"/>
                    <a:pt x="358" y="357"/>
                    <a:pt x="346" y="369"/>
                  </a:cubicBezTo>
                  <a:cubicBezTo>
                    <a:pt x="322" y="381"/>
                    <a:pt x="310" y="393"/>
                    <a:pt x="298" y="417"/>
                  </a:cubicBezTo>
                  <a:cubicBezTo>
                    <a:pt x="286" y="429"/>
                    <a:pt x="274" y="441"/>
                    <a:pt x="262" y="464"/>
                  </a:cubicBezTo>
                  <a:cubicBezTo>
                    <a:pt x="250" y="476"/>
                    <a:pt x="238" y="488"/>
                    <a:pt x="227" y="512"/>
                  </a:cubicBezTo>
                  <a:lnTo>
                    <a:pt x="191" y="560"/>
                  </a:lnTo>
                  <a:lnTo>
                    <a:pt x="167" y="607"/>
                  </a:lnTo>
                  <a:lnTo>
                    <a:pt x="131" y="655"/>
                  </a:lnTo>
                  <a:lnTo>
                    <a:pt x="107" y="703"/>
                  </a:lnTo>
                  <a:cubicBezTo>
                    <a:pt x="107" y="714"/>
                    <a:pt x="96" y="726"/>
                    <a:pt x="96" y="750"/>
                  </a:cubicBezTo>
                  <a:cubicBezTo>
                    <a:pt x="84" y="762"/>
                    <a:pt x="84" y="774"/>
                    <a:pt x="72" y="786"/>
                  </a:cubicBezTo>
                  <a:lnTo>
                    <a:pt x="60" y="833"/>
                  </a:lnTo>
                  <a:lnTo>
                    <a:pt x="36" y="881"/>
                  </a:lnTo>
                  <a:cubicBezTo>
                    <a:pt x="36" y="905"/>
                    <a:pt x="36" y="917"/>
                    <a:pt x="24" y="929"/>
                  </a:cubicBezTo>
                  <a:cubicBezTo>
                    <a:pt x="24" y="953"/>
                    <a:pt x="24" y="964"/>
                    <a:pt x="12" y="976"/>
                  </a:cubicBezTo>
                  <a:cubicBezTo>
                    <a:pt x="12" y="1000"/>
                    <a:pt x="12" y="1012"/>
                    <a:pt x="12" y="1024"/>
                  </a:cubicBezTo>
                  <a:cubicBezTo>
                    <a:pt x="0" y="1048"/>
                    <a:pt x="12" y="1060"/>
                    <a:pt x="12" y="1072"/>
                  </a:cubicBezTo>
                  <a:lnTo>
                    <a:pt x="12" y="1119"/>
                  </a:lnTo>
                  <a:lnTo>
                    <a:pt x="12" y="1167"/>
                  </a:lnTo>
                  <a:lnTo>
                    <a:pt x="12" y="1214"/>
                  </a:lnTo>
                  <a:lnTo>
                    <a:pt x="12" y="14954"/>
                  </a:lnTo>
                  <a:cubicBezTo>
                    <a:pt x="12" y="14966"/>
                    <a:pt x="12" y="14978"/>
                    <a:pt x="12" y="14990"/>
                  </a:cubicBezTo>
                  <a:lnTo>
                    <a:pt x="12" y="15050"/>
                  </a:lnTo>
                  <a:cubicBezTo>
                    <a:pt x="12" y="15061"/>
                    <a:pt x="12" y="15073"/>
                    <a:pt x="12" y="15097"/>
                  </a:cubicBezTo>
                  <a:cubicBezTo>
                    <a:pt x="12" y="15109"/>
                    <a:pt x="12" y="15121"/>
                    <a:pt x="12" y="15145"/>
                  </a:cubicBezTo>
                  <a:cubicBezTo>
                    <a:pt x="12" y="15157"/>
                    <a:pt x="12" y="15169"/>
                    <a:pt x="12" y="15192"/>
                  </a:cubicBezTo>
                  <a:cubicBezTo>
                    <a:pt x="12" y="15204"/>
                    <a:pt x="12" y="15216"/>
                    <a:pt x="24" y="15240"/>
                  </a:cubicBezTo>
                  <a:cubicBezTo>
                    <a:pt x="36" y="15252"/>
                    <a:pt x="36" y="15276"/>
                    <a:pt x="36" y="15288"/>
                  </a:cubicBezTo>
                  <a:cubicBezTo>
                    <a:pt x="48" y="15300"/>
                    <a:pt x="48" y="15323"/>
                    <a:pt x="60" y="15335"/>
                  </a:cubicBezTo>
                  <a:lnTo>
                    <a:pt x="72" y="15383"/>
                  </a:lnTo>
                  <a:cubicBezTo>
                    <a:pt x="72" y="15407"/>
                    <a:pt x="84" y="15419"/>
                    <a:pt x="96" y="15431"/>
                  </a:cubicBezTo>
                  <a:cubicBezTo>
                    <a:pt x="96" y="15454"/>
                    <a:pt x="107" y="15466"/>
                    <a:pt x="119" y="15478"/>
                  </a:cubicBezTo>
                  <a:cubicBezTo>
                    <a:pt x="119" y="15502"/>
                    <a:pt x="131" y="15514"/>
                    <a:pt x="143" y="15526"/>
                  </a:cubicBezTo>
                  <a:cubicBezTo>
                    <a:pt x="143" y="15550"/>
                    <a:pt x="155" y="15561"/>
                    <a:pt x="167" y="15585"/>
                  </a:cubicBezTo>
                  <a:cubicBezTo>
                    <a:pt x="179" y="15597"/>
                    <a:pt x="191" y="15609"/>
                    <a:pt x="191" y="15633"/>
                  </a:cubicBezTo>
                  <a:lnTo>
                    <a:pt x="227" y="15681"/>
                  </a:lnTo>
                  <a:lnTo>
                    <a:pt x="262" y="15728"/>
                  </a:lnTo>
                  <a:lnTo>
                    <a:pt x="310" y="15776"/>
                  </a:lnTo>
                  <a:lnTo>
                    <a:pt x="358" y="15823"/>
                  </a:lnTo>
                  <a:lnTo>
                    <a:pt x="417" y="15871"/>
                  </a:lnTo>
                  <a:cubicBezTo>
                    <a:pt x="429" y="15895"/>
                    <a:pt x="453" y="15907"/>
                    <a:pt x="477" y="15931"/>
                  </a:cubicBezTo>
                  <a:cubicBezTo>
                    <a:pt x="500" y="15942"/>
                    <a:pt x="512" y="15954"/>
                    <a:pt x="536" y="15978"/>
                  </a:cubicBezTo>
                  <a:cubicBezTo>
                    <a:pt x="596" y="16014"/>
                    <a:pt x="655" y="16050"/>
                    <a:pt x="727" y="16073"/>
                  </a:cubicBezTo>
                  <a:cubicBezTo>
                    <a:pt x="762" y="16097"/>
                    <a:pt x="810" y="16109"/>
                    <a:pt x="858" y="16121"/>
                  </a:cubicBezTo>
                  <a:cubicBezTo>
                    <a:pt x="965" y="16157"/>
                    <a:pt x="1084" y="16181"/>
                    <a:pt x="1215" y="16181"/>
                  </a:cubicBezTo>
                  <a:lnTo>
                    <a:pt x="1227" y="16181"/>
                  </a:lnTo>
                  <a:cubicBezTo>
                    <a:pt x="1334" y="16181"/>
                    <a:pt x="1441" y="16169"/>
                    <a:pt x="1536" y="16133"/>
                  </a:cubicBezTo>
                  <a:cubicBezTo>
                    <a:pt x="1584" y="16121"/>
                    <a:pt x="1631" y="16109"/>
                    <a:pt x="1679" y="16085"/>
                  </a:cubicBezTo>
                  <a:cubicBezTo>
                    <a:pt x="1715" y="16073"/>
                    <a:pt x="1751" y="16062"/>
                    <a:pt x="1786" y="16038"/>
                  </a:cubicBezTo>
                  <a:cubicBezTo>
                    <a:pt x="1810" y="16026"/>
                    <a:pt x="1834" y="16014"/>
                    <a:pt x="1858" y="15990"/>
                  </a:cubicBezTo>
                  <a:lnTo>
                    <a:pt x="1929" y="15942"/>
                  </a:lnTo>
                  <a:cubicBezTo>
                    <a:pt x="1953" y="15931"/>
                    <a:pt x="1977" y="15919"/>
                    <a:pt x="2001" y="15907"/>
                  </a:cubicBezTo>
                  <a:cubicBezTo>
                    <a:pt x="2012" y="15883"/>
                    <a:pt x="2036" y="15871"/>
                    <a:pt x="2048" y="15859"/>
                  </a:cubicBezTo>
                  <a:lnTo>
                    <a:pt x="2096" y="15812"/>
                  </a:lnTo>
                  <a:lnTo>
                    <a:pt x="2143" y="15752"/>
                  </a:lnTo>
                  <a:cubicBezTo>
                    <a:pt x="2155" y="15740"/>
                    <a:pt x="2167" y="15728"/>
                    <a:pt x="2179" y="15704"/>
                  </a:cubicBezTo>
                  <a:lnTo>
                    <a:pt x="2215" y="15657"/>
                  </a:lnTo>
                  <a:lnTo>
                    <a:pt x="2251" y="15609"/>
                  </a:lnTo>
                  <a:lnTo>
                    <a:pt x="2274" y="15561"/>
                  </a:lnTo>
                  <a:cubicBezTo>
                    <a:pt x="2286" y="15550"/>
                    <a:pt x="2298" y="15538"/>
                    <a:pt x="2310" y="15514"/>
                  </a:cubicBezTo>
                  <a:cubicBezTo>
                    <a:pt x="2310" y="15502"/>
                    <a:pt x="2322" y="15478"/>
                    <a:pt x="2334" y="15466"/>
                  </a:cubicBezTo>
                  <a:cubicBezTo>
                    <a:pt x="2334" y="15454"/>
                    <a:pt x="2346" y="15431"/>
                    <a:pt x="2346" y="15419"/>
                  </a:cubicBezTo>
                  <a:cubicBezTo>
                    <a:pt x="2358" y="15407"/>
                    <a:pt x="2358" y="15383"/>
                    <a:pt x="2370" y="15371"/>
                  </a:cubicBezTo>
                  <a:cubicBezTo>
                    <a:pt x="2370" y="15359"/>
                    <a:pt x="2382" y="15335"/>
                    <a:pt x="2382" y="15323"/>
                  </a:cubicBezTo>
                  <a:cubicBezTo>
                    <a:pt x="2393" y="15311"/>
                    <a:pt x="2393" y="15288"/>
                    <a:pt x="2393" y="15276"/>
                  </a:cubicBezTo>
                  <a:cubicBezTo>
                    <a:pt x="2405" y="15264"/>
                    <a:pt x="2405" y="15240"/>
                    <a:pt x="2405" y="15228"/>
                  </a:cubicBezTo>
                  <a:cubicBezTo>
                    <a:pt x="2417" y="15204"/>
                    <a:pt x="2417" y="15192"/>
                    <a:pt x="2417" y="15180"/>
                  </a:cubicBezTo>
                  <a:cubicBezTo>
                    <a:pt x="2429" y="15157"/>
                    <a:pt x="2417" y="15145"/>
                    <a:pt x="2417" y="15133"/>
                  </a:cubicBezTo>
                  <a:lnTo>
                    <a:pt x="2417" y="15085"/>
                  </a:lnTo>
                  <a:lnTo>
                    <a:pt x="2417" y="15026"/>
                  </a:lnTo>
                  <a:lnTo>
                    <a:pt x="2417" y="14978"/>
                  </a:lnTo>
                  <a:lnTo>
                    <a:pt x="2417" y="1214"/>
                  </a:lnTo>
                  <a:lnTo>
                    <a:pt x="2441" y="1214"/>
                  </a:lnTo>
                  <a:lnTo>
                    <a:pt x="2441" y="1167"/>
                  </a:lnTo>
                  <a:lnTo>
                    <a:pt x="2441" y="1119"/>
                  </a:lnTo>
                  <a:cubicBezTo>
                    <a:pt x="2441" y="1107"/>
                    <a:pt x="2441" y="1084"/>
                    <a:pt x="2441" y="1072"/>
                  </a:cubicBezTo>
                  <a:cubicBezTo>
                    <a:pt x="2441" y="1060"/>
                    <a:pt x="2441" y="1036"/>
                    <a:pt x="2441" y="1024"/>
                  </a:cubicBezTo>
                  <a:cubicBezTo>
                    <a:pt x="2441" y="1012"/>
                    <a:pt x="2441" y="988"/>
                    <a:pt x="2441" y="976"/>
                  </a:cubicBezTo>
                  <a:cubicBezTo>
                    <a:pt x="2441" y="964"/>
                    <a:pt x="2429" y="941"/>
                    <a:pt x="2429" y="929"/>
                  </a:cubicBezTo>
                  <a:cubicBezTo>
                    <a:pt x="2429" y="905"/>
                    <a:pt x="2429" y="893"/>
                    <a:pt x="2417" y="881"/>
                  </a:cubicBezTo>
                  <a:cubicBezTo>
                    <a:pt x="2417" y="869"/>
                    <a:pt x="2405" y="845"/>
                    <a:pt x="2405" y="833"/>
                  </a:cubicBezTo>
                  <a:cubicBezTo>
                    <a:pt x="2405" y="810"/>
                    <a:pt x="2393" y="798"/>
                    <a:pt x="2382" y="786"/>
                  </a:cubicBezTo>
                  <a:cubicBezTo>
                    <a:pt x="2382" y="762"/>
                    <a:pt x="2370" y="750"/>
                    <a:pt x="2370" y="738"/>
                  </a:cubicBezTo>
                  <a:cubicBezTo>
                    <a:pt x="2358" y="714"/>
                    <a:pt x="2346" y="703"/>
                    <a:pt x="2346" y="691"/>
                  </a:cubicBezTo>
                  <a:lnTo>
                    <a:pt x="2298" y="643"/>
                  </a:lnTo>
                  <a:cubicBezTo>
                    <a:pt x="2286" y="619"/>
                    <a:pt x="2274" y="607"/>
                    <a:pt x="2263" y="595"/>
                  </a:cubicBezTo>
                  <a:cubicBezTo>
                    <a:pt x="2251" y="572"/>
                    <a:pt x="2251" y="560"/>
                    <a:pt x="2239" y="548"/>
                  </a:cubicBezTo>
                  <a:lnTo>
                    <a:pt x="2203" y="500"/>
                  </a:lnTo>
                  <a:lnTo>
                    <a:pt x="2167" y="452"/>
                  </a:lnTo>
                  <a:lnTo>
                    <a:pt x="2120" y="393"/>
                  </a:lnTo>
                  <a:lnTo>
                    <a:pt x="2072" y="345"/>
                  </a:lnTo>
                  <a:lnTo>
                    <a:pt x="2024" y="298"/>
                  </a:lnTo>
                  <a:cubicBezTo>
                    <a:pt x="2001" y="286"/>
                    <a:pt x="1977" y="274"/>
                    <a:pt x="1965" y="250"/>
                  </a:cubicBezTo>
                  <a:lnTo>
                    <a:pt x="1893" y="202"/>
                  </a:lnTo>
                  <a:lnTo>
                    <a:pt x="1810" y="155"/>
                  </a:lnTo>
                  <a:cubicBezTo>
                    <a:pt x="1786" y="143"/>
                    <a:pt x="1751" y="119"/>
                    <a:pt x="1715" y="107"/>
                  </a:cubicBezTo>
                  <a:cubicBezTo>
                    <a:pt x="1679" y="95"/>
                    <a:pt x="1631" y="71"/>
                    <a:pt x="1596" y="60"/>
                  </a:cubicBezTo>
                  <a:cubicBezTo>
                    <a:pt x="1512" y="36"/>
                    <a:pt x="1429" y="12"/>
                    <a:pt x="1346" y="12"/>
                  </a:cubicBezTo>
                  <a:cubicBezTo>
                    <a:pt x="1298" y="0"/>
                    <a:pt x="1262" y="0"/>
                    <a:pt x="121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 name="Google Shape;548;p6"/>
            <p:cNvSpPr/>
            <p:nvPr/>
          </p:nvSpPr>
          <p:spPr>
            <a:xfrm>
              <a:off x="3688772" y="-169612"/>
              <a:ext cx="142572" cy="125041"/>
            </a:xfrm>
            <a:custGeom>
              <a:avLst/>
              <a:gdLst/>
              <a:ahLst/>
              <a:cxnLst/>
              <a:rect l="l" t="t" r="r" b="b"/>
              <a:pathLst>
                <a:path w="4359" h="3823" extrusionOk="0">
                  <a:moveTo>
                    <a:pt x="1144" y="0"/>
                  </a:moveTo>
                  <a:cubicBezTo>
                    <a:pt x="513" y="0"/>
                    <a:pt x="1" y="512"/>
                    <a:pt x="1" y="1131"/>
                  </a:cubicBezTo>
                  <a:lnTo>
                    <a:pt x="1" y="2679"/>
                  </a:lnTo>
                  <a:cubicBezTo>
                    <a:pt x="1" y="3310"/>
                    <a:pt x="513" y="3810"/>
                    <a:pt x="1144" y="3822"/>
                  </a:cubicBezTo>
                  <a:lnTo>
                    <a:pt x="3227" y="3822"/>
                  </a:lnTo>
                  <a:cubicBezTo>
                    <a:pt x="3846" y="3810"/>
                    <a:pt x="4358" y="3310"/>
                    <a:pt x="4358" y="2679"/>
                  </a:cubicBezTo>
                  <a:lnTo>
                    <a:pt x="4358" y="1131"/>
                  </a:lnTo>
                  <a:cubicBezTo>
                    <a:pt x="4358" y="512"/>
                    <a:pt x="3846" y="0"/>
                    <a:pt x="3227" y="0"/>
                  </a:cubicBezTo>
                  <a:close/>
                </a:path>
              </a:pathLst>
            </a:custGeom>
            <a:solidFill>
              <a:srgbClr val="821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 name="Google Shape;549;p6"/>
            <p:cNvSpPr/>
            <p:nvPr/>
          </p:nvSpPr>
          <p:spPr>
            <a:xfrm>
              <a:off x="3688772" y="277825"/>
              <a:ext cx="142572" cy="124648"/>
            </a:xfrm>
            <a:custGeom>
              <a:avLst/>
              <a:gdLst/>
              <a:ahLst/>
              <a:cxnLst/>
              <a:rect l="l" t="t" r="r" b="b"/>
              <a:pathLst>
                <a:path w="4359" h="3811" extrusionOk="0">
                  <a:moveTo>
                    <a:pt x="1144" y="0"/>
                  </a:moveTo>
                  <a:cubicBezTo>
                    <a:pt x="513" y="0"/>
                    <a:pt x="1" y="512"/>
                    <a:pt x="1" y="1132"/>
                  </a:cubicBezTo>
                  <a:lnTo>
                    <a:pt x="1" y="2679"/>
                  </a:lnTo>
                  <a:cubicBezTo>
                    <a:pt x="1" y="3310"/>
                    <a:pt x="513" y="3810"/>
                    <a:pt x="1144" y="3810"/>
                  </a:cubicBezTo>
                  <a:lnTo>
                    <a:pt x="3227" y="3810"/>
                  </a:lnTo>
                  <a:cubicBezTo>
                    <a:pt x="3846" y="3810"/>
                    <a:pt x="4358" y="3310"/>
                    <a:pt x="4358" y="2679"/>
                  </a:cubicBezTo>
                  <a:lnTo>
                    <a:pt x="4358" y="1132"/>
                  </a:lnTo>
                  <a:cubicBezTo>
                    <a:pt x="4358" y="512"/>
                    <a:pt x="3846" y="0"/>
                    <a:pt x="3227" y="0"/>
                  </a:cubicBezTo>
                  <a:close/>
                </a:path>
              </a:pathLst>
            </a:custGeom>
            <a:solidFill>
              <a:srgbClr val="821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 name="Google Shape;550;p6"/>
            <p:cNvSpPr/>
            <p:nvPr/>
          </p:nvSpPr>
          <p:spPr>
            <a:xfrm>
              <a:off x="3711766" y="-148189"/>
              <a:ext cx="80231" cy="529240"/>
            </a:xfrm>
            <a:custGeom>
              <a:avLst/>
              <a:gdLst/>
              <a:ahLst/>
              <a:cxnLst/>
              <a:rect l="l" t="t" r="r" b="b"/>
              <a:pathLst>
                <a:path w="2453" h="16181" extrusionOk="0">
                  <a:moveTo>
                    <a:pt x="1226" y="0"/>
                  </a:moveTo>
                  <a:cubicBezTo>
                    <a:pt x="917" y="0"/>
                    <a:pt x="631" y="107"/>
                    <a:pt x="405" y="310"/>
                  </a:cubicBezTo>
                  <a:lnTo>
                    <a:pt x="381" y="333"/>
                  </a:lnTo>
                  <a:cubicBezTo>
                    <a:pt x="357" y="369"/>
                    <a:pt x="322" y="393"/>
                    <a:pt x="286" y="429"/>
                  </a:cubicBezTo>
                  <a:cubicBezTo>
                    <a:pt x="274" y="452"/>
                    <a:pt x="250" y="476"/>
                    <a:pt x="238" y="500"/>
                  </a:cubicBezTo>
                  <a:cubicBezTo>
                    <a:pt x="214" y="524"/>
                    <a:pt x="191" y="560"/>
                    <a:pt x="179" y="595"/>
                  </a:cubicBezTo>
                  <a:cubicBezTo>
                    <a:pt x="155" y="631"/>
                    <a:pt x="131" y="655"/>
                    <a:pt x="119" y="691"/>
                  </a:cubicBezTo>
                  <a:cubicBezTo>
                    <a:pt x="107" y="726"/>
                    <a:pt x="95" y="750"/>
                    <a:pt x="83" y="786"/>
                  </a:cubicBezTo>
                  <a:cubicBezTo>
                    <a:pt x="60" y="833"/>
                    <a:pt x="48" y="869"/>
                    <a:pt x="36" y="917"/>
                  </a:cubicBezTo>
                  <a:cubicBezTo>
                    <a:pt x="36" y="941"/>
                    <a:pt x="24" y="964"/>
                    <a:pt x="12" y="1000"/>
                  </a:cubicBezTo>
                  <a:cubicBezTo>
                    <a:pt x="0" y="1072"/>
                    <a:pt x="0" y="1143"/>
                    <a:pt x="0" y="1226"/>
                  </a:cubicBezTo>
                  <a:lnTo>
                    <a:pt x="0" y="14954"/>
                  </a:lnTo>
                  <a:cubicBezTo>
                    <a:pt x="0" y="15633"/>
                    <a:pt x="548" y="16181"/>
                    <a:pt x="1215" y="16181"/>
                  </a:cubicBezTo>
                  <a:lnTo>
                    <a:pt x="1226" y="16181"/>
                  </a:lnTo>
                  <a:cubicBezTo>
                    <a:pt x="1310" y="16181"/>
                    <a:pt x="1393" y="16169"/>
                    <a:pt x="1476" y="16157"/>
                  </a:cubicBezTo>
                  <a:lnTo>
                    <a:pt x="1512" y="16145"/>
                  </a:lnTo>
                  <a:cubicBezTo>
                    <a:pt x="1584" y="16121"/>
                    <a:pt x="1655" y="16097"/>
                    <a:pt x="1715" y="16073"/>
                  </a:cubicBezTo>
                  <a:lnTo>
                    <a:pt x="1738" y="16073"/>
                  </a:lnTo>
                  <a:cubicBezTo>
                    <a:pt x="1881" y="16002"/>
                    <a:pt x="2012" y="15907"/>
                    <a:pt x="2119" y="15788"/>
                  </a:cubicBezTo>
                  <a:cubicBezTo>
                    <a:pt x="2334" y="15561"/>
                    <a:pt x="2441" y="15276"/>
                    <a:pt x="2453" y="14966"/>
                  </a:cubicBezTo>
                  <a:lnTo>
                    <a:pt x="2453" y="1226"/>
                  </a:lnTo>
                  <a:cubicBezTo>
                    <a:pt x="2453" y="548"/>
                    <a:pt x="1905" y="0"/>
                    <a:pt x="1226" y="0"/>
                  </a:cubicBezTo>
                  <a:close/>
                </a:path>
              </a:pathLst>
            </a:custGeom>
            <a:solidFill>
              <a:srgbClr val="272425">
                <a:alpha val="200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 name="Google Shape;551;p6"/>
            <p:cNvSpPr/>
            <p:nvPr/>
          </p:nvSpPr>
          <p:spPr>
            <a:xfrm>
              <a:off x="3723442" y="-148189"/>
              <a:ext cx="79087" cy="529240"/>
            </a:xfrm>
            <a:custGeom>
              <a:avLst/>
              <a:gdLst/>
              <a:ahLst/>
              <a:cxnLst/>
              <a:rect l="l" t="t" r="r" b="b"/>
              <a:pathLst>
                <a:path w="2418" h="16181" extrusionOk="0">
                  <a:moveTo>
                    <a:pt x="1131" y="0"/>
                  </a:moveTo>
                  <a:cubicBezTo>
                    <a:pt x="1048" y="0"/>
                    <a:pt x="965" y="24"/>
                    <a:pt x="881" y="48"/>
                  </a:cubicBezTo>
                  <a:cubicBezTo>
                    <a:pt x="834" y="60"/>
                    <a:pt x="786" y="71"/>
                    <a:pt x="738" y="83"/>
                  </a:cubicBezTo>
                  <a:cubicBezTo>
                    <a:pt x="715" y="107"/>
                    <a:pt x="679" y="119"/>
                    <a:pt x="643" y="131"/>
                  </a:cubicBezTo>
                  <a:cubicBezTo>
                    <a:pt x="608" y="155"/>
                    <a:pt x="596" y="167"/>
                    <a:pt x="572" y="179"/>
                  </a:cubicBezTo>
                  <a:cubicBezTo>
                    <a:pt x="536" y="202"/>
                    <a:pt x="524" y="214"/>
                    <a:pt x="500" y="226"/>
                  </a:cubicBezTo>
                  <a:cubicBezTo>
                    <a:pt x="477" y="238"/>
                    <a:pt x="453" y="262"/>
                    <a:pt x="429" y="274"/>
                  </a:cubicBezTo>
                  <a:lnTo>
                    <a:pt x="381" y="322"/>
                  </a:lnTo>
                  <a:lnTo>
                    <a:pt x="334" y="369"/>
                  </a:lnTo>
                  <a:cubicBezTo>
                    <a:pt x="322" y="381"/>
                    <a:pt x="298" y="393"/>
                    <a:pt x="286" y="417"/>
                  </a:cubicBezTo>
                  <a:lnTo>
                    <a:pt x="250" y="464"/>
                  </a:lnTo>
                  <a:lnTo>
                    <a:pt x="215" y="512"/>
                  </a:lnTo>
                  <a:lnTo>
                    <a:pt x="179" y="560"/>
                  </a:lnTo>
                  <a:cubicBezTo>
                    <a:pt x="179" y="572"/>
                    <a:pt x="167" y="583"/>
                    <a:pt x="155" y="607"/>
                  </a:cubicBezTo>
                  <a:cubicBezTo>
                    <a:pt x="143" y="619"/>
                    <a:pt x="131" y="631"/>
                    <a:pt x="131" y="655"/>
                  </a:cubicBezTo>
                  <a:cubicBezTo>
                    <a:pt x="119" y="667"/>
                    <a:pt x="119" y="679"/>
                    <a:pt x="107" y="703"/>
                  </a:cubicBezTo>
                  <a:lnTo>
                    <a:pt x="84" y="750"/>
                  </a:lnTo>
                  <a:cubicBezTo>
                    <a:pt x="84" y="762"/>
                    <a:pt x="72" y="774"/>
                    <a:pt x="72" y="786"/>
                  </a:cubicBezTo>
                  <a:lnTo>
                    <a:pt x="48" y="833"/>
                  </a:lnTo>
                  <a:lnTo>
                    <a:pt x="36" y="881"/>
                  </a:lnTo>
                  <a:lnTo>
                    <a:pt x="24" y="929"/>
                  </a:lnTo>
                  <a:cubicBezTo>
                    <a:pt x="24" y="953"/>
                    <a:pt x="12" y="964"/>
                    <a:pt x="12" y="976"/>
                  </a:cubicBezTo>
                  <a:cubicBezTo>
                    <a:pt x="12" y="1000"/>
                    <a:pt x="12" y="1012"/>
                    <a:pt x="12" y="1024"/>
                  </a:cubicBezTo>
                  <a:cubicBezTo>
                    <a:pt x="12" y="1048"/>
                    <a:pt x="12" y="1060"/>
                    <a:pt x="0" y="1072"/>
                  </a:cubicBezTo>
                  <a:lnTo>
                    <a:pt x="0" y="1119"/>
                  </a:lnTo>
                  <a:lnTo>
                    <a:pt x="0" y="1167"/>
                  </a:lnTo>
                  <a:lnTo>
                    <a:pt x="0" y="1214"/>
                  </a:lnTo>
                  <a:lnTo>
                    <a:pt x="0" y="14954"/>
                  </a:lnTo>
                  <a:lnTo>
                    <a:pt x="0" y="14990"/>
                  </a:lnTo>
                  <a:lnTo>
                    <a:pt x="0" y="15050"/>
                  </a:lnTo>
                  <a:lnTo>
                    <a:pt x="0" y="15097"/>
                  </a:lnTo>
                  <a:cubicBezTo>
                    <a:pt x="0" y="15109"/>
                    <a:pt x="0" y="15121"/>
                    <a:pt x="12" y="15145"/>
                  </a:cubicBezTo>
                  <a:cubicBezTo>
                    <a:pt x="12" y="15157"/>
                    <a:pt x="12" y="15169"/>
                    <a:pt x="12" y="15192"/>
                  </a:cubicBezTo>
                  <a:cubicBezTo>
                    <a:pt x="12" y="15204"/>
                    <a:pt x="12" y="15216"/>
                    <a:pt x="24" y="15240"/>
                  </a:cubicBezTo>
                  <a:cubicBezTo>
                    <a:pt x="36" y="15252"/>
                    <a:pt x="24" y="15276"/>
                    <a:pt x="36" y="15288"/>
                  </a:cubicBezTo>
                  <a:cubicBezTo>
                    <a:pt x="48" y="15300"/>
                    <a:pt x="48" y="15323"/>
                    <a:pt x="48" y="15335"/>
                  </a:cubicBezTo>
                  <a:cubicBezTo>
                    <a:pt x="60" y="15347"/>
                    <a:pt x="60" y="15371"/>
                    <a:pt x="72" y="15383"/>
                  </a:cubicBezTo>
                  <a:cubicBezTo>
                    <a:pt x="72" y="15407"/>
                    <a:pt x="84" y="15419"/>
                    <a:pt x="84" y="15431"/>
                  </a:cubicBezTo>
                  <a:cubicBezTo>
                    <a:pt x="96" y="15454"/>
                    <a:pt x="96" y="15466"/>
                    <a:pt x="107" y="15478"/>
                  </a:cubicBezTo>
                  <a:lnTo>
                    <a:pt x="131" y="15526"/>
                  </a:lnTo>
                  <a:lnTo>
                    <a:pt x="167" y="15585"/>
                  </a:lnTo>
                  <a:cubicBezTo>
                    <a:pt x="167" y="15597"/>
                    <a:pt x="179" y="15609"/>
                    <a:pt x="191" y="15633"/>
                  </a:cubicBezTo>
                  <a:cubicBezTo>
                    <a:pt x="203" y="15645"/>
                    <a:pt x="215" y="15669"/>
                    <a:pt x="227" y="15681"/>
                  </a:cubicBezTo>
                  <a:lnTo>
                    <a:pt x="262" y="15728"/>
                  </a:lnTo>
                  <a:lnTo>
                    <a:pt x="310" y="15776"/>
                  </a:lnTo>
                  <a:lnTo>
                    <a:pt x="357" y="15823"/>
                  </a:lnTo>
                  <a:lnTo>
                    <a:pt x="405" y="15871"/>
                  </a:lnTo>
                  <a:cubicBezTo>
                    <a:pt x="429" y="15895"/>
                    <a:pt x="453" y="15907"/>
                    <a:pt x="465" y="15931"/>
                  </a:cubicBezTo>
                  <a:lnTo>
                    <a:pt x="536" y="15978"/>
                  </a:lnTo>
                  <a:cubicBezTo>
                    <a:pt x="596" y="16014"/>
                    <a:pt x="655" y="16050"/>
                    <a:pt x="715" y="16073"/>
                  </a:cubicBezTo>
                  <a:cubicBezTo>
                    <a:pt x="762" y="16097"/>
                    <a:pt x="810" y="16109"/>
                    <a:pt x="846" y="16121"/>
                  </a:cubicBezTo>
                  <a:cubicBezTo>
                    <a:pt x="965" y="16157"/>
                    <a:pt x="1084" y="16181"/>
                    <a:pt x="1203" y="16181"/>
                  </a:cubicBezTo>
                  <a:lnTo>
                    <a:pt x="1215" y="16181"/>
                  </a:lnTo>
                  <a:cubicBezTo>
                    <a:pt x="1322" y="16181"/>
                    <a:pt x="1429" y="16169"/>
                    <a:pt x="1536" y="16133"/>
                  </a:cubicBezTo>
                  <a:cubicBezTo>
                    <a:pt x="1584" y="16121"/>
                    <a:pt x="1631" y="16109"/>
                    <a:pt x="1679" y="16085"/>
                  </a:cubicBezTo>
                  <a:cubicBezTo>
                    <a:pt x="1715" y="16073"/>
                    <a:pt x="1739" y="16062"/>
                    <a:pt x="1774" y="16038"/>
                  </a:cubicBezTo>
                  <a:lnTo>
                    <a:pt x="1858" y="15990"/>
                  </a:lnTo>
                  <a:lnTo>
                    <a:pt x="1929" y="15942"/>
                  </a:lnTo>
                  <a:cubicBezTo>
                    <a:pt x="1953" y="15931"/>
                    <a:pt x="1977" y="15919"/>
                    <a:pt x="1989" y="15907"/>
                  </a:cubicBezTo>
                  <a:lnTo>
                    <a:pt x="2048" y="15859"/>
                  </a:lnTo>
                  <a:lnTo>
                    <a:pt x="2096" y="15812"/>
                  </a:lnTo>
                  <a:lnTo>
                    <a:pt x="2143" y="15752"/>
                  </a:lnTo>
                  <a:cubicBezTo>
                    <a:pt x="2155" y="15740"/>
                    <a:pt x="2167" y="15728"/>
                    <a:pt x="2179" y="15704"/>
                  </a:cubicBezTo>
                  <a:cubicBezTo>
                    <a:pt x="2191" y="15692"/>
                    <a:pt x="2203" y="15681"/>
                    <a:pt x="2215" y="15657"/>
                  </a:cubicBezTo>
                  <a:cubicBezTo>
                    <a:pt x="2227" y="15645"/>
                    <a:pt x="2239" y="15633"/>
                    <a:pt x="2251" y="15609"/>
                  </a:cubicBezTo>
                  <a:lnTo>
                    <a:pt x="2274" y="15561"/>
                  </a:lnTo>
                  <a:lnTo>
                    <a:pt x="2298" y="15514"/>
                  </a:lnTo>
                  <a:cubicBezTo>
                    <a:pt x="2310" y="15502"/>
                    <a:pt x="2322" y="15478"/>
                    <a:pt x="2322" y="15466"/>
                  </a:cubicBezTo>
                  <a:cubicBezTo>
                    <a:pt x="2334" y="15454"/>
                    <a:pt x="2334" y="15431"/>
                    <a:pt x="2346" y="15419"/>
                  </a:cubicBezTo>
                  <a:cubicBezTo>
                    <a:pt x="2346" y="15407"/>
                    <a:pt x="2358" y="15383"/>
                    <a:pt x="2358" y="15371"/>
                  </a:cubicBezTo>
                  <a:cubicBezTo>
                    <a:pt x="2358" y="15359"/>
                    <a:pt x="2382" y="15335"/>
                    <a:pt x="2382" y="15323"/>
                  </a:cubicBezTo>
                  <a:cubicBezTo>
                    <a:pt x="2382" y="15311"/>
                    <a:pt x="2393" y="15288"/>
                    <a:pt x="2393" y="15276"/>
                  </a:cubicBezTo>
                  <a:lnTo>
                    <a:pt x="2405" y="15228"/>
                  </a:lnTo>
                  <a:lnTo>
                    <a:pt x="2417" y="15180"/>
                  </a:lnTo>
                  <a:cubicBezTo>
                    <a:pt x="2417" y="15157"/>
                    <a:pt x="2417" y="15145"/>
                    <a:pt x="2417" y="15133"/>
                  </a:cubicBezTo>
                  <a:lnTo>
                    <a:pt x="2417" y="15085"/>
                  </a:lnTo>
                  <a:lnTo>
                    <a:pt x="2417" y="15026"/>
                  </a:lnTo>
                  <a:lnTo>
                    <a:pt x="2417" y="14978"/>
                  </a:lnTo>
                  <a:lnTo>
                    <a:pt x="2417" y="14954"/>
                  </a:lnTo>
                  <a:lnTo>
                    <a:pt x="2417" y="1214"/>
                  </a:lnTo>
                  <a:lnTo>
                    <a:pt x="2417" y="1167"/>
                  </a:lnTo>
                  <a:lnTo>
                    <a:pt x="2417" y="1119"/>
                  </a:lnTo>
                  <a:lnTo>
                    <a:pt x="2417" y="1072"/>
                  </a:lnTo>
                  <a:cubicBezTo>
                    <a:pt x="2417" y="1060"/>
                    <a:pt x="2417" y="1036"/>
                    <a:pt x="2405" y="1024"/>
                  </a:cubicBezTo>
                  <a:lnTo>
                    <a:pt x="2405" y="976"/>
                  </a:lnTo>
                  <a:cubicBezTo>
                    <a:pt x="2405" y="964"/>
                    <a:pt x="2405" y="941"/>
                    <a:pt x="2393" y="929"/>
                  </a:cubicBezTo>
                  <a:cubicBezTo>
                    <a:pt x="2393" y="917"/>
                    <a:pt x="2393" y="893"/>
                    <a:pt x="2382" y="881"/>
                  </a:cubicBezTo>
                  <a:cubicBezTo>
                    <a:pt x="2382" y="869"/>
                    <a:pt x="2370" y="845"/>
                    <a:pt x="2370" y="833"/>
                  </a:cubicBezTo>
                  <a:lnTo>
                    <a:pt x="2346" y="786"/>
                  </a:lnTo>
                  <a:lnTo>
                    <a:pt x="2334" y="738"/>
                  </a:lnTo>
                  <a:cubicBezTo>
                    <a:pt x="2322" y="714"/>
                    <a:pt x="2310" y="703"/>
                    <a:pt x="2310" y="691"/>
                  </a:cubicBezTo>
                  <a:cubicBezTo>
                    <a:pt x="2298" y="667"/>
                    <a:pt x="2298" y="655"/>
                    <a:pt x="2286" y="643"/>
                  </a:cubicBezTo>
                  <a:lnTo>
                    <a:pt x="2251" y="595"/>
                  </a:lnTo>
                  <a:lnTo>
                    <a:pt x="2227" y="548"/>
                  </a:lnTo>
                  <a:cubicBezTo>
                    <a:pt x="2215" y="524"/>
                    <a:pt x="2203" y="512"/>
                    <a:pt x="2191" y="500"/>
                  </a:cubicBezTo>
                  <a:cubicBezTo>
                    <a:pt x="2179" y="476"/>
                    <a:pt x="2167" y="464"/>
                    <a:pt x="2155" y="452"/>
                  </a:cubicBezTo>
                  <a:lnTo>
                    <a:pt x="2108" y="393"/>
                  </a:lnTo>
                  <a:lnTo>
                    <a:pt x="2072" y="345"/>
                  </a:lnTo>
                  <a:lnTo>
                    <a:pt x="2012" y="298"/>
                  </a:lnTo>
                  <a:cubicBezTo>
                    <a:pt x="2001" y="286"/>
                    <a:pt x="1977" y="274"/>
                    <a:pt x="1953" y="250"/>
                  </a:cubicBezTo>
                  <a:lnTo>
                    <a:pt x="1893" y="202"/>
                  </a:lnTo>
                  <a:lnTo>
                    <a:pt x="1810" y="155"/>
                  </a:lnTo>
                  <a:cubicBezTo>
                    <a:pt x="1774" y="143"/>
                    <a:pt x="1739" y="119"/>
                    <a:pt x="1715" y="107"/>
                  </a:cubicBezTo>
                  <a:cubicBezTo>
                    <a:pt x="1667" y="95"/>
                    <a:pt x="1631" y="71"/>
                    <a:pt x="1584" y="60"/>
                  </a:cubicBezTo>
                  <a:cubicBezTo>
                    <a:pt x="1500" y="36"/>
                    <a:pt x="1417" y="12"/>
                    <a:pt x="1346" y="12"/>
                  </a:cubicBezTo>
                  <a:cubicBezTo>
                    <a:pt x="1298" y="0"/>
                    <a:pt x="1250" y="0"/>
                    <a:pt x="121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 name="Google Shape;552;p6"/>
            <p:cNvSpPr/>
            <p:nvPr/>
          </p:nvSpPr>
          <p:spPr>
            <a:xfrm>
              <a:off x="5312662" y="-169612"/>
              <a:ext cx="142572" cy="125041"/>
            </a:xfrm>
            <a:custGeom>
              <a:avLst/>
              <a:gdLst/>
              <a:ahLst/>
              <a:cxnLst/>
              <a:rect l="l" t="t" r="r" b="b"/>
              <a:pathLst>
                <a:path w="4359" h="3823" extrusionOk="0">
                  <a:moveTo>
                    <a:pt x="1132" y="0"/>
                  </a:moveTo>
                  <a:cubicBezTo>
                    <a:pt x="501" y="0"/>
                    <a:pt x="1" y="500"/>
                    <a:pt x="1" y="1131"/>
                  </a:cubicBezTo>
                  <a:lnTo>
                    <a:pt x="1" y="2679"/>
                  </a:lnTo>
                  <a:cubicBezTo>
                    <a:pt x="1" y="3310"/>
                    <a:pt x="501" y="3822"/>
                    <a:pt x="1132" y="3822"/>
                  </a:cubicBezTo>
                  <a:lnTo>
                    <a:pt x="3227" y="3822"/>
                  </a:lnTo>
                  <a:cubicBezTo>
                    <a:pt x="3846" y="3822"/>
                    <a:pt x="4358" y="3310"/>
                    <a:pt x="4358" y="2679"/>
                  </a:cubicBezTo>
                  <a:lnTo>
                    <a:pt x="4358" y="1131"/>
                  </a:lnTo>
                  <a:cubicBezTo>
                    <a:pt x="4358" y="500"/>
                    <a:pt x="3846" y="0"/>
                    <a:pt x="3227" y="0"/>
                  </a:cubicBezTo>
                  <a:close/>
                </a:path>
              </a:pathLst>
            </a:custGeom>
            <a:solidFill>
              <a:srgbClr val="821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3" name="Google Shape;553;p6"/>
            <p:cNvSpPr/>
            <p:nvPr/>
          </p:nvSpPr>
          <p:spPr>
            <a:xfrm>
              <a:off x="5312662" y="277825"/>
              <a:ext cx="142572" cy="124648"/>
            </a:xfrm>
            <a:custGeom>
              <a:avLst/>
              <a:gdLst/>
              <a:ahLst/>
              <a:cxnLst/>
              <a:rect l="l" t="t" r="r" b="b"/>
              <a:pathLst>
                <a:path w="4359" h="3811" extrusionOk="0">
                  <a:moveTo>
                    <a:pt x="1144" y="0"/>
                  </a:moveTo>
                  <a:cubicBezTo>
                    <a:pt x="513" y="0"/>
                    <a:pt x="1" y="512"/>
                    <a:pt x="1" y="1132"/>
                  </a:cubicBezTo>
                  <a:lnTo>
                    <a:pt x="1" y="2679"/>
                  </a:lnTo>
                  <a:cubicBezTo>
                    <a:pt x="1" y="3310"/>
                    <a:pt x="513" y="3810"/>
                    <a:pt x="1144" y="3810"/>
                  </a:cubicBezTo>
                  <a:lnTo>
                    <a:pt x="3227" y="3810"/>
                  </a:lnTo>
                  <a:cubicBezTo>
                    <a:pt x="3846" y="3810"/>
                    <a:pt x="4358" y="3310"/>
                    <a:pt x="4358" y="2679"/>
                  </a:cubicBezTo>
                  <a:lnTo>
                    <a:pt x="4358" y="1132"/>
                  </a:lnTo>
                  <a:cubicBezTo>
                    <a:pt x="4358" y="512"/>
                    <a:pt x="3846" y="0"/>
                    <a:pt x="3227" y="0"/>
                  </a:cubicBezTo>
                  <a:close/>
                </a:path>
              </a:pathLst>
            </a:custGeom>
            <a:solidFill>
              <a:srgbClr val="821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 name="Google Shape;554;p6"/>
            <p:cNvSpPr/>
            <p:nvPr/>
          </p:nvSpPr>
          <p:spPr>
            <a:xfrm>
              <a:off x="5335655" y="-148189"/>
              <a:ext cx="79839" cy="529240"/>
            </a:xfrm>
            <a:custGeom>
              <a:avLst/>
              <a:gdLst/>
              <a:ahLst/>
              <a:cxnLst/>
              <a:rect l="l" t="t" r="r" b="b"/>
              <a:pathLst>
                <a:path w="2441" h="16181" extrusionOk="0">
                  <a:moveTo>
                    <a:pt x="1215" y="0"/>
                  </a:moveTo>
                  <a:cubicBezTo>
                    <a:pt x="917" y="0"/>
                    <a:pt x="631" y="119"/>
                    <a:pt x="405" y="310"/>
                  </a:cubicBezTo>
                  <a:lnTo>
                    <a:pt x="393" y="333"/>
                  </a:lnTo>
                  <a:cubicBezTo>
                    <a:pt x="357" y="369"/>
                    <a:pt x="322" y="393"/>
                    <a:pt x="298" y="429"/>
                  </a:cubicBezTo>
                  <a:cubicBezTo>
                    <a:pt x="274" y="452"/>
                    <a:pt x="262" y="476"/>
                    <a:pt x="238" y="500"/>
                  </a:cubicBezTo>
                  <a:cubicBezTo>
                    <a:pt x="214" y="524"/>
                    <a:pt x="191" y="560"/>
                    <a:pt x="179" y="595"/>
                  </a:cubicBezTo>
                  <a:cubicBezTo>
                    <a:pt x="155" y="631"/>
                    <a:pt x="143" y="655"/>
                    <a:pt x="119" y="691"/>
                  </a:cubicBezTo>
                  <a:cubicBezTo>
                    <a:pt x="107" y="726"/>
                    <a:pt x="95" y="750"/>
                    <a:pt x="84" y="786"/>
                  </a:cubicBezTo>
                  <a:cubicBezTo>
                    <a:pt x="72" y="833"/>
                    <a:pt x="48" y="869"/>
                    <a:pt x="36" y="917"/>
                  </a:cubicBezTo>
                  <a:cubicBezTo>
                    <a:pt x="36" y="941"/>
                    <a:pt x="24" y="964"/>
                    <a:pt x="24" y="1000"/>
                  </a:cubicBezTo>
                  <a:cubicBezTo>
                    <a:pt x="0" y="1072"/>
                    <a:pt x="0" y="1143"/>
                    <a:pt x="0" y="1226"/>
                  </a:cubicBezTo>
                  <a:lnTo>
                    <a:pt x="0" y="14954"/>
                  </a:lnTo>
                  <a:cubicBezTo>
                    <a:pt x="0" y="15633"/>
                    <a:pt x="548" y="16181"/>
                    <a:pt x="1215" y="16181"/>
                  </a:cubicBezTo>
                  <a:lnTo>
                    <a:pt x="1227" y="16181"/>
                  </a:lnTo>
                  <a:cubicBezTo>
                    <a:pt x="1310" y="16181"/>
                    <a:pt x="1393" y="16169"/>
                    <a:pt x="1477" y="16157"/>
                  </a:cubicBezTo>
                  <a:lnTo>
                    <a:pt x="1512" y="16145"/>
                  </a:lnTo>
                  <a:cubicBezTo>
                    <a:pt x="1584" y="16121"/>
                    <a:pt x="1655" y="16097"/>
                    <a:pt x="1715" y="16073"/>
                  </a:cubicBezTo>
                  <a:lnTo>
                    <a:pt x="1727" y="16073"/>
                  </a:lnTo>
                  <a:cubicBezTo>
                    <a:pt x="1881" y="16002"/>
                    <a:pt x="2012" y="15907"/>
                    <a:pt x="2119" y="15788"/>
                  </a:cubicBezTo>
                  <a:cubicBezTo>
                    <a:pt x="2322" y="15561"/>
                    <a:pt x="2441" y="15276"/>
                    <a:pt x="2441" y="14966"/>
                  </a:cubicBezTo>
                  <a:lnTo>
                    <a:pt x="2441" y="1226"/>
                  </a:lnTo>
                  <a:cubicBezTo>
                    <a:pt x="2441" y="548"/>
                    <a:pt x="1893" y="0"/>
                    <a:pt x="1215" y="0"/>
                  </a:cubicBezTo>
                  <a:close/>
                </a:path>
              </a:pathLst>
            </a:custGeom>
            <a:solidFill>
              <a:srgbClr val="272425">
                <a:alpha val="200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 name="Google Shape;555;p6"/>
            <p:cNvSpPr/>
            <p:nvPr/>
          </p:nvSpPr>
          <p:spPr>
            <a:xfrm>
              <a:off x="5346939" y="-148189"/>
              <a:ext cx="79872" cy="529240"/>
            </a:xfrm>
            <a:custGeom>
              <a:avLst/>
              <a:gdLst/>
              <a:ahLst/>
              <a:cxnLst/>
              <a:rect l="l" t="t" r="r" b="b"/>
              <a:pathLst>
                <a:path w="2442" h="16181" extrusionOk="0">
                  <a:moveTo>
                    <a:pt x="1143" y="0"/>
                  </a:moveTo>
                  <a:cubicBezTo>
                    <a:pt x="1060" y="0"/>
                    <a:pt x="965" y="24"/>
                    <a:pt x="882" y="48"/>
                  </a:cubicBezTo>
                  <a:cubicBezTo>
                    <a:pt x="846" y="60"/>
                    <a:pt x="798" y="71"/>
                    <a:pt x="751" y="83"/>
                  </a:cubicBezTo>
                  <a:cubicBezTo>
                    <a:pt x="715" y="107"/>
                    <a:pt x="691" y="119"/>
                    <a:pt x="655" y="131"/>
                  </a:cubicBezTo>
                  <a:cubicBezTo>
                    <a:pt x="620" y="155"/>
                    <a:pt x="596" y="167"/>
                    <a:pt x="572" y="179"/>
                  </a:cubicBezTo>
                  <a:cubicBezTo>
                    <a:pt x="548" y="202"/>
                    <a:pt x="524" y="214"/>
                    <a:pt x="501" y="226"/>
                  </a:cubicBezTo>
                  <a:lnTo>
                    <a:pt x="441" y="274"/>
                  </a:lnTo>
                  <a:lnTo>
                    <a:pt x="393" y="322"/>
                  </a:lnTo>
                  <a:cubicBezTo>
                    <a:pt x="370" y="333"/>
                    <a:pt x="358" y="357"/>
                    <a:pt x="346" y="369"/>
                  </a:cubicBezTo>
                  <a:cubicBezTo>
                    <a:pt x="334" y="381"/>
                    <a:pt x="310" y="393"/>
                    <a:pt x="298" y="417"/>
                  </a:cubicBezTo>
                  <a:cubicBezTo>
                    <a:pt x="286" y="429"/>
                    <a:pt x="274" y="441"/>
                    <a:pt x="262" y="464"/>
                  </a:cubicBezTo>
                  <a:lnTo>
                    <a:pt x="227" y="512"/>
                  </a:lnTo>
                  <a:lnTo>
                    <a:pt x="191" y="560"/>
                  </a:lnTo>
                  <a:lnTo>
                    <a:pt x="167" y="607"/>
                  </a:lnTo>
                  <a:lnTo>
                    <a:pt x="131" y="655"/>
                  </a:lnTo>
                  <a:lnTo>
                    <a:pt x="120" y="703"/>
                  </a:lnTo>
                  <a:cubicBezTo>
                    <a:pt x="120" y="714"/>
                    <a:pt x="96" y="726"/>
                    <a:pt x="96" y="750"/>
                  </a:cubicBezTo>
                  <a:cubicBezTo>
                    <a:pt x="84" y="762"/>
                    <a:pt x="84" y="774"/>
                    <a:pt x="72" y="786"/>
                  </a:cubicBezTo>
                  <a:lnTo>
                    <a:pt x="60" y="833"/>
                  </a:lnTo>
                  <a:lnTo>
                    <a:pt x="48" y="881"/>
                  </a:lnTo>
                  <a:cubicBezTo>
                    <a:pt x="48" y="905"/>
                    <a:pt x="36" y="917"/>
                    <a:pt x="36" y="929"/>
                  </a:cubicBezTo>
                  <a:cubicBezTo>
                    <a:pt x="24" y="953"/>
                    <a:pt x="24" y="964"/>
                    <a:pt x="24" y="976"/>
                  </a:cubicBezTo>
                  <a:lnTo>
                    <a:pt x="24" y="1024"/>
                  </a:lnTo>
                  <a:cubicBezTo>
                    <a:pt x="24" y="1048"/>
                    <a:pt x="24" y="1060"/>
                    <a:pt x="12" y="1072"/>
                  </a:cubicBezTo>
                  <a:cubicBezTo>
                    <a:pt x="0" y="1095"/>
                    <a:pt x="12" y="1107"/>
                    <a:pt x="12" y="1119"/>
                  </a:cubicBezTo>
                  <a:lnTo>
                    <a:pt x="12" y="1167"/>
                  </a:lnTo>
                  <a:lnTo>
                    <a:pt x="12" y="1214"/>
                  </a:lnTo>
                  <a:lnTo>
                    <a:pt x="12" y="14954"/>
                  </a:lnTo>
                  <a:cubicBezTo>
                    <a:pt x="12" y="14966"/>
                    <a:pt x="12" y="14978"/>
                    <a:pt x="12" y="14990"/>
                  </a:cubicBezTo>
                  <a:lnTo>
                    <a:pt x="12" y="15050"/>
                  </a:lnTo>
                  <a:cubicBezTo>
                    <a:pt x="12" y="15061"/>
                    <a:pt x="12" y="15073"/>
                    <a:pt x="12" y="15097"/>
                  </a:cubicBezTo>
                  <a:cubicBezTo>
                    <a:pt x="12" y="15109"/>
                    <a:pt x="12" y="15121"/>
                    <a:pt x="24" y="15145"/>
                  </a:cubicBezTo>
                  <a:cubicBezTo>
                    <a:pt x="24" y="15157"/>
                    <a:pt x="24" y="15169"/>
                    <a:pt x="24" y="15192"/>
                  </a:cubicBezTo>
                  <a:cubicBezTo>
                    <a:pt x="24" y="15204"/>
                    <a:pt x="24" y="15216"/>
                    <a:pt x="36" y="15240"/>
                  </a:cubicBezTo>
                  <a:cubicBezTo>
                    <a:pt x="36" y="15252"/>
                    <a:pt x="36" y="15276"/>
                    <a:pt x="48" y="15288"/>
                  </a:cubicBezTo>
                  <a:cubicBezTo>
                    <a:pt x="60" y="15300"/>
                    <a:pt x="48" y="15323"/>
                    <a:pt x="60" y="15335"/>
                  </a:cubicBezTo>
                  <a:lnTo>
                    <a:pt x="72" y="15383"/>
                  </a:lnTo>
                  <a:lnTo>
                    <a:pt x="96" y="15431"/>
                  </a:lnTo>
                  <a:cubicBezTo>
                    <a:pt x="96" y="15454"/>
                    <a:pt x="108" y="15466"/>
                    <a:pt x="120" y="15478"/>
                  </a:cubicBezTo>
                  <a:cubicBezTo>
                    <a:pt x="120" y="15502"/>
                    <a:pt x="131" y="15514"/>
                    <a:pt x="143" y="15526"/>
                  </a:cubicBezTo>
                  <a:cubicBezTo>
                    <a:pt x="143" y="15550"/>
                    <a:pt x="155" y="15561"/>
                    <a:pt x="167" y="15585"/>
                  </a:cubicBezTo>
                  <a:cubicBezTo>
                    <a:pt x="179" y="15597"/>
                    <a:pt x="191" y="15609"/>
                    <a:pt x="203" y="15633"/>
                  </a:cubicBezTo>
                  <a:cubicBezTo>
                    <a:pt x="203" y="15645"/>
                    <a:pt x="227" y="15657"/>
                    <a:pt x="239" y="15681"/>
                  </a:cubicBezTo>
                  <a:cubicBezTo>
                    <a:pt x="250" y="15692"/>
                    <a:pt x="262" y="15716"/>
                    <a:pt x="274" y="15728"/>
                  </a:cubicBezTo>
                  <a:cubicBezTo>
                    <a:pt x="286" y="15740"/>
                    <a:pt x="298" y="15764"/>
                    <a:pt x="310" y="15776"/>
                  </a:cubicBezTo>
                  <a:lnTo>
                    <a:pt x="358" y="15823"/>
                  </a:lnTo>
                  <a:lnTo>
                    <a:pt x="417" y="15871"/>
                  </a:lnTo>
                  <a:cubicBezTo>
                    <a:pt x="429" y="15895"/>
                    <a:pt x="453" y="15907"/>
                    <a:pt x="477" y="15931"/>
                  </a:cubicBezTo>
                  <a:lnTo>
                    <a:pt x="536" y="15978"/>
                  </a:lnTo>
                  <a:cubicBezTo>
                    <a:pt x="572" y="15990"/>
                    <a:pt x="596" y="16014"/>
                    <a:pt x="620" y="16026"/>
                  </a:cubicBezTo>
                  <a:cubicBezTo>
                    <a:pt x="655" y="16050"/>
                    <a:pt x="691" y="16062"/>
                    <a:pt x="727" y="16073"/>
                  </a:cubicBezTo>
                  <a:cubicBezTo>
                    <a:pt x="774" y="16097"/>
                    <a:pt x="810" y="16109"/>
                    <a:pt x="858" y="16121"/>
                  </a:cubicBezTo>
                  <a:cubicBezTo>
                    <a:pt x="977" y="16157"/>
                    <a:pt x="1096" y="16181"/>
                    <a:pt x="1215" y="16181"/>
                  </a:cubicBezTo>
                  <a:lnTo>
                    <a:pt x="1227" y="16181"/>
                  </a:lnTo>
                  <a:cubicBezTo>
                    <a:pt x="1334" y="16181"/>
                    <a:pt x="1441" y="16169"/>
                    <a:pt x="1548" y="16133"/>
                  </a:cubicBezTo>
                  <a:cubicBezTo>
                    <a:pt x="1584" y="16121"/>
                    <a:pt x="1632" y="16109"/>
                    <a:pt x="1679" y="16085"/>
                  </a:cubicBezTo>
                  <a:cubicBezTo>
                    <a:pt x="1715" y="16073"/>
                    <a:pt x="1751" y="16062"/>
                    <a:pt x="1786" y="16038"/>
                  </a:cubicBezTo>
                  <a:cubicBezTo>
                    <a:pt x="1822" y="16026"/>
                    <a:pt x="1834" y="16014"/>
                    <a:pt x="1870" y="15990"/>
                  </a:cubicBezTo>
                  <a:lnTo>
                    <a:pt x="1941" y="15942"/>
                  </a:lnTo>
                  <a:cubicBezTo>
                    <a:pt x="1953" y="15931"/>
                    <a:pt x="1977" y="15919"/>
                    <a:pt x="2001" y="15907"/>
                  </a:cubicBezTo>
                  <a:cubicBezTo>
                    <a:pt x="2025" y="15883"/>
                    <a:pt x="2036" y="15871"/>
                    <a:pt x="2048" y="15859"/>
                  </a:cubicBezTo>
                  <a:lnTo>
                    <a:pt x="2108" y="15812"/>
                  </a:lnTo>
                  <a:lnTo>
                    <a:pt x="2144" y="15752"/>
                  </a:lnTo>
                  <a:cubicBezTo>
                    <a:pt x="2155" y="15740"/>
                    <a:pt x="2167" y="15728"/>
                    <a:pt x="2179" y="15704"/>
                  </a:cubicBezTo>
                  <a:lnTo>
                    <a:pt x="2215" y="15657"/>
                  </a:lnTo>
                  <a:lnTo>
                    <a:pt x="2251" y="15609"/>
                  </a:lnTo>
                  <a:cubicBezTo>
                    <a:pt x="2263" y="15597"/>
                    <a:pt x="2275" y="15585"/>
                    <a:pt x="2286" y="15561"/>
                  </a:cubicBezTo>
                  <a:cubicBezTo>
                    <a:pt x="2286" y="15550"/>
                    <a:pt x="2298" y="15538"/>
                    <a:pt x="2310" y="15514"/>
                  </a:cubicBezTo>
                  <a:cubicBezTo>
                    <a:pt x="2310" y="15502"/>
                    <a:pt x="2322" y="15478"/>
                    <a:pt x="2334" y="15466"/>
                  </a:cubicBezTo>
                  <a:lnTo>
                    <a:pt x="2358" y="15419"/>
                  </a:lnTo>
                  <a:cubicBezTo>
                    <a:pt x="2358" y="15407"/>
                    <a:pt x="2370" y="15383"/>
                    <a:pt x="2370" y="15371"/>
                  </a:cubicBezTo>
                  <a:cubicBezTo>
                    <a:pt x="2370" y="15359"/>
                    <a:pt x="2382" y="15335"/>
                    <a:pt x="2394" y="15323"/>
                  </a:cubicBezTo>
                  <a:cubicBezTo>
                    <a:pt x="2394" y="15311"/>
                    <a:pt x="2394" y="15288"/>
                    <a:pt x="2406" y="15276"/>
                  </a:cubicBezTo>
                  <a:cubicBezTo>
                    <a:pt x="2406" y="15264"/>
                    <a:pt x="2406" y="15240"/>
                    <a:pt x="2417" y="15228"/>
                  </a:cubicBezTo>
                  <a:cubicBezTo>
                    <a:pt x="2417" y="15204"/>
                    <a:pt x="2417" y="15192"/>
                    <a:pt x="2417" y="15180"/>
                  </a:cubicBezTo>
                  <a:cubicBezTo>
                    <a:pt x="2429" y="15157"/>
                    <a:pt x="2417" y="15145"/>
                    <a:pt x="2429" y="15133"/>
                  </a:cubicBezTo>
                  <a:cubicBezTo>
                    <a:pt x="2441" y="15109"/>
                    <a:pt x="2429" y="15097"/>
                    <a:pt x="2429" y="15085"/>
                  </a:cubicBezTo>
                  <a:lnTo>
                    <a:pt x="2429" y="15026"/>
                  </a:lnTo>
                  <a:lnTo>
                    <a:pt x="2429" y="14978"/>
                  </a:lnTo>
                  <a:lnTo>
                    <a:pt x="2429" y="1214"/>
                  </a:lnTo>
                  <a:lnTo>
                    <a:pt x="2429" y="1167"/>
                  </a:lnTo>
                  <a:lnTo>
                    <a:pt x="2429" y="1119"/>
                  </a:lnTo>
                  <a:cubicBezTo>
                    <a:pt x="2429" y="1107"/>
                    <a:pt x="2429" y="1084"/>
                    <a:pt x="2429" y="1072"/>
                  </a:cubicBezTo>
                  <a:cubicBezTo>
                    <a:pt x="2417" y="1060"/>
                    <a:pt x="2417" y="1036"/>
                    <a:pt x="2417" y="1024"/>
                  </a:cubicBezTo>
                  <a:cubicBezTo>
                    <a:pt x="2417" y="1012"/>
                    <a:pt x="2417" y="988"/>
                    <a:pt x="2417" y="976"/>
                  </a:cubicBezTo>
                  <a:cubicBezTo>
                    <a:pt x="2417" y="964"/>
                    <a:pt x="2406" y="941"/>
                    <a:pt x="2406" y="929"/>
                  </a:cubicBezTo>
                  <a:cubicBezTo>
                    <a:pt x="2406" y="905"/>
                    <a:pt x="2406" y="893"/>
                    <a:pt x="2394" y="881"/>
                  </a:cubicBezTo>
                  <a:cubicBezTo>
                    <a:pt x="2394" y="869"/>
                    <a:pt x="2382" y="845"/>
                    <a:pt x="2382" y="833"/>
                  </a:cubicBezTo>
                  <a:cubicBezTo>
                    <a:pt x="2382" y="810"/>
                    <a:pt x="2370" y="798"/>
                    <a:pt x="2358" y="786"/>
                  </a:cubicBezTo>
                  <a:cubicBezTo>
                    <a:pt x="2358" y="762"/>
                    <a:pt x="2346" y="750"/>
                    <a:pt x="2346" y="738"/>
                  </a:cubicBezTo>
                  <a:cubicBezTo>
                    <a:pt x="2346" y="714"/>
                    <a:pt x="2322" y="703"/>
                    <a:pt x="2322" y="691"/>
                  </a:cubicBezTo>
                  <a:lnTo>
                    <a:pt x="2298" y="643"/>
                  </a:lnTo>
                  <a:cubicBezTo>
                    <a:pt x="2286" y="619"/>
                    <a:pt x="2275" y="607"/>
                    <a:pt x="2263" y="595"/>
                  </a:cubicBezTo>
                  <a:cubicBezTo>
                    <a:pt x="2263" y="572"/>
                    <a:pt x="2251" y="560"/>
                    <a:pt x="2239" y="548"/>
                  </a:cubicBezTo>
                  <a:lnTo>
                    <a:pt x="2203" y="500"/>
                  </a:lnTo>
                  <a:lnTo>
                    <a:pt x="2167" y="452"/>
                  </a:lnTo>
                  <a:lnTo>
                    <a:pt x="2120" y="393"/>
                  </a:lnTo>
                  <a:cubicBezTo>
                    <a:pt x="2108" y="381"/>
                    <a:pt x="2096" y="369"/>
                    <a:pt x="2072" y="345"/>
                  </a:cubicBezTo>
                  <a:lnTo>
                    <a:pt x="2025" y="298"/>
                  </a:lnTo>
                  <a:cubicBezTo>
                    <a:pt x="2001" y="286"/>
                    <a:pt x="1989" y="274"/>
                    <a:pt x="1965" y="250"/>
                  </a:cubicBezTo>
                  <a:lnTo>
                    <a:pt x="1894" y="202"/>
                  </a:lnTo>
                  <a:lnTo>
                    <a:pt x="1822" y="155"/>
                  </a:lnTo>
                  <a:cubicBezTo>
                    <a:pt x="1786" y="143"/>
                    <a:pt x="1751" y="119"/>
                    <a:pt x="1715" y="107"/>
                  </a:cubicBezTo>
                  <a:cubicBezTo>
                    <a:pt x="1679" y="95"/>
                    <a:pt x="1632" y="71"/>
                    <a:pt x="1596" y="60"/>
                  </a:cubicBezTo>
                  <a:cubicBezTo>
                    <a:pt x="1513" y="36"/>
                    <a:pt x="1429" y="12"/>
                    <a:pt x="1346" y="12"/>
                  </a:cubicBezTo>
                  <a:cubicBezTo>
                    <a:pt x="1310" y="0"/>
                    <a:pt x="1263" y="0"/>
                    <a:pt x="121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6" name="Google Shape;556;p6"/>
            <p:cNvSpPr/>
            <p:nvPr/>
          </p:nvSpPr>
          <p:spPr>
            <a:xfrm>
              <a:off x="4941924" y="-169612"/>
              <a:ext cx="142964" cy="125041"/>
            </a:xfrm>
            <a:custGeom>
              <a:avLst/>
              <a:gdLst/>
              <a:ahLst/>
              <a:cxnLst/>
              <a:rect l="l" t="t" r="r" b="b"/>
              <a:pathLst>
                <a:path w="4371" h="3823" extrusionOk="0">
                  <a:moveTo>
                    <a:pt x="1144" y="0"/>
                  </a:moveTo>
                  <a:cubicBezTo>
                    <a:pt x="513" y="0"/>
                    <a:pt x="1" y="512"/>
                    <a:pt x="1" y="1131"/>
                  </a:cubicBezTo>
                  <a:lnTo>
                    <a:pt x="1" y="2679"/>
                  </a:lnTo>
                  <a:cubicBezTo>
                    <a:pt x="1" y="3310"/>
                    <a:pt x="513" y="3822"/>
                    <a:pt x="1144" y="3822"/>
                  </a:cubicBezTo>
                  <a:lnTo>
                    <a:pt x="3228" y="3822"/>
                  </a:lnTo>
                  <a:cubicBezTo>
                    <a:pt x="3859" y="3810"/>
                    <a:pt x="4371" y="3310"/>
                    <a:pt x="4371" y="2679"/>
                  </a:cubicBezTo>
                  <a:lnTo>
                    <a:pt x="4359" y="1131"/>
                  </a:lnTo>
                  <a:cubicBezTo>
                    <a:pt x="4359" y="512"/>
                    <a:pt x="3847" y="0"/>
                    <a:pt x="3228" y="0"/>
                  </a:cubicBezTo>
                  <a:close/>
                </a:path>
              </a:pathLst>
            </a:custGeom>
            <a:solidFill>
              <a:srgbClr val="821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 name="Google Shape;557;p6"/>
            <p:cNvSpPr/>
            <p:nvPr/>
          </p:nvSpPr>
          <p:spPr>
            <a:xfrm>
              <a:off x="4942316" y="277825"/>
              <a:ext cx="142572" cy="124648"/>
            </a:xfrm>
            <a:custGeom>
              <a:avLst/>
              <a:gdLst/>
              <a:ahLst/>
              <a:cxnLst/>
              <a:rect l="l" t="t" r="r" b="b"/>
              <a:pathLst>
                <a:path w="4359" h="3811" extrusionOk="0">
                  <a:moveTo>
                    <a:pt x="1132" y="0"/>
                  </a:moveTo>
                  <a:cubicBezTo>
                    <a:pt x="513" y="0"/>
                    <a:pt x="1" y="512"/>
                    <a:pt x="1" y="1132"/>
                  </a:cubicBezTo>
                  <a:lnTo>
                    <a:pt x="1" y="2679"/>
                  </a:lnTo>
                  <a:cubicBezTo>
                    <a:pt x="1" y="3310"/>
                    <a:pt x="513" y="3810"/>
                    <a:pt x="1132" y="3810"/>
                  </a:cubicBezTo>
                  <a:lnTo>
                    <a:pt x="3216" y="3810"/>
                  </a:lnTo>
                  <a:cubicBezTo>
                    <a:pt x="3847" y="3810"/>
                    <a:pt x="4359" y="3310"/>
                    <a:pt x="4359" y="2679"/>
                  </a:cubicBezTo>
                  <a:lnTo>
                    <a:pt x="4359" y="1132"/>
                  </a:lnTo>
                  <a:cubicBezTo>
                    <a:pt x="4359" y="512"/>
                    <a:pt x="3847" y="0"/>
                    <a:pt x="3216" y="0"/>
                  </a:cubicBezTo>
                  <a:close/>
                </a:path>
              </a:pathLst>
            </a:custGeom>
            <a:solidFill>
              <a:srgbClr val="821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 name="Google Shape;558;p6"/>
            <p:cNvSpPr/>
            <p:nvPr/>
          </p:nvSpPr>
          <p:spPr>
            <a:xfrm>
              <a:off x="4965309" y="-148189"/>
              <a:ext cx="79872" cy="529240"/>
            </a:xfrm>
            <a:custGeom>
              <a:avLst/>
              <a:gdLst/>
              <a:ahLst/>
              <a:cxnLst/>
              <a:rect l="l" t="t" r="r" b="b"/>
              <a:pathLst>
                <a:path w="2442" h="16181" extrusionOk="0">
                  <a:moveTo>
                    <a:pt x="1227" y="0"/>
                  </a:moveTo>
                  <a:cubicBezTo>
                    <a:pt x="917" y="0"/>
                    <a:pt x="631" y="119"/>
                    <a:pt x="405" y="310"/>
                  </a:cubicBezTo>
                  <a:lnTo>
                    <a:pt x="393" y="333"/>
                  </a:lnTo>
                  <a:cubicBezTo>
                    <a:pt x="358" y="369"/>
                    <a:pt x="322" y="393"/>
                    <a:pt x="298" y="429"/>
                  </a:cubicBezTo>
                  <a:cubicBezTo>
                    <a:pt x="274" y="452"/>
                    <a:pt x="262" y="476"/>
                    <a:pt x="238" y="500"/>
                  </a:cubicBezTo>
                  <a:cubicBezTo>
                    <a:pt x="215" y="524"/>
                    <a:pt x="191" y="560"/>
                    <a:pt x="179" y="595"/>
                  </a:cubicBezTo>
                  <a:cubicBezTo>
                    <a:pt x="155" y="631"/>
                    <a:pt x="143" y="655"/>
                    <a:pt x="119" y="691"/>
                  </a:cubicBezTo>
                  <a:cubicBezTo>
                    <a:pt x="107" y="726"/>
                    <a:pt x="96" y="750"/>
                    <a:pt x="84" y="786"/>
                  </a:cubicBezTo>
                  <a:cubicBezTo>
                    <a:pt x="72" y="833"/>
                    <a:pt x="48" y="869"/>
                    <a:pt x="36" y="917"/>
                  </a:cubicBezTo>
                  <a:cubicBezTo>
                    <a:pt x="36" y="941"/>
                    <a:pt x="24" y="964"/>
                    <a:pt x="24" y="1000"/>
                  </a:cubicBezTo>
                  <a:cubicBezTo>
                    <a:pt x="0" y="1072"/>
                    <a:pt x="0" y="1143"/>
                    <a:pt x="0" y="1226"/>
                  </a:cubicBezTo>
                  <a:lnTo>
                    <a:pt x="0" y="14954"/>
                  </a:lnTo>
                  <a:cubicBezTo>
                    <a:pt x="0" y="15633"/>
                    <a:pt x="548" y="16181"/>
                    <a:pt x="1227" y="16181"/>
                  </a:cubicBezTo>
                  <a:cubicBezTo>
                    <a:pt x="1310" y="16181"/>
                    <a:pt x="1393" y="16169"/>
                    <a:pt x="1477" y="16157"/>
                  </a:cubicBezTo>
                  <a:lnTo>
                    <a:pt x="1512" y="16145"/>
                  </a:lnTo>
                  <a:cubicBezTo>
                    <a:pt x="1584" y="16121"/>
                    <a:pt x="1643" y="16097"/>
                    <a:pt x="1715" y="16073"/>
                  </a:cubicBezTo>
                  <a:lnTo>
                    <a:pt x="1727" y="16073"/>
                  </a:lnTo>
                  <a:cubicBezTo>
                    <a:pt x="1882" y="16002"/>
                    <a:pt x="2012" y="15907"/>
                    <a:pt x="2120" y="15788"/>
                  </a:cubicBezTo>
                  <a:cubicBezTo>
                    <a:pt x="2322" y="15561"/>
                    <a:pt x="2441" y="15276"/>
                    <a:pt x="2441" y="14966"/>
                  </a:cubicBezTo>
                  <a:lnTo>
                    <a:pt x="2441" y="1226"/>
                  </a:lnTo>
                  <a:cubicBezTo>
                    <a:pt x="2441" y="548"/>
                    <a:pt x="1893" y="0"/>
                    <a:pt x="1227" y="0"/>
                  </a:cubicBezTo>
                  <a:close/>
                </a:path>
              </a:pathLst>
            </a:custGeom>
            <a:solidFill>
              <a:srgbClr val="272425">
                <a:alpha val="200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 name="Google Shape;559;p6"/>
            <p:cNvSpPr/>
            <p:nvPr/>
          </p:nvSpPr>
          <p:spPr>
            <a:xfrm>
              <a:off x="4977378" y="-148189"/>
              <a:ext cx="78694" cy="529240"/>
            </a:xfrm>
            <a:custGeom>
              <a:avLst/>
              <a:gdLst/>
              <a:ahLst/>
              <a:cxnLst/>
              <a:rect l="l" t="t" r="r" b="b"/>
              <a:pathLst>
                <a:path w="2406" h="16181" extrusionOk="0">
                  <a:moveTo>
                    <a:pt x="1132" y="0"/>
                  </a:moveTo>
                  <a:cubicBezTo>
                    <a:pt x="1036" y="0"/>
                    <a:pt x="953" y="24"/>
                    <a:pt x="870" y="48"/>
                  </a:cubicBezTo>
                  <a:cubicBezTo>
                    <a:pt x="822" y="60"/>
                    <a:pt x="774" y="71"/>
                    <a:pt x="739" y="83"/>
                  </a:cubicBezTo>
                  <a:cubicBezTo>
                    <a:pt x="703" y="107"/>
                    <a:pt x="667" y="119"/>
                    <a:pt x="631" y="131"/>
                  </a:cubicBezTo>
                  <a:cubicBezTo>
                    <a:pt x="608" y="155"/>
                    <a:pt x="584" y="167"/>
                    <a:pt x="560" y="179"/>
                  </a:cubicBezTo>
                  <a:cubicBezTo>
                    <a:pt x="536" y="202"/>
                    <a:pt x="512" y="214"/>
                    <a:pt x="489" y="226"/>
                  </a:cubicBezTo>
                  <a:cubicBezTo>
                    <a:pt x="465" y="238"/>
                    <a:pt x="441" y="262"/>
                    <a:pt x="429" y="274"/>
                  </a:cubicBezTo>
                  <a:lnTo>
                    <a:pt x="370" y="322"/>
                  </a:lnTo>
                  <a:lnTo>
                    <a:pt x="322" y="369"/>
                  </a:lnTo>
                  <a:cubicBezTo>
                    <a:pt x="310" y="381"/>
                    <a:pt x="298" y="393"/>
                    <a:pt x="286" y="417"/>
                  </a:cubicBezTo>
                  <a:lnTo>
                    <a:pt x="239" y="464"/>
                  </a:lnTo>
                  <a:lnTo>
                    <a:pt x="203" y="512"/>
                  </a:lnTo>
                  <a:lnTo>
                    <a:pt x="179" y="560"/>
                  </a:lnTo>
                  <a:cubicBezTo>
                    <a:pt x="167" y="572"/>
                    <a:pt x="155" y="583"/>
                    <a:pt x="143" y="607"/>
                  </a:cubicBezTo>
                  <a:cubicBezTo>
                    <a:pt x="131" y="619"/>
                    <a:pt x="131" y="631"/>
                    <a:pt x="119" y="655"/>
                  </a:cubicBezTo>
                  <a:cubicBezTo>
                    <a:pt x="108" y="667"/>
                    <a:pt x="108" y="679"/>
                    <a:pt x="96" y="703"/>
                  </a:cubicBezTo>
                  <a:lnTo>
                    <a:pt x="72" y="750"/>
                  </a:lnTo>
                  <a:cubicBezTo>
                    <a:pt x="72" y="762"/>
                    <a:pt x="60" y="774"/>
                    <a:pt x="60" y="786"/>
                  </a:cubicBezTo>
                  <a:lnTo>
                    <a:pt x="36" y="833"/>
                  </a:lnTo>
                  <a:lnTo>
                    <a:pt x="24" y="881"/>
                  </a:lnTo>
                  <a:cubicBezTo>
                    <a:pt x="24" y="905"/>
                    <a:pt x="12" y="917"/>
                    <a:pt x="12" y="929"/>
                  </a:cubicBezTo>
                  <a:cubicBezTo>
                    <a:pt x="12" y="953"/>
                    <a:pt x="0" y="964"/>
                    <a:pt x="0" y="976"/>
                  </a:cubicBezTo>
                  <a:lnTo>
                    <a:pt x="0" y="1024"/>
                  </a:lnTo>
                  <a:lnTo>
                    <a:pt x="0" y="1072"/>
                  </a:lnTo>
                  <a:lnTo>
                    <a:pt x="0" y="1119"/>
                  </a:lnTo>
                  <a:lnTo>
                    <a:pt x="0" y="1167"/>
                  </a:lnTo>
                  <a:lnTo>
                    <a:pt x="0" y="1214"/>
                  </a:lnTo>
                  <a:lnTo>
                    <a:pt x="0" y="14954"/>
                  </a:lnTo>
                  <a:lnTo>
                    <a:pt x="0" y="14990"/>
                  </a:lnTo>
                  <a:lnTo>
                    <a:pt x="0" y="15050"/>
                  </a:lnTo>
                  <a:lnTo>
                    <a:pt x="0" y="15097"/>
                  </a:lnTo>
                  <a:lnTo>
                    <a:pt x="0" y="15145"/>
                  </a:lnTo>
                  <a:lnTo>
                    <a:pt x="0" y="15192"/>
                  </a:lnTo>
                  <a:cubicBezTo>
                    <a:pt x="0" y="15204"/>
                    <a:pt x="12" y="15216"/>
                    <a:pt x="12" y="15240"/>
                  </a:cubicBezTo>
                  <a:cubicBezTo>
                    <a:pt x="24" y="15252"/>
                    <a:pt x="12" y="15276"/>
                    <a:pt x="24" y="15288"/>
                  </a:cubicBezTo>
                  <a:cubicBezTo>
                    <a:pt x="36" y="15300"/>
                    <a:pt x="36" y="15323"/>
                    <a:pt x="36" y="15335"/>
                  </a:cubicBezTo>
                  <a:cubicBezTo>
                    <a:pt x="48" y="15347"/>
                    <a:pt x="48" y="15371"/>
                    <a:pt x="60" y="15383"/>
                  </a:cubicBezTo>
                  <a:cubicBezTo>
                    <a:pt x="60" y="15407"/>
                    <a:pt x="72" y="15419"/>
                    <a:pt x="72" y="15431"/>
                  </a:cubicBezTo>
                  <a:cubicBezTo>
                    <a:pt x="84" y="15454"/>
                    <a:pt x="96" y="15466"/>
                    <a:pt x="96" y="15478"/>
                  </a:cubicBezTo>
                  <a:cubicBezTo>
                    <a:pt x="108" y="15502"/>
                    <a:pt x="119" y="15514"/>
                    <a:pt x="119" y="15526"/>
                  </a:cubicBezTo>
                  <a:cubicBezTo>
                    <a:pt x="131" y="15550"/>
                    <a:pt x="143" y="15561"/>
                    <a:pt x="155" y="15585"/>
                  </a:cubicBezTo>
                  <a:cubicBezTo>
                    <a:pt x="167" y="15597"/>
                    <a:pt x="167" y="15609"/>
                    <a:pt x="179" y="15633"/>
                  </a:cubicBezTo>
                  <a:cubicBezTo>
                    <a:pt x="191" y="15645"/>
                    <a:pt x="203" y="15669"/>
                    <a:pt x="215" y="15681"/>
                  </a:cubicBezTo>
                  <a:lnTo>
                    <a:pt x="250" y="15728"/>
                  </a:lnTo>
                  <a:lnTo>
                    <a:pt x="298" y="15776"/>
                  </a:lnTo>
                  <a:lnTo>
                    <a:pt x="346" y="15823"/>
                  </a:lnTo>
                  <a:lnTo>
                    <a:pt x="393" y="15871"/>
                  </a:lnTo>
                  <a:cubicBezTo>
                    <a:pt x="417" y="15895"/>
                    <a:pt x="441" y="15907"/>
                    <a:pt x="453" y="15931"/>
                  </a:cubicBezTo>
                  <a:lnTo>
                    <a:pt x="524" y="15978"/>
                  </a:lnTo>
                  <a:cubicBezTo>
                    <a:pt x="584" y="16014"/>
                    <a:pt x="643" y="16050"/>
                    <a:pt x="715" y="16073"/>
                  </a:cubicBezTo>
                  <a:cubicBezTo>
                    <a:pt x="751" y="16097"/>
                    <a:pt x="798" y="16109"/>
                    <a:pt x="846" y="16121"/>
                  </a:cubicBezTo>
                  <a:cubicBezTo>
                    <a:pt x="953" y="16157"/>
                    <a:pt x="1072" y="16181"/>
                    <a:pt x="1191" y="16181"/>
                  </a:cubicBezTo>
                  <a:lnTo>
                    <a:pt x="1203" y="16181"/>
                  </a:lnTo>
                  <a:cubicBezTo>
                    <a:pt x="1310" y="16181"/>
                    <a:pt x="1417" y="16169"/>
                    <a:pt x="1524" y="16133"/>
                  </a:cubicBezTo>
                  <a:cubicBezTo>
                    <a:pt x="1572" y="16121"/>
                    <a:pt x="1620" y="16109"/>
                    <a:pt x="1667" y="16085"/>
                  </a:cubicBezTo>
                  <a:cubicBezTo>
                    <a:pt x="1703" y="16073"/>
                    <a:pt x="1739" y="16062"/>
                    <a:pt x="1763" y="16038"/>
                  </a:cubicBezTo>
                  <a:lnTo>
                    <a:pt x="1846" y="15990"/>
                  </a:lnTo>
                  <a:lnTo>
                    <a:pt x="1917" y="15942"/>
                  </a:lnTo>
                  <a:cubicBezTo>
                    <a:pt x="1941" y="15931"/>
                    <a:pt x="1965" y="15919"/>
                    <a:pt x="1989" y="15907"/>
                  </a:cubicBezTo>
                  <a:lnTo>
                    <a:pt x="2036" y="15859"/>
                  </a:lnTo>
                  <a:lnTo>
                    <a:pt x="2084" y="15812"/>
                  </a:lnTo>
                  <a:lnTo>
                    <a:pt x="2132" y="15752"/>
                  </a:lnTo>
                  <a:cubicBezTo>
                    <a:pt x="2144" y="15740"/>
                    <a:pt x="2155" y="15728"/>
                    <a:pt x="2167" y="15704"/>
                  </a:cubicBezTo>
                  <a:cubicBezTo>
                    <a:pt x="2179" y="15692"/>
                    <a:pt x="2191" y="15681"/>
                    <a:pt x="2203" y="15657"/>
                  </a:cubicBezTo>
                  <a:lnTo>
                    <a:pt x="2239" y="15609"/>
                  </a:lnTo>
                  <a:lnTo>
                    <a:pt x="2263" y="15561"/>
                  </a:lnTo>
                  <a:cubicBezTo>
                    <a:pt x="2275" y="15550"/>
                    <a:pt x="2286" y="15538"/>
                    <a:pt x="2286" y="15514"/>
                  </a:cubicBezTo>
                  <a:cubicBezTo>
                    <a:pt x="2298" y="15502"/>
                    <a:pt x="2310" y="15478"/>
                    <a:pt x="2310" y="15466"/>
                  </a:cubicBezTo>
                  <a:cubicBezTo>
                    <a:pt x="2310" y="15454"/>
                    <a:pt x="2334" y="15431"/>
                    <a:pt x="2334" y="15419"/>
                  </a:cubicBezTo>
                  <a:cubicBezTo>
                    <a:pt x="2346" y="15407"/>
                    <a:pt x="2346" y="15383"/>
                    <a:pt x="2358" y="15371"/>
                  </a:cubicBezTo>
                  <a:cubicBezTo>
                    <a:pt x="2358" y="15359"/>
                    <a:pt x="2370" y="15335"/>
                    <a:pt x="2370" y="15323"/>
                  </a:cubicBezTo>
                  <a:lnTo>
                    <a:pt x="2382" y="15276"/>
                  </a:lnTo>
                  <a:cubicBezTo>
                    <a:pt x="2382" y="15264"/>
                    <a:pt x="2394" y="15240"/>
                    <a:pt x="2394" y="15228"/>
                  </a:cubicBezTo>
                  <a:lnTo>
                    <a:pt x="2405" y="15180"/>
                  </a:lnTo>
                  <a:cubicBezTo>
                    <a:pt x="2405" y="15157"/>
                    <a:pt x="2405" y="15145"/>
                    <a:pt x="2405" y="15133"/>
                  </a:cubicBezTo>
                  <a:lnTo>
                    <a:pt x="2405" y="15085"/>
                  </a:lnTo>
                  <a:lnTo>
                    <a:pt x="2405" y="15026"/>
                  </a:lnTo>
                  <a:lnTo>
                    <a:pt x="2405" y="14978"/>
                  </a:lnTo>
                  <a:lnTo>
                    <a:pt x="2405" y="14954"/>
                  </a:lnTo>
                  <a:lnTo>
                    <a:pt x="2405" y="1214"/>
                  </a:lnTo>
                  <a:lnTo>
                    <a:pt x="2405" y="1167"/>
                  </a:lnTo>
                  <a:lnTo>
                    <a:pt x="2405" y="1119"/>
                  </a:lnTo>
                  <a:lnTo>
                    <a:pt x="2405" y="1072"/>
                  </a:lnTo>
                  <a:cubicBezTo>
                    <a:pt x="2405" y="1060"/>
                    <a:pt x="2405" y="1036"/>
                    <a:pt x="2405" y="1024"/>
                  </a:cubicBezTo>
                  <a:lnTo>
                    <a:pt x="2405" y="976"/>
                  </a:lnTo>
                  <a:cubicBezTo>
                    <a:pt x="2405" y="964"/>
                    <a:pt x="2394" y="941"/>
                    <a:pt x="2394" y="929"/>
                  </a:cubicBezTo>
                  <a:cubicBezTo>
                    <a:pt x="2382" y="917"/>
                    <a:pt x="2382" y="893"/>
                    <a:pt x="2370" y="881"/>
                  </a:cubicBezTo>
                  <a:cubicBezTo>
                    <a:pt x="2370" y="869"/>
                    <a:pt x="2370" y="845"/>
                    <a:pt x="2358" y="833"/>
                  </a:cubicBezTo>
                  <a:lnTo>
                    <a:pt x="2346" y="786"/>
                  </a:lnTo>
                  <a:lnTo>
                    <a:pt x="2322" y="738"/>
                  </a:lnTo>
                  <a:cubicBezTo>
                    <a:pt x="2322" y="714"/>
                    <a:pt x="2310" y="703"/>
                    <a:pt x="2298" y="691"/>
                  </a:cubicBezTo>
                  <a:lnTo>
                    <a:pt x="2275" y="643"/>
                  </a:lnTo>
                  <a:lnTo>
                    <a:pt x="2251" y="595"/>
                  </a:lnTo>
                  <a:lnTo>
                    <a:pt x="2215" y="548"/>
                  </a:lnTo>
                  <a:cubicBezTo>
                    <a:pt x="2203" y="524"/>
                    <a:pt x="2191" y="512"/>
                    <a:pt x="2179" y="500"/>
                  </a:cubicBezTo>
                  <a:cubicBezTo>
                    <a:pt x="2167" y="476"/>
                    <a:pt x="2155" y="464"/>
                    <a:pt x="2144" y="452"/>
                  </a:cubicBezTo>
                  <a:lnTo>
                    <a:pt x="2108" y="393"/>
                  </a:lnTo>
                  <a:lnTo>
                    <a:pt x="2060" y="345"/>
                  </a:lnTo>
                  <a:lnTo>
                    <a:pt x="2001" y="298"/>
                  </a:lnTo>
                  <a:cubicBezTo>
                    <a:pt x="1989" y="286"/>
                    <a:pt x="1965" y="274"/>
                    <a:pt x="1941" y="250"/>
                  </a:cubicBezTo>
                  <a:lnTo>
                    <a:pt x="1882" y="202"/>
                  </a:lnTo>
                  <a:lnTo>
                    <a:pt x="1798" y="155"/>
                  </a:lnTo>
                  <a:cubicBezTo>
                    <a:pt x="1763" y="143"/>
                    <a:pt x="1739" y="119"/>
                    <a:pt x="1703" y="107"/>
                  </a:cubicBezTo>
                  <a:cubicBezTo>
                    <a:pt x="1655" y="95"/>
                    <a:pt x="1620" y="71"/>
                    <a:pt x="1572" y="60"/>
                  </a:cubicBezTo>
                  <a:cubicBezTo>
                    <a:pt x="1489" y="36"/>
                    <a:pt x="1417" y="12"/>
                    <a:pt x="1334" y="12"/>
                  </a:cubicBezTo>
                  <a:cubicBezTo>
                    <a:pt x="1286" y="0"/>
                    <a:pt x="1251" y="0"/>
                    <a:pt x="12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 name="Google Shape;560;p6"/>
            <p:cNvSpPr/>
            <p:nvPr/>
          </p:nvSpPr>
          <p:spPr>
            <a:xfrm>
              <a:off x="6566206" y="-169612"/>
              <a:ext cx="142572" cy="125041"/>
            </a:xfrm>
            <a:custGeom>
              <a:avLst/>
              <a:gdLst/>
              <a:ahLst/>
              <a:cxnLst/>
              <a:rect l="l" t="t" r="r" b="b"/>
              <a:pathLst>
                <a:path w="4359" h="3823" extrusionOk="0">
                  <a:moveTo>
                    <a:pt x="1132" y="0"/>
                  </a:moveTo>
                  <a:cubicBezTo>
                    <a:pt x="501" y="0"/>
                    <a:pt x="1" y="512"/>
                    <a:pt x="1" y="1131"/>
                  </a:cubicBezTo>
                  <a:lnTo>
                    <a:pt x="1" y="2679"/>
                  </a:lnTo>
                  <a:cubicBezTo>
                    <a:pt x="1" y="3310"/>
                    <a:pt x="501" y="3810"/>
                    <a:pt x="1132" y="3822"/>
                  </a:cubicBezTo>
                  <a:lnTo>
                    <a:pt x="3216" y="3822"/>
                  </a:lnTo>
                  <a:cubicBezTo>
                    <a:pt x="3847" y="3810"/>
                    <a:pt x="4359" y="3310"/>
                    <a:pt x="4359" y="2679"/>
                  </a:cubicBezTo>
                  <a:lnTo>
                    <a:pt x="4359" y="1131"/>
                  </a:lnTo>
                  <a:cubicBezTo>
                    <a:pt x="4359" y="512"/>
                    <a:pt x="3847" y="0"/>
                    <a:pt x="3216" y="0"/>
                  </a:cubicBezTo>
                  <a:close/>
                </a:path>
              </a:pathLst>
            </a:custGeom>
            <a:solidFill>
              <a:srgbClr val="821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 name="Google Shape;561;p6"/>
            <p:cNvSpPr/>
            <p:nvPr/>
          </p:nvSpPr>
          <p:spPr>
            <a:xfrm>
              <a:off x="6566206" y="277825"/>
              <a:ext cx="142572" cy="124648"/>
            </a:xfrm>
            <a:custGeom>
              <a:avLst/>
              <a:gdLst/>
              <a:ahLst/>
              <a:cxnLst/>
              <a:rect l="l" t="t" r="r" b="b"/>
              <a:pathLst>
                <a:path w="4359" h="3811" extrusionOk="0">
                  <a:moveTo>
                    <a:pt x="1132" y="0"/>
                  </a:moveTo>
                  <a:cubicBezTo>
                    <a:pt x="501" y="0"/>
                    <a:pt x="1" y="512"/>
                    <a:pt x="1" y="1132"/>
                  </a:cubicBezTo>
                  <a:lnTo>
                    <a:pt x="1" y="2679"/>
                  </a:lnTo>
                  <a:cubicBezTo>
                    <a:pt x="1" y="3310"/>
                    <a:pt x="501" y="3810"/>
                    <a:pt x="1132" y="3810"/>
                  </a:cubicBezTo>
                  <a:lnTo>
                    <a:pt x="3216" y="3810"/>
                  </a:lnTo>
                  <a:cubicBezTo>
                    <a:pt x="3847" y="3810"/>
                    <a:pt x="4359" y="3310"/>
                    <a:pt x="4359" y="2679"/>
                  </a:cubicBezTo>
                  <a:lnTo>
                    <a:pt x="4359" y="1132"/>
                  </a:lnTo>
                  <a:cubicBezTo>
                    <a:pt x="4359" y="512"/>
                    <a:pt x="3847" y="0"/>
                    <a:pt x="3216" y="0"/>
                  </a:cubicBezTo>
                  <a:close/>
                </a:path>
              </a:pathLst>
            </a:custGeom>
            <a:solidFill>
              <a:srgbClr val="821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2" name="Google Shape;562;p6"/>
            <p:cNvSpPr/>
            <p:nvPr/>
          </p:nvSpPr>
          <p:spPr>
            <a:xfrm>
              <a:off x="6588806" y="-148189"/>
              <a:ext cx="80264" cy="529240"/>
            </a:xfrm>
            <a:custGeom>
              <a:avLst/>
              <a:gdLst/>
              <a:ahLst/>
              <a:cxnLst/>
              <a:rect l="l" t="t" r="r" b="b"/>
              <a:pathLst>
                <a:path w="2454" h="16181" extrusionOk="0">
                  <a:moveTo>
                    <a:pt x="1227" y="0"/>
                  </a:moveTo>
                  <a:cubicBezTo>
                    <a:pt x="929" y="0"/>
                    <a:pt x="643" y="119"/>
                    <a:pt x="417" y="310"/>
                  </a:cubicBezTo>
                  <a:lnTo>
                    <a:pt x="393" y="333"/>
                  </a:lnTo>
                  <a:cubicBezTo>
                    <a:pt x="370" y="369"/>
                    <a:pt x="334" y="393"/>
                    <a:pt x="298" y="429"/>
                  </a:cubicBezTo>
                  <a:cubicBezTo>
                    <a:pt x="286" y="452"/>
                    <a:pt x="262" y="476"/>
                    <a:pt x="251" y="500"/>
                  </a:cubicBezTo>
                  <a:cubicBezTo>
                    <a:pt x="227" y="524"/>
                    <a:pt x="203" y="560"/>
                    <a:pt x="179" y="595"/>
                  </a:cubicBezTo>
                  <a:cubicBezTo>
                    <a:pt x="167" y="631"/>
                    <a:pt x="143" y="655"/>
                    <a:pt x="131" y="691"/>
                  </a:cubicBezTo>
                  <a:cubicBezTo>
                    <a:pt x="120" y="726"/>
                    <a:pt x="108" y="750"/>
                    <a:pt x="96" y="786"/>
                  </a:cubicBezTo>
                  <a:cubicBezTo>
                    <a:pt x="72" y="833"/>
                    <a:pt x="60" y="869"/>
                    <a:pt x="48" y="917"/>
                  </a:cubicBezTo>
                  <a:cubicBezTo>
                    <a:pt x="36" y="941"/>
                    <a:pt x="36" y="964"/>
                    <a:pt x="24" y="1000"/>
                  </a:cubicBezTo>
                  <a:cubicBezTo>
                    <a:pt x="12" y="1072"/>
                    <a:pt x="0" y="1143"/>
                    <a:pt x="0" y="1226"/>
                  </a:cubicBezTo>
                  <a:lnTo>
                    <a:pt x="0" y="14954"/>
                  </a:lnTo>
                  <a:cubicBezTo>
                    <a:pt x="0" y="15633"/>
                    <a:pt x="548" y="16181"/>
                    <a:pt x="1227" y="16181"/>
                  </a:cubicBezTo>
                  <a:cubicBezTo>
                    <a:pt x="1322" y="16181"/>
                    <a:pt x="1405" y="16169"/>
                    <a:pt x="1489" y="16157"/>
                  </a:cubicBezTo>
                  <a:lnTo>
                    <a:pt x="1524" y="16145"/>
                  </a:lnTo>
                  <a:cubicBezTo>
                    <a:pt x="1596" y="16121"/>
                    <a:pt x="1655" y="16097"/>
                    <a:pt x="1727" y="16073"/>
                  </a:cubicBezTo>
                  <a:lnTo>
                    <a:pt x="1739" y="16073"/>
                  </a:lnTo>
                  <a:cubicBezTo>
                    <a:pt x="1882" y="16002"/>
                    <a:pt x="2013" y="15907"/>
                    <a:pt x="2132" y="15788"/>
                  </a:cubicBezTo>
                  <a:cubicBezTo>
                    <a:pt x="2334" y="15561"/>
                    <a:pt x="2453" y="15276"/>
                    <a:pt x="2453" y="14966"/>
                  </a:cubicBezTo>
                  <a:lnTo>
                    <a:pt x="2453" y="1226"/>
                  </a:lnTo>
                  <a:cubicBezTo>
                    <a:pt x="2453" y="548"/>
                    <a:pt x="1905" y="0"/>
                    <a:pt x="1227" y="0"/>
                  </a:cubicBezTo>
                  <a:close/>
                </a:path>
              </a:pathLst>
            </a:custGeom>
            <a:solidFill>
              <a:srgbClr val="272425">
                <a:alpha val="200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3" name="Google Shape;563;p6"/>
            <p:cNvSpPr/>
            <p:nvPr/>
          </p:nvSpPr>
          <p:spPr>
            <a:xfrm>
              <a:off x="6600483" y="-148189"/>
              <a:ext cx="79872" cy="529240"/>
            </a:xfrm>
            <a:custGeom>
              <a:avLst/>
              <a:gdLst/>
              <a:ahLst/>
              <a:cxnLst/>
              <a:rect l="l" t="t" r="r" b="b"/>
              <a:pathLst>
                <a:path w="2442" h="16181" extrusionOk="0">
                  <a:moveTo>
                    <a:pt x="1144" y="0"/>
                  </a:moveTo>
                  <a:cubicBezTo>
                    <a:pt x="1060" y="0"/>
                    <a:pt x="965" y="24"/>
                    <a:pt x="882" y="48"/>
                  </a:cubicBezTo>
                  <a:cubicBezTo>
                    <a:pt x="834" y="60"/>
                    <a:pt x="798" y="71"/>
                    <a:pt x="751" y="83"/>
                  </a:cubicBezTo>
                  <a:cubicBezTo>
                    <a:pt x="715" y="107"/>
                    <a:pt x="691" y="119"/>
                    <a:pt x="656" y="131"/>
                  </a:cubicBezTo>
                  <a:cubicBezTo>
                    <a:pt x="620" y="155"/>
                    <a:pt x="596" y="167"/>
                    <a:pt x="572" y="179"/>
                  </a:cubicBezTo>
                  <a:cubicBezTo>
                    <a:pt x="548" y="202"/>
                    <a:pt x="525" y="214"/>
                    <a:pt x="501" y="226"/>
                  </a:cubicBezTo>
                  <a:lnTo>
                    <a:pt x="441" y="274"/>
                  </a:lnTo>
                  <a:lnTo>
                    <a:pt x="394" y="322"/>
                  </a:lnTo>
                  <a:cubicBezTo>
                    <a:pt x="370" y="333"/>
                    <a:pt x="358" y="357"/>
                    <a:pt x="346" y="369"/>
                  </a:cubicBezTo>
                  <a:cubicBezTo>
                    <a:pt x="322" y="381"/>
                    <a:pt x="310" y="393"/>
                    <a:pt x="298" y="417"/>
                  </a:cubicBezTo>
                  <a:cubicBezTo>
                    <a:pt x="286" y="429"/>
                    <a:pt x="275" y="441"/>
                    <a:pt x="263" y="464"/>
                  </a:cubicBezTo>
                  <a:lnTo>
                    <a:pt x="227" y="512"/>
                  </a:lnTo>
                  <a:lnTo>
                    <a:pt x="191" y="560"/>
                  </a:lnTo>
                  <a:lnTo>
                    <a:pt x="167" y="607"/>
                  </a:lnTo>
                  <a:lnTo>
                    <a:pt x="132" y="655"/>
                  </a:lnTo>
                  <a:lnTo>
                    <a:pt x="108" y="703"/>
                  </a:lnTo>
                  <a:cubicBezTo>
                    <a:pt x="108" y="714"/>
                    <a:pt x="96" y="726"/>
                    <a:pt x="96" y="750"/>
                  </a:cubicBezTo>
                  <a:cubicBezTo>
                    <a:pt x="84" y="762"/>
                    <a:pt x="84" y="774"/>
                    <a:pt x="72" y="786"/>
                  </a:cubicBezTo>
                  <a:lnTo>
                    <a:pt x="60" y="833"/>
                  </a:lnTo>
                  <a:lnTo>
                    <a:pt x="48" y="881"/>
                  </a:lnTo>
                  <a:cubicBezTo>
                    <a:pt x="48" y="905"/>
                    <a:pt x="36" y="917"/>
                    <a:pt x="36" y="929"/>
                  </a:cubicBezTo>
                  <a:cubicBezTo>
                    <a:pt x="24" y="953"/>
                    <a:pt x="24" y="964"/>
                    <a:pt x="24" y="976"/>
                  </a:cubicBezTo>
                  <a:lnTo>
                    <a:pt x="24" y="1024"/>
                  </a:lnTo>
                  <a:cubicBezTo>
                    <a:pt x="24" y="1048"/>
                    <a:pt x="24" y="1060"/>
                    <a:pt x="13" y="1072"/>
                  </a:cubicBezTo>
                  <a:cubicBezTo>
                    <a:pt x="1" y="1095"/>
                    <a:pt x="13" y="1107"/>
                    <a:pt x="13" y="1119"/>
                  </a:cubicBezTo>
                  <a:lnTo>
                    <a:pt x="13" y="1167"/>
                  </a:lnTo>
                  <a:lnTo>
                    <a:pt x="13" y="1214"/>
                  </a:lnTo>
                  <a:lnTo>
                    <a:pt x="13" y="14954"/>
                  </a:lnTo>
                  <a:cubicBezTo>
                    <a:pt x="13" y="14966"/>
                    <a:pt x="13" y="14978"/>
                    <a:pt x="13" y="14990"/>
                  </a:cubicBezTo>
                  <a:lnTo>
                    <a:pt x="13" y="15050"/>
                  </a:lnTo>
                  <a:cubicBezTo>
                    <a:pt x="13" y="15061"/>
                    <a:pt x="13" y="15073"/>
                    <a:pt x="13" y="15097"/>
                  </a:cubicBezTo>
                  <a:cubicBezTo>
                    <a:pt x="13" y="15109"/>
                    <a:pt x="13" y="15121"/>
                    <a:pt x="24" y="15145"/>
                  </a:cubicBezTo>
                  <a:lnTo>
                    <a:pt x="24" y="15192"/>
                  </a:lnTo>
                  <a:cubicBezTo>
                    <a:pt x="24" y="15204"/>
                    <a:pt x="24" y="15216"/>
                    <a:pt x="24" y="15240"/>
                  </a:cubicBezTo>
                  <a:cubicBezTo>
                    <a:pt x="36" y="15252"/>
                    <a:pt x="24" y="15276"/>
                    <a:pt x="36" y="15288"/>
                  </a:cubicBezTo>
                  <a:cubicBezTo>
                    <a:pt x="48" y="15300"/>
                    <a:pt x="48" y="15323"/>
                    <a:pt x="60" y="15335"/>
                  </a:cubicBezTo>
                  <a:lnTo>
                    <a:pt x="72" y="15383"/>
                  </a:lnTo>
                  <a:lnTo>
                    <a:pt x="96" y="15431"/>
                  </a:lnTo>
                  <a:cubicBezTo>
                    <a:pt x="96" y="15454"/>
                    <a:pt x="108" y="15466"/>
                    <a:pt x="120" y="15478"/>
                  </a:cubicBezTo>
                  <a:cubicBezTo>
                    <a:pt x="120" y="15502"/>
                    <a:pt x="132" y="15514"/>
                    <a:pt x="144" y="15526"/>
                  </a:cubicBezTo>
                  <a:cubicBezTo>
                    <a:pt x="144" y="15550"/>
                    <a:pt x="155" y="15561"/>
                    <a:pt x="167" y="15585"/>
                  </a:cubicBezTo>
                  <a:cubicBezTo>
                    <a:pt x="179" y="15597"/>
                    <a:pt x="191" y="15609"/>
                    <a:pt x="203" y="15633"/>
                  </a:cubicBezTo>
                  <a:cubicBezTo>
                    <a:pt x="203" y="15645"/>
                    <a:pt x="227" y="15657"/>
                    <a:pt x="239" y="15681"/>
                  </a:cubicBezTo>
                  <a:cubicBezTo>
                    <a:pt x="239" y="15692"/>
                    <a:pt x="263" y="15716"/>
                    <a:pt x="275" y="15728"/>
                  </a:cubicBezTo>
                  <a:cubicBezTo>
                    <a:pt x="286" y="15740"/>
                    <a:pt x="298" y="15764"/>
                    <a:pt x="310" y="15776"/>
                  </a:cubicBezTo>
                  <a:lnTo>
                    <a:pt x="358" y="15823"/>
                  </a:lnTo>
                  <a:lnTo>
                    <a:pt x="417" y="15871"/>
                  </a:lnTo>
                  <a:cubicBezTo>
                    <a:pt x="429" y="15895"/>
                    <a:pt x="453" y="15907"/>
                    <a:pt x="477" y="15931"/>
                  </a:cubicBezTo>
                  <a:lnTo>
                    <a:pt x="536" y="15978"/>
                  </a:lnTo>
                  <a:cubicBezTo>
                    <a:pt x="572" y="15990"/>
                    <a:pt x="596" y="16014"/>
                    <a:pt x="620" y="16026"/>
                  </a:cubicBezTo>
                  <a:cubicBezTo>
                    <a:pt x="656" y="16050"/>
                    <a:pt x="691" y="16062"/>
                    <a:pt x="727" y="16073"/>
                  </a:cubicBezTo>
                  <a:cubicBezTo>
                    <a:pt x="763" y="16097"/>
                    <a:pt x="810" y="16109"/>
                    <a:pt x="858" y="16121"/>
                  </a:cubicBezTo>
                  <a:cubicBezTo>
                    <a:pt x="977" y="16157"/>
                    <a:pt x="1096" y="16181"/>
                    <a:pt x="1215" y="16181"/>
                  </a:cubicBezTo>
                  <a:lnTo>
                    <a:pt x="1227" y="16181"/>
                  </a:lnTo>
                  <a:cubicBezTo>
                    <a:pt x="1334" y="16181"/>
                    <a:pt x="1441" y="16169"/>
                    <a:pt x="1537" y="16133"/>
                  </a:cubicBezTo>
                  <a:cubicBezTo>
                    <a:pt x="1584" y="16121"/>
                    <a:pt x="1632" y="16109"/>
                    <a:pt x="1679" y="16085"/>
                  </a:cubicBezTo>
                  <a:lnTo>
                    <a:pt x="1787" y="16038"/>
                  </a:lnTo>
                  <a:cubicBezTo>
                    <a:pt x="1810" y="16026"/>
                    <a:pt x="1834" y="16014"/>
                    <a:pt x="1870" y="15990"/>
                  </a:cubicBezTo>
                  <a:lnTo>
                    <a:pt x="1941" y="15942"/>
                  </a:lnTo>
                  <a:cubicBezTo>
                    <a:pt x="1953" y="15931"/>
                    <a:pt x="1977" y="15919"/>
                    <a:pt x="2001" y="15907"/>
                  </a:cubicBezTo>
                  <a:cubicBezTo>
                    <a:pt x="2013" y="15883"/>
                    <a:pt x="2037" y="15871"/>
                    <a:pt x="2049" y="15859"/>
                  </a:cubicBezTo>
                  <a:lnTo>
                    <a:pt x="2096" y="15812"/>
                  </a:lnTo>
                  <a:lnTo>
                    <a:pt x="2144" y="15752"/>
                  </a:lnTo>
                  <a:lnTo>
                    <a:pt x="2180" y="15704"/>
                  </a:lnTo>
                  <a:lnTo>
                    <a:pt x="2215" y="15657"/>
                  </a:lnTo>
                  <a:lnTo>
                    <a:pt x="2251" y="15609"/>
                  </a:lnTo>
                  <a:cubicBezTo>
                    <a:pt x="2263" y="15597"/>
                    <a:pt x="2275" y="15585"/>
                    <a:pt x="2287" y="15561"/>
                  </a:cubicBezTo>
                  <a:cubicBezTo>
                    <a:pt x="2287" y="15550"/>
                    <a:pt x="2299" y="15538"/>
                    <a:pt x="2310" y="15514"/>
                  </a:cubicBezTo>
                  <a:cubicBezTo>
                    <a:pt x="2310" y="15502"/>
                    <a:pt x="2322" y="15478"/>
                    <a:pt x="2334" y="15466"/>
                  </a:cubicBezTo>
                  <a:lnTo>
                    <a:pt x="2358" y="15419"/>
                  </a:lnTo>
                  <a:cubicBezTo>
                    <a:pt x="2358" y="15407"/>
                    <a:pt x="2358" y="15383"/>
                    <a:pt x="2370" y="15371"/>
                  </a:cubicBezTo>
                  <a:cubicBezTo>
                    <a:pt x="2370" y="15359"/>
                    <a:pt x="2382" y="15335"/>
                    <a:pt x="2382" y="15323"/>
                  </a:cubicBezTo>
                  <a:cubicBezTo>
                    <a:pt x="2394" y="15311"/>
                    <a:pt x="2394" y="15288"/>
                    <a:pt x="2406" y="15276"/>
                  </a:cubicBezTo>
                  <a:cubicBezTo>
                    <a:pt x="2406" y="15264"/>
                    <a:pt x="2406" y="15240"/>
                    <a:pt x="2406" y="15228"/>
                  </a:cubicBezTo>
                  <a:cubicBezTo>
                    <a:pt x="2418" y="15204"/>
                    <a:pt x="2406" y="15192"/>
                    <a:pt x="2418" y="15180"/>
                  </a:cubicBezTo>
                  <a:cubicBezTo>
                    <a:pt x="2430" y="15157"/>
                    <a:pt x="2418" y="15145"/>
                    <a:pt x="2430" y="15133"/>
                  </a:cubicBezTo>
                  <a:cubicBezTo>
                    <a:pt x="2441" y="15109"/>
                    <a:pt x="2430" y="15097"/>
                    <a:pt x="2430" y="15085"/>
                  </a:cubicBezTo>
                  <a:lnTo>
                    <a:pt x="2430" y="15026"/>
                  </a:lnTo>
                  <a:lnTo>
                    <a:pt x="2430" y="14978"/>
                  </a:lnTo>
                  <a:lnTo>
                    <a:pt x="2430" y="1214"/>
                  </a:lnTo>
                  <a:lnTo>
                    <a:pt x="2430" y="1167"/>
                  </a:lnTo>
                  <a:lnTo>
                    <a:pt x="2430" y="1119"/>
                  </a:lnTo>
                  <a:cubicBezTo>
                    <a:pt x="2430" y="1107"/>
                    <a:pt x="2430" y="1084"/>
                    <a:pt x="2430" y="1072"/>
                  </a:cubicBezTo>
                  <a:cubicBezTo>
                    <a:pt x="2418" y="1060"/>
                    <a:pt x="2418" y="1036"/>
                    <a:pt x="2418" y="1024"/>
                  </a:cubicBezTo>
                  <a:cubicBezTo>
                    <a:pt x="2418" y="1012"/>
                    <a:pt x="2418" y="988"/>
                    <a:pt x="2418" y="976"/>
                  </a:cubicBezTo>
                  <a:cubicBezTo>
                    <a:pt x="2418" y="964"/>
                    <a:pt x="2406" y="941"/>
                    <a:pt x="2406" y="929"/>
                  </a:cubicBezTo>
                  <a:cubicBezTo>
                    <a:pt x="2406" y="905"/>
                    <a:pt x="2406" y="893"/>
                    <a:pt x="2394" y="881"/>
                  </a:cubicBezTo>
                  <a:cubicBezTo>
                    <a:pt x="2382" y="869"/>
                    <a:pt x="2382" y="845"/>
                    <a:pt x="2382" y="833"/>
                  </a:cubicBezTo>
                  <a:cubicBezTo>
                    <a:pt x="2382" y="810"/>
                    <a:pt x="2370" y="798"/>
                    <a:pt x="2358" y="786"/>
                  </a:cubicBezTo>
                  <a:cubicBezTo>
                    <a:pt x="2358" y="762"/>
                    <a:pt x="2346" y="750"/>
                    <a:pt x="2346" y="738"/>
                  </a:cubicBezTo>
                  <a:cubicBezTo>
                    <a:pt x="2346" y="714"/>
                    <a:pt x="2322" y="703"/>
                    <a:pt x="2322" y="691"/>
                  </a:cubicBezTo>
                  <a:lnTo>
                    <a:pt x="2299" y="643"/>
                  </a:lnTo>
                  <a:cubicBezTo>
                    <a:pt x="2287" y="619"/>
                    <a:pt x="2275" y="607"/>
                    <a:pt x="2263" y="595"/>
                  </a:cubicBezTo>
                  <a:cubicBezTo>
                    <a:pt x="2251" y="572"/>
                    <a:pt x="2251" y="560"/>
                    <a:pt x="2239" y="548"/>
                  </a:cubicBezTo>
                  <a:lnTo>
                    <a:pt x="2203" y="500"/>
                  </a:lnTo>
                  <a:lnTo>
                    <a:pt x="2168" y="452"/>
                  </a:lnTo>
                  <a:lnTo>
                    <a:pt x="2120" y="393"/>
                  </a:lnTo>
                  <a:cubicBezTo>
                    <a:pt x="2108" y="381"/>
                    <a:pt x="2096" y="369"/>
                    <a:pt x="2072" y="345"/>
                  </a:cubicBezTo>
                  <a:lnTo>
                    <a:pt x="2025" y="298"/>
                  </a:lnTo>
                  <a:cubicBezTo>
                    <a:pt x="2001" y="286"/>
                    <a:pt x="1989" y="274"/>
                    <a:pt x="1965" y="250"/>
                  </a:cubicBezTo>
                  <a:lnTo>
                    <a:pt x="1894" y="202"/>
                  </a:lnTo>
                  <a:lnTo>
                    <a:pt x="1822" y="155"/>
                  </a:lnTo>
                  <a:cubicBezTo>
                    <a:pt x="1787" y="143"/>
                    <a:pt x="1751" y="119"/>
                    <a:pt x="1715" y="107"/>
                  </a:cubicBezTo>
                  <a:cubicBezTo>
                    <a:pt x="1679" y="95"/>
                    <a:pt x="1632" y="71"/>
                    <a:pt x="1596" y="60"/>
                  </a:cubicBezTo>
                  <a:cubicBezTo>
                    <a:pt x="1513" y="36"/>
                    <a:pt x="1429" y="12"/>
                    <a:pt x="1346" y="12"/>
                  </a:cubicBezTo>
                  <a:cubicBezTo>
                    <a:pt x="1310" y="0"/>
                    <a:pt x="1263" y="0"/>
                    <a:pt x="121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4" name="Google Shape;564;p6"/>
            <p:cNvSpPr/>
            <p:nvPr/>
          </p:nvSpPr>
          <p:spPr>
            <a:xfrm>
              <a:off x="6195500" y="-169612"/>
              <a:ext cx="142932" cy="125041"/>
            </a:xfrm>
            <a:custGeom>
              <a:avLst/>
              <a:gdLst/>
              <a:ahLst/>
              <a:cxnLst/>
              <a:rect l="l" t="t" r="r" b="b"/>
              <a:pathLst>
                <a:path w="4370" h="3823" extrusionOk="0">
                  <a:moveTo>
                    <a:pt x="1143" y="0"/>
                  </a:moveTo>
                  <a:cubicBezTo>
                    <a:pt x="512" y="0"/>
                    <a:pt x="12" y="512"/>
                    <a:pt x="0" y="1131"/>
                  </a:cubicBezTo>
                  <a:lnTo>
                    <a:pt x="0" y="2679"/>
                  </a:lnTo>
                  <a:cubicBezTo>
                    <a:pt x="12" y="3310"/>
                    <a:pt x="512" y="3810"/>
                    <a:pt x="1143" y="3822"/>
                  </a:cubicBezTo>
                  <a:lnTo>
                    <a:pt x="3227" y="3822"/>
                  </a:lnTo>
                  <a:cubicBezTo>
                    <a:pt x="3858" y="3810"/>
                    <a:pt x="4358" y="3310"/>
                    <a:pt x="4370" y="2679"/>
                  </a:cubicBezTo>
                  <a:lnTo>
                    <a:pt x="4370" y="1131"/>
                  </a:lnTo>
                  <a:cubicBezTo>
                    <a:pt x="4358" y="512"/>
                    <a:pt x="3858" y="0"/>
                    <a:pt x="3227" y="0"/>
                  </a:cubicBezTo>
                  <a:close/>
                </a:path>
              </a:pathLst>
            </a:custGeom>
            <a:solidFill>
              <a:srgbClr val="821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5" name="Google Shape;565;p6"/>
            <p:cNvSpPr/>
            <p:nvPr/>
          </p:nvSpPr>
          <p:spPr>
            <a:xfrm>
              <a:off x="6195500" y="277825"/>
              <a:ext cx="142932" cy="124648"/>
            </a:xfrm>
            <a:custGeom>
              <a:avLst/>
              <a:gdLst/>
              <a:ahLst/>
              <a:cxnLst/>
              <a:rect l="l" t="t" r="r" b="b"/>
              <a:pathLst>
                <a:path w="4370" h="3811" extrusionOk="0">
                  <a:moveTo>
                    <a:pt x="1143" y="0"/>
                  </a:moveTo>
                  <a:cubicBezTo>
                    <a:pt x="512" y="0"/>
                    <a:pt x="12" y="512"/>
                    <a:pt x="0" y="1132"/>
                  </a:cubicBezTo>
                  <a:lnTo>
                    <a:pt x="0" y="2679"/>
                  </a:lnTo>
                  <a:cubicBezTo>
                    <a:pt x="12" y="3310"/>
                    <a:pt x="512" y="3810"/>
                    <a:pt x="1143" y="3810"/>
                  </a:cubicBezTo>
                  <a:lnTo>
                    <a:pt x="3227" y="3810"/>
                  </a:lnTo>
                  <a:cubicBezTo>
                    <a:pt x="3858" y="3810"/>
                    <a:pt x="4358" y="3310"/>
                    <a:pt x="4370" y="2679"/>
                  </a:cubicBezTo>
                  <a:lnTo>
                    <a:pt x="4370" y="1132"/>
                  </a:lnTo>
                  <a:cubicBezTo>
                    <a:pt x="4358" y="512"/>
                    <a:pt x="3858" y="0"/>
                    <a:pt x="3227" y="0"/>
                  </a:cubicBezTo>
                  <a:close/>
                </a:path>
              </a:pathLst>
            </a:custGeom>
            <a:solidFill>
              <a:srgbClr val="821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6" name="Google Shape;566;p6"/>
            <p:cNvSpPr/>
            <p:nvPr/>
          </p:nvSpPr>
          <p:spPr>
            <a:xfrm>
              <a:off x="6218461" y="-148189"/>
              <a:ext cx="80264" cy="529240"/>
            </a:xfrm>
            <a:custGeom>
              <a:avLst/>
              <a:gdLst/>
              <a:ahLst/>
              <a:cxnLst/>
              <a:rect l="l" t="t" r="r" b="b"/>
              <a:pathLst>
                <a:path w="2454" h="16181" extrusionOk="0">
                  <a:moveTo>
                    <a:pt x="1227" y="0"/>
                  </a:moveTo>
                  <a:cubicBezTo>
                    <a:pt x="929" y="0"/>
                    <a:pt x="632" y="119"/>
                    <a:pt x="417" y="310"/>
                  </a:cubicBezTo>
                  <a:lnTo>
                    <a:pt x="394" y="333"/>
                  </a:lnTo>
                  <a:cubicBezTo>
                    <a:pt x="358" y="369"/>
                    <a:pt x="334" y="393"/>
                    <a:pt x="298" y="429"/>
                  </a:cubicBezTo>
                  <a:cubicBezTo>
                    <a:pt x="286" y="452"/>
                    <a:pt x="263" y="476"/>
                    <a:pt x="251" y="500"/>
                  </a:cubicBezTo>
                  <a:cubicBezTo>
                    <a:pt x="227" y="524"/>
                    <a:pt x="203" y="560"/>
                    <a:pt x="179" y="595"/>
                  </a:cubicBezTo>
                  <a:cubicBezTo>
                    <a:pt x="167" y="631"/>
                    <a:pt x="144" y="655"/>
                    <a:pt x="132" y="691"/>
                  </a:cubicBezTo>
                  <a:cubicBezTo>
                    <a:pt x="120" y="726"/>
                    <a:pt x="96" y="750"/>
                    <a:pt x="84" y="786"/>
                  </a:cubicBezTo>
                  <a:cubicBezTo>
                    <a:pt x="72" y="833"/>
                    <a:pt x="60" y="869"/>
                    <a:pt x="48" y="917"/>
                  </a:cubicBezTo>
                  <a:cubicBezTo>
                    <a:pt x="48" y="941"/>
                    <a:pt x="36" y="964"/>
                    <a:pt x="24" y="1000"/>
                  </a:cubicBezTo>
                  <a:cubicBezTo>
                    <a:pt x="13" y="1072"/>
                    <a:pt x="1" y="1143"/>
                    <a:pt x="1" y="1226"/>
                  </a:cubicBezTo>
                  <a:lnTo>
                    <a:pt x="1" y="14954"/>
                  </a:lnTo>
                  <a:cubicBezTo>
                    <a:pt x="1" y="15633"/>
                    <a:pt x="548" y="16181"/>
                    <a:pt x="1227" y="16181"/>
                  </a:cubicBezTo>
                  <a:cubicBezTo>
                    <a:pt x="1310" y="16181"/>
                    <a:pt x="1406" y="16169"/>
                    <a:pt x="1489" y="16157"/>
                  </a:cubicBezTo>
                  <a:lnTo>
                    <a:pt x="1525" y="16145"/>
                  </a:lnTo>
                  <a:cubicBezTo>
                    <a:pt x="1596" y="16121"/>
                    <a:pt x="1656" y="16097"/>
                    <a:pt x="1727" y="16073"/>
                  </a:cubicBezTo>
                  <a:lnTo>
                    <a:pt x="1739" y="16073"/>
                  </a:lnTo>
                  <a:cubicBezTo>
                    <a:pt x="1882" y="16002"/>
                    <a:pt x="2013" y="15907"/>
                    <a:pt x="2120" y="15788"/>
                  </a:cubicBezTo>
                  <a:cubicBezTo>
                    <a:pt x="2334" y="15561"/>
                    <a:pt x="2453" y="15276"/>
                    <a:pt x="2453" y="14966"/>
                  </a:cubicBezTo>
                  <a:lnTo>
                    <a:pt x="2453" y="1226"/>
                  </a:lnTo>
                  <a:cubicBezTo>
                    <a:pt x="2453" y="548"/>
                    <a:pt x="1906" y="0"/>
                    <a:pt x="1227" y="0"/>
                  </a:cubicBezTo>
                  <a:close/>
                </a:path>
              </a:pathLst>
            </a:custGeom>
            <a:solidFill>
              <a:srgbClr val="272425">
                <a:alpha val="200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7" name="Google Shape;567;p6"/>
            <p:cNvSpPr/>
            <p:nvPr/>
          </p:nvSpPr>
          <p:spPr>
            <a:xfrm>
              <a:off x="6230922" y="-148189"/>
              <a:ext cx="78694" cy="529240"/>
            </a:xfrm>
            <a:custGeom>
              <a:avLst/>
              <a:gdLst/>
              <a:ahLst/>
              <a:cxnLst/>
              <a:rect l="l" t="t" r="r" b="b"/>
              <a:pathLst>
                <a:path w="2406" h="16181" extrusionOk="0">
                  <a:moveTo>
                    <a:pt x="1120" y="0"/>
                  </a:moveTo>
                  <a:cubicBezTo>
                    <a:pt x="1036" y="0"/>
                    <a:pt x="941" y="24"/>
                    <a:pt x="858" y="48"/>
                  </a:cubicBezTo>
                  <a:cubicBezTo>
                    <a:pt x="822" y="60"/>
                    <a:pt x="775" y="71"/>
                    <a:pt x="727" y="83"/>
                  </a:cubicBezTo>
                  <a:cubicBezTo>
                    <a:pt x="703" y="107"/>
                    <a:pt x="667" y="119"/>
                    <a:pt x="632" y="131"/>
                  </a:cubicBezTo>
                  <a:cubicBezTo>
                    <a:pt x="596" y="155"/>
                    <a:pt x="584" y="167"/>
                    <a:pt x="548" y="179"/>
                  </a:cubicBezTo>
                  <a:cubicBezTo>
                    <a:pt x="525" y="202"/>
                    <a:pt x="501" y="214"/>
                    <a:pt x="489" y="226"/>
                  </a:cubicBezTo>
                  <a:lnTo>
                    <a:pt x="417" y="274"/>
                  </a:lnTo>
                  <a:lnTo>
                    <a:pt x="370" y="322"/>
                  </a:lnTo>
                  <a:lnTo>
                    <a:pt x="322" y="369"/>
                  </a:lnTo>
                  <a:cubicBezTo>
                    <a:pt x="310" y="381"/>
                    <a:pt x="286" y="393"/>
                    <a:pt x="274" y="417"/>
                  </a:cubicBezTo>
                  <a:lnTo>
                    <a:pt x="239" y="464"/>
                  </a:lnTo>
                  <a:lnTo>
                    <a:pt x="203" y="512"/>
                  </a:lnTo>
                  <a:lnTo>
                    <a:pt x="167" y="560"/>
                  </a:lnTo>
                  <a:cubicBezTo>
                    <a:pt x="155" y="572"/>
                    <a:pt x="155" y="583"/>
                    <a:pt x="144" y="607"/>
                  </a:cubicBezTo>
                  <a:lnTo>
                    <a:pt x="120" y="655"/>
                  </a:lnTo>
                  <a:cubicBezTo>
                    <a:pt x="108" y="667"/>
                    <a:pt x="96" y="679"/>
                    <a:pt x="96" y="703"/>
                  </a:cubicBezTo>
                  <a:cubicBezTo>
                    <a:pt x="84" y="714"/>
                    <a:pt x="72" y="726"/>
                    <a:pt x="72" y="750"/>
                  </a:cubicBezTo>
                  <a:cubicBezTo>
                    <a:pt x="60" y="762"/>
                    <a:pt x="60" y="774"/>
                    <a:pt x="48" y="786"/>
                  </a:cubicBezTo>
                  <a:lnTo>
                    <a:pt x="36" y="833"/>
                  </a:lnTo>
                  <a:lnTo>
                    <a:pt x="24" y="881"/>
                  </a:lnTo>
                  <a:cubicBezTo>
                    <a:pt x="24" y="905"/>
                    <a:pt x="13" y="917"/>
                    <a:pt x="13" y="929"/>
                  </a:cubicBezTo>
                  <a:cubicBezTo>
                    <a:pt x="1" y="953"/>
                    <a:pt x="1" y="964"/>
                    <a:pt x="1" y="976"/>
                  </a:cubicBezTo>
                  <a:lnTo>
                    <a:pt x="1" y="1024"/>
                  </a:lnTo>
                  <a:lnTo>
                    <a:pt x="1" y="1072"/>
                  </a:lnTo>
                  <a:lnTo>
                    <a:pt x="1" y="1119"/>
                  </a:lnTo>
                  <a:lnTo>
                    <a:pt x="1" y="1167"/>
                  </a:lnTo>
                  <a:lnTo>
                    <a:pt x="1" y="1214"/>
                  </a:lnTo>
                  <a:lnTo>
                    <a:pt x="1" y="14954"/>
                  </a:lnTo>
                  <a:lnTo>
                    <a:pt x="1" y="14990"/>
                  </a:lnTo>
                  <a:lnTo>
                    <a:pt x="1" y="15050"/>
                  </a:lnTo>
                  <a:lnTo>
                    <a:pt x="1" y="15097"/>
                  </a:lnTo>
                  <a:lnTo>
                    <a:pt x="1" y="15145"/>
                  </a:lnTo>
                  <a:lnTo>
                    <a:pt x="1" y="15192"/>
                  </a:lnTo>
                  <a:cubicBezTo>
                    <a:pt x="1" y="15204"/>
                    <a:pt x="1" y="15216"/>
                    <a:pt x="13" y="15240"/>
                  </a:cubicBezTo>
                  <a:cubicBezTo>
                    <a:pt x="13" y="15252"/>
                    <a:pt x="13" y="15276"/>
                    <a:pt x="24" y="15288"/>
                  </a:cubicBezTo>
                  <a:cubicBezTo>
                    <a:pt x="36" y="15300"/>
                    <a:pt x="36" y="15323"/>
                    <a:pt x="36" y="15335"/>
                  </a:cubicBezTo>
                  <a:cubicBezTo>
                    <a:pt x="36" y="15347"/>
                    <a:pt x="48" y="15371"/>
                    <a:pt x="60" y="15383"/>
                  </a:cubicBezTo>
                  <a:cubicBezTo>
                    <a:pt x="60" y="15407"/>
                    <a:pt x="60" y="15419"/>
                    <a:pt x="72" y="15431"/>
                  </a:cubicBezTo>
                  <a:cubicBezTo>
                    <a:pt x="84" y="15454"/>
                    <a:pt x="84" y="15466"/>
                    <a:pt x="96" y="15478"/>
                  </a:cubicBezTo>
                  <a:cubicBezTo>
                    <a:pt x="108" y="15502"/>
                    <a:pt x="108" y="15514"/>
                    <a:pt x="120" y="15526"/>
                  </a:cubicBezTo>
                  <a:cubicBezTo>
                    <a:pt x="132" y="15550"/>
                    <a:pt x="144" y="15561"/>
                    <a:pt x="144" y="15585"/>
                  </a:cubicBezTo>
                  <a:cubicBezTo>
                    <a:pt x="155" y="15597"/>
                    <a:pt x="167" y="15609"/>
                    <a:pt x="179" y="15633"/>
                  </a:cubicBezTo>
                  <a:cubicBezTo>
                    <a:pt x="191" y="15645"/>
                    <a:pt x="203" y="15669"/>
                    <a:pt x="215" y="15681"/>
                  </a:cubicBezTo>
                  <a:lnTo>
                    <a:pt x="251" y="15728"/>
                  </a:lnTo>
                  <a:lnTo>
                    <a:pt x="298" y="15776"/>
                  </a:lnTo>
                  <a:lnTo>
                    <a:pt x="334" y="15823"/>
                  </a:lnTo>
                  <a:lnTo>
                    <a:pt x="394" y="15871"/>
                  </a:lnTo>
                  <a:cubicBezTo>
                    <a:pt x="417" y="15895"/>
                    <a:pt x="429" y="15907"/>
                    <a:pt x="453" y="15931"/>
                  </a:cubicBezTo>
                  <a:cubicBezTo>
                    <a:pt x="477" y="15942"/>
                    <a:pt x="501" y="15966"/>
                    <a:pt x="525" y="15978"/>
                  </a:cubicBezTo>
                  <a:cubicBezTo>
                    <a:pt x="584" y="16014"/>
                    <a:pt x="644" y="16050"/>
                    <a:pt x="703" y="16073"/>
                  </a:cubicBezTo>
                  <a:cubicBezTo>
                    <a:pt x="751" y="16097"/>
                    <a:pt x="798" y="16109"/>
                    <a:pt x="834" y="16121"/>
                  </a:cubicBezTo>
                  <a:cubicBezTo>
                    <a:pt x="953" y="16157"/>
                    <a:pt x="1072" y="16181"/>
                    <a:pt x="1191" y="16181"/>
                  </a:cubicBezTo>
                  <a:lnTo>
                    <a:pt x="1203" y="16181"/>
                  </a:lnTo>
                  <a:cubicBezTo>
                    <a:pt x="1310" y="16181"/>
                    <a:pt x="1417" y="16169"/>
                    <a:pt x="1525" y="16133"/>
                  </a:cubicBezTo>
                  <a:cubicBezTo>
                    <a:pt x="1572" y="16121"/>
                    <a:pt x="1620" y="16109"/>
                    <a:pt x="1656" y="16085"/>
                  </a:cubicBezTo>
                  <a:cubicBezTo>
                    <a:pt x="1691" y="16073"/>
                    <a:pt x="1727" y="16062"/>
                    <a:pt x="1763" y="16038"/>
                  </a:cubicBezTo>
                  <a:lnTo>
                    <a:pt x="1846" y="15990"/>
                  </a:lnTo>
                  <a:lnTo>
                    <a:pt x="1918" y="15942"/>
                  </a:lnTo>
                  <a:cubicBezTo>
                    <a:pt x="1941" y="15931"/>
                    <a:pt x="1953" y="15919"/>
                    <a:pt x="1977" y="15907"/>
                  </a:cubicBezTo>
                  <a:lnTo>
                    <a:pt x="2037" y="15859"/>
                  </a:lnTo>
                  <a:lnTo>
                    <a:pt x="2084" y="15812"/>
                  </a:lnTo>
                  <a:lnTo>
                    <a:pt x="2120" y="15752"/>
                  </a:lnTo>
                  <a:cubicBezTo>
                    <a:pt x="2144" y="15740"/>
                    <a:pt x="2156" y="15728"/>
                    <a:pt x="2168" y="15704"/>
                  </a:cubicBezTo>
                  <a:cubicBezTo>
                    <a:pt x="2179" y="15692"/>
                    <a:pt x="2191" y="15681"/>
                    <a:pt x="2203" y="15657"/>
                  </a:cubicBezTo>
                  <a:lnTo>
                    <a:pt x="2227" y="15609"/>
                  </a:lnTo>
                  <a:lnTo>
                    <a:pt x="2263" y="15561"/>
                  </a:lnTo>
                  <a:cubicBezTo>
                    <a:pt x="2275" y="15550"/>
                    <a:pt x="2275" y="15538"/>
                    <a:pt x="2287" y="15514"/>
                  </a:cubicBezTo>
                  <a:cubicBezTo>
                    <a:pt x="2299" y="15502"/>
                    <a:pt x="2299" y="15478"/>
                    <a:pt x="2310" y="15466"/>
                  </a:cubicBezTo>
                  <a:cubicBezTo>
                    <a:pt x="2310" y="15454"/>
                    <a:pt x="2322" y="15431"/>
                    <a:pt x="2334" y="15419"/>
                  </a:cubicBezTo>
                  <a:cubicBezTo>
                    <a:pt x="2334" y="15407"/>
                    <a:pt x="2346" y="15383"/>
                    <a:pt x="2346" y="15371"/>
                  </a:cubicBezTo>
                  <a:cubicBezTo>
                    <a:pt x="2346" y="15359"/>
                    <a:pt x="2358" y="15335"/>
                    <a:pt x="2370" y="15323"/>
                  </a:cubicBezTo>
                  <a:lnTo>
                    <a:pt x="2382" y="15276"/>
                  </a:lnTo>
                  <a:cubicBezTo>
                    <a:pt x="2382" y="15264"/>
                    <a:pt x="2394" y="15240"/>
                    <a:pt x="2394" y="15228"/>
                  </a:cubicBezTo>
                  <a:lnTo>
                    <a:pt x="2406" y="15180"/>
                  </a:lnTo>
                  <a:cubicBezTo>
                    <a:pt x="2406" y="15157"/>
                    <a:pt x="2406" y="15145"/>
                    <a:pt x="2406" y="15133"/>
                  </a:cubicBezTo>
                  <a:lnTo>
                    <a:pt x="2406" y="15085"/>
                  </a:lnTo>
                  <a:lnTo>
                    <a:pt x="2406" y="15026"/>
                  </a:lnTo>
                  <a:lnTo>
                    <a:pt x="2406" y="14978"/>
                  </a:lnTo>
                  <a:cubicBezTo>
                    <a:pt x="2406" y="14978"/>
                    <a:pt x="2406" y="14966"/>
                    <a:pt x="2406" y="14954"/>
                  </a:cubicBezTo>
                  <a:lnTo>
                    <a:pt x="2406" y="1214"/>
                  </a:lnTo>
                  <a:lnTo>
                    <a:pt x="2394" y="1214"/>
                  </a:lnTo>
                  <a:lnTo>
                    <a:pt x="2394" y="1167"/>
                  </a:lnTo>
                  <a:lnTo>
                    <a:pt x="2394" y="1119"/>
                  </a:lnTo>
                  <a:lnTo>
                    <a:pt x="2394" y="1072"/>
                  </a:lnTo>
                  <a:cubicBezTo>
                    <a:pt x="2394" y="1060"/>
                    <a:pt x="2394" y="1036"/>
                    <a:pt x="2394" y="1024"/>
                  </a:cubicBezTo>
                  <a:lnTo>
                    <a:pt x="2394" y="976"/>
                  </a:lnTo>
                  <a:cubicBezTo>
                    <a:pt x="2394" y="964"/>
                    <a:pt x="2382" y="941"/>
                    <a:pt x="2382" y="929"/>
                  </a:cubicBezTo>
                  <a:cubicBezTo>
                    <a:pt x="2382" y="917"/>
                    <a:pt x="2382" y="893"/>
                    <a:pt x="2370" y="881"/>
                  </a:cubicBezTo>
                  <a:cubicBezTo>
                    <a:pt x="2370" y="869"/>
                    <a:pt x="2358" y="845"/>
                    <a:pt x="2358" y="833"/>
                  </a:cubicBezTo>
                  <a:lnTo>
                    <a:pt x="2334" y="786"/>
                  </a:lnTo>
                  <a:lnTo>
                    <a:pt x="2322" y="738"/>
                  </a:lnTo>
                  <a:cubicBezTo>
                    <a:pt x="2322" y="714"/>
                    <a:pt x="2299" y="703"/>
                    <a:pt x="2299" y="691"/>
                  </a:cubicBezTo>
                  <a:lnTo>
                    <a:pt x="2275" y="643"/>
                  </a:lnTo>
                  <a:cubicBezTo>
                    <a:pt x="2263" y="619"/>
                    <a:pt x="2251" y="607"/>
                    <a:pt x="2239" y="595"/>
                  </a:cubicBezTo>
                  <a:lnTo>
                    <a:pt x="2215" y="548"/>
                  </a:lnTo>
                  <a:cubicBezTo>
                    <a:pt x="2203" y="524"/>
                    <a:pt x="2191" y="512"/>
                    <a:pt x="2179" y="500"/>
                  </a:cubicBezTo>
                  <a:cubicBezTo>
                    <a:pt x="2168" y="476"/>
                    <a:pt x="2156" y="464"/>
                    <a:pt x="2144" y="452"/>
                  </a:cubicBezTo>
                  <a:lnTo>
                    <a:pt x="2096" y="393"/>
                  </a:lnTo>
                  <a:lnTo>
                    <a:pt x="2060" y="345"/>
                  </a:lnTo>
                  <a:lnTo>
                    <a:pt x="2001" y="298"/>
                  </a:lnTo>
                  <a:cubicBezTo>
                    <a:pt x="1977" y="286"/>
                    <a:pt x="1965" y="274"/>
                    <a:pt x="1941" y="250"/>
                  </a:cubicBezTo>
                  <a:lnTo>
                    <a:pt x="1882" y="202"/>
                  </a:lnTo>
                  <a:lnTo>
                    <a:pt x="1798" y="155"/>
                  </a:lnTo>
                  <a:cubicBezTo>
                    <a:pt x="1763" y="143"/>
                    <a:pt x="1727" y="119"/>
                    <a:pt x="1703" y="107"/>
                  </a:cubicBezTo>
                  <a:cubicBezTo>
                    <a:pt x="1656" y="95"/>
                    <a:pt x="1608" y="71"/>
                    <a:pt x="1572" y="60"/>
                  </a:cubicBezTo>
                  <a:cubicBezTo>
                    <a:pt x="1489" y="36"/>
                    <a:pt x="1406" y="12"/>
                    <a:pt x="1322" y="12"/>
                  </a:cubicBezTo>
                  <a:cubicBezTo>
                    <a:pt x="1287" y="0"/>
                    <a:pt x="1239" y="0"/>
                    <a:pt x="12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8" name="Google Shape;568;p6"/>
            <p:cNvSpPr/>
            <p:nvPr/>
          </p:nvSpPr>
          <p:spPr>
            <a:xfrm>
              <a:off x="7819390" y="-169612"/>
              <a:ext cx="142539" cy="125041"/>
            </a:xfrm>
            <a:custGeom>
              <a:avLst/>
              <a:gdLst/>
              <a:ahLst/>
              <a:cxnLst/>
              <a:rect l="l" t="t" r="r" b="b"/>
              <a:pathLst>
                <a:path w="4358" h="3823" extrusionOk="0">
                  <a:moveTo>
                    <a:pt x="1143" y="0"/>
                  </a:moveTo>
                  <a:cubicBezTo>
                    <a:pt x="512" y="0"/>
                    <a:pt x="0" y="512"/>
                    <a:pt x="0" y="1131"/>
                  </a:cubicBezTo>
                  <a:lnTo>
                    <a:pt x="0" y="2679"/>
                  </a:lnTo>
                  <a:cubicBezTo>
                    <a:pt x="0" y="3310"/>
                    <a:pt x="512" y="3810"/>
                    <a:pt x="1143" y="3822"/>
                  </a:cubicBezTo>
                  <a:lnTo>
                    <a:pt x="3227" y="3822"/>
                  </a:lnTo>
                  <a:cubicBezTo>
                    <a:pt x="3858" y="3810"/>
                    <a:pt x="4358" y="3310"/>
                    <a:pt x="4358" y="2679"/>
                  </a:cubicBezTo>
                  <a:lnTo>
                    <a:pt x="4358" y="1131"/>
                  </a:lnTo>
                  <a:cubicBezTo>
                    <a:pt x="4358" y="512"/>
                    <a:pt x="3858" y="0"/>
                    <a:pt x="3227" y="0"/>
                  </a:cubicBezTo>
                  <a:close/>
                </a:path>
              </a:pathLst>
            </a:custGeom>
            <a:solidFill>
              <a:srgbClr val="821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9" name="Google Shape;569;p6"/>
            <p:cNvSpPr/>
            <p:nvPr/>
          </p:nvSpPr>
          <p:spPr>
            <a:xfrm>
              <a:off x="7819390" y="277825"/>
              <a:ext cx="142539" cy="124648"/>
            </a:xfrm>
            <a:custGeom>
              <a:avLst/>
              <a:gdLst/>
              <a:ahLst/>
              <a:cxnLst/>
              <a:rect l="l" t="t" r="r" b="b"/>
              <a:pathLst>
                <a:path w="4358" h="3811" extrusionOk="0">
                  <a:moveTo>
                    <a:pt x="1143" y="0"/>
                  </a:moveTo>
                  <a:cubicBezTo>
                    <a:pt x="512" y="0"/>
                    <a:pt x="0" y="512"/>
                    <a:pt x="0" y="1132"/>
                  </a:cubicBezTo>
                  <a:lnTo>
                    <a:pt x="0" y="2679"/>
                  </a:lnTo>
                  <a:cubicBezTo>
                    <a:pt x="0" y="3298"/>
                    <a:pt x="512" y="3810"/>
                    <a:pt x="1143" y="3810"/>
                  </a:cubicBezTo>
                  <a:lnTo>
                    <a:pt x="3227" y="3810"/>
                  </a:lnTo>
                  <a:cubicBezTo>
                    <a:pt x="3846" y="3810"/>
                    <a:pt x="4358" y="3298"/>
                    <a:pt x="4358" y="2679"/>
                  </a:cubicBezTo>
                  <a:lnTo>
                    <a:pt x="4358" y="1132"/>
                  </a:lnTo>
                  <a:cubicBezTo>
                    <a:pt x="4358" y="512"/>
                    <a:pt x="3846" y="0"/>
                    <a:pt x="3227" y="0"/>
                  </a:cubicBezTo>
                  <a:close/>
                </a:path>
              </a:pathLst>
            </a:custGeom>
            <a:solidFill>
              <a:srgbClr val="821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0" name="Google Shape;570;p6"/>
            <p:cNvSpPr/>
            <p:nvPr/>
          </p:nvSpPr>
          <p:spPr>
            <a:xfrm>
              <a:off x="7842350" y="-148189"/>
              <a:ext cx="80264" cy="529240"/>
            </a:xfrm>
            <a:custGeom>
              <a:avLst/>
              <a:gdLst/>
              <a:ahLst/>
              <a:cxnLst/>
              <a:rect l="l" t="t" r="r" b="b"/>
              <a:pathLst>
                <a:path w="2454" h="16181" extrusionOk="0">
                  <a:moveTo>
                    <a:pt x="1227" y="0"/>
                  </a:moveTo>
                  <a:cubicBezTo>
                    <a:pt x="929" y="0"/>
                    <a:pt x="632" y="119"/>
                    <a:pt x="417" y="310"/>
                  </a:cubicBezTo>
                  <a:lnTo>
                    <a:pt x="394" y="333"/>
                  </a:lnTo>
                  <a:cubicBezTo>
                    <a:pt x="358" y="369"/>
                    <a:pt x="322" y="393"/>
                    <a:pt x="298" y="429"/>
                  </a:cubicBezTo>
                  <a:cubicBezTo>
                    <a:pt x="275" y="452"/>
                    <a:pt x="263" y="476"/>
                    <a:pt x="239" y="500"/>
                  </a:cubicBezTo>
                  <a:cubicBezTo>
                    <a:pt x="227" y="524"/>
                    <a:pt x="203" y="560"/>
                    <a:pt x="179" y="595"/>
                  </a:cubicBezTo>
                  <a:cubicBezTo>
                    <a:pt x="155" y="631"/>
                    <a:pt x="144" y="655"/>
                    <a:pt x="132" y="691"/>
                  </a:cubicBezTo>
                  <a:cubicBezTo>
                    <a:pt x="108" y="726"/>
                    <a:pt x="96" y="750"/>
                    <a:pt x="84" y="786"/>
                  </a:cubicBezTo>
                  <a:cubicBezTo>
                    <a:pt x="72" y="833"/>
                    <a:pt x="60" y="869"/>
                    <a:pt x="48" y="917"/>
                  </a:cubicBezTo>
                  <a:cubicBezTo>
                    <a:pt x="36" y="941"/>
                    <a:pt x="25" y="964"/>
                    <a:pt x="25" y="1000"/>
                  </a:cubicBezTo>
                  <a:cubicBezTo>
                    <a:pt x="13" y="1072"/>
                    <a:pt x="1" y="1143"/>
                    <a:pt x="1" y="1226"/>
                  </a:cubicBezTo>
                  <a:lnTo>
                    <a:pt x="1" y="14954"/>
                  </a:lnTo>
                  <a:cubicBezTo>
                    <a:pt x="1" y="15633"/>
                    <a:pt x="548" y="16181"/>
                    <a:pt x="1227" y="16181"/>
                  </a:cubicBezTo>
                  <a:cubicBezTo>
                    <a:pt x="1310" y="16181"/>
                    <a:pt x="1394" y="16169"/>
                    <a:pt x="1477" y="16157"/>
                  </a:cubicBezTo>
                  <a:lnTo>
                    <a:pt x="1525" y="16145"/>
                  </a:lnTo>
                  <a:cubicBezTo>
                    <a:pt x="1584" y="16121"/>
                    <a:pt x="1656" y="16097"/>
                    <a:pt x="1727" y="16073"/>
                  </a:cubicBezTo>
                  <a:lnTo>
                    <a:pt x="1739" y="16073"/>
                  </a:lnTo>
                  <a:cubicBezTo>
                    <a:pt x="1882" y="16002"/>
                    <a:pt x="2013" y="15907"/>
                    <a:pt x="2120" y="15788"/>
                  </a:cubicBezTo>
                  <a:cubicBezTo>
                    <a:pt x="2334" y="15561"/>
                    <a:pt x="2453" y="15276"/>
                    <a:pt x="2453" y="14966"/>
                  </a:cubicBezTo>
                  <a:lnTo>
                    <a:pt x="2453" y="1226"/>
                  </a:lnTo>
                  <a:cubicBezTo>
                    <a:pt x="2453" y="548"/>
                    <a:pt x="1906" y="0"/>
                    <a:pt x="1227" y="0"/>
                  </a:cubicBezTo>
                  <a:close/>
                </a:path>
              </a:pathLst>
            </a:custGeom>
            <a:solidFill>
              <a:srgbClr val="272425">
                <a:alpha val="200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1" name="Google Shape;571;p6"/>
            <p:cNvSpPr/>
            <p:nvPr/>
          </p:nvSpPr>
          <p:spPr>
            <a:xfrm>
              <a:off x="7854027" y="-148189"/>
              <a:ext cx="79087" cy="529240"/>
            </a:xfrm>
            <a:custGeom>
              <a:avLst/>
              <a:gdLst/>
              <a:ahLst/>
              <a:cxnLst/>
              <a:rect l="l" t="t" r="r" b="b"/>
              <a:pathLst>
                <a:path w="2418" h="16181" extrusionOk="0">
                  <a:moveTo>
                    <a:pt x="1132" y="0"/>
                  </a:moveTo>
                  <a:cubicBezTo>
                    <a:pt x="1049" y="0"/>
                    <a:pt x="965" y="24"/>
                    <a:pt x="882" y="48"/>
                  </a:cubicBezTo>
                  <a:cubicBezTo>
                    <a:pt x="834" y="60"/>
                    <a:pt x="787" y="71"/>
                    <a:pt x="739" y="83"/>
                  </a:cubicBezTo>
                  <a:cubicBezTo>
                    <a:pt x="715" y="107"/>
                    <a:pt x="680" y="119"/>
                    <a:pt x="644" y="131"/>
                  </a:cubicBezTo>
                  <a:cubicBezTo>
                    <a:pt x="620" y="155"/>
                    <a:pt x="596" y="167"/>
                    <a:pt x="572" y="179"/>
                  </a:cubicBezTo>
                  <a:cubicBezTo>
                    <a:pt x="537" y="202"/>
                    <a:pt x="525" y="214"/>
                    <a:pt x="501" y="226"/>
                  </a:cubicBezTo>
                  <a:lnTo>
                    <a:pt x="430" y="274"/>
                  </a:lnTo>
                  <a:lnTo>
                    <a:pt x="382" y="322"/>
                  </a:lnTo>
                  <a:cubicBezTo>
                    <a:pt x="370" y="333"/>
                    <a:pt x="346" y="357"/>
                    <a:pt x="334" y="369"/>
                  </a:cubicBezTo>
                  <a:lnTo>
                    <a:pt x="287" y="417"/>
                  </a:lnTo>
                  <a:cubicBezTo>
                    <a:pt x="275" y="429"/>
                    <a:pt x="263" y="441"/>
                    <a:pt x="251" y="464"/>
                  </a:cubicBezTo>
                  <a:lnTo>
                    <a:pt x="215" y="512"/>
                  </a:lnTo>
                  <a:lnTo>
                    <a:pt x="179" y="560"/>
                  </a:lnTo>
                  <a:lnTo>
                    <a:pt x="156" y="607"/>
                  </a:lnTo>
                  <a:lnTo>
                    <a:pt x="132" y="655"/>
                  </a:lnTo>
                  <a:lnTo>
                    <a:pt x="108" y="703"/>
                  </a:lnTo>
                  <a:cubicBezTo>
                    <a:pt x="108" y="714"/>
                    <a:pt x="96" y="726"/>
                    <a:pt x="84" y="750"/>
                  </a:cubicBezTo>
                  <a:cubicBezTo>
                    <a:pt x="72" y="762"/>
                    <a:pt x="72" y="774"/>
                    <a:pt x="60" y="786"/>
                  </a:cubicBezTo>
                  <a:lnTo>
                    <a:pt x="49" y="833"/>
                  </a:lnTo>
                  <a:lnTo>
                    <a:pt x="37" y="881"/>
                  </a:lnTo>
                  <a:cubicBezTo>
                    <a:pt x="37" y="905"/>
                    <a:pt x="25" y="917"/>
                    <a:pt x="25" y="929"/>
                  </a:cubicBezTo>
                  <a:cubicBezTo>
                    <a:pt x="13" y="953"/>
                    <a:pt x="13" y="964"/>
                    <a:pt x="13" y="976"/>
                  </a:cubicBezTo>
                  <a:lnTo>
                    <a:pt x="13" y="1024"/>
                  </a:lnTo>
                  <a:cubicBezTo>
                    <a:pt x="13" y="1048"/>
                    <a:pt x="13" y="1060"/>
                    <a:pt x="1" y="1072"/>
                  </a:cubicBezTo>
                  <a:cubicBezTo>
                    <a:pt x="1" y="1095"/>
                    <a:pt x="1" y="1107"/>
                    <a:pt x="1" y="1119"/>
                  </a:cubicBezTo>
                  <a:lnTo>
                    <a:pt x="1" y="1167"/>
                  </a:lnTo>
                  <a:lnTo>
                    <a:pt x="1" y="1214"/>
                  </a:lnTo>
                  <a:lnTo>
                    <a:pt x="1" y="14954"/>
                  </a:lnTo>
                  <a:cubicBezTo>
                    <a:pt x="1" y="14966"/>
                    <a:pt x="1" y="14978"/>
                    <a:pt x="1" y="14990"/>
                  </a:cubicBezTo>
                  <a:lnTo>
                    <a:pt x="1" y="15050"/>
                  </a:lnTo>
                  <a:cubicBezTo>
                    <a:pt x="1" y="15061"/>
                    <a:pt x="1" y="15073"/>
                    <a:pt x="1" y="15097"/>
                  </a:cubicBezTo>
                  <a:cubicBezTo>
                    <a:pt x="1" y="15109"/>
                    <a:pt x="13" y="15121"/>
                    <a:pt x="13" y="15145"/>
                  </a:cubicBezTo>
                  <a:lnTo>
                    <a:pt x="13" y="15192"/>
                  </a:lnTo>
                  <a:cubicBezTo>
                    <a:pt x="13" y="15204"/>
                    <a:pt x="13" y="15216"/>
                    <a:pt x="25" y="15240"/>
                  </a:cubicBezTo>
                  <a:cubicBezTo>
                    <a:pt x="37" y="15252"/>
                    <a:pt x="25" y="15276"/>
                    <a:pt x="37" y="15288"/>
                  </a:cubicBezTo>
                  <a:cubicBezTo>
                    <a:pt x="49" y="15300"/>
                    <a:pt x="49" y="15323"/>
                    <a:pt x="49" y="15335"/>
                  </a:cubicBezTo>
                  <a:lnTo>
                    <a:pt x="60" y="15383"/>
                  </a:lnTo>
                  <a:lnTo>
                    <a:pt x="84" y="15431"/>
                  </a:lnTo>
                  <a:cubicBezTo>
                    <a:pt x="84" y="15454"/>
                    <a:pt x="96" y="15466"/>
                    <a:pt x="108" y="15478"/>
                  </a:cubicBezTo>
                  <a:cubicBezTo>
                    <a:pt x="120" y="15502"/>
                    <a:pt x="120" y="15514"/>
                    <a:pt x="132" y="15526"/>
                  </a:cubicBezTo>
                  <a:cubicBezTo>
                    <a:pt x="144" y="15550"/>
                    <a:pt x="156" y="15561"/>
                    <a:pt x="156" y="15585"/>
                  </a:cubicBezTo>
                  <a:cubicBezTo>
                    <a:pt x="168" y="15597"/>
                    <a:pt x="179" y="15609"/>
                    <a:pt x="191" y="15633"/>
                  </a:cubicBezTo>
                  <a:cubicBezTo>
                    <a:pt x="203" y="15645"/>
                    <a:pt x="215" y="15657"/>
                    <a:pt x="227" y="15681"/>
                  </a:cubicBezTo>
                  <a:cubicBezTo>
                    <a:pt x="239" y="15692"/>
                    <a:pt x="251" y="15716"/>
                    <a:pt x="263" y="15728"/>
                  </a:cubicBezTo>
                  <a:cubicBezTo>
                    <a:pt x="275" y="15740"/>
                    <a:pt x="287" y="15764"/>
                    <a:pt x="310" y="15776"/>
                  </a:cubicBezTo>
                  <a:lnTo>
                    <a:pt x="358" y="15823"/>
                  </a:lnTo>
                  <a:lnTo>
                    <a:pt x="406" y="15871"/>
                  </a:lnTo>
                  <a:cubicBezTo>
                    <a:pt x="430" y="15895"/>
                    <a:pt x="441" y="15907"/>
                    <a:pt x="465" y="15931"/>
                  </a:cubicBezTo>
                  <a:lnTo>
                    <a:pt x="537" y="15978"/>
                  </a:lnTo>
                  <a:cubicBezTo>
                    <a:pt x="560" y="15990"/>
                    <a:pt x="584" y="16014"/>
                    <a:pt x="620" y="16026"/>
                  </a:cubicBezTo>
                  <a:cubicBezTo>
                    <a:pt x="644" y="16050"/>
                    <a:pt x="680" y="16062"/>
                    <a:pt x="715" y="16073"/>
                  </a:cubicBezTo>
                  <a:cubicBezTo>
                    <a:pt x="763" y="16097"/>
                    <a:pt x="811" y="16109"/>
                    <a:pt x="846" y="16121"/>
                  </a:cubicBezTo>
                  <a:cubicBezTo>
                    <a:pt x="965" y="16157"/>
                    <a:pt x="1084" y="16181"/>
                    <a:pt x="1203" y="16181"/>
                  </a:cubicBezTo>
                  <a:lnTo>
                    <a:pt x="1215" y="16181"/>
                  </a:lnTo>
                  <a:cubicBezTo>
                    <a:pt x="1322" y="16181"/>
                    <a:pt x="1430" y="16169"/>
                    <a:pt x="1537" y="16133"/>
                  </a:cubicBezTo>
                  <a:cubicBezTo>
                    <a:pt x="1584" y="16121"/>
                    <a:pt x="1632" y="16109"/>
                    <a:pt x="1680" y="16085"/>
                  </a:cubicBezTo>
                  <a:lnTo>
                    <a:pt x="1751" y="16050"/>
                  </a:lnTo>
                  <a:cubicBezTo>
                    <a:pt x="1775" y="16026"/>
                    <a:pt x="1811" y="16014"/>
                    <a:pt x="1834" y="16002"/>
                  </a:cubicBezTo>
                  <a:lnTo>
                    <a:pt x="1906" y="15954"/>
                  </a:lnTo>
                  <a:cubicBezTo>
                    <a:pt x="1930" y="15931"/>
                    <a:pt x="1954" y="15919"/>
                    <a:pt x="1965" y="15907"/>
                  </a:cubicBezTo>
                  <a:cubicBezTo>
                    <a:pt x="1989" y="15883"/>
                    <a:pt x="2001" y="15871"/>
                    <a:pt x="2025" y="15859"/>
                  </a:cubicBezTo>
                  <a:lnTo>
                    <a:pt x="2073" y="15812"/>
                  </a:lnTo>
                  <a:lnTo>
                    <a:pt x="2108" y="15752"/>
                  </a:lnTo>
                  <a:lnTo>
                    <a:pt x="2156" y="15704"/>
                  </a:lnTo>
                  <a:lnTo>
                    <a:pt x="2192" y="15657"/>
                  </a:lnTo>
                  <a:lnTo>
                    <a:pt x="2215" y="15609"/>
                  </a:lnTo>
                  <a:cubicBezTo>
                    <a:pt x="2227" y="15597"/>
                    <a:pt x="2239" y="15585"/>
                    <a:pt x="2251" y="15561"/>
                  </a:cubicBezTo>
                  <a:cubicBezTo>
                    <a:pt x="2263" y="15550"/>
                    <a:pt x="2263" y="15538"/>
                    <a:pt x="2275" y="15514"/>
                  </a:cubicBezTo>
                  <a:cubicBezTo>
                    <a:pt x="2287" y="15502"/>
                    <a:pt x="2287" y="15478"/>
                    <a:pt x="2299" y="15466"/>
                  </a:cubicBezTo>
                  <a:lnTo>
                    <a:pt x="2323" y="15419"/>
                  </a:lnTo>
                  <a:cubicBezTo>
                    <a:pt x="2323" y="15407"/>
                    <a:pt x="2335" y="15383"/>
                    <a:pt x="2335" y="15371"/>
                  </a:cubicBezTo>
                  <a:cubicBezTo>
                    <a:pt x="2335" y="15359"/>
                    <a:pt x="2346" y="15335"/>
                    <a:pt x="2358" y="15323"/>
                  </a:cubicBezTo>
                  <a:cubicBezTo>
                    <a:pt x="2358" y="15311"/>
                    <a:pt x="2370" y="15288"/>
                    <a:pt x="2370" y="15276"/>
                  </a:cubicBezTo>
                  <a:cubicBezTo>
                    <a:pt x="2370" y="15264"/>
                    <a:pt x="2382" y="15240"/>
                    <a:pt x="2382" y="15228"/>
                  </a:cubicBezTo>
                  <a:cubicBezTo>
                    <a:pt x="2382" y="15204"/>
                    <a:pt x="2382" y="15192"/>
                    <a:pt x="2394" y="15180"/>
                  </a:cubicBezTo>
                  <a:cubicBezTo>
                    <a:pt x="2406" y="15157"/>
                    <a:pt x="2394" y="15145"/>
                    <a:pt x="2394" y="15133"/>
                  </a:cubicBezTo>
                  <a:cubicBezTo>
                    <a:pt x="2406" y="15109"/>
                    <a:pt x="2394" y="15097"/>
                    <a:pt x="2394" y="15085"/>
                  </a:cubicBezTo>
                  <a:lnTo>
                    <a:pt x="2394" y="15026"/>
                  </a:lnTo>
                  <a:lnTo>
                    <a:pt x="2394" y="14978"/>
                  </a:lnTo>
                  <a:lnTo>
                    <a:pt x="2394" y="14954"/>
                  </a:lnTo>
                  <a:lnTo>
                    <a:pt x="2394" y="1226"/>
                  </a:lnTo>
                  <a:cubicBezTo>
                    <a:pt x="2394" y="1226"/>
                    <a:pt x="2418" y="1214"/>
                    <a:pt x="2418" y="1214"/>
                  </a:cubicBezTo>
                  <a:lnTo>
                    <a:pt x="2418" y="1167"/>
                  </a:lnTo>
                  <a:lnTo>
                    <a:pt x="2418" y="1119"/>
                  </a:lnTo>
                  <a:cubicBezTo>
                    <a:pt x="2418" y="1107"/>
                    <a:pt x="2418" y="1084"/>
                    <a:pt x="2418" y="1072"/>
                  </a:cubicBezTo>
                  <a:cubicBezTo>
                    <a:pt x="2418" y="1060"/>
                    <a:pt x="2418" y="1036"/>
                    <a:pt x="2406" y="1024"/>
                  </a:cubicBezTo>
                  <a:cubicBezTo>
                    <a:pt x="2406" y="1012"/>
                    <a:pt x="2406" y="988"/>
                    <a:pt x="2406" y="976"/>
                  </a:cubicBezTo>
                  <a:cubicBezTo>
                    <a:pt x="2406" y="964"/>
                    <a:pt x="2406" y="941"/>
                    <a:pt x="2394" y="929"/>
                  </a:cubicBezTo>
                  <a:cubicBezTo>
                    <a:pt x="2394" y="905"/>
                    <a:pt x="2394" y="893"/>
                    <a:pt x="2382" y="881"/>
                  </a:cubicBezTo>
                  <a:cubicBezTo>
                    <a:pt x="2382" y="869"/>
                    <a:pt x="2370" y="845"/>
                    <a:pt x="2370" y="833"/>
                  </a:cubicBezTo>
                  <a:cubicBezTo>
                    <a:pt x="2370" y="810"/>
                    <a:pt x="2358" y="798"/>
                    <a:pt x="2358" y="786"/>
                  </a:cubicBezTo>
                  <a:cubicBezTo>
                    <a:pt x="2346" y="762"/>
                    <a:pt x="2346" y="750"/>
                    <a:pt x="2335" y="738"/>
                  </a:cubicBezTo>
                  <a:cubicBezTo>
                    <a:pt x="2323" y="714"/>
                    <a:pt x="2323" y="703"/>
                    <a:pt x="2311" y="691"/>
                  </a:cubicBezTo>
                  <a:lnTo>
                    <a:pt x="2287" y="643"/>
                  </a:lnTo>
                  <a:cubicBezTo>
                    <a:pt x="2275" y="619"/>
                    <a:pt x="2263" y="607"/>
                    <a:pt x="2263" y="595"/>
                  </a:cubicBezTo>
                  <a:cubicBezTo>
                    <a:pt x="2251" y="572"/>
                    <a:pt x="2239" y="560"/>
                    <a:pt x="2227" y="548"/>
                  </a:cubicBezTo>
                  <a:lnTo>
                    <a:pt x="2192" y="500"/>
                  </a:lnTo>
                  <a:lnTo>
                    <a:pt x="2156" y="452"/>
                  </a:lnTo>
                  <a:lnTo>
                    <a:pt x="2108" y="393"/>
                  </a:lnTo>
                  <a:cubicBezTo>
                    <a:pt x="2096" y="381"/>
                    <a:pt x="2084" y="369"/>
                    <a:pt x="2073" y="345"/>
                  </a:cubicBezTo>
                  <a:lnTo>
                    <a:pt x="2013" y="298"/>
                  </a:lnTo>
                  <a:cubicBezTo>
                    <a:pt x="2001" y="286"/>
                    <a:pt x="1977" y="274"/>
                    <a:pt x="1954" y="250"/>
                  </a:cubicBezTo>
                  <a:lnTo>
                    <a:pt x="1894" y="202"/>
                  </a:lnTo>
                  <a:lnTo>
                    <a:pt x="1811" y="155"/>
                  </a:lnTo>
                  <a:cubicBezTo>
                    <a:pt x="1775" y="143"/>
                    <a:pt x="1739" y="119"/>
                    <a:pt x="1715" y="107"/>
                  </a:cubicBezTo>
                  <a:cubicBezTo>
                    <a:pt x="1668" y="95"/>
                    <a:pt x="1632" y="71"/>
                    <a:pt x="1584" y="60"/>
                  </a:cubicBezTo>
                  <a:cubicBezTo>
                    <a:pt x="1501" y="36"/>
                    <a:pt x="1418" y="12"/>
                    <a:pt x="1346" y="12"/>
                  </a:cubicBezTo>
                  <a:cubicBezTo>
                    <a:pt x="1299" y="0"/>
                    <a:pt x="1251" y="0"/>
                    <a:pt x="121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2" name="Google Shape;572;p6"/>
            <p:cNvSpPr/>
            <p:nvPr/>
          </p:nvSpPr>
          <p:spPr>
            <a:xfrm>
              <a:off x="7449044" y="-169612"/>
              <a:ext cx="142572" cy="125041"/>
            </a:xfrm>
            <a:custGeom>
              <a:avLst/>
              <a:gdLst/>
              <a:ahLst/>
              <a:cxnLst/>
              <a:rect l="l" t="t" r="r" b="b"/>
              <a:pathLst>
                <a:path w="4359" h="3823" extrusionOk="0">
                  <a:moveTo>
                    <a:pt x="1131" y="0"/>
                  </a:moveTo>
                  <a:cubicBezTo>
                    <a:pt x="500" y="0"/>
                    <a:pt x="0" y="512"/>
                    <a:pt x="0" y="1131"/>
                  </a:cubicBezTo>
                  <a:lnTo>
                    <a:pt x="0" y="2679"/>
                  </a:lnTo>
                  <a:cubicBezTo>
                    <a:pt x="0" y="3310"/>
                    <a:pt x="512" y="3822"/>
                    <a:pt x="1143" y="3822"/>
                  </a:cubicBezTo>
                  <a:lnTo>
                    <a:pt x="3227" y="3822"/>
                  </a:lnTo>
                  <a:cubicBezTo>
                    <a:pt x="3846" y="3810"/>
                    <a:pt x="4358" y="3310"/>
                    <a:pt x="4358" y="2679"/>
                  </a:cubicBezTo>
                  <a:lnTo>
                    <a:pt x="4358" y="1131"/>
                  </a:lnTo>
                  <a:cubicBezTo>
                    <a:pt x="4346" y="512"/>
                    <a:pt x="3846" y="0"/>
                    <a:pt x="3215" y="0"/>
                  </a:cubicBezTo>
                  <a:close/>
                </a:path>
              </a:pathLst>
            </a:custGeom>
            <a:solidFill>
              <a:srgbClr val="821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3" name="Google Shape;573;p6"/>
            <p:cNvSpPr/>
            <p:nvPr/>
          </p:nvSpPr>
          <p:spPr>
            <a:xfrm>
              <a:off x="7448651" y="277825"/>
              <a:ext cx="142964" cy="124648"/>
            </a:xfrm>
            <a:custGeom>
              <a:avLst/>
              <a:gdLst/>
              <a:ahLst/>
              <a:cxnLst/>
              <a:rect l="l" t="t" r="r" b="b"/>
              <a:pathLst>
                <a:path w="4371" h="3811" extrusionOk="0">
                  <a:moveTo>
                    <a:pt x="1143" y="0"/>
                  </a:moveTo>
                  <a:cubicBezTo>
                    <a:pt x="512" y="0"/>
                    <a:pt x="0" y="501"/>
                    <a:pt x="12" y="1132"/>
                  </a:cubicBezTo>
                  <a:lnTo>
                    <a:pt x="12" y="2679"/>
                  </a:lnTo>
                  <a:cubicBezTo>
                    <a:pt x="12" y="3310"/>
                    <a:pt x="524" y="3810"/>
                    <a:pt x="1143" y="3810"/>
                  </a:cubicBezTo>
                  <a:lnTo>
                    <a:pt x="3227" y="3810"/>
                  </a:lnTo>
                  <a:cubicBezTo>
                    <a:pt x="3858" y="3810"/>
                    <a:pt x="4370" y="3298"/>
                    <a:pt x="4370" y="2679"/>
                  </a:cubicBezTo>
                  <a:lnTo>
                    <a:pt x="4370" y="1132"/>
                  </a:lnTo>
                  <a:cubicBezTo>
                    <a:pt x="4370" y="512"/>
                    <a:pt x="3858" y="0"/>
                    <a:pt x="3227" y="0"/>
                  </a:cubicBezTo>
                  <a:close/>
                </a:path>
              </a:pathLst>
            </a:custGeom>
            <a:solidFill>
              <a:srgbClr val="821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4" name="Google Shape;574;p6"/>
            <p:cNvSpPr/>
            <p:nvPr/>
          </p:nvSpPr>
          <p:spPr>
            <a:xfrm>
              <a:off x="7472004" y="-148189"/>
              <a:ext cx="80264" cy="529240"/>
            </a:xfrm>
            <a:custGeom>
              <a:avLst/>
              <a:gdLst/>
              <a:ahLst/>
              <a:cxnLst/>
              <a:rect l="l" t="t" r="r" b="b"/>
              <a:pathLst>
                <a:path w="2454" h="16181" extrusionOk="0">
                  <a:moveTo>
                    <a:pt x="1227" y="0"/>
                  </a:moveTo>
                  <a:cubicBezTo>
                    <a:pt x="930" y="0"/>
                    <a:pt x="632" y="119"/>
                    <a:pt x="418" y="310"/>
                  </a:cubicBezTo>
                  <a:lnTo>
                    <a:pt x="394" y="333"/>
                  </a:lnTo>
                  <a:cubicBezTo>
                    <a:pt x="358" y="369"/>
                    <a:pt x="334" y="393"/>
                    <a:pt x="299" y="429"/>
                  </a:cubicBezTo>
                  <a:cubicBezTo>
                    <a:pt x="287" y="452"/>
                    <a:pt x="263" y="476"/>
                    <a:pt x="251" y="500"/>
                  </a:cubicBezTo>
                  <a:cubicBezTo>
                    <a:pt x="227" y="524"/>
                    <a:pt x="203" y="560"/>
                    <a:pt x="179" y="595"/>
                  </a:cubicBezTo>
                  <a:cubicBezTo>
                    <a:pt x="168" y="631"/>
                    <a:pt x="144" y="655"/>
                    <a:pt x="132" y="691"/>
                  </a:cubicBezTo>
                  <a:cubicBezTo>
                    <a:pt x="120" y="726"/>
                    <a:pt x="96" y="750"/>
                    <a:pt x="84" y="786"/>
                  </a:cubicBezTo>
                  <a:cubicBezTo>
                    <a:pt x="72" y="833"/>
                    <a:pt x="60" y="869"/>
                    <a:pt x="48" y="917"/>
                  </a:cubicBezTo>
                  <a:cubicBezTo>
                    <a:pt x="48" y="941"/>
                    <a:pt x="37" y="964"/>
                    <a:pt x="25" y="1000"/>
                  </a:cubicBezTo>
                  <a:cubicBezTo>
                    <a:pt x="13" y="1072"/>
                    <a:pt x="1" y="1143"/>
                    <a:pt x="1" y="1226"/>
                  </a:cubicBezTo>
                  <a:lnTo>
                    <a:pt x="1" y="14954"/>
                  </a:lnTo>
                  <a:cubicBezTo>
                    <a:pt x="1" y="15633"/>
                    <a:pt x="549" y="16181"/>
                    <a:pt x="1227" y="16181"/>
                  </a:cubicBezTo>
                  <a:cubicBezTo>
                    <a:pt x="1311" y="16181"/>
                    <a:pt x="1394" y="16169"/>
                    <a:pt x="1477" y="16157"/>
                  </a:cubicBezTo>
                  <a:lnTo>
                    <a:pt x="1525" y="16145"/>
                  </a:lnTo>
                  <a:cubicBezTo>
                    <a:pt x="1584" y="16121"/>
                    <a:pt x="1656" y="16097"/>
                    <a:pt x="1715" y="16073"/>
                  </a:cubicBezTo>
                  <a:lnTo>
                    <a:pt x="1739" y="16073"/>
                  </a:lnTo>
                  <a:cubicBezTo>
                    <a:pt x="1882" y="16002"/>
                    <a:pt x="2013" y="15907"/>
                    <a:pt x="2120" y="15788"/>
                  </a:cubicBezTo>
                  <a:cubicBezTo>
                    <a:pt x="2334" y="15561"/>
                    <a:pt x="2442" y="15276"/>
                    <a:pt x="2442" y="14966"/>
                  </a:cubicBezTo>
                  <a:lnTo>
                    <a:pt x="2442" y="1226"/>
                  </a:lnTo>
                  <a:cubicBezTo>
                    <a:pt x="2454" y="548"/>
                    <a:pt x="1906" y="0"/>
                    <a:pt x="1227" y="0"/>
                  </a:cubicBezTo>
                  <a:close/>
                </a:path>
              </a:pathLst>
            </a:custGeom>
            <a:solidFill>
              <a:srgbClr val="272425">
                <a:alpha val="200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5" name="Google Shape;575;p6"/>
            <p:cNvSpPr/>
            <p:nvPr/>
          </p:nvSpPr>
          <p:spPr>
            <a:xfrm>
              <a:off x="7484073" y="-148189"/>
              <a:ext cx="78694" cy="529240"/>
            </a:xfrm>
            <a:custGeom>
              <a:avLst/>
              <a:gdLst/>
              <a:ahLst/>
              <a:cxnLst/>
              <a:rect l="l" t="t" r="r" b="b"/>
              <a:pathLst>
                <a:path w="2406" h="16181" extrusionOk="0">
                  <a:moveTo>
                    <a:pt x="1132" y="0"/>
                  </a:moveTo>
                  <a:cubicBezTo>
                    <a:pt x="1037" y="0"/>
                    <a:pt x="953" y="24"/>
                    <a:pt x="870" y="48"/>
                  </a:cubicBezTo>
                  <a:cubicBezTo>
                    <a:pt x="822" y="60"/>
                    <a:pt x="787" y="71"/>
                    <a:pt x="739" y="83"/>
                  </a:cubicBezTo>
                  <a:cubicBezTo>
                    <a:pt x="703" y="107"/>
                    <a:pt x="668" y="119"/>
                    <a:pt x="644" y="131"/>
                  </a:cubicBezTo>
                  <a:cubicBezTo>
                    <a:pt x="608" y="155"/>
                    <a:pt x="584" y="167"/>
                    <a:pt x="561" y="179"/>
                  </a:cubicBezTo>
                  <a:cubicBezTo>
                    <a:pt x="537" y="202"/>
                    <a:pt x="513" y="214"/>
                    <a:pt x="489" y="226"/>
                  </a:cubicBezTo>
                  <a:lnTo>
                    <a:pt x="430" y="274"/>
                  </a:lnTo>
                  <a:lnTo>
                    <a:pt x="382" y="322"/>
                  </a:lnTo>
                  <a:cubicBezTo>
                    <a:pt x="358" y="333"/>
                    <a:pt x="346" y="357"/>
                    <a:pt x="334" y="369"/>
                  </a:cubicBezTo>
                  <a:cubicBezTo>
                    <a:pt x="311" y="381"/>
                    <a:pt x="299" y="393"/>
                    <a:pt x="287" y="417"/>
                  </a:cubicBezTo>
                  <a:lnTo>
                    <a:pt x="251" y="464"/>
                  </a:lnTo>
                  <a:lnTo>
                    <a:pt x="215" y="512"/>
                  </a:lnTo>
                  <a:lnTo>
                    <a:pt x="180" y="560"/>
                  </a:lnTo>
                  <a:cubicBezTo>
                    <a:pt x="168" y="572"/>
                    <a:pt x="156" y="583"/>
                    <a:pt x="156" y="607"/>
                  </a:cubicBezTo>
                  <a:lnTo>
                    <a:pt x="120" y="655"/>
                  </a:lnTo>
                  <a:cubicBezTo>
                    <a:pt x="120" y="667"/>
                    <a:pt x="108" y="679"/>
                    <a:pt x="96" y="703"/>
                  </a:cubicBezTo>
                  <a:cubicBezTo>
                    <a:pt x="96" y="714"/>
                    <a:pt x="84" y="726"/>
                    <a:pt x="72" y="750"/>
                  </a:cubicBezTo>
                  <a:cubicBezTo>
                    <a:pt x="72" y="762"/>
                    <a:pt x="72" y="774"/>
                    <a:pt x="60" y="786"/>
                  </a:cubicBezTo>
                  <a:lnTo>
                    <a:pt x="49" y="833"/>
                  </a:lnTo>
                  <a:lnTo>
                    <a:pt x="25" y="881"/>
                  </a:lnTo>
                  <a:cubicBezTo>
                    <a:pt x="25" y="905"/>
                    <a:pt x="25" y="917"/>
                    <a:pt x="13" y="929"/>
                  </a:cubicBezTo>
                  <a:cubicBezTo>
                    <a:pt x="13" y="953"/>
                    <a:pt x="13" y="964"/>
                    <a:pt x="1" y="976"/>
                  </a:cubicBezTo>
                  <a:lnTo>
                    <a:pt x="1" y="1024"/>
                  </a:lnTo>
                  <a:lnTo>
                    <a:pt x="1" y="1072"/>
                  </a:lnTo>
                  <a:lnTo>
                    <a:pt x="1" y="1119"/>
                  </a:lnTo>
                  <a:lnTo>
                    <a:pt x="1" y="1167"/>
                  </a:lnTo>
                  <a:lnTo>
                    <a:pt x="1" y="1214"/>
                  </a:lnTo>
                  <a:lnTo>
                    <a:pt x="1" y="14954"/>
                  </a:lnTo>
                  <a:lnTo>
                    <a:pt x="1" y="14990"/>
                  </a:lnTo>
                  <a:lnTo>
                    <a:pt x="1" y="15050"/>
                  </a:lnTo>
                  <a:lnTo>
                    <a:pt x="1" y="15097"/>
                  </a:lnTo>
                  <a:lnTo>
                    <a:pt x="1" y="15145"/>
                  </a:lnTo>
                  <a:lnTo>
                    <a:pt x="1" y="15192"/>
                  </a:lnTo>
                  <a:cubicBezTo>
                    <a:pt x="1" y="15204"/>
                    <a:pt x="13" y="15216"/>
                    <a:pt x="13" y="15240"/>
                  </a:cubicBezTo>
                  <a:cubicBezTo>
                    <a:pt x="25" y="15252"/>
                    <a:pt x="13" y="15276"/>
                    <a:pt x="25" y="15288"/>
                  </a:cubicBezTo>
                  <a:cubicBezTo>
                    <a:pt x="37" y="15300"/>
                    <a:pt x="37" y="15323"/>
                    <a:pt x="49" y="15335"/>
                  </a:cubicBezTo>
                  <a:cubicBezTo>
                    <a:pt x="49" y="15347"/>
                    <a:pt x="60" y="15371"/>
                    <a:pt x="60" y="15383"/>
                  </a:cubicBezTo>
                  <a:cubicBezTo>
                    <a:pt x="72" y="15407"/>
                    <a:pt x="72" y="15419"/>
                    <a:pt x="84" y="15431"/>
                  </a:cubicBezTo>
                  <a:cubicBezTo>
                    <a:pt x="84" y="15454"/>
                    <a:pt x="96" y="15466"/>
                    <a:pt x="108" y="15478"/>
                  </a:cubicBezTo>
                  <a:cubicBezTo>
                    <a:pt x="108" y="15502"/>
                    <a:pt x="120" y="15514"/>
                    <a:pt x="132" y="15526"/>
                  </a:cubicBezTo>
                  <a:cubicBezTo>
                    <a:pt x="132" y="15550"/>
                    <a:pt x="144" y="15561"/>
                    <a:pt x="156" y="15585"/>
                  </a:cubicBezTo>
                  <a:cubicBezTo>
                    <a:pt x="168" y="15597"/>
                    <a:pt x="180" y="15609"/>
                    <a:pt x="191" y="15633"/>
                  </a:cubicBezTo>
                  <a:cubicBezTo>
                    <a:pt x="191" y="15645"/>
                    <a:pt x="203" y="15669"/>
                    <a:pt x="227" y="15681"/>
                  </a:cubicBezTo>
                  <a:lnTo>
                    <a:pt x="263" y="15728"/>
                  </a:lnTo>
                  <a:lnTo>
                    <a:pt x="299" y="15776"/>
                  </a:lnTo>
                  <a:lnTo>
                    <a:pt x="346" y="15823"/>
                  </a:lnTo>
                  <a:lnTo>
                    <a:pt x="406" y="15871"/>
                  </a:lnTo>
                  <a:cubicBezTo>
                    <a:pt x="418" y="15895"/>
                    <a:pt x="441" y="15907"/>
                    <a:pt x="465" y="15931"/>
                  </a:cubicBezTo>
                  <a:cubicBezTo>
                    <a:pt x="489" y="15942"/>
                    <a:pt x="501" y="15966"/>
                    <a:pt x="525" y="15978"/>
                  </a:cubicBezTo>
                  <a:cubicBezTo>
                    <a:pt x="584" y="16014"/>
                    <a:pt x="644" y="16050"/>
                    <a:pt x="715" y="16073"/>
                  </a:cubicBezTo>
                  <a:cubicBezTo>
                    <a:pt x="751" y="16097"/>
                    <a:pt x="799" y="16109"/>
                    <a:pt x="846" y="16121"/>
                  </a:cubicBezTo>
                  <a:cubicBezTo>
                    <a:pt x="965" y="16157"/>
                    <a:pt x="1084" y="16181"/>
                    <a:pt x="1203" y="16181"/>
                  </a:cubicBezTo>
                  <a:lnTo>
                    <a:pt x="1215" y="16181"/>
                  </a:lnTo>
                  <a:cubicBezTo>
                    <a:pt x="1323" y="16181"/>
                    <a:pt x="1430" y="16169"/>
                    <a:pt x="1525" y="16133"/>
                  </a:cubicBezTo>
                  <a:cubicBezTo>
                    <a:pt x="1573" y="16121"/>
                    <a:pt x="1620" y="16109"/>
                    <a:pt x="1668" y="16085"/>
                  </a:cubicBezTo>
                  <a:cubicBezTo>
                    <a:pt x="1704" y="16073"/>
                    <a:pt x="1739" y="16062"/>
                    <a:pt x="1775" y="16038"/>
                  </a:cubicBezTo>
                  <a:lnTo>
                    <a:pt x="1858" y="15990"/>
                  </a:lnTo>
                  <a:lnTo>
                    <a:pt x="1918" y="15942"/>
                  </a:lnTo>
                  <a:cubicBezTo>
                    <a:pt x="1942" y="15931"/>
                    <a:pt x="1965" y="15919"/>
                    <a:pt x="1989" y="15907"/>
                  </a:cubicBezTo>
                  <a:lnTo>
                    <a:pt x="2037" y="15859"/>
                  </a:lnTo>
                  <a:lnTo>
                    <a:pt x="2085" y="15812"/>
                  </a:lnTo>
                  <a:lnTo>
                    <a:pt x="2132" y="15752"/>
                  </a:lnTo>
                  <a:cubicBezTo>
                    <a:pt x="2144" y="15740"/>
                    <a:pt x="2156" y="15728"/>
                    <a:pt x="2168" y="15704"/>
                  </a:cubicBezTo>
                  <a:cubicBezTo>
                    <a:pt x="2180" y="15692"/>
                    <a:pt x="2192" y="15681"/>
                    <a:pt x="2204" y="15657"/>
                  </a:cubicBezTo>
                  <a:lnTo>
                    <a:pt x="2239" y="15609"/>
                  </a:lnTo>
                  <a:lnTo>
                    <a:pt x="2275" y="15561"/>
                  </a:lnTo>
                  <a:cubicBezTo>
                    <a:pt x="2275" y="15550"/>
                    <a:pt x="2287" y="15538"/>
                    <a:pt x="2299" y="15514"/>
                  </a:cubicBezTo>
                  <a:cubicBezTo>
                    <a:pt x="2299" y="15502"/>
                    <a:pt x="2311" y="15478"/>
                    <a:pt x="2323" y="15466"/>
                  </a:cubicBezTo>
                  <a:cubicBezTo>
                    <a:pt x="2323" y="15454"/>
                    <a:pt x="2335" y="15431"/>
                    <a:pt x="2335" y="15419"/>
                  </a:cubicBezTo>
                  <a:cubicBezTo>
                    <a:pt x="2346" y="15407"/>
                    <a:pt x="2346" y="15383"/>
                    <a:pt x="2358" y="15371"/>
                  </a:cubicBezTo>
                  <a:cubicBezTo>
                    <a:pt x="2358" y="15359"/>
                    <a:pt x="2370" y="15335"/>
                    <a:pt x="2370" y="15323"/>
                  </a:cubicBezTo>
                  <a:lnTo>
                    <a:pt x="2394" y="15276"/>
                  </a:lnTo>
                  <a:cubicBezTo>
                    <a:pt x="2394" y="15264"/>
                    <a:pt x="2394" y="15240"/>
                    <a:pt x="2406" y="15228"/>
                  </a:cubicBezTo>
                  <a:lnTo>
                    <a:pt x="2406" y="15180"/>
                  </a:lnTo>
                  <a:cubicBezTo>
                    <a:pt x="2406" y="15157"/>
                    <a:pt x="2406" y="15145"/>
                    <a:pt x="2406" y="15133"/>
                  </a:cubicBezTo>
                  <a:lnTo>
                    <a:pt x="2406" y="15085"/>
                  </a:lnTo>
                  <a:lnTo>
                    <a:pt x="2406" y="15026"/>
                  </a:lnTo>
                  <a:lnTo>
                    <a:pt x="2406" y="14978"/>
                  </a:lnTo>
                  <a:cubicBezTo>
                    <a:pt x="2406" y="14978"/>
                    <a:pt x="2406" y="14966"/>
                    <a:pt x="2406" y="14954"/>
                  </a:cubicBezTo>
                  <a:lnTo>
                    <a:pt x="2406" y="1214"/>
                  </a:lnTo>
                  <a:lnTo>
                    <a:pt x="2406" y="1167"/>
                  </a:lnTo>
                  <a:lnTo>
                    <a:pt x="2406" y="1119"/>
                  </a:lnTo>
                  <a:lnTo>
                    <a:pt x="2406" y="1072"/>
                  </a:lnTo>
                  <a:cubicBezTo>
                    <a:pt x="2406" y="1060"/>
                    <a:pt x="2406" y="1036"/>
                    <a:pt x="2406" y="1024"/>
                  </a:cubicBezTo>
                  <a:lnTo>
                    <a:pt x="2406" y="976"/>
                  </a:lnTo>
                  <a:cubicBezTo>
                    <a:pt x="2406" y="964"/>
                    <a:pt x="2394" y="941"/>
                    <a:pt x="2394" y="929"/>
                  </a:cubicBezTo>
                  <a:cubicBezTo>
                    <a:pt x="2394" y="917"/>
                    <a:pt x="2382" y="893"/>
                    <a:pt x="2382" y="881"/>
                  </a:cubicBezTo>
                  <a:cubicBezTo>
                    <a:pt x="2370" y="869"/>
                    <a:pt x="2370" y="845"/>
                    <a:pt x="2358" y="833"/>
                  </a:cubicBezTo>
                  <a:cubicBezTo>
                    <a:pt x="2358" y="822"/>
                    <a:pt x="2358" y="798"/>
                    <a:pt x="2346" y="786"/>
                  </a:cubicBezTo>
                  <a:lnTo>
                    <a:pt x="2323" y="738"/>
                  </a:lnTo>
                  <a:cubicBezTo>
                    <a:pt x="2323" y="714"/>
                    <a:pt x="2311" y="703"/>
                    <a:pt x="2299" y="691"/>
                  </a:cubicBezTo>
                  <a:lnTo>
                    <a:pt x="2287" y="643"/>
                  </a:lnTo>
                  <a:cubicBezTo>
                    <a:pt x="2275" y="619"/>
                    <a:pt x="2263" y="607"/>
                    <a:pt x="2251" y="595"/>
                  </a:cubicBezTo>
                  <a:lnTo>
                    <a:pt x="2227" y="548"/>
                  </a:lnTo>
                  <a:cubicBezTo>
                    <a:pt x="2216" y="524"/>
                    <a:pt x="2204" y="512"/>
                    <a:pt x="2192" y="500"/>
                  </a:cubicBezTo>
                  <a:cubicBezTo>
                    <a:pt x="2180" y="476"/>
                    <a:pt x="2168" y="464"/>
                    <a:pt x="2156" y="452"/>
                  </a:cubicBezTo>
                  <a:lnTo>
                    <a:pt x="2108" y="393"/>
                  </a:lnTo>
                  <a:lnTo>
                    <a:pt x="2061" y="345"/>
                  </a:lnTo>
                  <a:lnTo>
                    <a:pt x="2013" y="298"/>
                  </a:lnTo>
                  <a:cubicBezTo>
                    <a:pt x="1989" y="286"/>
                    <a:pt x="1965" y="274"/>
                    <a:pt x="1954" y="250"/>
                  </a:cubicBezTo>
                  <a:lnTo>
                    <a:pt x="1882" y="202"/>
                  </a:lnTo>
                  <a:lnTo>
                    <a:pt x="1799" y="155"/>
                  </a:lnTo>
                  <a:cubicBezTo>
                    <a:pt x="1775" y="143"/>
                    <a:pt x="1739" y="119"/>
                    <a:pt x="1704" y="107"/>
                  </a:cubicBezTo>
                  <a:cubicBezTo>
                    <a:pt x="1668" y="95"/>
                    <a:pt x="1620" y="71"/>
                    <a:pt x="1573" y="60"/>
                  </a:cubicBezTo>
                  <a:cubicBezTo>
                    <a:pt x="1501" y="36"/>
                    <a:pt x="1418" y="12"/>
                    <a:pt x="1334" y="12"/>
                  </a:cubicBezTo>
                  <a:cubicBezTo>
                    <a:pt x="1287" y="0"/>
                    <a:pt x="1251" y="0"/>
                    <a:pt x="12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76" name="Google Shape;576;p6"/>
          <p:cNvSpPr txBox="1">
            <a:spLocks noGrp="1"/>
          </p:cNvSpPr>
          <p:nvPr>
            <p:ph type="title"/>
          </p:nvPr>
        </p:nvSpPr>
        <p:spPr>
          <a:xfrm>
            <a:off x="796663" y="307050"/>
            <a:ext cx="7550700" cy="5694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600"/>
              <a:buNone/>
              <a:defRPr/>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grpSp>
        <p:nvGrpSpPr>
          <p:cNvPr id="577" name="Google Shape;577;p6"/>
          <p:cNvGrpSpPr/>
          <p:nvPr/>
        </p:nvGrpSpPr>
        <p:grpSpPr>
          <a:xfrm>
            <a:off x="647774" y="535136"/>
            <a:ext cx="7922406" cy="4131291"/>
            <a:chOff x="647774" y="535136"/>
            <a:chExt cx="7922406" cy="4131291"/>
          </a:xfrm>
        </p:grpSpPr>
        <p:sp>
          <p:nvSpPr>
            <p:cNvPr id="578" name="Google Shape;578;p6"/>
            <p:cNvSpPr/>
            <p:nvPr/>
          </p:nvSpPr>
          <p:spPr>
            <a:xfrm rot="5189938" flipH="1">
              <a:off x="1066854" y="612099"/>
              <a:ext cx="251925" cy="286696"/>
            </a:xfrm>
            <a:custGeom>
              <a:avLst/>
              <a:gdLst/>
              <a:ahLst/>
              <a:cxnLst/>
              <a:rect l="l" t="t" r="r" b="b"/>
              <a:pathLst>
                <a:path w="3312" h="3769" extrusionOk="0">
                  <a:moveTo>
                    <a:pt x="402" y="1"/>
                  </a:moveTo>
                  <a:lnTo>
                    <a:pt x="402" y="1"/>
                  </a:lnTo>
                  <a:cubicBezTo>
                    <a:pt x="54" y="750"/>
                    <a:pt x="1" y="2625"/>
                    <a:pt x="652" y="3339"/>
                  </a:cubicBezTo>
                  <a:cubicBezTo>
                    <a:pt x="968" y="3680"/>
                    <a:pt x="1367" y="3768"/>
                    <a:pt x="1696" y="3768"/>
                  </a:cubicBezTo>
                  <a:cubicBezTo>
                    <a:pt x="2044" y="3768"/>
                    <a:pt x="2312" y="3669"/>
                    <a:pt x="2312" y="3669"/>
                  </a:cubicBezTo>
                  <a:cubicBezTo>
                    <a:pt x="2651" y="3544"/>
                    <a:pt x="3312" y="3205"/>
                    <a:pt x="2964" y="2107"/>
                  </a:cubicBezTo>
                  <a:cubicBezTo>
                    <a:pt x="2625" y="1000"/>
                    <a:pt x="402" y="1"/>
                    <a:pt x="40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9" name="Google Shape;579;p6"/>
            <p:cNvSpPr/>
            <p:nvPr/>
          </p:nvSpPr>
          <p:spPr>
            <a:xfrm rot="5189938" flipH="1">
              <a:off x="1075694" y="600540"/>
              <a:ext cx="158518" cy="321459"/>
            </a:xfrm>
            <a:custGeom>
              <a:avLst/>
              <a:gdLst/>
              <a:ahLst/>
              <a:cxnLst/>
              <a:rect l="l" t="t" r="r" b="b"/>
              <a:pathLst>
                <a:path w="2084" h="4226" extrusionOk="0">
                  <a:moveTo>
                    <a:pt x="1727" y="1940"/>
                  </a:moveTo>
                  <a:lnTo>
                    <a:pt x="1727" y="1940"/>
                  </a:lnTo>
                  <a:cubicBezTo>
                    <a:pt x="1727" y="1940"/>
                    <a:pt x="1727" y="1940"/>
                    <a:pt x="1726" y="1941"/>
                  </a:cubicBezTo>
                  <a:lnTo>
                    <a:pt x="1724" y="1950"/>
                  </a:lnTo>
                  <a:lnTo>
                    <a:pt x="1724" y="1950"/>
                  </a:lnTo>
                  <a:cubicBezTo>
                    <a:pt x="1727" y="1943"/>
                    <a:pt x="1728" y="1940"/>
                    <a:pt x="1727" y="1940"/>
                  </a:cubicBezTo>
                  <a:close/>
                  <a:moveTo>
                    <a:pt x="10" y="1"/>
                  </a:moveTo>
                  <a:cubicBezTo>
                    <a:pt x="0" y="1"/>
                    <a:pt x="280" y="711"/>
                    <a:pt x="495" y="1182"/>
                  </a:cubicBezTo>
                  <a:lnTo>
                    <a:pt x="155" y="1084"/>
                  </a:lnTo>
                  <a:lnTo>
                    <a:pt x="93" y="1066"/>
                  </a:lnTo>
                  <a:lnTo>
                    <a:pt x="93" y="1066"/>
                  </a:lnTo>
                  <a:cubicBezTo>
                    <a:pt x="227" y="1138"/>
                    <a:pt x="370" y="1200"/>
                    <a:pt x="512" y="1245"/>
                  </a:cubicBezTo>
                  <a:lnTo>
                    <a:pt x="521" y="1245"/>
                  </a:lnTo>
                  <a:cubicBezTo>
                    <a:pt x="655" y="1530"/>
                    <a:pt x="762" y="1754"/>
                    <a:pt x="914" y="2030"/>
                  </a:cubicBezTo>
                  <a:cubicBezTo>
                    <a:pt x="977" y="2137"/>
                    <a:pt x="1039" y="2253"/>
                    <a:pt x="1110" y="2361"/>
                  </a:cubicBezTo>
                  <a:lnTo>
                    <a:pt x="361" y="2182"/>
                  </a:lnTo>
                  <a:lnTo>
                    <a:pt x="245" y="2146"/>
                  </a:lnTo>
                  <a:cubicBezTo>
                    <a:pt x="244" y="2146"/>
                    <a:pt x="244" y="2146"/>
                    <a:pt x="243" y="2146"/>
                  </a:cubicBezTo>
                  <a:lnTo>
                    <a:pt x="243" y="2146"/>
                  </a:lnTo>
                  <a:cubicBezTo>
                    <a:pt x="233" y="2146"/>
                    <a:pt x="786" y="2344"/>
                    <a:pt x="1057" y="2414"/>
                  </a:cubicBezTo>
                  <a:lnTo>
                    <a:pt x="1146" y="2432"/>
                  </a:lnTo>
                  <a:cubicBezTo>
                    <a:pt x="1244" y="2593"/>
                    <a:pt x="1343" y="2762"/>
                    <a:pt x="1432" y="2923"/>
                  </a:cubicBezTo>
                  <a:lnTo>
                    <a:pt x="1485" y="3021"/>
                  </a:lnTo>
                  <a:lnTo>
                    <a:pt x="745" y="2932"/>
                  </a:lnTo>
                  <a:lnTo>
                    <a:pt x="637" y="2923"/>
                  </a:lnTo>
                  <a:cubicBezTo>
                    <a:pt x="602" y="2923"/>
                    <a:pt x="1164" y="3039"/>
                    <a:pt x="1432" y="3075"/>
                  </a:cubicBezTo>
                  <a:lnTo>
                    <a:pt x="1521" y="3083"/>
                  </a:lnTo>
                  <a:cubicBezTo>
                    <a:pt x="1610" y="3262"/>
                    <a:pt x="1700" y="3432"/>
                    <a:pt x="1780" y="3610"/>
                  </a:cubicBezTo>
                  <a:cubicBezTo>
                    <a:pt x="1860" y="3789"/>
                    <a:pt x="1923" y="3976"/>
                    <a:pt x="1967" y="4172"/>
                  </a:cubicBezTo>
                  <a:cubicBezTo>
                    <a:pt x="1972" y="4208"/>
                    <a:pt x="2003" y="4226"/>
                    <a:pt x="2031" y="4226"/>
                  </a:cubicBezTo>
                  <a:cubicBezTo>
                    <a:pt x="2059" y="4226"/>
                    <a:pt x="2083" y="4208"/>
                    <a:pt x="2074" y="4172"/>
                  </a:cubicBezTo>
                  <a:cubicBezTo>
                    <a:pt x="2039" y="4003"/>
                    <a:pt x="1994" y="3842"/>
                    <a:pt x="1923" y="3681"/>
                  </a:cubicBezTo>
                  <a:cubicBezTo>
                    <a:pt x="1833" y="3485"/>
                    <a:pt x="1735" y="3280"/>
                    <a:pt x="1637" y="3083"/>
                  </a:cubicBezTo>
                  <a:cubicBezTo>
                    <a:pt x="1583" y="2985"/>
                    <a:pt x="1521" y="2887"/>
                    <a:pt x="1467" y="2780"/>
                  </a:cubicBezTo>
                  <a:cubicBezTo>
                    <a:pt x="1548" y="2539"/>
                    <a:pt x="1619" y="2298"/>
                    <a:pt x="1700" y="2057"/>
                  </a:cubicBezTo>
                  <a:lnTo>
                    <a:pt x="1724" y="1950"/>
                  </a:lnTo>
                  <a:lnTo>
                    <a:pt x="1724" y="1950"/>
                  </a:lnTo>
                  <a:cubicBezTo>
                    <a:pt x="1699" y="2019"/>
                    <a:pt x="1513" y="2450"/>
                    <a:pt x="1441" y="2682"/>
                  </a:cubicBezTo>
                  <a:lnTo>
                    <a:pt x="1423" y="2709"/>
                  </a:lnTo>
                  <a:cubicBezTo>
                    <a:pt x="1307" y="2512"/>
                    <a:pt x="1191" y="2307"/>
                    <a:pt x="1075" y="2102"/>
                  </a:cubicBezTo>
                  <a:cubicBezTo>
                    <a:pt x="986" y="1941"/>
                    <a:pt x="905" y="1789"/>
                    <a:pt x="816" y="1629"/>
                  </a:cubicBezTo>
                  <a:cubicBezTo>
                    <a:pt x="852" y="1423"/>
                    <a:pt x="878" y="1227"/>
                    <a:pt x="905" y="1022"/>
                  </a:cubicBezTo>
                  <a:lnTo>
                    <a:pt x="923" y="924"/>
                  </a:lnTo>
                  <a:lnTo>
                    <a:pt x="923" y="924"/>
                  </a:lnTo>
                  <a:cubicBezTo>
                    <a:pt x="861" y="1120"/>
                    <a:pt x="807" y="1325"/>
                    <a:pt x="771" y="1530"/>
                  </a:cubicBezTo>
                  <a:cubicBezTo>
                    <a:pt x="584" y="1173"/>
                    <a:pt x="405" y="808"/>
                    <a:pt x="227" y="442"/>
                  </a:cubicBezTo>
                  <a:cubicBezTo>
                    <a:pt x="155" y="299"/>
                    <a:pt x="84" y="156"/>
                    <a:pt x="13" y="4"/>
                  </a:cubicBezTo>
                  <a:cubicBezTo>
                    <a:pt x="11" y="2"/>
                    <a:pt x="10" y="1"/>
                    <a:pt x="1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0" name="Google Shape;580;p6"/>
            <p:cNvSpPr/>
            <p:nvPr/>
          </p:nvSpPr>
          <p:spPr>
            <a:xfrm rot="5189938" flipH="1">
              <a:off x="1081532" y="646460"/>
              <a:ext cx="200962" cy="262127"/>
            </a:xfrm>
            <a:custGeom>
              <a:avLst/>
              <a:gdLst/>
              <a:ahLst/>
              <a:cxnLst/>
              <a:rect l="l" t="t" r="r" b="b"/>
              <a:pathLst>
                <a:path w="2642" h="3446" extrusionOk="0">
                  <a:moveTo>
                    <a:pt x="1062" y="171"/>
                  </a:moveTo>
                  <a:cubicBezTo>
                    <a:pt x="794" y="54"/>
                    <a:pt x="518" y="1"/>
                    <a:pt x="232" y="10"/>
                  </a:cubicBezTo>
                  <a:cubicBezTo>
                    <a:pt x="0" y="876"/>
                    <a:pt x="27" y="2384"/>
                    <a:pt x="598" y="3009"/>
                  </a:cubicBezTo>
                  <a:cubicBezTo>
                    <a:pt x="848" y="3276"/>
                    <a:pt x="1187" y="3428"/>
                    <a:pt x="1553" y="3446"/>
                  </a:cubicBezTo>
                  <a:cubicBezTo>
                    <a:pt x="2642" y="2500"/>
                    <a:pt x="2383" y="742"/>
                    <a:pt x="1062" y="171"/>
                  </a:cubicBezTo>
                  <a:close/>
                </a:path>
              </a:pathLst>
            </a:custGeom>
            <a:gradFill>
              <a:gsLst>
                <a:gs pos="0">
                  <a:srgbClr val="FFFFFF">
                    <a:alpha val="0"/>
                  </a:srgbClr>
                </a:gs>
                <a:gs pos="100000">
                  <a:srgbClr val="FFFFFF">
                    <a:alpha val="2196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1" name="Google Shape;581;p6"/>
            <p:cNvSpPr/>
            <p:nvPr/>
          </p:nvSpPr>
          <p:spPr>
            <a:xfrm rot="5189938" flipH="1">
              <a:off x="1082452" y="615733"/>
              <a:ext cx="224086" cy="289435"/>
            </a:xfrm>
            <a:custGeom>
              <a:avLst/>
              <a:gdLst/>
              <a:ahLst/>
              <a:cxnLst/>
              <a:rect l="l" t="t" r="r" b="b"/>
              <a:pathLst>
                <a:path w="2946" h="3805" extrusionOk="0">
                  <a:moveTo>
                    <a:pt x="268" y="1"/>
                  </a:moveTo>
                  <a:lnTo>
                    <a:pt x="259" y="19"/>
                  </a:lnTo>
                  <a:cubicBezTo>
                    <a:pt x="170" y="224"/>
                    <a:pt x="117" y="438"/>
                    <a:pt x="81" y="661"/>
                  </a:cubicBezTo>
                  <a:cubicBezTo>
                    <a:pt x="45" y="876"/>
                    <a:pt x="27" y="1099"/>
                    <a:pt x="18" y="1313"/>
                  </a:cubicBezTo>
                  <a:cubicBezTo>
                    <a:pt x="1" y="1759"/>
                    <a:pt x="45" y="2196"/>
                    <a:pt x="152" y="2625"/>
                  </a:cubicBezTo>
                  <a:cubicBezTo>
                    <a:pt x="215" y="2839"/>
                    <a:pt x="295" y="3035"/>
                    <a:pt x="420" y="3223"/>
                  </a:cubicBezTo>
                  <a:cubicBezTo>
                    <a:pt x="545" y="3410"/>
                    <a:pt x="715" y="3553"/>
                    <a:pt x="911" y="3660"/>
                  </a:cubicBezTo>
                  <a:cubicBezTo>
                    <a:pt x="1107" y="3758"/>
                    <a:pt x="1330" y="3803"/>
                    <a:pt x="1545" y="3803"/>
                  </a:cubicBezTo>
                  <a:cubicBezTo>
                    <a:pt x="1567" y="3804"/>
                    <a:pt x="1590" y="3804"/>
                    <a:pt x="1612" y="3804"/>
                  </a:cubicBezTo>
                  <a:cubicBezTo>
                    <a:pt x="1813" y="3804"/>
                    <a:pt x="2012" y="3769"/>
                    <a:pt x="2196" y="3705"/>
                  </a:cubicBezTo>
                  <a:lnTo>
                    <a:pt x="2196" y="3705"/>
                  </a:lnTo>
                  <a:cubicBezTo>
                    <a:pt x="2012" y="3761"/>
                    <a:pt x="1813" y="3795"/>
                    <a:pt x="1619" y="3795"/>
                  </a:cubicBezTo>
                  <a:cubicBezTo>
                    <a:pt x="1597" y="3795"/>
                    <a:pt x="1575" y="3795"/>
                    <a:pt x="1554" y="3794"/>
                  </a:cubicBezTo>
                  <a:cubicBezTo>
                    <a:pt x="1330" y="3794"/>
                    <a:pt x="1116" y="3741"/>
                    <a:pt x="920" y="3642"/>
                  </a:cubicBezTo>
                  <a:cubicBezTo>
                    <a:pt x="724" y="3544"/>
                    <a:pt x="554" y="3401"/>
                    <a:pt x="429" y="3214"/>
                  </a:cubicBezTo>
                  <a:cubicBezTo>
                    <a:pt x="322" y="3027"/>
                    <a:pt x="233" y="2830"/>
                    <a:pt x="179" y="2616"/>
                  </a:cubicBezTo>
                  <a:cubicBezTo>
                    <a:pt x="72" y="2188"/>
                    <a:pt x="36" y="1750"/>
                    <a:pt x="54" y="1313"/>
                  </a:cubicBezTo>
                  <a:cubicBezTo>
                    <a:pt x="63" y="1099"/>
                    <a:pt x="90" y="885"/>
                    <a:pt x="126" y="670"/>
                  </a:cubicBezTo>
                  <a:cubicBezTo>
                    <a:pt x="160" y="455"/>
                    <a:pt x="219" y="257"/>
                    <a:pt x="295" y="67"/>
                  </a:cubicBezTo>
                  <a:lnTo>
                    <a:pt x="295" y="67"/>
                  </a:lnTo>
                  <a:cubicBezTo>
                    <a:pt x="688" y="252"/>
                    <a:pt x="1071" y="461"/>
                    <a:pt x="1429" y="688"/>
                  </a:cubicBezTo>
                  <a:cubicBezTo>
                    <a:pt x="1803" y="920"/>
                    <a:pt x="2152" y="1206"/>
                    <a:pt x="2455" y="1518"/>
                  </a:cubicBezTo>
                  <a:cubicBezTo>
                    <a:pt x="2607" y="1679"/>
                    <a:pt x="2732" y="1866"/>
                    <a:pt x="2812" y="2072"/>
                  </a:cubicBezTo>
                  <a:cubicBezTo>
                    <a:pt x="2892" y="2277"/>
                    <a:pt x="2928" y="2500"/>
                    <a:pt x="2937" y="2714"/>
                  </a:cubicBezTo>
                  <a:cubicBezTo>
                    <a:pt x="2937" y="2937"/>
                    <a:pt x="2866" y="3151"/>
                    <a:pt x="2732" y="3330"/>
                  </a:cubicBezTo>
                  <a:cubicBezTo>
                    <a:pt x="2589" y="3500"/>
                    <a:pt x="2401" y="3633"/>
                    <a:pt x="2196" y="3705"/>
                  </a:cubicBezTo>
                  <a:cubicBezTo>
                    <a:pt x="2410" y="3633"/>
                    <a:pt x="2589" y="3508"/>
                    <a:pt x="2741" y="3330"/>
                  </a:cubicBezTo>
                  <a:cubicBezTo>
                    <a:pt x="2874" y="3160"/>
                    <a:pt x="2946" y="2937"/>
                    <a:pt x="2946" y="2714"/>
                  </a:cubicBezTo>
                  <a:cubicBezTo>
                    <a:pt x="2946" y="2491"/>
                    <a:pt x="2910" y="2268"/>
                    <a:pt x="2830" y="2063"/>
                  </a:cubicBezTo>
                  <a:cubicBezTo>
                    <a:pt x="2749" y="1857"/>
                    <a:pt x="2625" y="1670"/>
                    <a:pt x="2482" y="1500"/>
                  </a:cubicBezTo>
                  <a:cubicBezTo>
                    <a:pt x="2169" y="1179"/>
                    <a:pt x="1830" y="893"/>
                    <a:pt x="1455" y="661"/>
                  </a:cubicBezTo>
                  <a:cubicBezTo>
                    <a:pt x="1081" y="411"/>
                    <a:pt x="697" y="197"/>
                    <a:pt x="295" y="10"/>
                  </a:cubicBezTo>
                  <a:lnTo>
                    <a:pt x="26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2" name="Google Shape;582;p6"/>
            <p:cNvSpPr/>
            <p:nvPr/>
          </p:nvSpPr>
          <p:spPr>
            <a:xfrm rot="5189938" flipH="1">
              <a:off x="968070" y="852267"/>
              <a:ext cx="122236" cy="210705"/>
            </a:xfrm>
            <a:custGeom>
              <a:avLst/>
              <a:gdLst/>
              <a:ahLst/>
              <a:cxnLst/>
              <a:rect l="l" t="t" r="r" b="b"/>
              <a:pathLst>
                <a:path w="1607" h="2770" extrusionOk="0">
                  <a:moveTo>
                    <a:pt x="928" y="1"/>
                  </a:moveTo>
                  <a:cubicBezTo>
                    <a:pt x="892" y="1"/>
                    <a:pt x="853" y="7"/>
                    <a:pt x="813" y="21"/>
                  </a:cubicBezTo>
                  <a:cubicBezTo>
                    <a:pt x="1" y="298"/>
                    <a:pt x="1277" y="2770"/>
                    <a:pt x="1277" y="2770"/>
                  </a:cubicBezTo>
                  <a:cubicBezTo>
                    <a:pt x="1514" y="2278"/>
                    <a:pt x="1607" y="1"/>
                    <a:pt x="92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3" name="Google Shape;583;p6"/>
            <p:cNvSpPr/>
            <p:nvPr/>
          </p:nvSpPr>
          <p:spPr>
            <a:xfrm rot="5189938" flipH="1">
              <a:off x="831030" y="1000467"/>
              <a:ext cx="219750" cy="66254"/>
            </a:xfrm>
            <a:custGeom>
              <a:avLst/>
              <a:gdLst/>
              <a:ahLst/>
              <a:cxnLst/>
              <a:rect l="l" t="t" r="r" b="b"/>
              <a:pathLst>
                <a:path w="2889" h="871" extrusionOk="0">
                  <a:moveTo>
                    <a:pt x="699" y="0"/>
                  </a:moveTo>
                  <a:cubicBezTo>
                    <a:pt x="405" y="0"/>
                    <a:pt x="183" y="80"/>
                    <a:pt x="122" y="297"/>
                  </a:cubicBezTo>
                  <a:cubicBezTo>
                    <a:pt x="0" y="727"/>
                    <a:pt x="626" y="870"/>
                    <a:pt x="1321" y="870"/>
                  </a:cubicBezTo>
                  <a:cubicBezTo>
                    <a:pt x="1956" y="870"/>
                    <a:pt x="2650" y="751"/>
                    <a:pt x="2889" y="619"/>
                  </a:cubicBezTo>
                  <a:cubicBezTo>
                    <a:pt x="2889" y="619"/>
                    <a:pt x="1517" y="0"/>
                    <a:pt x="69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4" name="Google Shape;584;p6"/>
            <p:cNvSpPr/>
            <p:nvPr/>
          </p:nvSpPr>
          <p:spPr>
            <a:xfrm rot="5189938" flipH="1">
              <a:off x="977314" y="969310"/>
              <a:ext cx="175253" cy="174878"/>
            </a:xfrm>
            <a:custGeom>
              <a:avLst/>
              <a:gdLst/>
              <a:ahLst/>
              <a:cxnLst/>
              <a:rect l="l" t="t" r="r" b="b"/>
              <a:pathLst>
                <a:path w="2304" h="2299" extrusionOk="0">
                  <a:moveTo>
                    <a:pt x="813" y="1"/>
                  </a:moveTo>
                  <a:cubicBezTo>
                    <a:pt x="730" y="1"/>
                    <a:pt x="651" y="35"/>
                    <a:pt x="581" y="112"/>
                  </a:cubicBezTo>
                  <a:cubicBezTo>
                    <a:pt x="1" y="737"/>
                    <a:pt x="2303" y="2299"/>
                    <a:pt x="2303" y="2299"/>
                  </a:cubicBezTo>
                  <a:cubicBezTo>
                    <a:pt x="2280" y="1797"/>
                    <a:pt x="1416" y="1"/>
                    <a:pt x="81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5" name="Google Shape;585;p6"/>
            <p:cNvSpPr/>
            <p:nvPr/>
          </p:nvSpPr>
          <p:spPr>
            <a:xfrm rot="5189938" flipH="1">
              <a:off x="888760" y="778229"/>
              <a:ext cx="122844" cy="210097"/>
            </a:xfrm>
            <a:custGeom>
              <a:avLst/>
              <a:gdLst/>
              <a:ahLst/>
              <a:cxnLst/>
              <a:rect l="l" t="t" r="r" b="b"/>
              <a:pathLst>
                <a:path w="1615" h="2762" extrusionOk="0">
                  <a:moveTo>
                    <a:pt x="933" y="0"/>
                  </a:moveTo>
                  <a:cubicBezTo>
                    <a:pt x="895" y="0"/>
                    <a:pt x="855" y="7"/>
                    <a:pt x="813" y="22"/>
                  </a:cubicBezTo>
                  <a:cubicBezTo>
                    <a:pt x="1" y="289"/>
                    <a:pt x="1286" y="2762"/>
                    <a:pt x="1286" y="2762"/>
                  </a:cubicBezTo>
                  <a:cubicBezTo>
                    <a:pt x="1515" y="2279"/>
                    <a:pt x="1615" y="0"/>
                    <a:pt x="93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6" name="Google Shape;586;p6"/>
            <p:cNvSpPr/>
            <p:nvPr/>
          </p:nvSpPr>
          <p:spPr>
            <a:xfrm rot="5189938" flipH="1">
              <a:off x="752228" y="925730"/>
              <a:ext cx="219750" cy="66254"/>
            </a:xfrm>
            <a:custGeom>
              <a:avLst/>
              <a:gdLst/>
              <a:ahLst/>
              <a:cxnLst/>
              <a:rect l="l" t="t" r="r" b="b"/>
              <a:pathLst>
                <a:path w="2889" h="871" extrusionOk="0">
                  <a:moveTo>
                    <a:pt x="691" y="1"/>
                  </a:moveTo>
                  <a:cubicBezTo>
                    <a:pt x="400" y="1"/>
                    <a:pt x="181" y="80"/>
                    <a:pt x="122" y="296"/>
                  </a:cubicBezTo>
                  <a:cubicBezTo>
                    <a:pt x="0" y="727"/>
                    <a:pt x="631" y="871"/>
                    <a:pt x="1331" y="871"/>
                  </a:cubicBezTo>
                  <a:cubicBezTo>
                    <a:pt x="1963" y="871"/>
                    <a:pt x="2651" y="753"/>
                    <a:pt x="2889" y="626"/>
                  </a:cubicBezTo>
                  <a:cubicBezTo>
                    <a:pt x="2889" y="626"/>
                    <a:pt x="1507" y="1"/>
                    <a:pt x="69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7" name="Google Shape;587;p6"/>
            <p:cNvSpPr/>
            <p:nvPr/>
          </p:nvSpPr>
          <p:spPr>
            <a:xfrm rot="5189938" flipH="1">
              <a:off x="808199" y="703885"/>
              <a:ext cx="130831" cy="206370"/>
            </a:xfrm>
            <a:custGeom>
              <a:avLst/>
              <a:gdLst/>
              <a:ahLst/>
              <a:cxnLst/>
              <a:rect l="l" t="t" r="r" b="b"/>
              <a:pathLst>
                <a:path w="1720" h="2713" extrusionOk="0">
                  <a:moveTo>
                    <a:pt x="913" y="1"/>
                  </a:moveTo>
                  <a:cubicBezTo>
                    <a:pt x="867" y="1"/>
                    <a:pt x="819" y="12"/>
                    <a:pt x="768" y="35"/>
                  </a:cubicBezTo>
                  <a:cubicBezTo>
                    <a:pt x="0" y="401"/>
                    <a:pt x="1544" y="2713"/>
                    <a:pt x="1544" y="2713"/>
                  </a:cubicBezTo>
                  <a:cubicBezTo>
                    <a:pt x="1719" y="2213"/>
                    <a:pt x="1560" y="1"/>
                    <a:pt x="91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 name="Google Shape;588;p6"/>
            <p:cNvSpPr/>
            <p:nvPr/>
          </p:nvSpPr>
          <p:spPr>
            <a:xfrm rot="5189938" flipH="1">
              <a:off x="661247" y="833924"/>
              <a:ext cx="216632" cy="63592"/>
            </a:xfrm>
            <a:custGeom>
              <a:avLst/>
              <a:gdLst/>
              <a:ahLst/>
              <a:cxnLst/>
              <a:rect l="l" t="t" r="r" b="b"/>
              <a:pathLst>
                <a:path w="2848" h="836" extrusionOk="0">
                  <a:moveTo>
                    <a:pt x="833" y="0"/>
                  </a:moveTo>
                  <a:cubicBezTo>
                    <a:pt x="424" y="0"/>
                    <a:pt x="102" y="93"/>
                    <a:pt x="54" y="371"/>
                  </a:cubicBezTo>
                  <a:cubicBezTo>
                    <a:pt x="0" y="715"/>
                    <a:pt x="372" y="835"/>
                    <a:pt x="864" y="835"/>
                  </a:cubicBezTo>
                  <a:cubicBezTo>
                    <a:pt x="1586" y="835"/>
                    <a:pt x="2567" y="576"/>
                    <a:pt x="2848" y="380"/>
                  </a:cubicBezTo>
                  <a:cubicBezTo>
                    <a:pt x="2848" y="380"/>
                    <a:pt x="1662" y="0"/>
                    <a:pt x="83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 name="Google Shape;589;p6"/>
            <p:cNvSpPr/>
            <p:nvPr/>
          </p:nvSpPr>
          <p:spPr>
            <a:xfrm rot="5189938" flipH="1">
              <a:off x="732579" y="623248"/>
              <a:ext cx="145283" cy="199676"/>
            </a:xfrm>
            <a:custGeom>
              <a:avLst/>
              <a:gdLst/>
              <a:ahLst/>
              <a:cxnLst/>
              <a:rect l="l" t="t" r="r" b="b"/>
              <a:pathLst>
                <a:path w="1910" h="2625" extrusionOk="0">
                  <a:moveTo>
                    <a:pt x="905" y="0"/>
                  </a:moveTo>
                  <a:cubicBezTo>
                    <a:pt x="850" y="0"/>
                    <a:pt x="792" y="17"/>
                    <a:pt x="732" y="54"/>
                  </a:cubicBezTo>
                  <a:cubicBezTo>
                    <a:pt x="0" y="500"/>
                    <a:pt x="1794" y="2624"/>
                    <a:pt x="1794" y="2624"/>
                  </a:cubicBezTo>
                  <a:cubicBezTo>
                    <a:pt x="1909" y="2116"/>
                    <a:pt x="1528" y="0"/>
                    <a:pt x="90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 name="Google Shape;590;p6"/>
            <p:cNvSpPr/>
            <p:nvPr/>
          </p:nvSpPr>
          <p:spPr>
            <a:xfrm rot="5189938" flipH="1">
              <a:off x="581602" y="735825"/>
              <a:ext cx="212296" cy="65494"/>
            </a:xfrm>
            <a:custGeom>
              <a:avLst/>
              <a:gdLst/>
              <a:ahLst/>
              <a:cxnLst/>
              <a:rect l="l" t="t" r="r" b="b"/>
              <a:pathLst>
                <a:path w="2791" h="861" extrusionOk="0">
                  <a:moveTo>
                    <a:pt x="1142" y="1"/>
                  </a:moveTo>
                  <a:cubicBezTo>
                    <a:pt x="556" y="1"/>
                    <a:pt x="35" y="106"/>
                    <a:pt x="15" y="477"/>
                  </a:cubicBezTo>
                  <a:cubicBezTo>
                    <a:pt x="1" y="757"/>
                    <a:pt x="251" y="860"/>
                    <a:pt x="610" y="860"/>
                  </a:cubicBezTo>
                  <a:cubicBezTo>
                    <a:pt x="1336" y="860"/>
                    <a:pt x="2504" y="433"/>
                    <a:pt x="2791" y="182"/>
                  </a:cubicBezTo>
                  <a:cubicBezTo>
                    <a:pt x="2791" y="182"/>
                    <a:pt x="1911" y="1"/>
                    <a:pt x="114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 name="Google Shape;591;p6"/>
            <p:cNvSpPr/>
            <p:nvPr/>
          </p:nvSpPr>
          <p:spPr>
            <a:xfrm rot="5189938" flipH="1">
              <a:off x="990798" y="949363"/>
              <a:ext cx="143990" cy="177008"/>
            </a:xfrm>
            <a:custGeom>
              <a:avLst/>
              <a:gdLst/>
              <a:ahLst/>
              <a:cxnLst/>
              <a:rect l="l" t="t" r="r" b="b"/>
              <a:pathLst>
                <a:path w="1893" h="2327" extrusionOk="0">
                  <a:moveTo>
                    <a:pt x="358" y="1"/>
                  </a:moveTo>
                  <a:cubicBezTo>
                    <a:pt x="333" y="1"/>
                    <a:pt x="309" y="3"/>
                    <a:pt x="286" y="6"/>
                  </a:cubicBezTo>
                  <a:cubicBezTo>
                    <a:pt x="303" y="4"/>
                    <a:pt x="321" y="3"/>
                    <a:pt x="338" y="3"/>
                  </a:cubicBezTo>
                  <a:cubicBezTo>
                    <a:pt x="387" y="3"/>
                    <a:pt x="437" y="11"/>
                    <a:pt x="483" y="24"/>
                  </a:cubicBezTo>
                  <a:cubicBezTo>
                    <a:pt x="443" y="7"/>
                    <a:pt x="400" y="1"/>
                    <a:pt x="358" y="1"/>
                  </a:cubicBezTo>
                  <a:close/>
                  <a:moveTo>
                    <a:pt x="483" y="24"/>
                  </a:moveTo>
                  <a:lnTo>
                    <a:pt x="483" y="24"/>
                  </a:lnTo>
                  <a:cubicBezTo>
                    <a:pt x="599" y="78"/>
                    <a:pt x="706" y="149"/>
                    <a:pt x="795" y="247"/>
                  </a:cubicBezTo>
                  <a:cubicBezTo>
                    <a:pt x="974" y="435"/>
                    <a:pt x="1125" y="649"/>
                    <a:pt x="1259" y="872"/>
                  </a:cubicBezTo>
                  <a:cubicBezTo>
                    <a:pt x="1393" y="1095"/>
                    <a:pt x="1509" y="1327"/>
                    <a:pt x="1607" y="1568"/>
                  </a:cubicBezTo>
                  <a:cubicBezTo>
                    <a:pt x="1661" y="1684"/>
                    <a:pt x="1714" y="1800"/>
                    <a:pt x="1750" y="1925"/>
                  </a:cubicBezTo>
                  <a:cubicBezTo>
                    <a:pt x="1788" y="2023"/>
                    <a:pt x="1813" y="2127"/>
                    <a:pt x="1830" y="2238"/>
                  </a:cubicBezTo>
                  <a:lnTo>
                    <a:pt x="1830" y="2238"/>
                  </a:lnTo>
                  <a:cubicBezTo>
                    <a:pt x="1643" y="2113"/>
                    <a:pt x="1456" y="1974"/>
                    <a:pt x="1277" y="1836"/>
                  </a:cubicBezTo>
                  <a:cubicBezTo>
                    <a:pt x="1081" y="1684"/>
                    <a:pt x="884" y="1524"/>
                    <a:pt x="706" y="1354"/>
                  </a:cubicBezTo>
                  <a:cubicBezTo>
                    <a:pt x="519" y="1184"/>
                    <a:pt x="349" y="997"/>
                    <a:pt x="206" y="792"/>
                  </a:cubicBezTo>
                  <a:cubicBezTo>
                    <a:pt x="135" y="694"/>
                    <a:pt x="81" y="577"/>
                    <a:pt x="46" y="461"/>
                  </a:cubicBezTo>
                  <a:cubicBezTo>
                    <a:pt x="10" y="337"/>
                    <a:pt x="46" y="203"/>
                    <a:pt x="126" y="113"/>
                  </a:cubicBezTo>
                  <a:lnTo>
                    <a:pt x="126" y="113"/>
                  </a:lnTo>
                  <a:cubicBezTo>
                    <a:pt x="37" y="212"/>
                    <a:pt x="1" y="345"/>
                    <a:pt x="46" y="479"/>
                  </a:cubicBezTo>
                  <a:cubicBezTo>
                    <a:pt x="72" y="595"/>
                    <a:pt x="126" y="711"/>
                    <a:pt x="197" y="810"/>
                  </a:cubicBezTo>
                  <a:cubicBezTo>
                    <a:pt x="340" y="1015"/>
                    <a:pt x="510" y="1202"/>
                    <a:pt x="688" y="1381"/>
                  </a:cubicBezTo>
                  <a:cubicBezTo>
                    <a:pt x="1045" y="1729"/>
                    <a:pt x="1438" y="2041"/>
                    <a:pt x="1857" y="2327"/>
                  </a:cubicBezTo>
                  <a:lnTo>
                    <a:pt x="1866" y="2327"/>
                  </a:lnTo>
                  <a:cubicBezTo>
                    <a:pt x="1884" y="2327"/>
                    <a:pt x="1893" y="2309"/>
                    <a:pt x="1893" y="2300"/>
                  </a:cubicBezTo>
                  <a:cubicBezTo>
                    <a:pt x="1875" y="2166"/>
                    <a:pt x="1848" y="2032"/>
                    <a:pt x="1804" y="1907"/>
                  </a:cubicBezTo>
                  <a:cubicBezTo>
                    <a:pt x="1759" y="1791"/>
                    <a:pt x="1706" y="1666"/>
                    <a:pt x="1652" y="1550"/>
                  </a:cubicBezTo>
                  <a:cubicBezTo>
                    <a:pt x="1545" y="1309"/>
                    <a:pt x="1420" y="1077"/>
                    <a:pt x="1286" y="863"/>
                  </a:cubicBezTo>
                  <a:cubicBezTo>
                    <a:pt x="1143" y="640"/>
                    <a:pt x="983" y="435"/>
                    <a:pt x="804" y="247"/>
                  </a:cubicBezTo>
                  <a:cubicBezTo>
                    <a:pt x="715" y="149"/>
                    <a:pt x="599" y="69"/>
                    <a:pt x="483" y="24"/>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2" name="Google Shape;592;p6"/>
            <p:cNvSpPr/>
            <p:nvPr/>
          </p:nvSpPr>
          <p:spPr>
            <a:xfrm rot="5189938" flipH="1">
              <a:off x="991589" y="835964"/>
              <a:ext cx="71348" cy="212835"/>
            </a:xfrm>
            <a:custGeom>
              <a:avLst/>
              <a:gdLst/>
              <a:ahLst/>
              <a:cxnLst/>
              <a:rect l="l" t="t" r="r" b="b"/>
              <a:pathLst>
                <a:path w="938" h="2798" extrusionOk="0">
                  <a:moveTo>
                    <a:pt x="350" y="5"/>
                  </a:moveTo>
                  <a:cubicBezTo>
                    <a:pt x="325" y="8"/>
                    <a:pt x="301" y="13"/>
                    <a:pt x="277" y="22"/>
                  </a:cubicBezTo>
                  <a:cubicBezTo>
                    <a:pt x="299" y="15"/>
                    <a:pt x="324" y="9"/>
                    <a:pt x="350" y="5"/>
                  </a:cubicBezTo>
                  <a:close/>
                  <a:moveTo>
                    <a:pt x="413" y="1"/>
                  </a:moveTo>
                  <a:cubicBezTo>
                    <a:pt x="392" y="1"/>
                    <a:pt x="370" y="2"/>
                    <a:pt x="350" y="5"/>
                  </a:cubicBezTo>
                  <a:lnTo>
                    <a:pt x="350" y="5"/>
                  </a:lnTo>
                  <a:cubicBezTo>
                    <a:pt x="362" y="4"/>
                    <a:pt x="373" y="3"/>
                    <a:pt x="385" y="3"/>
                  </a:cubicBezTo>
                  <a:cubicBezTo>
                    <a:pt x="477" y="3"/>
                    <a:pt x="567" y="43"/>
                    <a:pt x="625" y="120"/>
                  </a:cubicBezTo>
                  <a:cubicBezTo>
                    <a:pt x="656" y="159"/>
                    <a:pt x="685" y="200"/>
                    <a:pt x="711" y="244"/>
                  </a:cubicBezTo>
                  <a:lnTo>
                    <a:pt x="711" y="244"/>
                  </a:lnTo>
                  <a:cubicBezTo>
                    <a:pt x="686" y="196"/>
                    <a:pt x="658" y="151"/>
                    <a:pt x="625" y="111"/>
                  </a:cubicBezTo>
                  <a:cubicBezTo>
                    <a:pt x="580" y="66"/>
                    <a:pt x="527" y="22"/>
                    <a:pt x="464" y="4"/>
                  </a:cubicBezTo>
                  <a:cubicBezTo>
                    <a:pt x="447" y="2"/>
                    <a:pt x="430" y="1"/>
                    <a:pt x="413" y="1"/>
                  </a:cubicBezTo>
                  <a:close/>
                  <a:moveTo>
                    <a:pt x="276" y="22"/>
                  </a:moveTo>
                  <a:cubicBezTo>
                    <a:pt x="152" y="67"/>
                    <a:pt x="63" y="165"/>
                    <a:pt x="36" y="290"/>
                  </a:cubicBezTo>
                  <a:cubicBezTo>
                    <a:pt x="71" y="165"/>
                    <a:pt x="152" y="67"/>
                    <a:pt x="276" y="22"/>
                  </a:cubicBezTo>
                  <a:close/>
                  <a:moveTo>
                    <a:pt x="711" y="244"/>
                  </a:moveTo>
                  <a:cubicBezTo>
                    <a:pt x="746" y="312"/>
                    <a:pt x="773" y="386"/>
                    <a:pt x="794" y="459"/>
                  </a:cubicBezTo>
                  <a:cubicBezTo>
                    <a:pt x="857" y="709"/>
                    <a:pt x="893" y="968"/>
                    <a:pt x="902" y="1227"/>
                  </a:cubicBezTo>
                  <a:cubicBezTo>
                    <a:pt x="902" y="1486"/>
                    <a:pt x="893" y="1744"/>
                    <a:pt x="875" y="2003"/>
                  </a:cubicBezTo>
                  <a:cubicBezTo>
                    <a:pt x="857" y="2128"/>
                    <a:pt x="848" y="2262"/>
                    <a:pt x="821" y="2387"/>
                  </a:cubicBezTo>
                  <a:cubicBezTo>
                    <a:pt x="806" y="2494"/>
                    <a:pt x="777" y="2602"/>
                    <a:pt x="741" y="2703"/>
                  </a:cubicBezTo>
                  <a:lnTo>
                    <a:pt x="741" y="2703"/>
                  </a:lnTo>
                  <a:cubicBezTo>
                    <a:pt x="637" y="2503"/>
                    <a:pt x="546" y="2290"/>
                    <a:pt x="455" y="2084"/>
                  </a:cubicBezTo>
                  <a:cubicBezTo>
                    <a:pt x="348" y="1851"/>
                    <a:pt x="259" y="1619"/>
                    <a:pt x="179" y="1387"/>
                  </a:cubicBezTo>
                  <a:cubicBezTo>
                    <a:pt x="98" y="1155"/>
                    <a:pt x="45" y="905"/>
                    <a:pt x="18" y="664"/>
                  </a:cubicBezTo>
                  <a:cubicBezTo>
                    <a:pt x="0" y="541"/>
                    <a:pt x="9" y="418"/>
                    <a:pt x="35" y="294"/>
                  </a:cubicBezTo>
                  <a:lnTo>
                    <a:pt x="35" y="294"/>
                  </a:lnTo>
                  <a:cubicBezTo>
                    <a:pt x="9" y="418"/>
                    <a:pt x="0" y="541"/>
                    <a:pt x="9" y="664"/>
                  </a:cubicBezTo>
                  <a:cubicBezTo>
                    <a:pt x="36" y="914"/>
                    <a:pt x="89" y="1155"/>
                    <a:pt x="161" y="1396"/>
                  </a:cubicBezTo>
                  <a:cubicBezTo>
                    <a:pt x="312" y="1869"/>
                    <a:pt x="491" y="2333"/>
                    <a:pt x="723" y="2780"/>
                  </a:cubicBezTo>
                  <a:cubicBezTo>
                    <a:pt x="723" y="2789"/>
                    <a:pt x="732" y="2789"/>
                    <a:pt x="732" y="2798"/>
                  </a:cubicBezTo>
                  <a:cubicBezTo>
                    <a:pt x="750" y="2798"/>
                    <a:pt x="759" y="2798"/>
                    <a:pt x="768" y="2780"/>
                  </a:cubicBezTo>
                  <a:cubicBezTo>
                    <a:pt x="812" y="2664"/>
                    <a:pt x="848" y="2530"/>
                    <a:pt x="866" y="2405"/>
                  </a:cubicBezTo>
                  <a:cubicBezTo>
                    <a:pt x="893" y="2271"/>
                    <a:pt x="902" y="2146"/>
                    <a:pt x="919" y="2012"/>
                  </a:cubicBezTo>
                  <a:cubicBezTo>
                    <a:pt x="937" y="1753"/>
                    <a:pt x="937" y="1494"/>
                    <a:pt x="928" y="1236"/>
                  </a:cubicBezTo>
                  <a:cubicBezTo>
                    <a:pt x="910" y="968"/>
                    <a:pt x="875" y="709"/>
                    <a:pt x="803" y="459"/>
                  </a:cubicBezTo>
                  <a:cubicBezTo>
                    <a:pt x="782" y="383"/>
                    <a:pt x="750" y="311"/>
                    <a:pt x="711" y="244"/>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3" name="Google Shape;593;p6"/>
            <p:cNvSpPr/>
            <p:nvPr/>
          </p:nvSpPr>
          <p:spPr>
            <a:xfrm rot="5189938" flipH="1">
              <a:off x="834083" y="995852"/>
              <a:ext cx="213893" cy="69601"/>
            </a:xfrm>
            <a:custGeom>
              <a:avLst/>
              <a:gdLst/>
              <a:ahLst/>
              <a:cxnLst/>
              <a:rect l="l" t="t" r="r" b="b"/>
              <a:pathLst>
                <a:path w="2812" h="915" extrusionOk="0">
                  <a:moveTo>
                    <a:pt x="573" y="0"/>
                  </a:moveTo>
                  <a:cubicBezTo>
                    <a:pt x="459" y="0"/>
                    <a:pt x="350" y="26"/>
                    <a:pt x="241" y="64"/>
                  </a:cubicBezTo>
                  <a:cubicBezTo>
                    <a:pt x="116" y="118"/>
                    <a:pt x="27" y="243"/>
                    <a:pt x="9" y="377"/>
                  </a:cubicBezTo>
                  <a:cubicBezTo>
                    <a:pt x="0" y="448"/>
                    <a:pt x="18" y="520"/>
                    <a:pt x="45" y="582"/>
                  </a:cubicBezTo>
                  <a:cubicBezTo>
                    <a:pt x="80" y="636"/>
                    <a:pt x="134" y="680"/>
                    <a:pt x="188" y="716"/>
                  </a:cubicBezTo>
                  <a:cubicBezTo>
                    <a:pt x="304" y="787"/>
                    <a:pt x="429" y="832"/>
                    <a:pt x="553" y="859"/>
                  </a:cubicBezTo>
                  <a:cubicBezTo>
                    <a:pt x="762" y="896"/>
                    <a:pt x="976" y="915"/>
                    <a:pt x="1192" y="915"/>
                  </a:cubicBezTo>
                  <a:cubicBezTo>
                    <a:pt x="1235" y="915"/>
                    <a:pt x="1278" y="914"/>
                    <a:pt x="1321" y="912"/>
                  </a:cubicBezTo>
                  <a:cubicBezTo>
                    <a:pt x="1571" y="903"/>
                    <a:pt x="1830" y="886"/>
                    <a:pt x="2080" y="850"/>
                  </a:cubicBezTo>
                  <a:cubicBezTo>
                    <a:pt x="2330" y="814"/>
                    <a:pt x="2579" y="752"/>
                    <a:pt x="2812" y="645"/>
                  </a:cubicBezTo>
                  <a:lnTo>
                    <a:pt x="2812" y="645"/>
                  </a:lnTo>
                  <a:cubicBezTo>
                    <a:pt x="2579" y="734"/>
                    <a:pt x="2330" y="796"/>
                    <a:pt x="2080" y="814"/>
                  </a:cubicBezTo>
                  <a:cubicBezTo>
                    <a:pt x="1821" y="850"/>
                    <a:pt x="1571" y="868"/>
                    <a:pt x="1321" y="868"/>
                  </a:cubicBezTo>
                  <a:cubicBezTo>
                    <a:pt x="1062" y="868"/>
                    <a:pt x="812" y="850"/>
                    <a:pt x="562" y="805"/>
                  </a:cubicBezTo>
                  <a:cubicBezTo>
                    <a:pt x="437" y="778"/>
                    <a:pt x="321" y="734"/>
                    <a:pt x="214" y="671"/>
                  </a:cubicBezTo>
                  <a:cubicBezTo>
                    <a:pt x="107" y="618"/>
                    <a:pt x="45" y="502"/>
                    <a:pt x="63" y="377"/>
                  </a:cubicBezTo>
                  <a:cubicBezTo>
                    <a:pt x="72" y="261"/>
                    <a:pt x="152" y="154"/>
                    <a:pt x="259" y="109"/>
                  </a:cubicBezTo>
                  <a:cubicBezTo>
                    <a:pt x="356" y="64"/>
                    <a:pt x="460" y="44"/>
                    <a:pt x="564" y="44"/>
                  </a:cubicBezTo>
                  <a:cubicBezTo>
                    <a:pt x="584" y="44"/>
                    <a:pt x="605" y="45"/>
                    <a:pt x="625" y="47"/>
                  </a:cubicBezTo>
                  <a:cubicBezTo>
                    <a:pt x="875" y="47"/>
                    <a:pt x="1125" y="91"/>
                    <a:pt x="1375" y="154"/>
                  </a:cubicBezTo>
                  <a:cubicBezTo>
                    <a:pt x="1616" y="216"/>
                    <a:pt x="1857" y="297"/>
                    <a:pt x="2098" y="377"/>
                  </a:cubicBezTo>
                  <a:cubicBezTo>
                    <a:pt x="2338" y="457"/>
                    <a:pt x="2579" y="546"/>
                    <a:pt x="2812" y="645"/>
                  </a:cubicBezTo>
                  <a:cubicBezTo>
                    <a:pt x="2356" y="430"/>
                    <a:pt x="1874" y="252"/>
                    <a:pt x="1384" y="118"/>
                  </a:cubicBezTo>
                  <a:cubicBezTo>
                    <a:pt x="1134" y="47"/>
                    <a:pt x="884" y="11"/>
                    <a:pt x="625" y="2"/>
                  </a:cubicBezTo>
                  <a:cubicBezTo>
                    <a:pt x="608" y="1"/>
                    <a:pt x="590" y="0"/>
                    <a:pt x="57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 name="Google Shape;594;p6"/>
            <p:cNvSpPr/>
            <p:nvPr/>
          </p:nvSpPr>
          <p:spPr>
            <a:xfrm rot="5189938" flipH="1">
              <a:off x="913286" y="762828"/>
              <a:ext cx="74087" cy="212151"/>
            </a:xfrm>
            <a:custGeom>
              <a:avLst/>
              <a:gdLst/>
              <a:ahLst/>
              <a:cxnLst/>
              <a:rect l="l" t="t" r="r" b="b"/>
              <a:pathLst>
                <a:path w="974" h="2789" extrusionOk="0">
                  <a:moveTo>
                    <a:pt x="411" y="1"/>
                  </a:moveTo>
                  <a:cubicBezTo>
                    <a:pt x="393" y="1"/>
                    <a:pt x="375" y="2"/>
                    <a:pt x="358" y="4"/>
                  </a:cubicBezTo>
                  <a:cubicBezTo>
                    <a:pt x="224" y="31"/>
                    <a:pt x="108" y="120"/>
                    <a:pt x="63" y="254"/>
                  </a:cubicBezTo>
                  <a:cubicBezTo>
                    <a:pt x="18" y="379"/>
                    <a:pt x="1" y="504"/>
                    <a:pt x="18" y="638"/>
                  </a:cubicBezTo>
                  <a:cubicBezTo>
                    <a:pt x="36" y="896"/>
                    <a:pt x="90" y="1146"/>
                    <a:pt x="170" y="1387"/>
                  </a:cubicBezTo>
                  <a:cubicBezTo>
                    <a:pt x="331" y="1869"/>
                    <a:pt x="536" y="2342"/>
                    <a:pt x="777" y="2789"/>
                  </a:cubicBezTo>
                  <a:cubicBezTo>
                    <a:pt x="661" y="2565"/>
                    <a:pt x="563" y="2333"/>
                    <a:pt x="465" y="2101"/>
                  </a:cubicBezTo>
                  <a:cubicBezTo>
                    <a:pt x="375" y="1860"/>
                    <a:pt x="286" y="1628"/>
                    <a:pt x="215" y="1378"/>
                  </a:cubicBezTo>
                  <a:cubicBezTo>
                    <a:pt x="134" y="1137"/>
                    <a:pt x="81" y="896"/>
                    <a:pt x="63" y="638"/>
                  </a:cubicBezTo>
                  <a:cubicBezTo>
                    <a:pt x="54" y="522"/>
                    <a:pt x="72" y="397"/>
                    <a:pt x="108" y="281"/>
                  </a:cubicBezTo>
                  <a:cubicBezTo>
                    <a:pt x="152" y="165"/>
                    <a:pt x="251" y="84"/>
                    <a:pt x="367" y="58"/>
                  </a:cubicBezTo>
                  <a:cubicBezTo>
                    <a:pt x="382" y="55"/>
                    <a:pt x="398" y="54"/>
                    <a:pt x="414" y="54"/>
                  </a:cubicBezTo>
                  <a:cubicBezTo>
                    <a:pt x="520" y="54"/>
                    <a:pt x="615" y="107"/>
                    <a:pt x="670" y="200"/>
                  </a:cubicBezTo>
                  <a:cubicBezTo>
                    <a:pt x="741" y="307"/>
                    <a:pt x="786" y="415"/>
                    <a:pt x="822" y="539"/>
                  </a:cubicBezTo>
                  <a:cubicBezTo>
                    <a:pt x="875" y="780"/>
                    <a:pt x="911" y="1030"/>
                    <a:pt x="920" y="1289"/>
                  </a:cubicBezTo>
                  <a:cubicBezTo>
                    <a:pt x="938" y="1539"/>
                    <a:pt x="929" y="1789"/>
                    <a:pt x="911" y="2048"/>
                  </a:cubicBezTo>
                  <a:cubicBezTo>
                    <a:pt x="902" y="2298"/>
                    <a:pt x="857" y="2548"/>
                    <a:pt x="777" y="2789"/>
                  </a:cubicBezTo>
                  <a:cubicBezTo>
                    <a:pt x="866" y="2557"/>
                    <a:pt x="920" y="2307"/>
                    <a:pt x="938" y="2048"/>
                  </a:cubicBezTo>
                  <a:cubicBezTo>
                    <a:pt x="965" y="1798"/>
                    <a:pt x="973" y="1539"/>
                    <a:pt x="965" y="1280"/>
                  </a:cubicBezTo>
                  <a:cubicBezTo>
                    <a:pt x="956" y="1030"/>
                    <a:pt x="929" y="772"/>
                    <a:pt x="866" y="522"/>
                  </a:cubicBezTo>
                  <a:cubicBezTo>
                    <a:pt x="831" y="397"/>
                    <a:pt x="786" y="281"/>
                    <a:pt x="715" y="165"/>
                  </a:cubicBezTo>
                  <a:cubicBezTo>
                    <a:pt x="670" y="111"/>
                    <a:pt x="625" y="66"/>
                    <a:pt x="563" y="31"/>
                  </a:cubicBezTo>
                  <a:cubicBezTo>
                    <a:pt x="516" y="11"/>
                    <a:pt x="464" y="1"/>
                    <a:pt x="41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 name="Google Shape;595;p6"/>
            <p:cNvSpPr/>
            <p:nvPr/>
          </p:nvSpPr>
          <p:spPr>
            <a:xfrm rot="5189938" flipH="1">
              <a:off x="754694" y="921207"/>
              <a:ext cx="214578" cy="70134"/>
            </a:xfrm>
            <a:custGeom>
              <a:avLst/>
              <a:gdLst/>
              <a:ahLst/>
              <a:cxnLst/>
              <a:rect l="l" t="t" r="r" b="b"/>
              <a:pathLst>
                <a:path w="2821" h="922" extrusionOk="0">
                  <a:moveTo>
                    <a:pt x="625" y="1"/>
                  </a:moveTo>
                  <a:cubicBezTo>
                    <a:pt x="500" y="1"/>
                    <a:pt x="366" y="19"/>
                    <a:pt x="241" y="72"/>
                  </a:cubicBezTo>
                  <a:cubicBezTo>
                    <a:pt x="116" y="126"/>
                    <a:pt x="27" y="242"/>
                    <a:pt x="9" y="385"/>
                  </a:cubicBezTo>
                  <a:cubicBezTo>
                    <a:pt x="0" y="447"/>
                    <a:pt x="18" y="518"/>
                    <a:pt x="54" y="581"/>
                  </a:cubicBezTo>
                  <a:cubicBezTo>
                    <a:pt x="90" y="643"/>
                    <a:pt x="134" y="688"/>
                    <a:pt x="197" y="724"/>
                  </a:cubicBezTo>
                  <a:cubicBezTo>
                    <a:pt x="304" y="786"/>
                    <a:pt x="429" y="831"/>
                    <a:pt x="554" y="858"/>
                  </a:cubicBezTo>
                  <a:cubicBezTo>
                    <a:pt x="779" y="896"/>
                    <a:pt x="998" y="922"/>
                    <a:pt x="1221" y="922"/>
                  </a:cubicBezTo>
                  <a:cubicBezTo>
                    <a:pt x="1255" y="922"/>
                    <a:pt x="1288" y="921"/>
                    <a:pt x="1321" y="920"/>
                  </a:cubicBezTo>
                  <a:cubicBezTo>
                    <a:pt x="1580" y="911"/>
                    <a:pt x="1830" y="893"/>
                    <a:pt x="2080" y="849"/>
                  </a:cubicBezTo>
                  <a:cubicBezTo>
                    <a:pt x="2339" y="822"/>
                    <a:pt x="2580" y="751"/>
                    <a:pt x="2821" y="652"/>
                  </a:cubicBezTo>
                  <a:lnTo>
                    <a:pt x="2821" y="652"/>
                  </a:lnTo>
                  <a:cubicBezTo>
                    <a:pt x="2580" y="742"/>
                    <a:pt x="2330" y="795"/>
                    <a:pt x="2080" y="822"/>
                  </a:cubicBezTo>
                  <a:cubicBezTo>
                    <a:pt x="1830" y="849"/>
                    <a:pt x="1571" y="867"/>
                    <a:pt x="1321" y="867"/>
                  </a:cubicBezTo>
                  <a:cubicBezTo>
                    <a:pt x="1289" y="868"/>
                    <a:pt x="1257" y="868"/>
                    <a:pt x="1224" y="868"/>
                  </a:cubicBezTo>
                  <a:cubicBezTo>
                    <a:pt x="1005" y="868"/>
                    <a:pt x="781" y="843"/>
                    <a:pt x="572" y="804"/>
                  </a:cubicBezTo>
                  <a:cubicBezTo>
                    <a:pt x="447" y="777"/>
                    <a:pt x="331" y="733"/>
                    <a:pt x="224" y="670"/>
                  </a:cubicBezTo>
                  <a:cubicBezTo>
                    <a:pt x="116" y="617"/>
                    <a:pt x="54" y="501"/>
                    <a:pt x="63" y="385"/>
                  </a:cubicBezTo>
                  <a:cubicBezTo>
                    <a:pt x="81" y="260"/>
                    <a:pt x="152" y="153"/>
                    <a:pt x="268" y="108"/>
                  </a:cubicBezTo>
                  <a:cubicBezTo>
                    <a:pt x="369" y="69"/>
                    <a:pt x="470" y="44"/>
                    <a:pt x="577" y="44"/>
                  </a:cubicBezTo>
                  <a:cubicBezTo>
                    <a:pt x="593" y="44"/>
                    <a:pt x="609" y="44"/>
                    <a:pt x="625" y="45"/>
                  </a:cubicBezTo>
                  <a:cubicBezTo>
                    <a:pt x="884" y="54"/>
                    <a:pt x="1134" y="90"/>
                    <a:pt x="1375" y="161"/>
                  </a:cubicBezTo>
                  <a:cubicBezTo>
                    <a:pt x="1625" y="224"/>
                    <a:pt x="1866" y="295"/>
                    <a:pt x="2107" y="385"/>
                  </a:cubicBezTo>
                  <a:cubicBezTo>
                    <a:pt x="2348" y="465"/>
                    <a:pt x="2580" y="554"/>
                    <a:pt x="2821" y="652"/>
                  </a:cubicBezTo>
                  <a:cubicBezTo>
                    <a:pt x="2357" y="438"/>
                    <a:pt x="1875" y="260"/>
                    <a:pt x="1384" y="126"/>
                  </a:cubicBezTo>
                  <a:cubicBezTo>
                    <a:pt x="1143" y="54"/>
                    <a:pt x="884" y="10"/>
                    <a:pt x="62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 name="Google Shape;596;p6"/>
            <p:cNvSpPr/>
            <p:nvPr/>
          </p:nvSpPr>
          <p:spPr>
            <a:xfrm rot="5189938" flipH="1">
              <a:off x="831039" y="686558"/>
              <a:ext cx="84888" cy="208119"/>
            </a:xfrm>
            <a:custGeom>
              <a:avLst/>
              <a:gdLst/>
              <a:ahLst/>
              <a:cxnLst/>
              <a:rect l="l" t="t" r="r" b="b"/>
              <a:pathLst>
                <a:path w="1116" h="2736" extrusionOk="0">
                  <a:moveTo>
                    <a:pt x="402" y="0"/>
                  </a:moveTo>
                  <a:cubicBezTo>
                    <a:pt x="368" y="0"/>
                    <a:pt x="335" y="5"/>
                    <a:pt x="304" y="14"/>
                  </a:cubicBezTo>
                  <a:cubicBezTo>
                    <a:pt x="170" y="58"/>
                    <a:pt x="63" y="165"/>
                    <a:pt x="36" y="299"/>
                  </a:cubicBezTo>
                  <a:cubicBezTo>
                    <a:pt x="0" y="424"/>
                    <a:pt x="0" y="558"/>
                    <a:pt x="36" y="683"/>
                  </a:cubicBezTo>
                  <a:cubicBezTo>
                    <a:pt x="80" y="942"/>
                    <a:pt x="161" y="1183"/>
                    <a:pt x="277" y="1415"/>
                  </a:cubicBezTo>
                  <a:cubicBezTo>
                    <a:pt x="482" y="1879"/>
                    <a:pt x="741" y="2316"/>
                    <a:pt x="1026" y="2736"/>
                  </a:cubicBezTo>
                  <a:cubicBezTo>
                    <a:pt x="893" y="2522"/>
                    <a:pt x="768" y="2299"/>
                    <a:pt x="652" y="2075"/>
                  </a:cubicBezTo>
                  <a:cubicBezTo>
                    <a:pt x="527" y="1852"/>
                    <a:pt x="411" y="1629"/>
                    <a:pt x="312" y="1388"/>
                  </a:cubicBezTo>
                  <a:cubicBezTo>
                    <a:pt x="205" y="1165"/>
                    <a:pt x="134" y="924"/>
                    <a:pt x="80" y="674"/>
                  </a:cubicBezTo>
                  <a:cubicBezTo>
                    <a:pt x="54" y="549"/>
                    <a:pt x="54" y="424"/>
                    <a:pt x="80" y="308"/>
                  </a:cubicBezTo>
                  <a:cubicBezTo>
                    <a:pt x="107" y="183"/>
                    <a:pt x="196" y="94"/>
                    <a:pt x="321" y="58"/>
                  </a:cubicBezTo>
                  <a:cubicBezTo>
                    <a:pt x="344" y="53"/>
                    <a:pt x="366" y="51"/>
                    <a:pt x="389" y="51"/>
                  </a:cubicBezTo>
                  <a:cubicBezTo>
                    <a:pt x="483" y="51"/>
                    <a:pt x="576" y="95"/>
                    <a:pt x="634" y="174"/>
                  </a:cubicBezTo>
                  <a:cubicBezTo>
                    <a:pt x="714" y="273"/>
                    <a:pt x="777" y="380"/>
                    <a:pt x="821" y="496"/>
                  </a:cubicBezTo>
                  <a:cubicBezTo>
                    <a:pt x="901" y="728"/>
                    <a:pt x="973" y="978"/>
                    <a:pt x="1009" y="1228"/>
                  </a:cubicBezTo>
                  <a:cubicBezTo>
                    <a:pt x="1044" y="1477"/>
                    <a:pt x="1071" y="1727"/>
                    <a:pt x="1080" y="1986"/>
                  </a:cubicBezTo>
                  <a:cubicBezTo>
                    <a:pt x="1098" y="2236"/>
                    <a:pt x="1080" y="2486"/>
                    <a:pt x="1026" y="2736"/>
                  </a:cubicBezTo>
                  <a:cubicBezTo>
                    <a:pt x="1089" y="2486"/>
                    <a:pt x="1116" y="2227"/>
                    <a:pt x="1107" y="1968"/>
                  </a:cubicBezTo>
                  <a:cubicBezTo>
                    <a:pt x="1098" y="1718"/>
                    <a:pt x="1080" y="1460"/>
                    <a:pt x="1044" y="1210"/>
                  </a:cubicBezTo>
                  <a:cubicBezTo>
                    <a:pt x="1009" y="951"/>
                    <a:pt x="946" y="701"/>
                    <a:pt x="857" y="460"/>
                  </a:cubicBezTo>
                  <a:cubicBezTo>
                    <a:pt x="812" y="344"/>
                    <a:pt x="750" y="228"/>
                    <a:pt x="669" y="130"/>
                  </a:cubicBezTo>
                  <a:cubicBezTo>
                    <a:pt x="625" y="76"/>
                    <a:pt x="562" y="41"/>
                    <a:pt x="500" y="14"/>
                  </a:cubicBezTo>
                  <a:cubicBezTo>
                    <a:pt x="469" y="5"/>
                    <a:pt x="435" y="0"/>
                    <a:pt x="40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7" name="Google Shape;597;p6"/>
            <p:cNvSpPr/>
            <p:nvPr/>
          </p:nvSpPr>
          <p:spPr>
            <a:xfrm rot="5189938" flipH="1">
              <a:off x="662401" y="831404"/>
              <a:ext cx="214578" cy="66559"/>
            </a:xfrm>
            <a:custGeom>
              <a:avLst/>
              <a:gdLst/>
              <a:ahLst/>
              <a:cxnLst/>
              <a:rect l="l" t="t" r="r" b="b"/>
              <a:pathLst>
                <a:path w="2821" h="875" extrusionOk="0">
                  <a:moveTo>
                    <a:pt x="824" y="0"/>
                  </a:moveTo>
                  <a:cubicBezTo>
                    <a:pt x="739" y="0"/>
                    <a:pt x="655" y="3"/>
                    <a:pt x="572" y="9"/>
                  </a:cubicBezTo>
                  <a:cubicBezTo>
                    <a:pt x="438" y="18"/>
                    <a:pt x="313" y="54"/>
                    <a:pt x="197" y="116"/>
                  </a:cubicBezTo>
                  <a:cubicBezTo>
                    <a:pt x="72" y="188"/>
                    <a:pt x="1" y="312"/>
                    <a:pt x="1" y="455"/>
                  </a:cubicBezTo>
                  <a:cubicBezTo>
                    <a:pt x="1" y="527"/>
                    <a:pt x="19" y="589"/>
                    <a:pt x="63" y="652"/>
                  </a:cubicBezTo>
                  <a:cubicBezTo>
                    <a:pt x="99" y="705"/>
                    <a:pt x="152" y="741"/>
                    <a:pt x="215" y="777"/>
                  </a:cubicBezTo>
                  <a:cubicBezTo>
                    <a:pt x="340" y="821"/>
                    <a:pt x="465" y="857"/>
                    <a:pt x="599" y="866"/>
                  </a:cubicBezTo>
                  <a:cubicBezTo>
                    <a:pt x="682" y="872"/>
                    <a:pt x="766" y="875"/>
                    <a:pt x="851" y="875"/>
                  </a:cubicBezTo>
                  <a:cubicBezTo>
                    <a:pt x="1020" y="875"/>
                    <a:pt x="1191" y="863"/>
                    <a:pt x="1357" y="839"/>
                  </a:cubicBezTo>
                  <a:cubicBezTo>
                    <a:pt x="1616" y="803"/>
                    <a:pt x="1866" y="750"/>
                    <a:pt x="2107" y="687"/>
                  </a:cubicBezTo>
                  <a:cubicBezTo>
                    <a:pt x="2357" y="625"/>
                    <a:pt x="2598" y="527"/>
                    <a:pt x="2821" y="402"/>
                  </a:cubicBezTo>
                  <a:lnTo>
                    <a:pt x="2821" y="402"/>
                  </a:lnTo>
                  <a:cubicBezTo>
                    <a:pt x="2589" y="527"/>
                    <a:pt x="2357" y="607"/>
                    <a:pt x="2107" y="661"/>
                  </a:cubicBezTo>
                  <a:cubicBezTo>
                    <a:pt x="1857" y="723"/>
                    <a:pt x="1607" y="768"/>
                    <a:pt x="1357" y="794"/>
                  </a:cubicBezTo>
                  <a:cubicBezTo>
                    <a:pt x="1191" y="818"/>
                    <a:pt x="1020" y="830"/>
                    <a:pt x="851" y="830"/>
                  </a:cubicBezTo>
                  <a:cubicBezTo>
                    <a:pt x="766" y="830"/>
                    <a:pt x="682" y="827"/>
                    <a:pt x="599" y="821"/>
                  </a:cubicBezTo>
                  <a:cubicBezTo>
                    <a:pt x="474" y="812"/>
                    <a:pt x="358" y="777"/>
                    <a:pt x="242" y="732"/>
                  </a:cubicBezTo>
                  <a:cubicBezTo>
                    <a:pt x="126" y="687"/>
                    <a:pt x="54" y="571"/>
                    <a:pt x="54" y="455"/>
                  </a:cubicBezTo>
                  <a:cubicBezTo>
                    <a:pt x="54" y="330"/>
                    <a:pt x="117" y="223"/>
                    <a:pt x="224" y="161"/>
                  </a:cubicBezTo>
                  <a:cubicBezTo>
                    <a:pt x="331" y="98"/>
                    <a:pt x="447" y="63"/>
                    <a:pt x="572" y="54"/>
                  </a:cubicBezTo>
                  <a:cubicBezTo>
                    <a:pt x="655" y="48"/>
                    <a:pt x="739" y="45"/>
                    <a:pt x="824" y="45"/>
                  </a:cubicBezTo>
                  <a:cubicBezTo>
                    <a:pt x="993" y="45"/>
                    <a:pt x="1164" y="57"/>
                    <a:pt x="1331" y="80"/>
                  </a:cubicBezTo>
                  <a:cubicBezTo>
                    <a:pt x="1580" y="116"/>
                    <a:pt x="1830" y="161"/>
                    <a:pt x="2080" y="214"/>
                  </a:cubicBezTo>
                  <a:cubicBezTo>
                    <a:pt x="2330" y="268"/>
                    <a:pt x="2571" y="330"/>
                    <a:pt x="2821" y="402"/>
                  </a:cubicBezTo>
                  <a:cubicBezTo>
                    <a:pt x="2339" y="241"/>
                    <a:pt x="1839" y="116"/>
                    <a:pt x="1339" y="36"/>
                  </a:cubicBezTo>
                  <a:cubicBezTo>
                    <a:pt x="1167" y="12"/>
                    <a:pt x="994" y="0"/>
                    <a:pt x="82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8" name="Google Shape;598;p6"/>
            <p:cNvSpPr/>
            <p:nvPr/>
          </p:nvSpPr>
          <p:spPr>
            <a:xfrm rot="5189938" flipH="1">
              <a:off x="755610" y="605151"/>
              <a:ext cx="99188" cy="201730"/>
            </a:xfrm>
            <a:custGeom>
              <a:avLst/>
              <a:gdLst/>
              <a:ahLst/>
              <a:cxnLst/>
              <a:rect l="l" t="t" r="r" b="b"/>
              <a:pathLst>
                <a:path w="1304" h="2652" extrusionOk="0">
                  <a:moveTo>
                    <a:pt x="380" y="0"/>
                  </a:moveTo>
                  <a:cubicBezTo>
                    <a:pt x="334" y="0"/>
                    <a:pt x="290" y="10"/>
                    <a:pt x="250" y="27"/>
                  </a:cubicBezTo>
                  <a:cubicBezTo>
                    <a:pt x="125" y="81"/>
                    <a:pt x="36" y="197"/>
                    <a:pt x="18" y="340"/>
                  </a:cubicBezTo>
                  <a:cubicBezTo>
                    <a:pt x="0" y="465"/>
                    <a:pt x="18" y="599"/>
                    <a:pt x="54" y="723"/>
                  </a:cubicBezTo>
                  <a:cubicBezTo>
                    <a:pt x="134" y="964"/>
                    <a:pt x="241" y="1205"/>
                    <a:pt x="375" y="1420"/>
                  </a:cubicBezTo>
                  <a:cubicBezTo>
                    <a:pt x="634" y="1857"/>
                    <a:pt x="937" y="2267"/>
                    <a:pt x="1267" y="2651"/>
                  </a:cubicBezTo>
                  <a:cubicBezTo>
                    <a:pt x="1107" y="2455"/>
                    <a:pt x="955" y="2250"/>
                    <a:pt x="812" y="2044"/>
                  </a:cubicBezTo>
                  <a:cubicBezTo>
                    <a:pt x="669" y="1830"/>
                    <a:pt x="527" y="1625"/>
                    <a:pt x="402" y="1402"/>
                  </a:cubicBezTo>
                  <a:cubicBezTo>
                    <a:pt x="277" y="1179"/>
                    <a:pt x="170" y="956"/>
                    <a:pt x="98" y="706"/>
                  </a:cubicBezTo>
                  <a:cubicBezTo>
                    <a:pt x="54" y="590"/>
                    <a:pt x="45" y="465"/>
                    <a:pt x="54" y="349"/>
                  </a:cubicBezTo>
                  <a:cubicBezTo>
                    <a:pt x="71" y="224"/>
                    <a:pt x="152" y="125"/>
                    <a:pt x="268" y="72"/>
                  </a:cubicBezTo>
                  <a:cubicBezTo>
                    <a:pt x="299" y="59"/>
                    <a:pt x="333" y="53"/>
                    <a:pt x="366" y="53"/>
                  </a:cubicBezTo>
                  <a:cubicBezTo>
                    <a:pt x="449" y="53"/>
                    <a:pt x="532" y="89"/>
                    <a:pt x="589" y="152"/>
                  </a:cubicBezTo>
                  <a:cubicBezTo>
                    <a:pt x="678" y="233"/>
                    <a:pt x="759" y="331"/>
                    <a:pt x="812" y="447"/>
                  </a:cubicBezTo>
                  <a:cubicBezTo>
                    <a:pt x="928" y="670"/>
                    <a:pt x="1018" y="911"/>
                    <a:pt x="1080" y="1152"/>
                  </a:cubicBezTo>
                  <a:cubicBezTo>
                    <a:pt x="1142" y="1402"/>
                    <a:pt x="1196" y="1643"/>
                    <a:pt x="1232" y="1902"/>
                  </a:cubicBezTo>
                  <a:cubicBezTo>
                    <a:pt x="1285" y="2143"/>
                    <a:pt x="1294" y="2401"/>
                    <a:pt x="1267" y="2651"/>
                  </a:cubicBezTo>
                  <a:cubicBezTo>
                    <a:pt x="1303" y="2401"/>
                    <a:pt x="1303" y="2143"/>
                    <a:pt x="1267" y="1893"/>
                  </a:cubicBezTo>
                  <a:cubicBezTo>
                    <a:pt x="1232" y="1643"/>
                    <a:pt x="1187" y="1393"/>
                    <a:pt x="1125" y="1143"/>
                  </a:cubicBezTo>
                  <a:cubicBezTo>
                    <a:pt x="1062" y="893"/>
                    <a:pt x="973" y="652"/>
                    <a:pt x="857" y="420"/>
                  </a:cubicBezTo>
                  <a:cubicBezTo>
                    <a:pt x="803" y="304"/>
                    <a:pt x="723" y="197"/>
                    <a:pt x="625" y="108"/>
                  </a:cubicBezTo>
                  <a:cubicBezTo>
                    <a:pt x="580" y="63"/>
                    <a:pt x="518" y="27"/>
                    <a:pt x="455" y="9"/>
                  </a:cubicBezTo>
                  <a:cubicBezTo>
                    <a:pt x="430" y="3"/>
                    <a:pt x="405" y="0"/>
                    <a:pt x="38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9" name="Google Shape;599;p6"/>
            <p:cNvSpPr/>
            <p:nvPr/>
          </p:nvSpPr>
          <p:spPr>
            <a:xfrm rot="5189938" flipH="1">
              <a:off x="580993" y="733605"/>
              <a:ext cx="213893" cy="67395"/>
            </a:xfrm>
            <a:custGeom>
              <a:avLst/>
              <a:gdLst/>
              <a:ahLst/>
              <a:cxnLst/>
              <a:rect l="l" t="t" r="r" b="b"/>
              <a:pathLst>
                <a:path w="2812" h="886" extrusionOk="0">
                  <a:moveTo>
                    <a:pt x="9" y="493"/>
                  </a:moveTo>
                  <a:cubicBezTo>
                    <a:pt x="0" y="555"/>
                    <a:pt x="18" y="618"/>
                    <a:pt x="54" y="680"/>
                  </a:cubicBezTo>
                  <a:cubicBezTo>
                    <a:pt x="18" y="618"/>
                    <a:pt x="9" y="555"/>
                    <a:pt x="9" y="493"/>
                  </a:cubicBezTo>
                  <a:close/>
                  <a:moveTo>
                    <a:pt x="1202" y="0"/>
                  </a:moveTo>
                  <a:cubicBezTo>
                    <a:pt x="979" y="0"/>
                    <a:pt x="763" y="24"/>
                    <a:pt x="554" y="55"/>
                  </a:cubicBezTo>
                  <a:cubicBezTo>
                    <a:pt x="429" y="82"/>
                    <a:pt x="313" y="127"/>
                    <a:pt x="206" y="189"/>
                  </a:cubicBezTo>
                  <a:lnTo>
                    <a:pt x="206" y="189"/>
                  </a:lnTo>
                  <a:cubicBezTo>
                    <a:pt x="313" y="127"/>
                    <a:pt x="429" y="82"/>
                    <a:pt x="554" y="64"/>
                  </a:cubicBezTo>
                  <a:cubicBezTo>
                    <a:pt x="737" y="38"/>
                    <a:pt x="920" y="22"/>
                    <a:pt x="1099" y="22"/>
                  </a:cubicBezTo>
                  <a:cubicBezTo>
                    <a:pt x="1165" y="22"/>
                    <a:pt x="1230" y="24"/>
                    <a:pt x="1294" y="29"/>
                  </a:cubicBezTo>
                  <a:cubicBezTo>
                    <a:pt x="1544" y="37"/>
                    <a:pt x="1794" y="64"/>
                    <a:pt x="2044" y="100"/>
                  </a:cubicBezTo>
                  <a:cubicBezTo>
                    <a:pt x="2267" y="125"/>
                    <a:pt x="2496" y="165"/>
                    <a:pt x="2720" y="206"/>
                  </a:cubicBezTo>
                  <a:lnTo>
                    <a:pt x="2720" y="206"/>
                  </a:lnTo>
                  <a:cubicBezTo>
                    <a:pt x="2628" y="270"/>
                    <a:pt x="2536" y="322"/>
                    <a:pt x="2437" y="368"/>
                  </a:cubicBezTo>
                  <a:cubicBezTo>
                    <a:pt x="2321" y="430"/>
                    <a:pt x="2205" y="475"/>
                    <a:pt x="2080" y="519"/>
                  </a:cubicBezTo>
                  <a:cubicBezTo>
                    <a:pt x="1839" y="618"/>
                    <a:pt x="1598" y="698"/>
                    <a:pt x="1339" y="760"/>
                  </a:cubicBezTo>
                  <a:cubicBezTo>
                    <a:pt x="1089" y="823"/>
                    <a:pt x="839" y="867"/>
                    <a:pt x="580" y="867"/>
                  </a:cubicBezTo>
                  <a:cubicBezTo>
                    <a:pt x="563" y="869"/>
                    <a:pt x="546" y="869"/>
                    <a:pt x="529" y="869"/>
                  </a:cubicBezTo>
                  <a:cubicBezTo>
                    <a:pt x="414" y="869"/>
                    <a:pt x="306" y="844"/>
                    <a:pt x="197" y="805"/>
                  </a:cubicBezTo>
                  <a:lnTo>
                    <a:pt x="197" y="805"/>
                  </a:lnTo>
                  <a:cubicBezTo>
                    <a:pt x="313" y="859"/>
                    <a:pt x="447" y="885"/>
                    <a:pt x="580" y="885"/>
                  </a:cubicBezTo>
                  <a:cubicBezTo>
                    <a:pt x="839" y="885"/>
                    <a:pt x="1098" y="850"/>
                    <a:pt x="1348" y="787"/>
                  </a:cubicBezTo>
                  <a:cubicBezTo>
                    <a:pt x="1607" y="734"/>
                    <a:pt x="1857" y="662"/>
                    <a:pt x="2098" y="564"/>
                  </a:cubicBezTo>
                  <a:cubicBezTo>
                    <a:pt x="2223" y="519"/>
                    <a:pt x="2348" y="475"/>
                    <a:pt x="2455" y="412"/>
                  </a:cubicBezTo>
                  <a:cubicBezTo>
                    <a:pt x="2580" y="368"/>
                    <a:pt x="2696" y="296"/>
                    <a:pt x="2803" y="216"/>
                  </a:cubicBezTo>
                  <a:cubicBezTo>
                    <a:pt x="2803" y="207"/>
                    <a:pt x="2803" y="207"/>
                    <a:pt x="2812" y="198"/>
                  </a:cubicBezTo>
                  <a:cubicBezTo>
                    <a:pt x="2812" y="189"/>
                    <a:pt x="2803" y="171"/>
                    <a:pt x="2785" y="171"/>
                  </a:cubicBezTo>
                  <a:cubicBezTo>
                    <a:pt x="2294" y="73"/>
                    <a:pt x="1794" y="20"/>
                    <a:pt x="1303" y="2"/>
                  </a:cubicBezTo>
                  <a:cubicBezTo>
                    <a:pt x="1269" y="1"/>
                    <a:pt x="1236" y="0"/>
                    <a:pt x="120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 name="Google Shape;600;p6"/>
            <p:cNvSpPr/>
            <p:nvPr/>
          </p:nvSpPr>
          <p:spPr>
            <a:xfrm rot="5189938" flipH="1">
              <a:off x="631610" y="637488"/>
              <a:ext cx="454409" cy="360938"/>
            </a:xfrm>
            <a:custGeom>
              <a:avLst/>
              <a:gdLst/>
              <a:ahLst/>
              <a:cxnLst/>
              <a:rect l="l" t="t" r="r" b="b"/>
              <a:pathLst>
                <a:path w="5974" h="4745" extrusionOk="0">
                  <a:moveTo>
                    <a:pt x="1250" y="0"/>
                  </a:moveTo>
                  <a:lnTo>
                    <a:pt x="1250" y="0"/>
                  </a:lnTo>
                  <a:cubicBezTo>
                    <a:pt x="1232" y="286"/>
                    <a:pt x="1241" y="572"/>
                    <a:pt x="1277" y="857"/>
                  </a:cubicBezTo>
                  <a:cubicBezTo>
                    <a:pt x="1312" y="1063"/>
                    <a:pt x="1357" y="1277"/>
                    <a:pt x="1402" y="1482"/>
                  </a:cubicBezTo>
                  <a:cubicBezTo>
                    <a:pt x="1011" y="1074"/>
                    <a:pt x="199" y="195"/>
                    <a:pt x="187" y="195"/>
                  </a:cubicBezTo>
                  <a:lnTo>
                    <a:pt x="187" y="195"/>
                  </a:lnTo>
                  <a:cubicBezTo>
                    <a:pt x="187" y="195"/>
                    <a:pt x="187" y="195"/>
                    <a:pt x="188" y="197"/>
                  </a:cubicBezTo>
                  <a:cubicBezTo>
                    <a:pt x="554" y="697"/>
                    <a:pt x="955" y="1170"/>
                    <a:pt x="1393" y="1607"/>
                  </a:cubicBezTo>
                  <a:cubicBezTo>
                    <a:pt x="1339" y="1617"/>
                    <a:pt x="1284" y="1621"/>
                    <a:pt x="1227" y="1621"/>
                  </a:cubicBezTo>
                  <a:cubicBezTo>
                    <a:pt x="1031" y="1621"/>
                    <a:pt x="825" y="1570"/>
                    <a:pt x="652" y="1536"/>
                  </a:cubicBezTo>
                  <a:cubicBezTo>
                    <a:pt x="496" y="1498"/>
                    <a:pt x="116" y="1449"/>
                    <a:pt x="25" y="1449"/>
                  </a:cubicBezTo>
                  <a:cubicBezTo>
                    <a:pt x="7" y="1449"/>
                    <a:pt x="0" y="1451"/>
                    <a:pt x="9" y="1455"/>
                  </a:cubicBezTo>
                  <a:cubicBezTo>
                    <a:pt x="215" y="1536"/>
                    <a:pt x="429" y="1589"/>
                    <a:pt x="643" y="1625"/>
                  </a:cubicBezTo>
                  <a:cubicBezTo>
                    <a:pt x="819" y="1669"/>
                    <a:pt x="1030" y="1717"/>
                    <a:pt x="1230" y="1717"/>
                  </a:cubicBezTo>
                  <a:cubicBezTo>
                    <a:pt x="1314" y="1717"/>
                    <a:pt x="1396" y="1709"/>
                    <a:pt x="1473" y="1687"/>
                  </a:cubicBezTo>
                  <a:cubicBezTo>
                    <a:pt x="1768" y="1991"/>
                    <a:pt x="2080" y="2267"/>
                    <a:pt x="2401" y="2544"/>
                  </a:cubicBezTo>
                  <a:cubicBezTo>
                    <a:pt x="2169" y="2544"/>
                    <a:pt x="1946" y="2517"/>
                    <a:pt x="1723" y="2455"/>
                  </a:cubicBezTo>
                  <a:cubicBezTo>
                    <a:pt x="1560" y="2425"/>
                    <a:pt x="1180" y="2377"/>
                    <a:pt x="1093" y="2377"/>
                  </a:cubicBezTo>
                  <a:cubicBezTo>
                    <a:pt x="1075" y="2377"/>
                    <a:pt x="1070" y="2379"/>
                    <a:pt x="1080" y="2383"/>
                  </a:cubicBezTo>
                  <a:cubicBezTo>
                    <a:pt x="1286" y="2464"/>
                    <a:pt x="1491" y="2517"/>
                    <a:pt x="1705" y="2553"/>
                  </a:cubicBezTo>
                  <a:cubicBezTo>
                    <a:pt x="1886" y="2593"/>
                    <a:pt x="2097" y="2643"/>
                    <a:pt x="2300" y="2643"/>
                  </a:cubicBezTo>
                  <a:cubicBezTo>
                    <a:pt x="2368" y="2643"/>
                    <a:pt x="2435" y="2638"/>
                    <a:pt x="2499" y="2624"/>
                  </a:cubicBezTo>
                  <a:cubicBezTo>
                    <a:pt x="2874" y="2928"/>
                    <a:pt x="3258" y="3222"/>
                    <a:pt x="3660" y="3499"/>
                  </a:cubicBezTo>
                  <a:cubicBezTo>
                    <a:pt x="3586" y="3518"/>
                    <a:pt x="3507" y="3526"/>
                    <a:pt x="3427" y="3526"/>
                  </a:cubicBezTo>
                  <a:cubicBezTo>
                    <a:pt x="3247" y="3526"/>
                    <a:pt x="3059" y="3488"/>
                    <a:pt x="2892" y="3463"/>
                  </a:cubicBezTo>
                  <a:cubicBezTo>
                    <a:pt x="2739" y="3436"/>
                    <a:pt x="2401" y="3413"/>
                    <a:pt x="2285" y="3413"/>
                  </a:cubicBezTo>
                  <a:cubicBezTo>
                    <a:pt x="2253" y="3413"/>
                    <a:pt x="2238" y="3415"/>
                    <a:pt x="2249" y="3419"/>
                  </a:cubicBezTo>
                  <a:cubicBezTo>
                    <a:pt x="2455" y="3490"/>
                    <a:pt x="2669" y="3535"/>
                    <a:pt x="2883" y="3562"/>
                  </a:cubicBezTo>
                  <a:cubicBezTo>
                    <a:pt x="3046" y="3589"/>
                    <a:pt x="3236" y="3623"/>
                    <a:pt x="3420" y="3623"/>
                  </a:cubicBezTo>
                  <a:cubicBezTo>
                    <a:pt x="3538" y="3623"/>
                    <a:pt x="3653" y="3609"/>
                    <a:pt x="3758" y="3570"/>
                  </a:cubicBezTo>
                  <a:lnTo>
                    <a:pt x="3874" y="3651"/>
                  </a:lnTo>
                  <a:cubicBezTo>
                    <a:pt x="4222" y="3874"/>
                    <a:pt x="4579" y="4097"/>
                    <a:pt x="4945" y="4293"/>
                  </a:cubicBezTo>
                  <a:cubicBezTo>
                    <a:pt x="4731" y="4356"/>
                    <a:pt x="4499" y="4383"/>
                    <a:pt x="4275" y="4383"/>
                  </a:cubicBezTo>
                  <a:cubicBezTo>
                    <a:pt x="4079" y="4392"/>
                    <a:pt x="3570" y="4463"/>
                    <a:pt x="3633" y="4472"/>
                  </a:cubicBezTo>
                  <a:cubicBezTo>
                    <a:pt x="3751" y="4487"/>
                    <a:pt x="3871" y="4493"/>
                    <a:pt x="3992" y="4493"/>
                  </a:cubicBezTo>
                  <a:cubicBezTo>
                    <a:pt x="4090" y="4493"/>
                    <a:pt x="4188" y="4489"/>
                    <a:pt x="4284" y="4481"/>
                  </a:cubicBezTo>
                  <a:cubicBezTo>
                    <a:pt x="4525" y="4472"/>
                    <a:pt x="4829" y="4463"/>
                    <a:pt x="5061" y="4356"/>
                  </a:cubicBezTo>
                  <a:cubicBezTo>
                    <a:pt x="5329" y="4499"/>
                    <a:pt x="5605" y="4624"/>
                    <a:pt x="5882" y="4740"/>
                  </a:cubicBezTo>
                  <a:cubicBezTo>
                    <a:pt x="5890" y="4743"/>
                    <a:pt x="5898" y="4745"/>
                    <a:pt x="5905" y="4745"/>
                  </a:cubicBezTo>
                  <a:cubicBezTo>
                    <a:pt x="5952" y="4745"/>
                    <a:pt x="5973" y="4674"/>
                    <a:pt x="5927" y="4650"/>
                  </a:cubicBezTo>
                  <a:cubicBezTo>
                    <a:pt x="5668" y="4543"/>
                    <a:pt x="5409" y="4427"/>
                    <a:pt x="5159" y="4293"/>
                  </a:cubicBezTo>
                  <a:cubicBezTo>
                    <a:pt x="5168" y="4276"/>
                    <a:pt x="5168" y="4258"/>
                    <a:pt x="5159" y="4240"/>
                  </a:cubicBezTo>
                  <a:cubicBezTo>
                    <a:pt x="5016" y="3981"/>
                    <a:pt x="4882" y="3704"/>
                    <a:pt x="4757" y="3437"/>
                  </a:cubicBezTo>
                  <a:cubicBezTo>
                    <a:pt x="4650" y="3213"/>
                    <a:pt x="4561" y="2981"/>
                    <a:pt x="4472" y="2740"/>
                  </a:cubicBezTo>
                  <a:lnTo>
                    <a:pt x="4472" y="2740"/>
                  </a:lnTo>
                  <a:cubicBezTo>
                    <a:pt x="4516" y="2999"/>
                    <a:pt x="4588" y="3258"/>
                    <a:pt x="4686" y="3499"/>
                  </a:cubicBezTo>
                  <a:cubicBezTo>
                    <a:pt x="4793" y="3749"/>
                    <a:pt x="4918" y="3990"/>
                    <a:pt x="5043" y="4231"/>
                  </a:cubicBezTo>
                  <a:cubicBezTo>
                    <a:pt x="4695" y="4035"/>
                    <a:pt x="4347" y="3829"/>
                    <a:pt x="4017" y="3615"/>
                  </a:cubicBezTo>
                  <a:cubicBezTo>
                    <a:pt x="3936" y="3562"/>
                    <a:pt x="3856" y="3508"/>
                    <a:pt x="3776" y="3454"/>
                  </a:cubicBezTo>
                  <a:cubicBezTo>
                    <a:pt x="3704" y="3187"/>
                    <a:pt x="3624" y="2910"/>
                    <a:pt x="3561" y="2642"/>
                  </a:cubicBezTo>
                  <a:cubicBezTo>
                    <a:pt x="3508" y="2392"/>
                    <a:pt x="3419" y="2098"/>
                    <a:pt x="3383" y="1848"/>
                  </a:cubicBezTo>
                  <a:lnTo>
                    <a:pt x="3383" y="1848"/>
                  </a:lnTo>
                  <a:cubicBezTo>
                    <a:pt x="3401" y="2116"/>
                    <a:pt x="3437" y="2383"/>
                    <a:pt x="3481" y="2642"/>
                  </a:cubicBezTo>
                  <a:cubicBezTo>
                    <a:pt x="3535" y="2865"/>
                    <a:pt x="3588" y="3151"/>
                    <a:pt x="3651" y="3374"/>
                  </a:cubicBezTo>
                  <a:cubicBezTo>
                    <a:pt x="3294" y="3124"/>
                    <a:pt x="2946" y="2865"/>
                    <a:pt x="2606" y="2589"/>
                  </a:cubicBezTo>
                  <a:cubicBezTo>
                    <a:pt x="2615" y="2571"/>
                    <a:pt x="2615" y="2553"/>
                    <a:pt x="2606" y="2544"/>
                  </a:cubicBezTo>
                  <a:cubicBezTo>
                    <a:pt x="2544" y="2259"/>
                    <a:pt x="2473" y="1964"/>
                    <a:pt x="2428" y="1678"/>
                  </a:cubicBezTo>
                  <a:cubicBezTo>
                    <a:pt x="2383" y="1428"/>
                    <a:pt x="2339" y="1179"/>
                    <a:pt x="2321" y="920"/>
                  </a:cubicBezTo>
                  <a:cubicBezTo>
                    <a:pt x="2294" y="1179"/>
                    <a:pt x="2294" y="1428"/>
                    <a:pt x="2321" y="1678"/>
                  </a:cubicBezTo>
                  <a:cubicBezTo>
                    <a:pt x="2374" y="1955"/>
                    <a:pt x="2437" y="2232"/>
                    <a:pt x="2490" y="2499"/>
                  </a:cubicBezTo>
                  <a:cubicBezTo>
                    <a:pt x="2160" y="2223"/>
                    <a:pt x="1839" y="1928"/>
                    <a:pt x="1536" y="1616"/>
                  </a:cubicBezTo>
                  <a:cubicBezTo>
                    <a:pt x="1464" y="1312"/>
                    <a:pt x="1393" y="1000"/>
                    <a:pt x="1339" y="679"/>
                  </a:cubicBezTo>
                  <a:cubicBezTo>
                    <a:pt x="1303" y="456"/>
                    <a:pt x="1268" y="224"/>
                    <a:pt x="125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 name="Google Shape;601;p6"/>
            <p:cNvSpPr/>
            <p:nvPr/>
          </p:nvSpPr>
          <p:spPr>
            <a:xfrm rot="5189938" flipH="1">
              <a:off x="871339" y="726134"/>
              <a:ext cx="92418" cy="141941"/>
            </a:xfrm>
            <a:custGeom>
              <a:avLst/>
              <a:gdLst/>
              <a:ahLst/>
              <a:cxnLst/>
              <a:rect l="l" t="t" r="r" b="b"/>
              <a:pathLst>
                <a:path w="1215" h="1866" extrusionOk="0">
                  <a:moveTo>
                    <a:pt x="420" y="205"/>
                  </a:moveTo>
                  <a:cubicBezTo>
                    <a:pt x="0" y="402"/>
                    <a:pt x="277" y="1187"/>
                    <a:pt x="607" y="1865"/>
                  </a:cubicBezTo>
                  <a:cubicBezTo>
                    <a:pt x="822" y="1749"/>
                    <a:pt x="1027" y="1615"/>
                    <a:pt x="1214" y="1455"/>
                  </a:cubicBezTo>
                  <a:cubicBezTo>
                    <a:pt x="1107" y="705"/>
                    <a:pt x="857" y="0"/>
                    <a:pt x="420" y="205"/>
                  </a:cubicBezTo>
                  <a:close/>
                </a:path>
              </a:pathLst>
            </a:custGeom>
            <a:gradFill>
              <a:gsLst>
                <a:gs pos="0">
                  <a:srgbClr val="FFFFFF">
                    <a:alpha val="0"/>
                  </a:srgbClr>
                </a:gs>
                <a:gs pos="100000">
                  <a:srgbClr val="FFFFFF">
                    <a:alpha val="2196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2" name="Google Shape;602;p6"/>
            <p:cNvSpPr/>
            <p:nvPr/>
          </p:nvSpPr>
          <p:spPr>
            <a:xfrm rot="5189938" flipH="1">
              <a:off x="851099" y="802812"/>
              <a:ext cx="289958" cy="332032"/>
            </a:xfrm>
            <a:custGeom>
              <a:avLst/>
              <a:gdLst/>
              <a:ahLst/>
              <a:cxnLst/>
              <a:rect l="l" t="t" r="r" b="b"/>
              <a:pathLst>
                <a:path w="3812" h="4365" extrusionOk="0">
                  <a:moveTo>
                    <a:pt x="1" y="2579"/>
                  </a:moveTo>
                  <a:cubicBezTo>
                    <a:pt x="108" y="2865"/>
                    <a:pt x="269" y="3124"/>
                    <a:pt x="465" y="3356"/>
                  </a:cubicBezTo>
                  <a:cubicBezTo>
                    <a:pt x="1125" y="3454"/>
                    <a:pt x="2071" y="3338"/>
                    <a:pt x="2455" y="3186"/>
                  </a:cubicBezTo>
                  <a:lnTo>
                    <a:pt x="2482" y="3186"/>
                  </a:lnTo>
                  <a:cubicBezTo>
                    <a:pt x="2777" y="3481"/>
                    <a:pt x="3089" y="3766"/>
                    <a:pt x="3410" y="4034"/>
                  </a:cubicBezTo>
                  <a:lnTo>
                    <a:pt x="3383" y="4034"/>
                  </a:lnTo>
                  <a:cubicBezTo>
                    <a:pt x="2794" y="3793"/>
                    <a:pt x="1134" y="3168"/>
                    <a:pt x="849" y="3731"/>
                  </a:cubicBezTo>
                  <a:cubicBezTo>
                    <a:pt x="1295" y="4088"/>
                    <a:pt x="1839" y="4302"/>
                    <a:pt x="2411" y="4364"/>
                  </a:cubicBezTo>
                  <a:cubicBezTo>
                    <a:pt x="2884" y="4329"/>
                    <a:pt x="3330" y="4239"/>
                    <a:pt x="3544" y="4150"/>
                  </a:cubicBezTo>
                  <a:cubicBezTo>
                    <a:pt x="3580" y="4177"/>
                    <a:pt x="3615" y="4204"/>
                    <a:pt x="3660" y="4239"/>
                  </a:cubicBezTo>
                  <a:lnTo>
                    <a:pt x="3767" y="4204"/>
                  </a:lnTo>
                  <a:cubicBezTo>
                    <a:pt x="3714" y="4159"/>
                    <a:pt x="3660" y="4123"/>
                    <a:pt x="3607" y="4079"/>
                  </a:cubicBezTo>
                  <a:cubicBezTo>
                    <a:pt x="3615" y="4061"/>
                    <a:pt x="3615" y="4052"/>
                    <a:pt x="3607" y="4034"/>
                  </a:cubicBezTo>
                  <a:cubicBezTo>
                    <a:pt x="3598" y="4007"/>
                    <a:pt x="3598" y="3981"/>
                    <a:pt x="3589" y="3954"/>
                  </a:cubicBezTo>
                  <a:cubicBezTo>
                    <a:pt x="3785" y="3222"/>
                    <a:pt x="3812" y="1107"/>
                    <a:pt x="3062" y="1357"/>
                  </a:cubicBezTo>
                  <a:cubicBezTo>
                    <a:pt x="2375" y="1589"/>
                    <a:pt x="3205" y="3436"/>
                    <a:pt x="3464" y="3963"/>
                  </a:cubicBezTo>
                  <a:cubicBezTo>
                    <a:pt x="3142" y="3695"/>
                    <a:pt x="2839" y="3400"/>
                    <a:pt x="2545" y="3115"/>
                  </a:cubicBezTo>
                  <a:lnTo>
                    <a:pt x="2527" y="3052"/>
                  </a:lnTo>
                  <a:cubicBezTo>
                    <a:pt x="2750" y="2401"/>
                    <a:pt x="2803" y="116"/>
                    <a:pt x="2027" y="384"/>
                  </a:cubicBezTo>
                  <a:cubicBezTo>
                    <a:pt x="1357" y="607"/>
                    <a:pt x="2125" y="2356"/>
                    <a:pt x="2402" y="2936"/>
                  </a:cubicBezTo>
                  <a:cubicBezTo>
                    <a:pt x="2402" y="2954"/>
                    <a:pt x="2402" y="2963"/>
                    <a:pt x="2411" y="2981"/>
                  </a:cubicBezTo>
                  <a:cubicBezTo>
                    <a:pt x="2259" y="2820"/>
                    <a:pt x="2036" y="2579"/>
                    <a:pt x="1822" y="2356"/>
                  </a:cubicBezTo>
                  <a:cubicBezTo>
                    <a:pt x="1670" y="1678"/>
                    <a:pt x="795" y="0"/>
                    <a:pt x="242" y="223"/>
                  </a:cubicBezTo>
                  <a:cubicBezTo>
                    <a:pt x="162" y="357"/>
                    <a:pt x="90" y="500"/>
                    <a:pt x="37" y="643"/>
                  </a:cubicBezTo>
                  <a:cubicBezTo>
                    <a:pt x="162" y="1366"/>
                    <a:pt x="1848" y="2499"/>
                    <a:pt x="1848" y="2499"/>
                  </a:cubicBezTo>
                  <a:lnTo>
                    <a:pt x="1848" y="2499"/>
                  </a:lnTo>
                  <a:cubicBezTo>
                    <a:pt x="2018" y="2695"/>
                    <a:pt x="2188" y="2892"/>
                    <a:pt x="2375" y="3079"/>
                  </a:cubicBezTo>
                  <a:cubicBezTo>
                    <a:pt x="1902" y="2874"/>
                    <a:pt x="554" y="2347"/>
                    <a:pt x="1" y="2579"/>
                  </a:cubicBezTo>
                  <a:close/>
                </a:path>
              </a:pathLst>
            </a:custGeom>
            <a:gradFill>
              <a:gsLst>
                <a:gs pos="0">
                  <a:srgbClr val="FFFFFF">
                    <a:alpha val="0"/>
                  </a:srgbClr>
                </a:gs>
                <a:gs pos="100000">
                  <a:srgbClr val="FFFFFF">
                    <a:alpha val="2196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3" name="Google Shape;603;p6"/>
            <p:cNvSpPr/>
            <p:nvPr/>
          </p:nvSpPr>
          <p:spPr>
            <a:xfrm rot="5189938" flipH="1">
              <a:off x="878722" y="721155"/>
              <a:ext cx="26546" cy="27917"/>
            </a:xfrm>
            <a:custGeom>
              <a:avLst/>
              <a:gdLst/>
              <a:ahLst/>
              <a:cxnLst/>
              <a:rect l="l" t="t" r="r" b="b"/>
              <a:pathLst>
                <a:path w="349" h="367" extrusionOk="0">
                  <a:moveTo>
                    <a:pt x="179" y="54"/>
                  </a:moveTo>
                  <a:cubicBezTo>
                    <a:pt x="72" y="116"/>
                    <a:pt x="1" y="241"/>
                    <a:pt x="1" y="366"/>
                  </a:cubicBezTo>
                  <a:cubicBezTo>
                    <a:pt x="126" y="250"/>
                    <a:pt x="242" y="134"/>
                    <a:pt x="349" y="0"/>
                  </a:cubicBezTo>
                  <a:cubicBezTo>
                    <a:pt x="286" y="0"/>
                    <a:pt x="224" y="18"/>
                    <a:pt x="179" y="54"/>
                  </a:cubicBezTo>
                  <a:close/>
                </a:path>
              </a:pathLst>
            </a:custGeom>
            <a:gradFill>
              <a:gsLst>
                <a:gs pos="0">
                  <a:srgbClr val="FFFFFF">
                    <a:alpha val="0"/>
                  </a:srgbClr>
                </a:gs>
                <a:gs pos="100000">
                  <a:srgbClr val="FFFFFF">
                    <a:alpha val="2196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4" name="Google Shape;604;p6"/>
            <p:cNvSpPr/>
            <p:nvPr/>
          </p:nvSpPr>
          <p:spPr>
            <a:xfrm rot="1106660">
              <a:off x="7613262" y="764671"/>
              <a:ext cx="88017" cy="73741"/>
            </a:xfrm>
            <a:custGeom>
              <a:avLst/>
              <a:gdLst/>
              <a:ahLst/>
              <a:cxnLst/>
              <a:rect l="l" t="t" r="r" b="b"/>
              <a:pathLst>
                <a:path w="1073" h="899" extrusionOk="0">
                  <a:moveTo>
                    <a:pt x="493" y="0"/>
                  </a:moveTo>
                  <a:cubicBezTo>
                    <a:pt x="233" y="0"/>
                    <a:pt x="1" y="236"/>
                    <a:pt x="55" y="534"/>
                  </a:cubicBezTo>
                  <a:cubicBezTo>
                    <a:pt x="94" y="748"/>
                    <a:pt x="289" y="898"/>
                    <a:pt x="500" y="898"/>
                  </a:cubicBezTo>
                  <a:cubicBezTo>
                    <a:pt x="527" y="898"/>
                    <a:pt x="554" y="896"/>
                    <a:pt x="581" y="891"/>
                  </a:cubicBezTo>
                  <a:cubicBezTo>
                    <a:pt x="965" y="811"/>
                    <a:pt x="1072" y="302"/>
                    <a:pt x="742" y="79"/>
                  </a:cubicBezTo>
                  <a:cubicBezTo>
                    <a:pt x="662" y="25"/>
                    <a:pt x="576" y="0"/>
                    <a:pt x="49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 name="Google Shape;605;p6"/>
            <p:cNvSpPr/>
            <p:nvPr/>
          </p:nvSpPr>
          <p:spPr>
            <a:xfrm rot="1106660">
              <a:off x="7613555" y="762125"/>
              <a:ext cx="80634" cy="75874"/>
            </a:xfrm>
            <a:custGeom>
              <a:avLst/>
              <a:gdLst/>
              <a:ahLst/>
              <a:cxnLst/>
              <a:rect l="l" t="t" r="r" b="b"/>
              <a:pathLst>
                <a:path w="983" h="925" extrusionOk="0">
                  <a:moveTo>
                    <a:pt x="509" y="1"/>
                  </a:moveTo>
                  <a:cubicBezTo>
                    <a:pt x="241" y="1"/>
                    <a:pt x="0" y="245"/>
                    <a:pt x="55" y="551"/>
                  </a:cubicBezTo>
                  <a:cubicBezTo>
                    <a:pt x="37" y="435"/>
                    <a:pt x="55" y="310"/>
                    <a:pt x="126" y="212"/>
                  </a:cubicBezTo>
                  <a:cubicBezTo>
                    <a:pt x="216" y="89"/>
                    <a:pt x="348" y="32"/>
                    <a:pt x="478" y="32"/>
                  </a:cubicBezTo>
                  <a:cubicBezTo>
                    <a:pt x="671" y="32"/>
                    <a:pt x="860" y="158"/>
                    <a:pt x="903" y="381"/>
                  </a:cubicBezTo>
                  <a:cubicBezTo>
                    <a:pt x="958" y="670"/>
                    <a:pt x="727" y="905"/>
                    <a:pt x="472" y="905"/>
                  </a:cubicBezTo>
                  <a:cubicBezTo>
                    <a:pt x="395" y="905"/>
                    <a:pt x="316" y="884"/>
                    <a:pt x="242" y="836"/>
                  </a:cubicBezTo>
                  <a:cubicBezTo>
                    <a:pt x="144" y="765"/>
                    <a:pt x="82" y="667"/>
                    <a:pt x="55" y="551"/>
                  </a:cubicBezTo>
                  <a:lnTo>
                    <a:pt x="55" y="551"/>
                  </a:lnTo>
                  <a:cubicBezTo>
                    <a:pt x="103" y="790"/>
                    <a:pt x="306" y="925"/>
                    <a:pt x="511" y="925"/>
                  </a:cubicBezTo>
                  <a:cubicBezTo>
                    <a:pt x="651" y="925"/>
                    <a:pt x="791" y="863"/>
                    <a:pt x="885" y="729"/>
                  </a:cubicBezTo>
                  <a:cubicBezTo>
                    <a:pt x="956" y="622"/>
                    <a:pt x="983" y="497"/>
                    <a:pt x="956" y="372"/>
                  </a:cubicBezTo>
                  <a:cubicBezTo>
                    <a:pt x="938" y="247"/>
                    <a:pt x="858" y="140"/>
                    <a:pt x="760" y="78"/>
                  </a:cubicBezTo>
                  <a:cubicBezTo>
                    <a:pt x="679" y="25"/>
                    <a:pt x="593" y="1"/>
                    <a:pt x="509" y="1"/>
                  </a:cubicBezTo>
                  <a:close/>
                </a:path>
              </a:pathLst>
            </a:custGeom>
            <a:solidFill>
              <a:srgbClr val="680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6" name="Google Shape;606;p6"/>
            <p:cNvSpPr/>
            <p:nvPr/>
          </p:nvSpPr>
          <p:spPr>
            <a:xfrm rot="1106660">
              <a:off x="7642030" y="801244"/>
              <a:ext cx="33796" cy="27725"/>
            </a:xfrm>
            <a:custGeom>
              <a:avLst/>
              <a:gdLst/>
              <a:ahLst/>
              <a:cxnLst/>
              <a:rect l="l" t="t" r="r" b="b"/>
              <a:pathLst>
                <a:path w="412" h="338" extrusionOk="0">
                  <a:moveTo>
                    <a:pt x="191" y="0"/>
                  </a:moveTo>
                  <a:cubicBezTo>
                    <a:pt x="91" y="0"/>
                    <a:pt x="1" y="93"/>
                    <a:pt x="28" y="201"/>
                  </a:cubicBezTo>
                  <a:cubicBezTo>
                    <a:pt x="43" y="280"/>
                    <a:pt x="108" y="338"/>
                    <a:pt x="191" y="338"/>
                  </a:cubicBezTo>
                  <a:cubicBezTo>
                    <a:pt x="202" y="338"/>
                    <a:pt x="213" y="337"/>
                    <a:pt x="224" y="335"/>
                  </a:cubicBezTo>
                  <a:cubicBezTo>
                    <a:pt x="367" y="308"/>
                    <a:pt x="411" y="112"/>
                    <a:pt x="286" y="31"/>
                  </a:cubicBezTo>
                  <a:cubicBezTo>
                    <a:pt x="256" y="10"/>
                    <a:pt x="223" y="0"/>
                    <a:pt x="191" y="0"/>
                  </a:cubicBezTo>
                  <a:close/>
                </a:path>
              </a:pathLst>
            </a:custGeom>
            <a:gradFill>
              <a:gsLst>
                <a:gs pos="0">
                  <a:srgbClr val="FFFFFF">
                    <a:alpha val="0"/>
                  </a:srgbClr>
                </a:gs>
                <a:gs pos="100000">
                  <a:srgbClr val="FFFFFF">
                    <a:alpha val="2196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7" name="Google Shape;607;p6"/>
            <p:cNvSpPr/>
            <p:nvPr/>
          </p:nvSpPr>
          <p:spPr>
            <a:xfrm rot="1106660">
              <a:off x="7753665" y="808291"/>
              <a:ext cx="78419" cy="78416"/>
            </a:xfrm>
            <a:custGeom>
              <a:avLst/>
              <a:gdLst/>
              <a:ahLst/>
              <a:cxnLst/>
              <a:rect l="l" t="t" r="r" b="b"/>
              <a:pathLst>
                <a:path w="956" h="956" extrusionOk="0">
                  <a:moveTo>
                    <a:pt x="482" y="1"/>
                  </a:moveTo>
                  <a:cubicBezTo>
                    <a:pt x="214" y="1"/>
                    <a:pt x="0" y="215"/>
                    <a:pt x="0" y="482"/>
                  </a:cubicBezTo>
                  <a:cubicBezTo>
                    <a:pt x="0" y="741"/>
                    <a:pt x="214" y="955"/>
                    <a:pt x="482" y="955"/>
                  </a:cubicBezTo>
                  <a:cubicBezTo>
                    <a:pt x="741" y="955"/>
                    <a:pt x="955" y="741"/>
                    <a:pt x="955" y="482"/>
                  </a:cubicBezTo>
                  <a:cubicBezTo>
                    <a:pt x="955" y="215"/>
                    <a:pt x="741" y="1"/>
                    <a:pt x="48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8" name="Google Shape;608;p6"/>
            <p:cNvSpPr/>
            <p:nvPr/>
          </p:nvSpPr>
          <p:spPr>
            <a:xfrm rot="1106660">
              <a:off x="7747437" y="807443"/>
              <a:ext cx="91134" cy="80631"/>
            </a:xfrm>
            <a:custGeom>
              <a:avLst/>
              <a:gdLst/>
              <a:ahLst/>
              <a:cxnLst/>
              <a:rect l="l" t="t" r="r" b="b"/>
              <a:pathLst>
                <a:path w="1111" h="983" extrusionOk="0">
                  <a:moveTo>
                    <a:pt x="578" y="1"/>
                  </a:moveTo>
                  <a:cubicBezTo>
                    <a:pt x="357" y="1"/>
                    <a:pt x="155" y="145"/>
                    <a:pt x="93" y="369"/>
                  </a:cubicBezTo>
                  <a:cubicBezTo>
                    <a:pt x="129" y="244"/>
                    <a:pt x="209" y="145"/>
                    <a:pt x="316" y="83"/>
                  </a:cubicBezTo>
                  <a:cubicBezTo>
                    <a:pt x="392" y="40"/>
                    <a:pt x="470" y="20"/>
                    <a:pt x="545" y="20"/>
                  </a:cubicBezTo>
                  <a:cubicBezTo>
                    <a:pt x="827" y="20"/>
                    <a:pt x="1070" y="291"/>
                    <a:pt x="985" y="601"/>
                  </a:cubicBezTo>
                  <a:cubicBezTo>
                    <a:pt x="930" y="827"/>
                    <a:pt x="735" y="949"/>
                    <a:pt x="539" y="949"/>
                  </a:cubicBezTo>
                  <a:cubicBezTo>
                    <a:pt x="388" y="949"/>
                    <a:pt x="236" y="877"/>
                    <a:pt x="146" y="726"/>
                  </a:cubicBezTo>
                  <a:cubicBezTo>
                    <a:pt x="75" y="618"/>
                    <a:pt x="57" y="485"/>
                    <a:pt x="93" y="369"/>
                  </a:cubicBezTo>
                  <a:lnTo>
                    <a:pt x="93" y="360"/>
                  </a:lnTo>
                  <a:lnTo>
                    <a:pt x="93" y="360"/>
                  </a:lnTo>
                  <a:cubicBezTo>
                    <a:pt x="1" y="694"/>
                    <a:pt x="265" y="983"/>
                    <a:pt x="570" y="983"/>
                  </a:cubicBezTo>
                  <a:cubicBezTo>
                    <a:pt x="648" y="983"/>
                    <a:pt x="729" y="964"/>
                    <a:pt x="807" y="922"/>
                  </a:cubicBezTo>
                  <a:cubicBezTo>
                    <a:pt x="914" y="859"/>
                    <a:pt x="1003" y="743"/>
                    <a:pt x="1039" y="618"/>
                  </a:cubicBezTo>
                  <a:cubicBezTo>
                    <a:pt x="1110" y="351"/>
                    <a:pt x="950" y="74"/>
                    <a:pt x="682" y="12"/>
                  </a:cubicBezTo>
                  <a:cubicBezTo>
                    <a:pt x="647" y="4"/>
                    <a:pt x="612" y="1"/>
                    <a:pt x="578" y="1"/>
                  </a:cubicBezTo>
                  <a:close/>
                </a:path>
              </a:pathLst>
            </a:custGeom>
            <a:solidFill>
              <a:srgbClr val="680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9" name="Google Shape;609;p6"/>
            <p:cNvSpPr/>
            <p:nvPr/>
          </p:nvSpPr>
          <p:spPr>
            <a:xfrm rot="1106660">
              <a:off x="7780259" y="852551"/>
              <a:ext cx="31089" cy="26002"/>
            </a:xfrm>
            <a:custGeom>
              <a:avLst/>
              <a:gdLst/>
              <a:ahLst/>
              <a:cxnLst/>
              <a:rect l="l" t="t" r="r" b="b"/>
              <a:pathLst>
                <a:path w="379" h="317" extrusionOk="0">
                  <a:moveTo>
                    <a:pt x="178" y="1"/>
                  </a:moveTo>
                  <a:cubicBezTo>
                    <a:pt x="112" y="1"/>
                    <a:pt x="48" y="42"/>
                    <a:pt x="28" y="117"/>
                  </a:cubicBezTo>
                  <a:cubicBezTo>
                    <a:pt x="1" y="198"/>
                    <a:pt x="54" y="287"/>
                    <a:pt x="135" y="314"/>
                  </a:cubicBezTo>
                  <a:cubicBezTo>
                    <a:pt x="146" y="316"/>
                    <a:pt x="157" y="317"/>
                    <a:pt x="167" y="317"/>
                  </a:cubicBezTo>
                  <a:cubicBezTo>
                    <a:pt x="286" y="317"/>
                    <a:pt x="379" y="188"/>
                    <a:pt x="313" y="81"/>
                  </a:cubicBezTo>
                  <a:cubicBezTo>
                    <a:pt x="282" y="26"/>
                    <a:pt x="230" y="1"/>
                    <a:pt x="178" y="1"/>
                  </a:cubicBezTo>
                  <a:close/>
                </a:path>
              </a:pathLst>
            </a:custGeom>
            <a:gradFill>
              <a:gsLst>
                <a:gs pos="0">
                  <a:srgbClr val="FFFFFF">
                    <a:alpha val="0"/>
                  </a:srgbClr>
                </a:gs>
                <a:gs pos="100000">
                  <a:srgbClr val="FFFFFF">
                    <a:alpha val="2196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0" name="Google Shape;610;p6"/>
            <p:cNvSpPr/>
            <p:nvPr/>
          </p:nvSpPr>
          <p:spPr>
            <a:xfrm rot="1106660">
              <a:off x="7699123" y="565099"/>
              <a:ext cx="231485" cy="259201"/>
            </a:xfrm>
            <a:custGeom>
              <a:avLst/>
              <a:gdLst/>
              <a:ahLst/>
              <a:cxnLst/>
              <a:rect l="l" t="t" r="r" b="b"/>
              <a:pathLst>
                <a:path w="2822" h="3160" fill="none" extrusionOk="0">
                  <a:moveTo>
                    <a:pt x="1" y="3160"/>
                  </a:moveTo>
                  <a:cubicBezTo>
                    <a:pt x="1" y="3160"/>
                    <a:pt x="1277" y="447"/>
                    <a:pt x="2821" y="0"/>
                  </a:cubicBezTo>
                </a:path>
              </a:pathLst>
            </a:custGeom>
            <a:solidFill>
              <a:schemeClr val="dk1"/>
            </a:solidFill>
            <a:ln w="2000" cap="rnd" cmpd="sng">
              <a:solidFill>
                <a:srgbClr val="4D222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1" name="Google Shape;611;p6"/>
            <p:cNvSpPr/>
            <p:nvPr/>
          </p:nvSpPr>
          <p:spPr>
            <a:xfrm rot="1106660">
              <a:off x="7746716" y="659365"/>
              <a:ext cx="65213" cy="161180"/>
            </a:xfrm>
            <a:custGeom>
              <a:avLst/>
              <a:gdLst/>
              <a:ahLst/>
              <a:cxnLst/>
              <a:rect l="l" t="t" r="r" b="b"/>
              <a:pathLst>
                <a:path w="795" h="1965" fill="none" extrusionOk="0">
                  <a:moveTo>
                    <a:pt x="795" y="1964"/>
                  </a:moveTo>
                  <a:cubicBezTo>
                    <a:pt x="795" y="1964"/>
                    <a:pt x="0" y="1232"/>
                    <a:pt x="420" y="1"/>
                  </a:cubicBezTo>
                </a:path>
              </a:pathLst>
            </a:custGeom>
            <a:solidFill>
              <a:schemeClr val="dk1"/>
            </a:solidFill>
            <a:ln w="2000" cap="rnd" cmpd="sng">
              <a:solidFill>
                <a:srgbClr val="4D222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2" name="Google Shape;612;p6"/>
            <p:cNvSpPr/>
            <p:nvPr/>
          </p:nvSpPr>
          <p:spPr>
            <a:xfrm rot="1106660">
              <a:off x="8158677" y="744631"/>
              <a:ext cx="375609" cy="268552"/>
            </a:xfrm>
            <a:custGeom>
              <a:avLst/>
              <a:gdLst/>
              <a:ahLst/>
              <a:cxnLst/>
              <a:rect l="l" t="t" r="r" b="b"/>
              <a:pathLst>
                <a:path w="4579" h="3274" extrusionOk="0">
                  <a:moveTo>
                    <a:pt x="1886" y="1"/>
                  </a:moveTo>
                  <a:cubicBezTo>
                    <a:pt x="980" y="1"/>
                    <a:pt x="482" y="1004"/>
                    <a:pt x="482" y="1004"/>
                  </a:cubicBezTo>
                  <a:cubicBezTo>
                    <a:pt x="304" y="1387"/>
                    <a:pt x="0" y="2218"/>
                    <a:pt x="1036" y="2958"/>
                  </a:cubicBezTo>
                  <a:cubicBezTo>
                    <a:pt x="1363" y="3193"/>
                    <a:pt x="1833" y="3274"/>
                    <a:pt x="2325" y="3274"/>
                  </a:cubicBezTo>
                  <a:cubicBezTo>
                    <a:pt x="3401" y="3274"/>
                    <a:pt x="4579" y="2887"/>
                    <a:pt x="4579" y="2887"/>
                  </a:cubicBezTo>
                  <a:cubicBezTo>
                    <a:pt x="4338" y="1923"/>
                    <a:pt x="3089" y="156"/>
                    <a:pt x="2062" y="13"/>
                  </a:cubicBezTo>
                  <a:cubicBezTo>
                    <a:pt x="2002" y="5"/>
                    <a:pt x="1943" y="1"/>
                    <a:pt x="188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3" name="Google Shape;613;p6"/>
            <p:cNvSpPr/>
            <p:nvPr/>
          </p:nvSpPr>
          <p:spPr>
            <a:xfrm rot="1106660">
              <a:off x="8129949" y="771183"/>
              <a:ext cx="380203" cy="191940"/>
            </a:xfrm>
            <a:custGeom>
              <a:avLst/>
              <a:gdLst/>
              <a:ahLst/>
              <a:cxnLst/>
              <a:rect l="l" t="t" r="r" b="b"/>
              <a:pathLst>
                <a:path w="4635" h="2340" extrusionOk="0">
                  <a:moveTo>
                    <a:pt x="104" y="1"/>
                  </a:moveTo>
                  <a:cubicBezTo>
                    <a:pt x="50" y="1"/>
                    <a:pt x="0" y="66"/>
                    <a:pt x="49" y="116"/>
                  </a:cubicBezTo>
                  <a:cubicBezTo>
                    <a:pt x="192" y="240"/>
                    <a:pt x="344" y="348"/>
                    <a:pt x="513" y="437"/>
                  </a:cubicBezTo>
                  <a:cubicBezTo>
                    <a:pt x="719" y="562"/>
                    <a:pt x="942" y="660"/>
                    <a:pt x="1156" y="767"/>
                  </a:cubicBezTo>
                  <a:cubicBezTo>
                    <a:pt x="1272" y="821"/>
                    <a:pt x="1388" y="874"/>
                    <a:pt x="1504" y="919"/>
                  </a:cubicBezTo>
                  <a:cubicBezTo>
                    <a:pt x="1611" y="1204"/>
                    <a:pt x="1718" y="1490"/>
                    <a:pt x="1825" y="1767"/>
                  </a:cubicBezTo>
                  <a:lnTo>
                    <a:pt x="1870" y="1901"/>
                  </a:lnTo>
                  <a:cubicBezTo>
                    <a:pt x="1871" y="1901"/>
                    <a:pt x="1871" y="1902"/>
                    <a:pt x="1872" y="1902"/>
                  </a:cubicBezTo>
                  <a:cubicBezTo>
                    <a:pt x="1887" y="1902"/>
                    <a:pt x="1715" y="1277"/>
                    <a:pt x="1611" y="990"/>
                  </a:cubicBezTo>
                  <a:lnTo>
                    <a:pt x="1593" y="954"/>
                  </a:lnTo>
                  <a:lnTo>
                    <a:pt x="1593" y="954"/>
                  </a:lnTo>
                  <a:cubicBezTo>
                    <a:pt x="1834" y="1044"/>
                    <a:pt x="2066" y="1133"/>
                    <a:pt x="2298" y="1240"/>
                  </a:cubicBezTo>
                  <a:cubicBezTo>
                    <a:pt x="2486" y="1311"/>
                    <a:pt x="2664" y="1392"/>
                    <a:pt x="2843" y="1481"/>
                  </a:cubicBezTo>
                  <a:cubicBezTo>
                    <a:pt x="2950" y="1686"/>
                    <a:pt x="3066" y="1892"/>
                    <a:pt x="3191" y="2097"/>
                  </a:cubicBezTo>
                  <a:lnTo>
                    <a:pt x="3244" y="2204"/>
                  </a:lnTo>
                  <a:cubicBezTo>
                    <a:pt x="3155" y="1972"/>
                    <a:pt x="3057" y="1740"/>
                    <a:pt x="2941" y="1526"/>
                  </a:cubicBezTo>
                  <a:lnTo>
                    <a:pt x="2941" y="1526"/>
                  </a:lnTo>
                  <a:cubicBezTo>
                    <a:pt x="3343" y="1713"/>
                    <a:pt x="3744" y="1909"/>
                    <a:pt x="4146" y="2097"/>
                  </a:cubicBezTo>
                  <a:lnTo>
                    <a:pt x="4619" y="2338"/>
                  </a:lnTo>
                  <a:cubicBezTo>
                    <a:pt x="4621" y="2339"/>
                    <a:pt x="4623" y="2340"/>
                    <a:pt x="4623" y="2340"/>
                  </a:cubicBezTo>
                  <a:cubicBezTo>
                    <a:pt x="4635" y="2340"/>
                    <a:pt x="3913" y="1899"/>
                    <a:pt x="3414" y="1624"/>
                  </a:cubicBezTo>
                  <a:lnTo>
                    <a:pt x="3762" y="1454"/>
                  </a:lnTo>
                  <a:lnTo>
                    <a:pt x="3825" y="1428"/>
                  </a:lnTo>
                  <a:lnTo>
                    <a:pt x="3825" y="1428"/>
                  </a:lnTo>
                  <a:cubicBezTo>
                    <a:pt x="3664" y="1463"/>
                    <a:pt x="3503" y="1517"/>
                    <a:pt x="3351" y="1579"/>
                  </a:cubicBezTo>
                  <a:lnTo>
                    <a:pt x="3343" y="1588"/>
                  </a:lnTo>
                  <a:cubicBezTo>
                    <a:pt x="3039" y="1428"/>
                    <a:pt x="2798" y="1311"/>
                    <a:pt x="2477" y="1169"/>
                  </a:cubicBezTo>
                  <a:cubicBezTo>
                    <a:pt x="2352" y="1115"/>
                    <a:pt x="2218" y="1062"/>
                    <a:pt x="2093" y="1008"/>
                  </a:cubicBezTo>
                  <a:lnTo>
                    <a:pt x="2825" y="597"/>
                  </a:lnTo>
                  <a:lnTo>
                    <a:pt x="2941" y="526"/>
                  </a:lnTo>
                  <a:cubicBezTo>
                    <a:pt x="2942" y="526"/>
                    <a:pt x="2943" y="525"/>
                    <a:pt x="2942" y="525"/>
                  </a:cubicBezTo>
                  <a:lnTo>
                    <a:pt x="2942" y="525"/>
                  </a:lnTo>
                  <a:cubicBezTo>
                    <a:pt x="2938" y="525"/>
                    <a:pt x="2352" y="781"/>
                    <a:pt x="2093" y="928"/>
                  </a:cubicBezTo>
                  <a:lnTo>
                    <a:pt x="2013" y="981"/>
                  </a:lnTo>
                  <a:cubicBezTo>
                    <a:pt x="1816" y="901"/>
                    <a:pt x="1629" y="830"/>
                    <a:pt x="1442" y="749"/>
                  </a:cubicBezTo>
                  <a:lnTo>
                    <a:pt x="1326" y="696"/>
                  </a:lnTo>
                  <a:lnTo>
                    <a:pt x="1986" y="205"/>
                  </a:lnTo>
                  <a:lnTo>
                    <a:pt x="2084" y="124"/>
                  </a:lnTo>
                  <a:cubicBezTo>
                    <a:pt x="2086" y="123"/>
                    <a:pt x="2086" y="123"/>
                    <a:pt x="2086" y="123"/>
                  </a:cubicBezTo>
                  <a:lnTo>
                    <a:pt x="2086" y="123"/>
                  </a:lnTo>
                  <a:cubicBezTo>
                    <a:pt x="2078" y="123"/>
                    <a:pt x="1557" y="435"/>
                    <a:pt x="1326" y="615"/>
                  </a:cubicBezTo>
                  <a:lnTo>
                    <a:pt x="1254" y="669"/>
                  </a:lnTo>
                  <a:cubicBezTo>
                    <a:pt x="1058" y="580"/>
                    <a:pt x="870" y="490"/>
                    <a:pt x="683" y="383"/>
                  </a:cubicBezTo>
                  <a:cubicBezTo>
                    <a:pt x="487" y="285"/>
                    <a:pt x="308" y="160"/>
                    <a:pt x="147" y="17"/>
                  </a:cubicBezTo>
                  <a:cubicBezTo>
                    <a:pt x="134" y="6"/>
                    <a:pt x="119" y="1"/>
                    <a:pt x="10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4" name="Google Shape;614;p6"/>
            <p:cNvSpPr/>
            <p:nvPr/>
          </p:nvSpPr>
          <p:spPr>
            <a:xfrm rot="1106660">
              <a:off x="8203287" y="824302"/>
              <a:ext cx="306787" cy="224094"/>
            </a:xfrm>
            <a:custGeom>
              <a:avLst/>
              <a:gdLst/>
              <a:ahLst/>
              <a:cxnLst/>
              <a:rect l="l" t="t" r="r" b="b"/>
              <a:pathLst>
                <a:path w="3740" h="2732" extrusionOk="0">
                  <a:moveTo>
                    <a:pt x="0" y="1821"/>
                  </a:moveTo>
                  <a:cubicBezTo>
                    <a:pt x="89" y="1911"/>
                    <a:pt x="179" y="1991"/>
                    <a:pt x="286" y="2062"/>
                  </a:cubicBezTo>
                  <a:cubicBezTo>
                    <a:pt x="1205" y="2732"/>
                    <a:pt x="3293" y="2152"/>
                    <a:pt x="3740" y="2018"/>
                  </a:cubicBezTo>
                  <a:cubicBezTo>
                    <a:pt x="3276" y="134"/>
                    <a:pt x="652" y="1"/>
                    <a:pt x="0" y="1821"/>
                  </a:cubicBezTo>
                  <a:close/>
                </a:path>
              </a:pathLst>
            </a:custGeom>
            <a:gradFill>
              <a:gsLst>
                <a:gs pos="0">
                  <a:srgbClr val="FFFFFF">
                    <a:alpha val="0"/>
                  </a:srgbClr>
                </a:gs>
                <a:gs pos="100000">
                  <a:srgbClr val="FFFFFF">
                    <a:alpha val="2196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5" name="Google Shape;615;p6"/>
            <p:cNvSpPr/>
            <p:nvPr/>
          </p:nvSpPr>
          <p:spPr>
            <a:xfrm rot="1106660">
              <a:off x="8181368" y="747974"/>
              <a:ext cx="355102" cy="270766"/>
            </a:xfrm>
            <a:custGeom>
              <a:avLst/>
              <a:gdLst/>
              <a:ahLst/>
              <a:cxnLst/>
              <a:rect l="l" t="t" r="r" b="b"/>
              <a:pathLst>
                <a:path w="4329" h="3301" extrusionOk="0">
                  <a:moveTo>
                    <a:pt x="1597" y="1"/>
                  </a:moveTo>
                  <a:cubicBezTo>
                    <a:pt x="1492" y="1"/>
                    <a:pt x="1388" y="14"/>
                    <a:pt x="1285" y="41"/>
                  </a:cubicBezTo>
                  <a:cubicBezTo>
                    <a:pt x="1044" y="112"/>
                    <a:pt x="821" y="246"/>
                    <a:pt x="643" y="416"/>
                  </a:cubicBezTo>
                  <a:cubicBezTo>
                    <a:pt x="464" y="585"/>
                    <a:pt x="312" y="791"/>
                    <a:pt x="196" y="1014"/>
                  </a:cubicBezTo>
                  <a:cubicBezTo>
                    <a:pt x="312" y="791"/>
                    <a:pt x="464" y="594"/>
                    <a:pt x="652" y="425"/>
                  </a:cubicBezTo>
                  <a:cubicBezTo>
                    <a:pt x="821" y="246"/>
                    <a:pt x="1044" y="121"/>
                    <a:pt x="1285" y="59"/>
                  </a:cubicBezTo>
                  <a:cubicBezTo>
                    <a:pt x="1388" y="32"/>
                    <a:pt x="1492" y="18"/>
                    <a:pt x="1596" y="18"/>
                  </a:cubicBezTo>
                  <a:cubicBezTo>
                    <a:pt x="1736" y="18"/>
                    <a:pt x="1875" y="43"/>
                    <a:pt x="2008" y="94"/>
                  </a:cubicBezTo>
                  <a:cubicBezTo>
                    <a:pt x="2240" y="184"/>
                    <a:pt x="2454" y="309"/>
                    <a:pt x="2642" y="469"/>
                  </a:cubicBezTo>
                  <a:cubicBezTo>
                    <a:pt x="3017" y="791"/>
                    <a:pt x="3347" y="1165"/>
                    <a:pt x="3624" y="1576"/>
                  </a:cubicBezTo>
                  <a:cubicBezTo>
                    <a:pt x="3766" y="1781"/>
                    <a:pt x="3891" y="1995"/>
                    <a:pt x="3998" y="2219"/>
                  </a:cubicBezTo>
                  <a:cubicBezTo>
                    <a:pt x="4110" y="2425"/>
                    <a:pt x="4197" y="2647"/>
                    <a:pt x="4259" y="2878"/>
                  </a:cubicBezTo>
                  <a:lnTo>
                    <a:pt x="4259" y="2878"/>
                  </a:lnTo>
                  <a:cubicBezTo>
                    <a:pt x="3803" y="3026"/>
                    <a:pt x="3329" y="3130"/>
                    <a:pt x="2856" y="3200"/>
                  </a:cubicBezTo>
                  <a:cubicBezTo>
                    <a:pt x="2615" y="3236"/>
                    <a:pt x="2365" y="3263"/>
                    <a:pt x="2124" y="3263"/>
                  </a:cubicBezTo>
                  <a:cubicBezTo>
                    <a:pt x="2083" y="3264"/>
                    <a:pt x="2041" y="3265"/>
                    <a:pt x="1999" y="3265"/>
                  </a:cubicBezTo>
                  <a:cubicBezTo>
                    <a:pt x="1798" y="3265"/>
                    <a:pt x="1592" y="3248"/>
                    <a:pt x="1392" y="3218"/>
                  </a:cubicBezTo>
                  <a:cubicBezTo>
                    <a:pt x="910" y="3120"/>
                    <a:pt x="482" y="2834"/>
                    <a:pt x="214" y="2415"/>
                  </a:cubicBezTo>
                  <a:cubicBezTo>
                    <a:pt x="80" y="2210"/>
                    <a:pt x="9" y="1960"/>
                    <a:pt x="18" y="1719"/>
                  </a:cubicBezTo>
                  <a:cubicBezTo>
                    <a:pt x="18" y="1471"/>
                    <a:pt x="79" y="1233"/>
                    <a:pt x="193" y="1020"/>
                  </a:cubicBezTo>
                  <a:lnTo>
                    <a:pt x="193" y="1020"/>
                  </a:lnTo>
                  <a:cubicBezTo>
                    <a:pt x="79" y="1233"/>
                    <a:pt x="18" y="1471"/>
                    <a:pt x="9" y="1719"/>
                  </a:cubicBezTo>
                  <a:cubicBezTo>
                    <a:pt x="0" y="1969"/>
                    <a:pt x="71" y="2210"/>
                    <a:pt x="205" y="2424"/>
                  </a:cubicBezTo>
                  <a:cubicBezTo>
                    <a:pt x="473" y="2843"/>
                    <a:pt x="901" y="3138"/>
                    <a:pt x="1392" y="3236"/>
                  </a:cubicBezTo>
                  <a:cubicBezTo>
                    <a:pt x="1594" y="3281"/>
                    <a:pt x="1796" y="3301"/>
                    <a:pt x="2003" y="3301"/>
                  </a:cubicBezTo>
                  <a:cubicBezTo>
                    <a:pt x="2043" y="3301"/>
                    <a:pt x="2084" y="3300"/>
                    <a:pt x="2124" y="3299"/>
                  </a:cubicBezTo>
                  <a:cubicBezTo>
                    <a:pt x="2374" y="3290"/>
                    <a:pt x="2615" y="3272"/>
                    <a:pt x="2865" y="3236"/>
                  </a:cubicBezTo>
                  <a:cubicBezTo>
                    <a:pt x="3347" y="3174"/>
                    <a:pt x="3829" y="3066"/>
                    <a:pt x="4302" y="2924"/>
                  </a:cubicBezTo>
                  <a:lnTo>
                    <a:pt x="4329" y="2915"/>
                  </a:lnTo>
                  <a:lnTo>
                    <a:pt x="4320" y="2888"/>
                  </a:lnTo>
                  <a:cubicBezTo>
                    <a:pt x="4248" y="2647"/>
                    <a:pt x="4159" y="2415"/>
                    <a:pt x="4043" y="2192"/>
                  </a:cubicBezTo>
                  <a:cubicBezTo>
                    <a:pt x="3927" y="1978"/>
                    <a:pt x="3802" y="1763"/>
                    <a:pt x="3659" y="1558"/>
                  </a:cubicBezTo>
                  <a:cubicBezTo>
                    <a:pt x="3374" y="1139"/>
                    <a:pt x="3043" y="773"/>
                    <a:pt x="2660" y="451"/>
                  </a:cubicBezTo>
                  <a:cubicBezTo>
                    <a:pt x="2472" y="291"/>
                    <a:pt x="2249" y="157"/>
                    <a:pt x="2017" y="77"/>
                  </a:cubicBezTo>
                  <a:cubicBezTo>
                    <a:pt x="1879" y="25"/>
                    <a:pt x="1738" y="1"/>
                    <a:pt x="159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6" name="Google Shape;616;p6"/>
            <p:cNvSpPr/>
            <p:nvPr/>
          </p:nvSpPr>
          <p:spPr>
            <a:xfrm rot="1106660">
              <a:off x="7994340" y="951220"/>
              <a:ext cx="138546" cy="227867"/>
            </a:xfrm>
            <a:custGeom>
              <a:avLst/>
              <a:gdLst/>
              <a:ahLst/>
              <a:cxnLst/>
              <a:rect l="l" t="t" r="r" b="b"/>
              <a:pathLst>
                <a:path w="1689" h="2778" extrusionOk="0">
                  <a:moveTo>
                    <a:pt x="1108" y="1"/>
                  </a:moveTo>
                  <a:cubicBezTo>
                    <a:pt x="747" y="433"/>
                    <a:pt x="1" y="2777"/>
                    <a:pt x="813" y="2777"/>
                  </a:cubicBezTo>
                  <a:cubicBezTo>
                    <a:pt x="822" y="2777"/>
                    <a:pt x="831" y="2777"/>
                    <a:pt x="841" y="2776"/>
                  </a:cubicBezTo>
                  <a:cubicBezTo>
                    <a:pt x="1689" y="2723"/>
                    <a:pt x="1109" y="1"/>
                    <a:pt x="1108" y="1"/>
                  </a:cubicBezTo>
                  <a:close/>
                </a:path>
              </a:pathLst>
            </a:custGeom>
            <a:solidFill>
              <a:srgbClr val="EE7B2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7" name="Google Shape;617;p6"/>
            <p:cNvSpPr/>
            <p:nvPr/>
          </p:nvSpPr>
          <p:spPr>
            <a:xfrm rot="1106660">
              <a:off x="8096344" y="995056"/>
              <a:ext cx="243871" cy="101466"/>
            </a:xfrm>
            <a:custGeom>
              <a:avLst/>
              <a:gdLst/>
              <a:ahLst/>
              <a:cxnLst/>
              <a:rect l="l" t="t" r="r" b="b"/>
              <a:pathLst>
                <a:path w="2973" h="1237" extrusionOk="0">
                  <a:moveTo>
                    <a:pt x="277" y="0"/>
                  </a:moveTo>
                  <a:cubicBezTo>
                    <a:pt x="162" y="0"/>
                    <a:pt x="68" y="8"/>
                    <a:pt x="1" y="24"/>
                  </a:cubicBezTo>
                  <a:cubicBezTo>
                    <a:pt x="1" y="24"/>
                    <a:pt x="1471" y="1237"/>
                    <a:pt x="2224" y="1237"/>
                  </a:cubicBezTo>
                  <a:cubicBezTo>
                    <a:pt x="2380" y="1237"/>
                    <a:pt x="2505" y="1185"/>
                    <a:pt x="2580" y="1059"/>
                  </a:cubicBezTo>
                  <a:cubicBezTo>
                    <a:pt x="2972" y="416"/>
                    <a:pt x="1108" y="0"/>
                    <a:pt x="27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8" name="Google Shape;618;p6"/>
            <p:cNvSpPr/>
            <p:nvPr/>
          </p:nvSpPr>
          <p:spPr>
            <a:xfrm rot="1106660">
              <a:off x="8089754" y="1053031"/>
              <a:ext cx="157413" cy="215317"/>
            </a:xfrm>
            <a:custGeom>
              <a:avLst/>
              <a:gdLst/>
              <a:ahLst/>
              <a:cxnLst/>
              <a:rect l="l" t="t" r="r" b="b"/>
              <a:pathLst>
                <a:path w="1919" h="2625" extrusionOk="0">
                  <a:moveTo>
                    <a:pt x="107" y="0"/>
                  </a:moveTo>
                  <a:lnTo>
                    <a:pt x="107" y="0"/>
                  </a:lnTo>
                  <a:cubicBezTo>
                    <a:pt x="0" y="508"/>
                    <a:pt x="397" y="2624"/>
                    <a:pt x="1022" y="2624"/>
                  </a:cubicBezTo>
                  <a:cubicBezTo>
                    <a:pt x="1078" y="2624"/>
                    <a:pt x="1136" y="2607"/>
                    <a:pt x="1195" y="2571"/>
                  </a:cubicBezTo>
                  <a:cubicBezTo>
                    <a:pt x="1918" y="2116"/>
                    <a:pt x="107" y="0"/>
                    <a:pt x="107" y="0"/>
                  </a:cubicBezTo>
                  <a:close/>
                </a:path>
              </a:pathLst>
            </a:custGeom>
            <a:solidFill>
              <a:srgbClr val="EE7B2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9" name="Google Shape;619;p6"/>
            <p:cNvSpPr/>
            <p:nvPr/>
          </p:nvSpPr>
          <p:spPr>
            <a:xfrm rot="1106660">
              <a:off x="7967943" y="837488"/>
              <a:ext cx="138793" cy="227867"/>
            </a:xfrm>
            <a:custGeom>
              <a:avLst/>
              <a:gdLst/>
              <a:ahLst/>
              <a:cxnLst/>
              <a:rect l="l" t="t" r="r" b="b"/>
              <a:pathLst>
                <a:path w="1692" h="2778" extrusionOk="0">
                  <a:moveTo>
                    <a:pt x="1112" y="1"/>
                  </a:moveTo>
                  <a:cubicBezTo>
                    <a:pt x="740" y="425"/>
                    <a:pt x="1" y="2777"/>
                    <a:pt x="812" y="2777"/>
                  </a:cubicBezTo>
                  <a:cubicBezTo>
                    <a:pt x="819" y="2777"/>
                    <a:pt x="827" y="2777"/>
                    <a:pt x="835" y="2777"/>
                  </a:cubicBezTo>
                  <a:cubicBezTo>
                    <a:pt x="1692" y="2723"/>
                    <a:pt x="1112" y="1"/>
                    <a:pt x="1112" y="1"/>
                  </a:cubicBezTo>
                  <a:close/>
                </a:path>
              </a:pathLst>
            </a:custGeom>
            <a:solidFill>
              <a:srgbClr val="EE7B2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0" name="Google Shape;620;p6"/>
            <p:cNvSpPr/>
            <p:nvPr/>
          </p:nvSpPr>
          <p:spPr>
            <a:xfrm rot="1106660">
              <a:off x="8069636" y="880715"/>
              <a:ext cx="244117" cy="101958"/>
            </a:xfrm>
            <a:custGeom>
              <a:avLst/>
              <a:gdLst/>
              <a:ahLst/>
              <a:cxnLst/>
              <a:rect l="l" t="t" r="r" b="b"/>
              <a:pathLst>
                <a:path w="2976" h="1243" extrusionOk="0">
                  <a:moveTo>
                    <a:pt x="258" y="0"/>
                  </a:moveTo>
                  <a:cubicBezTo>
                    <a:pt x="152" y="0"/>
                    <a:pt x="63" y="7"/>
                    <a:pt x="0" y="21"/>
                  </a:cubicBezTo>
                  <a:cubicBezTo>
                    <a:pt x="0" y="21"/>
                    <a:pt x="1479" y="1242"/>
                    <a:pt x="2233" y="1242"/>
                  </a:cubicBezTo>
                  <a:cubicBezTo>
                    <a:pt x="2389" y="1242"/>
                    <a:pt x="2514" y="1191"/>
                    <a:pt x="2588" y="1066"/>
                  </a:cubicBezTo>
                  <a:cubicBezTo>
                    <a:pt x="2976" y="417"/>
                    <a:pt x="1080" y="0"/>
                    <a:pt x="25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1" name="Google Shape;621;p6"/>
            <p:cNvSpPr/>
            <p:nvPr/>
          </p:nvSpPr>
          <p:spPr>
            <a:xfrm rot="1106660">
              <a:off x="7948368" y="725046"/>
              <a:ext cx="136988" cy="229671"/>
            </a:xfrm>
            <a:custGeom>
              <a:avLst/>
              <a:gdLst/>
              <a:ahLst/>
              <a:cxnLst/>
              <a:rect l="l" t="t" r="r" b="b"/>
              <a:pathLst>
                <a:path w="1670" h="2800" extrusionOk="0">
                  <a:moveTo>
                    <a:pt x="777" y="0"/>
                  </a:moveTo>
                  <a:cubicBezTo>
                    <a:pt x="465" y="469"/>
                    <a:pt x="1" y="2800"/>
                    <a:pt x="753" y="2800"/>
                  </a:cubicBezTo>
                  <a:cubicBezTo>
                    <a:pt x="775" y="2800"/>
                    <a:pt x="798" y="2798"/>
                    <a:pt x="822" y="2794"/>
                  </a:cubicBezTo>
                  <a:cubicBezTo>
                    <a:pt x="1670" y="2642"/>
                    <a:pt x="777" y="0"/>
                    <a:pt x="777" y="0"/>
                  </a:cubicBezTo>
                  <a:close/>
                </a:path>
              </a:pathLst>
            </a:custGeom>
            <a:solidFill>
              <a:srgbClr val="EE7B2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2" name="Google Shape;622;p6"/>
            <p:cNvSpPr/>
            <p:nvPr/>
          </p:nvSpPr>
          <p:spPr>
            <a:xfrm rot="1106660">
              <a:off x="8028104" y="756651"/>
              <a:ext cx="242395" cy="84978"/>
            </a:xfrm>
            <a:custGeom>
              <a:avLst/>
              <a:gdLst/>
              <a:ahLst/>
              <a:cxnLst/>
              <a:rect l="l" t="t" r="r" b="b"/>
              <a:pathLst>
                <a:path w="2955" h="1036" extrusionOk="0">
                  <a:moveTo>
                    <a:pt x="696" y="1"/>
                  </a:moveTo>
                  <a:cubicBezTo>
                    <a:pt x="391" y="1"/>
                    <a:pt x="134" y="27"/>
                    <a:pt x="0" y="73"/>
                  </a:cubicBezTo>
                  <a:cubicBezTo>
                    <a:pt x="0" y="73"/>
                    <a:pt x="1483" y="1035"/>
                    <a:pt x="2263" y="1035"/>
                  </a:cubicBezTo>
                  <a:cubicBezTo>
                    <a:pt x="2462" y="1035"/>
                    <a:pt x="2616" y="972"/>
                    <a:pt x="2687" y="814"/>
                  </a:cubicBezTo>
                  <a:cubicBezTo>
                    <a:pt x="2955" y="232"/>
                    <a:pt x="1611" y="1"/>
                    <a:pt x="69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3" name="Google Shape;623;p6"/>
            <p:cNvSpPr/>
            <p:nvPr/>
          </p:nvSpPr>
          <p:spPr>
            <a:xfrm rot="1106660">
              <a:off x="7920397" y="620107"/>
              <a:ext cx="133297" cy="227621"/>
            </a:xfrm>
            <a:custGeom>
              <a:avLst/>
              <a:gdLst/>
              <a:ahLst/>
              <a:cxnLst/>
              <a:rect l="l" t="t" r="r" b="b"/>
              <a:pathLst>
                <a:path w="1625" h="2775" extrusionOk="0">
                  <a:moveTo>
                    <a:pt x="446" y="0"/>
                  </a:moveTo>
                  <a:cubicBezTo>
                    <a:pt x="199" y="477"/>
                    <a:pt x="1" y="2775"/>
                    <a:pt x="697" y="2775"/>
                  </a:cubicBezTo>
                  <a:cubicBezTo>
                    <a:pt x="730" y="2775"/>
                    <a:pt x="765" y="2769"/>
                    <a:pt x="803" y="2758"/>
                  </a:cubicBezTo>
                  <a:cubicBezTo>
                    <a:pt x="1624" y="2526"/>
                    <a:pt x="446" y="1"/>
                    <a:pt x="446" y="0"/>
                  </a:cubicBezTo>
                  <a:close/>
                </a:path>
              </a:pathLst>
            </a:custGeom>
            <a:solidFill>
              <a:srgbClr val="EE7B2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4" name="Google Shape;624;p6"/>
            <p:cNvSpPr/>
            <p:nvPr/>
          </p:nvSpPr>
          <p:spPr>
            <a:xfrm rot="1106660">
              <a:off x="7978660" y="634617"/>
              <a:ext cx="238621" cy="74233"/>
            </a:xfrm>
            <a:custGeom>
              <a:avLst/>
              <a:gdLst/>
              <a:ahLst/>
              <a:cxnLst/>
              <a:rect l="l" t="t" r="r" b="b"/>
              <a:pathLst>
                <a:path w="2909" h="905" extrusionOk="0">
                  <a:moveTo>
                    <a:pt x="1338" y="1"/>
                  </a:moveTo>
                  <a:cubicBezTo>
                    <a:pt x="777" y="1"/>
                    <a:pt x="216" y="81"/>
                    <a:pt x="0" y="186"/>
                  </a:cubicBezTo>
                  <a:cubicBezTo>
                    <a:pt x="0" y="186"/>
                    <a:pt x="1424" y="905"/>
                    <a:pt x="2234" y="905"/>
                  </a:cubicBezTo>
                  <a:cubicBezTo>
                    <a:pt x="2495" y="905"/>
                    <a:pt x="2693" y="830"/>
                    <a:pt x="2758" y="632"/>
                  </a:cubicBezTo>
                  <a:cubicBezTo>
                    <a:pt x="2909" y="159"/>
                    <a:pt x="2123" y="1"/>
                    <a:pt x="133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5" name="Google Shape;625;p6"/>
            <p:cNvSpPr/>
            <p:nvPr/>
          </p:nvSpPr>
          <p:spPr>
            <a:xfrm rot="1106660">
              <a:off x="7957080" y="814281"/>
              <a:ext cx="81290" cy="142888"/>
            </a:xfrm>
            <a:custGeom>
              <a:avLst/>
              <a:gdLst/>
              <a:ahLst/>
              <a:cxnLst/>
              <a:rect l="l" t="t" r="r" b="b"/>
              <a:pathLst>
                <a:path w="991" h="1742" extrusionOk="0">
                  <a:moveTo>
                    <a:pt x="527" y="1652"/>
                  </a:moveTo>
                  <a:cubicBezTo>
                    <a:pt x="991" y="1572"/>
                    <a:pt x="928" y="742"/>
                    <a:pt x="785" y="1"/>
                  </a:cubicBezTo>
                  <a:cubicBezTo>
                    <a:pt x="544" y="54"/>
                    <a:pt x="312" y="135"/>
                    <a:pt x="98" y="242"/>
                  </a:cubicBezTo>
                  <a:cubicBezTo>
                    <a:pt x="0" y="991"/>
                    <a:pt x="54" y="1741"/>
                    <a:pt x="527" y="1652"/>
                  </a:cubicBezTo>
                  <a:close/>
                </a:path>
              </a:pathLst>
            </a:custGeom>
            <a:gradFill>
              <a:gsLst>
                <a:gs pos="0">
                  <a:srgbClr val="FFFFFF">
                    <a:alpha val="0"/>
                  </a:srgbClr>
                </a:gs>
                <a:gs pos="100000">
                  <a:srgbClr val="FFFFFF">
                    <a:alpha val="2196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 name="Google Shape;626;p6"/>
            <p:cNvSpPr/>
            <p:nvPr/>
          </p:nvSpPr>
          <p:spPr>
            <a:xfrm rot="1106660">
              <a:off x="7944886" y="852957"/>
              <a:ext cx="333201" cy="396840"/>
            </a:xfrm>
            <a:custGeom>
              <a:avLst/>
              <a:gdLst/>
              <a:ahLst/>
              <a:cxnLst/>
              <a:rect l="l" t="t" r="r" b="b"/>
              <a:pathLst>
                <a:path w="4062" h="4838" extrusionOk="0">
                  <a:moveTo>
                    <a:pt x="4061" y="2562"/>
                  </a:moveTo>
                  <a:cubicBezTo>
                    <a:pt x="4035" y="2258"/>
                    <a:pt x="3954" y="1964"/>
                    <a:pt x="3820" y="1687"/>
                  </a:cubicBezTo>
                  <a:cubicBezTo>
                    <a:pt x="3214" y="1419"/>
                    <a:pt x="2267" y="1286"/>
                    <a:pt x="1857" y="1330"/>
                  </a:cubicBezTo>
                  <a:lnTo>
                    <a:pt x="1830" y="1330"/>
                  </a:lnTo>
                  <a:cubicBezTo>
                    <a:pt x="1616" y="964"/>
                    <a:pt x="1393" y="607"/>
                    <a:pt x="1161" y="268"/>
                  </a:cubicBezTo>
                  <a:lnTo>
                    <a:pt x="1188" y="268"/>
                  </a:lnTo>
                  <a:cubicBezTo>
                    <a:pt x="1687" y="661"/>
                    <a:pt x="3124" y="1705"/>
                    <a:pt x="3553" y="1232"/>
                  </a:cubicBezTo>
                  <a:cubicBezTo>
                    <a:pt x="3214" y="768"/>
                    <a:pt x="2749" y="420"/>
                    <a:pt x="2214" y="215"/>
                  </a:cubicBezTo>
                  <a:cubicBezTo>
                    <a:pt x="1750" y="125"/>
                    <a:pt x="1286" y="90"/>
                    <a:pt x="1063" y="125"/>
                  </a:cubicBezTo>
                  <a:cubicBezTo>
                    <a:pt x="1027" y="81"/>
                    <a:pt x="1000" y="45"/>
                    <a:pt x="973" y="0"/>
                  </a:cubicBezTo>
                  <a:lnTo>
                    <a:pt x="857" y="0"/>
                  </a:lnTo>
                  <a:cubicBezTo>
                    <a:pt x="902" y="54"/>
                    <a:pt x="947" y="116"/>
                    <a:pt x="982" y="170"/>
                  </a:cubicBezTo>
                  <a:cubicBezTo>
                    <a:pt x="973" y="179"/>
                    <a:pt x="964" y="188"/>
                    <a:pt x="964" y="206"/>
                  </a:cubicBezTo>
                  <a:lnTo>
                    <a:pt x="964" y="295"/>
                  </a:lnTo>
                  <a:cubicBezTo>
                    <a:pt x="581" y="946"/>
                    <a:pt x="1" y="2981"/>
                    <a:pt x="786" y="2928"/>
                  </a:cubicBezTo>
                  <a:cubicBezTo>
                    <a:pt x="1518" y="2892"/>
                    <a:pt x="1196" y="893"/>
                    <a:pt x="1089" y="313"/>
                  </a:cubicBezTo>
                  <a:cubicBezTo>
                    <a:pt x="1330" y="661"/>
                    <a:pt x="1553" y="1018"/>
                    <a:pt x="1759" y="1375"/>
                  </a:cubicBezTo>
                  <a:lnTo>
                    <a:pt x="1759" y="1446"/>
                  </a:lnTo>
                  <a:cubicBezTo>
                    <a:pt x="1375" y="2008"/>
                    <a:pt x="723" y="4195"/>
                    <a:pt x="1536" y="4150"/>
                  </a:cubicBezTo>
                  <a:cubicBezTo>
                    <a:pt x="2250" y="4106"/>
                    <a:pt x="1964" y="2214"/>
                    <a:pt x="1848" y="1580"/>
                  </a:cubicBezTo>
                  <a:lnTo>
                    <a:pt x="1848" y="1544"/>
                  </a:lnTo>
                  <a:cubicBezTo>
                    <a:pt x="1955" y="1741"/>
                    <a:pt x="2107" y="2026"/>
                    <a:pt x="2250" y="2303"/>
                  </a:cubicBezTo>
                  <a:cubicBezTo>
                    <a:pt x="2223" y="2990"/>
                    <a:pt x="2624" y="4838"/>
                    <a:pt x="3214" y="4766"/>
                  </a:cubicBezTo>
                  <a:cubicBezTo>
                    <a:pt x="3330" y="4659"/>
                    <a:pt x="3428" y="4543"/>
                    <a:pt x="3526" y="4427"/>
                  </a:cubicBezTo>
                  <a:cubicBezTo>
                    <a:pt x="3597" y="3695"/>
                    <a:pt x="2267" y="2151"/>
                    <a:pt x="2267" y="2151"/>
                  </a:cubicBezTo>
                  <a:lnTo>
                    <a:pt x="2267" y="2151"/>
                  </a:lnTo>
                  <a:cubicBezTo>
                    <a:pt x="2160" y="1919"/>
                    <a:pt x="2035" y="1687"/>
                    <a:pt x="1910" y="1455"/>
                  </a:cubicBezTo>
                  <a:cubicBezTo>
                    <a:pt x="2303" y="1776"/>
                    <a:pt x="3472" y="2633"/>
                    <a:pt x="4061" y="2562"/>
                  </a:cubicBezTo>
                  <a:close/>
                </a:path>
              </a:pathLst>
            </a:custGeom>
            <a:gradFill>
              <a:gsLst>
                <a:gs pos="0">
                  <a:srgbClr val="FFFFFF">
                    <a:alpha val="0"/>
                  </a:srgbClr>
                </a:gs>
                <a:gs pos="100000">
                  <a:srgbClr val="FFFFFF">
                    <a:alpha val="2196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7" name="Google Shape;627;p6"/>
            <p:cNvSpPr/>
            <p:nvPr/>
          </p:nvSpPr>
          <p:spPr>
            <a:xfrm rot="1106660">
              <a:off x="7938790" y="821194"/>
              <a:ext cx="35190" cy="22803"/>
            </a:xfrm>
            <a:custGeom>
              <a:avLst/>
              <a:gdLst/>
              <a:ahLst/>
              <a:cxnLst/>
              <a:rect l="l" t="t" r="r" b="b"/>
              <a:pathLst>
                <a:path w="429" h="278" extrusionOk="0">
                  <a:moveTo>
                    <a:pt x="179" y="250"/>
                  </a:moveTo>
                  <a:cubicBezTo>
                    <a:pt x="295" y="215"/>
                    <a:pt x="393" y="116"/>
                    <a:pt x="429" y="0"/>
                  </a:cubicBezTo>
                  <a:cubicBezTo>
                    <a:pt x="277" y="72"/>
                    <a:pt x="134" y="161"/>
                    <a:pt x="0" y="259"/>
                  </a:cubicBezTo>
                  <a:cubicBezTo>
                    <a:pt x="63" y="277"/>
                    <a:pt x="116" y="268"/>
                    <a:pt x="179" y="250"/>
                  </a:cubicBezTo>
                  <a:close/>
                </a:path>
              </a:pathLst>
            </a:custGeom>
            <a:gradFill>
              <a:gsLst>
                <a:gs pos="0">
                  <a:srgbClr val="FFFFFF">
                    <a:alpha val="0"/>
                  </a:srgbClr>
                </a:gs>
                <a:gs pos="100000">
                  <a:srgbClr val="FFFFFF">
                    <a:alpha val="2196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8" name="Google Shape;628;p6"/>
            <p:cNvSpPr/>
            <p:nvPr/>
          </p:nvSpPr>
          <p:spPr>
            <a:xfrm rot="1106660">
              <a:off x="8094801" y="1044175"/>
              <a:ext cx="108360" cy="217614"/>
            </a:xfrm>
            <a:custGeom>
              <a:avLst/>
              <a:gdLst/>
              <a:ahLst/>
              <a:cxnLst/>
              <a:rect l="l" t="t" r="r" b="b"/>
              <a:pathLst>
                <a:path w="1321" h="2653" extrusionOk="0">
                  <a:moveTo>
                    <a:pt x="1259" y="1911"/>
                  </a:moveTo>
                  <a:cubicBezTo>
                    <a:pt x="1294" y="2027"/>
                    <a:pt x="1321" y="2152"/>
                    <a:pt x="1321" y="2277"/>
                  </a:cubicBezTo>
                  <a:cubicBezTo>
                    <a:pt x="1321" y="2152"/>
                    <a:pt x="1303" y="2027"/>
                    <a:pt x="1259" y="1911"/>
                  </a:cubicBezTo>
                  <a:close/>
                  <a:moveTo>
                    <a:pt x="47" y="1"/>
                  </a:moveTo>
                  <a:cubicBezTo>
                    <a:pt x="36" y="1"/>
                    <a:pt x="23" y="8"/>
                    <a:pt x="18" y="19"/>
                  </a:cubicBezTo>
                  <a:cubicBezTo>
                    <a:pt x="0" y="153"/>
                    <a:pt x="0" y="287"/>
                    <a:pt x="9" y="421"/>
                  </a:cubicBezTo>
                  <a:cubicBezTo>
                    <a:pt x="18" y="546"/>
                    <a:pt x="36" y="680"/>
                    <a:pt x="54" y="805"/>
                  </a:cubicBezTo>
                  <a:cubicBezTo>
                    <a:pt x="98" y="1064"/>
                    <a:pt x="161" y="1322"/>
                    <a:pt x="232" y="1572"/>
                  </a:cubicBezTo>
                  <a:cubicBezTo>
                    <a:pt x="304" y="1822"/>
                    <a:pt x="411" y="2063"/>
                    <a:pt x="536" y="2286"/>
                  </a:cubicBezTo>
                  <a:cubicBezTo>
                    <a:pt x="598" y="2402"/>
                    <a:pt x="687" y="2500"/>
                    <a:pt x="785" y="2581"/>
                  </a:cubicBezTo>
                  <a:cubicBezTo>
                    <a:pt x="839" y="2625"/>
                    <a:pt x="902" y="2643"/>
                    <a:pt x="973" y="2652"/>
                  </a:cubicBezTo>
                  <a:cubicBezTo>
                    <a:pt x="1035" y="2643"/>
                    <a:pt x="1097" y="2626"/>
                    <a:pt x="1150" y="2591"/>
                  </a:cubicBezTo>
                  <a:lnTo>
                    <a:pt x="1150" y="2591"/>
                  </a:lnTo>
                  <a:cubicBezTo>
                    <a:pt x="1097" y="2626"/>
                    <a:pt x="1035" y="2643"/>
                    <a:pt x="973" y="2643"/>
                  </a:cubicBezTo>
                  <a:cubicBezTo>
                    <a:pt x="902" y="2634"/>
                    <a:pt x="839" y="2617"/>
                    <a:pt x="794" y="2581"/>
                  </a:cubicBezTo>
                  <a:cubicBezTo>
                    <a:pt x="687" y="2500"/>
                    <a:pt x="607" y="2393"/>
                    <a:pt x="545" y="2286"/>
                  </a:cubicBezTo>
                  <a:cubicBezTo>
                    <a:pt x="420" y="2054"/>
                    <a:pt x="321" y="1813"/>
                    <a:pt x="259" y="1563"/>
                  </a:cubicBezTo>
                  <a:cubicBezTo>
                    <a:pt x="188" y="1305"/>
                    <a:pt x="134" y="1055"/>
                    <a:pt x="98" y="796"/>
                  </a:cubicBezTo>
                  <a:cubicBezTo>
                    <a:pt x="80" y="671"/>
                    <a:pt x="63" y="537"/>
                    <a:pt x="63" y="412"/>
                  </a:cubicBezTo>
                  <a:cubicBezTo>
                    <a:pt x="48" y="307"/>
                    <a:pt x="51" y="196"/>
                    <a:pt x="64" y="89"/>
                  </a:cubicBezTo>
                  <a:lnTo>
                    <a:pt x="64" y="89"/>
                  </a:lnTo>
                  <a:cubicBezTo>
                    <a:pt x="212" y="264"/>
                    <a:pt x="359" y="445"/>
                    <a:pt x="491" y="626"/>
                  </a:cubicBezTo>
                  <a:cubicBezTo>
                    <a:pt x="643" y="823"/>
                    <a:pt x="785" y="1028"/>
                    <a:pt x="919" y="1242"/>
                  </a:cubicBezTo>
                  <a:cubicBezTo>
                    <a:pt x="1053" y="1447"/>
                    <a:pt x="1169" y="1670"/>
                    <a:pt x="1259" y="1911"/>
                  </a:cubicBezTo>
                  <a:cubicBezTo>
                    <a:pt x="1178" y="1670"/>
                    <a:pt x="1071" y="1447"/>
                    <a:pt x="937" y="1233"/>
                  </a:cubicBezTo>
                  <a:cubicBezTo>
                    <a:pt x="687" y="796"/>
                    <a:pt x="393" y="394"/>
                    <a:pt x="63" y="10"/>
                  </a:cubicBezTo>
                  <a:cubicBezTo>
                    <a:pt x="59" y="4"/>
                    <a:pt x="53" y="1"/>
                    <a:pt x="47" y="1"/>
                  </a:cubicBezTo>
                  <a:close/>
                </a:path>
              </a:pathLst>
            </a:custGeom>
            <a:gradFill>
              <a:gsLst>
                <a:gs pos="0">
                  <a:srgbClr val="FFFFFF">
                    <a:alpha val="0"/>
                  </a:srgbClr>
                </a:gs>
                <a:gs pos="100000">
                  <a:srgbClr val="FFFFFF">
                    <a:alpha val="2196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 name="Google Shape;629;p6"/>
            <p:cNvSpPr/>
            <p:nvPr/>
          </p:nvSpPr>
          <p:spPr>
            <a:xfrm rot="1106660">
              <a:off x="8030379" y="950966"/>
              <a:ext cx="72513" cy="229179"/>
            </a:xfrm>
            <a:custGeom>
              <a:avLst/>
              <a:gdLst/>
              <a:ahLst/>
              <a:cxnLst/>
              <a:rect l="l" t="t" r="r" b="b"/>
              <a:pathLst>
                <a:path w="884" h="2794" extrusionOk="0">
                  <a:moveTo>
                    <a:pt x="669" y="0"/>
                  </a:moveTo>
                  <a:cubicBezTo>
                    <a:pt x="663" y="0"/>
                    <a:pt x="656" y="2"/>
                    <a:pt x="652" y="7"/>
                  </a:cubicBezTo>
                  <a:cubicBezTo>
                    <a:pt x="571" y="114"/>
                    <a:pt x="500" y="221"/>
                    <a:pt x="455" y="346"/>
                  </a:cubicBezTo>
                  <a:cubicBezTo>
                    <a:pt x="393" y="462"/>
                    <a:pt x="348" y="578"/>
                    <a:pt x="304" y="703"/>
                  </a:cubicBezTo>
                  <a:cubicBezTo>
                    <a:pt x="214" y="953"/>
                    <a:pt x="143" y="1203"/>
                    <a:pt x="89" y="1453"/>
                  </a:cubicBezTo>
                  <a:cubicBezTo>
                    <a:pt x="36" y="1712"/>
                    <a:pt x="0" y="1970"/>
                    <a:pt x="9" y="2229"/>
                  </a:cubicBezTo>
                  <a:cubicBezTo>
                    <a:pt x="9" y="2363"/>
                    <a:pt x="36" y="2488"/>
                    <a:pt x="89" y="2613"/>
                  </a:cubicBezTo>
                  <a:cubicBezTo>
                    <a:pt x="116" y="2667"/>
                    <a:pt x="161" y="2720"/>
                    <a:pt x="214" y="2756"/>
                  </a:cubicBezTo>
                  <a:cubicBezTo>
                    <a:pt x="258" y="2778"/>
                    <a:pt x="315" y="2794"/>
                    <a:pt x="368" y="2794"/>
                  </a:cubicBezTo>
                  <a:cubicBezTo>
                    <a:pt x="379" y="2794"/>
                    <a:pt x="391" y="2793"/>
                    <a:pt x="402" y="2791"/>
                  </a:cubicBezTo>
                  <a:cubicBezTo>
                    <a:pt x="339" y="2791"/>
                    <a:pt x="277" y="2783"/>
                    <a:pt x="223" y="2747"/>
                  </a:cubicBezTo>
                  <a:cubicBezTo>
                    <a:pt x="161" y="2711"/>
                    <a:pt x="125" y="2667"/>
                    <a:pt x="98" y="2604"/>
                  </a:cubicBezTo>
                  <a:cubicBezTo>
                    <a:pt x="45" y="2488"/>
                    <a:pt x="18" y="2363"/>
                    <a:pt x="18" y="2229"/>
                  </a:cubicBezTo>
                  <a:cubicBezTo>
                    <a:pt x="27" y="1970"/>
                    <a:pt x="54" y="1712"/>
                    <a:pt x="125" y="1462"/>
                  </a:cubicBezTo>
                  <a:cubicBezTo>
                    <a:pt x="179" y="1212"/>
                    <a:pt x="259" y="962"/>
                    <a:pt x="348" y="721"/>
                  </a:cubicBezTo>
                  <a:cubicBezTo>
                    <a:pt x="393" y="596"/>
                    <a:pt x="437" y="471"/>
                    <a:pt x="500" y="364"/>
                  </a:cubicBezTo>
                  <a:cubicBezTo>
                    <a:pt x="538" y="266"/>
                    <a:pt x="595" y="167"/>
                    <a:pt x="655" y="80"/>
                  </a:cubicBezTo>
                  <a:lnTo>
                    <a:pt x="655" y="80"/>
                  </a:lnTo>
                  <a:cubicBezTo>
                    <a:pt x="702" y="304"/>
                    <a:pt x="735" y="534"/>
                    <a:pt x="768" y="757"/>
                  </a:cubicBezTo>
                  <a:cubicBezTo>
                    <a:pt x="803" y="1006"/>
                    <a:pt x="830" y="1247"/>
                    <a:pt x="848" y="1497"/>
                  </a:cubicBezTo>
                  <a:cubicBezTo>
                    <a:pt x="866" y="1747"/>
                    <a:pt x="857" y="1997"/>
                    <a:pt x="821" y="2247"/>
                  </a:cubicBezTo>
                  <a:cubicBezTo>
                    <a:pt x="803" y="2363"/>
                    <a:pt x="759" y="2488"/>
                    <a:pt x="696" y="2595"/>
                  </a:cubicBezTo>
                  <a:cubicBezTo>
                    <a:pt x="634" y="2702"/>
                    <a:pt x="527" y="2783"/>
                    <a:pt x="402" y="2791"/>
                  </a:cubicBezTo>
                  <a:cubicBezTo>
                    <a:pt x="527" y="2783"/>
                    <a:pt x="634" y="2711"/>
                    <a:pt x="705" y="2604"/>
                  </a:cubicBezTo>
                  <a:cubicBezTo>
                    <a:pt x="768" y="2497"/>
                    <a:pt x="803" y="2381"/>
                    <a:pt x="821" y="2256"/>
                  </a:cubicBezTo>
                  <a:cubicBezTo>
                    <a:pt x="866" y="2006"/>
                    <a:pt x="884" y="1756"/>
                    <a:pt x="875" y="1506"/>
                  </a:cubicBezTo>
                  <a:cubicBezTo>
                    <a:pt x="857" y="1006"/>
                    <a:pt x="794" y="516"/>
                    <a:pt x="696" y="25"/>
                  </a:cubicBezTo>
                  <a:cubicBezTo>
                    <a:pt x="696" y="16"/>
                    <a:pt x="687" y="7"/>
                    <a:pt x="687" y="7"/>
                  </a:cubicBezTo>
                  <a:cubicBezTo>
                    <a:pt x="683" y="2"/>
                    <a:pt x="676" y="0"/>
                    <a:pt x="669" y="0"/>
                  </a:cubicBezTo>
                  <a:close/>
                </a:path>
              </a:pathLst>
            </a:custGeom>
            <a:solidFill>
              <a:srgbClr val="CB47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 name="Google Shape;630;p6"/>
            <p:cNvSpPr/>
            <p:nvPr/>
          </p:nvSpPr>
          <p:spPr>
            <a:xfrm rot="1106660">
              <a:off x="8096827" y="990279"/>
              <a:ext cx="219017" cy="104090"/>
            </a:xfrm>
            <a:custGeom>
              <a:avLst/>
              <a:gdLst/>
              <a:ahLst/>
              <a:cxnLst/>
              <a:rect l="l" t="t" r="r" b="b"/>
              <a:pathLst>
                <a:path w="2670" h="1269" extrusionOk="0">
                  <a:moveTo>
                    <a:pt x="380" y="1"/>
                  </a:moveTo>
                  <a:cubicBezTo>
                    <a:pt x="253" y="1"/>
                    <a:pt x="126" y="12"/>
                    <a:pt x="1" y="34"/>
                  </a:cubicBezTo>
                  <a:cubicBezTo>
                    <a:pt x="110" y="18"/>
                    <a:pt x="222" y="11"/>
                    <a:pt x="333" y="11"/>
                  </a:cubicBezTo>
                  <a:cubicBezTo>
                    <a:pt x="476" y="11"/>
                    <a:pt x="619" y="23"/>
                    <a:pt x="759" y="43"/>
                  </a:cubicBezTo>
                  <a:cubicBezTo>
                    <a:pt x="1009" y="79"/>
                    <a:pt x="1259" y="132"/>
                    <a:pt x="1500" y="195"/>
                  </a:cubicBezTo>
                  <a:cubicBezTo>
                    <a:pt x="1750" y="257"/>
                    <a:pt x="1982" y="346"/>
                    <a:pt x="2214" y="453"/>
                  </a:cubicBezTo>
                  <a:cubicBezTo>
                    <a:pt x="2321" y="516"/>
                    <a:pt x="2428" y="587"/>
                    <a:pt x="2509" y="677"/>
                  </a:cubicBezTo>
                  <a:cubicBezTo>
                    <a:pt x="2598" y="766"/>
                    <a:pt x="2634" y="891"/>
                    <a:pt x="2589" y="1007"/>
                  </a:cubicBezTo>
                  <a:cubicBezTo>
                    <a:pt x="2544" y="1114"/>
                    <a:pt x="2437" y="1194"/>
                    <a:pt x="2321" y="1212"/>
                  </a:cubicBezTo>
                  <a:cubicBezTo>
                    <a:pt x="2280" y="1218"/>
                    <a:pt x="2238" y="1221"/>
                    <a:pt x="2197" y="1221"/>
                  </a:cubicBezTo>
                  <a:cubicBezTo>
                    <a:pt x="2114" y="1221"/>
                    <a:pt x="2033" y="1209"/>
                    <a:pt x="1955" y="1185"/>
                  </a:cubicBezTo>
                  <a:cubicBezTo>
                    <a:pt x="1714" y="1105"/>
                    <a:pt x="1482" y="1007"/>
                    <a:pt x="1259" y="882"/>
                  </a:cubicBezTo>
                  <a:cubicBezTo>
                    <a:pt x="1036" y="757"/>
                    <a:pt x="822" y="614"/>
                    <a:pt x="617" y="480"/>
                  </a:cubicBezTo>
                  <a:cubicBezTo>
                    <a:pt x="402" y="337"/>
                    <a:pt x="197" y="186"/>
                    <a:pt x="1" y="34"/>
                  </a:cubicBezTo>
                  <a:lnTo>
                    <a:pt x="1" y="34"/>
                  </a:lnTo>
                  <a:cubicBezTo>
                    <a:pt x="385" y="355"/>
                    <a:pt x="804" y="650"/>
                    <a:pt x="1241" y="909"/>
                  </a:cubicBezTo>
                  <a:cubicBezTo>
                    <a:pt x="1464" y="1043"/>
                    <a:pt x="1697" y="1150"/>
                    <a:pt x="1937" y="1221"/>
                  </a:cubicBezTo>
                  <a:cubicBezTo>
                    <a:pt x="2034" y="1256"/>
                    <a:pt x="2137" y="1269"/>
                    <a:pt x="2240" y="1269"/>
                  </a:cubicBezTo>
                  <a:cubicBezTo>
                    <a:pt x="2270" y="1269"/>
                    <a:pt x="2300" y="1268"/>
                    <a:pt x="2330" y="1266"/>
                  </a:cubicBezTo>
                  <a:cubicBezTo>
                    <a:pt x="2464" y="1239"/>
                    <a:pt x="2580" y="1150"/>
                    <a:pt x="2634" y="1025"/>
                  </a:cubicBezTo>
                  <a:cubicBezTo>
                    <a:pt x="2660" y="962"/>
                    <a:pt x="2669" y="891"/>
                    <a:pt x="2651" y="819"/>
                  </a:cubicBezTo>
                  <a:cubicBezTo>
                    <a:pt x="2634" y="757"/>
                    <a:pt x="2598" y="694"/>
                    <a:pt x="2553" y="650"/>
                  </a:cubicBezTo>
                  <a:cubicBezTo>
                    <a:pt x="2455" y="552"/>
                    <a:pt x="2348" y="480"/>
                    <a:pt x="2232" y="427"/>
                  </a:cubicBezTo>
                  <a:cubicBezTo>
                    <a:pt x="2000" y="311"/>
                    <a:pt x="1759" y="221"/>
                    <a:pt x="1509" y="168"/>
                  </a:cubicBezTo>
                  <a:cubicBezTo>
                    <a:pt x="1268" y="105"/>
                    <a:pt x="1018" y="61"/>
                    <a:pt x="759" y="34"/>
                  </a:cubicBezTo>
                  <a:cubicBezTo>
                    <a:pt x="634" y="12"/>
                    <a:pt x="507" y="1"/>
                    <a:pt x="380" y="1"/>
                  </a:cubicBezTo>
                  <a:close/>
                </a:path>
              </a:pathLst>
            </a:custGeom>
            <a:solidFill>
              <a:srgbClr val="CB47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1" name="Google Shape;631;p6"/>
            <p:cNvSpPr/>
            <p:nvPr/>
          </p:nvSpPr>
          <p:spPr>
            <a:xfrm rot="1106660">
              <a:off x="8001512" y="838183"/>
              <a:ext cx="75466" cy="230082"/>
            </a:xfrm>
            <a:custGeom>
              <a:avLst/>
              <a:gdLst/>
              <a:ahLst/>
              <a:cxnLst/>
              <a:rect l="l" t="t" r="r" b="b"/>
              <a:pathLst>
                <a:path w="920" h="2805" extrusionOk="0">
                  <a:moveTo>
                    <a:pt x="697" y="1"/>
                  </a:moveTo>
                  <a:lnTo>
                    <a:pt x="697" y="1"/>
                  </a:lnTo>
                  <a:cubicBezTo>
                    <a:pt x="545" y="206"/>
                    <a:pt x="420" y="438"/>
                    <a:pt x="331" y="679"/>
                  </a:cubicBezTo>
                  <a:cubicBezTo>
                    <a:pt x="242" y="911"/>
                    <a:pt x="170" y="1161"/>
                    <a:pt x="108" y="1411"/>
                  </a:cubicBezTo>
                  <a:cubicBezTo>
                    <a:pt x="45" y="1652"/>
                    <a:pt x="9" y="1911"/>
                    <a:pt x="1" y="2170"/>
                  </a:cubicBezTo>
                  <a:cubicBezTo>
                    <a:pt x="1" y="2295"/>
                    <a:pt x="18" y="2429"/>
                    <a:pt x="63" y="2554"/>
                  </a:cubicBezTo>
                  <a:cubicBezTo>
                    <a:pt x="81" y="2616"/>
                    <a:pt x="125" y="2670"/>
                    <a:pt x="170" y="2723"/>
                  </a:cubicBezTo>
                  <a:cubicBezTo>
                    <a:pt x="224" y="2768"/>
                    <a:pt x="286" y="2795"/>
                    <a:pt x="358" y="2803"/>
                  </a:cubicBezTo>
                  <a:cubicBezTo>
                    <a:pt x="367" y="2804"/>
                    <a:pt x="376" y="2804"/>
                    <a:pt x="385" y="2804"/>
                  </a:cubicBezTo>
                  <a:cubicBezTo>
                    <a:pt x="517" y="2804"/>
                    <a:pt x="639" y="2743"/>
                    <a:pt x="715" y="2643"/>
                  </a:cubicBezTo>
                  <a:cubicBezTo>
                    <a:pt x="786" y="2527"/>
                    <a:pt x="839" y="2411"/>
                    <a:pt x="857" y="2277"/>
                  </a:cubicBezTo>
                  <a:cubicBezTo>
                    <a:pt x="902" y="2027"/>
                    <a:pt x="920" y="1768"/>
                    <a:pt x="902" y="1509"/>
                  </a:cubicBezTo>
                  <a:cubicBezTo>
                    <a:pt x="875" y="1001"/>
                    <a:pt x="804" y="501"/>
                    <a:pt x="697" y="1"/>
                  </a:cubicBezTo>
                  <a:lnTo>
                    <a:pt x="697" y="1"/>
                  </a:lnTo>
                  <a:cubicBezTo>
                    <a:pt x="741" y="251"/>
                    <a:pt x="777" y="501"/>
                    <a:pt x="804" y="760"/>
                  </a:cubicBezTo>
                  <a:cubicBezTo>
                    <a:pt x="839" y="1010"/>
                    <a:pt x="857" y="1259"/>
                    <a:pt x="866" y="1518"/>
                  </a:cubicBezTo>
                  <a:cubicBezTo>
                    <a:pt x="875" y="1768"/>
                    <a:pt x="857" y="2018"/>
                    <a:pt x="813" y="2268"/>
                  </a:cubicBezTo>
                  <a:cubicBezTo>
                    <a:pt x="786" y="2393"/>
                    <a:pt x="741" y="2509"/>
                    <a:pt x="670" y="2607"/>
                  </a:cubicBezTo>
                  <a:cubicBezTo>
                    <a:pt x="604" y="2698"/>
                    <a:pt x="499" y="2751"/>
                    <a:pt x="392" y="2751"/>
                  </a:cubicBezTo>
                  <a:cubicBezTo>
                    <a:pt x="383" y="2751"/>
                    <a:pt x="375" y="2751"/>
                    <a:pt x="366" y="2750"/>
                  </a:cubicBezTo>
                  <a:cubicBezTo>
                    <a:pt x="242" y="2732"/>
                    <a:pt x="143" y="2652"/>
                    <a:pt x="108" y="2536"/>
                  </a:cubicBezTo>
                  <a:cubicBezTo>
                    <a:pt x="72" y="2411"/>
                    <a:pt x="54" y="2286"/>
                    <a:pt x="54" y="2170"/>
                  </a:cubicBezTo>
                  <a:cubicBezTo>
                    <a:pt x="63" y="1911"/>
                    <a:pt x="99" y="1661"/>
                    <a:pt x="152" y="1420"/>
                  </a:cubicBezTo>
                  <a:cubicBezTo>
                    <a:pt x="206" y="1170"/>
                    <a:pt x="277" y="920"/>
                    <a:pt x="366" y="688"/>
                  </a:cubicBezTo>
                  <a:cubicBezTo>
                    <a:pt x="438" y="438"/>
                    <a:pt x="554" y="215"/>
                    <a:pt x="697" y="1"/>
                  </a:cubicBezTo>
                  <a:close/>
                </a:path>
              </a:pathLst>
            </a:custGeom>
            <a:solidFill>
              <a:srgbClr val="CB47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2" name="Google Shape;632;p6"/>
            <p:cNvSpPr/>
            <p:nvPr/>
          </p:nvSpPr>
          <p:spPr>
            <a:xfrm rot="1106660">
              <a:off x="8070114" y="876211"/>
              <a:ext cx="218935" cy="104008"/>
            </a:xfrm>
            <a:custGeom>
              <a:avLst/>
              <a:gdLst/>
              <a:ahLst/>
              <a:cxnLst/>
              <a:rect l="l" t="t" r="r" b="b"/>
              <a:pathLst>
                <a:path w="2669" h="1268" extrusionOk="0">
                  <a:moveTo>
                    <a:pt x="384" y="1"/>
                  </a:moveTo>
                  <a:cubicBezTo>
                    <a:pt x="257" y="1"/>
                    <a:pt x="129" y="9"/>
                    <a:pt x="0" y="27"/>
                  </a:cubicBezTo>
                  <a:cubicBezTo>
                    <a:pt x="97" y="17"/>
                    <a:pt x="193" y="12"/>
                    <a:pt x="288" y="12"/>
                  </a:cubicBezTo>
                  <a:cubicBezTo>
                    <a:pt x="446" y="12"/>
                    <a:pt x="603" y="26"/>
                    <a:pt x="759" y="54"/>
                  </a:cubicBezTo>
                  <a:cubicBezTo>
                    <a:pt x="1009" y="81"/>
                    <a:pt x="1258" y="134"/>
                    <a:pt x="1508" y="197"/>
                  </a:cubicBezTo>
                  <a:cubicBezTo>
                    <a:pt x="1749" y="259"/>
                    <a:pt x="1990" y="349"/>
                    <a:pt x="2213" y="456"/>
                  </a:cubicBezTo>
                  <a:cubicBezTo>
                    <a:pt x="2329" y="518"/>
                    <a:pt x="2428" y="590"/>
                    <a:pt x="2517" y="679"/>
                  </a:cubicBezTo>
                  <a:cubicBezTo>
                    <a:pt x="2606" y="768"/>
                    <a:pt x="2633" y="893"/>
                    <a:pt x="2588" y="1009"/>
                  </a:cubicBezTo>
                  <a:cubicBezTo>
                    <a:pt x="2544" y="1116"/>
                    <a:pt x="2446" y="1196"/>
                    <a:pt x="2321" y="1214"/>
                  </a:cubicBezTo>
                  <a:cubicBezTo>
                    <a:pt x="2289" y="1219"/>
                    <a:pt x="2258" y="1221"/>
                    <a:pt x="2226" y="1221"/>
                  </a:cubicBezTo>
                  <a:cubicBezTo>
                    <a:pt x="2138" y="1221"/>
                    <a:pt x="2046" y="1205"/>
                    <a:pt x="1955" y="1179"/>
                  </a:cubicBezTo>
                  <a:cubicBezTo>
                    <a:pt x="1714" y="1107"/>
                    <a:pt x="1482" y="1009"/>
                    <a:pt x="1267" y="884"/>
                  </a:cubicBezTo>
                  <a:cubicBezTo>
                    <a:pt x="1044" y="759"/>
                    <a:pt x="830" y="616"/>
                    <a:pt x="616" y="474"/>
                  </a:cubicBezTo>
                  <a:cubicBezTo>
                    <a:pt x="411" y="340"/>
                    <a:pt x="205" y="188"/>
                    <a:pt x="0" y="27"/>
                  </a:cubicBezTo>
                  <a:lnTo>
                    <a:pt x="0" y="27"/>
                  </a:lnTo>
                  <a:cubicBezTo>
                    <a:pt x="393" y="358"/>
                    <a:pt x="803" y="652"/>
                    <a:pt x="1250" y="911"/>
                  </a:cubicBezTo>
                  <a:cubicBezTo>
                    <a:pt x="1464" y="1045"/>
                    <a:pt x="1696" y="1152"/>
                    <a:pt x="1946" y="1223"/>
                  </a:cubicBezTo>
                  <a:cubicBezTo>
                    <a:pt x="2031" y="1254"/>
                    <a:pt x="2121" y="1268"/>
                    <a:pt x="2209" y="1268"/>
                  </a:cubicBezTo>
                  <a:cubicBezTo>
                    <a:pt x="2249" y="1268"/>
                    <a:pt x="2290" y="1265"/>
                    <a:pt x="2329" y="1259"/>
                  </a:cubicBezTo>
                  <a:cubicBezTo>
                    <a:pt x="2472" y="1241"/>
                    <a:pt x="2588" y="1152"/>
                    <a:pt x="2642" y="1027"/>
                  </a:cubicBezTo>
                  <a:cubicBezTo>
                    <a:pt x="2669" y="955"/>
                    <a:pt x="2669" y="884"/>
                    <a:pt x="2651" y="822"/>
                  </a:cubicBezTo>
                  <a:cubicBezTo>
                    <a:pt x="2633" y="759"/>
                    <a:pt x="2597" y="697"/>
                    <a:pt x="2553" y="643"/>
                  </a:cubicBezTo>
                  <a:cubicBezTo>
                    <a:pt x="2463" y="554"/>
                    <a:pt x="2356" y="482"/>
                    <a:pt x="2240" y="420"/>
                  </a:cubicBezTo>
                  <a:cubicBezTo>
                    <a:pt x="2008" y="313"/>
                    <a:pt x="1767" y="224"/>
                    <a:pt x="1517" y="170"/>
                  </a:cubicBezTo>
                  <a:cubicBezTo>
                    <a:pt x="1267" y="108"/>
                    <a:pt x="1018" y="63"/>
                    <a:pt x="768" y="27"/>
                  </a:cubicBezTo>
                  <a:cubicBezTo>
                    <a:pt x="638" y="9"/>
                    <a:pt x="511" y="1"/>
                    <a:pt x="384" y="1"/>
                  </a:cubicBezTo>
                  <a:close/>
                </a:path>
              </a:pathLst>
            </a:custGeom>
            <a:solidFill>
              <a:srgbClr val="CB47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3" name="Google Shape;633;p6"/>
            <p:cNvSpPr/>
            <p:nvPr/>
          </p:nvSpPr>
          <p:spPr>
            <a:xfrm rot="1106660">
              <a:off x="7974709" y="723262"/>
              <a:ext cx="73334" cy="231394"/>
            </a:xfrm>
            <a:custGeom>
              <a:avLst/>
              <a:gdLst/>
              <a:ahLst/>
              <a:cxnLst/>
              <a:rect l="l" t="t" r="r" b="b"/>
              <a:pathLst>
                <a:path w="894" h="2821" extrusionOk="0">
                  <a:moveTo>
                    <a:pt x="456" y="0"/>
                  </a:moveTo>
                  <a:cubicBezTo>
                    <a:pt x="527" y="241"/>
                    <a:pt x="590" y="491"/>
                    <a:pt x="652" y="741"/>
                  </a:cubicBezTo>
                  <a:cubicBezTo>
                    <a:pt x="715" y="982"/>
                    <a:pt x="759" y="1232"/>
                    <a:pt x="795" y="1482"/>
                  </a:cubicBezTo>
                  <a:cubicBezTo>
                    <a:pt x="840" y="1732"/>
                    <a:pt x="849" y="1991"/>
                    <a:pt x="831" y="2240"/>
                  </a:cubicBezTo>
                  <a:cubicBezTo>
                    <a:pt x="822" y="2365"/>
                    <a:pt x="786" y="2481"/>
                    <a:pt x="733" y="2597"/>
                  </a:cubicBezTo>
                  <a:cubicBezTo>
                    <a:pt x="670" y="2705"/>
                    <a:pt x="563" y="2767"/>
                    <a:pt x="438" y="2767"/>
                  </a:cubicBezTo>
                  <a:cubicBezTo>
                    <a:pt x="322" y="2767"/>
                    <a:pt x="206" y="2696"/>
                    <a:pt x="161" y="2580"/>
                  </a:cubicBezTo>
                  <a:cubicBezTo>
                    <a:pt x="108" y="2472"/>
                    <a:pt x="81" y="2348"/>
                    <a:pt x="72" y="2223"/>
                  </a:cubicBezTo>
                  <a:cubicBezTo>
                    <a:pt x="45" y="1973"/>
                    <a:pt x="45" y="1723"/>
                    <a:pt x="81" y="1473"/>
                  </a:cubicBezTo>
                  <a:cubicBezTo>
                    <a:pt x="108" y="1214"/>
                    <a:pt x="153" y="964"/>
                    <a:pt x="206" y="723"/>
                  </a:cubicBezTo>
                  <a:cubicBezTo>
                    <a:pt x="260" y="473"/>
                    <a:pt x="340" y="223"/>
                    <a:pt x="456" y="0"/>
                  </a:cubicBezTo>
                  <a:lnTo>
                    <a:pt x="456" y="0"/>
                  </a:lnTo>
                  <a:cubicBezTo>
                    <a:pt x="331" y="223"/>
                    <a:pt x="242" y="464"/>
                    <a:pt x="179" y="714"/>
                  </a:cubicBezTo>
                  <a:cubicBezTo>
                    <a:pt x="117" y="955"/>
                    <a:pt x="72" y="1214"/>
                    <a:pt x="37" y="1464"/>
                  </a:cubicBezTo>
                  <a:cubicBezTo>
                    <a:pt x="1" y="1714"/>
                    <a:pt x="1" y="1973"/>
                    <a:pt x="19" y="2232"/>
                  </a:cubicBezTo>
                  <a:cubicBezTo>
                    <a:pt x="28" y="2356"/>
                    <a:pt x="63" y="2490"/>
                    <a:pt x="117" y="2606"/>
                  </a:cubicBezTo>
                  <a:cubicBezTo>
                    <a:pt x="144" y="2669"/>
                    <a:pt x="188" y="2722"/>
                    <a:pt x="242" y="2758"/>
                  </a:cubicBezTo>
                  <a:cubicBezTo>
                    <a:pt x="304" y="2803"/>
                    <a:pt x="367" y="2821"/>
                    <a:pt x="438" y="2821"/>
                  </a:cubicBezTo>
                  <a:cubicBezTo>
                    <a:pt x="581" y="2821"/>
                    <a:pt x="706" y="2740"/>
                    <a:pt x="777" y="2615"/>
                  </a:cubicBezTo>
                  <a:cubicBezTo>
                    <a:pt x="831" y="2499"/>
                    <a:pt x="867" y="2374"/>
                    <a:pt x="875" y="2249"/>
                  </a:cubicBezTo>
                  <a:cubicBezTo>
                    <a:pt x="893" y="1991"/>
                    <a:pt x="884" y="1732"/>
                    <a:pt x="840" y="1482"/>
                  </a:cubicBezTo>
                  <a:cubicBezTo>
                    <a:pt x="751" y="973"/>
                    <a:pt x="626" y="482"/>
                    <a:pt x="456" y="0"/>
                  </a:cubicBezTo>
                  <a:close/>
                </a:path>
              </a:pathLst>
            </a:custGeom>
            <a:solidFill>
              <a:srgbClr val="CB47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 name="Google Shape;634;p6"/>
            <p:cNvSpPr/>
            <p:nvPr/>
          </p:nvSpPr>
          <p:spPr>
            <a:xfrm rot="1106660">
              <a:off x="8028419" y="752495"/>
              <a:ext cx="225579" cy="88670"/>
            </a:xfrm>
            <a:custGeom>
              <a:avLst/>
              <a:gdLst/>
              <a:ahLst/>
              <a:cxnLst/>
              <a:rect l="l" t="t" r="r" b="b"/>
              <a:pathLst>
                <a:path w="2750" h="1081" extrusionOk="0">
                  <a:moveTo>
                    <a:pt x="680" y="1"/>
                  </a:moveTo>
                  <a:cubicBezTo>
                    <a:pt x="449" y="1"/>
                    <a:pt x="225" y="35"/>
                    <a:pt x="0" y="91"/>
                  </a:cubicBezTo>
                  <a:cubicBezTo>
                    <a:pt x="198" y="49"/>
                    <a:pt x="401" y="24"/>
                    <a:pt x="602" y="24"/>
                  </a:cubicBezTo>
                  <a:cubicBezTo>
                    <a:pt x="654" y="24"/>
                    <a:pt x="707" y="25"/>
                    <a:pt x="759" y="29"/>
                  </a:cubicBezTo>
                  <a:cubicBezTo>
                    <a:pt x="1018" y="38"/>
                    <a:pt x="1268" y="56"/>
                    <a:pt x="1518" y="100"/>
                  </a:cubicBezTo>
                  <a:cubicBezTo>
                    <a:pt x="1768" y="127"/>
                    <a:pt x="2017" y="190"/>
                    <a:pt x="2258" y="279"/>
                  </a:cubicBezTo>
                  <a:cubicBezTo>
                    <a:pt x="2374" y="315"/>
                    <a:pt x="2482" y="377"/>
                    <a:pt x="2580" y="457"/>
                  </a:cubicBezTo>
                  <a:cubicBezTo>
                    <a:pt x="2678" y="529"/>
                    <a:pt x="2723" y="654"/>
                    <a:pt x="2687" y="770"/>
                  </a:cubicBezTo>
                  <a:cubicBezTo>
                    <a:pt x="2660" y="886"/>
                    <a:pt x="2571" y="975"/>
                    <a:pt x="2446" y="1011"/>
                  </a:cubicBezTo>
                  <a:cubicBezTo>
                    <a:pt x="2382" y="1026"/>
                    <a:pt x="2315" y="1032"/>
                    <a:pt x="2248" y="1032"/>
                  </a:cubicBezTo>
                  <a:cubicBezTo>
                    <a:pt x="2192" y="1032"/>
                    <a:pt x="2136" y="1028"/>
                    <a:pt x="2080" y="1020"/>
                  </a:cubicBezTo>
                  <a:cubicBezTo>
                    <a:pt x="1830" y="966"/>
                    <a:pt x="1589" y="895"/>
                    <a:pt x="1357" y="797"/>
                  </a:cubicBezTo>
                  <a:cubicBezTo>
                    <a:pt x="1125" y="698"/>
                    <a:pt x="902" y="582"/>
                    <a:pt x="670" y="466"/>
                  </a:cubicBezTo>
                  <a:cubicBezTo>
                    <a:pt x="438" y="350"/>
                    <a:pt x="224" y="225"/>
                    <a:pt x="0" y="91"/>
                  </a:cubicBezTo>
                  <a:lnTo>
                    <a:pt x="0" y="91"/>
                  </a:lnTo>
                  <a:cubicBezTo>
                    <a:pt x="429" y="377"/>
                    <a:pt x="866" y="618"/>
                    <a:pt x="1330" y="832"/>
                  </a:cubicBezTo>
                  <a:cubicBezTo>
                    <a:pt x="1571" y="939"/>
                    <a:pt x="1812" y="1011"/>
                    <a:pt x="2062" y="1064"/>
                  </a:cubicBezTo>
                  <a:cubicBezTo>
                    <a:pt x="2118" y="1076"/>
                    <a:pt x="2173" y="1080"/>
                    <a:pt x="2227" y="1080"/>
                  </a:cubicBezTo>
                  <a:cubicBezTo>
                    <a:pt x="2302" y="1080"/>
                    <a:pt x="2377" y="1071"/>
                    <a:pt x="2455" y="1055"/>
                  </a:cubicBezTo>
                  <a:cubicBezTo>
                    <a:pt x="2589" y="1020"/>
                    <a:pt x="2696" y="913"/>
                    <a:pt x="2731" y="788"/>
                  </a:cubicBezTo>
                  <a:cubicBezTo>
                    <a:pt x="2749" y="716"/>
                    <a:pt x="2749" y="645"/>
                    <a:pt x="2723" y="582"/>
                  </a:cubicBezTo>
                  <a:cubicBezTo>
                    <a:pt x="2696" y="520"/>
                    <a:pt x="2651" y="457"/>
                    <a:pt x="2606" y="422"/>
                  </a:cubicBezTo>
                  <a:cubicBezTo>
                    <a:pt x="2499" y="332"/>
                    <a:pt x="2392" y="270"/>
                    <a:pt x="2267" y="225"/>
                  </a:cubicBezTo>
                  <a:cubicBezTo>
                    <a:pt x="2026" y="145"/>
                    <a:pt x="1776" y="83"/>
                    <a:pt x="1518" y="56"/>
                  </a:cubicBezTo>
                  <a:cubicBezTo>
                    <a:pt x="1268" y="20"/>
                    <a:pt x="1018" y="2"/>
                    <a:pt x="759" y="2"/>
                  </a:cubicBezTo>
                  <a:cubicBezTo>
                    <a:pt x="733" y="1"/>
                    <a:pt x="706" y="1"/>
                    <a:pt x="680" y="1"/>
                  </a:cubicBezTo>
                  <a:close/>
                </a:path>
              </a:pathLst>
            </a:custGeom>
            <a:solidFill>
              <a:srgbClr val="CB47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5" name="Google Shape;635;p6"/>
            <p:cNvSpPr/>
            <p:nvPr/>
          </p:nvSpPr>
          <p:spPr>
            <a:xfrm rot="1106660">
              <a:off x="7935994" y="615979"/>
              <a:ext cx="76943" cy="230164"/>
            </a:xfrm>
            <a:custGeom>
              <a:avLst/>
              <a:gdLst/>
              <a:ahLst/>
              <a:cxnLst/>
              <a:rect l="l" t="t" r="r" b="b"/>
              <a:pathLst>
                <a:path w="938" h="2806" extrusionOk="0">
                  <a:moveTo>
                    <a:pt x="259" y="0"/>
                  </a:moveTo>
                  <a:cubicBezTo>
                    <a:pt x="161" y="233"/>
                    <a:pt x="98" y="482"/>
                    <a:pt x="72" y="732"/>
                  </a:cubicBezTo>
                  <a:cubicBezTo>
                    <a:pt x="36" y="982"/>
                    <a:pt x="9" y="1241"/>
                    <a:pt x="9" y="1500"/>
                  </a:cubicBezTo>
                  <a:cubicBezTo>
                    <a:pt x="0" y="1750"/>
                    <a:pt x="27" y="2009"/>
                    <a:pt x="72" y="2259"/>
                  </a:cubicBezTo>
                  <a:cubicBezTo>
                    <a:pt x="98" y="2383"/>
                    <a:pt x="143" y="2508"/>
                    <a:pt x="214" y="2624"/>
                  </a:cubicBezTo>
                  <a:cubicBezTo>
                    <a:pt x="250" y="2678"/>
                    <a:pt x="295" y="2732"/>
                    <a:pt x="357" y="2767"/>
                  </a:cubicBezTo>
                  <a:cubicBezTo>
                    <a:pt x="409" y="2789"/>
                    <a:pt x="466" y="2805"/>
                    <a:pt x="520" y="2805"/>
                  </a:cubicBezTo>
                  <a:cubicBezTo>
                    <a:pt x="531" y="2805"/>
                    <a:pt x="542" y="2805"/>
                    <a:pt x="553" y="2803"/>
                  </a:cubicBezTo>
                  <a:cubicBezTo>
                    <a:pt x="696" y="2785"/>
                    <a:pt x="812" y="2696"/>
                    <a:pt x="866" y="2562"/>
                  </a:cubicBezTo>
                  <a:cubicBezTo>
                    <a:pt x="910" y="2446"/>
                    <a:pt x="937" y="2312"/>
                    <a:pt x="928" y="2178"/>
                  </a:cubicBezTo>
                  <a:cubicBezTo>
                    <a:pt x="919" y="1928"/>
                    <a:pt x="875" y="1669"/>
                    <a:pt x="803" y="1428"/>
                  </a:cubicBezTo>
                  <a:cubicBezTo>
                    <a:pt x="661" y="938"/>
                    <a:pt x="482" y="456"/>
                    <a:pt x="259" y="0"/>
                  </a:cubicBezTo>
                  <a:lnTo>
                    <a:pt x="259" y="0"/>
                  </a:lnTo>
                  <a:cubicBezTo>
                    <a:pt x="366" y="233"/>
                    <a:pt x="464" y="465"/>
                    <a:pt x="545" y="706"/>
                  </a:cubicBezTo>
                  <a:cubicBezTo>
                    <a:pt x="625" y="947"/>
                    <a:pt x="705" y="1188"/>
                    <a:pt x="768" y="1437"/>
                  </a:cubicBezTo>
                  <a:cubicBezTo>
                    <a:pt x="830" y="1678"/>
                    <a:pt x="875" y="1928"/>
                    <a:pt x="884" y="2178"/>
                  </a:cubicBezTo>
                  <a:cubicBezTo>
                    <a:pt x="884" y="2303"/>
                    <a:pt x="866" y="2428"/>
                    <a:pt x="821" y="2544"/>
                  </a:cubicBezTo>
                  <a:cubicBezTo>
                    <a:pt x="777" y="2651"/>
                    <a:pt x="669" y="2732"/>
                    <a:pt x="553" y="2749"/>
                  </a:cubicBezTo>
                  <a:cubicBezTo>
                    <a:pt x="545" y="2750"/>
                    <a:pt x="536" y="2750"/>
                    <a:pt x="527" y="2750"/>
                  </a:cubicBezTo>
                  <a:cubicBezTo>
                    <a:pt x="412" y="2750"/>
                    <a:pt x="309" y="2697"/>
                    <a:pt x="259" y="2598"/>
                  </a:cubicBezTo>
                  <a:cubicBezTo>
                    <a:pt x="188" y="2491"/>
                    <a:pt x="143" y="2375"/>
                    <a:pt x="125" y="2250"/>
                  </a:cubicBezTo>
                  <a:cubicBezTo>
                    <a:pt x="72" y="2000"/>
                    <a:pt x="45" y="1750"/>
                    <a:pt x="54" y="1500"/>
                  </a:cubicBezTo>
                  <a:cubicBezTo>
                    <a:pt x="45" y="1241"/>
                    <a:pt x="63" y="991"/>
                    <a:pt x="98" y="741"/>
                  </a:cubicBezTo>
                  <a:cubicBezTo>
                    <a:pt x="116" y="482"/>
                    <a:pt x="170" y="233"/>
                    <a:pt x="259" y="0"/>
                  </a:cubicBezTo>
                  <a:close/>
                </a:path>
              </a:pathLst>
            </a:custGeom>
            <a:solidFill>
              <a:srgbClr val="CB47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 name="Google Shape;636;p6"/>
            <p:cNvSpPr/>
            <p:nvPr/>
          </p:nvSpPr>
          <p:spPr>
            <a:xfrm rot="1106660">
              <a:off x="7977010" y="630975"/>
              <a:ext cx="230665" cy="76120"/>
            </a:xfrm>
            <a:custGeom>
              <a:avLst/>
              <a:gdLst/>
              <a:ahLst/>
              <a:cxnLst/>
              <a:rect l="l" t="t" r="r" b="b"/>
              <a:pathLst>
                <a:path w="2812" h="928" extrusionOk="0">
                  <a:moveTo>
                    <a:pt x="1272" y="1"/>
                  </a:moveTo>
                  <a:cubicBezTo>
                    <a:pt x="1109" y="1"/>
                    <a:pt x="946" y="8"/>
                    <a:pt x="786" y="19"/>
                  </a:cubicBezTo>
                  <a:cubicBezTo>
                    <a:pt x="661" y="37"/>
                    <a:pt x="527" y="46"/>
                    <a:pt x="402" y="73"/>
                  </a:cubicBezTo>
                  <a:cubicBezTo>
                    <a:pt x="268" y="91"/>
                    <a:pt x="143" y="126"/>
                    <a:pt x="18" y="180"/>
                  </a:cubicBezTo>
                  <a:cubicBezTo>
                    <a:pt x="9" y="189"/>
                    <a:pt x="9" y="189"/>
                    <a:pt x="9" y="198"/>
                  </a:cubicBezTo>
                  <a:cubicBezTo>
                    <a:pt x="1" y="207"/>
                    <a:pt x="9" y="225"/>
                    <a:pt x="18" y="233"/>
                  </a:cubicBezTo>
                  <a:cubicBezTo>
                    <a:pt x="465" y="448"/>
                    <a:pt x="929" y="635"/>
                    <a:pt x="1411" y="778"/>
                  </a:cubicBezTo>
                  <a:cubicBezTo>
                    <a:pt x="1652" y="849"/>
                    <a:pt x="1893" y="903"/>
                    <a:pt x="2143" y="921"/>
                  </a:cubicBezTo>
                  <a:cubicBezTo>
                    <a:pt x="2177" y="926"/>
                    <a:pt x="2212" y="928"/>
                    <a:pt x="2247" y="928"/>
                  </a:cubicBezTo>
                  <a:cubicBezTo>
                    <a:pt x="2337" y="928"/>
                    <a:pt x="2427" y="913"/>
                    <a:pt x="2517" y="894"/>
                  </a:cubicBezTo>
                  <a:cubicBezTo>
                    <a:pt x="2642" y="858"/>
                    <a:pt x="2740" y="769"/>
                    <a:pt x="2785" y="653"/>
                  </a:cubicBezTo>
                  <a:lnTo>
                    <a:pt x="2785" y="653"/>
                  </a:lnTo>
                  <a:cubicBezTo>
                    <a:pt x="2740" y="769"/>
                    <a:pt x="2633" y="858"/>
                    <a:pt x="2508" y="885"/>
                  </a:cubicBezTo>
                  <a:cubicBezTo>
                    <a:pt x="2431" y="909"/>
                    <a:pt x="2350" y="921"/>
                    <a:pt x="2267" y="921"/>
                  </a:cubicBezTo>
                  <a:cubicBezTo>
                    <a:pt x="2226" y="921"/>
                    <a:pt x="2184" y="918"/>
                    <a:pt x="2143" y="912"/>
                  </a:cubicBezTo>
                  <a:cubicBezTo>
                    <a:pt x="1893" y="885"/>
                    <a:pt x="1652" y="831"/>
                    <a:pt x="1411" y="751"/>
                  </a:cubicBezTo>
                  <a:cubicBezTo>
                    <a:pt x="1179" y="680"/>
                    <a:pt x="947" y="590"/>
                    <a:pt x="715" y="492"/>
                  </a:cubicBezTo>
                  <a:cubicBezTo>
                    <a:pt x="502" y="402"/>
                    <a:pt x="297" y="313"/>
                    <a:pt x="93" y="209"/>
                  </a:cubicBezTo>
                  <a:lnTo>
                    <a:pt x="93" y="209"/>
                  </a:lnTo>
                  <a:cubicBezTo>
                    <a:pt x="192" y="169"/>
                    <a:pt x="297" y="141"/>
                    <a:pt x="402" y="126"/>
                  </a:cubicBezTo>
                  <a:cubicBezTo>
                    <a:pt x="536" y="100"/>
                    <a:pt x="661" y="82"/>
                    <a:pt x="786" y="73"/>
                  </a:cubicBezTo>
                  <a:cubicBezTo>
                    <a:pt x="1045" y="46"/>
                    <a:pt x="1304" y="37"/>
                    <a:pt x="1562" y="37"/>
                  </a:cubicBezTo>
                  <a:cubicBezTo>
                    <a:pt x="1821" y="37"/>
                    <a:pt x="2080" y="73"/>
                    <a:pt x="2330" y="135"/>
                  </a:cubicBezTo>
                  <a:cubicBezTo>
                    <a:pt x="2455" y="162"/>
                    <a:pt x="2580" y="225"/>
                    <a:pt x="2678" y="305"/>
                  </a:cubicBezTo>
                  <a:cubicBezTo>
                    <a:pt x="2732" y="341"/>
                    <a:pt x="2767" y="394"/>
                    <a:pt x="2794" y="457"/>
                  </a:cubicBezTo>
                  <a:cubicBezTo>
                    <a:pt x="2803" y="519"/>
                    <a:pt x="2803" y="590"/>
                    <a:pt x="2785" y="653"/>
                  </a:cubicBezTo>
                  <a:cubicBezTo>
                    <a:pt x="2803" y="590"/>
                    <a:pt x="2812" y="519"/>
                    <a:pt x="2794" y="448"/>
                  </a:cubicBezTo>
                  <a:cubicBezTo>
                    <a:pt x="2776" y="385"/>
                    <a:pt x="2741" y="332"/>
                    <a:pt x="2687" y="287"/>
                  </a:cubicBezTo>
                  <a:cubicBezTo>
                    <a:pt x="2580" y="207"/>
                    <a:pt x="2464" y="153"/>
                    <a:pt x="2339" y="117"/>
                  </a:cubicBezTo>
                  <a:cubicBezTo>
                    <a:pt x="2089" y="55"/>
                    <a:pt x="1830" y="10"/>
                    <a:pt x="1571" y="10"/>
                  </a:cubicBezTo>
                  <a:cubicBezTo>
                    <a:pt x="1472" y="4"/>
                    <a:pt x="1372" y="1"/>
                    <a:pt x="1272" y="1"/>
                  </a:cubicBezTo>
                  <a:close/>
                </a:path>
              </a:pathLst>
            </a:custGeom>
            <a:solidFill>
              <a:srgbClr val="CB47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7" name="Google Shape;637;p6"/>
            <p:cNvSpPr/>
            <p:nvPr/>
          </p:nvSpPr>
          <p:spPr>
            <a:xfrm rot="1106660">
              <a:off x="7867736" y="599945"/>
              <a:ext cx="402269" cy="483787"/>
            </a:xfrm>
            <a:custGeom>
              <a:avLst/>
              <a:gdLst/>
              <a:ahLst/>
              <a:cxnLst/>
              <a:rect l="l" t="t" r="r" b="b"/>
              <a:pathLst>
                <a:path w="4904" h="5898" extrusionOk="0">
                  <a:moveTo>
                    <a:pt x="69" y="1"/>
                  </a:moveTo>
                  <a:cubicBezTo>
                    <a:pt x="32" y="1"/>
                    <a:pt x="0" y="57"/>
                    <a:pt x="36" y="85"/>
                  </a:cubicBezTo>
                  <a:cubicBezTo>
                    <a:pt x="259" y="255"/>
                    <a:pt x="473" y="442"/>
                    <a:pt x="687" y="629"/>
                  </a:cubicBezTo>
                  <a:cubicBezTo>
                    <a:pt x="669" y="647"/>
                    <a:pt x="669" y="665"/>
                    <a:pt x="669" y="683"/>
                  </a:cubicBezTo>
                  <a:cubicBezTo>
                    <a:pt x="732" y="978"/>
                    <a:pt x="794" y="1272"/>
                    <a:pt x="848" y="1567"/>
                  </a:cubicBezTo>
                  <a:cubicBezTo>
                    <a:pt x="884" y="1808"/>
                    <a:pt x="919" y="2057"/>
                    <a:pt x="937" y="2307"/>
                  </a:cubicBezTo>
                  <a:cubicBezTo>
                    <a:pt x="964" y="2049"/>
                    <a:pt x="964" y="1781"/>
                    <a:pt x="937" y="1522"/>
                  </a:cubicBezTo>
                  <a:cubicBezTo>
                    <a:pt x="893" y="1254"/>
                    <a:pt x="839" y="986"/>
                    <a:pt x="776" y="728"/>
                  </a:cubicBezTo>
                  <a:lnTo>
                    <a:pt x="776" y="728"/>
                  </a:lnTo>
                  <a:cubicBezTo>
                    <a:pt x="1071" y="1004"/>
                    <a:pt x="1348" y="1299"/>
                    <a:pt x="1607" y="1584"/>
                  </a:cubicBezTo>
                  <a:cubicBezTo>
                    <a:pt x="1669" y="1656"/>
                    <a:pt x="1731" y="1736"/>
                    <a:pt x="1803" y="1808"/>
                  </a:cubicBezTo>
                  <a:cubicBezTo>
                    <a:pt x="1803" y="2084"/>
                    <a:pt x="1803" y="2361"/>
                    <a:pt x="1794" y="2647"/>
                  </a:cubicBezTo>
                  <a:cubicBezTo>
                    <a:pt x="1776" y="2896"/>
                    <a:pt x="1794" y="3209"/>
                    <a:pt x="1758" y="3459"/>
                  </a:cubicBezTo>
                  <a:cubicBezTo>
                    <a:pt x="1812" y="3200"/>
                    <a:pt x="1847" y="2941"/>
                    <a:pt x="1865" y="2673"/>
                  </a:cubicBezTo>
                  <a:cubicBezTo>
                    <a:pt x="1874" y="2441"/>
                    <a:pt x="1892" y="2156"/>
                    <a:pt x="1892" y="1924"/>
                  </a:cubicBezTo>
                  <a:cubicBezTo>
                    <a:pt x="2178" y="2254"/>
                    <a:pt x="2445" y="2602"/>
                    <a:pt x="2695" y="2959"/>
                  </a:cubicBezTo>
                  <a:cubicBezTo>
                    <a:pt x="2686" y="2968"/>
                    <a:pt x="2678" y="2986"/>
                    <a:pt x="2678" y="2995"/>
                  </a:cubicBezTo>
                  <a:cubicBezTo>
                    <a:pt x="2669" y="3289"/>
                    <a:pt x="2651" y="3584"/>
                    <a:pt x="2624" y="3878"/>
                  </a:cubicBezTo>
                  <a:cubicBezTo>
                    <a:pt x="2606" y="4137"/>
                    <a:pt x="2570" y="4387"/>
                    <a:pt x="2526" y="4637"/>
                  </a:cubicBezTo>
                  <a:cubicBezTo>
                    <a:pt x="2615" y="4396"/>
                    <a:pt x="2686" y="4155"/>
                    <a:pt x="2722" y="3905"/>
                  </a:cubicBezTo>
                  <a:cubicBezTo>
                    <a:pt x="2749" y="3628"/>
                    <a:pt x="2758" y="3343"/>
                    <a:pt x="2776" y="3066"/>
                  </a:cubicBezTo>
                  <a:cubicBezTo>
                    <a:pt x="3017" y="3423"/>
                    <a:pt x="3249" y="3789"/>
                    <a:pt x="3463" y="4173"/>
                  </a:cubicBezTo>
                  <a:cubicBezTo>
                    <a:pt x="3454" y="4485"/>
                    <a:pt x="3436" y="4806"/>
                    <a:pt x="3409" y="5128"/>
                  </a:cubicBezTo>
                  <a:cubicBezTo>
                    <a:pt x="3383" y="5351"/>
                    <a:pt x="3356" y="5583"/>
                    <a:pt x="3311" y="5806"/>
                  </a:cubicBezTo>
                  <a:cubicBezTo>
                    <a:pt x="3409" y="5538"/>
                    <a:pt x="3472" y="5262"/>
                    <a:pt x="3516" y="4976"/>
                  </a:cubicBezTo>
                  <a:cubicBezTo>
                    <a:pt x="3534" y="4762"/>
                    <a:pt x="3543" y="4548"/>
                    <a:pt x="3552" y="4333"/>
                  </a:cubicBezTo>
                  <a:cubicBezTo>
                    <a:pt x="3831" y="4830"/>
                    <a:pt x="4391" y="5897"/>
                    <a:pt x="4392" y="5897"/>
                  </a:cubicBezTo>
                  <a:cubicBezTo>
                    <a:pt x="4392" y="5897"/>
                    <a:pt x="4392" y="5896"/>
                    <a:pt x="4391" y="5895"/>
                  </a:cubicBezTo>
                  <a:cubicBezTo>
                    <a:pt x="4168" y="5315"/>
                    <a:pt x="3900" y="4762"/>
                    <a:pt x="3606" y="4217"/>
                  </a:cubicBezTo>
                  <a:lnTo>
                    <a:pt x="3606" y="4217"/>
                  </a:lnTo>
                  <a:cubicBezTo>
                    <a:pt x="3847" y="4244"/>
                    <a:pt x="4088" y="4378"/>
                    <a:pt x="4293" y="4485"/>
                  </a:cubicBezTo>
                  <a:cubicBezTo>
                    <a:pt x="4464" y="4567"/>
                    <a:pt x="4867" y="4731"/>
                    <a:pt x="4901" y="4731"/>
                  </a:cubicBezTo>
                  <a:cubicBezTo>
                    <a:pt x="4904" y="4731"/>
                    <a:pt x="4904" y="4729"/>
                    <a:pt x="4900" y="4726"/>
                  </a:cubicBezTo>
                  <a:cubicBezTo>
                    <a:pt x="4721" y="4592"/>
                    <a:pt x="4534" y="4485"/>
                    <a:pt x="4338" y="4396"/>
                  </a:cubicBezTo>
                  <a:cubicBezTo>
                    <a:pt x="4106" y="4271"/>
                    <a:pt x="3820" y="4119"/>
                    <a:pt x="3552" y="4119"/>
                  </a:cubicBezTo>
                  <a:cubicBezTo>
                    <a:pt x="3347" y="3753"/>
                    <a:pt x="3124" y="3396"/>
                    <a:pt x="2883" y="3048"/>
                  </a:cubicBezTo>
                  <a:lnTo>
                    <a:pt x="2883" y="3048"/>
                  </a:lnTo>
                  <a:cubicBezTo>
                    <a:pt x="3106" y="3102"/>
                    <a:pt x="3320" y="3191"/>
                    <a:pt x="3516" y="3307"/>
                  </a:cubicBezTo>
                  <a:cubicBezTo>
                    <a:pt x="3668" y="3395"/>
                    <a:pt x="4064" y="3555"/>
                    <a:pt x="4113" y="3555"/>
                  </a:cubicBezTo>
                  <a:cubicBezTo>
                    <a:pt x="4118" y="3555"/>
                    <a:pt x="4119" y="3553"/>
                    <a:pt x="4114" y="3548"/>
                  </a:cubicBezTo>
                  <a:cubicBezTo>
                    <a:pt x="3936" y="3423"/>
                    <a:pt x="3749" y="3307"/>
                    <a:pt x="3552" y="3218"/>
                  </a:cubicBezTo>
                  <a:cubicBezTo>
                    <a:pt x="3329" y="3102"/>
                    <a:pt x="3070" y="2959"/>
                    <a:pt x="2811" y="2941"/>
                  </a:cubicBezTo>
                  <a:cubicBezTo>
                    <a:pt x="2526" y="2539"/>
                    <a:pt x="2231" y="2165"/>
                    <a:pt x="1919" y="1799"/>
                  </a:cubicBezTo>
                  <a:cubicBezTo>
                    <a:pt x="2160" y="1799"/>
                    <a:pt x="2428" y="1933"/>
                    <a:pt x="2642" y="2031"/>
                  </a:cubicBezTo>
                  <a:cubicBezTo>
                    <a:pt x="2803" y="2103"/>
                    <a:pt x="3211" y="2241"/>
                    <a:pt x="3256" y="2241"/>
                  </a:cubicBezTo>
                  <a:cubicBezTo>
                    <a:pt x="3261" y="2241"/>
                    <a:pt x="3262" y="2239"/>
                    <a:pt x="3258" y="2236"/>
                  </a:cubicBezTo>
                  <a:cubicBezTo>
                    <a:pt x="3070" y="2120"/>
                    <a:pt x="2883" y="2013"/>
                    <a:pt x="2678" y="1933"/>
                  </a:cubicBezTo>
                  <a:cubicBezTo>
                    <a:pt x="2447" y="1834"/>
                    <a:pt x="2172" y="1697"/>
                    <a:pt x="1906" y="1697"/>
                  </a:cubicBezTo>
                  <a:cubicBezTo>
                    <a:pt x="1884" y="1697"/>
                    <a:pt x="1861" y="1698"/>
                    <a:pt x="1839" y="1700"/>
                  </a:cubicBezTo>
                  <a:lnTo>
                    <a:pt x="1740" y="1593"/>
                  </a:lnTo>
                  <a:cubicBezTo>
                    <a:pt x="1473" y="1281"/>
                    <a:pt x="1187" y="978"/>
                    <a:pt x="884" y="683"/>
                  </a:cubicBezTo>
                  <a:cubicBezTo>
                    <a:pt x="1107" y="683"/>
                    <a:pt x="1339" y="710"/>
                    <a:pt x="1553" y="772"/>
                  </a:cubicBezTo>
                  <a:cubicBezTo>
                    <a:pt x="1720" y="810"/>
                    <a:pt x="2105" y="867"/>
                    <a:pt x="2185" y="867"/>
                  </a:cubicBezTo>
                  <a:cubicBezTo>
                    <a:pt x="2199" y="867"/>
                    <a:pt x="2204" y="866"/>
                    <a:pt x="2196" y="862"/>
                  </a:cubicBezTo>
                  <a:cubicBezTo>
                    <a:pt x="1990" y="781"/>
                    <a:pt x="1785" y="719"/>
                    <a:pt x="1571" y="683"/>
                  </a:cubicBezTo>
                  <a:cubicBezTo>
                    <a:pt x="1386" y="642"/>
                    <a:pt x="1175" y="585"/>
                    <a:pt x="969" y="585"/>
                  </a:cubicBezTo>
                  <a:cubicBezTo>
                    <a:pt x="907" y="585"/>
                    <a:pt x="846" y="590"/>
                    <a:pt x="785" y="603"/>
                  </a:cubicBezTo>
                  <a:cubicBezTo>
                    <a:pt x="571" y="389"/>
                    <a:pt x="339" y="192"/>
                    <a:pt x="98" y="14"/>
                  </a:cubicBezTo>
                  <a:cubicBezTo>
                    <a:pt x="89" y="4"/>
                    <a:pt x="79" y="1"/>
                    <a:pt x="6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8" name="Google Shape;638;p6"/>
            <p:cNvSpPr/>
            <p:nvPr/>
          </p:nvSpPr>
          <p:spPr>
            <a:xfrm rot="-3603133">
              <a:off x="8210019" y="4081162"/>
              <a:ext cx="323633" cy="271347"/>
            </a:xfrm>
            <a:custGeom>
              <a:avLst/>
              <a:gdLst/>
              <a:ahLst/>
              <a:cxnLst/>
              <a:rect l="l" t="t" r="r" b="b"/>
              <a:pathLst>
                <a:path w="3571" h="2994" extrusionOk="0">
                  <a:moveTo>
                    <a:pt x="3388" y="1"/>
                  </a:moveTo>
                  <a:cubicBezTo>
                    <a:pt x="2872" y="1"/>
                    <a:pt x="1224" y="57"/>
                    <a:pt x="670" y="762"/>
                  </a:cubicBezTo>
                  <a:cubicBezTo>
                    <a:pt x="1" y="1601"/>
                    <a:pt x="438" y="2207"/>
                    <a:pt x="679" y="2475"/>
                  </a:cubicBezTo>
                  <a:cubicBezTo>
                    <a:pt x="679" y="2475"/>
                    <a:pt x="1149" y="2993"/>
                    <a:pt x="1755" y="2993"/>
                  </a:cubicBezTo>
                  <a:cubicBezTo>
                    <a:pt x="1890" y="2993"/>
                    <a:pt x="2033" y="2967"/>
                    <a:pt x="2178" y="2904"/>
                  </a:cubicBezTo>
                  <a:cubicBezTo>
                    <a:pt x="2973" y="2555"/>
                    <a:pt x="3571" y="833"/>
                    <a:pt x="3544" y="3"/>
                  </a:cubicBezTo>
                  <a:cubicBezTo>
                    <a:pt x="3544" y="3"/>
                    <a:pt x="3487" y="1"/>
                    <a:pt x="3388" y="1"/>
                  </a:cubicBezTo>
                  <a:close/>
                </a:path>
              </a:pathLst>
            </a:cu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9" name="Google Shape;639;p6"/>
            <p:cNvSpPr/>
            <p:nvPr/>
          </p:nvSpPr>
          <p:spPr>
            <a:xfrm rot="1365070">
              <a:off x="7855948" y="4289965"/>
              <a:ext cx="453612" cy="300440"/>
            </a:xfrm>
            <a:custGeom>
              <a:avLst/>
              <a:gdLst/>
              <a:ahLst/>
              <a:cxnLst/>
              <a:rect l="l" t="t" r="r" b="b"/>
              <a:pathLst>
                <a:path w="5005" h="3315" extrusionOk="0">
                  <a:moveTo>
                    <a:pt x="3133" y="1"/>
                  </a:moveTo>
                  <a:cubicBezTo>
                    <a:pt x="3086" y="1"/>
                    <a:pt x="3041" y="10"/>
                    <a:pt x="2999" y="30"/>
                  </a:cubicBezTo>
                  <a:cubicBezTo>
                    <a:pt x="2651" y="190"/>
                    <a:pt x="2741" y="458"/>
                    <a:pt x="2741" y="458"/>
                  </a:cubicBezTo>
                  <a:cubicBezTo>
                    <a:pt x="2741" y="458"/>
                    <a:pt x="2316" y="210"/>
                    <a:pt x="1958" y="210"/>
                  </a:cubicBezTo>
                  <a:cubicBezTo>
                    <a:pt x="1832" y="210"/>
                    <a:pt x="1713" y="241"/>
                    <a:pt x="1625" y="324"/>
                  </a:cubicBezTo>
                  <a:cubicBezTo>
                    <a:pt x="1286" y="637"/>
                    <a:pt x="1803" y="896"/>
                    <a:pt x="1803" y="896"/>
                  </a:cubicBezTo>
                  <a:cubicBezTo>
                    <a:pt x="1803" y="896"/>
                    <a:pt x="1673" y="875"/>
                    <a:pt x="1507" y="875"/>
                  </a:cubicBezTo>
                  <a:cubicBezTo>
                    <a:pt x="1237" y="875"/>
                    <a:pt x="875" y="930"/>
                    <a:pt x="831" y="1217"/>
                  </a:cubicBezTo>
                  <a:cubicBezTo>
                    <a:pt x="759" y="1690"/>
                    <a:pt x="1295" y="1734"/>
                    <a:pt x="1295" y="1734"/>
                  </a:cubicBezTo>
                  <a:cubicBezTo>
                    <a:pt x="72" y="1877"/>
                    <a:pt x="1" y="2930"/>
                    <a:pt x="643" y="3127"/>
                  </a:cubicBezTo>
                  <a:cubicBezTo>
                    <a:pt x="733" y="3154"/>
                    <a:pt x="822" y="3166"/>
                    <a:pt x="909" y="3166"/>
                  </a:cubicBezTo>
                  <a:cubicBezTo>
                    <a:pt x="1448" y="3166"/>
                    <a:pt x="1910" y="2716"/>
                    <a:pt x="1911" y="2716"/>
                  </a:cubicBezTo>
                  <a:lnTo>
                    <a:pt x="1911" y="2716"/>
                  </a:lnTo>
                  <a:cubicBezTo>
                    <a:pt x="1911" y="2716"/>
                    <a:pt x="1821" y="3216"/>
                    <a:pt x="2241" y="3305"/>
                  </a:cubicBezTo>
                  <a:cubicBezTo>
                    <a:pt x="2270" y="3311"/>
                    <a:pt x="2297" y="3314"/>
                    <a:pt x="2325" y="3314"/>
                  </a:cubicBezTo>
                  <a:cubicBezTo>
                    <a:pt x="2693" y="3314"/>
                    <a:pt x="2910" y="2788"/>
                    <a:pt x="2910" y="2788"/>
                  </a:cubicBezTo>
                  <a:cubicBezTo>
                    <a:pt x="2910" y="2788"/>
                    <a:pt x="3104" y="3169"/>
                    <a:pt x="3399" y="3169"/>
                  </a:cubicBezTo>
                  <a:cubicBezTo>
                    <a:pt x="3484" y="3169"/>
                    <a:pt x="3578" y="3137"/>
                    <a:pt x="3678" y="3055"/>
                  </a:cubicBezTo>
                  <a:cubicBezTo>
                    <a:pt x="4124" y="2689"/>
                    <a:pt x="3847" y="2074"/>
                    <a:pt x="3847" y="2074"/>
                  </a:cubicBezTo>
                  <a:lnTo>
                    <a:pt x="3847" y="2074"/>
                  </a:lnTo>
                  <a:cubicBezTo>
                    <a:pt x="3847" y="2074"/>
                    <a:pt x="3976" y="2225"/>
                    <a:pt x="4171" y="2225"/>
                  </a:cubicBezTo>
                  <a:cubicBezTo>
                    <a:pt x="4276" y="2225"/>
                    <a:pt x="4400" y="2181"/>
                    <a:pt x="4534" y="2047"/>
                  </a:cubicBezTo>
                  <a:cubicBezTo>
                    <a:pt x="4847" y="1743"/>
                    <a:pt x="4651" y="1297"/>
                    <a:pt x="4651" y="1297"/>
                  </a:cubicBezTo>
                  <a:lnTo>
                    <a:pt x="4651" y="1297"/>
                  </a:lnTo>
                  <a:cubicBezTo>
                    <a:pt x="4703" y="1329"/>
                    <a:pt x="4745" y="1342"/>
                    <a:pt x="4778" y="1342"/>
                  </a:cubicBezTo>
                  <a:cubicBezTo>
                    <a:pt x="5005" y="1342"/>
                    <a:pt x="4793" y="681"/>
                    <a:pt x="4793" y="681"/>
                  </a:cubicBezTo>
                  <a:cubicBezTo>
                    <a:pt x="4793" y="681"/>
                    <a:pt x="4279" y="152"/>
                    <a:pt x="4046" y="152"/>
                  </a:cubicBezTo>
                  <a:cubicBezTo>
                    <a:pt x="4021" y="152"/>
                    <a:pt x="3999" y="158"/>
                    <a:pt x="3981" y="173"/>
                  </a:cubicBezTo>
                  <a:cubicBezTo>
                    <a:pt x="3874" y="244"/>
                    <a:pt x="3847" y="387"/>
                    <a:pt x="3928" y="485"/>
                  </a:cubicBezTo>
                  <a:cubicBezTo>
                    <a:pt x="3928" y="485"/>
                    <a:pt x="3478" y="1"/>
                    <a:pt x="313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0" name="Google Shape;640;p6"/>
            <p:cNvSpPr/>
            <p:nvPr/>
          </p:nvSpPr>
          <p:spPr>
            <a:xfrm rot="1365070">
              <a:off x="7865275" y="4373584"/>
              <a:ext cx="326002" cy="208813"/>
            </a:xfrm>
            <a:custGeom>
              <a:avLst/>
              <a:gdLst/>
              <a:ahLst/>
              <a:cxnLst/>
              <a:rect l="l" t="t" r="r" b="b"/>
              <a:pathLst>
                <a:path w="3597" h="2304" extrusionOk="0">
                  <a:moveTo>
                    <a:pt x="884" y="590"/>
                  </a:moveTo>
                  <a:cubicBezTo>
                    <a:pt x="919" y="608"/>
                    <a:pt x="955" y="608"/>
                    <a:pt x="1000" y="616"/>
                  </a:cubicBezTo>
                  <a:cubicBezTo>
                    <a:pt x="919" y="625"/>
                    <a:pt x="848" y="634"/>
                    <a:pt x="777" y="652"/>
                  </a:cubicBezTo>
                  <a:cubicBezTo>
                    <a:pt x="411" y="893"/>
                    <a:pt x="143" y="1259"/>
                    <a:pt x="18" y="1679"/>
                  </a:cubicBezTo>
                  <a:cubicBezTo>
                    <a:pt x="18" y="1696"/>
                    <a:pt x="9" y="1714"/>
                    <a:pt x="0" y="1723"/>
                  </a:cubicBezTo>
                  <a:cubicBezTo>
                    <a:pt x="71" y="1866"/>
                    <a:pt x="196" y="1964"/>
                    <a:pt x="348" y="2009"/>
                  </a:cubicBezTo>
                  <a:cubicBezTo>
                    <a:pt x="982" y="2205"/>
                    <a:pt x="1615" y="1598"/>
                    <a:pt x="1615" y="1598"/>
                  </a:cubicBezTo>
                  <a:cubicBezTo>
                    <a:pt x="1615" y="1598"/>
                    <a:pt x="1517" y="2098"/>
                    <a:pt x="1937" y="2187"/>
                  </a:cubicBezTo>
                  <a:cubicBezTo>
                    <a:pt x="2356" y="2277"/>
                    <a:pt x="2606" y="1670"/>
                    <a:pt x="2606" y="1670"/>
                  </a:cubicBezTo>
                  <a:cubicBezTo>
                    <a:pt x="2606" y="1670"/>
                    <a:pt x="2927" y="2303"/>
                    <a:pt x="3374" y="1937"/>
                  </a:cubicBezTo>
                  <a:cubicBezTo>
                    <a:pt x="3481" y="1848"/>
                    <a:pt x="3561" y="1732"/>
                    <a:pt x="3597" y="1598"/>
                  </a:cubicBezTo>
                  <a:cubicBezTo>
                    <a:pt x="3213" y="483"/>
                    <a:pt x="1901" y="1"/>
                    <a:pt x="884" y="590"/>
                  </a:cubicBezTo>
                  <a:close/>
                </a:path>
              </a:pathLst>
            </a:custGeom>
            <a:gradFill>
              <a:gsLst>
                <a:gs pos="0">
                  <a:srgbClr val="FFFFFF">
                    <a:alpha val="0"/>
                  </a:srgbClr>
                </a:gs>
                <a:gs pos="100000">
                  <a:srgbClr val="FFFFFF">
                    <a:alpha val="2196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1" name="Google Shape;641;p6"/>
            <p:cNvSpPr/>
            <p:nvPr/>
          </p:nvSpPr>
          <p:spPr>
            <a:xfrm rot="1365070">
              <a:off x="7875100" y="4290364"/>
              <a:ext cx="425607" cy="302978"/>
            </a:xfrm>
            <a:custGeom>
              <a:avLst/>
              <a:gdLst/>
              <a:ahLst/>
              <a:cxnLst/>
              <a:rect l="l" t="t" r="r" b="b"/>
              <a:pathLst>
                <a:path w="4696" h="3343" extrusionOk="0">
                  <a:moveTo>
                    <a:pt x="1697" y="2735"/>
                  </a:moveTo>
                  <a:lnTo>
                    <a:pt x="1697" y="2735"/>
                  </a:lnTo>
                  <a:cubicBezTo>
                    <a:pt x="1697" y="2735"/>
                    <a:pt x="1697" y="2735"/>
                    <a:pt x="1697" y="2735"/>
                  </a:cubicBezTo>
                  <a:lnTo>
                    <a:pt x="1697" y="2735"/>
                  </a:lnTo>
                  <a:cubicBezTo>
                    <a:pt x="1697" y="2735"/>
                    <a:pt x="1697" y="2735"/>
                    <a:pt x="1697" y="2735"/>
                  </a:cubicBezTo>
                  <a:close/>
                  <a:moveTo>
                    <a:pt x="1695" y="2737"/>
                  </a:moveTo>
                  <a:lnTo>
                    <a:pt x="1695" y="2737"/>
                  </a:lnTo>
                  <a:cubicBezTo>
                    <a:pt x="1481" y="2941"/>
                    <a:pt x="1214" y="3083"/>
                    <a:pt x="920" y="3164"/>
                  </a:cubicBezTo>
                  <a:cubicBezTo>
                    <a:pt x="1205" y="3092"/>
                    <a:pt x="1481" y="2941"/>
                    <a:pt x="1695" y="2737"/>
                  </a:cubicBezTo>
                  <a:close/>
                  <a:moveTo>
                    <a:pt x="2898" y="1"/>
                  </a:moveTo>
                  <a:cubicBezTo>
                    <a:pt x="2878" y="1"/>
                    <a:pt x="2858" y="2"/>
                    <a:pt x="2839" y="4"/>
                  </a:cubicBezTo>
                  <a:cubicBezTo>
                    <a:pt x="2776" y="22"/>
                    <a:pt x="2705" y="58"/>
                    <a:pt x="2652" y="102"/>
                  </a:cubicBezTo>
                  <a:cubicBezTo>
                    <a:pt x="2540" y="182"/>
                    <a:pt x="2479" y="311"/>
                    <a:pt x="2498" y="439"/>
                  </a:cubicBezTo>
                  <a:lnTo>
                    <a:pt x="2498" y="439"/>
                  </a:lnTo>
                  <a:cubicBezTo>
                    <a:pt x="2367" y="368"/>
                    <a:pt x="2236" y="313"/>
                    <a:pt x="2089" y="272"/>
                  </a:cubicBezTo>
                  <a:cubicBezTo>
                    <a:pt x="1984" y="235"/>
                    <a:pt x="1875" y="215"/>
                    <a:pt x="1762" y="215"/>
                  </a:cubicBezTo>
                  <a:cubicBezTo>
                    <a:pt x="1711" y="215"/>
                    <a:pt x="1660" y="219"/>
                    <a:pt x="1607" y="227"/>
                  </a:cubicBezTo>
                  <a:cubicBezTo>
                    <a:pt x="1527" y="245"/>
                    <a:pt x="1447" y="281"/>
                    <a:pt x="1384" y="343"/>
                  </a:cubicBezTo>
                  <a:cubicBezTo>
                    <a:pt x="1322" y="397"/>
                    <a:pt x="1286" y="477"/>
                    <a:pt x="1277" y="566"/>
                  </a:cubicBezTo>
                  <a:cubicBezTo>
                    <a:pt x="1277" y="647"/>
                    <a:pt x="1313" y="727"/>
                    <a:pt x="1384" y="790"/>
                  </a:cubicBezTo>
                  <a:cubicBezTo>
                    <a:pt x="1417" y="822"/>
                    <a:pt x="1453" y="855"/>
                    <a:pt x="1495" y="884"/>
                  </a:cubicBezTo>
                  <a:lnTo>
                    <a:pt x="1495" y="884"/>
                  </a:lnTo>
                  <a:cubicBezTo>
                    <a:pt x="1438" y="878"/>
                    <a:pt x="1381" y="875"/>
                    <a:pt x="1324" y="875"/>
                  </a:cubicBezTo>
                  <a:cubicBezTo>
                    <a:pt x="1252" y="875"/>
                    <a:pt x="1180" y="880"/>
                    <a:pt x="1107" y="888"/>
                  </a:cubicBezTo>
                  <a:cubicBezTo>
                    <a:pt x="1027" y="897"/>
                    <a:pt x="947" y="915"/>
                    <a:pt x="875" y="941"/>
                  </a:cubicBezTo>
                  <a:cubicBezTo>
                    <a:pt x="795" y="968"/>
                    <a:pt x="724" y="1013"/>
                    <a:pt x="670" y="1075"/>
                  </a:cubicBezTo>
                  <a:cubicBezTo>
                    <a:pt x="572" y="1218"/>
                    <a:pt x="572" y="1405"/>
                    <a:pt x="661" y="1548"/>
                  </a:cubicBezTo>
                  <a:cubicBezTo>
                    <a:pt x="735" y="1648"/>
                    <a:pt x="843" y="1719"/>
                    <a:pt x="961" y="1751"/>
                  </a:cubicBezTo>
                  <a:lnTo>
                    <a:pt x="961" y="1751"/>
                  </a:lnTo>
                  <a:cubicBezTo>
                    <a:pt x="702" y="1797"/>
                    <a:pt x="461" y="1913"/>
                    <a:pt x="260" y="2084"/>
                  </a:cubicBezTo>
                  <a:cubicBezTo>
                    <a:pt x="144" y="2191"/>
                    <a:pt x="72" y="2325"/>
                    <a:pt x="37" y="2476"/>
                  </a:cubicBezTo>
                  <a:cubicBezTo>
                    <a:pt x="1" y="2619"/>
                    <a:pt x="28" y="2780"/>
                    <a:pt x="108" y="2914"/>
                  </a:cubicBezTo>
                  <a:cubicBezTo>
                    <a:pt x="188" y="3039"/>
                    <a:pt x="322" y="3137"/>
                    <a:pt x="474" y="3164"/>
                  </a:cubicBezTo>
                  <a:cubicBezTo>
                    <a:pt x="545" y="3181"/>
                    <a:pt x="619" y="3190"/>
                    <a:pt x="694" y="3190"/>
                  </a:cubicBezTo>
                  <a:cubicBezTo>
                    <a:pt x="768" y="3190"/>
                    <a:pt x="844" y="3181"/>
                    <a:pt x="920" y="3164"/>
                  </a:cubicBezTo>
                  <a:lnTo>
                    <a:pt x="920" y="3164"/>
                  </a:lnTo>
                  <a:cubicBezTo>
                    <a:pt x="854" y="3176"/>
                    <a:pt x="786" y="3183"/>
                    <a:pt x="716" y="3183"/>
                  </a:cubicBezTo>
                  <a:cubicBezTo>
                    <a:pt x="636" y="3183"/>
                    <a:pt x="555" y="3174"/>
                    <a:pt x="474" y="3155"/>
                  </a:cubicBezTo>
                  <a:cubicBezTo>
                    <a:pt x="331" y="3119"/>
                    <a:pt x="206" y="3030"/>
                    <a:pt x="126" y="2905"/>
                  </a:cubicBezTo>
                  <a:cubicBezTo>
                    <a:pt x="45" y="2780"/>
                    <a:pt x="28" y="2628"/>
                    <a:pt x="63" y="2485"/>
                  </a:cubicBezTo>
                  <a:cubicBezTo>
                    <a:pt x="99" y="2343"/>
                    <a:pt x="179" y="2209"/>
                    <a:pt x="286" y="2110"/>
                  </a:cubicBezTo>
                  <a:cubicBezTo>
                    <a:pt x="510" y="1914"/>
                    <a:pt x="795" y="1798"/>
                    <a:pt x="1090" y="1771"/>
                  </a:cubicBezTo>
                  <a:lnTo>
                    <a:pt x="1224" y="1762"/>
                  </a:lnTo>
                  <a:lnTo>
                    <a:pt x="1090" y="1745"/>
                  </a:lnTo>
                  <a:cubicBezTo>
                    <a:pt x="1087" y="1744"/>
                    <a:pt x="1084" y="1744"/>
                    <a:pt x="1081" y="1743"/>
                  </a:cubicBezTo>
                  <a:lnTo>
                    <a:pt x="1081" y="1743"/>
                  </a:lnTo>
                  <a:lnTo>
                    <a:pt x="1081" y="1736"/>
                  </a:lnTo>
                  <a:cubicBezTo>
                    <a:pt x="1071" y="1737"/>
                    <a:pt x="1060" y="1738"/>
                    <a:pt x="1050" y="1739"/>
                  </a:cubicBezTo>
                  <a:lnTo>
                    <a:pt x="1050" y="1739"/>
                  </a:lnTo>
                  <a:cubicBezTo>
                    <a:pt x="913" y="1714"/>
                    <a:pt x="787" y="1644"/>
                    <a:pt x="697" y="1530"/>
                  </a:cubicBezTo>
                  <a:cubicBezTo>
                    <a:pt x="617" y="1396"/>
                    <a:pt x="617" y="1227"/>
                    <a:pt x="706" y="1102"/>
                  </a:cubicBezTo>
                  <a:cubicBezTo>
                    <a:pt x="759" y="1048"/>
                    <a:pt x="822" y="1004"/>
                    <a:pt x="893" y="977"/>
                  </a:cubicBezTo>
                  <a:cubicBezTo>
                    <a:pt x="965" y="950"/>
                    <a:pt x="1036" y="932"/>
                    <a:pt x="1116" y="923"/>
                  </a:cubicBezTo>
                  <a:cubicBezTo>
                    <a:pt x="1178" y="917"/>
                    <a:pt x="1238" y="914"/>
                    <a:pt x="1298" y="914"/>
                  </a:cubicBezTo>
                  <a:cubicBezTo>
                    <a:pt x="1390" y="914"/>
                    <a:pt x="1483" y="921"/>
                    <a:pt x="1578" y="931"/>
                  </a:cubicBezTo>
                  <a:lnTo>
                    <a:pt x="1578" y="931"/>
                  </a:lnTo>
                  <a:cubicBezTo>
                    <a:pt x="1579" y="932"/>
                    <a:pt x="1580" y="932"/>
                    <a:pt x="1581" y="932"/>
                  </a:cubicBezTo>
                  <a:lnTo>
                    <a:pt x="1581" y="931"/>
                  </a:lnTo>
                  <a:lnTo>
                    <a:pt x="1581" y="931"/>
                  </a:lnTo>
                  <a:cubicBezTo>
                    <a:pt x="1584" y="932"/>
                    <a:pt x="1587" y="932"/>
                    <a:pt x="1589" y="932"/>
                  </a:cubicBezTo>
                  <a:lnTo>
                    <a:pt x="1697" y="950"/>
                  </a:lnTo>
                  <a:lnTo>
                    <a:pt x="1598" y="897"/>
                  </a:lnTo>
                  <a:cubicBezTo>
                    <a:pt x="1527" y="861"/>
                    <a:pt x="1464" y="816"/>
                    <a:pt x="1411" y="763"/>
                  </a:cubicBezTo>
                  <a:cubicBezTo>
                    <a:pt x="1357" y="709"/>
                    <a:pt x="1322" y="638"/>
                    <a:pt x="1322" y="566"/>
                  </a:cubicBezTo>
                  <a:cubicBezTo>
                    <a:pt x="1331" y="486"/>
                    <a:pt x="1366" y="424"/>
                    <a:pt x="1420" y="370"/>
                  </a:cubicBezTo>
                  <a:cubicBezTo>
                    <a:pt x="1473" y="317"/>
                    <a:pt x="1545" y="281"/>
                    <a:pt x="1625" y="272"/>
                  </a:cubicBezTo>
                  <a:cubicBezTo>
                    <a:pt x="1672" y="264"/>
                    <a:pt x="1720" y="260"/>
                    <a:pt x="1768" y="260"/>
                  </a:cubicBezTo>
                  <a:cubicBezTo>
                    <a:pt x="1875" y="260"/>
                    <a:pt x="1982" y="280"/>
                    <a:pt x="2080" y="317"/>
                  </a:cubicBezTo>
                  <a:cubicBezTo>
                    <a:pt x="2232" y="361"/>
                    <a:pt x="2375" y="424"/>
                    <a:pt x="2518" y="495"/>
                  </a:cubicBezTo>
                  <a:lnTo>
                    <a:pt x="2571" y="531"/>
                  </a:lnTo>
                  <a:lnTo>
                    <a:pt x="2553" y="468"/>
                  </a:lnTo>
                  <a:cubicBezTo>
                    <a:pt x="2518" y="343"/>
                    <a:pt x="2571" y="209"/>
                    <a:pt x="2678" y="138"/>
                  </a:cubicBezTo>
                  <a:cubicBezTo>
                    <a:pt x="2732" y="93"/>
                    <a:pt x="2794" y="67"/>
                    <a:pt x="2857" y="49"/>
                  </a:cubicBezTo>
                  <a:cubicBezTo>
                    <a:pt x="2874" y="46"/>
                    <a:pt x="2890" y="45"/>
                    <a:pt x="2907" y="45"/>
                  </a:cubicBezTo>
                  <a:cubicBezTo>
                    <a:pt x="2953" y="45"/>
                    <a:pt x="2998" y="54"/>
                    <a:pt x="3044" y="67"/>
                  </a:cubicBezTo>
                  <a:cubicBezTo>
                    <a:pt x="3169" y="111"/>
                    <a:pt x="3285" y="174"/>
                    <a:pt x="3392" y="254"/>
                  </a:cubicBezTo>
                  <a:cubicBezTo>
                    <a:pt x="3491" y="328"/>
                    <a:pt x="3590" y="410"/>
                    <a:pt x="3682" y="500"/>
                  </a:cubicBezTo>
                  <a:lnTo>
                    <a:pt x="3682" y="500"/>
                  </a:lnTo>
                  <a:cubicBezTo>
                    <a:pt x="3686" y="507"/>
                    <a:pt x="3691" y="515"/>
                    <a:pt x="3696" y="522"/>
                  </a:cubicBezTo>
                  <a:lnTo>
                    <a:pt x="3701" y="518"/>
                  </a:lnTo>
                  <a:lnTo>
                    <a:pt x="3701" y="518"/>
                  </a:lnTo>
                  <a:cubicBezTo>
                    <a:pt x="3702" y="519"/>
                    <a:pt x="3703" y="521"/>
                    <a:pt x="3705" y="522"/>
                  </a:cubicBezTo>
                  <a:lnTo>
                    <a:pt x="3740" y="486"/>
                  </a:lnTo>
                  <a:cubicBezTo>
                    <a:pt x="3705" y="441"/>
                    <a:pt x="3687" y="397"/>
                    <a:pt x="3696" y="343"/>
                  </a:cubicBezTo>
                  <a:cubicBezTo>
                    <a:pt x="3696" y="290"/>
                    <a:pt x="3723" y="245"/>
                    <a:pt x="3767" y="218"/>
                  </a:cubicBezTo>
                  <a:cubicBezTo>
                    <a:pt x="3785" y="201"/>
                    <a:pt x="3807" y="194"/>
                    <a:pt x="3831" y="194"/>
                  </a:cubicBezTo>
                  <a:cubicBezTo>
                    <a:pt x="3854" y="194"/>
                    <a:pt x="3879" y="201"/>
                    <a:pt x="3901" y="209"/>
                  </a:cubicBezTo>
                  <a:cubicBezTo>
                    <a:pt x="3955" y="227"/>
                    <a:pt x="3999" y="254"/>
                    <a:pt x="4053" y="281"/>
                  </a:cubicBezTo>
                  <a:cubicBezTo>
                    <a:pt x="4237" y="403"/>
                    <a:pt x="4403" y="543"/>
                    <a:pt x="4561" y="700"/>
                  </a:cubicBezTo>
                  <a:lnTo>
                    <a:pt x="4561" y="700"/>
                  </a:lnTo>
                  <a:cubicBezTo>
                    <a:pt x="4606" y="843"/>
                    <a:pt x="4633" y="977"/>
                    <a:pt x="4651" y="1120"/>
                  </a:cubicBezTo>
                  <a:cubicBezTo>
                    <a:pt x="4660" y="1191"/>
                    <a:pt x="4651" y="1254"/>
                    <a:pt x="4615" y="1316"/>
                  </a:cubicBezTo>
                  <a:cubicBezTo>
                    <a:pt x="4602" y="1336"/>
                    <a:pt x="4584" y="1343"/>
                    <a:pt x="4563" y="1343"/>
                  </a:cubicBezTo>
                  <a:cubicBezTo>
                    <a:pt x="4528" y="1343"/>
                    <a:pt x="4485" y="1321"/>
                    <a:pt x="4445" y="1298"/>
                  </a:cubicBezTo>
                  <a:lnTo>
                    <a:pt x="4392" y="1272"/>
                  </a:lnTo>
                  <a:lnTo>
                    <a:pt x="4419" y="1325"/>
                  </a:lnTo>
                  <a:cubicBezTo>
                    <a:pt x="4419" y="1327"/>
                    <a:pt x="4420" y="1329"/>
                    <a:pt x="4421" y="1332"/>
                  </a:cubicBezTo>
                  <a:lnTo>
                    <a:pt x="4421" y="1332"/>
                  </a:lnTo>
                  <a:lnTo>
                    <a:pt x="4419" y="1334"/>
                  </a:lnTo>
                  <a:cubicBezTo>
                    <a:pt x="4420" y="1335"/>
                    <a:pt x="4421" y="1335"/>
                    <a:pt x="4422" y="1336"/>
                  </a:cubicBezTo>
                  <a:lnTo>
                    <a:pt x="4422" y="1336"/>
                  </a:lnTo>
                  <a:cubicBezTo>
                    <a:pt x="4465" y="1457"/>
                    <a:pt x="4490" y="1579"/>
                    <a:pt x="4472" y="1709"/>
                  </a:cubicBezTo>
                  <a:cubicBezTo>
                    <a:pt x="4463" y="1834"/>
                    <a:pt x="4410" y="1959"/>
                    <a:pt x="4312" y="2048"/>
                  </a:cubicBezTo>
                  <a:cubicBezTo>
                    <a:pt x="4231" y="2146"/>
                    <a:pt x="4106" y="2209"/>
                    <a:pt x="3981" y="2226"/>
                  </a:cubicBezTo>
                  <a:cubicBezTo>
                    <a:pt x="3972" y="2227"/>
                    <a:pt x="3962" y="2227"/>
                    <a:pt x="3953" y="2227"/>
                  </a:cubicBezTo>
                  <a:cubicBezTo>
                    <a:pt x="3830" y="2227"/>
                    <a:pt x="3717" y="2175"/>
                    <a:pt x="3642" y="2084"/>
                  </a:cubicBezTo>
                  <a:lnTo>
                    <a:pt x="3642" y="2084"/>
                  </a:lnTo>
                  <a:cubicBezTo>
                    <a:pt x="3642" y="2084"/>
                    <a:pt x="3642" y="2084"/>
                    <a:pt x="3642" y="2084"/>
                  </a:cubicBezTo>
                  <a:lnTo>
                    <a:pt x="3580" y="2021"/>
                  </a:lnTo>
                  <a:lnTo>
                    <a:pt x="3615" y="2102"/>
                  </a:lnTo>
                  <a:cubicBezTo>
                    <a:pt x="3616" y="2104"/>
                    <a:pt x="3617" y="2106"/>
                    <a:pt x="3618" y="2108"/>
                  </a:cubicBezTo>
                  <a:lnTo>
                    <a:pt x="3618" y="2108"/>
                  </a:lnTo>
                  <a:lnTo>
                    <a:pt x="3615" y="2110"/>
                  </a:lnTo>
                  <a:cubicBezTo>
                    <a:pt x="3618" y="2113"/>
                    <a:pt x="3620" y="2115"/>
                    <a:pt x="3622" y="2117"/>
                  </a:cubicBezTo>
                  <a:lnTo>
                    <a:pt x="3622" y="2117"/>
                  </a:lnTo>
                  <a:cubicBezTo>
                    <a:pt x="3680" y="2265"/>
                    <a:pt x="3704" y="2428"/>
                    <a:pt x="3696" y="2583"/>
                  </a:cubicBezTo>
                  <a:cubicBezTo>
                    <a:pt x="3687" y="2753"/>
                    <a:pt x="3615" y="2914"/>
                    <a:pt x="3490" y="3021"/>
                  </a:cubicBezTo>
                  <a:cubicBezTo>
                    <a:pt x="3437" y="3083"/>
                    <a:pt x="3366" y="3128"/>
                    <a:pt x="3285" y="3155"/>
                  </a:cubicBezTo>
                  <a:cubicBezTo>
                    <a:pt x="3248" y="3167"/>
                    <a:pt x="3211" y="3174"/>
                    <a:pt x="3173" y="3174"/>
                  </a:cubicBezTo>
                  <a:cubicBezTo>
                    <a:pt x="3130" y="3174"/>
                    <a:pt x="3087" y="3165"/>
                    <a:pt x="3044" y="3146"/>
                  </a:cubicBezTo>
                  <a:cubicBezTo>
                    <a:pt x="2892" y="3065"/>
                    <a:pt x="2776" y="2949"/>
                    <a:pt x="2696" y="2798"/>
                  </a:cubicBezTo>
                  <a:lnTo>
                    <a:pt x="2687" y="2780"/>
                  </a:lnTo>
                  <a:lnTo>
                    <a:pt x="2678" y="2798"/>
                  </a:lnTo>
                  <a:cubicBezTo>
                    <a:pt x="2625" y="2932"/>
                    <a:pt x="2553" y="3048"/>
                    <a:pt x="2455" y="3146"/>
                  </a:cubicBezTo>
                  <a:cubicBezTo>
                    <a:pt x="2411" y="3199"/>
                    <a:pt x="2357" y="3244"/>
                    <a:pt x="2295" y="3280"/>
                  </a:cubicBezTo>
                  <a:cubicBezTo>
                    <a:pt x="2241" y="3306"/>
                    <a:pt x="2170" y="3324"/>
                    <a:pt x="2098" y="3333"/>
                  </a:cubicBezTo>
                  <a:cubicBezTo>
                    <a:pt x="1964" y="3333"/>
                    <a:pt x="1830" y="3262"/>
                    <a:pt x="1759" y="3137"/>
                  </a:cubicBezTo>
                  <a:cubicBezTo>
                    <a:pt x="1697" y="3012"/>
                    <a:pt x="1670" y="2878"/>
                    <a:pt x="1697" y="2735"/>
                  </a:cubicBezTo>
                  <a:lnTo>
                    <a:pt x="1697" y="2735"/>
                  </a:lnTo>
                  <a:cubicBezTo>
                    <a:pt x="1670" y="2878"/>
                    <a:pt x="1688" y="3021"/>
                    <a:pt x="1750" y="3146"/>
                  </a:cubicBezTo>
                  <a:cubicBezTo>
                    <a:pt x="1830" y="3262"/>
                    <a:pt x="1955" y="3342"/>
                    <a:pt x="2098" y="3342"/>
                  </a:cubicBezTo>
                  <a:cubicBezTo>
                    <a:pt x="2170" y="3342"/>
                    <a:pt x="2241" y="3324"/>
                    <a:pt x="2303" y="3289"/>
                  </a:cubicBezTo>
                  <a:cubicBezTo>
                    <a:pt x="2366" y="3253"/>
                    <a:pt x="2419" y="3208"/>
                    <a:pt x="2464" y="3164"/>
                  </a:cubicBezTo>
                  <a:cubicBezTo>
                    <a:pt x="2557" y="3062"/>
                    <a:pt x="2634" y="2952"/>
                    <a:pt x="2688" y="2827"/>
                  </a:cubicBezTo>
                  <a:lnTo>
                    <a:pt x="2688" y="2827"/>
                  </a:lnTo>
                  <a:cubicBezTo>
                    <a:pt x="2761" y="2978"/>
                    <a:pt x="2890" y="3096"/>
                    <a:pt x="3035" y="3173"/>
                  </a:cubicBezTo>
                  <a:cubicBezTo>
                    <a:pt x="3078" y="3192"/>
                    <a:pt x="3124" y="3201"/>
                    <a:pt x="3171" y="3201"/>
                  </a:cubicBezTo>
                  <a:cubicBezTo>
                    <a:pt x="3211" y="3201"/>
                    <a:pt x="3253" y="3194"/>
                    <a:pt x="3294" y="3181"/>
                  </a:cubicBezTo>
                  <a:cubicBezTo>
                    <a:pt x="3374" y="3155"/>
                    <a:pt x="3446" y="3110"/>
                    <a:pt x="3508" y="3048"/>
                  </a:cubicBezTo>
                  <a:cubicBezTo>
                    <a:pt x="3633" y="2932"/>
                    <a:pt x="3714" y="2762"/>
                    <a:pt x="3723" y="2592"/>
                  </a:cubicBezTo>
                  <a:cubicBezTo>
                    <a:pt x="3730" y="2450"/>
                    <a:pt x="3712" y="2300"/>
                    <a:pt x="3669" y="2161"/>
                  </a:cubicBezTo>
                  <a:lnTo>
                    <a:pt x="3669" y="2161"/>
                  </a:lnTo>
                  <a:cubicBezTo>
                    <a:pt x="3748" y="2224"/>
                    <a:pt x="3848" y="2263"/>
                    <a:pt x="3954" y="2263"/>
                  </a:cubicBezTo>
                  <a:cubicBezTo>
                    <a:pt x="3963" y="2263"/>
                    <a:pt x="3972" y="2263"/>
                    <a:pt x="3981" y="2262"/>
                  </a:cubicBezTo>
                  <a:cubicBezTo>
                    <a:pt x="4115" y="2244"/>
                    <a:pt x="4240" y="2182"/>
                    <a:pt x="4338" y="2075"/>
                  </a:cubicBezTo>
                  <a:cubicBezTo>
                    <a:pt x="4428" y="1977"/>
                    <a:pt x="4490" y="1852"/>
                    <a:pt x="4508" y="1709"/>
                  </a:cubicBezTo>
                  <a:cubicBezTo>
                    <a:pt x="4516" y="1591"/>
                    <a:pt x="4503" y="1473"/>
                    <a:pt x="4463" y="1356"/>
                  </a:cubicBezTo>
                  <a:lnTo>
                    <a:pt x="4463" y="1356"/>
                  </a:lnTo>
                  <a:cubicBezTo>
                    <a:pt x="4484" y="1365"/>
                    <a:pt x="4505" y="1373"/>
                    <a:pt x="4526" y="1379"/>
                  </a:cubicBezTo>
                  <a:cubicBezTo>
                    <a:pt x="4538" y="1383"/>
                    <a:pt x="4550" y="1386"/>
                    <a:pt x="4561" y="1386"/>
                  </a:cubicBezTo>
                  <a:cubicBezTo>
                    <a:pt x="4593" y="1386"/>
                    <a:pt x="4622" y="1369"/>
                    <a:pt x="4642" y="1343"/>
                  </a:cubicBezTo>
                  <a:cubicBezTo>
                    <a:pt x="4677" y="1272"/>
                    <a:pt x="4695" y="1191"/>
                    <a:pt x="4686" y="1120"/>
                  </a:cubicBezTo>
                  <a:cubicBezTo>
                    <a:pt x="4669" y="968"/>
                    <a:pt x="4642" y="825"/>
                    <a:pt x="4597" y="691"/>
                  </a:cubicBezTo>
                  <a:cubicBezTo>
                    <a:pt x="4437" y="522"/>
                    <a:pt x="4258" y="379"/>
                    <a:pt x="4071" y="245"/>
                  </a:cubicBezTo>
                  <a:cubicBezTo>
                    <a:pt x="4026" y="218"/>
                    <a:pt x="3972" y="192"/>
                    <a:pt x="3919" y="174"/>
                  </a:cubicBezTo>
                  <a:cubicBezTo>
                    <a:pt x="3892" y="156"/>
                    <a:pt x="3856" y="156"/>
                    <a:pt x="3830" y="156"/>
                  </a:cubicBezTo>
                  <a:cubicBezTo>
                    <a:pt x="3794" y="156"/>
                    <a:pt x="3758" y="165"/>
                    <a:pt x="3731" y="192"/>
                  </a:cubicBezTo>
                  <a:cubicBezTo>
                    <a:pt x="3687" y="227"/>
                    <a:pt x="3651" y="281"/>
                    <a:pt x="3642" y="343"/>
                  </a:cubicBezTo>
                  <a:cubicBezTo>
                    <a:pt x="3642" y="366"/>
                    <a:pt x="3644" y="388"/>
                    <a:pt x="3649" y="410"/>
                  </a:cubicBezTo>
                  <a:lnTo>
                    <a:pt x="3649" y="410"/>
                  </a:lnTo>
                  <a:cubicBezTo>
                    <a:pt x="3579" y="341"/>
                    <a:pt x="3501" y="275"/>
                    <a:pt x="3419" y="218"/>
                  </a:cubicBezTo>
                  <a:cubicBezTo>
                    <a:pt x="3312" y="129"/>
                    <a:pt x="3187" y="67"/>
                    <a:pt x="3053" y="22"/>
                  </a:cubicBezTo>
                  <a:cubicBezTo>
                    <a:pt x="3007" y="9"/>
                    <a:pt x="2952" y="1"/>
                    <a:pt x="289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2" name="Google Shape;642;p6"/>
            <p:cNvSpPr/>
            <p:nvPr/>
          </p:nvSpPr>
          <p:spPr>
            <a:xfrm rot="1365070">
              <a:off x="7952985" y="4343528"/>
              <a:ext cx="431951" cy="223948"/>
            </a:xfrm>
            <a:custGeom>
              <a:avLst/>
              <a:gdLst/>
              <a:ahLst/>
              <a:cxnLst/>
              <a:rect l="l" t="t" r="r" b="b"/>
              <a:pathLst>
                <a:path w="4766" h="2471" extrusionOk="0">
                  <a:moveTo>
                    <a:pt x="4671" y="0"/>
                  </a:moveTo>
                  <a:cubicBezTo>
                    <a:pt x="4661" y="0"/>
                    <a:pt x="4652" y="2"/>
                    <a:pt x="4642" y="7"/>
                  </a:cubicBezTo>
                  <a:cubicBezTo>
                    <a:pt x="4142" y="239"/>
                    <a:pt x="3642" y="471"/>
                    <a:pt x="3142" y="703"/>
                  </a:cubicBezTo>
                  <a:lnTo>
                    <a:pt x="2428" y="311"/>
                  </a:lnTo>
                  <a:cubicBezTo>
                    <a:pt x="2425" y="309"/>
                    <a:pt x="2423" y="308"/>
                    <a:pt x="2422" y="308"/>
                  </a:cubicBezTo>
                  <a:cubicBezTo>
                    <a:pt x="2395" y="308"/>
                    <a:pt x="2803" y="664"/>
                    <a:pt x="2999" y="775"/>
                  </a:cubicBezTo>
                  <a:lnTo>
                    <a:pt x="2526" y="998"/>
                  </a:lnTo>
                  <a:lnTo>
                    <a:pt x="2464" y="1025"/>
                  </a:lnTo>
                  <a:lnTo>
                    <a:pt x="1322" y="516"/>
                  </a:lnTo>
                  <a:lnTo>
                    <a:pt x="1322" y="516"/>
                  </a:lnTo>
                  <a:cubicBezTo>
                    <a:pt x="1634" y="730"/>
                    <a:pt x="1973" y="926"/>
                    <a:pt x="2312" y="1096"/>
                  </a:cubicBezTo>
                  <a:lnTo>
                    <a:pt x="1902" y="1292"/>
                  </a:lnTo>
                  <a:lnTo>
                    <a:pt x="608" y="1087"/>
                  </a:lnTo>
                  <a:lnTo>
                    <a:pt x="411" y="1051"/>
                  </a:lnTo>
                  <a:lnTo>
                    <a:pt x="411" y="1051"/>
                  </a:lnTo>
                  <a:cubicBezTo>
                    <a:pt x="840" y="1194"/>
                    <a:pt x="1268" y="1301"/>
                    <a:pt x="1696" y="1391"/>
                  </a:cubicBezTo>
                  <a:lnTo>
                    <a:pt x="429" y="1989"/>
                  </a:lnTo>
                  <a:lnTo>
                    <a:pt x="1" y="2194"/>
                  </a:lnTo>
                  <a:cubicBezTo>
                    <a:pt x="438" y="2069"/>
                    <a:pt x="866" y="1908"/>
                    <a:pt x="1286" y="1730"/>
                  </a:cubicBezTo>
                  <a:lnTo>
                    <a:pt x="1759" y="1507"/>
                  </a:lnTo>
                  <a:lnTo>
                    <a:pt x="1759" y="1507"/>
                  </a:lnTo>
                  <a:lnTo>
                    <a:pt x="1304" y="2328"/>
                  </a:lnTo>
                  <a:lnTo>
                    <a:pt x="1223" y="2471"/>
                  </a:lnTo>
                  <a:cubicBezTo>
                    <a:pt x="1464" y="2176"/>
                    <a:pt x="1687" y="1864"/>
                    <a:pt x="1884" y="1533"/>
                  </a:cubicBezTo>
                  <a:lnTo>
                    <a:pt x="1955" y="1408"/>
                  </a:lnTo>
                  <a:lnTo>
                    <a:pt x="2384" y="1203"/>
                  </a:lnTo>
                  <a:lnTo>
                    <a:pt x="2384" y="1203"/>
                  </a:lnTo>
                  <a:cubicBezTo>
                    <a:pt x="2348" y="1587"/>
                    <a:pt x="2348" y="1962"/>
                    <a:pt x="2366" y="2346"/>
                  </a:cubicBezTo>
                  <a:lnTo>
                    <a:pt x="2518" y="1141"/>
                  </a:lnTo>
                  <a:lnTo>
                    <a:pt x="3071" y="882"/>
                  </a:lnTo>
                  <a:lnTo>
                    <a:pt x="3071" y="882"/>
                  </a:lnTo>
                  <a:cubicBezTo>
                    <a:pt x="3054" y="1098"/>
                    <a:pt x="3138" y="1577"/>
                    <a:pt x="3150" y="1577"/>
                  </a:cubicBezTo>
                  <a:cubicBezTo>
                    <a:pt x="3151" y="1577"/>
                    <a:pt x="3151" y="1575"/>
                    <a:pt x="3151" y="1569"/>
                  </a:cubicBezTo>
                  <a:cubicBezTo>
                    <a:pt x="3169" y="1319"/>
                    <a:pt x="3187" y="1069"/>
                    <a:pt x="3196" y="819"/>
                  </a:cubicBezTo>
                  <a:lnTo>
                    <a:pt x="3624" y="623"/>
                  </a:lnTo>
                  <a:cubicBezTo>
                    <a:pt x="3990" y="453"/>
                    <a:pt x="4347" y="284"/>
                    <a:pt x="4704" y="123"/>
                  </a:cubicBezTo>
                  <a:cubicBezTo>
                    <a:pt x="4766" y="85"/>
                    <a:pt x="4728" y="0"/>
                    <a:pt x="467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3" name="Google Shape;643;p6"/>
            <p:cNvSpPr/>
            <p:nvPr/>
          </p:nvSpPr>
          <p:spPr>
            <a:xfrm rot="-3603133">
              <a:off x="8208257" y="4081920"/>
              <a:ext cx="323633" cy="271347"/>
            </a:xfrm>
            <a:custGeom>
              <a:avLst/>
              <a:gdLst/>
              <a:ahLst/>
              <a:cxnLst/>
              <a:rect l="l" t="t" r="r" b="b"/>
              <a:pathLst>
                <a:path w="3571" h="2994" extrusionOk="0">
                  <a:moveTo>
                    <a:pt x="3388" y="1"/>
                  </a:moveTo>
                  <a:cubicBezTo>
                    <a:pt x="2872" y="1"/>
                    <a:pt x="1224" y="57"/>
                    <a:pt x="670" y="762"/>
                  </a:cubicBezTo>
                  <a:cubicBezTo>
                    <a:pt x="1" y="1601"/>
                    <a:pt x="438" y="2207"/>
                    <a:pt x="679" y="2475"/>
                  </a:cubicBezTo>
                  <a:cubicBezTo>
                    <a:pt x="679" y="2475"/>
                    <a:pt x="1149" y="2993"/>
                    <a:pt x="1755" y="2993"/>
                  </a:cubicBezTo>
                  <a:cubicBezTo>
                    <a:pt x="1890" y="2993"/>
                    <a:pt x="2033" y="2967"/>
                    <a:pt x="2178" y="2904"/>
                  </a:cubicBezTo>
                  <a:cubicBezTo>
                    <a:pt x="2973" y="2555"/>
                    <a:pt x="3571" y="833"/>
                    <a:pt x="3544" y="3"/>
                  </a:cubicBezTo>
                  <a:cubicBezTo>
                    <a:pt x="3544" y="3"/>
                    <a:pt x="3487" y="1"/>
                    <a:pt x="338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4" name="Google Shape;644;p6"/>
            <p:cNvSpPr/>
            <p:nvPr/>
          </p:nvSpPr>
          <p:spPr>
            <a:xfrm rot="-3603133">
              <a:off x="8232926" y="4097937"/>
              <a:ext cx="289829" cy="265728"/>
            </a:xfrm>
            <a:custGeom>
              <a:avLst/>
              <a:gdLst/>
              <a:ahLst/>
              <a:cxnLst/>
              <a:rect l="l" t="t" r="r" b="b"/>
              <a:pathLst>
                <a:path w="3198" h="2932" extrusionOk="0">
                  <a:moveTo>
                    <a:pt x="1664" y="2377"/>
                  </a:moveTo>
                  <a:lnTo>
                    <a:pt x="1665" y="2377"/>
                  </a:lnTo>
                  <a:cubicBezTo>
                    <a:pt x="1666" y="2378"/>
                    <a:pt x="1666" y="2378"/>
                    <a:pt x="1666" y="2378"/>
                  </a:cubicBezTo>
                  <a:cubicBezTo>
                    <a:pt x="1667" y="2378"/>
                    <a:pt x="1666" y="2378"/>
                    <a:pt x="1664" y="2377"/>
                  </a:cubicBezTo>
                  <a:close/>
                  <a:moveTo>
                    <a:pt x="3194" y="1"/>
                  </a:moveTo>
                  <a:cubicBezTo>
                    <a:pt x="3194" y="1"/>
                    <a:pt x="3193" y="2"/>
                    <a:pt x="3191" y="3"/>
                  </a:cubicBezTo>
                  <a:cubicBezTo>
                    <a:pt x="3084" y="102"/>
                    <a:pt x="2968" y="200"/>
                    <a:pt x="2861" y="298"/>
                  </a:cubicBezTo>
                  <a:cubicBezTo>
                    <a:pt x="2584" y="548"/>
                    <a:pt x="2307" y="798"/>
                    <a:pt x="2022" y="1048"/>
                  </a:cubicBezTo>
                  <a:cubicBezTo>
                    <a:pt x="2066" y="842"/>
                    <a:pt x="2093" y="637"/>
                    <a:pt x="2111" y="423"/>
                  </a:cubicBezTo>
                  <a:lnTo>
                    <a:pt x="2111" y="423"/>
                  </a:lnTo>
                  <a:cubicBezTo>
                    <a:pt x="2102" y="459"/>
                    <a:pt x="2093" y="494"/>
                    <a:pt x="2084" y="521"/>
                  </a:cubicBezTo>
                  <a:lnTo>
                    <a:pt x="1959" y="1101"/>
                  </a:lnTo>
                  <a:cubicBezTo>
                    <a:pt x="1825" y="1208"/>
                    <a:pt x="1700" y="1315"/>
                    <a:pt x="1575" y="1423"/>
                  </a:cubicBezTo>
                  <a:cubicBezTo>
                    <a:pt x="1406" y="1556"/>
                    <a:pt x="1236" y="1681"/>
                    <a:pt x="1076" y="1815"/>
                  </a:cubicBezTo>
                  <a:lnTo>
                    <a:pt x="1076" y="1780"/>
                  </a:lnTo>
                  <a:cubicBezTo>
                    <a:pt x="1093" y="1529"/>
                    <a:pt x="1094" y="992"/>
                    <a:pt x="1085" y="992"/>
                  </a:cubicBezTo>
                  <a:lnTo>
                    <a:pt x="1085" y="992"/>
                  </a:lnTo>
                  <a:cubicBezTo>
                    <a:pt x="1085" y="992"/>
                    <a:pt x="1085" y="993"/>
                    <a:pt x="1085" y="994"/>
                  </a:cubicBezTo>
                  <a:cubicBezTo>
                    <a:pt x="1076" y="1030"/>
                    <a:pt x="1076" y="1066"/>
                    <a:pt x="1076" y="1101"/>
                  </a:cubicBezTo>
                  <a:lnTo>
                    <a:pt x="1013" y="1869"/>
                  </a:lnTo>
                  <a:cubicBezTo>
                    <a:pt x="933" y="1931"/>
                    <a:pt x="853" y="1994"/>
                    <a:pt x="772" y="2065"/>
                  </a:cubicBezTo>
                  <a:cubicBezTo>
                    <a:pt x="612" y="2199"/>
                    <a:pt x="469" y="2333"/>
                    <a:pt x="326" y="2476"/>
                  </a:cubicBezTo>
                  <a:cubicBezTo>
                    <a:pt x="210" y="2592"/>
                    <a:pt x="112" y="2717"/>
                    <a:pt x="31" y="2851"/>
                  </a:cubicBezTo>
                  <a:cubicBezTo>
                    <a:pt x="1" y="2893"/>
                    <a:pt x="37" y="2932"/>
                    <a:pt x="78" y="2932"/>
                  </a:cubicBezTo>
                  <a:cubicBezTo>
                    <a:pt x="96" y="2932"/>
                    <a:pt x="116" y="2924"/>
                    <a:pt x="130" y="2904"/>
                  </a:cubicBezTo>
                  <a:cubicBezTo>
                    <a:pt x="228" y="2752"/>
                    <a:pt x="344" y="2610"/>
                    <a:pt x="478" y="2485"/>
                  </a:cubicBezTo>
                  <a:cubicBezTo>
                    <a:pt x="603" y="2360"/>
                    <a:pt x="737" y="2235"/>
                    <a:pt x="870" y="2128"/>
                  </a:cubicBezTo>
                  <a:lnTo>
                    <a:pt x="942" y="2154"/>
                  </a:lnTo>
                  <a:cubicBezTo>
                    <a:pt x="1164" y="2237"/>
                    <a:pt x="1623" y="2365"/>
                    <a:pt x="1664" y="2377"/>
                  </a:cubicBezTo>
                  <a:lnTo>
                    <a:pt x="1664" y="2377"/>
                  </a:lnTo>
                  <a:lnTo>
                    <a:pt x="1567" y="2333"/>
                  </a:lnTo>
                  <a:lnTo>
                    <a:pt x="924" y="2092"/>
                  </a:lnTo>
                  <a:lnTo>
                    <a:pt x="995" y="2020"/>
                  </a:lnTo>
                  <a:cubicBezTo>
                    <a:pt x="1129" y="1913"/>
                    <a:pt x="1272" y="1806"/>
                    <a:pt x="1406" y="1708"/>
                  </a:cubicBezTo>
                  <a:lnTo>
                    <a:pt x="1486" y="1726"/>
                  </a:lnTo>
                  <a:cubicBezTo>
                    <a:pt x="1722" y="1785"/>
                    <a:pt x="2227" y="1852"/>
                    <a:pt x="2254" y="1852"/>
                  </a:cubicBezTo>
                  <a:cubicBezTo>
                    <a:pt x="2256" y="1852"/>
                    <a:pt x="2256" y="1851"/>
                    <a:pt x="2254" y="1851"/>
                  </a:cubicBezTo>
                  <a:lnTo>
                    <a:pt x="2147" y="1824"/>
                  </a:lnTo>
                  <a:lnTo>
                    <a:pt x="1459" y="1663"/>
                  </a:lnTo>
                  <a:cubicBezTo>
                    <a:pt x="1549" y="1583"/>
                    <a:pt x="1647" y="1512"/>
                    <a:pt x="1736" y="1440"/>
                  </a:cubicBezTo>
                  <a:cubicBezTo>
                    <a:pt x="1959" y="1253"/>
                    <a:pt x="2129" y="1101"/>
                    <a:pt x="2334" y="905"/>
                  </a:cubicBezTo>
                  <a:lnTo>
                    <a:pt x="2343" y="905"/>
                  </a:lnTo>
                  <a:cubicBezTo>
                    <a:pt x="2448" y="918"/>
                    <a:pt x="2547" y="926"/>
                    <a:pt x="2646" y="926"/>
                  </a:cubicBezTo>
                  <a:cubicBezTo>
                    <a:pt x="2682" y="926"/>
                    <a:pt x="2718" y="925"/>
                    <a:pt x="2754" y="923"/>
                  </a:cubicBezTo>
                  <a:lnTo>
                    <a:pt x="2700" y="914"/>
                  </a:lnTo>
                  <a:lnTo>
                    <a:pt x="2379" y="851"/>
                  </a:lnTo>
                  <a:cubicBezTo>
                    <a:pt x="2722" y="525"/>
                    <a:pt x="3197" y="1"/>
                    <a:pt x="319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5" name="Google Shape;645;p6"/>
            <p:cNvSpPr/>
            <p:nvPr/>
          </p:nvSpPr>
          <p:spPr>
            <a:xfrm rot="-3603133">
              <a:off x="8298430" y="4028226"/>
              <a:ext cx="190138" cy="257299"/>
            </a:xfrm>
            <a:custGeom>
              <a:avLst/>
              <a:gdLst/>
              <a:ahLst/>
              <a:cxnLst/>
              <a:rect l="l" t="t" r="r" b="b"/>
              <a:pathLst>
                <a:path w="2098" h="2839" extrusionOk="0">
                  <a:moveTo>
                    <a:pt x="902" y="2838"/>
                  </a:moveTo>
                  <a:cubicBezTo>
                    <a:pt x="295" y="2499"/>
                    <a:pt x="0" y="1776"/>
                    <a:pt x="215" y="1107"/>
                  </a:cubicBezTo>
                  <a:cubicBezTo>
                    <a:pt x="420" y="438"/>
                    <a:pt x="1062" y="0"/>
                    <a:pt x="1759" y="63"/>
                  </a:cubicBezTo>
                  <a:cubicBezTo>
                    <a:pt x="1875" y="72"/>
                    <a:pt x="1982" y="98"/>
                    <a:pt x="2098" y="134"/>
                  </a:cubicBezTo>
                  <a:cubicBezTo>
                    <a:pt x="2080" y="928"/>
                    <a:pt x="1580" y="2365"/>
                    <a:pt x="902" y="2838"/>
                  </a:cubicBezTo>
                  <a:close/>
                </a:path>
              </a:pathLst>
            </a:custGeom>
            <a:gradFill>
              <a:gsLst>
                <a:gs pos="0">
                  <a:srgbClr val="FFFFFF">
                    <a:alpha val="0"/>
                  </a:srgbClr>
                </a:gs>
                <a:gs pos="100000">
                  <a:srgbClr val="FFFFFF">
                    <a:alpha val="2196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6" name="Google Shape;646;p6"/>
            <p:cNvSpPr/>
            <p:nvPr/>
          </p:nvSpPr>
          <p:spPr>
            <a:xfrm rot="-3603133">
              <a:off x="8227592" y="4068388"/>
              <a:ext cx="296898" cy="274428"/>
            </a:xfrm>
            <a:custGeom>
              <a:avLst/>
              <a:gdLst/>
              <a:ahLst/>
              <a:cxnLst/>
              <a:rect l="l" t="t" r="r" b="b"/>
              <a:pathLst>
                <a:path w="3276" h="3028" extrusionOk="0">
                  <a:moveTo>
                    <a:pt x="3094" y="0"/>
                  </a:moveTo>
                  <a:cubicBezTo>
                    <a:pt x="2734" y="0"/>
                    <a:pt x="2369" y="28"/>
                    <a:pt x="2017" y="82"/>
                  </a:cubicBezTo>
                  <a:cubicBezTo>
                    <a:pt x="1598" y="127"/>
                    <a:pt x="1205" y="243"/>
                    <a:pt x="830" y="422"/>
                  </a:cubicBezTo>
                  <a:cubicBezTo>
                    <a:pt x="455" y="618"/>
                    <a:pt x="179" y="957"/>
                    <a:pt x="63" y="1359"/>
                  </a:cubicBezTo>
                  <a:cubicBezTo>
                    <a:pt x="0" y="1564"/>
                    <a:pt x="0" y="1769"/>
                    <a:pt x="63" y="1975"/>
                  </a:cubicBezTo>
                  <a:cubicBezTo>
                    <a:pt x="125" y="2171"/>
                    <a:pt x="241" y="2349"/>
                    <a:pt x="384" y="2501"/>
                  </a:cubicBezTo>
                  <a:cubicBezTo>
                    <a:pt x="241" y="2349"/>
                    <a:pt x="134" y="2171"/>
                    <a:pt x="71" y="1975"/>
                  </a:cubicBezTo>
                  <a:cubicBezTo>
                    <a:pt x="9" y="1778"/>
                    <a:pt x="9" y="1564"/>
                    <a:pt x="71" y="1368"/>
                  </a:cubicBezTo>
                  <a:cubicBezTo>
                    <a:pt x="188" y="975"/>
                    <a:pt x="464" y="645"/>
                    <a:pt x="839" y="457"/>
                  </a:cubicBezTo>
                  <a:cubicBezTo>
                    <a:pt x="1214" y="288"/>
                    <a:pt x="1607" y="172"/>
                    <a:pt x="2017" y="127"/>
                  </a:cubicBezTo>
                  <a:cubicBezTo>
                    <a:pt x="2361" y="82"/>
                    <a:pt x="2705" y="62"/>
                    <a:pt x="3049" y="62"/>
                  </a:cubicBezTo>
                  <a:cubicBezTo>
                    <a:pt x="3107" y="62"/>
                    <a:pt x="3164" y="63"/>
                    <a:pt x="3222" y="64"/>
                  </a:cubicBezTo>
                  <a:lnTo>
                    <a:pt x="3222" y="64"/>
                  </a:lnTo>
                  <a:cubicBezTo>
                    <a:pt x="3220" y="261"/>
                    <a:pt x="3202" y="457"/>
                    <a:pt x="3160" y="654"/>
                  </a:cubicBezTo>
                  <a:cubicBezTo>
                    <a:pt x="3124" y="859"/>
                    <a:pt x="3070" y="1055"/>
                    <a:pt x="3008" y="1261"/>
                  </a:cubicBezTo>
                  <a:cubicBezTo>
                    <a:pt x="2883" y="1653"/>
                    <a:pt x="2704" y="2028"/>
                    <a:pt x="2472" y="2376"/>
                  </a:cubicBezTo>
                  <a:cubicBezTo>
                    <a:pt x="2365" y="2546"/>
                    <a:pt x="2222" y="2698"/>
                    <a:pt x="2053" y="2822"/>
                  </a:cubicBezTo>
                  <a:cubicBezTo>
                    <a:pt x="1883" y="2938"/>
                    <a:pt x="1687" y="3010"/>
                    <a:pt x="1473" y="3010"/>
                  </a:cubicBezTo>
                  <a:cubicBezTo>
                    <a:pt x="1458" y="3011"/>
                    <a:pt x="1443" y="3011"/>
                    <a:pt x="1428" y="3011"/>
                  </a:cubicBezTo>
                  <a:cubicBezTo>
                    <a:pt x="1238" y="3011"/>
                    <a:pt x="1049" y="2958"/>
                    <a:pt x="884" y="2867"/>
                  </a:cubicBezTo>
                  <a:cubicBezTo>
                    <a:pt x="696" y="2769"/>
                    <a:pt x="527" y="2644"/>
                    <a:pt x="384" y="2501"/>
                  </a:cubicBezTo>
                  <a:lnTo>
                    <a:pt x="384" y="2501"/>
                  </a:lnTo>
                  <a:cubicBezTo>
                    <a:pt x="527" y="2653"/>
                    <a:pt x="696" y="2778"/>
                    <a:pt x="875" y="2876"/>
                  </a:cubicBezTo>
                  <a:cubicBezTo>
                    <a:pt x="1062" y="2974"/>
                    <a:pt x="1267" y="3028"/>
                    <a:pt x="1482" y="3028"/>
                  </a:cubicBezTo>
                  <a:cubicBezTo>
                    <a:pt x="1687" y="3019"/>
                    <a:pt x="1892" y="2956"/>
                    <a:pt x="2071" y="2831"/>
                  </a:cubicBezTo>
                  <a:cubicBezTo>
                    <a:pt x="2240" y="2706"/>
                    <a:pt x="2383" y="2555"/>
                    <a:pt x="2499" y="2385"/>
                  </a:cubicBezTo>
                  <a:cubicBezTo>
                    <a:pt x="2731" y="2037"/>
                    <a:pt x="2919" y="1662"/>
                    <a:pt x="3044" y="1261"/>
                  </a:cubicBezTo>
                  <a:cubicBezTo>
                    <a:pt x="3115" y="1064"/>
                    <a:pt x="3168" y="859"/>
                    <a:pt x="3213" y="654"/>
                  </a:cubicBezTo>
                  <a:cubicBezTo>
                    <a:pt x="3249" y="448"/>
                    <a:pt x="3276" y="243"/>
                    <a:pt x="3276" y="29"/>
                  </a:cubicBezTo>
                  <a:lnTo>
                    <a:pt x="3276" y="2"/>
                  </a:lnTo>
                  <a:lnTo>
                    <a:pt x="3249" y="2"/>
                  </a:lnTo>
                  <a:cubicBezTo>
                    <a:pt x="3197" y="1"/>
                    <a:pt x="3146" y="0"/>
                    <a:pt x="309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7" name="Google Shape;647;p6"/>
            <p:cNvSpPr/>
            <p:nvPr/>
          </p:nvSpPr>
          <p:spPr>
            <a:xfrm rot="-9882522">
              <a:off x="7986863" y="4059833"/>
              <a:ext cx="237098" cy="187247"/>
            </a:xfrm>
            <a:custGeom>
              <a:avLst/>
              <a:gdLst/>
              <a:ahLst/>
              <a:cxnLst/>
              <a:rect l="l" t="t" r="r" b="b"/>
              <a:pathLst>
                <a:path w="2616" h="2066" extrusionOk="0">
                  <a:moveTo>
                    <a:pt x="984" y="1"/>
                  </a:moveTo>
                  <a:cubicBezTo>
                    <a:pt x="556" y="1"/>
                    <a:pt x="182" y="150"/>
                    <a:pt x="107" y="150"/>
                  </a:cubicBezTo>
                  <a:lnTo>
                    <a:pt x="98" y="150"/>
                  </a:lnTo>
                  <a:lnTo>
                    <a:pt x="107" y="159"/>
                  </a:lnTo>
                  <a:cubicBezTo>
                    <a:pt x="116" y="275"/>
                    <a:pt x="0" y="1301"/>
                    <a:pt x="500" y="1748"/>
                  </a:cubicBezTo>
                  <a:cubicBezTo>
                    <a:pt x="780" y="1999"/>
                    <a:pt x="1216" y="2065"/>
                    <a:pt x="1599" y="2065"/>
                  </a:cubicBezTo>
                  <a:cubicBezTo>
                    <a:pt x="2033" y="2065"/>
                    <a:pt x="2401" y="1980"/>
                    <a:pt x="2401" y="1980"/>
                  </a:cubicBezTo>
                  <a:cubicBezTo>
                    <a:pt x="2615" y="1141"/>
                    <a:pt x="2062" y="328"/>
                    <a:pt x="1544" y="105"/>
                  </a:cubicBezTo>
                  <a:cubicBezTo>
                    <a:pt x="1360" y="28"/>
                    <a:pt x="1167" y="1"/>
                    <a:pt x="98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8" name="Google Shape;648;p6"/>
            <p:cNvSpPr/>
            <p:nvPr/>
          </p:nvSpPr>
          <p:spPr>
            <a:xfrm rot="-9882522">
              <a:off x="7988292" y="4053813"/>
              <a:ext cx="169213" cy="179724"/>
            </a:xfrm>
            <a:custGeom>
              <a:avLst/>
              <a:gdLst/>
              <a:ahLst/>
              <a:cxnLst/>
              <a:rect l="l" t="t" r="r" b="b"/>
              <a:pathLst>
                <a:path w="1867" h="1983" extrusionOk="0">
                  <a:moveTo>
                    <a:pt x="1652" y="1938"/>
                  </a:moveTo>
                  <a:cubicBezTo>
                    <a:pt x="1866" y="1090"/>
                    <a:pt x="1313" y="269"/>
                    <a:pt x="795" y="54"/>
                  </a:cubicBezTo>
                  <a:cubicBezTo>
                    <a:pt x="742" y="28"/>
                    <a:pt x="688" y="10"/>
                    <a:pt x="635" y="1"/>
                  </a:cubicBezTo>
                  <a:cubicBezTo>
                    <a:pt x="1" y="724"/>
                    <a:pt x="438" y="1866"/>
                    <a:pt x="1393" y="1982"/>
                  </a:cubicBezTo>
                  <a:cubicBezTo>
                    <a:pt x="1554" y="1955"/>
                    <a:pt x="1652" y="1938"/>
                    <a:pt x="1652" y="1938"/>
                  </a:cubicBezTo>
                  <a:close/>
                </a:path>
              </a:pathLst>
            </a:custGeom>
            <a:gradFill>
              <a:gsLst>
                <a:gs pos="0">
                  <a:srgbClr val="FFFFFF">
                    <a:alpha val="0"/>
                  </a:srgbClr>
                </a:gs>
                <a:gs pos="100000">
                  <a:srgbClr val="FFFFFF">
                    <a:alpha val="2196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9" name="Google Shape;649;p6"/>
            <p:cNvSpPr/>
            <p:nvPr/>
          </p:nvSpPr>
          <p:spPr>
            <a:xfrm rot="-9882522">
              <a:off x="7999879" y="4058425"/>
              <a:ext cx="216161" cy="190328"/>
            </a:xfrm>
            <a:custGeom>
              <a:avLst/>
              <a:gdLst/>
              <a:ahLst/>
              <a:cxnLst/>
              <a:rect l="l" t="t" r="r" b="b"/>
              <a:pathLst>
                <a:path w="2385" h="2100" extrusionOk="0">
                  <a:moveTo>
                    <a:pt x="10" y="161"/>
                  </a:moveTo>
                  <a:lnTo>
                    <a:pt x="10" y="170"/>
                  </a:lnTo>
                  <a:cubicBezTo>
                    <a:pt x="9" y="232"/>
                    <a:pt x="8" y="293"/>
                    <a:pt x="8" y="355"/>
                  </a:cubicBezTo>
                  <a:lnTo>
                    <a:pt x="8" y="355"/>
                  </a:lnTo>
                  <a:cubicBezTo>
                    <a:pt x="10" y="293"/>
                    <a:pt x="14" y="232"/>
                    <a:pt x="19" y="170"/>
                  </a:cubicBezTo>
                  <a:lnTo>
                    <a:pt x="10" y="161"/>
                  </a:lnTo>
                  <a:close/>
                  <a:moveTo>
                    <a:pt x="930" y="0"/>
                  </a:moveTo>
                  <a:cubicBezTo>
                    <a:pt x="769" y="0"/>
                    <a:pt x="617" y="18"/>
                    <a:pt x="466" y="54"/>
                  </a:cubicBezTo>
                  <a:cubicBezTo>
                    <a:pt x="314" y="72"/>
                    <a:pt x="171" y="125"/>
                    <a:pt x="19" y="161"/>
                  </a:cubicBezTo>
                  <a:cubicBezTo>
                    <a:pt x="171" y="134"/>
                    <a:pt x="314" y="81"/>
                    <a:pt x="466" y="72"/>
                  </a:cubicBezTo>
                  <a:cubicBezTo>
                    <a:pt x="617" y="36"/>
                    <a:pt x="769" y="27"/>
                    <a:pt x="930" y="27"/>
                  </a:cubicBezTo>
                  <a:cubicBezTo>
                    <a:pt x="1233" y="27"/>
                    <a:pt x="1528" y="143"/>
                    <a:pt x="1760" y="348"/>
                  </a:cubicBezTo>
                  <a:cubicBezTo>
                    <a:pt x="1983" y="554"/>
                    <a:pt x="2152" y="813"/>
                    <a:pt x="2251" y="1098"/>
                  </a:cubicBezTo>
                  <a:cubicBezTo>
                    <a:pt x="2295" y="1250"/>
                    <a:pt x="2322" y="1393"/>
                    <a:pt x="2331" y="1544"/>
                  </a:cubicBezTo>
                  <a:cubicBezTo>
                    <a:pt x="2340" y="1691"/>
                    <a:pt x="2323" y="1837"/>
                    <a:pt x="2290" y="1976"/>
                  </a:cubicBezTo>
                  <a:lnTo>
                    <a:pt x="2290" y="1976"/>
                  </a:lnTo>
                  <a:cubicBezTo>
                    <a:pt x="2030" y="2030"/>
                    <a:pt x="1763" y="2063"/>
                    <a:pt x="1496" y="2063"/>
                  </a:cubicBezTo>
                  <a:cubicBezTo>
                    <a:pt x="1465" y="2063"/>
                    <a:pt x="1434" y="2063"/>
                    <a:pt x="1403" y="2062"/>
                  </a:cubicBezTo>
                  <a:cubicBezTo>
                    <a:pt x="1099" y="2062"/>
                    <a:pt x="796" y="1982"/>
                    <a:pt x="537" y="1839"/>
                  </a:cubicBezTo>
                  <a:cubicBezTo>
                    <a:pt x="269" y="1678"/>
                    <a:pt x="144" y="1375"/>
                    <a:pt x="82" y="1080"/>
                  </a:cubicBezTo>
                  <a:cubicBezTo>
                    <a:pt x="32" y="844"/>
                    <a:pt x="10" y="602"/>
                    <a:pt x="8" y="355"/>
                  </a:cubicBezTo>
                  <a:lnTo>
                    <a:pt x="8" y="355"/>
                  </a:lnTo>
                  <a:cubicBezTo>
                    <a:pt x="1" y="597"/>
                    <a:pt x="20" y="838"/>
                    <a:pt x="55" y="1080"/>
                  </a:cubicBezTo>
                  <a:cubicBezTo>
                    <a:pt x="82" y="1232"/>
                    <a:pt x="135" y="1384"/>
                    <a:pt x="207" y="1518"/>
                  </a:cubicBezTo>
                  <a:cubicBezTo>
                    <a:pt x="278" y="1651"/>
                    <a:pt x="385" y="1776"/>
                    <a:pt x="519" y="1857"/>
                  </a:cubicBezTo>
                  <a:cubicBezTo>
                    <a:pt x="787" y="2017"/>
                    <a:pt x="1090" y="2098"/>
                    <a:pt x="1403" y="2098"/>
                  </a:cubicBezTo>
                  <a:cubicBezTo>
                    <a:pt x="1441" y="2099"/>
                    <a:pt x="1479" y="2099"/>
                    <a:pt x="1517" y="2099"/>
                  </a:cubicBezTo>
                  <a:cubicBezTo>
                    <a:pt x="1784" y="2099"/>
                    <a:pt x="2056" y="2072"/>
                    <a:pt x="2322" y="2017"/>
                  </a:cubicBezTo>
                  <a:lnTo>
                    <a:pt x="2340" y="2017"/>
                  </a:lnTo>
                  <a:lnTo>
                    <a:pt x="2340" y="2008"/>
                  </a:lnTo>
                  <a:cubicBezTo>
                    <a:pt x="2367" y="1848"/>
                    <a:pt x="2384" y="1696"/>
                    <a:pt x="2376" y="1535"/>
                  </a:cubicBezTo>
                  <a:cubicBezTo>
                    <a:pt x="2367" y="1384"/>
                    <a:pt x="2340" y="1232"/>
                    <a:pt x="2286" y="1080"/>
                  </a:cubicBezTo>
                  <a:cubicBezTo>
                    <a:pt x="2188" y="786"/>
                    <a:pt x="2010" y="518"/>
                    <a:pt x="1787" y="313"/>
                  </a:cubicBezTo>
                  <a:cubicBezTo>
                    <a:pt x="1670" y="206"/>
                    <a:pt x="1528" y="125"/>
                    <a:pt x="1385" y="72"/>
                  </a:cubicBezTo>
                  <a:cubicBezTo>
                    <a:pt x="1233" y="27"/>
                    <a:pt x="1081" y="0"/>
                    <a:pt x="93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0" name="Google Shape;650;p6"/>
            <p:cNvSpPr/>
            <p:nvPr/>
          </p:nvSpPr>
          <p:spPr>
            <a:xfrm rot="-9882522">
              <a:off x="8024556" y="4099755"/>
              <a:ext cx="230209" cy="183350"/>
            </a:xfrm>
            <a:custGeom>
              <a:avLst/>
              <a:gdLst/>
              <a:ahLst/>
              <a:cxnLst/>
              <a:rect l="l" t="t" r="r" b="b"/>
              <a:pathLst>
                <a:path w="2540" h="2023" extrusionOk="0">
                  <a:moveTo>
                    <a:pt x="69" y="0"/>
                  </a:moveTo>
                  <a:cubicBezTo>
                    <a:pt x="32" y="0"/>
                    <a:pt x="0" y="57"/>
                    <a:pt x="36" y="85"/>
                  </a:cubicBezTo>
                  <a:lnTo>
                    <a:pt x="723" y="638"/>
                  </a:lnTo>
                  <a:lnTo>
                    <a:pt x="1035" y="1406"/>
                  </a:lnTo>
                  <a:cubicBezTo>
                    <a:pt x="1008" y="1192"/>
                    <a:pt x="955" y="977"/>
                    <a:pt x="884" y="763"/>
                  </a:cubicBezTo>
                  <a:lnTo>
                    <a:pt x="884" y="763"/>
                  </a:lnTo>
                  <a:lnTo>
                    <a:pt x="1303" y="1102"/>
                  </a:lnTo>
                  <a:lnTo>
                    <a:pt x="1615" y="1870"/>
                  </a:lnTo>
                  <a:cubicBezTo>
                    <a:pt x="1580" y="1647"/>
                    <a:pt x="1526" y="1433"/>
                    <a:pt x="1455" y="1227"/>
                  </a:cubicBezTo>
                  <a:lnTo>
                    <a:pt x="1455" y="1227"/>
                  </a:lnTo>
                  <a:cubicBezTo>
                    <a:pt x="1624" y="1361"/>
                    <a:pt x="2365" y="1888"/>
                    <a:pt x="2526" y="2022"/>
                  </a:cubicBezTo>
                  <a:cubicBezTo>
                    <a:pt x="2527" y="2022"/>
                    <a:pt x="2528" y="2023"/>
                    <a:pt x="2528" y="2023"/>
                  </a:cubicBezTo>
                  <a:cubicBezTo>
                    <a:pt x="2539" y="2023"/>
                    <a:pt x="1683" y="1287"/>
                    <a:pt x="1526" y="1156"/>
                  </a:cubicBezTo>
                  <a:lnTo>
                    <a:pt x="1526" y="1156"/>
                  </a:lnTo>
                  <a:lnTo>
                    <a:pt x="2195" y="1299"/>
                  </a:lnTo>
                  <a:cubicBezTo>
                    <a:pt x="1928" y="1192"/>
                    <a:pt x="1642" y="1102"/>
                    <a:pt x="1365" y="1031"/>
                  </a:cubicBezTo>
                  <a:lnTo>
                    <a:pt x="946" y="692"/>
                  </a:lnTo>
                  <a:lnTo>
                    <a:pt x="946" y="692"/>
                  </a:lnTo>
                  <a:cubicBezTo>
                    <a:pt x="1178" y="736"/>
                    <a:pt x="1410" y="754"/>
                    <a:pt x="1642" y="754"/>
                  </a:cubicBezTo>
                  <a:lnTo>
                    <a:pt x="794" y="567"/>
                  </a:lnTo>
                  <a:lnTo>
                    <a:pt x="98" y="14"/>
                  </a:lnTo>
                  <a:cubicBezTo>
                    <a:pt x="89" y="4"/>
                    <a:pt x="79" y="0"/>
                    <a:pt x="6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One column text">
  <p:cSld name="ONE_COLUMN_TEXT">
    <p:bg>
      <p:bgPr>
        <a:solidFill>
          <a:srgbClr val="FFECC6"/>
        </a:solidFill>
        <a:effectLst/>
      </p:bgPr>
    </p:bg>
    <p:spTree>
      <p:nvGrpSpPr>
        <p:cNvPr id="1" name="Shape 651"/>
        <p:cNvGrpSpPr/>
        <p:nvPr/>
      </p:nvGrpSpPr>
      <p:grpSpPr>
        <a:xfrm>
          <a:off x="0" y="0"/>
          <a:ext cx="0" cy="0"/>
          <a:chOff x="0" y="0"/>
          <a:chExt cx="0" cy="0"/>
        </a:xfrm>
      </p:grpSpPr>
      <p:grpSp>
        <p:nvGrpSpPr>
          <p:cNvPr id="652" name="Google Shape;652;p7"/>
          <p:cNvGrpSpPr/>
          <p:nvPr/>
        </p:nvGrpSpPr>
        <p:grpSpPr>
          <a:xfrm>
            <a:off x="162150" y="-169612"/>
            <a:ext cx="8819708" cy="5143516"/>
            <a:chOff x="162150" y="-169612"/>
            <a:chExt cx="8819708" cy="5143516"/>
          </a:xfrm>
        </p:grpSpPr>
        <p:sp>
          <p:nvSpPr>
            <p:cNvPr id="653" name="Google Shape;653;p7"/>
            <p:cNvSpPr/>
            <p:nvPr/>
          </p:nvSpPr>
          <p:spPr>
            <a:xfrm>
              <a:off x="162150" y="-107305"/>
              <a:ext cx="8819708" cy="5081208"/>
            </a:xfrm>
            <a:custGeom>
              <a:avLst/>
              <a:gdLst/>
              <a:ahLst/>
              <a:cxnLst/>
              <a:rect l="l" t="t" r="r" b="b"/>
              <a:pathLst>
                <a:path w="269654" h="155353" extrusionOk="0">
                  <a:moveTo>
                    <a:pt x="1394" y="0"/>
                  </a:moveTo>
                  <a:cubicBezTo>
                    <a:pt x="2537" y="2298"/>
                    <a:pt x="3227" y="5358"/>
                    <a:pt x="3227" y="8739"/>
                  </a:cubicBezTo>
                  <a:cubicBezTo>
                    <a:pt x="3227" y="13323"/>
                    <a:pt x="1941" y="17348"/>
                    <a:pt x="1" y="19622"/>
                  </a:cubicBezTo>
                  <a:lnTo>
                    <a:pt x="1" y="152769"/>
                  </a:lnTo>
                  <a:cubicBezTo>
                    <a:pt x="1" y="154138"/>
                    <a:pt x="1072" y="155257"/>
                    <a:pt x="2394" y="155257"/>
                  </a:cubicBezTo>
                  <a:lnTo>
                    <a:pt x="51245" y="155257"/>
                  </a:lnTo>
                  <a:cubicBezTo>
                    <a:pt x="51459" y="155317"/>
                    <a:pt x="51686" y="155353"/>
                    <a:pt x="51912" y="155353"/>
                  </a:cubicBezTo>
                  <a:lnTo>
                    <a:pt x="267260" y="155353"/>
                  </a:lnTo>
                  <a:cubicBezTo>
                    <a:pt x="268582" y="155353"/>
                    <a:pt x="269653" y="154233"/>
                    <a:pt x="269653" y="152864"/>
                  </a:cubicBezTo>
                  <a:lnTo>
                    <a:pt x="269653" y="20038"/>
                  </a:lnTo>
                  <a:cubicBezTo>
                    <a:pt x="267558" y="17860"/>
                    <a:pt x="266129" y="13657"/>
                    <a:pt x="266129" y="8835"/>
                  </a:cubicBezTo>
                  <a:cubicBezTo>
                    <a:pt x="266129" y="5406"/>
                    <a:pt x="266844" y="2298"/>
                    <a:pt x="26801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4" name="Google Shape;654;p7"/>
            <p:cNvSpPr/>
            <p:nvPr/>
          </p:nvSpPr>
          <p:spPr>
            <a:xfrm>
              <a:off x="164505" y="-107305"/>
              <a:ext cx="8814639" cy="662033"/>
            </a:xfrm>
            <a:custGeom>
              <a:avLst/>
              <a:gdLst/>
              <a:ahLst/>
              <a:cxnLst/>
              <a:rect l="l" t="t" r="r" b="b"/>
              <a:pathLst>
                <a:path w="269499" h="20241" extrusionOk="0">
                  <a:moveTo>
                    <a:pt x="1405" y="0"/>
                  </a:moveTo>
                  <a:cubicBezTo>
                    <a:pt x="2524" y="2250"/>
                    <a:pt x="3239" y="5334"/>
                    <a:pt x="3239" y="8739"/>
                  </a:cubicBezTo>
                  <a:cubicBezTo>
                    <a:pt x="3239" y="13395"/>
                    <a:pt x="1881" y="17431"/>
                    <a:pt x="0" y="19622"/>
                  </a:cubicBezTo>
                  <a:lnTo>
                    <a:pt x="49828" y="19622"/>
                  </a:lnTo>
                  <a:cubicBezTo>
                    <a:pt x="49649" y="19836"/>
                    <a:pt x="49482" y="20050"/>
                    <a:pt x="49292" y="20241"/>
                  </a:cubicBezTo>
                  <a:lnTo>
                    <a:pt x="269498" y="20241"/>
                  </a:lnTo>
                  <a:lnTo>
                    <a:pt x="269498" y="20074"/>
                  </a:lnTo>
                  <a:cubicBezTo>
                    <a:pt x="267486" y="17848"/>
                    <a:pt x="265974" y="13776"/>
                    <a:pt x="265974" y="9085"/>
                  </a:cubicBezTo>
                  <a:cubicBezTo>
                    <a:pt x="265974" y="5632"/>
                    <a:pt x="266593" y="2477"/>
                    <a:pt x="267867" y="0"/>
                  </a:cubicBezTo>
                  <a:close/>
                </a:path>
              </a:pathLst>
            </a:custGeom>
            <a:solidFill>
              <a:srgbClr val="272425">
                <a:alpha val="2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5" name="Google Shape;655;p7"/>
            <p:cNvSpPr/>
            <p:nvPr/>
          </p:nvSpPr>
          <p:spPr>
            <a:xfrm>
              <a:off x="356072" y="219409"/>
              <a:ext cx="8241407" cy="4567962"/>
            </a:xfrm>
            <a:custGeom>
              <a:avLst/>
              <a:gdLst/>
              <a:ahLst/>
              <a:cxnLst/>
              <a:rect l="l" t="t" r="r" b="b"/>
              <a:pathLst>
                <a:path w="251973" h="139661" extrusionOk="0">
                  <a:moveTo>
                    <a:pt x="1" y="1"/>
                  </a:moveTo>
                  <a:lnTo>
                    <a:pt x="1" y="139661"/>
                  </a:lnTo>
                  <a:lnTo>
                    <a:pt x="251973" y="139661"/>
                  </a:lnTo>
                  <a:lnTo>
                    <a:pt x="251973" y="1"/>
                  </a:lnTo>
                  <a:close/>
                </a:path>
              </a:pathLst>
            </a:custGeom>
            <a:solidFill>
              <a:srgbClr val="272425">
                <a:alpha val="2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6" name="Google Shape;656;p7"/>
            <p:cNvSpPr/>
            <p:nvPr/>
          </p:nvSpPr>
          <p:spPr>
            <a:xfrm>
              <a:off x="472151" y="215910"/>
              <a:ext cx="8199705" cy="4458523"/>
            </a:xfrm>
            <a:custGeom>
              <a:avLst/>
              <a:gdLst/>
              <a:ahLst/>
              <a:cxnLst/>
              <a:rect l="l" t="t" r="r" b="b"/>
              <a:pathLst>
                <a:path w="250698" h="136315" extrusionOk="0">
                  <a:moveTo>
                    <a:pt x="0" y="0"/>
                  </a:moveTo>
                  <a:lnTo>
                    <a:pt x="0" y="136315"/>
                  </a:lnTo>
                  <a:lnTo>
                    <a:pt x="250698" y="136315"/>
                  </a:lnTo>
                  <a:lnTo>
                    <a:pt x="250698"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657" name="Google Shape;657;p7"/>
            <p:cNvPicPr preferRelativeResize="0"/>
            <p:nvPr/>
          </p:nvPicPr>
          <p:blipFill>
            <a:blip r:embed="rId2">
              <a:alphaModFix/>
            </a:blip>
            <a:stretch>
              <a:fillRect/>
            </a:stretch>
          </p:blipFill>
          <p:spPr>
            <a:xfrm>
              <a:off x="468438" y="223775"/>
              <a:ext cx="8207124" cy="4442774"/>
            </a:xfrm>
            <a:prstGeom prst="rect">
              <a:avLst/>
            </a:prstGeom>
            <a:noFill/>
            <a:ln>
              <a:noFill/>
            </a:ln>
          </p:spPr>
        </p:pic>
        <p:sp>
          <p:nvSpPr>
            <p:cNvPr id="658" name="Google Shape;658;p7"/>
            <p:cNvSpPr/>
            <p:nvPr/>
          </p:nvSpPr>
          <p:spPr>
            <a:xfrm>
              <a:off x="1544390" y="-169612"/>
              <a:ext cx="142572" cy="125041"/>
            </a:xfrm>
            <a:custGeom>
              <a:avLst/>
              <a:gdLst/>
              <a:ahLst/>
              <a:cxnLst/>
              <a:rect l="l" t="t" r="r" b="b"/>
              <a:pathLst>
                <a:path w="4359" h="3823" extrusionOk="0">
                  <a:moveTo>
                    <a:pt x="1144" y="0"/>
                  </a:moveTo>
                  <a:cubicBezTo>
                    <a:pt x="513" y="0"/>
                    <a:pt x="1" y="500"/>
                    <a:pt x="1" y="1131"/>
                  </a:cubicBezTo>
                  <a:lnTo>
                    <a:pt x="1" y="2679"/>
                  </a:lnTo>
                  <a:cubicBezTo>
                    <a:pt x="1" y="3310"/>
                    <a:pt x="513" y="3822"/>
                    <a:pt x="1144" y="3822"/>
                  </a:cubicBezTo>
                  <a:lnTo>
                    <a:pt x="3228" y="3822"/>
                  </a:lnTo>
                  <a:cubicBezTo>
                    <a:pt x="3859" y="3822"/>
                    <a:pt x="4359" y="3310"/>
                    <a:pt x="4359" y="2679"/>
                  </a:cubicBezTo>
                  <a:lnTo>
                    <a:pt x="4359" y="1131"/>
                  </a:lnTo>
                  <a:cubicBezTo>
                    <a:pt x="4359" y="500"/>
                    <a:pt x="3859" y="0"/>
                    <a:pt x="3228" y="0"/>
                  </a:cubicBezTo>
                  <a:close/>
                </a:path>
              </a:pathLst>
            </a:custGeom>
            <a:solidFill>
              <a:srgbClr val="821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9" name="Google Shape;659;p7"/>
            <p:cNvSpPr/>
            <p:nvPr/>
          </p:nvSpPr>
          <p:spPr>
            <a:xfrm>
              <a:off x="1544390" y="277825"/>
              <a:ext cx="142964" cy="124648"/>
            </a:xfrm>
            <a:custGeom>
              <a:avLst/>
              <a:gdLst/>
              <a:ahLst/>
              <a:cxnLst/>
              <a:rect l="l" t="t" r="r" b="b"/>
              <a:pathLst>
                <a:path w="4371" h="3811" extrusionOk="0">
                  <a:moveTo>
                    <a:pt x="1144" y="0"/>
                  </a:moveTo>
                  <a:cubicBezTo>
                    <a:pt x="513" y="0"/>
                    <a:pt x="13" y="512"/>
                    <a:pt x="1" y="1132"/>
                  </a:cubicBezTo>
                  <a:lnTo>
                    <a:pt x="1" y="2679"/>
                  </a:lnTo>
                  <a:cubicBezTo>
                    <a:pt x="13" y="3310"/>
                    <a:pt x="513" y="3810"/>
                    <a:pt x="1144" y="3810"/>
                  </a:cubicBezTo>
                  <a:lnTo>
                    <a:pt x="3228" y="3810"/>
                  </a:lnTo>
                  <a:cubicBezTo>
                    <a:pt x="3859" y="3810"/>
                    <a:pt x="4359" y="3310"/>
                    <a:pt x="4371" y="2679"/>
                  </a:cubicBezTo>
                  <a:lnTo>
                    <a:pt x="4371" y="1132"/>
                  </a:lnTo>
                  <a:cubicBezTo>
                    <a:pt x="4359" y="512"/>
                    <a:pt x="3859" y="0"/>
                    <a:pt x="3228" y="0"/>
                  </a:cubicBezTo>
                  <a:close/>
                </a:path>
              </a:pathLst>
            </a:custGeom>
            <a:solidFill>
              <a:srgbClr val="821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0" name="Google Shape;660;p7"/>
            <p:cNvSpPr/>
            <p:nvPr/>
          </p:nvSpPr>
          <p:spPr>
            <a:xfrm>
              <a:off x="1575776" y="-148189"/>
              <a:ext cx="79872" cy="529240"/>
            </a:xfrm>
            <a:custGeom>
              <a:avLst/>
              <a:gdLst/>
              <a:ahLst/>
              <a:cxnLst/>
              <a:rect l="l" t="t" r="r" b="b"/>
              <a:pathLst>
                <a:path w="2442" h="16181" extrusionOk="0">
                  <a:moveTo>
                    <a:pt x="1215" y="0"/>
                  </a:moveTo>
                  <a:cubicBezTo>
                    <a:pt x="917" y="0"/>
                    <a:pt x="631" y="119"/>
                    <a:pt x="405" y="310"/>
                  </a:cubicBezTo>
                  <a:lnTo>
                    <a:pt x="381" y="333"/>
                  </a:lnTo>
                  <a:cubicBezTo>
                    <a:pt x="358" y="369"/>
                    <a:pt x="322" y="393"/>
                    <a:pt x="298" y="429"/>
                  </a:cubicBezTo>
                  <a:cubicBezTo>
                    <a:pt x="274" y="452"/>
                    <a:pt x="250" y="476"/>
                    <a:pt x="238" y="500"/>
                  </a:cubicBezTo>
                  <a:cubicBezTo>
                    <a:pt x="215" y="524"/>
                    <a:pt x="191" y="560"/>
                    <a:pt x="179" y="595"/>
                  </a:cubicBezTo>
                  <a:cubicBezTo>
                    <a:pt x="155" y="631"/>
                    <a:pt x="143" y="655"/>
                    <a:pt x="119" y="691"/>
                  </a:cubicBezTo>
                  <a:cubicBezTo>
                    <a:pt x="107" y="726"/>
                    <a:pt x="96" y="750"/>
                    <a:pt x="84" y="786"/>
                  </a:cubicBezTo>
                  <a:cubicBezTo>
                    <a:pt x="60" y="833"/>
                    <a:pt x="48" y="869"/>
                    <a:pt x="36" y="917"/>
                  </a:cubicBezTo>
                  <a:cubicBezTo>
                    <a:pt x="36" y="941"/>
                    <a:pt x="24" y="964"/>
                    <a:pt x="24" y="1000"/>
                  </a:cubicBezTo>
                  <a:cubicBezTo>
                    <a:pt x="0" y="1072"/>
                    <a:pt x="0" y="1143"/>
                    <a:pt x="0" y="1226"/>
                  </a:cubicBezTo>
                  <a:lnTo>
                    <a:pt x="0" y="14954"/>
                  </a:lnTo>
                  <a:cubicBezTo>
                    <a:pt x="0" y="15633"/>
                    <a:pt x="548" y="16181"/>
                    <a:pt x="1215" y="16181"/>
                  </a:cubicBezTo>
                  <a:cubicBezTo>
                    <a:pt x="1298" y="16181"/>
                    <a:pt x="1381" y="16169"/>
                    <a:pt x="1465" y="16157"/>
                  </a:cubicBezTo>
                  <a:lnTo>
                    <a:pt x="1501" y="16145"/>
                  </a:lnTo>
                  <a:cubicBezTo>
                    <a:pt x="1572" y="16121"/>
                    <a:pt x="1643" y="16097"/>
                    <a:pt x="1715" y="16073"/>
                  </a:cubicBezTo>
                  <a:lnTo>
                    <a:pt x="1727" y="16073"/>
                  </a:lnTo>
                  <a:cubicBezTo>
                    <a:pt x="1882" y="16002"/>
                    <a:pt x="2012" y="15907"/>
                    <a:pt x="2120" y="15788"/>
                  </a:cubicBezTo>
                  <a:cubicBezTo>
                    <a:pt x="2322" y="15561"/>
                    <a:pt x="2441" y="15276"/>
                    <a:pt x="2441" y="14966"/>
                  </a:cubicBezTo>
                  <a:lnTo>
                    <a:pt x="2441" y="1226"/>
                  </a:lnTo>
                  <a:cubicBezTo>
                    <a:pt x="2441" y="548"/>
                    <a:pt x="1893" y="0"/>
                    <a:pt x="1215" y="0"/>
                  </a:cubicBezTo>
                  <a:close/>
                </a:path>
              </a:pathLst>
            </a:custGeom>
            <a:solidFill>
              <a:srgbClr val="272425">
                <a:alpha val="200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1" name="Google Shape;661;p7"/>
            <p:cNvSpPr/>
            <p:nvPr/>
          </p:nvSpPr>
          <p:spPr>
            <a:xfrm>
              <a:off x="1585883" y="-148189"/>
              <a:ext cx="80264" cy="529240"/>
            </a:xfrm>
            <a:custGeom>
              <a:avLst/>
              <a:gdLst/>
              <a:ahLst/>
              <a:cxnLst/>
              <a:rect l="l" t="t" r="r" b="b"/>
              <a:pathLst>
                <a:path w="2454" h="16181" extrusionOk="0">
                  <a:moveTo>
                    <a:pt x="1144" y="0"/>
                  </a:moveTo>
                  <a:cubicBezTo>
                    <a:pt x="1061" y="0"/>
                    <a:pt x="977" y="24"/>
                    <a:pt x="882" y="48"/>
                  </a:cubicBezTo>
                  <a:cubicBezTo>
                    <a:pt x="846" y="60"/>
                    <a:pt x="799" y="71"/>
                    <a:pt x="751" y="83"/>
                  </a:cubicBezTo>
                  <a:cubicBezTo>
                    <a:pt x="727" y="107"/>
                    <a:pt x="691" y="119"/>
                    <a:pt x="656" y="131"/>
                  </a:cubicBezTo>
                  <a:cubicBezTo>
                    <a:pt x="620" y="155"/>
                    <a:pt x="608" y="167"/>
                    <a:pt x="572" y="179"/>
                  </a:cubicBezTo>
                  <a:cubicBezTo>
                    <a:pt x="549" y="202"/>
                    <a:pt x="525" y="214"/>
                    <a:pt x="513" y="226"/>
                  </a:cubicBezTo>
                  <a:lnTo>
                    <a:pt x="441" y="274"/>
                  </a:lnTo>
                  <a:lnTo>
                    <a:pt x="394" y="322"/>
                  </a:lnTo>
                  <a:cubicBezTo>
                    <a:pt x="382" y="333"/>
                    <a:pt x="358" y="357"/>
                    <a:pt x="346" y="369"/>
                  </a:cubicBezTo>
                  <a:cubicBezTo>
                    <a:pt x="334" y="381"/>
                    <a:pt x="310" y="393"/>
                    <a:pt x="299" y="417"/>
                  </a:cubicBezTo>
                  <a:cubicBezTo>
                    <a:pt x="287" y="429"/>
                    <a:pt x="275" y="441"/>
                    <a:pt x="263" y="464"/>
                  </a:cubicBezTo>
                  <a:cubicBezTo>
                    <a:pt x="251" y="476"/>
                    <a:pt x="239" y="488"/>
                    <a:pt x="227" y="512"/>
                  </a:cubicBezTo>
                  <a:lnTo>
                    <a:pt x="191" y="560"/>
                  </a:lnTo>
                  <a:lnTo>
                    <a:pt x="168" y="607"/>
                  </a:lnTo>
                  <a:lnTo>
                    <a:pt x="144" y="655"/>
                  </a:lnTo>
                  <a:cubicBezTo>
                    <a:pt x="132" y="667"/>
                    <a:pt x="120" y="679"/>
                    <a:pt x="120" y="703"/>
                  </a:cubicBezTo>
                  <a:cubicBezTo>
                    <a:pt x="108" y="714"/>
                    <a:pt x="96" y="726"/>
                    <a:pt x="96" y="750"/>
                  </a:cubicBezTo>
                  <a:cubicBezTo>
                    <a:pt x="84" y="762"/>
                    <a:pt x="84" y="774"/>
                    <a:pt x="72" y="786"/>
                  </a:cubicBezTo>
                  <a:lnTo>
                    <a:pt x="60" y="833"/>
                  </a:lnTo>
                  <a:lnTo>
                    <a:pt x="49" y="881"/>
                  </a:lnTo>
                  <a:cubicBezTo>
                    <a:pt x="49" y="905"/>
                    <a:pt x="37" y="917"/>
                    <a:pt x="37" y="929"/>
                  </a:cubicBezTo>
                  <a:cubicBezTo>
                    <a:pt x="25" y="953"/>
                    <a:pt x="25" y="964"/>
                    <a:pt x="25" y="976"/>
                  </a:cubicBezTo>
                  <a:cubicBezTo>
                    <a:pt x="25" y="1000"/>
                    <a:pt x="25" y="1012"/>
                    <a:pt x="13" y="1024"/>
                  </a:cubicBezTo>
                  <a:cubicBezTo>
                    <a:pt x="13" y="1048"/>
                    <a:pt x="13" y="1060"/>
                    <a:pt x="13" y="1072"/>
                  </a:cubicBezTo>
                  <a:cubicBezTo>
                    <a:pt x="1" y="1095"/>
                    <a:pt x="13" y="1107"/>
                    <a:pt x="13" y="1119"/>
                  </a:cubicBezTo>
                  <a:lnTo>
                    <a:pt x="13" y="1167"/>
                  </a:lnTo>
                  <a:lnTo>
                    <a:pt x="13" y="1214"/>
                  </a:lnTo>
                  <a:lnTo>
                    <a:pt x="13" y="14954"/>
                  </a:lnTo>
                  <a:cubicBezTo>
                    <a:pt x="13" y="14966"/>
                    <a:pt x="13" y="14978"/>
                    <a:pt x="13" y="14990"/>
                  </a:cubicBezTo>
                  <a:lnTo>
                    <a:pt x="13" y="15050"/>
                  </a:lnTo>
                  <a:lnTo>
                    <a:pt x="13" y="15097"/>
                  </a:lnTo>
                  <a:cubicBezTo>
                    <a:pt x="13" y="15109"/>
                    <a:pt x="13" y="15121"/>
                    <a:pt x="13" y="15145"/>
                  </a:cubicBezTo>
                  <a:cubicBezTo>
                    <a:pt x="25" y="15157"/>
                    <a:pt x="13" y="15169"/>
                    <a:pt x="25" y="15192"/>
                  </a:cubicBezTo>
                  <a:cubicBezTo>
                    <a:pt x="25" y="15204"/>
                    <a:pt x="25" y="15216"/>
                    <a:pt x="37" y="15240"/>
                  </a:cubicBezTo>
                  <a:cubicBezTo>
                    <a:pt x="49" y="15252"/>
                    <a:pt x="37" y="15276"/>
                    <a:pt x="49" y="15288"/>
                  </a:cubicBezTo>
                  <a:cubicBezTo>
                    <a:pt x="49" y="15300"/>
                    <a:pt x="60" y="15323"/>
                    <a:pt x="60" y="15335"/>
                  </a:cubicBezTo>
                  <a:cubicBezTo>
                    <a:pt x="72" y="15347"/>
                    <a:pt x="72" y="15371"/>
                    <a:pt x="84" y="15383"/>
                  </a:cubicBezTo>
                  <a:cubicBezTo>
                    <a:pt x="84" y="15407"/>
                    <a:pt x="96" y="15419"/>
                    <a:pt x="96" y="15431"/>
                  </a:cubicBezTo>
                  <a:cubicBezTo>
                    <a:pt x="96" y="15454"/>
                    <a:pt x="108" y="15466"/>
                    <a:pt x="120" y="15478"/>
                  </a:cubicBezTo>
                  <a:cubicBezTo>
                    <a:pt x="132" y="15502"/>
                    <a:pt x="132" y="15514"/>
                    <a:pt x="144" y="15526"/>
                  </a:cubicBezTo>
                  <a:cubicBezTo>
                    <a:pt x="156" y="15550"/>
                    <a:pt x="168" y="15561"/>
                    <a:pt x="179" y="15585"/>
                  </a:cubicBezTo>
                  <a:cubicBezTo>
                    <a:pt x="179" y="15597"/>
                    <a:pt x="191" y="15609"/>
                    <a:pt x="203" y="15633"/>
                  </a:cubicBezTo>
                  <a:cubicBezTo>
                    <a:pt x="215" y="15645"/>
                    <a:pt x="227" y="15657"/>
                    <a:pt x="239" y="15681"/>
                  </a:cubicBezTo>
                  <a:cubicBezTo>
                    <a:pt x="251" y="15692"/>
                    <a:pt x="263" y="15716"/>
                    <a:pt x="275" y="15728"/>
                  </a:cubicBezTo>
                  <a:lnTo>
                    <a:pt x="322" y="15776"/>
                  </a:lnTo>
                  <a:lnTo>
                    <a:pt x="370" y="15823"/>
                  </a:lnTo>
                  <a:lnTo>
                    <a:pt x="418" y="15871"/>
                  </a:lnTo>
                  <a:cubicBezTo>
                    <a:pt x="441" y="15895"/>
                    <a:pt x="453" y="15907"/>
                    <a:pt x="477" y="15931"/>
                  </a:cubicBezTo>
                  <a:cubicBezTo>
                    <a:pt x="501" y="15942"/>
                    <a:pt x="525" y="15954"/>
                    <a:pt x="549" y="15978"/>
                  </a:cubicBezTo>
                  <a:cubicBezTo>
                    <a:pt x="608" y="16014"/>
                    <a:pt x="668" y="16050"/>
                    <a:pt x="727" y="16073"/>
                  </a:cubicBezTo>
                  <a:cubicBezTo>
                    <a:pt x="775" y="16097"/>
                    <a:pt x="822" y="16109"/>
                    <a:pt x="870" y="16121"/>
                  </a:cubicBezTo>
                  <a:cubicBezTo>
                    <a:pt x="977" y="16157"/>
                    <a:pt x="1096" y="16181"/>
                    <a:pt x="1215" y="16181"/>
                  </a:cubicBezTo>
                  <a:lnTo>
                    <a:pt x="1227" y="16181"/>
                  </a:lnTo>
                  <a:cubicBezTo>
                    <a:pt x="1334" y="16181"/>
                    <a:pt x="1442" y="16169"/>
                    <a:pt x="1549" y="16133"/>
                  </a:cubicBezTo>
                  <a:cubicBezTo>
                    <a:pt x="1596" y="16121"/>
                    <a:pt x="1644" y="16109"/>
                    <a:pt x="1692" y="16085"/>
                  </a:cubicBezTo>
                  <a:cubicBezTo>
                    <a:pt x="1727" y="16073"/>
                    <a:pt x="1751" y="16062"/>
                    <a:pt x="1787" y="16038"/>
                  </a:cubicBezTo>
                  <a:cubicBezTo>
                    <a:pt x="1823" y="16026"/>
                    <a:pt x="1846" y="16014"/>
                    <a:pt x="1870" y="15990"/>
                  </a:cubicBezTo>
                  <a:lnTo>
                    <a:pt x="1942" y="15942"/>
                  </a:lnTo>
                  <a:lnTo>
                    <a:pt x="2001" y="15895"/>
                  </a:lnTo>
                  <a:lnTo>
                    <a:pt x="2061" y="15847"/>
                  </a:lnTo>
                  <a:lnTo>
                    <a:pt x="2108" y="15800"/>
                  </a:lnTo>
                  <a:lnTo>
                    <a:pt x="2144" y="15752"/>
                  </a:lnTo>
                  <a:cubicBezTo>
                    <a:pt x="2156" y="15740"/>
                    <a:pt x="2168" y="15716"/>
                    <a:pt x="2192" y="15704"/>
                  </a:cubicBezTo>
                  <a:lnTo>
                    <a:pt x="2227" y="15657"/>
                  </a:lnTo>
                  <a:lnTo>
                    <a:pt x="2251" y="15609"/>
                  </a:lnTo>
                  <a:lnTo>
                    <a:pt x="2287" y="15561"/>
                  </a:lnTo>
                  <a:cubicBezTo>
                    <a:pt x="2299" y="15538"/>
                    <a:pt x="2299" y="15526"/>
                    <a:pt x="2311" y="15514"/>
                  </a:cubicBezTo>
                  <a:cubicBezTo>
                    <a:pt x="2323" y="15490"/>
                    <a:pt x="2323" y="15478"/>
                    <a:pt x="2335" y="15466"/>
                  </a:cubicBezTo>
                  <a:cubicBezTo>
                    <a:pt x="2346" y="15442"/>
                    <a:pt x="2346" y="15431"/>
                    <a:pt x="2358" y="15419"/>
                  </a:cubicBezTo>
                  <a:cubicBezTo>
                    <a:pt x="2358" y="15395"/>
                    <a:pt x="2370" y="15383"/>
                    <a:pt x="2370" y="15371"/>
                  </a:cubicBezTo>
                  <a:cubicBezTo>
                    <a:pt x="2370" y="15347"/>
                    <a:pt x="2382" y="15335"/>
                    <a:pt x="2394" y="15311"/>
                  </a:cubicBezTo>
                  <a:cubicBezTo>
                    <a:pt x="2394" y="15300"/>
                    <a:pt x="2394" y="15288"/>
                    <a:pt x="2406" y="15264"/>
                  </a:cubicBezTo>
                  <a:cubicBezTo>
                    <a:pt x="2406" y="15252"/>
                    <a:pt x="2418" y="15240"/>
                    <a:pt x="2418" y="15216"/>
                  </a:cubicBezTo>
                  <a:cubicBezTo>
                    <a:pt x="2418" y="15204"/>
                    <a:pt x="2418" y="15192"/>
                    <a:pt x="2430" y="15169"/>
                  </a:cubicBezTo>
                  <a:cubicBezTo>
                    <a:pt x="2430" y="15157"/>
                    <a:pt x="2430" y="15133"/>
                    <a:pt x="2430" y="15121"/>
                  </a:cubicBezTo>
                  <a:cubicBezTo>
                    <a:pt x="2430" y="15109"/>
                    <a:pt x="2430" y="15085"/>
                    <a:pt x="2442" y="15073"/>
                  </a:cubicBezTo>
                  <a:cubicBezTo>
                    <a:pt x="2442" y="15061"/>
                    <a:pt x="2442" y="15038"/>
                    <a:pt x="2442" y="15026"/>
                  </a:cubicBezTo>
                  <a:lnTo>
                    <a:pt x="2442" y="14978"/>
                  </a:lnTo>
                  <a:lnTo>
                    <a:pt x="2442" y="1214"/>
                  </a:lnTo>
                  <a:lnTo>
                    <a:pt x="2454" y="1214"/>
                  </a:lnTo>
                  <a:lnTo>
                    <a:pt x="2454" y="1167"/>
                  </a:lnTo>
                  <a:lnTo>
                    <a:pt x="2454" y="1119"/>
                  </a:lnTo>
                  <a:lnTo>
                    <a:pt x="2454" y="1072"/>
                  </a:lnTo>
                  <a:cubicBezTo>
                    <a:pt x="2442" y="1060"/>
                    <a:pt x="2442" y="1036"/>
                    <a:pt x="2442" y="1024"/>
                  </a:cubicBezTo>
                  <a:lnTo>
                    <a:pt x="2442" y="976"/>
                  </a:lnTo>
                  <a:cubicBezTo>
                    <a:pt x="2442" y="964"/>
                    <a:pt x="2430" y="941"/>
                    <a:pt x="2430" y="929"/>
                  </a:cubicBezTo>
                  <a:cubicBezTo>
                    <a:pt x="2430" y="905"/>
                    <a:pt x="2430" y="893"/>
                    <a:pt x="2418" y="881"/>
                  </a:cubicBezTo>
                  <a:cubicBezTo>
                    <a:pt x="2406" y="869"/>
                    <a:pt x="2406" y="845"/>
                    <a:pt x="2406" y="833"/>
                  </a:cubicBezTo>
                  <a:cubicBezTo>
                    <a:pt x="2394" y="822"/>
                    <a:pt x="2394" y="798"/>
                    <a:pt x="2382" y="786"/>
                  </a:cubicBezTo>
                  <a:cubicBezTo>
                    <a:pt x="2382" y="762"/>
                    <a:pt x="2370" y="750"/>
                    <a:pt x="2370" y="738"/>
                  </a:cubicBezTo>
                  <a:cubicBezTo>
                    <a:pt x="2370" y="714"/>
                    <a:pt x="2346" y="703"/>
                    <a:pt x="2346" y="691"/>
                  </a:cubicBezTo>
                  <a:lnTo>
                    <a:pt x="2299" y="643"/>
                  </a:lnTo>
                  <a:cubicBezTo>
                    <a:pt x="2287" y="619"/>
                    <a:pt x="2275" y="607"/>
                    <a:pt x="2275" y="595"/>
                  </a:cubicBezTo>
                  <a:cubicBezTo>
                    <a:pt x="2263" y="572"/>
                    <a:pt x="2251" y="560"/>
                    <a:pt x="2239" y="548"/>
                  </a:cubicBezTo>
                  <a:cubicBezTo>
                    <a:pt x="2227" y="524"/>
                    <a:pt x="2215" y="512"/>
                    <a:pt x="2204" y="500"/>
                  </a:cubicBezTo>
                  <a:lnTo>
                    <a:pt x="2168" y="452"/>
                  </a:lnTo>
                  <a:lnTo>
                    <a:pt x="2120" y="393"/>
                  </a:lnTo>
                  <a:lnTo>
                    <a:pt x="2084" y="345"/>
                  </a:lnTo>
                  <a:lnTo>
                    <a:pt x="2025" y="298"/>
                  </a:lnTo>
                  <a:cubicBezTo>
                    <a:pt x="2013" y="286"/>
                    <a:pt x="1989" y="274"/>
                    <a:pt x="1965" y="250"/>
                  </a:cubicBezTo>
                  <a:lnTo>
                    <a:pt x="1906" y="202"/>
                  </a:lnTo>
                  <a:lnTo>
                    <a:pt x="1823" y="155"/>
                  </a:lnTo>
                  <a:cubicBezTo>
                    <a:pt x="1787" y="143"/>
                    <a:pt x="1751" y="119"/>
                    <a:pt x="1727" y="107"/>
                  </a:cubicBezTo>
                  <a:cubicBezTo>
                    <a:pt x="1680" y="95"/>
                    <a:pt x="1644" y="71"/>
                    <a:pt x="1596" y="60"/>
                  </a:cubicBezTo>
                  <a:cubicBezTo>
                    <a:pt x="1513" y="36"/>
                    <a:pt x="1430" y="12"/>
                    <a:pt x="1346" y="12"/>
                  </a:cubicBezTo>
                  <a:cubicBezTo>
                    <a:pt x="1311" y="0"/>
                    <a:pt x="1263" y="0"/>
                    <a:pt x="122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2" name="Google Shape;662;p7"/>
            <p:cNvSpPr/>
            <p:nvPr/>
          </p:nvSpPr>
          <p:spPr>
            <a:xfrm>
              <a:off x="1174077" y="-169612"/>
              <a:ext cx="142539" cy="125041"/>
            </a:xfrm>
            <a:custGeom>
              <a:avLst/>
              <a:gdLst/>
              <a:ahLst/>
              <a:cxnLst/>
              <a:rect l="l" t="t" r="r" b="b"/>
              <a:pathLst>
                <a:path w="4358" h="3823" extrusionOk="0">
                  <a:moveTo>
                    <a:pt x="1143" y="0"/>
                  </a:moveTo>
                  <a:cubicBezTo>
                    <a:pt x="512" y="0"/>
                    <a:pt x="0" y="512"/>
                    <a:pt x="0" y="1131"/>
                  </a:cubicBezTo>
                  <a:lnTo>
                    <a:pt x="0" y="2679"/>
                  </a:lnTo>
                  <a:cubicBezTo>
                    <a:pt x="0" y="3310"/>
                    <a:pt x="512" y="3810"/>
                    <a:pt x="1143" y="3822"/>
                  </a:cubicBezTo>
                  <a:lnTo>
                    <a:pt x="3227" y="3822"/>
                  </a:lnTo>
                  <a:cubicBezTo>
                    <a:pt x="3846" y="3810"/>
                    <a:pt x="4358" y="3310"/>
                    <a:pt x="4358" y="2679"/>
                  </a:cubicBezTo>
                  <a:lnTo>
                    <a:pt x="4358" y="1131"/>
                  </a:lnTo>
                  <a:cubicBezTo>
                    <a:pt x="4358" y="512"/>
                    <a:pt x="3846" y="0"/>
                    <a:pt x="3227" y="0"/>
                  </a:cubicBezTo>
                  <a:close/>
                </a:path>
              </a:pathLst>
            </a:custGeom>
            <a:solidFill>
              <a:srgbClr val="821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3" name="Google Shape;663;p7"/>
            <p:cNvSpPr/>
            <p:nvPr/>
          </p:nvSpPr>
          <p:spPr>
            <a:xfrm>
              <a:off x="1174077" y="277825"/>
              <a:ext cx="142539" cy="124648"/>
            </a:xfrm>
            <a:custGeom>
              <a:avLst/>
              <a:gdLst/>
              <a:ahLst/>
              <a:cxnLst/>
              <a:rect l="l" t="t" r="r" b="b"/>
              <a:pathLst>
                <a:path w="4358" h="3811" extrusionOk="0">
                  <a:moveTo>
                    <a:pt x="1131" y="0"/>
                  </a:moveTo>
                  <a:cubicBezTo>
                    <a:pt x="500" y="0"/>
                    <a:pt x="0" y="501"/>
                    <a:pt x="0" y="1132"/>
                  </a:cubicBezTo>
                  <a:lnTo>
                    <a:pt x="0" y="2679"/>
                  </a:lnTo>
                  <a:cubicBezTo>
                    <a:pt x="0" y="3298"/>
                    <a:pt x="500" y="3810"/>
                    <a:pt x="1131" y="3810"/>
                  </a:cubicBezTo>
                  <a:lnTo>
                    <a:pt x="3215" y="3810"/>
                  </a:lnTo>
                  <a:cubicBezTo>
                    <a:pt x="3846" y="3810"/>
                    <a:pt x="4358" y="3298"/>
                    <a:pt x="4358" y="2679"/>
                  </a:cubicBezTo>
                  <a:lnTo>
                    <a:pt x="4358" y="1132"/>
                  </a:lnTo>
                  <a:cubicBezTo>
                    <a:pt x="4358" y="512"/>
                    <a:pt x="3846" y="0"/>
                    <a:pt x="3215" y="0"/>
                  </a:cubicBezTo>
                  <a:close/>
                </a:path>
              </a:pathLst>
            </a:custGeom>
            <a:solidFill>
              <a:srgbClr val="821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4" name="Google Shape;664;p7"/>
            <p:cNvSpPr/>
            <p:nvPr/>
          </p:nvSpPr>
          <p:spPr>
            <a:xfrm>
              <a:off x="1205038" y="-148189"/>
              <a:ext cx="79872" cy="529240"/>
            </a:xfrm>
            <a:custGeom>
              <a:avLst/>
              <a:gdLst/>
              <a:ahLst/>
              <a:cxnLst/>
              <a:rect l="l" t="t" r="r" b="b"/>
              <a:pathLst>
                <a:path w="2442" h="16181" extrusionOk="0">
                  <a:moveTo>
                    <a:pt x="1227" y="0"/>
                  </a:moveTo>
                  <a:cubicBezTo>
                    <a:pt x="917" y="0"/>
                    <a:pt x="632" y="119"/>
                    <a:pt x="405" y="310"/>
                  </a:cubicBezTo>
                  <a:lnTo>
                    <a:pt x="393" y="333"/>
                  </a:lnTo>
                  <a:cubicBezTo>
                    <a:pt x="358" y="369"/>
                    <a:pt x="322" y="393"/>
                    <a:pt x="298" y="429"/>
                  </a:cubicBezTo>
                  <a:cubicBezTo>
                    <a:pt x="274" y="452"/>
                    <a:pt x="263" y="476"/>
                    <a:pt x="239" y="500"/>
                  </a:cubicBezTo>
                  <a:cubicBezTo>
                    <a:pt x="215" y="524"/>
                    <a:pt x="191" y="560"/>
                    <a:pt x="179" y="595"/>
                  </a:cubicBezTo>
                  <a:cubicBezTo>
                    <a:pt x="155" y="631"/>
                    <a:pt x="143" y="655"/>
                    <a:pt x="120" y="691"/>
                  </a:cubicBezTo>
                  <a:cubicBezTo>
                    <a:pt x="108" y="726"/>
                    <a:pt x="96" y="750"/>
                    <a:pt x="84" y="786"/>
                  </a:cubicBezTo>
                  <a:cubicBezTo>
                    <a:pt x="72" y="833"/>
                    <a:pt x="48" y="869"/>
                    <a:pt x="36" y="917"/>
                  </a:cubicBezTo>
                  <a:cubicBezTo>
                    <a:pt x="36" y="941"/>
                    <a:pt x="24" y="964"/>
                    <a:pt x="24" y="1000"/>
                  </a:cubicBezTo>
                  <a:cubicBezTo>
                    <a:pt x="1" y="1072"/>
                    <a:pt x="1" y="1143"/>
                    <a:pt x="1" y="1226"/>
                  </a:cubicBezTo>
                  <a:lnTo>
                    <a:pt x="1" y="14954"/>
                  </a:lnTo>
                  <a:cubicBezTo>
                    <a:pt x="1" y="15633"/>
                    <a:pt x="548" y="16181"/>
                    <a:pt x="1227" y="16181"/>
                  </a:cubicBezTo>
                  <a:cubicBezTo>
                    <a:pt x="1310" y="16181"/>
                    <a:pt x="1394" y="16169"/>
                    <a:pt x="1477" y="16157"/>
                  </a:cubicBezTo>
                  <a:lnTo>
                    <a:pt x="1513" y="16145"/>
                  </a:lnTo>
                  <a:cubicBezTo>
                    <a:pt x="1584" y="16121"/>
                    <a:pt x="1656" y="16097"/>
                    <a:pt x="1715" y="16073"/>
                  </a:cubicBezTo>
                  <a:lnTo>
                    <a:pt x="1739" y="16073"/>
                  </a:lnTo>
                  <a:cubicBezTo>
                    <a:pt x="1882" y="16002"/>
                    <a:pt x="2013" y="15907"/>
                    <a:pt x="2120" y="15788"/>
                  </a:cubicBezTo>
                  <a:cubicBezTo>
                    <a:pt x="2322" y="15561"/>
                    <a:pt x="2441" y="15276"/>
                    <a:pt x="2441" y="14966"/>
                  </a:cubicBezTo>
                  <a:lnTo>
                    <a:pt x="2441" y="1226"/>
                  </a:lnTo>
                  <a:cubicBezTo>
                    <a:pt x="2441" y="548"/>
                    <a:pt x="1894" y="0"/>
                    <a:pt x="1227" y="0"/>
                  </a:cubicBezTo>
                  <a:close/>
                </a:path>
              </a:pathLst>
            </a:custGeom>
            <a:solidFill>
              <a:srgbClr val="272425">
                <a:alpha val="200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5" name="Google Shape;665;p7"/>
            <p:cNvSpPr/>
            <p:nvPr/>
          </p:nvSpPr>
          <p:spPr>
            <a:xfrm>
              <a:off x="1216322" y="-148189"/>
              <a:ext cx="79479" cy="529240"/>
            </a:xfrm>
            <a:custGeom>
              <a:avLst/>
              <a:gdLst/>
              <a:ahLst/>
              <a:cxnLst/>
              <a:rect l="l" t="t" r="r" b="b"/>
              <a:pathLst>
                <a:path w="2430" h="16181" extrusionOk="0">
                  <a:moveTo>
                    <a:pt x="1132" y="0"/>
                  </a:moveTo>
                  <a:cubicBezTo>
                    <a:pt x="1049" y="0"/>
                    <a:pt x="965" y="24"/>
                    <a:pt x="882" y="48"/>
                  </a:cubicBezTo>
                  <a:cubicBezTo>
                    <a:pt x="834" y="60"/>
                    <a:pt x="787" y="71"/>
                    <a:pt x="739" y="83"/>
                  </a:cubicBezTo>
                  <a:cubicBezTo>
                    <a:pt x="715" y="107"/>
                    <a:pt x="680" y="119"/>
                    <a:pt x="644" y="131"/>
                  </a:cubicBezTo>
                  <a:lnTo>
                    <a:pt x="560" y="179"/>
                  </a:lnTo>
                  <a:lnTo>
                    <a:pt x="501" y="226"/>
                  </a:lnTo>
                  <a:cubicBezTo>
                    <a:pt x="477" y="238"/>
                    <a:pt x="453" y="262"/>
                    <a:pt x="429" y="274"/>
                  </a:cubicBezTo>
                  <a:lnTo>
                    <a:pt x="382" y="322"/>
                  </a:lnTo>
                  <a:lnTo>
                    <a:pt x="334" y="369"/>
                  </a:lnTo>
                  <a:cubicBezTo>
                    <a:pt x="322" y="381"/>
                    <a:pt x="310" y="393"/>
                    <a:pt x="287" y="417"/>
                  </a:cubicBezTo>
                  <a:lnTo>
                    <a:pt x="251" y="464"/>
                  </a:lnTo>
                  <a:lnTo>
                    <a:pt x="215" y="512"/>
                  </a:lnTo>
                  <a:lnTo>
                    <a:pt x="179" y="560"/>
                  </a:lnTo>
                  <a:cubicBezTo>
                    <a:pt x="179" y="572"/>
                    <a:pt x="168" y="583"/>
                    <a:pt x="156" y="607"/>
                  </a:cubicBezTo>
                  <a:cubicBezTo>
                    <a:pt x="144" y="619"/>
                    <a:pt x="144" y="631"/>
                    <a:pt x="132" y="655"/>
                  </a:cubicBezTo>
                  <a:lnTo>
                    <a:pt x="108" y="703"/>
                  </a:lnTo>
                  <a:lnTo>
                    <a:pt x="84" y="750"/>
                  </a:lnTo>
                  <a:cubicBezTo>
                    <a:pt x="84" y="762"/>
                    <a:pt x="72" y="774"/>
                    <a:pt x="72" y="786"/>
                  </a:cubicBezTo>
                  <a:lnTo>
                    <a:pt x="48" y="833"/>
                  </a:lnTo>
                  <a:lnTo>
                    <a:pt x="37" y="881"/>
                  </a:lnTo>
                  <a:lnTo>
                    <a:pt x="25" y="929"/>
                  </a:lnTo>
                  <a:cubicBezTo>
                    <a:pt x="25" y="953"/>
                    <a:pt x="13" y="964"/>
                    <a:pt x="13" y="976"/>
                  </a:cubicBezTo>
                  <a:cubicBezTo>
                    <a:pt x="13" y="1000"/>
                    <a:pt x="13" y="1012"/>
                    <a:pt x="13" y="1024"/>
                  </a:cubicBezTo>
                  <a:cubicBezTo>
                    <a:pt x="13" y="1048"/>
                    <a:pt x="13" y="1060"/>
                    <a:pt x="1" y="1072"/>
                  </a:cubicBezTo>
                  <a:lnTo>
                    <a:pt x="1" y="1119"/>
                  </a:lnTo>
                  <a:lnTo>
                    <a:pt x="1" y="1167"/>
                  </a:lnTo>
                  <a:lnTo>
                    <a:pt x="1" y="1214"/>
                  </a:lnTo>
                  <a:lnTo>
                    <a:pt x="1" y="14954"/>
                  </a:lnTo>
                  <a:lnTo>
                    <a:pt x="1" y="14990"/>
                  </a:lnTo>
                  <a:lnTo>
                    <a:pt x="1" y="15050"/>
                  </a:lnTo>
                  <a:lnTo>
                    <a:pt x="1" y="15097"/>
                  </a:lnTo>
                  <a:lnTo>
                    <a:pt x="1" y="15145"/>
                  </a:lnTo>
                  <a:cubicBezTo>
                    <a:pt x="1" y="15157"/>
                    <a:pt x="1" y="15169"/>
                    <a:pt x="13" y="15192"/>
                  </a:cubicBezTo>
                  <a:cubicBezTo>
                    <a:pt x="25" y="15204"/>
                    <a:pt x="25" y="15216"/>
                    <a:pt x="25" y="15240"/>
                  </a:cubicBezTo>
                  <a:cubicBezTo>
                    <a:pt x="25" y="15252"/>
                    <a:pt x="25" y="15276"/>
                    <a:pt x="37" y="15288"/>
                  </a:cubicBezTo>
                  <a:cubicBezTo>
                    <a:pt x="48" y="15300"/>
                    <a:pt x="48" y="15323"/>
                    <a:pt x="48" y="15335"/>
                  </a:cubicBezTo>
                  <a:cubicBezTo>
                    <a:pt x="60" y="15347"/>
                    <a:pt x="60" y="15371"/>
                    <a:pt x="72" y="15383"/>
                  </a:cubicBezTo>
                  <a:cubicBezTo>
                    <a:pt x="72" y="15407"/>
                    <a:pt x="84" y="15419"/>
                    <a:pt x="84" y="15431"/>
                  </a:cubicBezTo>
                  <a:cubicBezTo>
                    <a:pt x="96" y="15454"/>
                    <a:pt x="96" y="15466"/>
                    <a:pt x="108" y="15478"/>
                  </a:cubicBezTo>
                  <a:cubicBezTo>
                    <a:pt x="120" y="15502"/>
                    <a:pt x="120" y="15514"/>
                    <a:pt x="132" y="15526"/>
                  </a:cubicBezTo>
                  <a:cubicBezTo>
                    <a:pt x="168" y="15597"/>
                    <a:pt x="156" y="15573"/>
                    <a:pt x="191" y="15633"/>
                  </a:cubicBezTo>
                  <a:cubicBezTo>
                    <a:pt x="203" y="15645"/>
                    <a:pt x="215" y="15669"/>
                    <a:pt x="227" y="15681"/>
                  </a:cubicBezTo>
                  <a:lnTo>
                    <a:pt x="263" y="15728"/>
                  </a:lnTo>
                  <a:lnTo>
                    <a:pt x="310" y="15776"/>
                  </a:lnTo>
                  <a:lnTo>
                    <a:pt x="358" y="15823"/>
                  </a:lnTo>
                  <a:lnTo>
                    <a:pt x="406" y="15871"/>
                  </a:lnTo>
                  <a:cubicBezTo>
                    <a:pt x="429" y="15895"/>
                    <a:pt x="453" y="15907"/>
                    <a:pt x="465" y="15931"/>
                  </a:cubicBezTo>
                  <a:lnTo>
                    <a:pt x="537" y="15978"/>
                  </a:lnTo>
                  <a:cubicBezTo>
                    <a:pt x="596" y="16014"/>
                    <a:pt x="656" y="16050"/>
                    <a:pt x="715" y="16073"/>
                  </a:cubicBezTo>
                  <a:cubicBezTo>
                    <a:pt x="763" y="16097"/>
                    <a:pt x="810" y="16109"/>
                    <a:pt x="846" y="16121"/>
                  </a:cubicBezTo>
                  <a:cubicBezTo>
                    <a:pt x="965" y="16157"/>
                    <a:pt x="1084" y="16181"/>
                    <a:pt x="1203" y="16181"/>
                  </a:cubicBezTo>
                  <a:lnTo>
                    <a:pt x="1215" y="16181"/>
                  </a:lnTo>
                  <a:cubicBezTo>
                    <a:pt x="1322" y="16181"/>
                    <a:pt x="1430" y="16169"/>
                    <a:pt x="1537" y="16133"/>
                  </a:cubicBezTo>
                  <a:cubicBezTo>
                    <a:pt x="1584" y="16121"/>
                    <a:pt x="1632" y="16109"/>
                    <a:pt x="1680" y="16085"/>
                  </a:cubicBezTo>
                  <a:lnTo>
                    <a:pt x="1775" y="16038"/>
                  </a:lnTo>
                  <a:lnTo>
                    <a:pt x="1858" y="15990"/>
                  </a:lnTo>
                  <a:lnTo>
                    <a:pt x="1930" y="15942"/>
                  </a:lnTo>
                  <a:cubicBezTo>
                    <a:pt x="1953" y="15931"/>
                    <a:pt x="1977" y="15919"/>
                    <a:pt x="1989" y="15907"/>
                  </a:cubicBezTo>
                  <a:lnTo>
                    <a:pt x="2049" y="15859"/>
                  </a:lnTo>
                  <a:cubicBezTo>
                    <a:pt x="2061" y="15835"/>
                    <a:pt x="2084" y="15823"/>
                    <a:pt x="2096" y="15812"/>
                  </a:cubicBezTo>
                  <a:lnTo>
                    <a:pt x="2144" y="15752"/>
                  </a:lnTo>
                  <a:cubicBezTo>
                    <a:pt x="2156" y="15740"/>
                    <a:pt x="2168" y="15728"/>
                    <a:pt x="2180" y="15704"/>
                  </a:cubicBezTo>
                  <a:cubicBezTo>
                    <a:pt x="2192" y="15692"/>
                    <a:pt x="2204" y="15681"/>
                    <a:pt x="2215" y="15657"/>
                  </a:cubicBezTo>
                  <a:lnTo>
                    <a:pt x="2251" y="15609"/>
                  </a:lnTo>
                  <a:lnTo>
                    <a:pt x="2275" y="15561"/>
                  </a:lnTo>
                  <a:cubicBezTo>
                    <a:pt x="2287" y="15550"/>
                    <a:pt x="2287" y="15538"/>
                    <a:pt x="2299" y="15514"/>
                  </a:cubicBezTo>
                  <a:cubicBezTo>
                    <a:pt x="2311" y="15502"/>
                    <a:pt x="2323" y="15478"/>
                    <a:pt x="2323" y="15466"/>
                  </a:cubicBezTo>
                  <a:cubicBezTo>
                    <a:pt x="2334" y="15454"/>
                    <a:pt x="2334" y="15431"/>
                    <a:pt x="2346" y="15419"/>
                  </a:cubicBezTo>
                  <a:cubicBezTo>
                    <a:pt x="2358" y="15407"/>
                    <a:pt x="2358" y="15383"/>
                    <a:pt x="2358" y="15371"/>
                  </a:cubicBezTo>
                  <a:cubicBezTo>
                    <a:pt x="2358" y="15359"/>
                    <a:pt x="2382" y="15335"/>
                    <a:pt x="2382" y="15323"/>
                  </a:cubicBezTo>
                  <a:cubicBezTo>
                    <a:pt x="2382" y="15311"/>
                    <a:pt x="2394" y="15288"/>
                    <a:pt x="2394" y="15276"/>
                  </a:cubicBezTo>
                  <a:lnTo>
                    <a:pt x="2406" y="15228"/>
                  </a:lnTo>
                  <a:lnTo>
                    <a:pt x="2418" y="15180"/>
                  </a:lnTo>
                  <a:cubicBezTo>
                    <a:pt x="2418" y="15157"/>
                    <a:pt x="2418" y="15145"/>
                    <a:pt x="2418" y="15133"/>
                  </a:cubicBezTo>
                  <a:cubicBezTo>
                    <a:pt x="2418" y="15109"/>
                    <a:pt x="2418" y="15097"/>
                    <a:pt x="2418" y="15085"/>
                  </a:cubicBezTo>
                  <a:cubicBezTo>
                    <a:pt x="2430" y="15061"/>
                    <a:pt x="2418" y="15050"/>
                    <a:pt x="2418" y="15026"/>
                  </a:cubicBezTo>
                  <a:lnTo>
                    <a:pt x="2418" y="14978"/>
                  </a:lnTo>
                  <a:lnTo>
                    <a:pt x="2418" y="14954"/>
                  </a:lnTo>
                  <a:lnTo>
                    <a:pt x="2418" y="1214"/>
                  </a:lnTo>
                  <a:lnTo>
                    <a:pt x="2430" y="1214"/>
                  </a:lnTo>
                  <a:lnTo>
                    <a:pt x="2430" y="1167"/>
                  </a:lnTo>
                  <a:lnTo>
                    <a:pt x="2430" y="1119"/>
                  </a:lnTo>
                  <a:lnTo>
                    <a:pt x="2430" y="1072"/>
                  </a:lnTo>
                  <a:cubicBezTo>
                    <a:pt x="2418" y="1060"/>
                    <a:pt x="2418" y="1036"/>
                    <a:pt x="2418" y="1024"/>
                  </a:cubicBezTo>
                  <a:cubicBezTo>
                    <a:pt x="2418" y="1000"/>
                    <a:pt x="2418" y="988"/>
                    <a:pt x="2406" y="976"/>
                  </a:cubicBezTo>
                  <a:cubicBezTo>
                    <a:pt x="2406" y="964"/>
                    <a:pt x="2406" y="941"/>
                    <a:pt x="2394" y="929"/>
                  </a:cubicBezTo>
                  <a:cubicBezTo>
                    <a:pt x="2394" y="917"/>
                    <a:pt x="2394" y="893"/>
                    <a:pt x="2382" y="881"/>
                  </a:cubicBezTo>
                  <a:cubicBezTo>
                    <a:pt x="2382" y="869"/>
                    <a:pt x="2370" y="845"/>
                    <a:pt x="2370" y="833"/>
                  </a:cubicBezTo>
                  <a:lnTo>
                    <a:pt x="2358" y="786"/>
                  </a:lnTo>
                  <a:lnTo>
                    <a:pt x="2334" y="738"/>
                  </a:lnTo>
                  <a:lnTo>
                    <a:pt x="2311" y="691"/>
                  </a:lnTo>
                  <a:cubicBezTo>
                    <a:pt x="2299" y="667"/>
                    <a:pt x="2299" y="655"/>
                    <a:pt x="2287" y="643"/>
                  </a:cubicBezTo>
                  <a:lnTo>
                    <a:pt x="2263" y="595"/>
                  </a:lnTo>
                  <a:lnTo>
                    <a:pt x="2227" y="548"/>
                  </a:lnTo>
                  <a:cubicBezTo>
                    <a:pt x="2215" y="524"/>
                    <a:pt x="2204" y="512"/>
                    <a:pt x="2192" y="500"/>
                  </a:cubicBezTo>
                  <a:cubicBezTo>
                    <a:pt x="2180" y="476"/>
                    <a:pt x="2168" y="464"/>
                    <a:pt x="2156" y="452"/>
                  </a:cubicBezTo>
                  <a:lnTo>
                    <a:pt x="2108" y="393"/>
                  </a:lnTo>
                  <a:lnTo>
                    <a:pt x="2073" y="345"/>
                  </a:lnTo>
                  <a:lnTo>
                    <a:pt x="2013" y="298"/>
                  </a:lnTo>
                  <a:cubicBezTo>
                    <a:pt x="2001" y="286"/>
                    <a:pt x="1977" y="274"/>
                    <a:pt x="1953" y="250"/>
                  </a:cubicBezTo>
                  <a:lnTo>
                    <a:pt x="1894" y="202"/>
                  </a:lnTo>
                  <a:lnTo>
                    <a:pt x="1811" y="155"/>
                  </a:lnTo>
                  <a:cubicBezTo>
                    <a:pt x="1775" y="143"/>
                    <a:pt x="1739" y="119"/>
                    <a:pt x="1715" y="107"/>
                  </a:cubicBezTo>
                  <a:cubicBezTo>
                    <a:pt x="1668" y="95"/>
                    <a:pt x="1632" y="71"/>
                    <a:pt x="1584" y="60"/>
                  </a:cubicBezTo>
                  <a:cubicBezTo>
                    <a:pt x="1501" y="36"/>
                    <a:pt x="1430" y="12"/>
                    <a:pt x="1346" y="12"/>
                  </a:cubicBezTo>
                  <a:cubicBezTo>
                    <a:pt x="1299" y="0"/>
                    <a:pt x="1251" y="0"/>
                    <a:pt x="121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6" name="Google Shape;666;p7"/>
            <p:cNvSpPr/>
            <p:nvPr/>
          </p:nvSpPr>
          <p:spPr>
            <a:xfrm>
              <a:off x="2797967" y="-169612"/>
              <a:ext cx="142539" cy="125041"/>
            </a:xfrm>
            <a:custGeom>
              <a:avLst/>
              <a:gdLst/>
              <a:ahLst/>
              <a:cxnLst/>
              <a:rect l="l" t="t" r="r" b="b"/>
              <a:pathLst>
                <a:path w="4358" h="3823" extrusionOk="0">
                  <a:moveTo>
                    <a:pt x="1131" y="0"/>
                  </a:moveTo>
                  <a:cubicBezTo>
                    <a:pt x="512" y="0"/>
                    <a:pt x="0" y="512"/>
                    <a:pt x="0" y="1131"/>
                  </a:cubicBezTo>
                  <a:lnTo>
                    <a:pt x="0" y="2679"/>
                  </a:lnTo>
                  <a:cubicBezTo>
                    <a:pt x="0" y="3310"/>
                    <a:pt x="512" y="3810"/>
                    <a:pt x="1131" y="3822"/>
                  </a:cubicBezTo>
                  <a:lnTo>
                    <a:pt x="3215" y="3822"/>
                  </a:lnTo>
                  <a:cubicBezTo>
                    <a:pt x="3846" y="3810"/>
                    <a:pt x="4358" y="3310"/>
                    <a:pt x="4358" y="2679"/>
                  </a:cubicBezTo>
                  <a:lnTo>
                    <a:pt x="4358" y="1131"/>
                  </a:lnTo>
                  <a:cubicBezTo>
                    <a:pt x="4358" y="512"/>
                    <a:pt x="3846" y="0"/>
                    <a:pt x="3215" y="0"/>
                  </a:cubicBezTo>
                  <a:close/>
                </a:path>
              </a:pathLst>
            </a:custGeom>
            <a:solidFill>
              <a:srgbClr val="821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7" name="Google Shape;667;p7"/>
            <p:cNvSpPr/>
            <p:nvPr/>
          </p:nvSpPr>
          <p:spPr>
            <a:xfrm>
              <a:off x="2805967" y="277825"/>
              <a:ext cx="142539" cy="124648"/>
            </a:xfrm>
            <a:custGeom>
              <a:avLst/>
              <a:gdLst/>
              <a:ahLst/>
              <a:cxnLst/>
              <a:rect l="l" t="t" r="r" b="b"/>
              <a:pathLst>
                <a:path w="4358" h="3811" extrusionOk="0">
                  <a:moveTo>
                    <a:pt x="1131" y="0"/>
                  </a:moveTo>
                  <a:cubicBezTo>
                    <a:pt x="512" y="0"/>
                    <a:pt x="0" y="512"/>
                    <a:pt x="0" y="1132"/>
                  </a:cubicBezTo>
                  <a:lnTo>
                    <a:pt x="0" y="2679"/>
                  </a:lnTo>
                  <a:cubicBezTo>
                    <a:pt x="0" y="3310"/>
                    <a:pt x="512" y="3810"/>
                    <a:pt x="1131" y="3810"/>
                  </a:cubicBezTo>
                  <a:lnTo>
                    <a:pt x="3215" y="3810"/>
                  </a:lnTo>
                  <a:cubicBezTo>
                    <a:pt x="3846" y="3810"/>
                    <a:pt x="4358" y="3310"/>
                    <a:pt x="4358" y="2679"/>
                  </a:cubicBezTo>
                  <a:lnTo>
                    <a:pt x="4358" y="1132"/>
                  </a:lnTo>
                  <a:cubicBezTo>
                    <a:pt x="4358" y="512"/>
                    <a:pt x="3846" y="0"/>
                    <a:pt x="3215" y="0"/>
                  </a:cubicBezTo>
                  <a:close/>
                </a:path>
              </a:pathLst>
            </a:custGeom>
            <a:solidFill>
              <a:srgbClr val="821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8" name="Google Shape;668;p7"/>
            <p:cNvSpPr/>
            <p:nvPr/>
          </p:nvSpPr>
          <p:spPr>
            <a:xfrm>
              <a:off x="2828927" y="-148189"/>
              <a:ext cx="79872" cy="529240"/>
            </a:xfrm>
            <a:custGeom>
              <a:avLst/>
              <a:gdLst/>
              <a:ahLst/>
              <a:cxnLst/>
              <a:rect l="l" t="t" r="r" b="b"/>
              <a:pathLst>
                <a:path w="2442" h="16181" extrusionOk="0">
                  <a:moveTo>
                    <a:pt x="1215" y="0"/>
                  </a:moveTo>
                  <a:cubicBezTo>
                    <a:pt x="917" y="0"/>
                    <a:pt x="632" y="119"/>
                    <a:pt x="405" y="310"/>
                  </a:cubicBezTo>
                  <a:lnTo>
                    <a:pt x="382" y="333"/>
                  </a:lnTo>
                  <a:cubicBezTo>
                    <a:pt x="358" y="369"/>
                    <a:pt x="322" y="393"/>
                    <a:pt x="298" y="429"/>
                  </a:cubicBezTo>
                  <a:cubicBezTo>
                    <a:pt x="274" y="452"/>
                    <a:pt x="251" y="476"/>
                    <a:pt x="239" y="500"/>
                  </a:cubicBezTo>
                  <a:cubicBezTo>
                    <a:pt x="215" y="524"/>
                    <a:pt x="191" y="560"/>
                    <a:pt x="179" y="595"/>
                  </a:cubicBezTo>
                  <a:cubicBezTo>
                    <a:pt x="155" y="631"/>
                    <a:pt x="144" y="655"/>
                    <a:pt x="120" y="691"/>
                  </a:cubicBezTo>
                  <a:cubicBezTo>
                    <a:pt x="108" y="726"/>
                    <a:pt x="96" y="750"/>
                    <a:pt x="84" y="786"/>
                  </a:cubicBezTo>
                  <a:cubicBezTo>
                    <a:pt x="60" y="833"/>
                    <a:pt x="48" y="869"/>
                    <a:pt x="36" y="917"/>
                  </a:cubicBezTo>
                  <a:cubicBezTo>
                    <a:pt x="36" y="941"/>
                    <a:pt x="24" y="964"/>
                    <a:pt x="24" y="1000"/>
                  </a:cubicBezTo>
                  <a:cubicBezTo>
                    <a:pt x="1" y="1072"/>
                    <a:pt x="1" y="1143"/>
                    <a:pt x="1" y="1226"/>
                  </a:cubicBezTo>
                  <a:lnTo>
                    <a:pt x="1" y="14954"/>
                  </a:lnTo>
                  <a:cubicBezTo>
                    <a:pt x="1" y="15633"/>
                    <a:pt x="548" y="16181"/>
                    <a:pt x="1215" y="16181"/>
                  </a:cubicBezTo>
                  <a:lnTo>
                    <a:pt x="1227" y="16181"/>
                  </a:lnTo>
                  <a:cubicBezTo>
                    <a:pt x="1310" y="16181"/>
                    <a:pt x="1394" y="16169"/>
                    <a:pt x="1477" y="16157"/>
                  </a:cubicBezTo>
                  <a:lnTo>
                    <a:pt x="1513" y="16145"/>
                  </a:lnTo>
                  <a:cubicBezTo>
                    <a:pt x="1584" y="16121"/>
                    <a:pt x="1656" y="16097"/>
                    <a:pt x="1715" y="16073"/>
                  </a:cubicBezTo>
                  <a:lnTo>
                    <a:pt x="1727" y="16073"/>
                  </a:lnTo>
                  <a:cubicBezTo>
                    <a:pt x="1882" y="16002"/>
                    <a:pt x="2013" y="15907"/>
                    <a:pt x="2120" y="15788"/>
                  </a:cubicBezTo>
                  <a:cubicBezTo>
                    <a:pt x="2322" y="15561"/>
                    <a:pt x="2441" y="15276"/>
                    <a:pt x="2441" y="14966"/>
                  </a:cubicBezTo>
                  <a:lnTo>
                    <a:pt x="2441" y="1226"/>
                  </a:lnTo>
                  <a:cubicBezTo>
                    <a:pt x="2441" y="548"/>
                    <a:pt x="1894" y="0"/>
                    <a:pt x="1215" y="0"/>
                  </a:cubicBezTo>
                  <a:close/>
                </a:path>
              </a:pathLst>
            </a:custGeom>
            <a:solidFill>
              <a:srgbClr val="272425">
                <a:alpha val="200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 name="Google Shape;669;p7"/>
            <p:cNvSpPr/>
            <p:nvPr/>
          </p:nvSpPr>
          <p:spPr>
            <a:xfrm>
              <a:off x="2840212" y="-148189"/>
              <a:ext cx="79479" cy="529240"/>
            </a:xfrm>
            <a:custGeom>
              <a:avLst/>
              <a:gdLst/>
              <a:ahLst/>
              <a:cxnLst/>
              <a:rect l="l" t="t" r="r" b="b"/>
              <a:pathLst>
                <a:path w="2430" h="16181" extrusionOk="0">
                  <a:moveTo>
                    <a:pt x="1144" y="0"/>
                  </a:moveTo>
                  <a:cubicBezTo>
                    <a:pt x="1049" y="0"/>
                    <a:pt x="965" y="24"/>
                    <a:pt x="882" y="48"/>
                  </a:cubicBezTo>
                  <a:cubicBezTo>
                    <a:pt x="834" y="60"/>
                    <a:pt x="799" y="71"/>
                    <a:pt x="751" y="83"/>
                  </a:cubicBezTo>
                  <a:cubicBezTo>
                    <a:pt x="715" y="107"/>
                    <a:pt x="680" y="119"/>
                    <a:pt x="656" y="131"/>
                  </a:cubicBezTo>
                  <a:cubicBezTo>
                    <a:pt x="620" y="155"/>
                    <a:pt x="596" y="167"/>
                    <a:pt x="572" y="179"/>
                  </a:cubicBezTo>
                  <a:cubicBezTo>
                    <a:pt x="549" y="202"/>
                    <a:pt x="525" y="214"/>
                    <a:pt x="501" y="226"/>
                  </a:cubicBezTo>
                  <a:lnTo>
                    <a:pt x="441" y="274"/>
                  </a:lnTo>
                  <a:lnTo>
                    <a:pt x="394" y="322"/>
                  </a:lnTo>
                  <a:cubicBezTo>
                    <a:pt x="370" y="333"/>
                    <a:pt x="358" y="357"/>
                    <a:pt x="346" y="369"/>
                  </a:cubicBezTo>
                  <a:cubicBezTo>
                    <a:pt x="322" y="381"/>
                    <a:pt x="310" y="393"/>
                    <a:pt x="299" y="417"/>
                  </a:cubicBezTo>
                  <a:cubicBezTo>
                    <a:pt x="287" y="429"/>
                    <a:pt x="275" y="441"/>
                    <a:pt x="263" y="464"/>
                  </a:cubicBezTo>
                  <a:cubicBezTo>
                    <a:pt x="251" y="476"/>
                    <a:pt x="239" y="488"/>
                    <a:pt x="227" y="512"/>
                  </a:cubicBezTo>
                  <a:lnTo>
                    <a:pt x="191" y="560"/>
                  </a:lnTo>
                  <a:lnTo>
                    <a:pt x="156" y="607"/>
                  </a:lnTo>
                  <a:lnTo>
                    <a:pt x="132" y="655"/>
                  </a:lnTo>
                  <a:lnTo>
                    <a:pt x="108" y="703"/>
                  </a:lnTo>
                  <a:cubicBezTo>
                    <a:pt x="108" y="714"/>
                    <a:pt x="96" y="726"/>
                    <a:pt x="96" y="750"/>
                  </a:cubicBezTo>
                  <a:cubicBezTo>
                    <a:pt x="84" y="762"/>
                    <a:pt x="84" y="774"/>
                    <a:pt x="72" y="786"/>
                  </a:cubicBezTo>
                  <a:lnTo>
                    <a:pt x="60" y="833"/>
                  </a:lnTo>
                  <a:lnTo>
                    <a:pt x="37" y="881"/>
                  </a:lnTo>
                  <a:cubicBezTo>
                    <a:pt x="37" y="905"/>
                    <a:pt x="37" y="917"/>
                    <a:pt x="25" y="929"/>
                  </a:cubicBezTo>
                  <a:cubicBezTo>
                    <a:pt x="25" y="953"/>
                    <a:pt x="25" y="964"/>
                    <a:pt x="13" y="976"/>
                  </a:cubicBezTo>
                  <a:cubicBezTo>
                    <a:pt x="13" y="1000"/>
                    <a:pt x="13" y="1012"/>
                    <a:pt x="13" y="1024"/>
                  </a:cubicBezTo>
                  <a:cubicBezTo>
                    <a:pt x="1" y="1048"/>
                    <a:pt x="13" y="1060"/>
                    <a:pt x="13" y="1072"/>
                  </a:cubicBezTo>
                  <a:lnTo>
                    <a:pt x="13" y="1119"/>
                  </a:lnTo>
                  <a:lnTo>
                    <a:pt x="13" y="1167"/>
                  </a:lnTo>
                  <a:lnTo>
                    <a:pt x="13" y="1214"/>
                  </a:lnTo>
                  <a:lnTo>
                    <a:pt x="13" y="14954"/>
                  </a:lnTo>
                  <a:cubicBezTo>
                    <a:pt x="13" y="14966"/>
                    <a:pt x="13" y="14978"/>
                    <a:pt x="13" y="14990"/>
                  </a:cubicBezTo>
                  <a:lnTo>
                    <a:pt x="13" y="15050"/>
                  </a:lnTo>
                  <a:cubicBezTo>
                    <a:pt x="13" y="15061"/>
                    <a:pt x="13" y="15073"/>
                    <a:pt x="13" y="15097"/>
                  </a:cubicBezTo>
                  <a:cubicBezTo>
                    <a:pt x="13" y="15109"/>
                    <a:pt x="13" y="15121"/>
                    <a:pt x="13" y="15145"/>
                  </a:cubicBezTo>
                  <a:cubicBezTo>
                    <a:pt x="13" y="15157"/>
                    <a:pt x="13" y="15169"/>
                    <a:pt x="13" y="15192"/>
                  </a:cubicBezTo>
                  <a:cubicBezTo>
                    <a:pt x="13" y="15204"/>
                    <a:pt x="13" y="15216"/>
                    <a:pt x="25" y="15240"/>
                  </a:cubicBezTo>
                  <a:cubicBezTo>
                    <a:pt x="37" y="15252"/>
                    <a:pt x="37" y="15276"/>
                    <a:pt x="37" y="15288"/>
                  </a:cubicBezTo>
                  <a:cubicBezTo>
                    <a:pt x="49" y="15300"/>
                    <a:pt x="49" y="15323"/>
                    <a:pt x="60" y="15335"/>
                  </a:cubicBezTo>
                  <a:lnTo>
                    <a:pt x="72" y="15383"/>
                  </a:lnTo>
                  <a:cubicBezTo>
                    <a:pt x="72" y="15407"/>
                    <a:pt x="84" y="15419"/>
                    <a:pt x="96" y="15431"/>
                  </a:cubicBezTo>
                  <a:cubicBezTo>
                    <a:pt x="96" y="15454"/>
                    <a:pt x="108" y="15466"/>
                    <a:pt x="120" y="15478"/>
                  </a:cubicBezTo>
                  <a:cubicBezTo>
                    <a:pt x="120" y="15502"/>
                    <a:pt x="132" y="15514"/>
                    <a:pt x="144" y="15526"/>
                  </a:cubicBezTo>
                  <a:cubicBezTo>
                    <a:pt x="144" y="15550"/>
                    <a:pt x="156" y="15561"/>
                    <a:pt x="168" y="15585"/>
                  </a:cubicBezTo>
                  <a:cubicBezTo>
                    <a:pt x="180" y="15597"/>
                    <a:pt x="191" y="15609"/>
                    <a:pt x="191" y="15633"/>
                  </a:cubicBezTo>
                  <a:lnTo>
                    <a:pt x="227" y="15681"/>
                  </a:lnTo>
                  <a:lnTo>
                    <a:pt x="263" y="15728"/>
                  </a:lnTo>
                  <a:lnTo>
                    <a:pt x="310" y="15776"/>
                  </a:lnTo>
                  <a:lnTo>
                    <a:pt x="358" y="15823"/>
                  </a:lnTo>
                  <a:lnTo>
                    <a:pt x="418" y="15871"/>
                  </a:lnTo>
                  <a:cubicBezTo>
                    <a:pt x="430" y="15895"/>
                    <a:pt x="453" y="15907"/>
                    <a:pt x="477" y="15931"/>
                  </a:cubicBezTo>
                  <a:cubicBezTo>
                    <a:pt x="489" y="15942"/>
                    <a:pt x="513" y="15954"/>
                    <a:pt x="537" y="15978"/>
                  </a:cubicBezTo>
                  <a:cubicBezTo>
                    <a:pt x="596" y="16014"/>
                    <a:pt x="656" y="16050"/>
                    <a:pt x="727" y="16073"/>
                  </a:cubicBezTo>
                  <a:cubicBezTo>
                    <a:pt x="763" y="16097"/>
                    <a:pt x="811" y="16109"/>
                    <a:pt x="858" y="16121"/>
                  </a:cubicBezTo>
                  <a:cubicBezTo>
                    <a:pt x="965" y="16157"/>
                    <a:pt x="1084" y="16181"/>
                    <a:pt x="1215" y="16181"/>
                  </a:cubicBezTo>
                  <a:lnTo>
                    <a:pt x="1227" y="16181"/>
                  </a:lnTo>
                  <a:cubicBezTo>
                    <a:pt x="1323" y="16181"/>
                    <a:pt x="1430" y="16169"/>
                    <a:pt x="1537" y="16133"/>
                  </a:cubicBezTo>
                  <a:cubicBezTo>
                    <a:pt x="1584" y="16121"/>
                    <a:pt x="1632" y="16109"/>
                    <a:pt x="1680" y="16085"/>
                  </a:cubicBezTo>
                  <a:cubicBezTo>
                    <a:pt x="1715" y="16073"/>
                    <a:pt x="1751" y="16062"/>
                    <a:pt x="1787" y="16038"/>
                  </a:cubicBezTo>
                  <a:cubicBezTo>
                    <a:pt x="1811" y="16026"/>
                    <a:pt x="1834" y="16014"/>
                    <a:pt x="1858" y="15990"/>
                  </a:cubicBezTo>
                  <a:lnTo>
                    <a:pt x="1930" y="15942"/>
                  </a:lnTo>
                  <a:cubicBezTo>
                    <a:pt x="1954" y="15931"/>
                    <a:pt x="1977" y="15919"/>
                    <a:pt x="2001" y="15907"/>
                  </a:cubicBezTo>
                  <a:cubicBezTo>
                    <a:pt x="2013" y="15883"/>
                    <a:pt x="2037" y="15871"/>
                    <a:pt x="2049" y="15859"/>
                  </a:cubicBezTo>
                  <a:lnTo>
                    <a:pt x="2096" y="15812"/>
                  </a:lnTo>
                  <a:lnTo>
                    <a:pt x="2144" y="15752"/>
                  </a:lnTo>
                  <a:cubicBezTo>
                    <a:pt x="2156" y="15740"/>
                    <a:pt x="2168" y="15728"/>
                    <a:pt x="2180" y="15704"/>
                  </a:cubicBezTo>
                  <a:lnTo>
                    <a:pt x="2215" y="15657"/>
                  </a:lnTo>
                  <a:lnTo>
                    <a:pt x="2251" y="15609"/>
                  </a:lnTo>
                  <a:lnTo>
                    <a:pt x="2275" y="15561"/>
                  </a:lnTo>
                  <a:cubicBezTo>
                    <a:pt x="2287" y="15550"/>
                    <a:pt x="2299" y="15538"/>
                    <a:pt x="2311" y="15514"/>
                  </a:cubicBezTo>
                  <a:cubicBezTo>
                    <a:pt x="2311" y="15502"/>
                    <a:pt x="2323" y="15478"/>
                    <a:pt x="2335" y="15466"/>
                  </a:cubicBezTo>
                  <a:cubicBezTo>
                    <a:pt x="2335" y="15454"/>
                    <a:pt x="2346" y="15431"/>
                    <a:pt x="2346" y="15419"/>
                  </a:cubicBezTo>
                  <a:cubicBezTo>
                    <a:pt x="2358" y="15407"/>
                    <a:pt x="2358" y="15383"/>
                    <a:pt x="2370" y="15371"/>
                  </a:cubicBezTo>
                  <a:cubicBezTo>
                    <a:pt x="2370" y="15359"/>
                    <a:pt x="2382" y="15335"/>
                    <a:pt x="2382" y="15323"/>
                  </a:cubicBezTo>
                  <a:cubicBezTo>
                    <a:pt x="2394" y="15311"/>
                    <a:pt x="2394" y="15288"/>
                    <a:pt x="2394" y="15276"/>
                  </a:cubicBezTo>
                  <a:cubicBezTo>
                    <a:pt x="2406" y="15264"/>
                    <a:pt x="2406" y="15240"/>
                    <a:pt x="2406" y="15228"/>
                  </a:cubicBezTo>
                  <a:cubicBezTo>
                    <a:pt x="2418" y="15204"/>
                    <a:pt x="2418" y="15192"/>
                    <a:pt x="2418" y="15180"/>
                  </a:cubicBezTo>
                  <a:cubicBezTo>
                    <a:pt x="2430" y="15157"/>
                    <a:pt x="2418" y="15145"/>
                    <a:pt x="2418" y="15133"/>
                  </a:cubicBezTo>
                  <a:lnTo>
                    <a:pt x="2418" y="15085"/>
                  </a:lnTo>
                  <a:lnTo>
                    <a:pt x="2418" y="15026"/>
                  </a:lnTo>
                  <a:lnTo>
                    <a:pt x="2418" y="14978"/>
                  </a:lnTo>
                  <a:lnTo>
                    <a:pt x="2418" y="1214"/>
                  </a:lnTo>
                  <a:lnTo>
                    <a:pt x="2418" y="1167"/>
                  </a:lnTo>
                  <a:lnTo>
                    <a:pt x="2418" y="1119"/>
                  </a:lnTo>
                  <a:cubicBezTo>
                    <a:pt x="2418" y="1107"/>
                    <a:pt x="2418" y="1084"/>
                    <a:pt x="2418" y="1072"/>
                  </a:cubicBezTo>
                  <a:cubicBezTo>
                    <a:pt x="2418" y="1060"/>
                    <a:pt x="2418" y="1036"/>
                    <a:pt x="2418" y="1024"/>
                  </a:cubicBezTo>
                  <a:cubicBezTo>
                    <a:pt x="2418" y="1012"/>
                    <a:pt x="2418" y="988"/>
                    <a:pt x="2418" y="976"/>
                  </a:cubicBezTo>
                  <a:cubicBezTo>
                    <a:pt x="2406" y="964"/>
                    <a:pt x="2406" y="941"/>
                    <a:pt x="2406" y="929"/>
                  </a:cubicBezTo>
                  <a:cubicBezTo>
                    <a:pt x="2406" y="905"/>
                    <a:pt x="2406" y="893"/>
                    <a:pt x="2394" y="881"/>
                  </a:cubicBezTo>
                  <a:cubicBezTo>
                    <a:pt x="2382" y="869"/>
                    <a:pt x="2382" y="845"/>
                    <a:pt x="2370" y="833"/>
                  </a:cubicBezTo>
                  <a:cubicBezTo>
                    <a:pt x="2370" y="822"/>
                    <a:pt x="2358" y="798"/>
                    <a:pt x="2358" y="786"/>
                  </a:cubicBezTo>
                  <a:cubicBezTo>
                    <a:pt x="2346" y="762"/>
                    <a:pt x="2346" y="750"/>
                    <a:pt x="2335" y="738"/>
                  </a:cubicBezTo>
                  <a:cubicBezTo>
                    <a:pt x="2335" y="714"/>
                    <a:pt x="2323" y="703"/>
                    <a:pt x="2311" y="691"/>
                  </a:cubicBezTo>
                  <a:lnTo>
                    <a:pt x="2299" y="643"/>
                  </a:lnTo>
                  <a:cubicBezTo>
                    <a:pt x="2287" y="619"/>
                    <a:pt x="2275" y="607"/>
                    <a:pt x="2263" y="595"/>
                  </a:cubicBezTo>
                  <a:cubicBezTo>
                    <a:pt x="2251" y="572"/>
                    <a:pt x="2239" y="560"/>
                    <a:pt x="2239" y="548"/>
                  </a:cubicBezTo>
                  <a:lnTo>
                    <a:pt x="2204" y="500"/>
                  </a:lnTo>
                  <a:lnTo>
                    <a:pt x="2168" y="452"/>
                  </a:lnTo>
                  <a:lnTo>
                    <a:pt x="2120" y="393"/>
                  </a:lnTo>
                  <a:lnTo>
                    <a:pt x="2073" y="345"/>
                  </a:lnTo>
                  <a:lnTo>
                    <a:pt x="2025" y="298"/>
                  </a:lnTo>
                  <a:cubicBezTo>
                    <a:pt x="2001" y="286"/>
                    <a:pt x="1977" y="274"/>
                    <a:pt x="1965" y="250"/>
                  </a:cubicBezTo>
                  <a:lnTo>
                    <a:pt x="1894" y="202"/>
                  </a:lnTo>
                  <a:lnTo>
                    <a:pt x="1811" y="155"/>
                  </a:lnTo>
                  <a:cubicBezTo>
                    <a:pt x="1787" y="143"/>
                    <a:pt x="1751" y="119"/>
                    <a:pt x="1715" y="107"/>
                  </a:cubicBezTo>
                  <a:cubicBezTo>
                    <a:pt x="1680" y="95"/>
                    <a:pt x="1632" y="71"/>
                    <a:pt x="1584" y="60"/>
                  </a:cubicBezTo>
                  <a:cubicBezTo>
                    <a:pt x="1513" y="36"/>
                    <a:pt x="1430" y="12"/>
                    <a:pt x="1346" y="12"/>
                  </a:cubicBezTo>
                  <a:cubicBezTo>
                    <a:pt x="1299" y="0"/>
                    <a:pt x="1263" y="0"/>
                    <a:pt x="121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0" name="Google Shape;670;p7"/>
            <p:cNvSpPr/>
            <p:nvPr/>
          </p:nvSpPr>
          <p:spPr>
            <a:xfrm>
              <a:off x="2427621" y="-169612"/>
              <a:ext cx="142539" cy="125041"/>
            </a:xfrm>
            <a:custGeom>
              <a:avLst/>
              <a:gdLst/>
              <a:ahLst/>
              <a:cxnLst/>
              <a:rect l="l" t="t" r="r" b="b"/>
              <a:pathLst>
                <a:path w="4358" h="3823" extrusionOk="0">
                  <a:moveTo>
                    <a:pt x="1131" y="0"/>
                  </a:moveTo>
                  <a:cubicBezTo>
                    <a:pt x="500" y="0"/>
                    <a:pt x="0" y="512"/>
                    <a:pt x="0" y="1131"/>
                  </a:cubicBezTo>
                  <a:lnTo>
                    <a:pt x="0" y="2679"/>
                  </a:lnTo>
                  <a:cubicBezTo>
                    <a:pt x="0" y="3310"/>
                    <a:pt x="500" y="3810"/>
                    <a:pt x="1131" y="3822"/>
                  </a:cubicBezTo>
                  <a:lnTo>
                    <a:pt x="3215" y="3822"/>
                  </a:lnTo>
                  <a:cubicBezTo>
                    <a:pt x="3846" y="3810"/>
                    <a:pt x="4346" y="3310"/>
                    <a:pt x="4358" y="2679"/>
                  </a:cubicBezTo>
                  <a:lnTo>
                    <a:pt x="4358" y="1131"/>
                  </a:lnTo>
                  <a:cubicBezTo>
                    <a:pt x="4346" y="512"/>
                    <a:pt x="3846" y="0"/>
                    <a:pt x="3215" y="0"/>
                  </a:cubicBezTo>
                  <a:close/>
                </a:path>
              </a:pathLst>
            </a:custGeom>
            <a:solidFill>
              <a:srgbClr val="821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1" name="Google Shape;671;p7"/>
            <p:cNvSpPr/>
            <p:nvPr/>
          </p:nvSpPr>
          <p:spPr>
            <a:xfrm>
              <a:off x="2435621" y="277825"/>
              <a:ext cx="142539" cy="124648"/>
            </a:xfrm>
            <a:custGeom>
              <a:avLst/>
              <a:gdLst/>
              <a:ahLst/>
              <a:cxnLst/>
              <a:rect l="l" t="t" r="r" b="b"/>
              <a:pathLst>
                <a:path w="4358" h="3811" extrusionOk="0">
                  <a:moveTo>
                    <a:pt x="1131" y="0"/>
                  </a:moveTo>
                  <a:cubicBezTo>
                    <a:pt x="500" y="0"/>
                    <a:pt x="0" y="512"/>
                    <a:pt x="0" y="1132"/>
                  </a:cubicBezTo>
                  <a:lnTo>
                    <a:pt x="0" y="2679"/>
                  </a:lnTo>
                  <a:cubicBezTo>
                    <a:pt x="0" y="3310"/>
                    <a:pt x="500" y="3810"/>
                    <a:pt x="1131" y="3810"/>
                  </a:cubicBezTo>
                  <a:lnTo>
                    <a:pt x="3215" y="3810"/>
                  </a:lnTo>
                  <a:cubicBezTo>
                    <a:pt x="3846" y="3810"/>
                    <a:pt x="4346" y="3310"/>
                    <a:pt x="4358" y="2679"/>
                  </a:cubicBezTo>
                  <a:lnTo>
                    <a:pt x="4358" y="1132"/>
                  </a:lnTo>
                  <a:cubicBezTo>
                    <a:pt x="4346" y="512"/>
                    <a:pt x="3846" y="0"/>
                    <a:pt x="3215" y="0"/>
                  </a:cubicBezTo>
                  <a:close/>
                </a:path>
              </a:pathLst>
            </a:custGeom>
            <a:solidFill>
              <a:srgbClr val="821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 name="Google Shape;672;p7"/>
            <p:cNvSpPr/>
            <p:nvPr/>
          </p:nvSpPr>
          <p:spPr>
            <a:xfrm>
              <a:off x="2458189" y="-148189"/>
              <a:ext cx="80264" cy="529240"/>
            </a:xfrm>
            <a:custGeom>
              <a:avLst/>
              <a:gdLst/>
              <a:ahLst/>
              <a:cxnLst/>
              <a:rect l="l" t="t" r="r" b="b"/>
              <a:pathLst>
                <a:path w="2454" h="16181" extrusionOk="0">
                  <a:moveTo>
                    <a:pt x="1227" y="0"/>
                  </a:moveTo>
                  <a:cubicBezTo>
                    <a:pt x="930" y="0"/>
                    <a:pt x="632" y="119"/>
                    <a:pt x="418" y="310"/>
                  </a:cubicBezTo>
                  <a:lnTo>
                    <a:pt x="394" y="333"/>
                  </a:lnTo>
                  <a:cubicBezTo>
                    <a:pt x="358" y="369"/>
                    <a:pt x="334" y="393"/>
                    <a:pt x="299" y="429"/>
                  </a:cubicBezTo>
                  <a:cubicBezTo>
                    <a:pt x="287" y="452"/>
                    <a:pt x="263" y="476"/>
                    <a:pt x="251" y="500"/>
                  </a:cubicBezTo>
                  <a:cubicBezTo>
                    <a:pt x="227" y="524"/>
                    <a:pt x="203" y="560"/>
                    <a:pt x="179" y="595"/>
                  </a:cubicBezTo>
                  <a:cubicBezTo>
                    <a:pt x="168" y="631"/>
                    <a:pt x="144" y="655"/>
                    <a:pt x="132" y="691"/>
                  </a:cubicBezTo>
                  <a:cubicBezTo>
                    <a:pt x="120" y="726"/>
                    <a:pt x="96" y="750"/>
                    <a:pt x="84" y="786"/>
                  </a:cubicBezTo>
                  <a:cubicBezTo>
                    <a:pt x="72" y="833"/>
                    <a:pt x="60" y="869"/>
                    <a:pt x="49" y="917"/>
                  </a:cubicBezTo>
                  <a:cubicBezTo>
                    <a:pt x="49" y="941"/>
                    <a:pt x="37" y="964"/>
                    <a:pt x="25" y="1000"/>
                  </a:cubicBezTo>
                  <a:cubicBezTo>
                    <a:pt x="13" y="1072"/>
                    <a:pt x="1" y="1143"/>
                    <a:pt x="1" y="1226"/>
                  </a:cubicBezTo>
                  <a:lnTo>
                    <a:pt x="1" y="14954"/>
                  </a:lnTo>
                  <a:cubicBezTo>
                    <a:pt x="1" y="15633"/>
                    <a:pt x="549" y="16181"/>
                    <a:pt x="1227" y="16181"/>
                  </a:cubicBezTo>
                  <a:cubicBezTo>
                    <a:pt x="1311" y="16181"/>
                    <a:pt x="1394" y="16169"/>
                    <a:pt x="1477" y="16157"/>
                  </a:cubicBezTo>
                  <a:lnTo>
                    <a:pt x="1513" y="16145"/>
                  </a:lnTo>
                  <a:cubicBezTo>
                    <a:pt x="1584" y="16121"/>
                    <a:pt x="1656" y="16097"/>
                    <a:pt x="1715" y="16073"/>
                  </a:cubicBezTo>
                  <a:lnTo>
                    <a:pt x="1739" y="16073"/>
                  </a:lnTo>
                  <a:cubicBezTo>
                    <a:pt x="1882" y="16002"/>
                    <a:pt x="2013" y="15907"/>
                    <a:pt x="2120" y="15788"/>
                  </a:cubicBezTo>
                  <a:cubicBezTo>
                    <a:pt x="2335" y="15561"/>
                    <a:pt x="2442" y="15276"/>
                    <a:pt x="2454" y="14966"/>
                  </a:cubicBezTo>
                  <a:lnTo>
                    <a:pt x="2454" y="1226"/>
                  </a:lnTo>
                  <a:cubicBezTo>
                    <a:pt x="2454" y="548"/>
                    <a:pt x="1906" y="0"/>
                    <a:pt x="1227" y="0"/>
                  </a:cubicBezTo>
                  <a:close/>
                </a:path>
              </a:pathLst>
            </a:custGeom>
            <a:solidFill>
              <a:srgbClr val="272425">
                <a:alpha val="200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3" name="Google Shape;673;p7"/>
            <p:cNvSpPr/>
            <p:nvPr/>
          </p:nvSpPr>
          <p:spPr>
            <a:xfrm>
              <a:off x="2470258" y="-148189"/>
              <a:ext cx="79087" cy="529240"/>
            </a:xfrm>
            <a:custGeom>
              <a:avLst/>
              <a:gdLst/>
              <a:ahLst/>
              <a:cxnLst/>
              <a:rect l="l" t="t" r="r" b="b"/>
              <a:pathLst>
                <a:path w="2418" h="16181" extrusionOk="0">
                  <a:moveTo>
                    <a:pt x="1132" y="0"/>
                  </a:moveTo>
                  <a:cubicBezTo>
                    <a:pt x="1037" y="0"/>
                    <a:pt x="953" y="24"/>
                    <a:pt x="870" y="48"/>
                  </a:cubicBezTo>
                  <a:cubicBezTo>
                    <a:pt x="823" y="60"/>
                    <a:pt x="775" y="71"/>
                    <a:pt x="739" y="83"/>
                  </a:cubicBezTo>
                  <a:cubicBezTo>
                    <a:pt x="703" y="107"/>
                    <a:pt x="668" y="119"/>
                    <a:pt x="644" y="131"/>
                  </a:cubicBezTo>
                  <a:cubicBezTo>
                    <a:pt x="608" y="155"/>
                    <a:pt x="584" y="167"/>
                    <a:pt x="561" y="179"/>
                  </a:cubicBezTo>
                  <a:cubicBezTo>
                    <a:pt x="537" y="202"/>
                    <a:pt x="513" y="214"/>
                    <a:pt x="489" y="226"/>
                  </a:cubicBezTo>
                  <a:cubicBezTo>
                    <a:pt x="465" y="238"/>
                    <a:pt x="442" y="262"/>
                    <a:pt x="430" y="274"/>
                  </a:cubicBezTo>
                  <a:lnTo>
                    <a:pt x="370" y="322"/>
                  </a:lnTo>
                  <a:lnTo>
                    <a:pt x="322" y="369"/>
                  </a:lnTo>
                  <a:cubicBezTo>
                    <a:pt x="311" y="381"/>
                    <a:pt x="299" y="393"/>
                    <a:pt x="287" y="417"/>
                  </a:cubicBezTo>
                  <a:lnTo>
                    <a:pt x="239" y="464"/>
                  </a:lnTo>
                  <a:lnTo>
                    <a:pt x="215" y="512"/>
                  </a:lnTo>
                  <a:lnTo>
                    <a:pt x="180" y="560"/>
                  </a:lnTo>
                  <a:cubicBezTo>
                    <a:pt x="168" y="572"/>
                    <a:pt x="156" y="583"/>
                    <a:pt x="144" y="607"/>
                  </a:cubicBezTo>
                  <a:cubicBezTo>
                    <a:pt x="144" y="619"/>
                    <a:pt x="132" y="631"/>
                    <a:pt x="120" y="655"/>
                  </a:cubicBezTo>
                  <a:lnTo>
                    <a:pt x="96" y="703"/>
                  </a:lnTo>
                  <a:lnTo>
                    <a:pt x="72" y="750"/>
                  </a:lnTo>
                  <a:cubicBezTo>
                    <a:pt x="72" y="762"/>
                    <a:pt x="61" y="774"/>
                    <a:pt x="61" y="786"/>
                  </a:cubicBezTo>
                  <a:lnTo>
                    <a:pt x="37" y="833"/>
                  </a:lnTo>
                  <a:lnTo>
                    <a:pt x="25" y="881"/>
                  </a:lnTo>
                  <a:lnTo>
                    <a:pt x="13" y="929"/>
                  </a:lnTo>
                  <a:cubicBezTo>
                    <a:pt x="13" y="953"/>
                    <a:pt x="13" y="964"/>
                    <a:pt x="1" y="976"/>
                  </a:cubicBezTo>
                  <a:cubicBezTo>
                    <a:pt x="1" y="1000"/>
                    <a:pt x="1" y="1012"/>
                    <a:pt x="1" y="1024"/>
                  </a:cubicBezTo>
                  <a:cubicBezTo>
                    <a:pt x="1" y="1048"/>
                    <a:pt x="1" y="1060"/>
                    <a:pt x="1" y="1072"/>
                  </a:cubicBezTo>
                  <a:lnTo>
                    <a:pt x="1" y="1119"/>
                  </a:lnTo>
                  <a:lnTo>
                    <a:pt x="1" y="1167"/>
                  </a:lnTo>
                  <a:lnTo>
                    <a:pt x="1" y="1214"/>
                  </a:lnTo>
                  <a:lnTo>
                    <a:pt x="1" y="14954"/>
                  </a:lnTo>
                  <a:lnTo>
                    <a:pt x="1" y="14990"/>
                  </a:lnTo>
                  <a:lnTo>
                    <a:pt x="1" y="15050"/>
                  </a:lnTo>
                  <a:lnTo>
                    <a:pt x="1" y="15097"/>
                  </a:lnTo>
                  <a:cubicBezTo>
                    <a:pt x="1" y="15109"/>
                    <a:pt x="1" y="15121"/>
                    <a:pt x="1" y="15145"/>
                  </a:cubicBezTo>
                  <a:cubicBezTo>
                    <a:pt x="13" y="15157"/>
                    <a:pt x="1" y="15169"/>
                    <a:pt x="1" y="15192"/>
                  </a:cubicBezTo>
                  <a:cubicBezTo>
                    <a:pt x="1" y="15204"/>
                    <a:pt x="1" y="15216"/>
                    <a:pt x="13" y="15240"/>
                  </a:cubicBezTo>
                  <a:cubicBezTo>
                    <a:pt x="25" y="15252"/>
                    <a:pt x="13" y="15276"/>
                    <a:pt x="25" y="15288"/>
                  </a:cubicBezTo>
                  <a:cubicBezTo>
                    <a:pt x="37" y="15300"/>
                    <a:pt x="37" y="15323"/>
                    <a:pt x="49" y="15335"/>
                  </a:cubicBezTo>
                  <a:cubicBezTo>
                    <a:pt x="49" y="15347"/>
                    <a:pt x="49" y="15371"/>
                    <a:pt x="61" y="15383"/>
                  </a:cubicBezTo>
                  <a:cubicBezTo>
                    <a:pt x="61" y="15407"/>
                    <a:pt x="72" y="15419"/>
                    <a:pt x="84" y="15431"/>
                  </a:cubicBezTo>
                  <a:cubicBezTo>
                    <a:pt x="84" y="15454"/>
                    <a:pt x="96" y="15466"/>
                    <a:pt x="96" y="15478"/>
                  </a:cubicBezTo>
                  <a:cubicBezTo>
                    <a:pt x="108" y="15502"/>
                    <a:pt x="120" y="15514"/>
                    <a:pt x="120" y="15526"/>
                  </a:cubicBezTo>
                  <a:cubicBezTo>
                    <a:pt x="168" y="15597"/>
                    <a:pt x="144" y="15573"/>
                    <a:pt x="180" y="15633"/>
                  </a:cubicBezTo>
                  <a:cubicBezTo>
                    <a:pt x="191" y="15645"/>
                    <a:pt x="203" y="15669"/>
                    <a:pt x="215" y="15681"/>
                  </a:cubicBezTo>
                  <a:lnTo>
                    <a:pt x="251" y="15728"/>
                  </a:lnTo>
                  <a:lnTo>
                    <a:pt x="299" y="15776"/>
                  </a:lnTo>
                  <a:lnTo>
                    <a:pt x="346" y="15823"/>
                  </a:lnTo>
                  <a:lnTo>
                    <a:pt x="394" y="15871"/>
                  </a:lnTo>
                  <a:cubicBezTo>
                    <a:pt x="418" y="15895"/>
                    <a:pt x="442" y="15907"/>
                    <a:pt x="453" y="15931"/>
                  </a:cubicBezTo>
                  <a:lnTo>
                    <a:pt x="525" y="15978"/>
                  </a:lnTo>
                  <a:cubicBezTo>
                    <a:pt x="584" y="16014"/>
                    <a:pt x="644" y="16050"/>
                    <a:pt x="715" y="16073"/>
                  </a:cubicBezTo>
                  <a:cubicBezTo>
                    <a:pt x="751" y="16097"/>
                    <a:pt x="799" y="16109"/>
                    <a:pt x="846" y="16121"/>
                  </a:cubicBezTo>
                  <a:cubicBezTo>
                    <a:pt x="953" y="16157"/>
                    <a:pt x="1073" y="16181"/>
                    <a:pt x="1192" y="16181"/>
                  </a:cubicBezTo>
                  <a:lnTo>
                    <a:pt x="1204" y="16181"/>
                  </a:lnTo>
                  <a:cubicBezTo>
                    <a:pt x="1311" y="16181"/>
                    <a:pt x="1418" y="16169"/>
                    <a:pt x="1525" y="16133"/>
                  </a:cubicBezTo>
                  <a:cubicBezTo>
                    <a:pt x="1573" y="16121"/>
                    <a:pt x="1620" y="16109"/>
                    <a:pt x="1668" y="16085"/>
                  </a:cubicBezTo>
                  <a:cubicBezTo>
                    <a:pt x="1704" y="16073"/>
                    <a:pt x="1739" y="16062"/>
                    <a:pt x="1763" y="16038"/>
                  </a:cubicBezTo>
                  <a:lnTo>
                    <a:pt x="1846" y="15990"/>
                  </a:lnTo>
                  <a:lnTo>
                    <a:pt x="1918" y="15942"/>
                  </a:lnTo>
                  <a:cubicBezTo>
                    <a:pt x="1942" y="15931"/>
                    <a:pt x="1966" y="15919"/>
                    <a:pt x="1989" y="15907"/>
                  </a:cubicBezTo>
                  <a:lnTo>
                    <a:pt x="2037" y="15859"/>
                  </a:lnTo>
                  <a:cubicBezTo>
                    <a:pt x="2049" y="15835"/>
                    <a:pt x="2073" y="15823"/>
                    <a:pt x="2085" y="15812"/>
                  </a:cubicBezTo>
                  <a:lnTo>
                    <a:pt x="2132" y="15752"/>
                  </a:lnTo>
                  <a:cubicBezTo>
                    <a:pt x="2144" y="15740"/>
                    <a:pt x="2156" y="15728"/>
                    <a:pt x="2168" y="15704"/>
                  </a:cubicBezTo>
                  <a:cubicBezTo>
                    <a:pt x="2180" y="15692"/>
                    <a:pt x="2192" y="15681"/>
                    <a:pt x="2204" y="15657"/>
                  </a:cubicBezTo>
                  <a:cubicBezTo>
                    <a:pt x="2216" y="15645"/>
                    <a:pt x="2227" y="15633"/>
                    <a:pt x="2239" y="15609"/>
                  </a:cubicBezTo>
                  <a:lnTo>
                    <a:pt x="2263" y="15561"/>
                  </a:lnTo>
                  <a:lnTo>
                    <a:pt x="2287" y="15514"/>
                  </a:lnTo>
                  <a:cubicBezTo>
                    <a:pt x="2299" y="15502"/>
                    <a:pt x="2311" y="15478"/>
                    <a:pt x="2311" y="15466"/>
                  </a:cubicBezTo>
                  <a:cubicBezTo>
                    <a:pt x="2323" y="15454"/>
                    <a:pt x="2335" y="15431"/>
                    <a:pt x="2335" y="15419"/>
                  </a:cubicBezTo>
                  <a:cubicBezTo>
                    <a:pt x="2347" y="15407"/>
                    <a:pt x="2347" y="15383"/>
                    <a:pt x="2358" y="15371"/>
                  </a:cubicBezTo>
                  <a:cubicBezTo>
                    <a:pt x="2358" y="15359"/>
                    <a:pt x="2370" y="15335"/>
                    <a:pt x="2370" y="15323"/>
                  </a:cubicBezTo>
                  <a:cubicBezTo>
                    <a:pt x="2382" y="15311"/>
                    <a:pt x="2382" y="15288"/>
                    <a:pt x="2382" y="15276"/>
                  </a:cubicBezTo>
                  <a:lnTo>
                    <a:pt x="2394" y="15228"/>
                  </a:lnTo>
                  <a:lnTo>
                    <a:pt x="2406" y="15180"/>
                  </a:lnTo>
                  <a:cubicBezTo>
                    <a:pt x="2406" y="15157"/>
                    <a:pt x="2418" y="15145"/>
                    <a:pt x="2418" y="15133"/>
                  </a:cubicBezTo>
                  <a:lnTo>
                    <a:pt x="2418" y="15085"/>
                  </a:lnTo>
                  <a:lnTo>
                    <a:pt x="2418" y="15026"/>
                  </a:lnTo>
                  <a:lnTo>
                    <a:pt x="2418" y="14978"/>
                  </a:lnTo>
                  <a:lnTo>
                    <a:pt x="2418" y="14954"/>
                  </a:lnTo>
                  <a:lnTo>
                    <a:pt x="2418" y="1214"/>
                  </a:lnTo>
                  <a:lnTo>
                    <a:pt x="2406" y="1214"/>
                  </a:lnTo>
                  <a:lnTo>
                    <a:pt x="2406" y="1167"/>
                  </a:lnTo>
                  <a:lnTo>
                    <a:pt x="2406" y="1119"/>
                  </a:lnTo>
                  <a:lnTo>
                    <a:pt x="2406" y="1072"/>
                  </a:lnTo>
                  <a:cubicBezTo>
                    <a:pt x="2406" y="1060"/>
                    <a:pt x="2406" y="1036"/>
                    <a:pt x="2406" y="1024"/>
                  </a:cubicBezTo>
                  <a:lnTo>
                    <a:pt x="2406" y="976"/>
                  </a:lnTo>
                  <a:cubicBezTo>
                    <a:pt x="2406" y="964"/>
                    <a:pt x="2394" y="941"/>
                    <a:pt x="2394" y="929"/>
                  </a:cubicBezTo>
                  <a:cubicBezTo>
                    <a:pt x="2382" y="917"/>
                    <a:pt x="2382" y="893"/>
                    <a:pt x="2370" y="881"/>
                  </a:cubicBezTo>
                  <a:cubicBezTo>
                    <a:pt x="2370" y="869"/>
                    <a:pt x="2370" y="845"/>
                    <a:pt x="2358" y="833"/>
                  </a:cubicBezTo>
                  <a:lnTo>
                    <a:pt x="2347" y="786"/>
                  </a:lnTo>
                  <a:lnTo>
                    <a:pt x="2323" y="738"/>
                  </a:lnTo>
                  <a:cubicBezTo>
                    <a:pt x="2323" y="714"/>
                    <a:pt x="2311" y="703"/>
                    <a:pt x="2299" y="691"/>
                  </a:cubicBezTo>
                  <a:cubicBezTo>
                    <a:pt x="2299" y="667"/>
                    <a:pt x="2287" y="655"/>
                    <a:pt x="2275" y="643"/>
                  </a:cubicBezTo>
                  <a:lnTo>
                    <a:pt x="2251" y="595"/>
                  </a:lnTo>
                  <a:lnTo>
                    <a:pt x="2216" y="548"/>
                  </a:lnTo>
                  <a:cubicBezTo>
                    <a:pt x="2204" y="524"/>
                    <a:pt x="2192" y="512"/>
                    <a:pt x="2180" y="500"/>
                  </a:cubicBezTo>
                  <a:cubicBezTo>
                    <a:pt x="2168" y="476"/>
                    <a:pt x="2156" y="464"/>
                    <a:pt x="2144" y="452"/>
                  </a:cubicBezTo>
                  <a:lnTo>
                    <a:pt x="2108" y="393"/>
                  </a:lnTo>
                  <a:lnTo>
                    <a:pt x="2061" y="345"/>
                  </a:lnTo>
                  <a:lnTo>
                    <a:pt x="2001" y="298"/>
                  </a:lnTo>
                  <a:cubicBezTo>
                    <a:pt x="1989" y="286"/>
                    <a:pt x="1966" y="274"/>
                    <a:pt x="1942" y="250"/>
                  </a:cubicBezTo>
                  <a:lnTo>
                    <a:pt x="1882" y="202"/>
                  </a:lnTo>
                  <a:lnTo>
                    <a:pt x="1799" y="155"/>
                  </a:lnTo>
                  <a:cubicBezTo>
                    <a:pt x="1763" y="143"/>
                    <a:pt x="1739" y="119"/>
                    <a:pt x="1704" y="107"/>
                  </a:cubicBezTo>
                  <a:cubicBezTo>
                    <a:pt x="1668" y="95"/>
                    <a:pt x="1620" y="71"/>
                    <a:pt x="1573" y="60"/>
                  </a:cubicBezTo>
                  <a:cubicBezTo>
                    <a:pt x="1501" y="36"/>
                    <a:pt x="1418" y="12"/>
                    <a:pt x="1334" y="12"/>
                  </a:cubicBezTo>
                  <a:cubicBezTo>
                    <a:pt x="1287" y="0"/>
                    <a:pt x="1251" y="0"/>
                    <a:pt x="120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4" name="Google Shape;674;p7"/>
            <p:cNvSpPr/>
            <p:nvPr/>
          </p:nvSpPr>
          <p:spPr>
            <a:xfrm>
              <a:off x="4059511" y="-169612"/>
              <a:ext cx="142572" cy="125041"/>
            </a:xfrm>
            <a:custGeom>
              <a:avLst/>
              <a:gdLst/>
              <a:ahLst/>
              <a:cxnLst/>
              <a:rect l="l" t="t" r="r" b="b"/>
              <a:pathLst>
                <a:path w="4359" h="3823" extrusionOk="0">
                  <a:moveTo>
                    <a:pt x="1131" y="0"/>
                  </a:moveTo>
                  <a:cubicBezTo>
                    <a:pt x="512" y="0"/>
                    <a:pt x="0" y="512"/>
                    <a:pt x="0" y="1131"/>
                  </a:cubicBezTo>
                  <a:lnTo>
                    <a:pt x="0" y="2679"/>
                  </a:lnTo>
                  <a:cubicBezTo>
                    <a:pt x="0" y="3310"/>
                    <a:pt x="512" y="3810"/>
                    <a:pt x="1131" y="3822"/>
                  </a:cubicBezTo>
                  <a:lnTo>
                    <a:pt x="3215" y="3822"/>
                  </a:lnTo>
                  <a:cubicBezTo>
                    <a:pt x="3846" y="3810"/>
                    <a:pt x="4358" y="3310"/>
                    <a:pt x="4358" y="2679"/>
                  </a:cubicBezTo>
                  <a:lnTo>
                    <a:pt x="4358" y="1131"/>
                  </a:lnTo>
                  <a:cubicBezTo>
                    <a:pt x="4358" y="512"/>
                    <a:pt x="3846" y="0"/>
                    <a:pt x="3215" y="0"/>
                  </a:cubicBezTo>
                  <a:close/>
                </a:path>
              </a:pathLst>
            </a:custGeom>
            <a:solidFill>
              <a:srgbClr val="821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5" name="Google Shape;675;p7"/>
            <p:cNvSpPr/>
            <p:nvPr/>
          </p:nvSpPr>
          <p:spPr>
            <a:xfrm>
              <a:off x="4059511" y="277825"/>
              <a:ext cx="142572" cy="124648"/>
            </a:xfrm>
            <a:custGeom>
              <a:avLst/>
              <a:gdLst/>
              <a:ahLst/>
              <a:cxnLst/>
              <a:rect l="l" t="t" r="r" b="b"/>
              <a:pathLst>
                <a:path w="4359" h="3811" extrusionOk="0">
                  <a:moveTo>
                    <a:pt x="1131" y="0"/>
                  </a:moveTo>
                  <a:cubicBezTo>
                    <a:pt x="512" y="0"/>
                    <a:pt x="0" y="512"/>
                    <a:pt x="0" y="1132"/>
                  </a:cubicBezTo>
                  <a:lnTo>
                    <a:pt x="0" y="2679"/>
                  </a:lnTo>
                  <a:cubicBezTo>
                    <a:pt x="0" y="3310"/>
                    <a:pt x="512" y="3810"/>
                    <a:pt x="1131" y="3810"/>
                  </a:cubicBezTo>
                  <a:lnTo>
                    <a:pt x="3215" y="3810"/>
                  </a:lnTo>
                  <a:cubicBezTo>
                    <a:pt x="3846" y="3810"/>
                    <a:pt x="4358" y="3310"/>
                    <a:pt x="4358" y="2679"/>
                  </a:cubicBezTo>
                  <a:lnTo>
                    <a:pt x="4358" y="1132"/>
                  </a:lnTo>
                  <a:cubicBezTo>
                    <a:pt x="4358" y="512"/>
                    <a:pt x="3846" y="0"/>
                    <a:pt x="3215" y="0"/>
                  </a:cubicBezTo>
                  <a:close/>
                </a:path>
              </a:pathLst>
            </a:custGeom>
            <a:solidFill>
              <a:srgbClr val="821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6" name="Google Shape;676;p7"/>
            <p:cNvSpPr/>
            <p:nvPr/>
          </p:nvSpPr>
          <p:spPr>
            <a:xfrm>
              <a:off x="4082079" y="-148189"/>
              <a:ext cx="80264" cy="529240"/>
            </a:xfrm>
            <a:custGeom>
              <a:avLst/>
              <a:gdLst/>
              <a:ahLst/>
              <a:cxnLst/>
              <a:rect l="l" t="t" r="r" b="b"/>
              <a:pathLst>
                <a:path w="2454" h="16181" extrusionOk="0">
                  <a:moveTo>
                    <a:pt x="1227" y="0"/>
                  </a:moveTo>
                  <a:cubicBezTo>
                    <a:pt x="930" y="0"/>
                    <a:pt x="632" y="119"/>
                    <a:pt x="418" y="310"/>
                  </a:cubicBezTo>
                  <a:lnTo>
                    <a:pt x="394" y="333"/>
                  </a:lnTo>
                  <a:cubicBezTo>
                    <a:pt x="358" y="369"/>
                    <a:pt x="334" y="393"/>
                    <a:pt x="299" y="429"/>
                  </a:cubicBezTo>
                  <a:cubicBezTo>
                    <a:pt x="275" y="452"/>
                    <a:pt x="263" y="476"/>
                    <a:pt x="251" y="500"/>
                  </a:cubicBezTo>
                  <a:cubicBezTo>
                    <a:pt x="227" y="524"/>
                    <a:pt x="203" y="560"/>
                    <a:pt x="180" y="595"/>
                  </a:cubicBezTo>
                  <a:cubicBezTo>
                    <a:pt x="156" y="631"/>
                    <a:pt x="144" y="655"/>
                    <a:pt x="132" y="691"/>
                  </a:cubicBezTo>
                  <a:cubicBezTo>
                    <a:pt x="108" y="726"/>
                    <a:pt x="96" y="750"/>
                    <a:pt x="84" y="786"/>
                  </a:cubicBezTo>
                  <a:cubicBezTo>
                    <a:pt x="72" y="833"/>
                    <a:pt x="60" y="869"/>
                    <a:pt x="49" y="917"/>
                  </a:cubicBezTo>
                  <a:cubicBezTo>
                    <a:pt x="49" y="941"/>
                    <a:pt x="37" y="964"/>
                    <a:pt x="25" y="1000"/>
                  </a:cubicBezTo>
                  <a:cubicBezTo>
                    <a:pt x="13" y="1072"/>
                    <a:pt x="1" y="1143"/>
                    <a:pt x="1" y="1226"/>
                  </a:cubicBezTo>
                  <a:lnTo>
                    <a:pt x="1" y="14954"/>
                  </a:lnTo>
                  <a:cubicBezTo>
                    <a:pt x="1" y="15633"/>
                    <a:pt x="549" y="16181"/>
                    <a:pt x="1227" y="16181"/>
                  </a:cubicBezTo>
                  <a:cubicBezTo>
                    <a:pt x="1311" y="16181"/>
                    <a:pt x="1394" y="16169"/>
                    <a:pt x="1477" y="16157"/>
                  </a:cubicBezTo>
                  <a:lnTo>
                    <a:pt x="1525" y="16145"/>
                  </a:lnTo>
                  <a:cubicBezTo>
                    <a:pt x="1584" y="16121"/>
                    <a:pt x="1656" y="16097"/>
                    <a:pt x="1727" y="16073"/>
                  </a:cubicBezTo>
                  <a:lnTo>
                    <a:pt x="1739" y="16073"/>
                  </a:lnTo>
                  <a:cubicBezTo>
                    <a:pt x="1882" y="16002"/>
                    <a:pt x="2013" y="15907"/>
                    <a:pt x="2120" y="15788"/>
                  </a:cubicBezTo>
                  <a:cubicBezTo>
                    <a:pt x="2335" y="15561"/>
                    <a:pt x="2454" y="15276"/>
                    <a:pt x="2454" y="14966"/>
                  </a:cubicBezTo>
                  <a:lnTo>
                    <a:pt x="2454" y="1226"/>
                  </a:lnTo>
                  <a:cubicBezTo>
                    <a:pt x="2454" y="548"/>
                    <a:pt x="1906" y="0"/>
                    <a:pt x="1227" y="0"/>
                  </a:cubicBezTo>
                  <a:close/>
                </a:path>
              </a:pathLst>
            </a:custGeom>
            <a:solidFill>
              <a:srgbClr val="272425">
                <a:alpha val="200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7" name="Google Shape;677;p7"/>
            <p:cNvSpPr/>
            <p:nvPr/>
          </p:nvSpPr>
          <p:spPr>
            <a:xfrm>
              <a:off x="4093003" y="-148189"/>
              <a:ext cx="79872" cy="529240"/>
            </a:xfrm>
            <a:custGeom>
              <a:avLst/>
              <a:gdLst/>
              <a:ahLst/>
              <a:cxnLst/>
              <a:rect l="l" t="t" r="r" b="b"/>
              <a:pathLst>
                <a:path w="2442" h="16181" extrusionOk="0">
                  <a:moveTo>
                    <a:pt x="1143" y="0"/>
                  </a:moveTo>
                  <a:cubicBezTo>
                    <a:pt x="1048" y="0"/>
                    <a:pt x="965" y="24"/>
                    <a:pt x="881" y="48"/>
                  </a:cubicBezTo>
                  <a:cubicBezTo>
                    <a:pt x="834" y="60"/>
                    <a:pt x="798" y="71"/>
                    <a:pt x="750" y="83"/>
                  </a:cubicBezTo>
                  <a:cubicBezTo>
                    <a:pt x="715" y="107"/>
                    <a:pt x="679" y="119"/>
                    <a:pt x="655" y="131"/>
                  </a:cubicBezTo>
                  <a:cubicBezTo>
                    <a:pt x="619" y="155"/>
                    <a:pt x="596" y="167"/>
                    <a:pt x="572" y="179"/>
                  </a:cubicBezTo>
                  <a:cubicBezTo>
                    <a:pt x="548" y="202"/>
                    <a:pt x="524" y="214"/>
                    <a:pt x="500" y="226"/>
                  </a:cubicBezTo>
                  <a:lnTo>
                    <a:pt x="441" y="274"/>
                  </a:lnTo>
                  <a:lnTo>
                    <a:pt x="393" y="322"/>
                  </a:lnTo>
                  <a:cubicBezTo>
                    <a:pt x="369" y="333"/>
                    <a:pt x="358" y="357"/>
                    <a:pt x="346" y="369"/>
                  </a:cubicBezTo>
                  <a:cubicBezTo>
                    <a:pt x="322" y="381"/>
                    <a:pt x="310" y="393"/>
                    <a:pt x="298" y="417"/>
                  </a:cubicBezTo>
                  <a:cubicBezTo>
                    <a:pt x="286" y="429"/>
                    <a:pt x="274" y="441"/>
                    <a:pt x="262" y="464"/>
                  </a:cubicBezTo>
                  <a:cubicBezTo>
                    <a:pt x="250" y="476"/>
                    <a:pt x="238" y="488"/>
                    <a:pt x="227" y="512"/>
                  </a:cubicBezTo>
                  <a:lnTo>
                    <a:pt x="191" y="560"/>
                  </a:lnTo>
                  <a:lnTo>
                    <a:pt x="167" y="607"/>
                  </a:lnTo>
                  <a:lnTo>
                    <a:pt x="131" y="655"/>
                  </a:lnTo>
                  <a:lnTo>
                    <a:pt x="107" y="703"/>
                  </a:lnTo>
                  <a:cubicBezTo>
                    <a:pt x="107" y="714"/>
                    <a:pt x="96" y="726"/>
                    <a:pt x="96" y="750"/>
                  </a:cubicBezTo>
                  <a:cubicBezTo>
                    <a:pt x="84" y="762"/>
                    <a:pt x="84" y="774"/>
                    <a:pt x="72" y="786"/>
                  </a:cubicBezTo>
                  <a:lnTo>
                    <a:pt x="60" y="833"/>
                  </a:lnTo>
                  <a:lnTo>
                    <a:pt x="36" y="881"/>
                  </a:lnTo>
                  <a:cubicBezTo>
                    <a:pt x="36" y="905"/>
                    <a:pt x="36" y="917"/>
                    <a:pt x="24" y="929"/>
                  </a:cubicBezTo>
                  <a:cubicBezTo>
                    <a:pt x="24" y="953"/>
                    <a:pt x="24" y="964"/>
                    <a:pt x="12" y="976"/>
                  </a:cubicBezTo>
                  <a:cubicBezTo>
                    <a:pt x="12" y="1000"/>
                    <a:pt x="12" y="1012"/>
                    <a:pt x="12" y="1024"/>
                  </a:cubicBezTo>
                  <a:cubicBezTo>
                    <a:pt x="0" y="1048"/>
                    <a:pt x="12" y="1060"/>
                    <a:pt x="12" y="1072"/>
                  </a:cubicBezTo>
                  <a:lnTo>
                    <a:pt x="12" y="1119"/>
                  </a:lnTo>
                  <a:lnTo>
                    <a:pt x="12" y="1167"/>
                  </a:lnTo>
                  <a:lnTo>
                    <a:pt x="12" y="1214"/>
                  </a:lnTo>
                  <a:lnTo>
                    <a:pt x="12" y="14954"/>
                  </a:lnTo>
                  <a:cubicBezTo>
                    <a:pt x="12" y="14966"/>
                    <a:pt x="12" y="14978"/>
                    <a:pt x="12" y="14990"/>
                  </a:cubicBezTo>
                  <a:lnTo>
                    <a:pt x="12" y="15050"/>
                  </a:lnTo>
                  <a:cubicBezTo>
                    <a:pt x="12" y="15061"/>
                    <a:pt x="12" y="15073"/>
                    <a:pt x="12" y="15097"/>
                  </a:cubicBezTo>
                  <a:cubicBezTo>
                    <a:pt x="12" y="15109"/>
                    <a:pt x="12" y="15121"/>
                    <a:pt x="12" y="15145"/>
                  </a:cubicBezTo>
                  <a:cubicBezTo>
                    <a:pt x="12" y="15157"/>
                    <a:pt x="12" y="15169"/>
                    <a:pt x="12" y="15192"/>
                  </a:cubicBezTo>
                  <a:cubicBezTo>
                    <a:pt x="12" y="15204"/>
                    <a:pt x="12" y="15216"/>
                    <a:pt x="24" y="15240"/>
                  </a:cubicBezTo>
                  <a:cubicBezTo>
                    <a:pt x="36" y="15252"/>
                    <a:pt x="36" y="15276"/>
                    <a:pt x="36" y="15288"/>
                  </a:cubicBezTo>
                  <a:cubicBezTo>
                    <a:pt x="48" y="15300"/>
                    <a:pt x="48" y="15323"/>
                    <a:pt x="60" y="15335"/>
                  </a:cubicBezTo>
                  <a:lnTo>
                    <a:pt x="72" y="15383"/>
                  </a:lnTo>
                  <a:cubicBezTo>
                    <a:pt x="72" y="15407"/>
                    <a:pt x="84" y="15419"/>
                    <a:pt x="96" y="15431"/>
                  </a:cubicBezTo>
                  <a:cubicBezTo>
                    <a:pt x="96" y="15454"/>
                    <a:pt x="107" y="15466"/>
                    <a:pt x="119" y="15478"/>
                  </a:cubicBezTo>
                  <a:cubicBezTo>
                    <a:pt x="119" y="15502"/>
                    <a:pt x="131" y="15514"/>
                    <a:pt x="143" y="15526"/>
                  </a:cubicBezTo>
                  <a:cubicBezTo>
                    <a:pt x="143" y="15550"/>
                    <a:pt x="155" y="15561"/>
                    <a:pt x="167" y="15585"/>
                  </a:cubicBezTo>
                  <a:cubicBezTo>
                    <a:pt x="179" y="15597"/>
                    <a:pt x="191" y="15609"/>
                    <a:pt x="191" y="15633"/>
                  </a:cubicBezTo>
                  <a:lnTo>
                    <a:pt x="227" y="15681"/>
                  </a:lnTo>
                  <a:lnTo>
                    <a:pt x="262" y="15728"/>
                  </a:lnTo>
                  <a:lnTo>
                    <a:pt x="310" y="15776"/>
                  </a:lnTo>
                  <a:lnTo>
                    <a:pt x="358" y="15823"/>
                  </a:lnTo>
                  <a:lnTo>
                    <a:pt x="417" y="15871"/>
                  </a:lnTo>
                  <a:cubicBezTo>
                    <a:pt x="429" y="15895"/>
                    <a:pt x="453" y="15907"/>
                    <a:pt x="477" y="15931"/>
                  </a:cubicBezTo>
                  <a:cubicBezTo>
                    <a:pt x="500" y="15942"/>
                    <a:pt x="512" y="15954"/>
                    <a:pt x="536" y="15978"/>
                  </a:cubicBezTo>
                  <a:cubicBezTo>
                    <a:pt x="596" y="16014"/>
                    <a:pt x="655" y="16050"/>
                    <a:pt x="727" y="16073"/>
                  </a:cubicBezTo>
                  <a:cubicBezTo>
                    <a:pt x="762" y="16097"/>
                    <a:pt x="810" y="16109"/>
                    <a:pt x="858" y="16121"/>
                  </a:cubicBezTo>
                  <a:cubicBezTo>
                    <a:pt x="965" y="16157"/>
                    <a:pt x="1084" y="16181"/>
                    <a:pt x="1215" y="16181"/>
                  </a:cubicBezTo>
                  <a:lnTo>
                    <a:pt x="1227" y="16181"/>
                  </a:lnTo>
                  <a:cubicBezTo>
                    <a:pt x="1334" y="16181"/>
                    <a:pt x="1441" y="16169"/>
                    <a:pt x="1536" y="16133"/>
                  </a:cubicBezTo>
                  <a:cubicBezTo>
                    <a:pt x="1584" y="16121"/>
                    <a:pt x="1631" y="16109"/>
                    <a:pt x="1679" y="16085"/>
                  </a:cubicBezTo>
                  <a:cubicBezTo>
                    <a:pt x="1715" y="16073"/>
                    <a:pt x="1751" y="16062"/>
                    <a:pt x="1786" y="16038"/>
                  </a:cubicBezTo>
                  <a:cubicBezTo>
                    <a:pt x="1810" y="16026"/>
                    <a:pt x="1834" y="16014"/>
                    <a:pt x="1858" y="15990"/>
                  </a:cubicBezTo>
                  <a:lnTo>
                    <a:pt x="1929" y="15942"/>
                  </a:lnTo>
                  <a:cubicBezTo>
                    <a:pt x="1953" y="15931"/>
                    <a:pt x="1977" y="15919"/>
                    <a:pt x="2001" y="15907"/>
                  </a:cubicBezTo>
                  <a:cubicBezTo>
                    <a:pt x="2012" y="15883"/>
                    <a:pt x="2036" y="15871"/>
                    <a:pt x="2048" y="15859"/>
                  </a:cubicBezTo>
                  <a:lnTo>
                    <a:pt x="2096" y="15812"/>
                  </a:lnTo>
                  <a:lnTo>
                    <a:pt x="2143" y="15752"/>
                  </a:lnTo>
                  <a:cubicBezTo>
                    <a:pt x="2155" y="15740"/>
                    <a:pt x="2167" y="15728"/>
                    <a:pt x="2179" y="15704"/>
                  </a:cubicBezTo>
                  <a:lnTo>
                    <a:pt x="2215" y="15657"/>
                  </a:lnTo>
                  <a:lnTo>
                    <a:pt x="2251" y="15609"/>
                  </a:lnTo>
                  <a:lnTo>
                    <a:pt x="2274" y="15561"/>
                  </a:lnTo>
                  <a:cubicBezTo>
                    <a:pt x="2286" y="15550"/>
                    <a:pt x="2298" y="15538"/>
                    <a:pt x="2310" y="15514"/>
                  </a:cubicBezTo>
                  <a:cubicBezTo>
                    <a:pt x="2310" y="15502"/>
                    <a:pt x="2322" y="15478"/>
                    <a:pt x="2334" y="15466"/>
                  </a:cubicBezTo>
                  <a:cubicBezTo>
                    <a:pt x="2334" y="15454"/>
                    <a:pt x="2346" y="15431"/>
                    <a:pt x="2346" y="15419"/>
                  </a:cubicBezTo>
                  <a:cubicBezTo>
                    <a:pt x="2358" y="15407"/>
                    <a:pt x="2358" y="15383"/>
                    <a:pt x="2370" y="15371"/>
                  </a:cubicBezTo>
                  <a:cubicBezTo>
                    <a:pt x="2370" y="15359"/>
                    <a:pt x="2382" y="15335"/>
                    <a:pt x="2382" y="15323"/>
                  </a:cubicBezTo>
                  <a:cubicBezTo>
                    <a:pt x="2393" y="15311"/>
                    <a:pt x="2393" y="15288"/>
                    <a:pt x="2393" y="15276"/>
                  </a:cubicBezTo>
                  <a:cubicBezTo>
                    <a:pt x="2405" y="15264"/>
                    <a:pt x="2405" y="15240"/>
                    <a:pt x="2405" y="15228"/>
                  </a:cubicBezTo>
                  <a:cubicBezTo>
                    <a:pt x="2417" y="15204"/>
                    <a:pt x="2417" y="15192"/>
                    <a:pt x="2417" y="15180"/>
                  </a:cubicBezTo>
                  <a:cubicBezTo>
                    <a:pt x="2429" y="15157"/>
                    <a:pt x="2417" y="15145"/>
                    <a:pt x="2417" y="15133"/>
                  </a:cubicBezTo>
                  <a:lnTo>
                    <a:pt x="2417" y="15085"/>
                  </a:lnTo>
                  <a:lnTo>
                    <a:pt x="2417" y="15026"/>
                  </a:lnTo>
                  <a:lnTo>
                    <a:pt x="2417" y="14978"/>
                  </a:lnTo>
                  <a:lnTo>
                    <a:pt x="2417" y="1214"/>
                  </a:lnTo>
                  <a:lnTo>
                    <a:pt x="2441" y="1214"/>
                  </a:lnTo>
                  <a:lnTo>
                    <a:pt x="2441" y="1167"/>
                  </a:lnTo>
                  <a:lnTo>
                    <a:pt x="2441" y="1119"/>
                  </a:lnTo>
                  <a:cubicBezTo>
                    <a:pt x="2441" y="1107"/>
                    <a:pt x="2441" y="1084"/>
                    <a:pt x="2441" y="1072"/>
                  </a:cubicBezTo>
                  <a:cubicBezTo>
                    <a:pt x="2441" y="1060"/>
                    <a:pt x="2441" y="1036"/>
                    <a:pt x="2441" y="1024"/>
                  </a:cubicBezTo>
                  <a:cubicBezTo>
                    <a:pt x="2441" y="1012"/>
                    <a:pt x="2441" y="988"/>
                    <a:pt x="2441" y="976"/>
                  </a:cubicBezTo>
                  <a:cubicBezTo>
                    <a:pt x="2441" y="964"/>
                    <a:pt x="2429" y="941"/>
                    <a:pt x="2429" y="929"/>
                  </a:cubicBezTo>
                  <a:cubicBezTo>
                    <a:pt x="2429" y="905"/>
                    <a:pt x="2429" y="893"/>
                    <a:pt x="2417" y="881"/>
                  </a:cubicBezTo>
                  <a:cubicBezTo>
                    <a:pt x="2417" y="869"/>
                    <a:pt x="2405" y="845"/>
                    <a:pt x="2405" y="833"/>
                  </a:cubicBezTo>
                  <a:cubicBezTo>
                    <a:pt x="2405" y="810"/>
                    <a:pt x="2393" y="798"/>
                    <a:pt x="2382" y="786"/>
                  </a:cubicBezTo>
                  <a:cubicBezTo>
                    <a:pt x="2382" y="762"/>
                    <a:pt x="2370" y="750"/>
                    <a:pt x="2370" y="738"/>
                  </a:cubicBezTo>
                  <a:cubicBezTo>
                    <a:pt x="2358" y="714"/>
                    <a:pt x="2346" y="703"/>
                    <a:pt x="2346" y="691"/>
                  </a:cubicBezTo>
                  <a:lnTo>
                    <a:pt x="2298" y="643"/>
                  </a:lnTo>
                  <a:cubicBezTo>
                    <a:pt x="2286" y="619"/>
                    <a:pt x="2274" y="607"/>
                    <a:pt x="2263" y="595"/>
                  </a:cubicBezTo>
                  <a:cubicBezTo>
                    <a:pt x="2251" y="572"/>
                    <a:pt x="2251" y="560"/>
                    <a:pt x="2239" y="548"/>
                  </a:cubicBezTo>
                  <a:lnTo>
                    <a:pt x="2203" y="500"/>
                  </a:lnTo>
                  <a:lnTo>
                    <a:pt x="2167" y="452"/>
                  </a:lnTo>
                  <a:lnTo>
                    <a:pt x="2120" y="393"/>
                  </a:lnTo>
                  <a:lnTo>
                    <a:pt x="2072" y="345"/>
                  </a:lnTo>
                  <a:lnTo>
                    <a:pt x="2024" y="298"/>
                  </a:lnTo>
                  <a:cubicBezTo>
                    <a:pt x="2001" y="286"/>
                    <a:pt x="1977" y="274"/>
                    <a:pt x="1965" y="250"/>
                  </a:cubicBezTo>
                  <a:lnTo>
                    <a:pt x="1893" y="202"/>
                  </a:lnTo>
                  <a:lnTo>
                    <a:pt x="1810" y="155"/>
                  </a:lnTo>
                  <a:cubicBezTo>
                    <a:pt x="1786" y="143"/>
                    <a:pt x="1751" y="119"/>
                    <a:pt x="1715" y="107"/>
                  </a:cubicBezTo>
                  <a:cubicBezTo>
                    <a:pt x="1679" y="95"/>
                    <a:pt x="1631" y="71"/>
                    <a:pt x="1596" y="60"/>
                  </a:cubicBezTo>
                  <a:cubicBezTo>
                    <a:pt x="1512" y="36"/>
                    <a:pt x="1429" y="12"/>
                    <a:pt x="1346" y="12"/>
                  </a:cubicBezTo>
                  <a:cubicBezTo>
                    <a:pt x="1298" y="0"/>
                    <a:pt x="1262" y="0"/>
                    <a:pt x="121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8" name="Google Shape;678;p7"/>
            <p:cNvSpPr/>
            <p:nvPr/>
          </p:nvSpPr>
          <p:spPr>
            <a:xfrm>
              <a:off x="3688772" y="-169612"/>
              <a:ext cx="142572" cy="125041"/>
            </a:xfrm>
            <a:custGeom>
              <a:avLst/>
              <a:gdLst/>
              <a:ahLst/>
              <a:cxnLst/>
              <a:rect l="l" t="t" r="r" b="b"/>
              <a:pathLst>
                <a:path w="4359" h="3823" extrusionOk="0">
                  <a:moveTo>
                    <a:pt x="1144" y="0"/>
                  </a:moveTo>
                  <a:cubicBezTo>
                    <a:pt x="513" y="0"/>
                    <a:pt x="1" y="512"/>
                    <a:pt x="1" y="1131"/>
                  </a:cubicBezTo>
                  <a:lnTo>
                    <a:pt x="1" y="2679"/>
                  </a:lnTo>
                  <a:cubicBezTo>
                    <a:pt x="1" y="3310"/>
                    <a:pt x="513" y="3810"/>
                    <a:pt x="1144" y="3822"/>
                  </a:cubicBezTo>
                  <a:lnTo>
                    <a:pt x="3227" y="3822"/>
                  </a:lnTo>
                  <a:cubicBezTo>
                    <a:pt x="3846" y="3810"/>
                    <a:pt x="4358" y="3310"/>
                    <a:pt x="4358" y="2679"/>
                  </a:cubicBezTo>
                  <a:lnTo>
                    <a:pt x="4358" y="1131"/>
                  </a:lnTo>
                  <a:cubicBezTo>
                    <a:pt x="4358" y="512"/>
                    <a:pt x="3846" y="0"/>
                    <a:pt x="3227" y="0"/>
                  </a:cubicBezTo>
                  <a:close/>
                </a:path>
              </a:pathLst>
            </a:custGeom>
            <a:solidFill>
              <a:srgbClr val="821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9" name="Google Shape;679;p7"/>
            <p:cNvSpPr/>
            <p:nvPr/>
          </p:nvSpPr>
          <p:spPr>
            <a:xfrm>
              <a:off x="3688772" y="277825"/>
              <a:ext cx="142572" cy="124648"/>
            </a:xfrm>
            <a:custGeom>
              <a:avLst/>
              <a:gdLst/>
              <a:ahLst/>
              <a:cxnLst/>
              <a:rect l="l" t="t" r="r" b="b"/>
              <a:pathLst>
                <a:path w="4359" h="3811" extrusionOk="0">
                  <a:moveTo>
                    <a:pt x="1144" y="0"/>
                  </a:moveTo>
                  <a:cubicBezTo>
                    <a:pt x="513" y="0"/>
                    <a:pt x="1" y="512"/>
                    <a:pt x="1" y="1132"/>
                  </a:cubicBezTo>
                  <a:lnTo>
                    <a:pt x="1" y="2679"/>
                  </a:lnTo>
                  <a:cubicBezTo>
                    <a:pt x="1" y="3310"/>
                    <a:pt x="513" y="3810"/>
                    <a:pt x="1144" y="3810"/>
                  </a:cubicBezTo>
                  <a:lnTo>
                    <a:pt x="3227" y="3810"/>
                  </a:lnTo>
                  <a:cubicBezTo>
                    <a:pt x="3846" y="3810"/>
                    <a:pt x="4358" y="3310"/>
                    <a:pt x="4358" y="2679"/>
                  </a:cubicBezTo>
                  <a:lnTo>
                    <a:pt x="4358" y="1132"/>
                  </a:lnTo>
                  <a:cubicBezTo>
                    <a:pt x="4358" y="512"/>
                    <a:pt x="3846" y="0"/>
                    <a:pt x="3227" y="0"/>
                  </a:cubicBezTo>
                  <a:close/>
                </a:path>
              </a:pathLst>
            </a:custGeom>
            <a:solidFill>
              <a:srgbClr val="821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0" name="Google Shape;680;p7"/>
            <p:cNvSpPr/>
            <p:nvPr/>
          </p:nvSpPr>
          <p:spPr>
            <a:xfrm>
              <a:off x="3711766" y="-148189"/>
              <a:ext cx="80231" cy="529240"/>
            </a:xfrm>
            <a:custGeom>
              <a:avLst/>
              <a:gdLst/>
              <a:ahLst/>
              <a:cxnLst/>
              <a:rect l="l" t="t" r="r" b="b"/>
              <a:pathLst>
                <a:path w="2453" h="16181" extrusionOk="0">
                  <a:moveTo>
                    <a:pt x="1226" y="0"/>
                  </a:moveTo>
                  <a:cubicBezTo>
                    <a:pt x="917" y="0"/>
                    <a:pt x="631" y="107"/>
                    <a:pt x="405" y="310"/>
                  </a:cubicBezTo>
                  <a:lnTo>
                    <a:pt x="381" y="333"/>
                  </a:lnTo>
                  <a:cubicBezTo>
                    <a:pt x="357" y="369"/>
                    <a:pt x="322" y="393"/>
                    <a:pt x="286" y="429"/>
                  </a:cubicBezTo>
                  <a:cubicBezTo>
                    <a:pt x="274" y="452"/>
                    <a:pt x="250" y="476"/>
                    <a:pt x="238" y="500"/>
                  </a:cubicBezTo>
                  <a:cubicBezTo>
                    <a:pt x="214" y="524"/>
                    <a:pt x="191" y="560"/>
                    <a:pt x="179" y="595"/>
                  </a:cubicBezTo>
                  <a:cubicBezTo>
                    <a:pt x="155" y="631"/>
                    <a:pt x="131" y="655"/>
                    <a:pt x="119" y="691"/>
                  </a:cubicBezTo>
                  <a:cubicBezTo>
                    <a:pt x="107" y="726"/>
                    <a:pt x="95" y="750"/>
                    <a:pt x="83" y="786"/>
                  </a:cubicBezTo>
                  <a:cubicBezTo>
                    <a:pt x="60" y="833"/>
                    <a:pt x="48" y="869"/>
                    <a:pt x="36" y="917"/>
                  </a:cubicBezTo>
                  <a:cubicBezTo>
                    <a:pt x="36" y="941"/>
                    <a:pt x="24" y="964"/>
                    <a:pt x="12" y="1000"/>
                  </a:cubicBezTo>
                  <a:cubicBezTo>
                    <a:pt x="0" y="1072"/>
                    <a:pt x="0" y="1143"/>
                    <a:pt x="0" y="1226"/>
                  </a:cubicBezTo>
                  <a:lnTo>
                    <a:pt x="0" y="14954"/>
                  </a:lnTo>
                  <a:cubicBezTo>
                    <a:pt x="0" y="15633"/>
                    <a:pt x="548" y="16181"/>
                    <a:pt x="1215" y="16181"/>
                  </a:cubicBezTo>
                  <a:lnTo>
                    <a:pt x="1226" y="16181"/>
                  </a:lnTo>
                  <a:cubicBezTo>
                    <a:pt x="1310" y="16181"/>
                    <a:pt x="1393" y="16169"/>
                    <a:pt x="1476" y="16157"/>
                  </a:cubicBezTo>
                  <a:lnTo>
                    <a:pt x="1512" y="16145"/>
                  </a:lnTo>
                  <a:cubicBezTo>
                    <a:pt x="1584" y="16121"/>
                    <a:pt x="1655" y="16097"/>
                    <a:pt x="1715" y="16073"/>
                  </a:cubicBezTo>
                  <a:lnTo>
                    <a:pt x="1738" y="16073"/>
                  </a:lnTo>
                  <a:cubicBezTo>
                    <a:pt x="1881" y="16002"/>
                    <a:pt x="2012" y="15907"/>
                    <a:pt x="2119" y="15788"/>
                  </a:cubicBezTo>
                  <a:cubicBezTo>
                    <a:pt x="2334" y="15561"/>
                    <a:pt x="2441" y="15276"/>
                    <a:pt x="2453" y="14966"/>
                  </a:cubicBezTo>
                  <a:lnTo>
                    <a:pt x="2453" y="1226"/>
                  </a:lnTo>
                  <a:cubicBezTo>
                    <a:pt x="2453" y="548"/>
                    <a:pt x="1905" y="0"/>
                    <a:pt x="1226" y="0"/>
                  </a:cubicBezTo>
                  <a:close/>
                </a:path>
              </a:pathLst>
            </a:custGeom>
            <a:solidFill>
              <a:srgbClr val="272425">
                <a:alpha val="200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1" name="Google Shape;681;p7"/>
            <p:cNvSpPr/>
            <p:nvPr/>
          </p:nvSpPr>
          <p:spPr>
            <a:xfrm>
              <a:off x="3723442" y="-148189"/>
              <a:ext cx="79087" cy="529240"/>
            </a:xfrm>
            <a:custGeom>
              <a:avLst/>
              <a:gdLst/>
              <a:ahLst/>
              <a:cxnLst/>
              <a:rect l="l" t="t" r="r" b="b"/>
              <a:pathLst>
                <a:path w="2418" h="16181" extrusionOk="0">
                  <a:moveTo>
                    <a:pt x="1131" y="0"/>
                  </a:moveTo>
                  <a:cubicBezTo>
                    <a:pt x="1048" y="0"/>
                    <a:pt x="965" y="24"/>
                    <a:pt x="881" y="48"/>
                  </a:cubicBezTo>
                  <a:cubicBezTo>
                    <a:pt x="834" y="60"/>
                    <a:pt x="786" y="71"/>
                    <a:pt x="738" y="83"/>
                  </a:cubicBezTo>
                  <a:cubicBezTo>
                    <a:pt x="715" y="107"/>
                    <a:pt x="679" y="119"/>
                    <a:pt x="643" y="131"/>
                  </a:cubicBezTo>
                  <a:cubicBezTo>
                    <a:pt x="608" y="155"/>
                    <a:pt x="596" y="167"/>
                    <a:pt x="572" y="179"/>
                  </a:cubicBezTo>
                  <a:cubicBezTo>
                    <a:pt x="536" y="202"/>
                    <a:pt x="524" y="214"/>
                    <a:pt x="500" y="226"/>
                  </a:cubicBezTo>
                  <a:cubicBezTo>
                    <a:pt x="477" y="238"/>
                    <a:pt x="453" y="262"/>
                    <a:pt x="429" y="274"/>
                  </a:cubicBezTo>
                  <a:lnTo>
                    <a:pt x="381" y="322"/>
                  </a:lnTo>
                  <a:lnTo>
                    <a:pt x="334" y="369"/>
                  </a:lnTo>
                  <a:cubicBezTo>
                    <a:pt x="322" y="381"/>
                    <a:pt x="298" y="393"/>
                    <a:pt x="286" y="417"/>
                  </a:cubicBezTo>
                  <a:lnTo>
                    <a:pt x="250" y="464"/>
                  </a:lnTo>
                  <a:lnTo>
                    <a:pt x="215" y="512"/>
                  </a:lnTo>
                  <a:lnTo>
                    <a:pt x="179" y="560"/>
                  </a:lnTo>
                  <a:cubicBezTo>
                    <a:pt x="179" y="572"/>
                    <a:pt x="167" y="583"/>
                    <a:pt x="155" y="607"/>
                  </a:cubicBezTo>
                  <a:cubicBezTo>
                    <a:pt x="143" y="619"/>
                    <a:pt x="131" y="631"/>
                    <a:pt x="131" y="655"/>
                  </a:cubicBezTo>
                  <a:cubicBezTo>
                    <a:pt x="119" y="667"/>
                    <a:pt x="119" y="679"/>
                    <a:pt x="107" y="703"/>
                  </a:cubicBezTo>
                  <a:lnTo>
                    <a:pt x="84" y="750"/>
                  </a:lnTo>
                  <a:cubicBezTo>
                    <a:pt x="84" y="762"/>
                    <a:pt x="72" y="774"/>
                    <a:pt x="72" y="786"/>
                  </a:cubicBezTo>
                  <a:lnTo>
                    <a:pt x="48" y="833"/>
                  </a:lnTo>
                  <a:lnTo>
                    <a:pt x="36" y="881"/>
                  </a:lnTo>
                  <a:lnTo>
                    <a:pt x="24" y="929"/>
                  </a:lnTo>
                  <a:cubicBezTo>
                    <a:pt x="24" y="953"/>
                    <a:pt x="12" y="964"/>
                    <a:pt x="12" y="976"/>
                  </a:cubicBezTo>
                  <a:cubicBezTo>
                    <a:pt x="12" y="1000"/>
                    <a:pt x="12" y="1012"/>
                    <a:pt x="12" y="1024"/>
                  </a:cubicBezTo>
                  <a:cubicBezTo>
                    <a:pt x="12" y="1048"/>
                    <a:pt x="12" y="1060"/>
                    <a:pt x="0" y="1072"/>
                  </a:cubicBezTo>
                  <a:lnTo>
                    <a:pt x="0" y="1119"/>
                  </a:lnTo>
                  <a:lnTo>
                    <a:pt x="0" y="1167"/>
                  </a:lnTo>
                  <a:lnTo>
                    <a:pt x="0" y="1214"/>
                  </a:lnTo>
                  <a:lnTo>
                    <a:pt x="0" y="14954"/>
                  </a:lnTo>
                  <a:lnTo>
                    <a:pt x="0" y="14990"/>
                  </a:lnTo>
                  <a:lnTo>
                    <a:pt x="0" y="15050"/>
                  </a:lnTo>
                  <a:lnTo>
                    <a:pt x="0" y="15097"/>
                  </a:lnTo>
                  <a:cubicBezTo>
                    <a:pt x="0" y="15109"/>
                    <a:pt x="0" y="15121"/>
                    <a:pt x="12" y="15145"/>
                  </a:cubicBezTo>
                  <a:cubicBezTo>
                    <a:pt x="12" y="15157"/>
                    <a:pt x="12" y="15169"/>
                    <a:pt x="12" y="15192"/>
                  </a:cubicBezTo>
                  <a:cubicBezTo>
                    <a:pt x="12" y="15204"/>
                    <a:pt x="12" y="15216"/>
                    <a:pt x="24" y="15240"/>
                  </a:cubicBezTo>
                  <a:cubicBezTo>
                    <a:pt x="36" y="15252"/>
                    <a:pt x="24" y="15276"/>
                    <a:pt x="36" y="15288"/>
                  </a:cubicBezTo>
                  <a:cubicBezTo>
                    <a:pt x="48" y="15300"/>
                    <a:pt x="48" y="15323"/>
                    <a:pt x="48" y="15335"/>
                  </a:cubicBezTo>
                  <a:cubicBezTo>
                    <a:pt x="60" y="15347"/>
                    <a:pt x="60" y="15371"/>
                    <a:pt x="72" y="15383"/>
                  </a:cubicBezTo>
                  <a:cubicBezTo>
                    <a:pt x="72" y="15407"/>
                    <a:pt x="84" y="15419"/>
                    <a:pt x="84" y="15431"/>
                  </a:cubicBezTo>
                  <a:cubicBezTo>
                    <a:pt x="96" y="15454"/>
                    <a:pt x="96" y="15466"/>
                    <a:pt x="107" y="15478"/>
                  </a:cubicBezTo>
                  <a:lnTo>
                    <a:pt x="131" y="15526"/>
                  </a:lnTo>
                  <a:lnTo>
                    <a:pt x="167" y="15585"/>
                  </a:lnTo>
                  <a:cubicBezTo>
                    <a:pt x="167" y="15597"/>
                    <a:pt x="179" y="15609"/>
                    <a:pt x="191" y="15633"/>
                  </a:cubicBezTo>
                  <a:cubicBezTo>
                    <a:pt x="203" y="15645"/>
                    <a:pt x="215" y="15669"/>
                    <a:pt x="227" y="15681"/>
                  </a:cubicBezTo>
                  <a:lnTo>
                    <a:pt x="262" y="15728"/>
                  </a:lnTo>
                  <a:lnTo>
                    <a:pt x="310" y="15776"/>
                  </a:lnTo>
                  <a:lnTo>
                    <a:pt x="357" y="15823"/>
                  </a:lnTo>
                  <a:lnTo>
                    <a:pt x="405" y="15871"/>
                  </a:lnTo>
                  <a:cubicBezTo>
                    <a:pt x="429" y="15895"/>
                    <a:pt x="453" y="15907"/>
                    <a:pt x="465" y="15931"/>
                  </a:cubicBezTo>
                  <a:lnTo>
                    <a:pt x="536" y="15978"/>
                  </a:lnTo>
                  <a:cubicBezTo>
                    <a:pt x="596" y="16014"/>
                    <a:pt x="655" y="16050"/>
                    <a:pt x="715" y="16073"/>
                  </a:cubicBezTo>
                  <a:cubicBezTo>
                    <a:pt x="762" y="16097"/>
                    <a:pt x="810" y="16109"/>
                    <a:pt x="846" y="16121"/>
                  </a:cubicBezTo>
                  <a:cubicBezTo>
                    <a:pt x="965" y="16157"/>
                    <a:pt x="1084" y="16181"/>
                    <a:pt x="1203" y="16181"/>
                  </a:cubicBezTo>
                  <a:lnTo>
                    <a:pt x="1215" y="16181"/>
                  </a:lnTo>
                  <a:cubicBezTo>
                    <a:pt x="1322" y="16181"/>
                    <a:pt x="1429" y="16169"/>
                    <a:pt x="1536" y="16133"/>
                  </a:cubicBezTo>
                  <a:cubicBezTo>
                    <a:pt x="1584" y="16121"/>
                    <a:pt x="1631" y="16109"/>
                    <a:pt x="1679" y="16085"/>
                  </a:cubicBezTo>
                  <a:cubicBezTo>
                    <a:pt x="1715" y="16073"/>
                    <a:pt x="1739" y="16062"/>
                    <a:pt x="1774" y="16038"/>
                  </a:cubicBezTo>
                  <a:lnTo>
                    <a:pt x="1858" y="15990"/>
                  </a:lnTo>
                  <a:lnTo>
                    <a:pt x="1929" y="15942"/>
                  </a:lnTo>
                  <a:cubicBezTo>
                    <a:pt x="1953" y="15931"/>
                    <a:pt x="1977" y="15919"/>
                    <a:pt x="1989" y="15907"/>
                  </a:cubicBezTo>
                  <a:lnTo>
                    <a:pt x="2048" y="15859"/>
                  </a:lnTo>
                  <a:lnTo>
                    <a:pt x="2096" y="15812"/>
                  </a:lnTo>
                  <a:lnTo>
                    <a:pt x="2143" y="15752"/>
                  </a:lnTo>
                  <a:cubicBezTo>
                    <a:pt x="2155" y="15740"/>
                    <a:pt x="2167" y="15728"/>
                    <a:pt x="2179" y="15704"/>
                  </a:cubicBezTo>
                  <a:cubicBezTo>
                    <a:pt x="2191" y="15692"/>
                    <a:pt x="2203" y="15681"/>
                    <a:pt x="2215" y="15657"/>
                  </a:cubicBezTo>
                  <a:cubicBezTo>
                    <a:pt x="2227" y="15645"/>
                    <a:pt x="2239" y="15633"/>
                    <a:pt x="2251" y="15609"/>
                  </a:cubicBezTo>
                  <a:lnTo>
                    <a:pt x="2274" y="15561"/>
                  </a:lnTo>
                  <a:lnTo>
                    <a:pt x="2298" y="15514"/>
                  </a:lnTo>
                  <a:cubicBezTo>
                    <a:pt x="2310" y="15502"/>
                    <a:pt x="2322" y="15478"/>
                    <a:pt x="2322" y="15466"/>
                  </a:cubicBezTo>
                  <a:cubicBezTo>
                    <a:pt x="2334" y="15454"/>
                    <a:pt x="2334" y="15431"/>
                    <a:pt x="2346" y="15419"/>
                  </a:cubicBezTo>
                  <a:cubicBezTo>
                    <a:pt x="2346" y="15407"/>
                    <a:pt x="2358" y="15383"/>
                    <a:pt x="2358" y="15371"/>
                  </a:cubicBezTo>
                  <a:cubicBezTo>
                    <a:pt x="2358" y="15359"/>
                    <a:pt x="2382" y="15335"/>
                    <a:pt x="2382" y="15323"/>
                  </a:cubicBezTo>
                  <a:cubicBezTo>
                    <a:pt x="2382" y="15311"/>
                    <a:pt x="2393" y="15288"/>
                    <a:pt x="2393" y="15276"/>
                  </a:cubicBezTo>
                  <a:lnTo>
                    <a:pt x="2405" y="15228"/>
                  </a:lnTo>
                  <a:lnTo>
                    <a:pt x="2417" y="15180"/>
                  </a:lnTo>
                  <a:cubicBezTo>
                    <a:pt x="2417" y="15157"/>
                    <a:pt x="2417" y="15145"/>
                    <a:pt x="2417" y="15133"/>
                  </a:cubicBezTo>
                  <a:lnTo>
                    <a:pt x="2417" y="15085"/>
                  </a:lnTo>
                  <a:lnTo>
                    <a:pt x="2417" y="15026"/>
                  </a:lnTo>
                  <a:lnTo>
                    <a:pt x="2417" y="14978"/>
                  </a:lnTo>
                  <a:lnTo>
                    <a:pt x="2417" y="14954"/>
                  </a:lnTo>
                  <a:lnTo>
                    <a:pt x="2417" y="1214"/>
                  </a:lnTo>
                  <a:lnTo>
                    <a:pt x="2417" y="1167"/>
                  </a:lnTo>
                  <a:lnTo>
                    <a:pt x="2417" y="1119"/>
                  </a:lnTo>
                  <a:lnTo>
                    <a:pt x="2417" y="1072"/>
                  </a:lnTo>
                  <a:cubicBezTo>
                    <a:pt x="2417" y="1060"/>
                    <a:pt x="2417" y="1036"/>
                    <a:pt x="2405" y="1024"/>
                  </a:cubicBezTo>
                  <a:lnTo>
                    <a:pt x="2405" y="976"/>
                  </a:lnTo>
                  <a:cubicBezTo>
                    <a:pt x="2405" y="964"/>
                    <a:pt x="2405" y="941"/>
                    <a:pt x="2393" y="929"/>
                  </a:cubicBezTo>
                  <a:cubicBezTo>
                    <a:pt x="2393" y="917"/>
                    <a:pt x="2393" y="893"/>
                    <a:pt x="2382" y="881"/>
                  </a:cubicBezTo>
                  <a:cubicBezTo>
                    <a:pt x="2382" y="869"/>
                    <a:pt x="2370" y="845"/>
                    <a:pt x="2370" y="833"/>
                  </a:cubicBezTo>
                  <a:lnTo>
                    <a:pt x="2346" y="786"/>
                  </a:lnTo>
                  <a:lnTo>
                    <a:pt x="2334" y="738"/>
                  </a:lnTo>
                  <a:cubicBezTo>
                    <a:pt x="2322" y="714"/>
                    <a:pt x="2310" y="703"/>
                    <a:pt x="2310" y="691"/>
                  </a:cubicBezTo>
                  <a:cubicBezTo>
                    <a:pt x="2298" y="667"/>
                    <a:pt x="2298" y="655"/>
                    <a:pt x="2286" y="643"/>
                  </a:cubicBezTo>
                  <a:lnTo>
                    <a:pt x="2251" y="595"/>
                  </a:lnTo>
                  <a:lnTo>
                    <a:pt x="2227" y="548"/>
                  </a:lnTo>
                  <a:cubicBezTo>
                    <a:pt x="2215" y="524"/>
                    <a:pt x="2203" y="512"/>
                    <a:pt x="2191" y="500"/>
                  </a:cubicBezTo>
                  <a:cubicBezTo>
                    <a:pt x="2179" y="476"/>
                    <a:pt x="2167" y="464"/>
                    <a:pt x="2155" y="452"/>
                  </a:cubicBezTo>
                  <a:lnTo>
                    <a:pt x="2108" y="393"/>
                  </a:lnTo>
                  <a:lnTo>
                    <a:pt x="2072" y="345"/>
                  </a:lnTo>
                  <a:lnTo>
                    <a:pt x="2012" y="298"/>
                  </a:lnTo>
                  <a:cubicBezTo>
                    <a:pt x="2001" y="286"/>
                    <a:pt x="1977" y="274"/>
                    <a:pt x="1953" y="250"/>
                  </a:cubicBezTo>
                  <a:lnTo>
                    <a:pt x="1893" y="202"/>
                  </a:lnTo>
                  <a:lnTo>
                    <a:pt x="1810" y="155"/>
                  </a:lnTo>
                  <a:cubicBezTo>
                    <a:pt x="1774" y="143"/>
                    <a:pt x="1739" y="119"/>
                    <a:pt x="1715" y="107"/>
                  </a:cubicBezTo>
                  <a:cubicBezTo>
                    <a:pt x="1667" y="95"/>
                    <a:pt x="1631" y="71"/>
                    <a:pt x="1584" y="60"/>
                  </a:cubicBezTo>
                  <a:cubicBezTo>
                    <a:pt x="1500" y="36"/>
                    <a:pt x="1417" y="12"/>
                    <a:pt x="1346" y="12"/>
                  </a:cubicBezTo>
                  <a:cubicBezTo>
                    <a:pt x="1298" y="0"/>
                    <a:pt x="1250" y="0"/>
                    <a:pt x="121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2" name="Google Shape;682;p7"/>
            <p:cNvSpPr/>
            <p:nvPr/>
          </p:nvSpPr>
          <p:spPr>
            <a:xfrm>
              <a:off x="5312662" y="-169612"/>
              <a:ext cx="142572" cy="125041"/>
            </a:xfrm>
            <a:custGeom>
              <a:avLst/>
              <a:gdLst/>
              <a:ahLst/>
              <a:cxnLst/>
              <a:rect l="l" t="t" r="r" b="b"/>
              <a:pathLst>
                <a:path w="4359" h="3823" extrusionOk="0">
                  <a:moveTo>
                    <a:pt x="1132" y="0"/>
                  </a:moveTo>
                  <a:cubicBezTo>
                    <a:pt x="501" y="0"/>
                    <a:pt x="1" y="500"/>
                    <a:pt x="1" y="1131"/>
                  </a:cubicBezTo>
                  <a:lnTo>
                    <a:pt x="1" y="2679"/>
                  </a:lnTo>
                  <a:cubicBezTo>
                    <a:pt x="1" y="3310"/>
                    <a:pt x="501" y="3822"/>
                    <a:pt x="1132" y="3822"/>
                  </a:cubicBezTo>
                  <a:lnTo>
                    <a:pt x="3227" y="3822"/>
                  </a:lnTo>
                  <a:cubicBezTo>
                    <a:pt x="3846" y="3822"/>
                    <a:pt x="4358" y="3310"/>
                    <a:pt x="4358" y="2679"/>
                  </a:cubicBezTo>
                  <a:lnTo>
                    <a:pt x="4358" y="1131"/>
                  </a:lnTo>
                  <a:cubicBezTo>
                    <a:pt x="4358" y="500"/>
                    <a:pt x="3846" y="0"/>
                    <a:pt x="3227" y="0"/>
                  </a:cubicBezTo>
                  <a:close/>
                </a:path>
              </a:pathLst>
            </a:custGeom>
            <a:solidFill>
              <a:srgbClr val="821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3" name="Google Shape;683;p7"/>
            <p:cNvSpPr/>
            <p:nvPr/>
          </p:nvSpPr>
          <p:spPr>
            <a:xfrm>
              <a:off x="5312662" y="277825"/>
              <a:ext cx="142572" cy="124648"/>
            </a:xfrm>
            <a:custGeom>
              <a:avLst/>
              <a:gdLst/>
              <a:ahLst/>
              <a:cxnLst/>
              <a:rect l="l" t="t" r="r" b="b"/>
              <a:pathLst>
                <a:path w="4359" h="3811" extrusionOk="0">
                  <a:moveTo>
                    <a:pt x="1144" y="0"/>
                  </a:moveTo>
                  <a:cubicBezTo>
                    <a:pt x="513" y="0"/>
                    <a:pt x="1" y="512"/>
                    <a:pt x="1" y="1132"/>
                  </a:cubicBezTo>
                  <a:lnTo>
                    <a:pt x="1" y="2679"/>
                  </a:lnTo>
                  <a:cubicBezTo>
                    <a:pt x="1" y="3310"/>
                    <a:pt x="513" y="3810"/>
                    <a:pt x="1144" y="3810"/>
                  </a:cubicBezTo>
                  <a:lnTo>
                    <a:pt x="3227" y="3810"/>
                  </a:lnTo>
                  <a:cubicBezTo>
                    <a:pt x="3846" y="3810"/>
                    <a:pt x="4358" y="3310"/>
                    <a:pt x="4358" y="2679"/>
                  </a:cubicBezTo>
                  <a:lnTo>
                    <a:pt x="4358" y="1132"/>
                  </a:lnTo>
                  <a:cubicBezTo>
                    <a:pt x="4358" y="512"/>
                    <a:pt x="3846" y="0"/>
                    <a:pt x="3227" y="0"/>
                  </a:cubicBezTo>
                  <a:close/>
                </a:path>
              </a:pathLst>
            </a:custGeom>
            <a:solidFill>
              <a:srgbClr val="821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4" name="Google Shape;684;p7"/>
            <p:cNvSpPr/>
            <p:nvPr/>
          </p:nvSpPr>
          <p:spPr>
            <a:xfrm>
              <a:off x="5335655" y="-148189"/>
              <a:ext cx="79839" cy="529240"/>
            </a:xfrm>
            <a:custGeom>
              <a:avLst/>
              <a:gdLst/>
              <a:ahLst/>
              <a:cxnLst/>
              <a:rect l="l" t="t" r="r" b="b"/>
              <a:pathLst>
                <a:path w="2441" h="16181" extrusionOk="0">
                  <a:moveTo>
                    <a:pt x="1215" y="0"/>
                  </a:moveTo>
                  <a:cubicBezTo>
                    <a:pt x="917" y="0"/>
                    <a:pt x="631" y="119"/>
                    <a:pt x="405" y="310"/>
                  </a:cubicBezTo>
                  <a:lnTo>
                    <a:pt x="393" y="333"/>
                  </a:lnTo>
                  <a:cubicBezTo>
                    <a:pt x="357" y="369"/>
                    <a:pt x="322" y="393"/>
                    <a:pt x="298" y="429"/>
                  </a:cubicBezTo>
                  <a:cubicBezTo>
                    <a:pt x="274" y="452"/>
                    <a:pt x="262" y="476"/>
                    <a:pt x="238" y="500"/>
                  </a:cubicBezTo>
                  <a:cubicBezTo>
                    <a:pt x="214" y="524"/>
                    <a:pt x="191" y="560"/>
                    <a:pt x="179" y="595"/>
                  </a:cubicBezTo>
                  <a:cubicBezTo>
                    <a:pt x="155" y="631"/>
                    <a:pt x="143" y="655"/>
                    <a:pt x="119" y="691"/>
                  </a:cubicBezTo>
                  <a:cubicBezTo>
                    <a:pt x="107" y="726"/>
                    <a:pt x="95" y="750"/>
                    <a:pt x="84" y="786"/>
                  </a:cubicBezTo>
                  <a:cubicBezTo>
                    <a:pt x="72" y="833"/>
                    <a:pt x="48" y="869"/>
                    <a:pt x="36" y="917"/>
                  </a:cubicBezTo>
                  <a:cubicBezTo>
                    <a:pt x="36" y="941"/>
                    <a:pt x="24" y="964"/>
                    <a:pt x="24" y="1000"/>
                  </a:cubicBezTo>
                  <a:cubicBezTo>
                    <a:pt x="0" y="1072"/>
                    <a:pt x="0" y="1143"/>
                    <a:pt x="0" y="1226"/>
                  </a:cubicBezTo>
                  <a:lnTo>
                    <a:pt x="0" y="14954"/>
                  </a:lnTo>
                  <a:cubicBezTo>
                    <a:pt x="0" y="15633"/>
                    <a:pt x="548" y="16181"/>
                    <a:pt x="1215" y="16181"/>
                  </a:cubicBezTo>
                  <a:lnTo>
                    <a:pt x="1227" y="16181"/>
                  </a:lnTo>
                  <a:cubicBezTo>
                    <a:pt x="1310" y="16181"/>
                    <a:pt x="1393" y="16169"/>
                    <a:pt x="1477" y="16157"/>
                  </a:cubicBezTo>
                  <a:lnTo>
                    <a:pt x="1512" y="16145"/>
                  </a:lnTo>
                  <a:cubicBezTo>
                    <a:pt x="1584" y="16121"/>
                    <a:pt x="1655" y="16097"/>
                    <a:pt x="1715" y="16073"/>
                  </a:cubicBezTo>
                  <a:lnTo>
                    <a:pt x="1727" y="16073"/>
                  </a:lnTo>
                  <a:cubicBezTo>
                    <a:pt x="1881" y="16002"/>
                    <a:pt x="2012" y="15907"/>
                    <a:pt x="2119" y="15788"/>
                  </a:cubicBezTo>
                  <a:cubicBezTo>
                    <a:pt x="2322" y="15561"/>
                    <a:pt x="2441" y="15276"/>
                    <a:pt x="2441" y="14966"/>
                  </a:cubicBezTo>
                  <a:lnTo>
                    <a:pt x="2441" y="1226"/>
                  </a:lnTo>
                  <a:cubicBezTo>
                    <a:pt x="2441" y="548"/>
                    <a:pt x="1893" y="0"/>
                    <a:pt x="1215" y="0"/>
                  </a:cubicBezTo>
                  <a:close/>
                </a:path>
              </a:pathLst>
            </a:custGeom>
            <a:solidFill>
              <a:srgbClr val="272425">
                <a:alpha val="200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5" name="Google Shape;685;p7"/>
            <p:cNvSpPr/>
            <p:nvPr/>
          </p:nvSpPr>
          <p:spPr>
            <a:xfrm>
              <a:off x="5346939" y="-148189"/>
              <a:ext cx="79872" cy="529240"/>
            </a:xfrm>
            <a:custGeom>
              <a:avLst/>
              <a:gdLst/>
              <a:ahLst/>
              <a:cxnLst/>
              <a:rect l="l" t="t" r="r" b="b"/>
              <a:pathLst>
                <a:path w="2442" h="16181" extrusionOk="0">
                  <a:moveTo>
                    <a:pt x="1143" y="0"/>
                  </a:moveTo>
                  <a:cubicBezTo>
                    <a:pt x="1060" y="0"/>
                    <a:pt x="965" y="24"/>
                    <a:pt x="882" y="48"/>
                  </a:cubicBezTo>
                  <a:cubicBezTo>
                    <a:pt x="846" y="60"/>
                    <a:pt x="798" y="71"/>
                    <a:pt x="751" y="83"/>
                  </a:cubicBezTo>
                  <a:cubicBezTo>
                    <a:pt x="715" y="107"/>
                    <a:pt x="691" y="119"/>
                    <a:pt x="655" y="131"/>
                  </a:cubicBezTo>
                  <a:cubicBezTo>
                    <a:pt x="620" y="155"/>
                    <a:pt x="596" y="167"/>
                    <a:pt x="572" y="179"/>
                  </a:cubicBezTo>
                  <a:cubicBezTo>
                    <a:pt x="548" y="202"/>
                    <a:pt x="524" y="214"/>
                    <a:pt x="501" y="226"/>
                  </a:cubicBezTo>
                  <a:lnTo>
                    <a:pt x="441" y="274"/>
                  </a:lnTo>
                  <a:lnTo>
                    <a:pt x="393" y="322"/>
                  </a:lnTo>
                  <a:cubicBezTo>
                    <a:pt x="370" y="333"/>
                    <a:pt x="358" y="357"/>
                    <a:pt x="346" y="369"/>
                  </a:cubicBezTo>
                  <a:cubicBezTo>
                    <a:pt x="334" y="381"/>
                    <a:pt x="310" y="393"/>
                    <a:pt x="298" y="417"/>
                  </a:cubicBezTo>
                  <a:cubicBezTo>
                    <a:pt x="286" y="429"/>
                    <a:pt x="274" y="441"/>
                    <a:pt x="262" y="464"/>
                  </a:cubicBezTo>
                  <a:lnTo>
                    <a:pt x="227" y="512"/>
                  </a:lnTo>
                  <a:lnTo>
                    <a:pt x="191" y="560"/>
                  </a:lnTo>
                  <a:lnTo>
                    <a:pt x="167" y="607"/>
                  </a:lnTo>
                  <a:lnTo>
                    <a:pt x="131" y="655"/>
                  </a:lnTo>
                  <a:lnTo>
                    <a:pt x="120" y="703"/>
                  </a:lnTo>
                  <a:cubicBezTo>
                    <a:pt x="120" y="714"/>
                    <a:pt x="96" y="726"/>
                    <a:pt x="96" y="750"/>
                  </a:cubicBezTo>
                  <a:cubicBezTo>
                    <a:pt x="84" y="762"/>
                    <a:pt x="84" y="774"/>
                    <a:pt x="72" y="786"/>
                  </a:cubicBezTo>
                  <a:lnTo>
                    <a:pt x="60" y="833"/>
                  </a:lnTo>
                  <a:lnTo>
                    <a:pt x="48" y="881"/>
                  </a:lnTo>
                  <a:cubicBezTo>
                    <a:pt x="48" y="905"/>
                    <a:pt x="36" y="917"/>
                    <a:pt x="36" y="929"/>
                  </a:cubicBezTo>
                  <a:cubicBezTo>
                    <a:pt x="24" y="953"/>
                    <a:pt x="24" y="964"/>
                    <a:pt x="24" y="976"/>
                  </a:cubicBezTo>
                  <a:lnTo>
                    <a:pt x="24" y="1024"/>
                  </a:lnTo>
                  <a:cubicBezTo>
                    <a:pt x="24" y="1048"/>
                    <a:pt x="24" y="1060"/>
                    <a:pt x="12" y="1072"/>
                  </a:cubicBezTo>
                  <a:cubicBezTo>
                    <a:pt x="0" y="1095"/>
                    <a:pt x="12" y="1107"/>
                    <a:pt x="12" y="1119"/>
                  </a:cubicBezTo>
                  <a:lnTo>
                    <a:pt x="12" y="1167"/>
                  </a:lnTo>
                  <a:lnTo>
                    <a:pt x="12" y="1214"/>
                  </a:lnTo>
                  <a:lnTo>
                    <a:pt x="12" y="14954"/>
                  </a:lnTo>
                  <a:cubicBezTo>
                    <a:pt x="12" y="14966"/>
                    <a:pt x="12" y="14978"/>
                    <a:pt x="12" y="14990"/>
                  </a:cubicBezTo>
                  <a:lnTo>
                    <a:pt x="12" y="15050"/>
                  </a:lnTo>
                  <a:cubicBezTo>
                    <a:pt x="12" y="15061"/>
                    <a:pt x="12" y="15073"/>
                    <a:pt x="12" y="15097"/>
                  </a:cubicBezTo>
                  <a:cubicBezTo>
                    <a:pt x="12" y="15109"/>
                    <a:pt x="12" y="15121"/>
                    <a:pt x="24" y="15145"/>
                  </a:cubicBezTo>
                  <a:cubicBezTo>
                    <a:pt x="24" y="15157"/>
                    <a:pt x="24" y="15169"/>
                    <a:pt x="24" y="15192"/>
                  </a:cubicBezTo>
                  <a:cubicBezTo>
                    <a:pt x="24" y="15204"/>
                    <a:pt x="24" y="15216"/>
                    <a:pt x="36" y="15240"/>
                  </a:cubicBezTo>
                  <a:cubicBezTo>
                    <a:pt x="36" y="15252"/>
                    <a:pt x="36" y="15276"/>
                    <a:pt x="48" y="15288"/>
                  </a:cubicBezTo>
                  <a:cubicBezTo>
                    <a:pt x="60" y="15300"/>
                    <a:pt x="48" y="15323"/>
                    <a:pt x="60" y="15335"/>
                  </a:cubicBezTo>
                  <a:lnTo>
                    <a:pt x="72" y="15383"/>
                  </a:lnTo>
                  <a:lnTo>
                    <a:pt x="96" y="15431"/>
                  </a:lnTo>
                  <a:cubicBezTo>
                    <a:pt x="96" y="15454"/>
                    <a:pt x="108" y="15466"/>
                    <a:pt x="120" y="15478"/>
                  </a:cubicBezTo>
                  <a:cubicBezTo>
                    <a:pt x="120" y="15502"/>
                    <a:pt x="131" y="15514"/>
                    <a:pt x="143" y="15526"/>
                  </a:cubicBezTo>
                  <a:cubicBezTo>
                    <a:pt x="143" y="15550"/>
                    <a:pt x="155" y="15561"/>
                    <a:pt x="167" y="15585"/>
                  </a:cubicBezTo>
                  <a:cubicBezTo>
                    <a:pt x="179" y="15597"/>
                    <a:pt x="191" y="15609"/>
                    <a:pt x="203" y="15633"/>
                  </a:cubicBezTo>
                  <a:cubicBezTo>
                    <a:pt x="203" y="15645"/>
                    <a:pt x="227" y="15657"/>
                    <a:pt x="239" y="15681"/>
                  </a:cubicBezTo>
                  <a:cubicBezTo>
                    <a:pt x="250" y="15692"/>
                    <a:pt x="262" y="15716"/>
                    <a:pt x="274" y="15728"/>
                  </a:cubicBezTo>
                  <a:cubicBezTo>
                    <a:pt x="286" y="15740"/>
                    <a:pt x="298" y="15764"/>
                    <a:pt x="310" y="15776"/>
                  </a:cubicBezTo>
                  <a:lnTo>
                    <a:pt x="358" y="15823"/>
                  </a:lnTo>
                  <a:lnTo>
                    <a:pt x="417" y="15871"/>
                  </a:lnTo>
                  <a:cubicBezTo>
                    <a:pt x="429" y="15895"/>
                    <a:pt x="453" y="15907"/>
                    <a:pt x="477" y="15931"/>
                  </a:cubicBezTo>
                  <a:lnTo>
                    <a:pt x="536" y="15978"/>
                  </a:lnTo>
                  <a:cubicBezTo>
                    <a:pt x="572" y="15990"/>
                    <a:pt x="596" y="16014"/>
                    <a:pt x="620" y="16026"/>
                  </a:cubicBezTo>
                  <a:cubicBezTo>
                    <a:pt x="655" y="16050"/>
                    <a:pt x="691" y="16062"/>
                    <a:pt x="727" y="16073"/>
                  </a:cubicBezTo>
                  <a:cubicBezTo>
                    <a:pt x="774" y="16097"/>
                    <a:pt x="810" y="16109"/>
                    <a:pt x="858" y="16121"/>
                  </a:cubicBezTo>
                  <a:cubicBezTo>
                    <a:pt x="977" y="16157"/>
                    <a:pt x="1096" y="16181"/>
                    <a:pt x="1215" y="16181"/>
                  </a:cubicBezTo>
                  <a:lnTo>
                    <a:pt x="1227" y="16181"/>
                  </a:lnTo>
                  <a:cubicBezTo>
                    <a:pt x="1334" y="16181"/>
                    <a:pt x="1441" y="16169"/>
                    <a:pt x="1548" y="16133"/>
                  </a:cubicBezTo>
                  <a:cubicBezTo>
                    <a:pt x="1584" y="16121"/>
                    <a:pt x="1632" y="16109"/>
                    <a:pt x="1679" y="16085"/>
                  </a:cubicBezTo>
                  <a:cubicBezTo>
                    <a:pt x="1715" y="16073"/>
                    <a:pt x="1751" y="16062"/>
                    <a:pt x="1786" y="16038"/>
                  </a:cubicBezTo>
                  <a:cubicBezTo>
                    <a:pt x="1822" y="16026"/>
                    <a:pt x="1834" y="16014"/>
                    <a:pt x="1870" y="15990"/>
                  </a:cubicBezTo>
                  <a:lnTo>
                    <a:pt x="1941" y="15942"/>
                  </a:lnTo>
                  <a:cubicBezTo>
                    <a:pt x="1953" y="15931"/>
                    <a:pt x="1977" y="15919"/>
                    <a:pt x="2001" y="15907"/>
                  </a:cubicBezTo>
                  <a:cubicBezTo>
                    <a:pt x="2025" y="15883"/>
                    <a:pt x="2036" y="15871"/>
                    <a:pt x="2048" y="15859"/>
                  </a:cubicBezTo>
                  <a:lnTo>
                    <a:pt x="2108" y="15812"/>
                  </a:lnTo>
                  <a:lnTo>
                    <a:pt x="2144" y="15752"/>
                  </a:lnTo>
                  <a:cubicBezTo>
                    <a:pt x="2155" y="15740"/>
                    <a:pt x="2167" y="15728"/>
                    <a:pt x="2179" y="15704"/>
                  </a:cubicBezTo>
                  <a:lnTo>
                    <a:pt x="2215" y="15657"/>
                  </a:lnTo>
                  <a:lnTo>
                    <a:pt x="2251" y="15609"/>
                  </a:lnTo>
                  <a:cubicBezTo>
                    <a:pt x="2263" y="15597"/>
                    <a:pt x="2275" y="15585"/>
                    <a:pt x="2286" y="15561"/>
                  </a:cubicBezTo>
                  <a:cubicBezTo>
                    <a:pt x="2286" y="15550"/>
                    <a:pt x="2298" y="15538"/>
                    <a:pt x="2310" y="15514"/>
                  </a:cubicBezTo>
                  <a:cubicBezTo>
                    <a:pt x="2310" y="15502"/>
                    <a:pt x="2322" y="15478"/>
                    <a:pt x="2334" y="15466"/>
                  </a:cubicBezTo>
                  <a:lnTo>
                    <a:pt x="2358" y="15419"/>
                  </a:lnTo>
                  <a:cubicBezTo>
                    <a:pt x="2358" y="15407"/>
                    <a:pt x="2370" y="15383"/>
                    <a:pt x="2370" y="15371"/>
                  </a:cubicBezTo>
                  <a:cubicBezTo>
                    <a:pt x="2370" y="15359"/>
                    <a:pt x="2382" y="15335"/>
                    <a:pt x="2394" y="15323"/>
                  </a:cubicBezTo>
                  <a:cubicBezTo>
                    <a:pt x="2394" y="15311"/>
                    <a:pt x="2394" y="15288"/>
                    <a:pt x="2406" y="15276"/>
                  </a:cubicBezTo>
                  <a:cubicBezTo>
                    <a:pt x="2406" y="15264"/>
                    <a:pt x="2406" y="15240"/>
                    <a:pt x="2417" y="15228"/>
                  </a:cubicBezTo>
                  <a:cubicBezTo>
                    <a:pt x="2417" y="15204"/>
                    <a:pt x="2417" y="15192"/>
                    <a:pt x="2417" y="15180"/>
                  </a:cubicBezTo>
                  <a:cubicBezTo>
                    <a:pt x="2429" y="15157"/>
                    <a:pt x="2417" y="15145"/>
                    <a:pt x="2429" y="15133"/>
                  </a:cubicBezTo>
                  <a:cubicBezTo>
                    <a:pt x="2441" y="15109"/>
                    <a:pt x="2429" y="15097"/>
                    <a:pt x="2429" y="15085"/>
                  </a:cubicBezTo>
                  <a:lnTo>
                    <a:pt x="2429" y="15026"/>
                  </a:lnTo>
                  <a:lnTo>
                    <a:pt x="2429" y="14978"/>
                  </a:lnTo>
                  <a:lnTo>
                    <a:pt x="2429" y="1214"/>
                  </a:lnTo>
                  <a:lnTo>
                    <a:pt x="2429" y="1167"/>
                  </a:lnTo>
                  <a:lnTo>
                    <a:pt x="2429" y="1119"/>
                  </a:lnTo>
                  <a:cubicBezTo>
                    <a:pt x="2429" y="1107"/>
                    <a:pt x="2429" y="1084"/>
                    <a:pt x="2429" y="1072"/>
                  </a:cubicBezTo>
                  <a:cubicBezTo>
                    <a:pt x="2417" y="1060"/>
                    <a:pt x="2417" y="1036"/>
                    <a:pt x="2417" y="1024"/>
                  </a:cubicBezTo>
                  <a:cubicBezTo>
                    <a:pt x="2417" y="1012"/>
                    <a:pt x="2417" y="988"/>
                    <a:pt x="2417" y="976"/>
                  </a:cubicBezTo>
                  <a:cubicBezTo>
                    <a:pt x="2417" y="964"/>
                    <a:pt x="2406" y="941"/>
                    <a:pt x="2406" y="929"/>
                  </a:cubicBezTo>
                  <a:cubicBezTo>
                    <a:pt x="2406" y="905"/>
                    <a:pt x="2406" y="893"/>
                    <a:pt x="2394" y="881"/>
                  </a:cubicBezTo>
                  <a:cubicBezTo>
                    <a:pt x="2394" y="869"/>
                    <a:pt x="2382" y="845"/>
                    <a:pt x="2382" y="833"/>
                  </a:cubicBezTo>
                  <a:cubicBezTo>
                    <a:pt x="2382" y="810"/>
                    <a:pt x="2370" y="798"/>
                    <a:pt x="2358" y="786"/>
                  </a:cubicBezTo>
                  <a:cubicBezTo>
                    <a:pt x="2358" y="762"/>
                    <a:pt x="2346" y="750"/>
                    <a:pt x="2346" y="738"/>
                  </a:cubicBezTo>
                  <a:cubicBezTo>
                    <a:pt x="2346" y="714"/>
                    <a:pt x="2322" y="703"/>
                    <a:pt x="2322" y="691"/>
                  </a:cubicBezTo>
                  <a:lnTo>
                    <a:pt x="2298" y="643"/>
                  </a:lnTo>
                  <a:cubicBezTo>
                    <a:pt x="2286" y="619"/>
                    <a:pt x="2275" y="607"/>
                    <a:pt x="2263" y="595"/>
                  </a:cubicBezTo>
                  <a:cubicBezTo>
                    <a:pt x="2263" y="572"/>
                    <a:pt x="2251" y="560"/>
                    <a:pt x="2239" y="548"/>
                  </a:cubicBezTo>
                  <a:lnTo>
                    <a:pt x="2203" y="500"/>
                  </a:lnTo>
                  <a:lnTo>
                    <a:pt x="2167" y="452"/>
                  </a:lnTo>
                  <a:lnTo>
                    <a:pt x="2120" y="393"/>
                  </a:lnTo>
                  <a:cubicBezTo>
                    <a:pt x="2108" y="381"/>
                    <a:pt x="2096" y="369"/>
                    <a:pt x="2072" y="345"/>
                  </a:cubicBezTo>
                  <a:lnTo>
                    <a:pt x="2025" y="298"/>
                  </a:lnTo>
                  <a:cubicBezTo>
                    <a:pt x="2001" y="286"/>
                    <a:pt x="1989" y="274"/>
                    <a:pt x="1965" y="250"/>
                  </a:cubicBezTo>
                  <a:lnTo>
                    <a:pt x="1894" y="202"/>
                  </a:lnTo>
                  <a:lnTo>
                    <a:pt x="1822" y="155"/>
                  </a:lnTo>
                  <a:cubicBezTo>
                    <a:pt x="1786" y="143"/>
                    <a:pt x="1751" y="119"/>
                    <a:pt x="1715" y="107"/>
                  </a:cubicBezTo>
                  <a:cubicBezTo>
                    <a:pt x="1679" y="95"/>
                    <a:pt x="1632" y="71"/>
                    <a:pt x="1596" y="60"/>
                  </a:cubicBezTo>
                  <a:cubicBezTo>
                    <a:pt x="1513" y="36"/>
                    <a:pt x="1429" y="12"/>
                    <a:pt x="1346" y="12"/>
                  </a:cubicBezTo>
                  <a:cubicBezTo>
                    <a:pt x="1310" y="0"/>
                    <a:pt x="1263" y="0"/>
                    <a:pt x="121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6" name="Google Shape;686;p7"/>
            <p:cNvSpPr/>
            <p:nvPr/>
          </p:nvSpPr>
          <p:spPr>
            <a:xfrm>
              <a:off x="4941924" y="-169612"/>
              <a:ext cx="142964" cy="125041"/>
            </a:xfrm>
            <a:custGeom>
              <a:avLst/>
              <a:gdLst/>
              <a:ahLst/>
              <a:cxnLst/>
              <a:rect l="l" t="t" r="r" b="b"/>
              <a:pathLst>
                <a:path w="4371" h="3823" extrusionOk="0">
                  <a:moveTo>
                    <a:pt x="1144" y="0"/>
                  </a:moveTo>
                  <a:cubicBezTo>
                    <a:pt x="513" y="0"/>
                    <a:pt x="1" y="512"/>
                    <a:pt x="1" y="1131"/>
                  </a:cubicBezTo>
                  <a:lnTo>
                    <a:pt x="1" y="2679"/>
                  </a:lnTo>
                  <a:cubicBezTo>
                    <a:pt x="1" y="3310"/>
                    <a:pt x="513" y="3822"/>
                    <a:pt x="1144" y="3822"/>
                  </a:cubicBezTo>
                  <a:lnTo>
                    <a:pt x="3228" y="3822"/>
                  </a:lnTo>
                  <a:cubicBezTo>
                    <a:pt x="3859" y="3810"/>
                    <a:pt x="4371" y="3310"/>
                    <a:pt x="4371" y="2679"/>
                  </a:cubicBezTo>
                  <a:lnTo>
                    <a:pt x="4359" y="1131"/>
                  </a:lnTo>
                  <a:cubicBezTo>
                    <a:pt x="4359" y="512"/>
                    <a:pt x="3847" y="0"/>
                    <a:pt x="3228" y="0"/>
                  </a:cubicBezTo>
                  <a:close/>
                </a:path>
              </a:pathLst>
            </a:custGeom>
            <a:solidFill>
              <a:srgbClr val="821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7" name="Google Shape;687;p7"/>
            <p:cNvSpPr/>
            <p:nvPr/>
          </p:nvSpPr>
          <p:spPr>
            <a:xfrm>
              <a:off x="4942316" y="277825"/>
              <a:ext cx="142572" cy="124648"/>
            </a:xfrm>
            <a:custGeom>
              <a:avLst/>
              <a:gdLst/>
              <a:ahLst/>
              <a:cxnLst/>
              <a:rect l="l" t="t" r="r" b="b"/>
              <a:pathLst>
                <a:path w="4359" h="3811" extrusionOk="0">
                  <a:moveTo>
                    <a:pt x="1132" y="0"/>
                  </a:moveTo>
                  <a:cubicBezTo>
                    <a:pt x="513" y="0"/>
                    <a:pt x="1" y="512"/>
                    <a:pt x="1" y="1132"/>
                  </a:cubicBezTo>
                  <a:lnTo>
                    <a:pt x="1" y="2679"/>
                  </a:lnTo>
                  <a:cubicBezTo>
                    <a:pt x="1" y="3310"/>
                    <a:pt x="513" y="3810"/>
                    <a:pt x="1132" y="3810"/>
                  </a:cubicBezTo>
                  <a:lnTo>
                    <a:pt x="3216" y="3810"/>
                  </a:lnTo>
                  <a:cubicBezTo>
                    <a:pt x="3847" y="3810"/>
                    <a:pt x="4359" y="3310"/>
                    <a:pt x="4359" y="2679"/>
                  </a:cubicBezTo>
                  <a:lnTo>
                    <a:pt x="4359" y="1132"/>
                  </a:lnTo>
                  <a:cubicBezTo>
                    <a:pt x="4359" y="512"/>
                    <a:pt x="3847" y="0"/>
                    <a:pt x="3216" y="0"/>
                  </a:cubicBezTo>
                  <a:close/>
                </a:path>
              </a:pathLst>
            </a:custGeom>
            <a:solidFill>
              <a:srgbClr val="821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8" name="Google Shape;688;p7"/>
            <p:cNvSpPr/>
            <p:nvPr/>
          </p:nvSpPr>
          <p:spPr>
            <a:xfrm>
              <a:off x="4965309" y="-148189"/>
              <a:ext cx="79872" cy="529240"/>
            </a:xfrm>
            <a:custGeom>
              <a:avLst/>
              <a:gdLst/>
              <a:ahLst/>
              <a:cxnLst/>
              <a:rect l="l" t="t" r="r" b="b"/>
              <a:pathLst>
                <a:path w="2442" h="16181" extrusionOk="0">
                  <a:moveTo>
                    <a:pt x="1227" y="0"/>
                  </a:moveTo>
                  <a:cubicBezTo>
                    <a:pt x="917" y="0"/>
                    <a:pt x="631" y="119"/>
                    <a:pt x="405" y="310"/>
                  </a:cubicBezTo>
                  <a:lnTo>
                    <a:pt x="393" y="333"/>
                  </a:lnTo>
                  <a:cubicBezTo>
                    <a:pt x="358" y="369"/>
                    <a:pt x="322" y="393"/>
                    <a:pt x="298" y="429"/>
                  </a:cubicBezTo>
                  <a:cubicBezTo>
                    <a:pt x="274" y="452"/>
                    <a:pt x="262" y="476"/>
                    <a:pt x="238" y="500"/>
                  </a:cubicBezTo>
                  <a:cubicBezTo>
                    <a:pt x="215" y="524"/>
                    <a:pt x="191" y="560"/>
                    <a:pt x="179" y="595"/>
                  </a:cubicBezTo>
                  <a:cubicBezTo>
                    <a:pt x="155" y="631"/>
                    <a:pt x="143" y="655"/>
                    <a:pt x="119" y="691"/>
                  </a:cubicBezTo>
                  <a:cubicBezTo>
                    <a:pt x="107" y="726"/>
                    <a:pt x="96" y="750"/>
                    <a:pt x="84" y="786"/>
                  </a:cubicBezTo>
                  <a:cubicBezTo>
                    <a:pt x="72" y="833"/>
                    <a:pt x="48" y="869"/>
                    <a:pt x="36" y="917"/>
                  </a:cubicBezTo>
                  <a:cubicBezTo>
                    <a:pt x="36" y="941"/>
                    <a:pt x="24" y="964"/>
                    <a:pt x="24" y="1000"/>
                  </a:cubicBezTo>
                  <a:cubicBezTo>
                    <a:pt x="0" y="1072"/>
                    <a:pt x="0" y="1143"/>
                    <a:pt x="0" y="1226"/>
                  </a:cubicBezTo>
                  <a:lnTo>
                    <a:pt x="0" y="14954"/>
                  </a:lnTo>
                  <a:cubicBezTo>
                    <a:pt x="0" y="15633"/>
                    <a:pt x="548" y="16181"/>
                    <a:pt x="1227" y="16181"/>
                  </a:cubicBezTo>
                  <a:cubicBezTo>
                    <a:pt x="1310" y="16181"/>
                    <a:pt x="1393" y="16169"/>
                    <a:pt x="1477" y="16157"/>
                  </a:cubicBezTo>
                  <a:lnTo>
                    <a:pt x="1512" y="16145"/>
                  </a:lnTo>
                  <a:cubicBezTo>
                    <a:pt x="1584" y="16121"/>
                    <a:pt x="1643" y="16097"/>
                    <a:pt x="1715" y="16073"/>
                  </a:cubicBezTo>
                  <a:lnTo>
                    <a:pt x="1727" y="16073"/>
                  </a:lnTo>
                  <a:cubicBezTo>
                    <a:pt x="1882" y="16002"/>
                    <a:pt x="2012" y="15907"/>
                    <a:pt x="2120" y="15788"/>
                  </a:cubicBezTo>
                  <a:cubicBezTo>
                    <a:pt x="2322" y="15561"/>
                    <a:pt x="2441" y="15276"/>
                    <a:pt x="2441" y="14966"/>
                  </a:cubicBezTo>
                  <a:lnTo>
                    <a:pt x="2441" y="1226"/>
                  </a:lnTo>
                  <a:cubicBezTo>
                    <a:pt x="2441" y="548"/>
                    <a:pt x="1893" y="0"/>
                    <a:pt x="1227" y="0"/>
                  </a:cubicBezTo>
                  <a:close/>
                </a:path>
              </a:pathLst>
            </a:custGeom>
            <a:solidFill>
              <a:srgbClr val="272425">
                <a:alpha val="200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9" name="Google Shape;689;p7"/>
            <p:cNvSpPr/>
            <p:nvPr/>
          </p:nvSpPr>
          <p:spPr>
            <a:xfrm>
              <a:off x="4977378" y="-148189"/>
              <a:ext cx="78694" cy="529240"/>
            </a:xfrm>
            <a:custGeom>
              <a:avLst/>
              <a:gdLst/>
              <a:ahLst/>
              <a:cxnLst/>
              <a:rect l="l" t="t" r="r" b="b"/>
              <a:pathLst>
                <a:path w="2406" h="16181" extrusionOk="0">
                  <a:moveTo>
                    <a:pt x="1132" y="0"/>
                  </a:moveTo>
                  <a:cubicBezTo>
                    <a:pt x="1036" y="0"/>
                    <a:pt x="953" y="24"/>
                    <a:pt x="870" y="48"/>
                  </a:cubicBezTo>
                  <a:cubicBezTo>
                    <a:pt x="822" y="60"/>
                    <a:pt x="774" y="71"/>
                    <a:pt x="739" y="83"/>
                  </a:cubicBezTo>
                  <a:cubicBezTo>
                    <a:pt x="703" y="107"/>
                    <a:pt x="667" y="119"/>
                    <a:pt x="631" y="131"/>
                  </a:cubicBezTo>
                  <a:cubicBezTo>
                    <a:pt x="608" y="155"/>
                    <a:pt x="584" y="167"/>
                    <a:pt x="560" y="179"/>
                  </a:cubicBezTo>
                  <a:cubicBezTo>
                    <a:pt x="536" y="202"/>
                    <a:pt x="512" y="214"/>
                    <a:pt x="489" y="226"/>
                  </a:cubicBezTo>
                  <a:cubicBezTo>
                    <a:pt x="465" y="238"/>
                    <a:pt x="441" y="262"/>
                    <a:pt x="429" y="274"/>
                  </a:cubicBezTo>
                  <a:lnTo>
                    <a:pt x="370" y="322"/>
                  </a:lnTo>
                  <a:lnTo>
                    <a:pt x="322" y="369"/>
                  </a:lnTo>
                  <a:cubicBezTo>
                    <a:pt x="310" y="381"/>
                    <a:pt x="298" y="393"/>
                    <a:pt x="286" y="417"/>
                  </a:cubicBezTo>
                  <a:lnTo>
                    <a:pt x="239" y="464"/>
                  </a:lnTo>
                  <a:lnTo>
                    <a:pt x="203" y="512"/>
                  </a:lnTo>
                  <a:lnTo>
                    <a:pt x="179" y="560"/>
                  </a:lnTo>
                  <a:cubicBezTo>
                    <a:pt x="167" y="572"/>
                    <a:pt x="155" y="583"/>
                    <a:pt x="143" y="607"/>
                  </a:cubicBezTo>
                  <a:cubicBezTo>
                    <a:pt x="131" y="619"/>
                    <a:pt x="131" y="631"/>
                    <a:pt x="119" y="655"/>
                  </a:cubicBezTo>
                  <a:cubicBezTo>
                    <a:pt x="108" y="667"/>
                    <a:pt x="108" y="679"/>
                    <a:pt x="96" y="703"/>
                  </a:cubicBezTo>
                  <a:lnTo>
                    <a:pt x="72" y="750"/>
                  </a:lnTo>
                  <a:cubicBezTo>
                    <a:pt x="72" y="762"/>
                    <a:pt x="60" y="774"/>
                    <a:pt x="60" y="786"/>
                  </a:cubicBezTo>
                  <a:lnTo>
                    <a:pt x="36" y="833"/>
                  </a:lnTo>
                  <a:lnTo>
                    <a:pt x="24" y="881"/>
                  </a:lnTo>
                  <a:cubicBezTo>
                    <a:pt x="24" y="905"/>
                    <a:pt x="12" y="917"/>
                    <a:pt x="12" y="929"/>
                  </a:cubicBezTo>
                  <a:cubicBezTo>
                    <a:pt x="12" y="953"/>
                    <a:pt x="0" y="964"/>
                    <a:pt x="0" y="976"/>
                  </a:cubicBezTo>
                  <a:lnTo>
                    <a:pt x="0" y="1024"/>
                  </a:lnTo>
                  <a:lnTo>
                    <a:pt x="0" y="1072"/>
                  </a:lnTo>
                  <a:lnTo>
                    <a:pt x="0" y="1119"/>
                  </a:lnTo>
                  <a:lnTo>
                    <a:pt x="0" y="1167"/>
                  </a:lnTo>
                  <a:lnTo>
                    <a:pt x="0" y="1214"/>
                  </a:lnTo>
                  <a:lnTo>
                    <a:pt x="0" y="14954"/>
                  </a:lnTo>
                  <a:lnTo>
                    <a:pt x="0" y="14990"/>
                  </a:lnTo>
                  <a:lnTo>
                    <a:pt x="0" y="15050"/>
                  </a:lnTo>
                  <a:lnTo>
                    <a:pt x="0" y="15097"/>
                  </a:lnTo>
                  <a:lnTo>
                    <a:pt x="0" y="15145"/>
                  </a:lnTo>
                  <a:lnTo>
                    <a:pt x="0" y="15192"/>
                  </a:lnTo>
                  <a:cubicBezTo>
                    <a:pt x="0" y="15204"/>
                    <a:pt x="12" y="15216"/>
                    <a:pt x="12" y="15240"/>
                  </a:cubicBezTo>
                  <a:cubicBezTo>
                    <a:pt x="24" y="15252"/>
                    <a:pt x="12" y="15276"/>
                    <a:pt x="24" y="15288"/>
                  </a:cubicBezTo>
                  <a:cubicBezTo>
                    <a:pt x="36" y="15300"/>
                    <a:pt x="36" y="15323"/>
                    <a:pt x="36" y="15335"/>
                  </a:cubicBezTo>
                  <a:cubicBezTo>
                    <a:pt x="48" y="15347"/>
                    <a:pt x="48" y="15371"/>
                    <a:pt x="60" y="15383"/>
                  </a:cubicBezTo>
                  <a:cubicBezTo>
                    <a:pt x="60" y="15407"/>
                    <a:pt x="72" y="15419"/>
                    <a:pt x="72" y="15431"/>
                  </a:cubicBezTo>
                  <a:cubicBezTo>
                    <a:pt x="84" y="15454"/>
                    <a:pt x="96" y="15466"/>
                    <a:pt x="96" y="15478"/>
                  </a:cubicBezTo>
                  <a:cubicBezTo>
                    <a:pt x="108" y="15502"/>
                    <a:pt x="119" y="15514"/>
                    <a:pt x="119" y="15526"/>
                  </a:cubicBezTo>
                  <a:cubicBezTo>
                    <a:pt x="131" y="15550"/>
                    <a:pt x="143" y="15561"/>
                    <a:pt x="155" y="15585"/>
                  </a:cubicBezTo>
                  <a:cubicBezTo>
                    <a:pt x="167" y="15597"/>
                    <a:pt x="167" y="15609"/>
                    <a:pt x="179" y="15633"/>
                  </a:cubicBezTo>
                  <a:cubicBezTo>
                    <a:pt x="191" y="15645"/>
                    <a:pt x="203" y="15669"/>
                    <a:pt x="215" y="15681"/>
                  </a:cubicBezTo>
                  <a:lnTo>
                    <a:pt x="250" y="15728"/>
                  </a:lnTo>
                  <a:lnTo>
                    <a:pt x="298" y="15776"/>
                  </a:lnTo>
                  <a:lnTo>
                    <a:pt x="346" y="15823"/>
                  </a:lnTo>
                  <a:lnTo>
                    <a:pt x="393" y="15871"/>
                  </a:lnTo>
                  <a:cubicBezTo>
                    <a:pt x="417" y="15895"/>
                    <a:pt x="441" y="15907"/>
                    <a:pt x="453" y="15931"/>
                  </a:cubicBezTo>
                  <a:lnTo>
                    <a:pt x="524" y="15978"/>
                  </a:lnTo>
                  <a:cubicBezTo>
                    <a:pt x="584" y="16014"/>
                    <a:pt x="643" y="16050"/>
                    <a:pt x="715" y="16073"/>
                  </a:cubicBezTo>
                  <a:cubicBezTo>
                    <a:pt x="751" y="16097"/>
                    <a:pt x="798" y="16109"/>
                    <a:pt x="846" y="16121"/>
                  </a:cubicBezTo>
                  <a:cubicBezTo>
                    <a:pt x="953" y="16157"/>
                    <a:pt x="1072" y="16181"/>
                    <a:pt x="1191" y="16181"/>
                  </a:cubicBezTo>
                  <a:lnTo>
                    <a:pt x="1203" y="16181"/>
                  </a:lnTo>
                  <a:cubicBezTo>
                    <a:pt x="1310" y="16181"/>
                    <a:pt x="1417" y="16169"/>
                    <a:pt x="1524" y="16133"/>
                  </a:cubicBezTo>
                  <a:cubicBezTo>
                    <a:pt x="1572" y="16121"/>
                    <a:pt x="1620" y="16109"/>
                    <a:pt x="1667" y="16085"/>
                  </a:cubicBezTo>
                  <a:cubicBezTo>
                    <a:pt x="1703" y="16073"/>
                    <a:pt x="1739" y="16062"/>
                    <a:pt x="1763" y="16038"/>
                  </a:cubicBezTo>
                  <a:lnTo>
                    <a:pt x="1846" y="15990"/>
                  </a:lnTo>
                  <a:lnTo>
                    <a:pt x="1917" y="15942"/>
                  </a:lnTo>
                  <a:cubicBezTo>
                    <a:pt x="1941" y="15931"/>
                    <a:pt x="1965" y="15919"/>
                    <a:pt x="1989" y="15907"/>
                  </a:cubicBezTo>
                  <a:lnTo>
                    <a:pt x="2036" y="15859"/>
                  </a:lnTo>
                  <a:lnTo>
                    <a:pt x="2084" y="15812"/>
                  </a:lnTo>
                  <a:lnTo>
                    <a:pt x="2132" y="15752"/>
                  </a:lnTo>
                  <a:cubicBezTo>
                    <a:pt x="2144" y="15740"/>
                    <a:pt x="2155" y="15728"/>
                    <a:pt x="2167" y="15704"/>
                  </a:cubicBezTo>
                  <a:cubicBezTo>
                    <a:pt x="2179" y="15692"/>
                    <a:pt x="2191" y="15681"/>
                    <a:pt x="2203" y="15657"/>
                  </a:cubicBezTo>
                  <a:lnTo>
                    <a:pt x="2239" y="15609"/>
                  </a:lnTo>
                  <a:lnTo>
                    <a:pt x="2263" y="15561"/>
                  </a:lnTo>
                  <a:cubicBezTo>
                    <a:pt x="2275" y="15550"/>
                    <a:pt x="2286" y="15538"/>
                    <a:pt x="2286" y="15514"/>
                  </a:cubicBezTo>
                  <a:cubicBezTo>
                    <a:pt x="2298" y="15502"/>
                    <a:pt x="2310" y="15478"/>
                    <a:pt x="2310" y="15466"/>
                  </a:cubicBezTo>
                  <a:cubicBezTo>
                    <a:pt x="2310" y="15454"/>
                    <a:pt x="2334" y="15431"/>
                    <a:pt x="2334" y="15419"/>
                  </a:cubicBezTo>
                  <a:cubicBezTo>
                    <a:pt x="2346" y="15407"/>
                    <a:pt x="2346" y="15383"/>
                    <a:pt x="2358" y="15371"/>
                  </a:cubicBezTo>
                  <a:cubicBezTo>
                    <a:pt x="2358" y="15359"/>
                    <a:pt x="2370" y="15335"/>
                    <a:pt x="2370" y="15323"/>
                  </a:cubicBezTo>
                  <a:lnTo>
                    <a:pt x="2382" y="15276"/>
                  </a:lnTo>
                  <a:cubicBezTo>
                    <a:pt x="2382" y="15264"/>
                    <a:pt x="2394" y="15240"/>
                    <a:pt x="2394" y="15228"/>
                  </a:cubicBezTo>
                  <a:lnTo>
                    <a:pt x="2405" y="15180"/>
                  </a:lnTo>
                  <a:cubicBezTo>
                    <a:pt x="2405" y="15157"/>
                    <a:pt x="2405" y="15145"/>
                    <a:pt x="2405" y="15133"/>
                  </a:cubicBezTo>
                  <a:lnTo>
                    <a:pt x="2405" y="15085"/>
                  </a:lnTo>
                  <a:lnTo>
                    <a:pt x="2405" y="15026"/>
                  </a:lnTo>
                  <a:lnTo>
                    <a:pt x="2405" y="14978"/>
                  </a:lnTo>
                  <a:lnTo>
                    <a:pt x="2405" y="14954"/>
                  </a:lnTo>
                  <a:lnTo>
                    <a:pt x="2405" y="1214"/>
                  </a:lnTo>
                  <a:lnTo>
                    <a:pt x="2405" y="1167"/>
                  </a:lnTo>
                  <a:lnTo>
                    <a:pt x="2405" y="1119"/>
                  </a:lnTo>
                  <a:lnTo>
                    <a:pt x="2405" y="1072"/>
                  </a:lnTo>
                  <a:cubicBezTo>
                    <a:pt x="2405" y="1060"/>
                    <a:pt x="2405" y="1036"/>
                    <a:pt x="2405" y="1024"/>
                  </a:cubicBezTo>
                  <a:lnTo>
                    <a:pt x="2405" y="976"/>
                  </a:lnTo>
                  <a:cubicBezTo>
                    <a:pt x="2405" y="964"/>
                    <a:pt x="2394" y="941"/>
                    <a:pt x="2394" y="929"/>
                  </a:cubicBezTo>
                  <a:cubicBezTo>
                    <a:pt x="2382" y="917"/>
                    <a:pt x="2382" y="893"/>
                    <a:pt x="2370" y="881"/>
                  </a:cubicBezTo>
                  <a:cubicBezTo>
                    <a:pt x="2370" y="869"/>
                    <a:pt x="2370" y="845"/>
                    <a:pt x="2358" y="833"/>
                  </a:cubicBezTo>
                  <a:lnTo>
                    <a:pt x="2346" y="786"/>
                  </a:lnTo>
                  <a:lnTo>
                    <a:pt x="2322" y="738"/>
                  </a:lnTo>
                  <a:cubicBezTo>
                    <a:pt x="2322" y="714"/>
                    <a:pt x="2310" y="703"/>
                    <a:pt x="2298" y="691"/>
                  </a:cubicBezTo>
                  <a:lnTo>
                    <a:pt x="2275" y="643"/>
                  </a:lnTo>
                  <a:lnTo>
                    <a:pt x="2251" y="595"/>
                  </a:lnTo>
                  <a:lnTo>
                    <a:pt x="2215" y="548"/>
                  </a:lnTo>
                  <a:cubicBezTo>
                    <a:pt x="2203" y="524"/>
                    <a:pt x="2191" y="512"/>
                    <a:pt x="2179" y="500"/>
                  </a:cubicBezTo>
                  <a:cubicBezTo>
                    <a:pt x="2167" y="476"/>
                    <a:pt x="2155" y="464"/>
                    <a:pt x="2144" y="452"/>
                  </a:cubicBezTo>
                  <a:lnTo>
                    <a:pt x="2108" y="393"/>
                  </a:lnTo>
                  <a:lnTo>
                    <a:pt x="2060" y="345"/>
                  </a:lnTo>
                  <a:lnTo>
                    <a:pt x="2001" y="298"/>
                  </a:lnTo>
                  <a:cubicBezTo>
                    <a:pt x="1989" y="286"/>
                    <a:pt x="1965" y="274"/>
                    <a:pt x="1941" y="250"/>
                  </a:cubicBezTo>
                  <a:lnTo>
                    <a:pt x="1882" y="202"/>
                  </a:lnTo>
                  <a:lnTo>
                    <a:pt x="1798" y="155"/>
                  </a:lnTo>
                  <a:cubicBezTo>
                    <a:pt x="1763" y="143"/>
                    <a:pt x="1739" y="119"/>
                    <a:pt x="1703" y="107"/>
                  </a:cubicBezTo>
                  <a:cubicBezTo>
                    <a:pt x="1655" y="95"/>
                    <a:pt x="1620" y="71"/>
                    <a:pt x="1572" y="60"/>
                  </a:cubicBezTo>
                  <a:cubicBezTo>
                    <a:pt x="1489" y="36"/>
                    <a:pt x="1417" y="12"/>
                    <a:pt x="1334" y="12"/>
                  </a:cubicBezTo>
                  <a:cubicBezTo>
                    <a:pt x="1286" y="0"/>
                    <a:pt x="1251" y="0"/>
                    <a:pt x="12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0" name="Google Shape;690;p7"/>
            <p:cNvSpPr/>
            <p:nvPr/>
          </p:nvSpPr>
          <p:spPr>
            <a:xfrm>
              <a:off x="6566206" y="-169612"/>
              <a:ext cx="142572" cy="125041"/>
            </a:xfrm>
            <a:custGeom>
              <a:avLst/>
              <a:gdLst/>
              <a:ahLst/>
              <a:cxnLst/>
              <a:rect l="l" t="t" r="r" b="b"/>
              <a:pathLst>
                <a:path w="4359" h="3823" extrusionOk="0">
                  <a:moveTo>
                    <a:pt x="1132" y="0"/>
                  </a:moveTo>
                  <a:cubicBezTo>
                    <a:pt x="501" y="0"/>
                    <a:pt x="1" y="512"/>
                    <a:pt x="1" y="1131"/>
                  </a:cubicBezTo>
                  <a:lnTo>
                    <a:pt x="1" y="2679"/>
                  </a:lnTo>
                  <a:cubicBezTo>
                    <a:pt x="1" y="3310"/>
                    <a:pt x="501" y="3810"/>
                    <a:pt x="1132" y="3822"/>
                  </a:cubicBezTo>
                  <a:lnTo>
                    <a:pt x="3216" y="3822"/>
                  </a:lnTo>
                  <a:cubicBezTo>
                    <a:pt x="3847" y="3810"/>
                    <a:pt x="4359" y="3310"/>
                    <a:pt x="4359" y="2679"/>
                  </a:cubicBezTo>
                  <a:lnTo>
                    <a:pt x="4359" y="1131"/>
                  </a:lnTo>
                  <a:cubicBezTo>
                    <a:pt x="4359" y="512"/>
                    <a:pt x="3847" y="0"/>
                    <a:pt x="3216" y="0"/>
                  </a:cubicBezTo>
                  <a:close/>
                </a:path>
              </a:pathLst>
            </a:custGeom>
            <a:solidFill>
              <a:srgbClr val="821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1" name="Google Shape;691;p7"/>
            <p:cNvSpPr/>
            <p:nvPr/>
          </p:nvSpPr>
          <p:spPr>
            <a:xfrm>
              <a:off x="6566206" y="277825"/>
              <a:ext cx="142572" cy="124648"/>
            </a:xfrm>
            <a:custGeom>
              <a:avLst/>
              <a:gdLst/>
              <a:ahLst/>
              <a:cxnLst/>
              <a:rect l="l" t="t" r="r" b="b"/>
              <a:pathLst>
                <a:path w="4359" h="3811" extrusionOk="0">
                  <a:moveTo>
                    <a:pt x="1132" y="0"/>
                  </a:moveTo>
                  <a:cubicBezTo>
                    <a:pt x="501" y="0"/>
                    <a:pt x="1" y="512"/>
                    <a:pt x="1" y="1132"/>
                  </a:cubicBezTo>
                  <a:lnTo>
                    <a:pt x="1" y="2679"/>
                  </a:lnTo>
                  <a:cubicBezTo>
                    <a:pt x="1" y="3310"/>
                    <a:pt x="501" y="3810"/>
                    <a:pt x="1132" y="3810"/>
                  </a:cubicBezTo>
                  <a:lnTo>
                    <a:pt x="3216" y="3810"/>
                  </a:lnTo>
                  <a:cubicBezTo>
                    <a:pt x="3847" y="3810"/>
                    <a:pt x="4359" y="3310"/>
                    <a:pt x="4359" y="2679"/>
                  </a:cubicBezTo>
                  <a:lnTo>
                    <a:pt x="4359" y="1132"/>
                  </a:lnTo>
                  <a:cubicBezTo>
                    <a:pt x="4359" y="512"/>
                    <a:pt x="3847" y="0"/>
                    <a:pt x="3216" y="0"/>
                  </a:cubicBezTo>
                  <a:close/>
                </a:path>
              </a:pathLst>
            </a:custGeom>
            <a:solidFill>
              <a:srgbClr val="821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2" name="Google Shape;692;p7"/>
            <p:cNvSpPr/>
            <p:nvPr/>
          </p:nvSpPr>
          <p:spPr>
            <a:xfrm>
              <a:off x="6588806" y="-148189"/>
              <a:ext cx="80264" cy="529240"/>
            </a:xfrm>
            <a:custGeom>
              <a:avLst/>
              <a:gdLst/>
              <a:ahLst/>
              <a:cxnLst/>
              <a:rect l="l" t="t" r="r" b="b"/>
              <a:pathLst>
                <a:path w="2454" h="16181" extrusionOk="0">
                  <a:moveTo>
                    <a:pt x="1227" y="0"/>
                  </a:moveTo>
                  <a:cubicBezTo>
                    <a:pt x="929" y="0"/>
                    <a:pt x="643" y="119"/>
                    <a:pt x="417" y="310"/>
                  </a:cubicBezTo>
                  <a:lnTo>
                    <a:pt x="393" y="333"/>
                  </a:lnTo>
                  <a:cubicBezTo>
                    <a:pt x="370" y="369"/>
                    <a:pt x="334" y="393"/>
                    <a:pt x="298" y="429"/>
                  </a:cubicBezTo>
                  <a:cubicBezTo>
                    <a:pt x="286" y="452"/>
                    <a:pt x="262" y="476"/>
                    <a:pt x="251" y="500"/>
                  </a:cubicBezTo>
                  <a:cubicBezTo>
                    <a:pt x="227" y="524"/>
                    <a:pt x="203" y="560"/>
                    <a:pt x="179" y="595"/>
                  </a:cubicBezTo>
                  <a:cubicBezTo>
                    <a:pt x="167" y="631"/>
                    <a:pt x="143" y="655"/>
                    <a:pt x="131" y="691"/>
                  </a:cubicBezTo>
                  <a:cubicBezTo>
                    <a:pt x="120" y="726"/>
                    <a:pt x="108" y="750"/>
                    <a:pt x="96" y="786"/>
                  </a:cubicBezTo>
                  <a:cubicBezTo>
                    <a:pt x="72" y="833"/>
                    <a:pt x="60" y="869"/>
                    <a:pt x="48" y="917"/>
                  </a:cubicBezTo>
                  <a:cubicBezTo>
                    <a:pt x="36" y="941"/>
                    <a:pt x="36" y="964"/>
                    <a:pt x="24" y="1000"/>
                  </a:cubicBezTo>
                  <a:cubicBezTo>
                    <a:pt x="12" y="1072"/>
                    <a:pt x="0" y="1143"/>
                    <a:pt x="0" y="1226"/>
                  </a:cubicBezTo>
                  <a:lnTo>
                    <a:pt x="0" y="14954"/>
                  </a:lnTo>
                  <a:cubicBezTo>
                    <a:pt x="0" y="15633"/>
                    <a:pt x="548" y="16181"/>
                    <a:pt x="1227" y="16181"/>
                  </a:cubicBezTo>
                  <a:cubicBezTo>
                    <a:pt x="1322" y="16181"/>
                    <a:pt x="1405" y="16169"/>
                    <a:pt x="1489" y="16157"/>
                  </a:cubicBezTo>
                  <a:lnTo>
                    <a:pt x="1524" y="16145"/>
                  </a:lnTo>
                  <a:cubicBezTo>
                    <a:pt x="1596" y="16121"/>
                    <a:pt x="1655" y="16097"/>
                    <a:pt x="1727" y="16073"/>
                  </a:cubicBezTo>
                  <a:lnTo>
                    <a:pt x="1739" y="16073"/>
                  </a:lnTo>
                  <a:cubicBezTo>
                    <a:pt x="1882" y="16002"/>
                    <a:pt x="2013" y="15907"/>
                    <a:pt x="2132" y="15788"/>
                  </a:cubicBezTo>
                  <a:cubicBezTo>
                    <a:pt x="2334" y="15561"/>
                    <a:pt x="2453" y="15276"/>
                    <a:pt x="2453" y="14966"/>
                  </a:cubicBezTo>
                  <a:lnTo>
                    <a:pt x="2453" y="1226"/>
                  </a:lnTo>
                  <a:cubicBezTo>
                    <a:pt x="2453" y="548"/>
                    <a:pt x="1905" y="0"/>
                    <a:pt x="1227" y="0"/>
                  </a:cubicBezTo>
                  <a:close/>
                </a:path>
              </a:pathLst>
            </a:custGeom>
            <a:solidFill>
              <a:srgbClr val="272425">
                <a:alpha val="200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3" name="Google Shape;693;p7"/>
            <p:cNvSpPr/>
            <p:nvPr/>
          </p:nvSpPr>
          <p:spPr>
            <a:xfrm>
              <a:off x="6600483" y="-148189"/>
              <a:ext cx="79872" cy="529240"/>
            </a:xfrm>
            <a:custGeom>
              <a:avLst/>
              <a:gdLst/>
              <a:ahLst/>
              <a:cxnLst/>
              <a:rect l="l" t="t" r="r" b="b"/>
              <a:pathLst>
                <a:path w="2442" h="16181" extrusionOk="0">
                  <a:moveTo>
                    <a:pt x="1144" y="0"/>
                  </a:moveTo>
                  <a:cubicBezTo>
                    <a:pt x="1060" y="0"/>
                    <a:pt x="965" y="24"/>
                    <a:pt x="882" y="48"/>
                  </a:cubicBezTo>
                  <a:cubicBezTo>
                    <a:pt x="834" y="60"/>
                    <a:pt x="798" y="71"/>
                    <a:pt x="751" y="83"/>
                  </a:cubicBezTo>
                  <a:cubicBezTo>
                    <a:pt x="715" y="107"/>
                    <a:pt x="691" y="119"/>
                    <a:pt x="656" y="131"/>
                  </a:cubicBezTo>
                  <a:cubicBezTo>
                    <a:pt x="620" y="155"/>
                    <a:pt x="596" y="167"/>
                    <a:pt x="572" y="179"/>
                  </a:cubicBezTo>
                  <a:cubicBezTo>
                    <a:pt x="548" y="202"/>
                    <a:pt x="525" y="214"/>
                    <a:pt x="501" y="226"/>
                  </a:cubicBezTo>
                  <a:lnTo>
                    <a:pt x="441" y="274"/>
                  </a:lnTo>
                  <a:lnTo>
                    <a:pt x="394" y="322"/>
                  </a:lnTo>
                  <a:cubicBezTo>
                    <a:pt x="370" y="333"/>
                    <a:pt x="358" y="357"/>
                    <a:pt x="346" y="369"/>
                  </a:cubicBezTo>
                  <a:cubicBezTo>
                    <a:pt x="322" y="381"/>
                    <a:pt x="310" y="393"/>
                    <a:pt x="298" y="417"/>
                  </a:cubicBezTo>
                  <a:cubicBezTo>
                    <a:pt x="286" y="429"/>
                    <a:pt x="275" y="441"/>
                    <a:pt x="263" y="464"/>
                  </a:cubicBezTo>
                  <a:lnTo>
                    <a:pt x="227" y="512"/>
                  </a:lnTo>
                  <a:lnTo>
                    <a:pt x="191" y="560"/>
                  </a:lnTo>
                  <a:lnTo>
                    <a:pt x="167" y="607"/>
                  </a:lnTo>
                  <a:lnTo>
                    <a:pt x="132" y="655"/>
                  </a:lnTo>
                  <a:lnTo>
                    <a:pt x="108" y="703"/>
                  </a:lnTo>
                  <a:cubicBezTo>
                    <a:pt x="108" y="714"/>
                    <a:pt x="96" y="726"/>
                    <a:pt x="96" y="750"/>
                  </a:cubicBezTo>
                  <a:cubicBezTo>
                    <a:pt x="84" y="762"/>
                    <a:pt x="84" y="774"/>
                    <a:pt x="72" y="786"/>
                  </a:cubicBezTo>
                  <a:lnTo>
                    <a:pt x="60" y="833"/>
                  </a:lnTo>
                  <a:lnTo>
                    <a:pt x="48" y="881"/>
                  </a:lnTo>
                  <a:cubicBezTo>
                    <a:pt x="48" y="905"/>
                    <a:pt x="36" y="917"/>
                    <a:pt x="36" y="929"/>
                  </a:cubicBezTo>
                  <a:cubicBezTo>
                    <a:pt x="24" y="953"/>
                    <a:pt x="24" y="964"/>
                    <a:pt x="24" y="976"/>
                  </a:cubicBezTo>
                  <a:lnTo>
                    <a:pt x="24" y="1024"/>
                  </a:lnTo>
                  <a:cubicBezTo>
                    <a:pt x="24" y="1048"/>
                    <a:pt x="24" y="1060"/>
                    <a:pt x="13" y="1072"/>
                  </a:cubicBezTo>
                  <a:cubicBezTo>
                    <a:pt x="1" y="1095"/>
                    <a:pt x="13" y="1107"/>
                    <a:pt x="13" y="1119"/>
                  </a:cubicBezTo>
                  <a:lnTo>
                    <a:pt x="13" y="1167"/>
                  </a:lnTo>
                  <a:lnTo>
                    <a:pt x="13" y="1214"/>
                  </a:lnTo>
                  <a:lnTo>
                    <a:pt x="13" y="14954"/>
                  </a:lnTo>
                  <a:cubicBezTo>
                    <a:pt x="13" y="14966"/>
                    <a:pt x="13" y="14978"/>
                    <a:pt x="13" y="14990"/>
                  </a:cubicBezTo>
                  <a:lnTo>
                    <a:pt x="13" y="15050"/>
                  </a:lnTo>
                  <a:cubicBezTo>
                    <a:pt x="13" y="15061"/>
                    <a:pt x="13" y="15073"/>
                    <a:pt x="13" y="15097"/>
                  </a:cubicBezTo>
                  <a:cubicBezTo>
                    <a:pt x="13" y="15109"/>
                    <a:pt x="13" y="15121"/>
                    <a:pt x="24" y="15145"/>
                  </a:cubicBezTo>
                  <a:lnTo>
                    <a:pt x="24" y="15192"/>
                  </a:lnTo>
                  <a:cubicBezTo>
                    <a:pt x="24" y="15204"/>
                    <a:pt x="24" y="15216"/>
                    <a:pt x="24" y="15240"/>
                  </a:cubicBezTo>
                  <a:cubicBezTo>
                    <a:pt x="36" y="15252"/>
                    <a:pt x="24" y="15276"/>
                    <a:pt x="36" y="15288"/>
                  </a:cubicBezTo>
                  <a:cubicBezTo>
                    <a:pt x="48" y="15300"/>
                    <a:pt x="48" y="15323"/>
                    <a:pt x="60" y="15335"/>
                  </a:cubicBezTo>
                  <a:lnTo>
                    <a:pt x="72" y="15383"/>
                  </a:lnTo>
                  <a:lnTo>
                    <a:pt x="96" y="15431"/>
                  </a:lnTo>
                  <a:cubicBezTo>
                    <a:pt x="96" y="15454"/>
                    <a:pt x="108" y="15466"/>
                    <a:pt x="120" y="15478"/>
                  </a:cubicBezTo>
                  <a:cubicBezTo>
                    <a:pt x="120" y="15502"/>
                    <a:pt x="132" y="15514"/>
                    <a:pt x="144" y="15526"/>
                  </a:cubicBezTo>
                  <a:cubicBezTo>
                    <a:pt x="144" y="15550"/>
                    <a:pt x="155" y="15561"/>
                    <a:pt x="167" y="15585"/>
                  </a:cubicBezTo>
                  <a:cubicBezTo>
                    <a:pt x="179" y="15597"/>
                    <a:pt x="191" y="15609"/>
                    <a:pt x="203" y="15633"/>
                  </a:cubicBezTo>
                  <a:cubicBezTo>
                    <a:pt x="203" y="15645"/>
                    <a:pt x="227" y="15657"/>
                    <a:pt x="239" y="15681"/>
                  </a:cubicBezTo>
                  <a:cubicBezTo>
                    <a:pt x="239" y="15692"/>
                    <a:pt x="263" y="15716"/>
                    <a:pt x="275" y="15728"/>
                  </a:cubicBezTo>
                  <a:cubicBezTo>
                    <a:pt x="286" y="15740"/>
                    <a:pt x="298" y="15764"/>
                    <a:pt x="310" y="15776"/>
                  </a:cubicBezTo>
                  <a:lnTo>
                    <a:pt x="358" y="15823"/>
                  </a:lnTo>
                  <a:lnTo>
                    <a:pt x="417" y="15871"/>
                  </a:lnTo>
                  <a:cubicBezTo>
                    <a:pt x="429" y="15895"/>
                    <a:pt x="453" y="15907"/>
                    <a:pt x="477" y="15931"/>
                  </a:cubicBezTo>
                  <a:lnTo>
                    <a:pt x="536" y="15978"/>
                  </a:lnTo>
                  <a:cubicBezTo>
                    <a:pt x="572" y="15990"/>
                    <a:pt x="596" y="16014"/>
                    <a:pt x="620" y="16026"/>
                  </a:cubicBezTo>
                  <a:cubicBezTo>
                    <a:pt x="656" y="16050"/>
                    <a:pt x="691" y="16062"/>
                    <a:pt x="727" y="16073"/>
                  </a:cubicBezTo>
                  <a:cubicBezTo>
                    <a:pt x="763" y="16097"/>
                    <a:pt x="810" y="16109"/>
                    <a:pt x="858" y="16121"/>
                  </a:cubicBezTo>
                  <a:cubicBezTo>
                    <a:pt x="977" y="16157"/>
                    <a:pt x="1096" y="16181"/>
                    <a:pt x="1215" y="16181"/>
                  </a:cubicBezTo>
                  <a:lnTo>
                    <a:pt x="1227" y="16181"/>
                  </a:lnTo>
                  <a:cubicBezTo>
                    <a:pt x="1334" y="16181"/>
                    <a:pt x="1441" y="16169"/>
                    <a:pt x="1537" y="16133"/>
                  </a:cubicBezTo>
                  <a:cubicBezTo>
                    <a:pt x="1584" y="16121"/>
                    <a:pt x="1632" y="16109"/>
                    <a:pt x="1679" y="16085"/>
                  </a:cubicBezTo>
                  <a:lnTo>
                    <a:pt x="1787" y="16038"/>
                  </a:lnTo>
                  <a:cubicBezTo>
                    <a:pt x="1810" y="16026"/>
                    <a:pt x="1834" y="16014"/>
                    <a:pt x="1870" y="15990"/>
                  </a:cubicBezTo>
                  <a:lnTo>
                    <a:pt x="1941" y="15942"/>
                  </a:lnTo>
                  <a:cubicBezTo>
                    <a:pt x="1953" y="15931"/>
                    <a:pt x="1977" y="15919"/>
                    <a:pt x="2001" y="15907"/>
                  </a:cubicBezTo>
                  <a:cubicBezTo>
                    <a:pt x="2013" y="15883"/>
                    <a:pt x="2037" y="15871"/>
                    <a:pt x="2049" y="15859"/>
                  </a:cubicBezTo>
                  <a:lnTo>
                    <a:pt x="2096" y="15812"/>
                  </a:lnTo>
                  <a:lnTo>
                    <a:pt x="2144" y="15752"/>
                  </a:lnTo>
                  <a:lnTo>
                    <a:pt x="2180" y="15704"/>
                  </a:lnTo>
                  <a:lnTo>
                    <a:pt x="2215" y="15657"/>
                  </a:lnTo>
                  <a:lnTo>
                    <a:pt x="2251" y="15609"/>
                  </a:lnTo>
                  <a:cubicBezTo>
                    <a:pt x="2263" y="15597"/>
                    <a:pt x="2275" y="15585"/>
                    <a:pt x="2287" y="15561"/>
                  </a:cubicBezTo>
                  <a:cubicBezTo>
                    <a:pt x="2287" y="15550"/>
                    <a:pt x="2299" y="15538"/>
                    <a:pt x="2310" y="15514"/>
                  </a:cubicBezTo>
                  <a:cubicBezTo>
                    <a:pt x="2310" y="15502"/>
                    <a:pt x="2322" y="15478"/>
                    <a:pt x="2334" y="15466"/>
                  </a:cubicBezTo>
                  <a:lnTo>
                    <a:pt x="2358" y="15419"/>
                  </a:lnTo>
                  <a:cubicBezTo>
                    <a:pt x="2358" y="15407"/>
                    <a:pt x="2358" y="15383"/>
                    <a:pt x="2370" y="15371"/>
                  </a:cubicBezTo>
                  <a:cubicBezTo>
                    <a:pt x="2370" y="15359"/>
                    <a:pt x="2382" y="15335"/>
                    <a:pt x="2382" y="15323"/>
                  </a:cubicBezTo>
                  <a:cubicBezTo>
                    <a:pt x="2394" y="15311"/>
                    <a:pt x="2394" y="15288"/>
                    <a:pt x="2406" y="15276"/>
                  </a:cubicBezTo>
                  <a:cubicBezTo>
                    <a:pt x="2406" y="15264"/>
                    <a:pt x="2406" y="15240"/>
                    <a:pt x="2406" y="15228"/>
                  </a:cubicBezTo>
                  <a:cubicBezTo>
                    <a:pt x="2418" y="15204"/>
                    <a:pt x="2406" y="15192"/>
                    <a:pt x="2418" y="15180"/>
                  </a:cubicBezTo>
                  <a:cubicBezTo>
                    <a:pt x="2430" y="15157"/>
                    <a:pt x="2418" y="15145"/>
                    <a:pt x="2430" y="15133"/>
                  </a:cubicBezTo>
                  <a:cubicBezTo>
                    <a:pt x="2441" y="15109"/>
                    <a:pt x="2430" y="15097"/>
                    <a:pt x="2430" y="15085"/>
                  </a:cubicBezTo>
                  <a:lnTo>
                    <a:pt x="2430" y="15026"/>
                  </a:lnTo>
                  <a:lnTo>
                    <a:pt x="2430" y="14978"/>
                  </a:lnTo>
                  <a:lnTo>
                    <a:pt x="2430" y="1214"/>
                  </a:lnTo>
                  <a:lnTo>
                    <a:pt x="2430" y="1167"/>
                  </a:lnTo>
                  <a:lnTo>
                    <a:pt x="2430" y="1119"/>
                  </a:lnTo>
                  <a:cubicBezTo>
                    <a:pt x="2430" y="1107"/>
                    <a:pt x="2430" y="1084"/>
                    <a:pt x="2430" y="1072"/>
                  </a:cubicBezTo>
                  <a:cubicBezTo>
                    <a:pt x="2418" y="1060"/>
                    <a:pt x="2418" y="1036"/>
                    <a:pt x="2418" y="1024"/>
                  </a:cubicBezTo>
                  <a:cubicBezTo>
                    <a:pt x="2418" y="1012"/>
                    <a:pt x="2418" y="988"/>
                    <a:pt x="2418" y="976"/>
                  </a:cubicBezTo>
                  <a:cubicBezTo>
                    <a:pt x="2418" y="964"/>
                    <a:pt x="2406" y="941"/>
                    <a:pt x="2406" y="929"/>
                  </a:cubicBezTo>
                  <a:cubicBezTo>
                    <a:pt x="2406" y="905"/>
                    <a:pt x="2406" y="893"/>
                    <a:pt x="2394" y="881"/>
                  </a:cubicBezTo>
                  <a:cubicBezTo>
                    <a:pt x="2382" y="869"/>
                    <a:pt x="2382" y="845"/>
                    <a:pt x="2382" y="833"/>
                  </a:cubicBezTo>
                  <a:cubicBezTo>
                    <a:pt x="2382" y="810"/>
                    <a:pt x="2370" y="798"/>
                    <a:pt x="2358" y="786"/>
                  </a:cubicBezTo>
                  <a:cubicBezTo>
                    <a:pt x="2358" y="762"/>
                    <a:pt x="2346" y="750"/>
                    <a:pt x="2346" y="738"/>
                  </a:cubicBezTo>
                  <a:cubicBezTo>
                    <a:pt x="2346" y="714"/>
                    <a:pt x="2322" y="703"/>
                    <a:pt x="2322" y="691"/>
                  </a:cubicBezTo>
                  <a:lnTo>
                    <a:pt x="2299" y="643"/>
                  </a:lnTo>
                  <a:cubicBezTo>
                    <a:pt x="2287" y="619"/>
                    <a:pt x="2275" y="607"/>
                    <a:pt x="2263" y="595"/>
                  </a:cubicBezTo>
                  <a:cubicBezTo>
                    <a:pt x="2251" y="572"/>
                    <a:pt x="2251" y="560"/>
                    <a:pt x="2239" y="548"/>
                  </a:cubicBezTo>
                  <a:lnTo>
                    <a:pt x="2203" y="500"/>
                  </a:lnTo>
                  <a:lnTo>
                    <a:pt x="2168" y="452"/>
                  </a:lnTo>
                  <a:lnTo>
                    <a:pt x="2120" y="393"/>
                  </a:lnTo>
                  <a:cubicBezTo>
                    <a:pt x="2108" y="381"/>
                    <a:pt x="2096" y="369"/>
                    <a:pt x="2072" y="345"/>
                  </a:cubicBezTo>
                  <a:lnTo>
                    <a:pt x="2025" y="298"/>
                  </a:lnTo>
                  <a:cubicBezTo>
                    <a:pt x="2001" y="286"/>
                    <a:pt x="1989" y="274"/>
                    <a:pt x="1965" y="250"/>
                  </a:cubicBezTo>
                  <a:lnTo>
                    <a:pt x="1894" y="202"/>
                  </a:lnTo>
                  <a:lnTo>
                    <a:pt x="1822" y="155"/>
                  </a:lnTo>
                  <a:cubicBezTo>
                    <a:pt x="1787" y="143"/>
                    <a:pt x="1751" y="119"/>
                    <a:pt x="1715" y="107"/>
                  </a:cubicBezTo>
                  <a:cubicBezTo>
                    <a:pt x="1679" y="95"/>
                    <a:pt x="1632" y="71"/>
                    <a:pt x="1596" y="60"/>
                  </a:cubicBezTo>
                  <a:cubicBezTo>
                    <a:pt x="1513" y="36"/>
                    <a:pt x="1429" y="12"/>
                    <a:pt x="1346" y="12"/>
                  </a:cubicBezTo>
                  <a:cubicBezTo>
                    <a:pt x="1310" y="0"/>
                    <a:pt x="1263" y="0"/>
                    <a:pt x="121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4" name="Google Shape;694;p7"/>
            <p:cNvSpPr/>
            <p:nvPr/>
          </p:nvSpPr>
          <p:spPr>
            <a:xfrm>
              <a:off x="6195500" y="-169612"/>
              <a:ext cx="142932" cy="125041"/>
            </a:xfrm>
            <a:custGeom>
              <a:avLst/>
              <a:gdLst/>
              <a:ahLst/>
              <a:cxnLst/>
              <a:rect l="l" t="t" r="r" b="b"/>
              <a:pathLst>
                <a:path w="4370" h="3823" extrusionOk="0">
                  <a:moveTo>
                    <a:pt x="1143" y="0"/>
                  </a:moveTo>
                  <a:cubicBezTo>
                    <a:pt x="512" y="0"/>
                    <a:pt x="12" y="512"/>
                    <a:pt x="0" y="1131"/>
                  </a:cubicBezTo>
                  <a:lnTo>
                    <a:pt x="0" y="2679"/>
                  </a:lnTo>
                  <a:cubicBezTo>
                    <a:pt x="12" y="3310"/>
                    <a:pt x="512" y="3810"/>
                    <a:pt x="1143" y="3822"/>
                  </a:cubicBezTo>
                  <a:lnTo>
                    <a:pt x="3227" y="3822"/>
                  </a:lnTo>
                  <a:cubicBezTo>
                    <a:pt x="3858" y="3810"/>
                    <a:pt x="4358" y="3310"/>
                    <a:pt x="4370" y="2679"/>
                  </a:cubicBezTo>
                  <a:lnTo>
                    <a:pt x="4370" y="1131"/>
                  </a:lnTo>
                  <a:cubicBezTo>
                    <a:pt x="4358" y="512"/>
                    <a:pt x="3858" y="0"/>
                    <a:pt x="3227" y="0"/>
                  </a:cubicBezTo>
                  <a:close/>
                </a:path>
              </a:pathLst>
            </a:custGeom>
            <a:solidFill>
              <a:srgbClr val="821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5" name="Google Shape;695;p7"/>
            <p:cNvSpPr/>
            <p:nvPr/>
          </p:nvSpPr>
          <p:spPr>
            <a:xfrm>
              <a:off x="6195500" y="277825"/>
              <a:ext cx="142932" cy="124648"/>
            </a:xfrm>
            <a:custGeom>
              <a:avLst/>
              <a:gdLst/>
              <a:ahLst/>
              <a:cxnLst/>
              <a:rect l="l" t="t" r="r" b="b"/>
              <a:pathLst>
                <a:path w="4370" h="3811" extrusionOk="0">
                  <a:moveTo>
                    <a:pt x="1143" y="0"/>
                  </a:moveTo>
                  <a:cubicBezTo>
                    <a:pt x="512" y="0"/>
                    <a:pt x="12" y="512"/>
                    <a:pt x="0" y="1132"/>
                  </a:cubicBezTo>
                  <a:lnTo>
                    <a:pt x="0" y="2679"/>
                  </a:lnTo>
                  <a:cubicBezTo>
                    <a:pt x="12" y="3310"/>
                    <a:pt x="512" y="3810"/>
                    <a:pt x="1143" y="3810"/>
                  </a:cubicBezTo>
                  <a:lnTo>
                    <a:pt x="3227" y="3810"/>
                  </a:lnTo>
                  <a:cubicBezTo>
                    <a:pt x="3858" y="3810"/>
                    <a:pt x="4358" y="3310"/>
                    <a:pt x="4370" y="2679"/>
                  </a:cubicBezTo>
                  <a:lnTo>
                    <a:pt x="4370" y="1132"/>
                  </a:lnTo>
                  <a:cubicBezTo>
                    <a:pt x="4358" y="512"/>
                    <a:pt x="3858" y="0"/>
                    <a:pt x="3227" y="0"/>
                  </a:cubicBezTo>
                  <a:close/>
                </a:path>
              </a:pathLst>
            </a:custGeom>
            <a:solidFill>
              <a:srgbClr val="821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6" name="Google Shape;696;p7"/>
            <p:cNvSpPr/>
            <p:nvPr/>
          </p:nvSpPr>
          <p:spPr>
            <a:xfrm>
              <a:off x="6218461" y="-148189"/>
              <a:ext cx="80264" cy="529240"/>
            </a:xfrm>
            <a:custGeom>
              <a:avLst/>
              <a:gdLst/>
              <a:ahLst/>
              <a:cxnLst/>
              <a:rect l="l" t="t" r="r" b="b"/>
              <a:pathLst>
                <a:path w="2454" h="16181" extrusionOk="0">
                  <a:moveTo>
                    <a:pt x="1227" y="0"/>
                  </a:moveTo>
                  <a:cubicBezTo>
                    <a:pt x="929" y="0"/>
                    <a:pt x="632" y="119"/>
                    <a:pt x="417" y="310"/>
                  </a:cubicBezTo>
                  <a:lnTo>
                    <a:pt x="394" y="333"/>
                  </a:lnTo>
                  <a:cubicBezTo>
                    <a:pt x="358" y="369"/>
                    <a:pt x="334" y="393"/>
                    <a:pt x="298" y="429"/>
                  </a:cubicBezTo>
                  <a:cubicBezTo>
                    <a:pt x="286" y="452"/>
                    <a:pt x="263" y="476"/>
                    <a:pt x="251" y="500"/>
                  </a:cubicBezTo>
                  <a:cubicBezTo>
                    <a:pt x="227" y="524"/>
                    <a:pt x="203" y="560"/>
                    <a:pt x="179" y="595"/>
                  </a:cubicBezTo>
                  <a:cubicBezTo>
                    <a:pt x="167" y="631"/>
                    <a:pt x="144" y="655"/>
                    <a:pt x="132" y="691"/>
                  </a:cubicBezTo>
                  <a:cubicBezTo>
                    <a:pt x="120" y="726"/>
                    <a:pt x="96" y="750"/>
                    <a:pt x="84" y="786"/>
                  </a:cubicBezTo>
                  <a:cubicBezTo>
                    <a:pt x="72" y="833"/>
                    <a:pt x="60" y="869"/>
                    <a:pt x="48" y="917"/>
                  </a:cubicBezTo>
                  <a:cubicBezTo>
                    <a:pt x="48" y="941"/>
                    <a:pt x="36" y="964"/>
                    <a:pt x="24" y="1000"/>
                  </a:cubicBezTo>
                  <a:cubicBezTo>
                    <a:pt x="13" y="1072"/>
                    <a:pt x="1" y="1143"/>
                    <a:pt x="1" y="1226"/>
                  </a:cubicBezTo>
                  <a:lnTo>
                    <a:pt x="1" y="14954"/>
                  </a:lnTo>
                  <a:cubicBezTo>
                    <a:pt x="1" y="15633"/>
                    <a:pt x="548" y="16181"/>
                    <a:pt x="1227" y="16181"/>
                  </a:cubicBezTo>
                  <a:cubicBezTo>
                    <a:pt x="1310" y="16181"/>
                    <a:pt x="1406" y="16169"/>
                    <a:pt x="1489" y="16157"/>
                  </a:cubicBezTo>
                  <a:lnTo>
                    <a:pt x="1525" y="16145"/>
                  </a:lnTo>
                  <a:cubicBezTo>
                    <a:pt x="1596" y="16121"/>
                    <a:pt x="1656" y="16097"/>
                    <a:pt x="1727" y="16073"/>
                  </a:cubicBezTo>
                  <a:lnTo>
                    <a:pt x="1739" y="16073"/>
                  </a:lnTo>
                  <a:cubicBezTo>
                    <a:pt x="1882" y="16002"/>
                    <a:pt x="2013" y="15907"/>
                    <a:pt x="2120" y="15788"/>
                  </a:cubicBezTo>
                  <a:cubicBezTo>
                    <a:pt x="2334" y="15561"/>
                    <a:pt x="2453" y="15276"/>
                    <a:pt x="2453" y="14966"/>
                  </a:cubicBezTo>
                  <a:lnTo>
                    <a:pt x="2453" y="1226"/>
                  </a:lnTo>
                  <a:cubicBezTo>
                    <a:pt x="2453" y="548"/>
                    <a:pt x="1906" y="0"/>
                    <a:pt x="1227" y="0"/>
                  </a:cubicBezTo>
                  <a:close/>
                </a:path>
              </a:pathLst>
            </a:custGeom>
            <a:solidFill>
              <a:srgbClr val="272425">
                <a:alpha val="200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7" name="Google Shape;697;p7"/>
            <p:cNvSpPr/>
            <p:nvPr/>
          </p:nvSpPr>
          <p:spPr>
            <a:xfrm>
              <a:off x="6230922" y="-148189"/>
              <a:ext cx="78694" cy="529240"/>
            </a:xfrm>
            <a:custGeom>
              <a:avLst/>
              <a:gdLst/>
              <a:ahLst/>
              <a:cxnLst/>
              <a:rect l="l" t="t" r="r" b="b"/>
              <a:pathLst>
                <a:path w="2406" h="16181" extrusionOk="0">
                  <a:moveTo>
                    <a:pt x="1120" y="0"/>
                  </a:moveTo>
                  <a:cubicBezTo>
                    <a:pt x="1036" y="0"/>
                    <a:pt x="941" y="24"/>
                    <a:pt x="858" y="48"/>
                  </a:cubicBezTo>
                  <a:cubicBezTo>
                    <a:pt x="822" y="60"/>
                    <a:pt x="775" y="71"/>
                    <a:pt x="727" y="83"/>
                  </a:cubicBezTo>
                  <a:cubicBezTo>
                    <a:pt x="703" y="107"/>
                    <a:pt x="667" y="119"/>
                    <a:pt x="632" y="131"/>
                  </a:cubicBezTo>
                  <a:cubicBezTo>
                    <a:pt x="596" y="155"/>
                    <a:pt x="584" y="167"/>
                    <a:pt x="548" y="179"/>
                  </a:cubicBezTo>
                  <a:cubicBezTo>
                    <a:pt x="525" y="202"/>
                    <a:pt x="501" y="214"/>
                    <a:pt x="489" y="226"/>
                  </a:cubicBezTo>
                  <a:lnTo>
                    <a:pt x="417" y="274"/>
                  </a:lnTo>
                  <a:lnTo>
                    <a:pt x="370" y="322"/>
                  </a:lnTo>
                  <a:lnTo>
                    <a:pt x="322" y="369"/>
                  </a:lnTo>
                  <a:cubicBezTo>
                    <a:pt x="310" y="381"/>
                    <a:pt x="286" y="393"/>
                    <a:pt x="274" y="417"/>
                  </a:cubicBezTo>
                  <a:lnTo>
                    <a:pt x="239" y="464"/>
                  </a:lnTo>
                  <a:lnTo>
                    <a:pt x="203" y="512"/>
                  </a:lnTo>
                  <a:lnTo>
                    <a:pt x="167" y="560"/>
                  </a:lnTo>
                  <a:cubicBezTo>
                    <a:pt x="155" y="572"/>
                    <a:pt x="155" y="583"/>
                    <a:pt x="144" y="607"/>
                  </a:cubicBezTo>
                  <a:lnTo>
                    <a:pt x="120" y="655"/>
                  </a:lnTo>
                  <a:cubicBezTo>
                    <a:pt x="108" y="667"/>
                    <a:pt x="96" y="679"/>
                    <a:pt x="96" y="703"/>
                  </a:cubicBezTo>
                  <a:cubicBezTo>
                    <a:pt x="84" y="714"/>
                    <a:pt x="72" y="726"/>
                    <a:pt x="72" y="750"/>
                  </a:cubicBezTo>
                  <a:cubicBezTo>
                    <a:pt x="60" y="762"/>
                    <a:pt x="60" y="774"/>
                    <a:pt x="48" y="786"/>
                  </a:cubicBezTo>
                  <a:lnTo>
                    <a:pt x="36" y="833"/>
                  </a:lnTo>
                  <a:lnTo>
                    <a:pt x="24" y="881"/>
                  </a:lnTo>
                  <a:cubicBezTo>
                    <a:pt x="24" y="905"/>
                    <a:pt x="13" y="917"/>
                    <a:pt x="13" y="929"/>
                  </a:cubicBezTo>
                  <a:cubicBezTo>
                    <a:pt x="1" y="953"/>
                    <a:pt x="1" y="964"/>
                    <a:pt x="1" y="976"/>
                  </a:cubicBezTo>
                  <a:lnTo>
                    <a:pt x="1" y="1024"/>
                  </a:lnTo>
                  <a:lnTo>
                    <a:pt x="1" y="1072"/>
                  </a:lnTo>
                  <a:lnTo>
                    <a:pt x="1" y="1119"/>
                  </a:lnTo>
                  <a:lnTo>
                    <a:pt x="1" y="1167"/>
                  </a:lnTo>
                  <a:lnTo>
                    <a:pt x="1" y="1214"/>
                  </a:lnTo>
                  <a:lnTo>
                    <a:pt x="1" y="14954"/>
                  </a:lnTo>
                  <a:lnTo>
                    <a:pt x="1" y="14990"/>
                  </a:lnTo>
                  <a:lnTo>
                    <a:pt x="1" y="15050"/>
                  </a:lnTo>
                  <a:lnTo>
                    <a:pt x="1" y="15097"/>
                  </a:lnTo>
                  <a:lnTo>
                    <a:pt x="1" y="15145"/>
                  </a:lnTo>
                  <a:lnTo>
                    <a:pt x="1" y="15192"/>
                  </a:lnTo>
                  <a:cubicBezTo>
                    <a:pt x="1" y="15204"/>
                    <a:pt x="1" y="15216"/>
                    <a:pt x="13" y="15240"/>
                  </a:cubicBezTo>
                  <a:cubicBezTo>
                    <a:pt x="13" y="15252"/>
                    <a:pt x="13" y="15276"/>
                    <a:pt x="24" y="15288"/>
                  </a:cubicBezTo>
                  <a:cubicBezTo>
                    <a:pt x="36" y="15300"/>
                    <a:pt x="36" y="15323"/>
                    <a:pt x="36" y="15335"/>
                  </a:cubicBezTo>
                  <a:cubicBezTo>
                    <a:pt x="36" y="15347"/>
                    <a:pt x="48" y="15371"/>
                    <a:pt x="60" y="15383"/>
                  </a:cubicBezTo>
                  <a:cubicBezTo>
                    <a:pt x="60" y="15407"/>
                    <a:pt x="60" y="15419"/>
                    <a:pt x="72" y="15431"/>
                  </a:cubicBezTo>
                  <a:cubicBezTo>
                    <a:pt x="84" y="15454"/>
                    <a:pt x="84" y="15466"/>
                    <a:pt x="96" y="15478"/>
                  </a:cubicBezTo>
                  <a:cubicBezTo>
                    <a:pt x="108" y="15502"/>
                    <a:pt x="108" y="15514"/>
                    <a:pt x="120" y="15526"/>
                  </a:cubicBezTo>
                  <a:cubicBezTo>
                    <a:pt x="132" y="15550"/>
                    <a:pt x="144" y="15561"/>
                    <a:pt x="144" y="15585"/>
                  </a:cubicBezTo>
                  <a:cubicBezTo>
                    <a:pt x="155" y="15597"/>
                    <a:pt x="167" y="15609"/>
                    <a:pt x="179" y="15633"/>
                  </a:cubicBezTo>
                  <a:cubicBezTo>
                    <a:pt x="191" y="15645"/>
                    <a:pt x="203" y="15669"/>
                    <a:pt x="215" y="15681"/>
                  </a:cubicBezTo>
                  <a:lnTo>
                    <a:pt x="251" y="15728"/>
                  </a:lnTo>
                  <a:lnTo>
                    <a:pt x="298" y="15776"/>
                  </a:lnTo>
                  <a:lnTo>
                    <a:pt x="334" y="15823"/>
                  </a:lnTo>
                  <a:lnTo>
                    <a:pt x="394" y="15871"/>
                  </a:lnTo>
                  <a:cubicBezTo>
                    <a:pt x="417" y="15895"/>
                    <a:pt x="429" y="15907"/>
                    <a:pt x="453" y="15931"/>
                  </a:cubicBezTo>
                  <a:cubicBezTo>
                    <a:pt x="477" y="15942"/>
                    <a:pt x="501" y="15966"/>
                    <a:pt x="525" y="15978"/>
                  </a:cubicBezTo>
                  <a:cubicBezTo>
                    <a:pt x="584" y="16014"/>
                    <a:pt x="644" y="16050"/>
                    <a:pt x="703" y="16073"/>
                  </a:cubicBezTo>
                  <a:cubicBezTo>
                    <a:pt x="751" y="16097"/>
                    <a:pt x="798" y="16109"/>
                    <a:pt x="834" y="16121"/>
                  </a:cubicBezTo>
                  <a:cubicBezTo>
                    <a:pt x="953" y="16157"/>
                    <a:pt x="1072" y="16181"/>
                    <a:pt x="1191" y="16181"/>
                  </a:cubicBezTo>
                  <a:lnTo>
                    <a:pt x="1203" y="16181"/>
                  </a:lnTo>
                  <a:cubicBezTo>
                    <a:pt x="1310" y="16181"/>
                    <a:pt x="1417" y="16169"/>
                    <a:pt x="1525" y="16133"/>
                  </a:cubicBezTo>
                  <a:cubicBezTo>
                    <a:pt x="1572" y="16121"/>
                    <a:pt x="1620" y="16109"/>
                    <a:pt x="1656" y="16085"/>
                  </a:cubicBezTo>
                  <a:cubicBezTo>
                    <a:pt x="1691" y="16073"/>
                    <a:pt x="1727" y="16062"/>
                    <a:pt x="1763" y="16038"/>
                  </a:cubicBezTo>
                  <a:lnTo>
                    <a:pt x="1846" y="15990"/>
                  </a:lnTo>
                  <a:lnTo>
                    <a:pt x="1918" y="15942"/>
                  </a:lnTo>
                  <a:cubicBezTo>
                    <a:pt x="1941" y="15931"/>
                    <a:pt x="1953" y="15919"/>
                    <a:pt x="1977" y="15907"/>
                  </a:cubicBezTo>
                  <a:lnTo>
                    <a:pt x="2037" y="15859"/>
                  </a:lnTo>
                  <a:lnTo>
                    <a:pt x="2084" y="15812"/>
                  </a:lnTo>
                  <a:lnTo>
                    <a:pt x="2120" y="15752"/>
                  </a:lnTo>
                  <a:cubicBezTo>
                    <a:pt x="2144" y="15740"/>
                    <a:pt x="2156" y="15728"/>
                    <a:pt x="2168" y="15704"/>
                  </a:cubicBezTo>
                  <a:cubicBezTo>
                    <a:pt x="2179" y="15692"/>
                    <a:pt x="2191" y="15681"/>
                    <a:pt x="2203" y="15657"/>
                  </a:cubicBezTo>
                  <a:lnTo>
                    <a:pt x="2227" y="15609"/>
                  </a:lnTo>
                  <a:lnTo>
                    <a:pt x="2263" y="15561"/>
                  </a:lnTo>
                  <a:cubicBezTo>
                    <a:pt x="2275" y="15550"/>
                    <a:pt x="2275" y="15538"/>
                    <a:pt x="2287" y="15514"/>
                  </a:cubicBezTo>
                  <a:cubicBezTo>
                    <a:pt x="2299" y="15502"/>
                    <a:pt x="2299" y="15478"/>
                    <a:pt x="2310" y="15466"/>
                  </a:cubicBezTo>
                  <a:cubicBezTo>
                    <a:pt x="2310" y="15454"/>
                    <a:pt x="2322" y="15431"/>
                    <a:pt x="2334" y="15419"/>
                  </a:cubicBezTo>
                  <a:cubicBezTo>
                    <a:pt x="2334" y="15407"/>
                    <a:pt x="2346" y="15383"/>
                    <a:pt x="2346" y="15371"/>
                  </a:cubicBezTo>
                  <a:cubicBezTo>
                    <a:pt x="2346" y="15359"/>
                    <a:pt x="2358" y="15335"/>
                    <a:pt x="2370" y="15323"/>
                  </a:cubicBezTo>
                  <a:lnTo>
                    <a:pt x="2382" y="15276"/>
                  </a:lnTo>
                  <a:cubicBezTo>
                    <a:pt x="2382" y="15264"/>
                    <a:pt x="2394" y="15240"/>
                    <a:pt x="2394" y="15228"/>
                  </a:cubicBezTo>
                  <a:lnTo>
                    <a:pt x="2406" y="15180"/>
                  </a:lnTo>
                  <a:cubicBezTo>
                    <a:pt x="2406" y="15157"/>
                    <a:pt x="2406" y="15145"/>
                    <a:pt x="2406" y="15133"/>
                  </a:cubicBezTo>
                  <a:lnTo>
                    <a:pt x="2406" y="15085"/>
                  </a:lnTo>
                  <a:lnTo>
                    <a:pt x="2406" y="15026"/>
                  </a:lnTo>
                  <a:lnTo>
                    <a:pt x="2406" y="14978"/>
                  </a:lnTo>
                  <a:cubicBezTo>
                    <a:pt x="2406" y="14978"/>
                    <a:pt x="2406" y="14966"/>
                    <a:pt x="2406" y="14954"/>
                  </a:cubicBezTo>
                  <a:lnTo>
                    <a:pt x="2406" y="1214"/>
                  </a:lnTo>
                  <a:lnTo>
                    <a:pt x="2394" y="1214"/>
                  </a:lnTo>
                  <a:lnTo>
                    <a:pt x="2394" y="1167"/>
                  </a:lnTo>
                  <a:lnTo>
                    <a:pt x="2394" y="1119"/>
                  </a:lnTo>
                  <a:lnTo>
                    <a:pt x="2394" y="1072"/>
                  </a:lnTo>
                  <a:cubicBezTo>
                    <a:pt x="2394" y="1060"/>
                    <a:pt x="2394" y="1036"/>
                    <a:pt x="2394" y="1024"/>
                  </a:cubicBezTo>
                  <a:lnTo>
                    <a:pt x="2394" y="976"/>
                  </a:lnTo>
                  <a:cubicBezTo>
                    <a:pt x="2394" y="964"/>
                    <a:pt x="2382" y="941"/>
                    <a:pt x="2382" y="929"/>
                  </a:cubicBezTo>
                  <a:cubicBezTo>
                    <a:pt x="2382" y="917"/>
                    <a:pt x="2382" y="893"/>
                    <a:pt x="2370" y="881"/>
                  </a:cubicBezTo>
                  <a:cubicBezTo>
                    <a:pt x="2370" y="869"/>
                    <a:pt x="2358" y="845"/>
                    <a:pt x="2358" y="833"/>
                  </a:cubicBezTo>
                  <a:lnTo>
                    <a:pt x="2334" y="786"/>
                  </a:lnTo>
                  <a:lnTo>
                    <a:pt x="2322" y="738"/>
                  </a:lnTo>
                  <a:cubicBezTo>
                    <a:pt x="2322" y="714"/>
                    <a:pt x="2299" y="703"/>
                    <a:pt x="2299" y="691"/>
                  </a:cubicBezTo>
                  <a:lnTo>
                    <a:pt x="2275" y="643"/>
                  </a:lnTo>
                  <a:cubicBezTo>
                    <a:pt x="2263" y="619"/>
                    <a:pt x="2251" y="607"/>
                    <a:pt x="2239" y="595"/>
                  </a:cubicBezTo>
                  <a:lnTo>
                    <a:pt x="2215" y="548"/>
                  </a:lnTo>
                  <a:cubicBezTo>
                    <a:pt x="2203" y="524"/>
                    <a:pt x="2191" y="512"/>
                    <a:pt x="2179" y="500"/>
                  </a:cubicBezTo>
                  <a:cubicBezTo>
                    <a:pt x="2168" y="476"/>
                    <a:pt x="2156" y="464"/>
                    <a:pt x="2144" y="452"/>
                  </a:cubicBezTo>
                  <a:lnTo>
                    <a:pt x="2096" y="393"/>
                  </a:lnTo>
                  <a:lnTo>
                    <a:pt x="2060" y="345"/>
                  </a:lnTo>
                  <a:lnTo>
                    <a:pt x="2001" y="298"/>
                  </a:lnTo>
                  <a:cubicBezTo>
                    <a:pt x="1977" y="286"/>
                    <a:pt x="1965" y="274"/>
                    <a:pt x="1941" y="250"/>
                  </a:cubicBezTo>
                  <a:lnTo>
                    <a:pt x="1882" y="202"/>
                  </a:lnTo>
                  <a:lnTo>
                    <a:pt x="1798" y="155"/>
                  </a:lnTo>
                  <a:cubicBezTo>
                    <a:pt x="1763" y="143"/>
                    <a:pt x="1727" y="119"/>
                    <a:pt x="1703" y="107"/>
                  </a:cubicBezTo>
                  <a:cubicBezTo>
                    <a:pt x="1656" y="95"/>
                    <a:pt x="1608" y="71"/>
                    <a:pt x="1572" y="60"/>
                  </a:cubicBezTo>
                  <a:cubicBezTo>
                    <a:pt x="1489" y="36"/>
                    <a:pt x="1406" y="12"/>
                    <a:pt x="1322" y="12"/>
                  </a:cubicBezTo>
                  <a:cubicBezTo>
                    <a:pt x="1287" y="0"/>
                    <a:pt x="1239" y="0"/>
                    <a:pt x="12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8" name="Google Shape;698;p7"/>
            <p:cNvSpPr/>
            <p:nvPr/>
          </p:nvSpPr>
          <p:spPr>
            <a:xfrm>
              <a:off x="7819390" y="-169612"/>
              <a:ext cx="142539" cy="125041"/>
            </a:xfrm>
            <a:custGeom>
              <a:avLst/>
              <a:gdLst/>
              <a:ahLst/>
              <a:cxnLst/>
              <a:rect l="l" t="t" r="r" b="b"/>
              <a:pathLst>
                <a:path w="4358" h="3823" extrusionOk="0">
                  <a:moveTo>
                    <a:pt x="1143" y="0"/>
                  </a:moveTo>
                  <a:cubicBezTo>
                    <a:pt x="512" y="0"/>
                    <a:pt x="0" y="512"/>
                    <a:pt x="0" y="1131"/>
                  </a:cubicBezTo>
                  <a:lnTo>
                    <a:pt x="0" y="2679"/>
                  </a:lnTo>
                  <a:cubicBezTo>
                    <a:pt x="0" y="3310"/>
                    <a:pt x="512" y="3810"/>
                    <a:pt x="1143" y="3822"/>
                  </a:cubicBezTo>
                  <a:lnTo>
                    <a:pt x="3227" y="3822"/>
                  </a:lnTo>
                  <a:cubicBezTo>
                    <a:pt x="3858" y="3810"/>
                    <a:pt x="4358" y="3310"/>
                    <a:pt x="4358" y="2679"/>
                  </a:cubicBezTo>
                  <a:lnTo>
                    <a:pt x="4358" y="1131"/>
                  </a:lnTo>
                  <a:cubicBezTo>
                    <a:pt x="4358" y="512"/>
                    <a:pt x="3858" y="0"/>
                    <a:pt x="3227" y="0"/>
                  </a:cubicBezTo>
                  <a:close/>
                </a:path>
              </a:pathLst>
            </a:custGeom>
            <a:solidFill>
              <a:srgbClr val="821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9" name="Google Shape;699;p7"/>
            <p:cNvSpPr/>
            <p:nvPr/>
          </p:nvSpPr>
          <p:spPr>
            <a:xfrm>
              <a:off x="7819390" y="277825"/>
              <a:ext cx="142539" cy="124648"/>
            </a:xfrm>
            <a:custGeom>
              <a:avLst/>
              <a:gdLst/>
              <a:ahLst/>
              <a:cxnLst/>
              <a:rect l="l" t="t" r="r" b="b"/>
              <a:pathLst>
                <a:path w="4358" h="3811" extrusionOk="0">
                  <a:moveTo>
                    <a:pt x="1143" y="0"/>
                  </a:moveTo>
                  <a:cubicBezTo>
                    <a:pt x="512" y="0"/>
                    <a:pt x="0" y="512"/>
                    <a:pt x="0" y="1132"/>
                  </a:cubicBezTo>
                  <a:lnTo>
                    <a:pt x="0" y="2679"/>
                  </a:lnTo>
                  <a:cubicBezTo>
                    <a:pt x="0" y="3298"/>
                    <a:pt x="512" y="3810"/>
                    <a:pt x="1143" y="3810"/>
                  </a:cubicBezTo>
                  <a:lnTo>
                    <a:pt x="3227" y="3810"/>
                  </a:lnTo>
                  <a:cubicBezTo>
                    <a:pt x="3846" y="3810"/>
                    <a:pt x="4358" y="3298"/>
                    <a:pt x="4358" y="2679"/>
                  </a:cubicBezTo>
                  <a:lnTo>
                    <a:pt x="4358" y="1132"/>
                  </a:lnTo>
                  <a:cubicBezTo>
                    <a:pt x="4358" y="512"/>
                    <a:pt x="3846" y="0"/>
                    <a:pt x="3227" y="0"/>
                  </a:cubicBezTo>
                  <a:close/>
                </a:path>
              </a:pathLst>
            </a:custGeom>
            <a:solidFill>
              <a:srgbClr val="821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0" name="Google Shape;700;p7"/>
            <p:cNvSpPr/>
            <p:nvPr/>
          </p:nvSpPr>
          <p:spPr>
            <a:xfrm>
              <a:off x="7842350" y="-148189"/>
              <a:ext cx="80264" cy="529240"/>
            </a:xfrm>
            <a:custGeom>
              <a:avLst/>
              <a:gdLst/>
              <a:ahLst/>
              <a:cxnLst/>
              <a:rect l="l" t="t" r="r" b="b"/>
              <a:pathLst>
                <a:path w="2454" h="16181" extrusionOk="0">
                  <a:moveTo>
                    <a:pt x="1227" y="0"/>
                  </a:moveTo>
                  <a:cubicBezTo>
                    <a:pt x="929" y="0"/>
                    <a:pt x="632" y="119"/>
                    <a:pt x="417" y="310"/>
                  </a:cubicBezTo>
                  <a:lnTo>
                    <a:pt x="394" y="333"/>
                  </a:lnTo>
                  <a:cubicBezTo>
                    <a:pt x="358" y="369"/>
                    <a:pt x="322" y="393"/>
                    <a:pt x="298" y="429"/>
                  </a:cubicBezTo>
                  <a:cubicBezTo>
                    <a:pt x="275" y="452"/>
                    <a:pt x="263" y="476"/>
                    <a:pt x="239" y="500"/>
                  </a:cubicBezTo>
                  <a:cubicBezTo>
                    <a:pt x="227" y="524"/>
                    <a:pt x="203" y="560"/>
                    <a:pt x="179" y="595"/>
                  </a:cubicBezTo>
                  <a:cubicBezTo>
                    <a:pt x="155" y="631"/>
                    <a:pt x="144" y="655"/>
                    <a:pt x="132" y="691"/>
                  </a:cubicBezTo>
                  <a:cubicBezTo>
                    <a:pt x="108" y="726"/>
                    <a:pt x="96" y="750"/>
                    <a:pt x="84" y="786"/>
                  </a:cubicBezTo>
                  <a:cubicBezTo>
                    <a:pt x="72" y="833"/>
                    <a:pt x="60" y="869"/>
                    <a:pt x="48" y="917"/>
                  </a:cubicBezTo>
                  <a:cubicBezTo>
                    <a:pt x="36" y="941"/>
                    <a:pt x="25" y="964"/>
                    <a:pt x="25" y="1000"/>
                  </a:cubicBezTo>
                  <a:cubicBezTo>
                    <a:pt x="13" y="1072"/>
                    <a:pt x="1" y="1143"/>
                    <a:pt x="1" y="1226"/>
                  </a:cubicBezTo>
                  <a:lnTo>
                    <a:pt x="1" y="14954"/>
                  </a:lnTo>
                  <a:cubicBezTo>
                    <a:pt x="1" y="15633"/>
                    <a:pt x="548" y="16181"/>
                    <a:pt x="1227" y="16181"/>
                  </a:cubicBezTo>
                  <a:cubicBezTo>
                    <a:pt x="1310" y="16181"/>
                    <a:pt x="1394" y="16169"/>
                    <a:pt x="1477" y="16157"/>
                  </a:cubicBezTo>
                  <a:lnTo>
                    <a:pt x="1525" y="16145"/>
                  </a:lnTo>
                  <a:cubicBezTo>
                    <a:pt x="1584" y="16121"/>
                    <a:pt x="1656" y="16097"/>
                    <a:pt x="1727" y="16073"/>
                  </a:cubicBezTo>
                  <a:lnTo>
                    <a:pt x="1739" y="16073"/>
                  </a:lnTo>
                  <a:cubicBezTo>
                    <a:pt x="1882" y="16002"/>
                    <a:pt x="2013" y="15907"/>
                    <a:pt x="2120" y="15788"/>
                  </a:cubicBezTo>
                  <a:cubicBezTo>
                    <a:pt x="2334" y="15561"/>
                    <a:pt x="2453" y="15276"/>
                    <a:pt x="2453" y="14966"/>
                  </a:cubicBezTo>
                  <a:lnTo>
                    <a:pt x="2453" y="1226"/>
                  </a:lnTo>
                  <a:cubicBezTo>
                    <a:pt x="2453" y="548"/>
                    <a:pt x="1906" y="0"/>
                    <a:pt x="1227" y="0"/>
                  </a:cubicBezTo>
                  <a:close/>
                </a:path>
              </a:pathLst>
            </a:custGeom>
            <a:solidFill>
              <a:srgbClr val="272425">
                <a:alpha val="200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1" name="Google Shape;701;p7"/>
            <p:cNvSpPr/>
            <p:nvPr/>
          </p:nvSpPr>
          <p:spPr>
            <a:xfrm>
              <a:off x="7854027" y="-148189"/>
              <a:ext cx="79087" cy="529240"/>
            </a:xfrm>
            <a:custGeom>
              <a:avLst/>
              <a:gdLst/>
              <a:ahLst/>
              <a:cxnLst/>
              <a:rect l="l" t="t" r="r" b="b"/>
              <a:pathLst>
                <a:path w="2418" h="16181" extrusionOk="0">
                  <a:moveTo>
                    <a:pt x="1132" y="0"/>
                  </a:moveTo>
                  <a:cubicBezTo>
                    <a:pt x="1049" y="0"/>
                    <a:pt x="965" y="24"/>
                    <a:pt x="882" y="48"/>
                  </a:cubicBezTo>
                  <a:cubicBezTo>
                    <a:pt x="834" y="60"/>
                    <a:pt x="787" y="71"/>
                    <a:pt x="739" y="83"/>
                  </a:cubicBezTo>
                  <a:cubicBezTo>
                    <a:pt x="715" y="107"/>
                    <a:pt x="680" y="119"/>
                    <a:pt x="644" y="131"/>
                  </a:cubicBezTo>
                  <a:cubicBezTo>
                    <a:pt x="620" y="155"/>
                    <a:pt x="596" y="167"/>
                    <a:pt x="572" y="179"/>
                  </a:cubicBezTo>
                  <a:cubicBezTo>
                    <a:pt x="537" y="202"/>
                    <a:pt x="525" y="214"/>
                    <a:pt x="501" y="226"/>
                  </a:cubicBezTo>
                  <a:lnTo>
                    <a:pt x="430" y="274"/>
                  </a:lnTo>
                  <a:lnTo>
                    <a:pt x="382" y="322"/>
                  </a:lnTo>
                  <a:cubicBezTo>
                    <a:pt x="370" y="333"/>
                    <a:pt x="346" y="357"/>
                    <a:pt x="334" y="369"/>
                  </a:cubicBezTo>
                  <a:lnTo>
                    <a:pt x="287" y="417"/>
                  </a:lnTo>
                  <a:cubicBezTo>
                    <a:pt x="275" y="429"/>
                    <a:pt x="263" y="441"/>
                    <a:pt x="251" y="464"/>
                  </a:cubicBezTo>
                  <a:lnTo>
                    <a:pt x="215" y="512"/>
                  </a:lnTo>
                  <a:lnTo>
                    <a:pt x="179" y="560"/>
                  </a:lnTo>
                  <a:lnTo>
                    <a:pt x="156" y="607"/>
                  </a:lnTo>
                  <a:lnTo>
                    <a:pt x="132" y="655"/>
                  </a:lnTo>
                  <a:lnTo>
                    <a:pt x="108" y="703"/>
                  </a:lnTo>
                  <a:cubicBezTo>
                    <a:pt x="108" y="714"/>
                    <a:pt x="96" y="726"/>
                    <a:pt x="84" y="750"/>
                  </a:cubicBezTo>
                  <a:cubicBezTo>
                    <a:pt x="72" y="762"/>
                    <a:pt x="72" y="774"/>
                    <a:pt x="60" y="786"/>
                  </a:cubicBezTo>
                  <a:lnTo>
                    <a:pt x="49" y="833"/>
                  </a:lnTo>
                  <a:lnTo>
                    <a:pt x="37" y="881"/>
                  </a:lnTo>
                  <a:cubicBezTo>
                    <a:pt x="37" y="905"/>
                    <a:pt x="25" y="917"/>
                    <a:pt x="25" y="929"/>
                  </a:cubicBezTo>
                  <a:cubicBezTo>
                    <a:pt x="13" y="953"/>
                    <a:pt x="13" y="964"/>
                    <a:pt x="13" y="976"/>
                  </a:cubicBezTo>
                  <a:lnTo>
                    <a:pt x="13" y="1024"/>
                  </a:lnTo>
                  <a:cubicBezTo>
                    <a:pt x="13" y="1048"/>
                    <a:pt x="13" y="1060"/>
                    <a:pt x="1" y="1072"/>
                  </a:cubicBezTo>
                  <a:cubicBezTo>
                    <a:pt x="1" y="1095"/>
                    <a:pt x="1" y="1107"/>
                    <a:pt x="1" y="1119"/>
                  </a:cubicBezTo>
                  <a:lnTo>
                    <a:pt x="1" y="1167"/>
                  </a:lnTo>
                  <a:lnTo>
                    <a:pt x="1" y="1214"/>
                  </a:lnTo>
                  <a:lnTo>
                    <a:pt x="1" y="14954"/>
                  </a:lnTo>
                  <a:cubicBezTo>
                    <a:pt x="1" y="14966"/>
                    <a:pt x="1" y="14978"/>
                    <a:pt x="1" y="14990"/>
                  </a:cubicBezTo>
                  <a:lnTo>
                    <a:pt x="1" y="15050"/>
                  </a:lnTo>
                  <a:cubicBezTo>
                    <a:pt x="1" y="15061"/>
                    <a:pt x="1" y="15073"/>
                    <a:pt x="1" y="15097"/>
                  </a:cubicBezTo>
                  <a:cubicBezTo>
                    <a:pt x="1" y="15109"/>
                    <a:pt x="13" y="15121"/>
                    <a:pt x="13" y="15145"/>
                  </a:cubicBezTo>
                  <a:lnTo>
                    <a:pt x="13" y="15192"/>
                  </a:lnTo>
                  <a:cubicBezTo>
                    <a:pt x="13" y="15204"/>
                    <a:pt x="13" y="15216"/>
                    <a:pt x="25" y="15240"/>
                  </a:cubicBezTo>
                  <a:cubicBezTo>
                    <a:pt x="37" y="15252"/>
                    <a:pt x="25" y="15276"/>
                    <a:pt x="37" y="15288"/>
                  </a:cubicBezTo>
                  <a:cubicBezTo>
                    <a:pt x="49" y="15300"/>
                    <a:pt x="49" y="15323"/>
                    <a:pt x="49" y="15335"/>
                  </a:cubicBezTo>
                  <a:lnTo>
                    <a:pt x="60" y="15383"/>
                  </a:lnTo>
                  <a:lnTo>
                    <a:pt x="84" y="15431"/>
                  </a:lnTo>
                  <a:cubicBezTo>
                    <a:pt x="84" y="15454"/>
                    <a:pt x="96" y="15466"/>
                    <a:pt x="108" y="15478"/>
                  </a:cubicBezTo>
                  <a:cubicBezTo>
                    <a:pt x="120" y="15502"/>
                    <a:pt x="120" y="15514"/>
                    <a:pt x="132" y="15526"/>
                  </a:cubicBezTo>
                  <a:cubicBezTo>
                    <a:pt x="144" y="15550"/>
                    <a:pt x="156" y="15561"/>
                    <a:pt x="156" y="15585"/>
                  </a:cubicBezTo>
                  <a:cubicBezTo>
                    <a:pt x="168" y="15597"/>
                    <a:pt x="179" y="15609"/>
                    <a:pt x="191" y="15633"/>
                  </a:cubicBezTo>
                  <a:cubicBezTo>
                    <a:pt x="203" y="15645"/>
                    <a:pt x="215" y="15657"/>
                    <a:pt x="227" y="15681"/>
                  </a:cubicBezTo>
                  <a:cubicBezTo>
                    <a:pt x="239" y="15692"/>
                    <a:pt x="251" y="15716"/>
                    <a:pt x="263" y="15728"/>
                  </a:cubicBezTo>
                  <a:cubicBezTo>
                    <a:pt x="275" y="15740"/>
                    <a:pt x="287" y="15764"/>
                    <a:pt x="310" y="15776"/>
                  </a:cubicBezTo>
                  <a:lnTo>
                    <a:pt x="358" y="15823"/>
                  </a:lnTo>
                  <a:lnTo>
                    <a:pt x="406" y="15871"/>
                  </a:lnTo>
                  <a:cubicBezTo>
                    <a:pt x="430" y="15895"/>
                    <a:pt x="441" y="15907"/>
                    <a:pt x="465" y="15931"/>
                  </a:cubicBezTo>
                  <a:lnTo>
                    <a:pt x="537" y="15978"/>
                  </a:lnTo>
                  <a:cubicBezTo>
                    <a:pt x="560" y="15990"/>
                    <a:pt x="584" y="16014"/>
                    <a:pt x="620" y="16026"/>
                  </a:cubicBezTo>
                  <a:cubicBezTo>
                    <a:pt x="644" y="16050"/>
                    <a:pt x="680" y="16062"/>
                    <a:pt x="715" y="16073"/>
                  </a:cubicBezTo>
                  <a:cubicBezTo>
                    <a:pt x="763" y="16097"/>
                    <a:pt x="811" y="16109"/>
                    <a:pt x="846" y="16121"/>
                  </a:cubicBezTo>
                  <a:cubicBezTo>
                    <a:pt x="965" y="16157"/>
                    <a:pt x="1084" y="16181"/>
                    <a:pt x="1203" y="16181"/>
                  </a:cubicBezTo>
                  <a:lnTo>
                    <a:pt x="1215" y="16181"/>
                  </a:lnTo>
                  <a:cubicBezTo>
                    <a:pt x="1322" y="16181"/>
                    <a:pt x="1430" y="16169"/>
                    <a:pt x="1537" y="16133"/>
                  </a:cubicBezTo>
                  <a:cubicBezTo>
                    <a:pt x="1584" y="16121"/>
                    <a:pt x="1632" y="16109"/>
                    <a:pt x="1680" y="16085"/>
                  </a:cubicBezTo>
                  <a:lnTo>
                    <a:pt x="1751" y="16050"/>
                  </a:lnTo>
                  <a:cubicBezTo>
                    <a:pt x="1775" y="16026"/>
                    <a:pt x="1811" y="16014"/>
                    <a:pt x="1834" y="16002"/>
                  </a:cubicBezTo>
                  <a:lnTo>
                    <a:pt x="1906" y="15954"/>
                  </a:lnTo>
                  <a:cubicBezTo>
                    <a:pt x="1930" y="15931"/>
                    <a:pt x="1954" y="15919"/>
                    <a:pt x="1965" y="15907"/>
                  </a:cubicBezTo>
                  <a:cubicBezTo>
                    <a:pt x="1989" y="15883"/>
                    <a:pt x="2001" y="15871"/>
                    <a:pt x="2025" y="15859"/>
                  </a:cubicBezTo>
                  <a:lnTo>
                    <a:pt x="2073" y="15812"/>
                  </a:lnTo>
                  <a:lnTo>
                    <a:pt x="2108" y="15752"/>
                  </a:lnTo>
                  <a:lnTo>
                    <a:pt x="2156" y="15704"/>
                  </a:lnTo>
                  <a:lnTo>
                    <a:pt x="2192" y="15657"/>
                  </a:lnTo>
                  <a:lnTo>
                    <a:pt x="2215" y="15609"/>
                  </a:lnTo>
                  <a:cubicBezTo>
                    <a:pt x="2227" y="15597"/>
                    <a:pt x="2239" y="15585"/>
                    <a:pt x="2251" y="15561"/>
                  </a:cubicBezTo>
                  <a:cubicBezTo>
                    <a:pt x="2263" y="15550"/>
                    <a:pt x="2263" y="15538"/>
                    <a:pt x="2275" y="15514"/>
                  </a:cubicBezTo>
                  <a:cubicBezTo>
                    <a:pt x="2287" y="15502"/>
                    <a:pt x="2287" y="15478"/>
                    <a:pt x="2299" y="15466"/>
                  </a:cubicBezTo>
                  <a:lnTo>
                    <a:pt x="2323" y="15419"/>
                  </a:lnTo>
                  <a:cubicBezTo>
                    <a:pt x="2323" y="15407"/>
                    <a:pt x="2335" y="15383"/>
                    <a:pt x="2335" y="15371"/>
                  </a:cubicBezTo>
                  <a:cubicBezTo>
                    <a:pt x="2335" y="15359"/>
                    <a:pt x="2346" y="15335"/>
                    <a:pt x="2358" y="15323"/>
                  </a:cubicBezTo>
                  <a:cubicBezTo>
                    <a:pt x="2358" y="15311"/>
                    <a:pt x="2370" y="15288"/>
                    <a:pt x="2370" y="15276"/>
                  </a:cubicBezTo>
                  <a:cubicBezTo>
                    <a:pt x="2370" y="15264"/>
                    <a:pt x="2382" y="15240"/>
                    <a:pt x="2382" y="15228"/>
                  </a:cubicBezTo>
                  <a:cubicBezTo>
                    <a:pt x="2382" y="15204"/>
                    <a:pt x="2382" y="15192"/>
                    <a:pt x="2394" y="15180"/>
                  </a:cubicBezTo>
                  <a:cubicBezTo>
                    <a:pt x="2406" y="15157"/>
                    <a:pt x="2394" y="15145"/>
                    <a:pt x="2394" y="15133"/>
                  </a:cubicBezTo>
                  <a:cubicBezTo>
                    <a:pt x="2406" y="15109"/>
                    <a:pt x="2394" y="15097"/>
                    <a:pt x="2394" y="15085"/>
                  </a:cubicBezTo>
                  <a:lnTo>
                    <a:pt x="2394" y="15026"/>
                  </a:lnTo>
                  <a:lnTo>
                    <a:pt x="2394" y="14978"/>
                  </a:lnTo>
                  <a:lnTo>
                    <a:pt x="2394" y="14954"/>
                  </a:lnTo>
                  <a:lnTo>
                    <a:pt x="2394" y="1226"/>
                  </a:lnTo>
                  <a:cubicBezTo>
                    <a:pt x="2394" y="1226"/>
                    <a:pt x="2418" y="1214"/>
                    <a:pt x="2418" y="1214"/>
                  </a:cubicBezTo>
                  <a:lnTo>
                    <a:pt x="2418" y="1167"/>
                  </a:lnTo>
                  <a:lnTo>
                    <a:pt x="2418" y="1119"/>
                  </a:lnTo>
                  <a:cubicBezTo>
                    <a:pt x="2418" y="1107"/>
                    <a:pt x="2418" y="1084"/>
                    <a:pt x="2418" y="1072"/>
                  </a:cubicBezTo>
                  <a:cubicBezTo>
                    <a:pt x="2418" y="1060"/>
                    <a:pt x="2418" y="1036"/>
                    <a:pt x="2406" y="1024"/>
                  </a:cubicBezTo>
                  <a:cubicBezTo>
                    <a:pt x="2406" y="1012"/>
                    <a:pt x="2406" y="988"/>
                    <a:pt x="2406" y="976"/>
                  </a:cubicBezTo>
                  <a:cubicBezTo>
                    <a:pt x="2406" y="964"/>
                    <a:pt x="2406" y="941"/>
                    <a:pt x="2394" y="929"/>
                  </a:cubicBezTo>
                  <a:cubicBezTo>
                    <a:pt x="2394" y="905"/>
                    <a:pt x="2394" y="893"/>
                    <a:pt x="2382" y="881"/>
                  </a:cubicBezTo>
                  <a:cubicBezTo>
                    <a:pt x="2382" y="869"/>
                    <a:pt x="2370" y="845"/>
                    <a:pt x="2370" y="833"/>
                  </a:cubicBezTo>
                  <a:cubicBezTo>
                    <a:pt x="2370" y="810"/>
                    <a:pt x="2358" y="798"/>
                    <a:pt x="2358" y="786"/>
                  </a:cubicBezTo>
                  <a:cubicBezTo>
                    <a:pt x="2346" y="762"/>
                    <a:pt x="2346" y="750"/>
                    <a:pt x="2335" y="738"/>
                  </a:cubicBezTo>
                  <a:cubicBezTo>
                    <a:pt x="2323" y="714"/>
                    <a:pt x="2323" y="703"/>
                    <a:pt x="2311" y="691"/>
                  </a:cubicBezTo>
                  <a:lnTo>
                    <a:pt x="2287" y="643"/>
                  </a:lnTo>
                  <a:cubicBezTo>
                    <a:pt x="2275" y="619"/>
                    <a:pt x="2263" y="607"/>
                    <a:pt x="2263" y="595"/>
                  </a:cubicBezTo>
                  <a:cubicBezTo>
                    <a:pt x="2251" y="572"/>
                    <a:pt x="2239" y="560"/>
                    <a:pt x="2227" y="548"/>
                  </a:cubicBezTo>
                  <a:lnTo>
                    <a:pt x="2192" y="500"/>
                  </a:lnTo>
                  <a:lnTo>
                    <a:pt x="2156" y="452"/>
                  </a:lnTo>
                  <a:lnTo>
                    <a:pt x="2108" y="393"/>
                  </a:lnTo>
                  <a:cubicBezTo>
                    <a:pt x="2096" y="381"/>
                    <a:pt x="2084" y="369"/>
                    <a:pt x="2073" y="345"/>
                  </a:cubicBezTo>
                  <a:lnTo>
                    <a:pt x="2013" y="298"/>
                  </a:lnTo>
                  <a:cubicBezTo>
                    <a:pt x="2001" y="286"/>
                    <a:pt x="1977" y="274"/>
                    <a:pt x="1954" y="250"/>
                  </a:cubicBezTo>
                  <a:lnTo>
                    <a:pt x="1894" y="202"/>
                  </a:lnTo>
                  <a:lnTo>
                    <a:pt x="1811" y="155"/>
                  </a:lnTo>
                  <a:cubicBezTo>
                    <a:pt x="1775" y="143"/>
                    <a:pt x="1739" y="119"/>
                    <a:pt x="1715" y="107"/>
                  </a:cubicBezTo>
                  <a:cubicBezTo>
                    <a:pt x="1668" y="95"/>
                    <a:pt x="1632" y="71"/>
                    <a:pt x="1584" y="60"/>
                  </a:cubicBezTo>
                  <a:cubicBezTo>
                    <a:pt x="1501" y="36"/>
                    <a:pt x="1418" y="12"/>
                    <a:pt x="1346" y="12"/>
                  </a:cubicBezTo>
                  <a:cubicBezTo>
                    <a:pt x="1299" y="0"/>
                    <a:pt x="1251" y="0"/>
                    <a:pt x="121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2" name="Google Shape;702;p7"/>
            <p:cNvSpPr/>
            <p:nvPr/>
          </p:nvSpPr>
          <p:spPr>
            <a:xfrm>
              <a:off x="7449044" y="-169612"/>
              <a:ext cx="142572" cy="125041"/>
            </a:xfrm>
            <a:custGeom>
              <a:avLst/>
              <a:gdLst/>
              <a:ahLst/>
              <a:cxnLst/>
              <a:rect l="l" t="t" r="r" b="b"/>
              <a:pathLst>
                <a:path w="4359" h="3823" extrusionOk="0">
                  <a:moveTo>
                    <a:pt x="1131" y="0"/>
                  </a:moveTo>
                  <a:cubicBezTo>
                    <a:pt x="500" y="0"/>
                    <a:pt x="0" y="512"/>
                    <a:pt x="0" y="1131"/>
                  </a:cubicBezTo>
                  <a:lnTo>
                    <a:pt x="0" y="2679"/>
                  </a:lnTo>
                  <a:cubicBezTo>
                    <a:pt x="0" y="3310"/>
                    <a:pt x="512" y="3822"/>
                    <a:pt x="1143" y="3822"/>
                  </a:cubicBezTo>
                  <a:lnTo>
                    <a:pt x="3227" y="3822"/>
                  </a:lnTo>
                  <a:cubicBezTo>
                    <a:pt x="3846" y="3810"/>
                    <a:pt x="4358" y="3310"/>
                    <a:pt x="4358" y="2679"/>
                  </a:cubicBezTo>
                  <a:lnTo>
                    <a:pt x="4358" y="1131"/>
                  </a:lnTo>
                  <a:cubicBezTo>
                    <a:pt x="4346" y="512"/>
                    <a:pt x="3846" y="0"/>
                    <a:pt x="3215" y="0"/>
                  </a:cubicBezTo>
                  <a:close/>
                </a:path>
              </a:pathLst>
            </a:custGeom>
            <a:solidFill>
              <a:srgbClr val="821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3" name="Google Shape;703;p7"/>
            <p:cNvSpPr/>
            <p:nvPr/>
          </p:nvSpPr>
          <p:spPr>
            <a:xfrm>
              <a:off x="7448651" y="277825"/>
              <a:ext cx="142964" cy="124648"/>
            </a:xfrm>
            <a:custGeom>
              <a:avLst/>
              <a:gdLst/>
              <a:ahLst/>
              <a:cxnLst/>
              <a:rect l="l" t="t" r="r" b="b"/>
              <a:pathLst>
                <a:path w="4371" h="3811" extrusionOk="0">
                  <a:moveTo>
                    <a:pt x="1143" y="0"/>
                  </a:moveTo>
                  <a:cubicBezTo>
                    <a:pt x="512" y="0"/>
                    <a:pt x="0" y="501"/>
                    <a:pt x="12" y="1132"/>
                  </a:cubicBezTo>
                  <a:lnTo>
                    <a:pt x="12" y="2679"/>
                  </a:lnTo>
                  <a:cubicBezTo>
                    <a:pt x="12" y="3310"/>
                    <a:pt x="524" y="3810"/>
                    <a:pt x="1143" y="3810"/>
                  </a:cubicBezTo>
                  <a:lnTo>
                    <a:pt x="3227" y="3810"/>
                  </a:lnTo>
                  <a:cubicBezTo>
                    <a:pt x="3858" y="3810"/>
                    <a:pt x="4370" y="3298"/>
                    <a:pt x="4370" y="2679"/>
                  </a:cubicBezTo>
                  <a:lnTo>
                    <a:pt x="4370" y="1132"/>
                  </a:lnTo>
                  <a:cubicBezTo>
                    <a:pt x="4370" y="512"/>
                    <a:pt x="3858" y="0"/>
                    <a:pt x="3227" y="0"/>
                  </a:cubicBezTo>
                  <a:close/>
                </a:path>
              </a:pathLst>
            </a:custGeom>
            <a:solidFill>
              <a:srgbClr val="821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4" name="Google Shape;704;p7"/>
            <p:cNvSpPr/>
            <p:nvPr/>
          </p:nvSpPr>
          <p:spPr>
            <a:xfrm>
              <a:off x="7472004" y="-148189"/>
              <a:ext cx="80264" cy="529240"/>
            </a:xfrm>
            <a:custGeom>
              <a:avLst/>
              <a:gdLst/>
              <a:ahLst/>
              <a:cxnLst/>
              <a:rect l="l" t="t" r="r" b="b"/>
              <a:pathLst>
                <a:path w="2454" h="16181" extrusionOk="0">
                  <a:moveTo>
                    <a:pt x="1227" y="0"/>
                  </a:moveTo>
                  <a:cubicBezTo>
                    <a:pt x="930" y="0"/>
                    <a:pt x="632" y="119"/>
                    <a:pt x="418" y="310"/>
                  </a:cubicBezTo>
                  <a:lnTo>
                    <a:pt x="394" y="333"/>
                  </a:lnTo>
                  <a:cubicBezTo>
                    <a:pt x="358" y="369"/>
                    <a:pt x="334" y="393"/>
                    <a:pt x="299" y="429"/>
                  </a:cubicBezTo>
                  <a:cubicBezTo>
                    <a:pt x="287" y="452"/>
                    <a:pt x="263" y="476"/>
                    <a:pt x="251" y="500"/>
                  </a:cubicBezTo>
                  <a:cubicBezTo>
                    <a:pt x="227" y="524"/>
                    <a:pt x="203" y="560"/>
                    <a:pt x="179" y="595"/>
                  </a:cubicBezTo>
                  <a:cubicBezTo>
                    <a:pt x="168" y="631"/>
                    <a:pt x="144" y="655"/>
                    <a:pt x="132" y="691"/>
                  </a:cubicBezTo>
                  <a:cubicBezTo>
                    <a:pt x="120" y="726"/>
                    <a:pt x="96" y="750"/>
                    <a:pt x="84" y="786"/>
                  </a:cubicBezTo>
                  <a:cubicBezTo>
                    <a:pt x="72" y="833"/>
                    <a:pt x="60" y="869"/>
                    <a:pt x="48" y="917"/>
                  </a:cubicBezTo>
                  <a:cubicBezTo>
                    <a:pt x="48" y="941"/>
                    <a:pt x="37" y="964"/>
                    <a:pt x="25" y="1000"/>
                  </a:cubicBezTo>
                  <a:cubicBezTo>
                    <a:pt x="13" y="1072"/>
                    <a:pt x="1" y="1143"/>
                    <a:pt x="1" y="1226"/>
                  </a:cubicBezTo>
                  <a:lnTo>
                    <a:pt x="1" y="14954"/>
                  </a:lnTo>
                  <a:cubicBezTo>
                    <a:pt x="1" y="15633"/>
                    <a:pt x="549" y="16181"/>
                    <a:pt x="1227" y="16181"/>
                  </a:cubicBezTo>
                  <a:cubicBezTo>
                    <a:pt x="1311" y="16181"/>
                    <a:pt x="1394" y="16169"/>
                    <a:pt x="1477" y="16157"/>
                  </a:cubicBezTo>
                  <a:lnTo>
                    <a:pt x="1525" y="16145"/>
                  </a:lnTo>
                  <a:cubicBezTo>
                    <a:pt x="1584" y="16121"/>
                    <a:pt x="1656" y="16097"/>
                    <a:pt x="1715" y="16073"/>
                  </a:cubicBezTo>
                  <a:lnTo>
                    <a:pt x="1739" y="16073"/>
                  </a:lnTo>
                  <a:cubicBezTo>
                    <a:pt x="1882" y="16002"/>
                    <a:pt x="2013" y="15907"/>
                    <a:pt x="2120" y="15788"/>
                  </a:cubicBezTo>
                  <a:cubicBezTo>
                    <a:pt x="2334" y="15561"/>
                    <a:pt x="2442" y="15276"/>
                    <a:pt x="2442" y="14966"/>
                  </a:cubicBezTo>
                  <a:lnTo>
                    <a:pt x="2442" y="1226"/>
                  </a:lnTo>
                  <a:cubicBezTo>
                    <a:pt x="2454" y="548"/>
                    <a:pt x="1906" y="0"/>
                    <a:pt x="1227" y="0"/>
                  </a:cubicBezTo>
                  <a:close/>
                </a:path>
              </a:pathLst>
            </a:custGeom>
            <a:solidFill>
              <a:srgbClr val="272425">
                <a:alpha val="200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5" name="Google Shape;705;p7"/>
            <p:cNvSpPr/>
            <p:nvPr/>
          </p:nvSpPr>
          <p:spPr>
            <a:xfrm>
              <a:off x="7484073" y="-148189"/>
              <a:ext cx="78694" cy="529240"/>
            </a:xfrm>
            <a:custGeom>
              <a:avLst/>
              <a:gdLst/>
              <a:ahLst/>
              <a:cxnLst/>
              <a:rect l="l" t="t" r="r" b="b"/>
              <a:pathLst>
                <a:path w="2406" h="16181" extrusionOk="0">
                  <a:moveTo>
                    <a:pt x="1132" y="0"/>
                  </a:moveTo>
                  <a:cubicBezTo>
                    <a:pt x="1037" y="0"/>
                    <a:pt x="953" y="24"/>
                    <a:pt x="870" y="48"/>
                  </a:cubicBezTo>
                  <a:cubicBezTo>
                    <a:pt x="822" y="60"/>
                    <a:pt x="787" y="71"/>
                    <a:pt x="739" y="83"/>
                  </a:cubicBezTo>
                  <a:cubicBezTo>
                    <a:pt x="703" y="107"/>
                    <a:pt x="668" y="119"/>
                    <a:pt x="644" y="131"/>
                  </a:cubicBezTo>
                  <a:cubicBezTo>
                    <a:pt x="608" y="155"/>
                    <a:pt x="584" y="167"/>
                    <a:pt x="561" y="179"/>
                  </a:cubicBezTo>
                  <a:cubicBezTo>
                    <a:pt x="537" y="202"/>
                    <a:pt x="513" y="214"/>
                    <a:pt x="489" y="226"/>
                  </a:cubicBezTo>
                  <a:lnTo>
                    <a:pt x="430" y="274"/>
                  </a:lnTo>
                  <a:lnTo>
                    <a:pt x="382" y="322"/>
                  </a:lnTo>
                  <a:cubicBezTo>
                    <a:pt x="358" y="333"/>
                    <a:pt x="346" y="357"/>
                    <a:pt x="334" y="369"/>
                  </a:cubicBezTo>
                  <a:cubicBezTo>
                    <a:pt x="311" y="381"/>
                    <a:pt x="299" y="393"/>
                    <a:pt x="287" y="417"/>
                  </a:cubicBezTo>
                  <a:lnTo>
                    <a:pt x="251" y="464"/>
                  </a:lnTo>
                  <a:lnTo>
                    <a:pt x="215" y="512"/>
                  </a:lnTo>
                  <a:lnTo>
                    <a:pt x="180" y="560"/>
                  </a:lnTo>
                  <a:cubicBezTo>
                    <a:pt x="168" y="572"/>
                    <a:pt x="156" y="583"/>
                    <a:pt x="156" y="607"/>
                  </a:cubicBezTo>
                  <a:lnTo>
                    <a:pt x="120" y="655"/>
                  </a:lnTo>
                  <a:cubicBezTo>
                    <a:pt x="120" y="667"/>
                    <a:pt x="108" y="679"/>
                    <a:pt x="96" y="703"/>
                  </a:cubicBezTo>
                  <a:cubicBezTo>
                    <a:pt x="96" y="714"/>
                    <a:pt x="84" y="726"/>
                    <a:pt x="72" y="750"/>
                  </a:cubicBezTo>
                  <a:cubicBezTo>
                    <a:pt x="72" y="762"/>
                    <a:pt x="72" y="774"/>
                    <a:pt x="60" y="786"/>
                  </a:cubicBezTo>
                  <a:lnTo>
                    <a:pt x="49" y="833"/>
                  </a:lnTo>
                  <a:lnTo>
                    <a:pt x="25" y="881"/>
                  </a:lnTo>
                  <a:cubicBezTo>
                    <a:pt x="25" y="905"/>
                    <a:pt x="25" y="917"/>
                    <a:pt x="13" y="929"/>
                  </a:cubicBezTo>
                  <a:cubicBezTo>
                    <a:pt x="13" y="953"/>
                    <a:pt x="13" y="964"/>
                    <a:pt x="1" y="976"/>
                  </a:cubicBezTo>
                  <a:lnTo>
                    <a:pt x="1" y="1024"/>
                  </a:lnTo>
                  <a:lnTo>
                    <a:pt x="1" y="1072"/>
                  </a:lnTo>
                  <a:lnTo>
                    <a:pt x="1" y="1119"/>
                  </a:lnTo>
                  <a:lnTo>
                    <a:pt x="1" y="1167"/>
                  </a:lnTo>
                  <a:lnTo>
                    <a:pt x="1" y="1214"/>
                  </a:lnTo>
                  <a:lnTo>
                    <a:pt x="1" y="14954"/>
                  </a:lnTo>
                  <a:lnTo>
                    <a:pt x="1" y="14990"/>
                  </a:lnTo>
                  <a:lnTo>
                    <a:pt x="1" y="15050"/>
                  </a:lnTo>
                  <a:lnTo>
                    <a:pt x="1" y="15097"/>
                  </a:lnTo>
                  <a:lnTo>
                    <a:pt x="1" y="15145"/>
                  </a:lnTo>
                  <a:lnTo>
                    <a:pt x="1" y="15192"/>
                  </a:lnTo>
                  <a:cubicBezTo>
                    <a:pt x="1" y="15204"/>
                    <a:pt x="13" y="15216"/>
                    <a:pt x="13" y="15240"/>
                  </a:cubicBezTo>
                  <a:cubicBezTo>
                    <a:pt x="25" y="15252"/>
                    <a:pt x="13" y="15276"/>
                    <a:pt x="25" y="15288"/>
                  </a:cubicBezTo>
                  <a:cubicBezTo>
                    <a:pt x="37" y="15300"/>
                    <a:pt x="37" y="15323"/>
                    <a:pt x="49" y="15335"/>
                  </a:cubicBezTo>
                  <a:cubicBezTo>
                    <a:pt x="49" y="15347"/>
                    <a:pt x="60" y="15371"/>
                    <a:pt x="60" y="15383"/>
                  </a:cubicBezTo>
                  <a:cubicBezTo>
                    <a:pt x="72" y="15407"/>
                    <a:pt x="72" y="15419"/>
                    <a:pt x="84" y="15431"/>
                  </a:cubicBezTo>
                  <a:cubicBezTo>
                    <a:pt x="84" y="15454"/>
                    <a:pt x="96" y="15466"/>
                    <a:pt x="108" y="15478"/>
                  </a:cubicBezTo>
                  <a:cubicBezTo>
                    <a:pt x="108" y="15502"/>
                    <a:pt x="120" y="15514"/>
                    <a:pt x="132" y="15526"/>
                  </a:cubicBezTo>
                  <a:cubicBezTo>
                    <a:pt x="132" y="15550"/>
                    <a:pt x="144" y="15561"/>
                    <a:pt x="156" y="15585"/>
                  </a:cubicBezTo>
                  <a:cubicBezTo>
                    <a:pt x="168" y="15597"/>
                    <a:pt x="180" y="15609"/>
                    <a:pt x="191" y="15633"/>
                  </a:cubicBezTo>
                  <a:cubicBezTo>
                    <a:pt x="191" y="15645"/>
                    <a:pt x="203" y="15669"/>
                    <a:pt x="227" y="15681"/>
                  </a:cubicBezTo>
                  <a:lnTo>
                    <a:pt x="263" y="15728"/>
                  </a:lnTo>
                  <a:lnTo>
                    <a:pt x="299" y="15776"/>
                  </a:lnTo>
                  <a:lnTo>
                    <a:pt x="346" y="15823"/>
                  </a:lnTo>
                  <a:lnTo>
                    <a:pt x="406" y="15871"/>
                  </a:lnTo>
                  <a:cubicBezTo>
                    <a:pt x="418" y="15895"/>
                    <a:pt x="441" y="15907"/>
                    <a:pt x="465" y="15931"/>
                  </a:cubicBezTo>
                  <a:cubicBezTo>
                    <a:pt x="489" y="15942"/>
                    <a:pt x="501" y="15966"/>
                    <a:pt x="525" y="15978"/>
                  </a:cubicBezTo>
                  <a:cubicBezTo>
                    <a:pt x="584" y="16014"/>
                    <a:pt x="644" y="16050"/>
                    <a:pt x="715" y="16073"/>
                  </a:cubicBezTo>
                  <a:cubicBezTo>
                    <a:pt x="751" y="16097"/>
                    <a:pt x="799" y="16109"/>
                    <a:pt x="846" y="16121"/>
                  </a:cubicBezTo>
                  <a:cubicBezTo>
                    <a:pt x="965" y="16157"/>
                    <a:pt x="1084" y="16181"/>
                    <a:pt x="1203" y="16181"/>
                  </a:cubicBezTo>
                  <a:lnTo>
                    <a:pt x="1215" y="16181"/>
                  </a:lnTo>
                  <a:cubicBezTo>
                    <a:pt x="1323" y="16181"/>
                    <a:pt x="1430" y="16169"/>
                    <a:pt x="1525" y="16133"/>
                  </a:cubicBezTo>
                  <a:cubicBezTo>
                    <a:pt x="1573" y="16121"/>
                    <a:pt x="1620" y="16109"/>
                    <a:pt x="1668" y="16085"/>
                  </a:cubicBezTo>
                  <a:cubicBezTo>
                    <a:pt x="1704" y="16073"/>
                    <a:pt x="1739" y="16062"/>
                    <a:pt x="1775" y="16038"/>
                  </a:cubicBezTo>
                  <a:lnTo>
                    <a:pt x="1858" y="15990"/>
                  </a:lnTo>
                  <a:lnTo>
                    <a:pt x="1918" y="15942"/>
                  </a:lnTo>
                  <a:cubicBezTo>
                    <a:pt x="1942" y="15931"/>
                    <a:pt x="1965" y="15919"/>
                    <a:pt x="1989" y="15907"/>
                  </a:cubicBezTo>
                  <a:lnTo>
                    <a:pt x="2037" y="15859"/>
                  </a:lnTo>
                  <a:lnTo>
                    <a:pt x="2085" y="15812"/>
                  </a:lnTo>
                  <a:lnTo>
                    <a:pt x="2132" y="15752"/>
                  </a:lnTo>
                  <a:cubicBezTo>
                    <a:pt x="2144" y="15740"/>
                    <a:pt x="2156" y="15728"/>
                    <a:pt x="2168" y="15704"/>
                  </a:cubicBezTo>
                  <a:cubicBezTo>
                    <a:pt x="2180" y="15692"/>
                    <a:pt x="2192" y="15681"/>
                    <a:pt x="2204" y="15657"/>
                  </a:cubicBezTo>
                  <a:lnTo>
                    <a:pt x="2239" y="15609"/>
                  </a:lnTo>
                  <a:lnTo>
                    <a:pt x="2275" y="15561"/>
                  </a:lnTo>
                  <a:cubicBezTo>
                    <a:pt x="2275" y="15550"/>
                    <a:pt x="2287" y="15538"/>
                    <a:pt x="2299" y="15514"/>
                  </a:cubicBezTo>
                  <a:cubicBezTo>
                    <a:pt x="2299" y="15502"/>
                    <a:pt x="2311" y="15478"/>
                    <a:pt x="2323" y="15466"/>
                  </a:cubicBezTo>
                  <a:cubicBezTo>
                    <a:pt x="2323" y="15454"/>
                    <a:pt x="2335" y="15431"/>
                    <a:pt x="2335" y="15419"/>
                  </a:cubicBezTo>
                  <a:cubicBezTo>
                    <a:pt x="2346" y="15407"/>
                    <a:pt x="2346" y="15383"/>
                    <a:pt x="2358" y="15371"/>
                  </a:cubicBezTo>
                  <a:cubicBezTo>
                    <a:pt x="2358" y="15359"/>
                    <a:pt x="2370" y="15335"/>
                    <a:pt x="2370" y="15323"/>
                  </a:cubicBezTo>
                  <a:lnTo>
                    <a:pt x="2394" y="15276"/>
                  </a:lnTo>
                  <a:cubicBezTo>
                    <a:pt x="2394" y="15264"/>
                    <a:pt x="2394" y="15240"/>
                    <a:pt x="2406" y="15228"/>
                  </a:cubicBezTo>
                  <a:lnTo>
                    <a:pt x="2406" y="15180"/>
                  </a:lnTo>
                  <a:cubicBezTo>
                    <a:pt x="2406" y="15157"/>
                    <a:pt x="2406" y="15145"/>
                    <a:pt x="2406" y="15133"/>
                  </a:cubicBezTo>
                  <a:lnTo>
                    <a:pt x="2406" y="15085"/>
                  </a:lnTo>
                  <a:lnTo>
                    <a:pt x="2406" y="15026"/>
                  </a:lnTo>
                  <a:lnTo>
                    <a:pt x="2406" y="14978"/>
                  </a:lnTo>
                  <a:cubicBezTo>
                    <a:pt x="2406" y="14978"/>
                    <a:pt x="2406" y="14966"/>
                    <a:pt x="2406" y="14954"/>
                  </a:cubicBezTo>
                  <a:lnTo>
                    <a:pt x="2406" y="1214"/>
                  </a:lnTo>
                  <a:lnTo>
                    <a:pt x="2406" y="1167"/>
                  </a:lnTo>
                  <a:lnTo>
                    <a:pt x="2406" y="1119"/>
                  </a:lnTo>
                  <a:lnTo>
                    <a:pt x="2406" y="1072"/>
                  </a:lnTo>
                  <a:cubicBezTo>
                    <a:pt x="2406" y="1060"/>
                    <a:pt x="2406" y="1036"/>
                    <a:pt x="2406" y="1024"/>
                  </a:cubicBezTo>
                  <a:lnTo>
                    <a:pt x="2406" y="976"/>
                  </a:lnTo>
                  <a:cubicBezTo>
                    <a:pt x="2406" y="964"/>
                    <a:pt x="2394" y="941"/>
                    <a:pt x="2394" y="929"/>
                  </a:cubicBezTo>
                  <a:cubicBezTo>
                    <a:pt x="2394" y="917"/>
                    <a:pt x="2382" y="893"/>
                    <a:pt x="2382" y="881"/>
                  </a:cubicBezTo>
                  <a:cubicBezTo>
                    <a:pt x="2370" y="869"/>
                    <a:pt x="2370" y="845"/>
                    <a:pt x="2358" y="833"/>
                  </a:cubicBezTo>
                  <a:cubicBezTo>
                    <a:pt x="2358" y="822"/>
                    <a:pt x="2358" y="798"/>
                    <a:pt x="2346" y="786"/>
                  </a:cubicBezTo>
                  <a:lnTo>
                    <a:pt x="2323" y="738"/>
                  </a:lnTo>
                  <a:cubicBezTo>
                    <a:pt x="2323" y="714"/>
                    <a:pt x="2311" y="703"/>
                    <a:pt x="2299" y="691"/>
                  </a:cubicBezTo>
                  <a:lnTo>
                    <a:pt x="2287" y="643"/>
                  </a:lnTo>
                  <a:cubicBezTo>
                    <a:pt x="2275" y="619"/>
                    <a:pt x="2263" y="607"/>
                    <a:pt x="2251" y="595"/>
                  </a:cubicBezTo>
                  <a:lnTo>
                    <a:pt x="2227" y="548"/>
                  </a:lnTo>
                  <a:cubicBezTo>
                    <a:pt x="2216" y="524"/>
                    <a:pt x="2204" y="512"/>
                    <a:pt x="2192" y="500"/>
                  </a:cubicBezTo>
                  <a:cubicBezTo>
                    <a:pt x="2180" y="476"/>
                    <a:pt x="2168" y="464"/>
                    <a:pt x="2156" y="452"/>
                  </a:cubicBezTo>
                  <a:lnTo>
                    <a:pt x="2108" y="393"/>
                  </a:lnTo>
                  <a:lnTo>
                    <a:pt x="2061" y="345"/>
                  </a:lnTo>
                  <a:lnTo>
                    <a:pt x="2013" y="298"/>
                  </a:lnTo>
                  <a:cubicBezTo>
                    <a:pt x="1989" y="286"/>
                    <a:pt x="1965" y="274"/>
                    <a:pt x="1954" y="250"/>
                  </a:cubicBezTo>
                  <a:lnTo>
                    <a:pt x="1882" y="202"/>
                  </a:lnTo>
                  <a:lnTo>
                    <a:pt x="1799" y="155"/>
                  </a:lnTo>
                  <a:cubicBezTo>
                    <a:pt x="1775" y="143"/>
                    <a:pt x="1739" y="119"/>
                    <a:pt x="1704" y="107"/>
                  </a:cubicBezTo>
                  <a:cubicBezTo>
                    <a:pt x="1668" y="95"/>
                    <a:pt x="1620" y="71"/>
                    <a:pt x="1573" y="60"/>
                  </a:cubicBezTo>
                  <a:cubicBezTo>
                    <a:pt x="1501" y="36"/>
                    <a:pt x="1418" y="12"/>
                    <a:pt x="1334" y="12"/>
                  </a:cubicBezTo>
                  <a:cubicBezTo>
                    <a:pt x="1287" y="0"/>
                    <a:pt x="1251" y="0"/>
                    <a:pt x="12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06" name="Google Shape;706;p7"/>
          <p:cNvSpPr txBox="1">
            <a:spLocks noGrp="1"/>
          </p:cNvSpPr>
          <p:nvPr>
            <p:ph type="body" idx="1"/>
          </p:nvPr>
        </p:nvSpPr>
        <p:spPr>
          <a:xfrm>
            <a:off x="2248350" y="1680150"/>
            <a:ext cx="4647300" cy="2121000"/>
          </a:xfrm>
          <a:prstGeom prst="rect">
            <a:avLst/>
          </a:prstGeom>
        </p:spPr>
        <p:txBody>
          <a:bodyPr spcFirstLastPara="1" wrap="square" lIns="91425" tIns="91425" rIns="91425" bIns="91425" anchor="ctr" anchorCtr="0">
            <a:noAutofit/>
          </a:bodyPr>
          <a:lstStyle>
            <a:lvl1pPr marL="457200" lvl="0" indent="-317500" rtl="0">
              <a:lnSpc>
                <a:spcPct val="100000"/>
              </a:lnSpc>
              <a:spcBef>
                <a:spcPts val="0"/>
              </a:spcBef>
              <a:spcAft>
                <a:spcPts val="0"/>
              </a:spcAft>
              <a:buSzPts val="1400"/>
              <a:buFont typeface="Montserrat"/>
              <a:buChar char="●"/>
              <a:defRPr sz="1400"/>
            </a:lvl1pPr>
            <a:lvl2pPr marL="914400" lvl="1" indent="-317500" rtl="0">
              <a:lnSpc>
                <a:spcPct val="100000"/>
              </a:lnSpc>
              <a:spcBef>
                <a:spcPts val="0"/>
              </a:spcBef>
              <a:spcAft>
                <a:spcPts val="0"/>
              </a:spcAft>
              <a:buSzPts val="1400"/>
              <a:buFont typeface="Montserrat"/>
              <a:buChar char="○"/>
              <a:defRPr sz="1400"/>
            </a:lvl2pPr>
            <a:lvl3pPr marL="1371600" lvl="2" indent="-317500" rtl="0">
              <a:spcBef>
                <a:spcPts val="0"/>
              </a:spcBef>
              <a:spcAft>
                <a:spcPts val="0"/>
              </a:spcAft>
              <a:buSzPts val="1400"/>
              <a:buFont typeface="Montserrat"/>
              <a:buChar char="■"/>
              <a:defRPr sz="1400"/>
            </a:lvl3pPr>
            <a:lvl4pPr marL="1828800" lvl="3" indent="-317500" rtl="0">
              <a:spcBef>
                <a:spcPts val="0"/>
              </a:spcBef>
              <a:spcAft>
                <a:spcPts val="0"/>
              </a:spcAft>
              <a:buSzPts val="1400"/>
              <a:buFont typeface="Montserrat"/>
              <a:buChar char="●"/>
              <a:defRPr sz="1400"/>
            </a:lvl4pPr>
            <a:lvl5pPr marL="2286000" lvl="4" indent="-317500" rtl="0">
              <a:spcBef>
                <a:spcPts val="0"/>
              </a:spcBef>
              <a:spcAft>
                <a:spcPts val="0"/>
              </a:spcAft>
              <a:buSzPts val="1400"/>
              <a:buFont typeface="Montserrat"/>
              <a:buChar char="○"/>
              <a:defRPr sz="1400"/>
            </a:lvl5pPr>
            <a:lvl6pPr marL="2743200" lvl="5" indent="-317500" rtl="0">
              <a:spcBef>
                <a:spcPts val="0"/>
              </a:spcBef>
              <a:spcAft>
                <a:spcPts val="0"/>
              </a:spcAft>
              <a:buSzPts val="1400"/>
              <a:buFont typeface="Montserrat"/>
              <a:buChar char="■"/>
              <a:defRPr sz="1400"/>
            </a:lvl6pPr>
            <a:lvl7pPr marL="3200400" lvl="6" indent="-317500" rtl="0">
              <a:spcBef>
                <a:spcPts val="0"/>
              </a:spcBef>
              <a:spcAft>
                <a:spcPts val="0"/>
              </a:spcAft>
              <a:buSzPts val="1400"/>
              <a:buFont typeface="Montserrat"/>
              <a:buChar char="●"/>
              <a:defRPr sz="1400"/>
            </a:lvl7pPr>
            <a:lvl8pPr marL="3657600" lvl="7" indent="-317500" rtl="0">
              <a:spcBef>
                <a:spcPts val="0"/>
              </a:spcBef>
              <a:spcAft>
                <a:spcPts val="0"/>
              </a:spcAft>
              <a:buSzPts val="1400"/>
              <a:buFont typeface="Montserrat"/>
              <a:buChar char="○"/>
              <a:defRPr sz="1400"/>
            </a:lvl8pPr>
            <a:lvl9pPr marL="4114800" lvl="8" indent="-317500" rtl="0">
              <a:spcBef>
                <a:spcPts val="0"/>
              </a:spcBef>
              <a:spcAft>
                <a:spcPts val="0"/>
              </a:spcAft>
              <a:buSzPts val="1400"/>
              <a:buFont typeface="Montserrat"/>
              <a:buChar char="■"/>
              <a:defRPr sz="1400"/>
            </a:lvl9pPr>
          </a:lstStyle>
          <a:p>
            <a:endParaRPr/>
          </a:p>
        </p:txBody>
      </p:sp>
      <p:sp>
        <p:nvSpPr>
          <p:cNvPr id="707" name="Google Shape;707;p7"/>
          <p:cNvSpPr txBox="1">
            <a:spLocks noGrp="1"/>
          </p:cNvSpPr>
          <p:nvPr>
            <p:ph type="title"/>
          </p:nvPr>
        </p:nvSpPr>
        <p:spPr>
          <a:xfrm>
            <a:off x="796663" y="307050"/>
            <a:ext cx="7550700" cy="5694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600"/>
              <a:buNone/>
              <a:defRPr/>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rgbClr val="FFECC6"/>
        </a:solidFill>
        <a:effectLst/>
      </p:bgPr>
    </p:bg>
    <p:spTree>
      <p:nvGrpSpPr>
        <p:cNvPr id="1" name="Shape 708"/>
        <p:cNvGrpSpPr/>
        <p:nvPr/>
      </p:nvGrpSpPr>
      <p:grpSpPr>
        <a:xfrm>
          <a:off x="0" y="0"/>
          <a:ext cx="0" cy="0"/>
          <a:chOff x="0" y="0"/>
          <a:chExt cx="0" cy="0"/>
        </a:xfrm>
      </p:grpSpPr>
      <p:grpSp>
        <p:nvGrpSpPr>
          <p:cNvPr id="709" name="Google Shape;709;p8"/>
          <p:cNvGrpSpPr/>
          <p:nvPr/>
        </p:nvGrpSpPr>
        <p:grpSpPr>
          <a:xfrm>
            <a:off x="162150" y="-169612"/>
            <a:ext cx="8819708" cy="5143516"/>
            <a:chOff x="162150" y="-169612"/>
            <a:chExt cx="8819708" cy="5143516"/>
          </a:xfrm>
        </p:grpSpPr>
        <p:sp>
          <p:nvSpPr>
            <p:cNvPr id="710" name="Google Shape;710;p8"/>
            <p:cNvSpPr/>
            <p:nvPr/>
          </p:nvSpPr>
          <p:spPr>
            <a:xfrm>
              <a:off x="162150" y="-107305"/>
              <a:ext cx="8819708" cy="5081208"/>
            </a:xfrm>
            <a:custGeom>
              <a:avLst/>
              <a:gdLst/>
              <a:ahLst/>
              <a:cxnLst/>
              <a:rect l="l" t="t" r="r" b="b"/>
              <a:pathLst>
                <a:path w="269654" h="155353" extrusionOk="0">
                  <a:moveTo>
                    <a:pt x="1394" y="0"/>
                  </a:moveTo>
                  <a:cubicBezTo>
                    <a:pt x="2537" y="2298"/>
                    <a:pt x="3227" y="5358"/>
                    <a:pt x="3227" y="8739"/>
                  </a:cubicBezTo>
                  <a:cubicBezTo>
                    <a:pt x="3227" y="13323"/>
                    <a:pt x="1941" y="17348"/>
                    <a:pt x="1" y="19622"/>
                  </a:cubicBezTo>
                  <a:lnTo>
                    <a:pt x="1" y="152769"/>
                  </a:lnTo>
                  <a:cubicBezTo>
                    <a:pt x="1" y="154138"/>
                    <a:pt x="1072" y="155257"/>
                    <a:pt x="2394" y="155257"/>
                  </a:cubicBezTo>
                  <a:lnTo>
                    <a:pt x="51245" y="155257"/>
                  </a:lnTo>
                  <a:cubicBezTo>
                    <a:pt x="51459" y="155317"/>
                    <a:pt x="51686" y="155353"/>
                    <a:pt x="51912" y="155353"/>
                  </a:cubicBezTo>
                  <a:lnTo>
                    <a:pt x="267260" y="155353"/>
                  </a:lnTo>
                  <a:cubicBezTo>
                    <a:pt x="268582" y="155353"/>
                    <a:pt x="269653" y="154233"/>
                    <a:pt x="269653" y="152864"/>
                  </a:cubicBezTo>
                  <a:lnTo>
                    <a:pt x="269653" y="20038"/>
                  </a:lnTo>
                  <a:cubicBezTo>
                    <a:pt x="267558" y="17860"/>
                    <a:pt x="266129" y="13657"/>
                    <a:pt x="266129" y="8835"/>
                  </a:cubicBezTo>
                  <a:cubicBezTo>
                    <a:pt x="266129" y="5406"/>
                    <a:pt x="266844" y="2298"/>
                    <a:pt x="26801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1" name="Google Shape;711;p8"/>
            <p:cNvSpPr/>
            <p:nvPr/>
          </p:nvSpPr>
          <p:spPr>
            <a:xfrm>
              <a:off x="164505" y="-107305"/>
              <a:ext cx="8814639" cy="662033"/>
            </a:xfrm>
            <a:custGeom>
              <a:avLst/>
              <a:gdLst/>
              <a:ahLst/>
              <a:cxnLst/>
              <a:rect l="l" t="t" r="r" b="b"/>
              <a:pathLst>
                <a:path w="269499" h="20241" extrusionOk="0">
                  <a:moveTo>
                    <a:pt x="1405" y="0"/>
                  </a:moveTo>
                  <a:cubicBezTo>
                    <a:pt x="2524" y="2250"/>
                    <a:pt x="3239" y="5334"/>
                    <a:pt x="3239" y="8739"/>
                  </a:cubicBezTo>
                  <a:cubicBezTo>
                    <a:pt x="3239" y="13395"/>
                    <a:pt x="1881" y="17431"/>
                    <a:pt x="0" y="19622"/>
                  </a:cubicBezTo>
                  <a:lnTo>
                    <a:pt x="49828" y="19622"/>
                  </a:lnTo>
                  <a:cubicBezTo>
                    <a:pt x="49649" y="19836"/>
                    <a:pt x="49482" y="20050"/>
                    <a:pt x="49292" y="20241"/>
                  </a:cubicBezTo>
                  <a:lnTo>
                    <a:pt x="269498" y="20241"/>
                  </a:lnTo>
                  <a:lnTo>
                    <a:pt x="269498" y="20074"/>
                  </a:lnTo>
                  <a:cubicBezTo>
                    <a:pt x="267486" y="17848"/>
                    <a:pt x="265974" y="13776"/>
                    <a:pt x="265974" y="9085"/>
                  </a:cubicBezTo>
                  <a:cubicBezTo>
                    <a:pt x="265974" y="5632"/>
                    <a:pt x="266593" y="2477"/>
                    <a:pt x="267867" y="0"/>
                  </a:cubicBezTo>
                  <a:close/>
                </a:path>
              </a:pathLst>
            </a:custGeom>
            <a:solidFill>
              <a:srgbClr val="272425">
                <a:alpha val="2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2" name="Google Shape;712;p8"/>
            <p:cNvSpPr/>
            <p:nvPr/>
          </p:nvSpPr>
          <p:spPr>
            <a:xfrm>
              <a:off x="356072" y="219409"/>
              <a:ext cx="8241407" cy="4567962"/>
            </a:xfrm>
            <a:custGeom>
              <a:avLst/>
              <a:gdLst/>
              <a:ahLst/>
              <a:cxnLst/>
              <a:rect l="l" t="t" r="r" b="b"/>
              <a:pathLst>
                <a:path w="251973" h="139661" extrusionOk="0">
                  <a:moveTo>
                    <a:pt x="1" y="1"/>
                  </a:moveTo>
                  <a:lnTo>
                    <a:pt x="1" y="139661"/>
                  </a:lnTo>
                  <a:lnTo>
                    <a:pt x="251973" y="139661"/>
                  </a:lnTo>
                  <a:lnTo>
                    <a:pt x="251973" y="1"/>
                  </a:lnTo>
                  <a:close/>
                </a:path>
              </a:pathLst>
            </a:custGeom>
            <a:solidFill>
              <a:srgbClr val="272425">
                <a:alpha val="2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3" name="Google Shape;713;p8"/>
            <p:cNvSpPr/>
            <p:nvPr/>
          </p:nvSpPr>
          <p:spPr>
            <a:xfrm>
              <a:off x="472151" y="215910"/>
              <a:ext cx="8199705" cy="4458523"/>
            </a:xfrm>
            <a:custGeom>
              <a:avLst/>
              <a:gdLst/>
              <a:ahLst/>
              <a:cxnLst/>
              <a:rect l="l" t="t" r="r" b="b"/>
              <a:pathLst>
                <a:path w="250698" h="136315" extrusionOk="0">
                  <a:moveTo>
                    <a:pt x="0" y="0"/>
                  </a:moveTo>
                  <a:lnTo>
                    <a:pt x="0" y="136315"/>
                  </a:lnTo>
                  <a:lnTo>
                    <a:pt x="250698" y="136315"/>
                  </a:lnTo>
                  <a:lnTo>
                    <a:pt x="250698"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714" name="Google Shape;714;p8"/>
            <p:cNvPicPr preferRelativeResize="0"/>
            <p:nvPr/>
          </p:nvPicPr>
          <p:blipFill>
            <a:blip r:embed="rId2">
              <a:alphaModFix/>
            </a:blip>
            <a:stretch>
              <a:fillRect/>
            </a:stretch>
          </p:blipFill>
          <p:spPr>
            <a:xfrm>
              <a:off x="468438" y="223775"/>
              <a:ext cx="8207124" cy="4442774"/>
            </a:xfrm>
            <a:prstGeom prst="rect">
              <a:avLst/>
            </a:prstGeom>
            <a:noFill/>
            <a:ln>
              <a:noFill/>
            </a:ln>
          </p:spPr>
        </p:pic>
        <p:sp>
          <p:nvSpPr>
            <p:cNvPr id="715" name="Google Shape;715;p8"/>
            <p:cNvSpPr/>
            <p:nvPr/>
          </p:nvSpPr>
          <p:spPr>
            <a:xfrm>
              <a:off x="1544390" y="-169612"/>
              <a:ext cx="142572" cy="125041"/>
            </a:xfrm>
            <a:custGeom>
              <a:avLst/>
              <a:gdLst/>
              <a:ahLst/>
              <a:cxnLst/>
              <a:rect l="l" t="t" r="r" b="b"/>
              <a:pathLst>
                <a:path w="4359" h="3823" extrusionOk="0">
                  <a:moveTo>
                    <a:pt x="1144" y="0"/>
                  </a:moveTo>
                  <a:cubicBezTo>
                    <a:pt x="513" y="0"/>
                    <a:pt x="1" y="500"/>
                    <a:pt x="1" y="1131"/>
                  </a:cubicBezTo>
                  <a:lnTo>
                    <a:pt x="1" y="2679"/>
                  </a:lnTo>
                  <a:cubicBezTo>
                    <a:pt x="1" y="3310"/>
                    <a:pt x="513" y="3822"/>
                    <a:pt x="1144" y="3822"/>
                  </a:cubicBezTo>
                  <a:lnTo>
                    <a:pt x="3228" y="3822"/>
                  </a:lnTo>
                  <a:cubicBezTo>
                    <a:pt x="3859" y="3822"/>
                    <a:pt x="4359" y="3310"/>
                    <a:pt x="4359" y="2679"/>
                  </a:cubicBezTo>
                  <a:lnTo>
                    <a:pt x="4359" y="1131"/>
                  </a:lnTo>
                  <a:cubicBezTo>
                    <a:pt x="4359" y="500"/>
                    <a:pt x="3859" y="0"/>
                    <a:pt x="3228" y="0"/>
                  </a:cubicBezTo>
                  <a:close/>
                </a:path>
              </a:pathLst>
            </a:custGeom>
            <a:solidFill>
              <a:srgbClr val="821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6" name="Google Shape;716;p8"/>
            <p:cNvSpPr/>
            <p:nvPr/>
          </p:nvSpPr>
          <p:spPr>
            <a:xfrm>
              <a:off x="1544390" y="277825"/>
              <a:ext cx="142964" cy="124648"/>
            </a:xfrm>
            <a:custGeom>
              <a:avLst/>
              <a:gdLst/>
              <a:ahLst/>
              <a:cxnLst/>
              <a:rect l="l" t="t" r="r" b="b"/>
              <a:pathLst>
                <a:path w="4371" h="3811" extrusionOk="0">
                  <a:moveTo>
                    <a:pt x="1144" y="0"/>
                  </a:moveTo>
                  <a:cubicBezTo>
                    <a:pt x="513" y="0"/>
                    <a:pt x="13" y="512"/>
                    <a:pt x="1" y="1132"/>
                  </a:cubicBezTo>
                  <a:lnTo>
                    <a:pt x="1" y="2679"/>
                  </a:lnTo>
                  <a:cubicBezTo>
                    <a:pt x="13" y="3310"/>
                    <a:pt x="513" y="3810"/>
                    <a:pt x="1144" y="3810"/>
                  </a:cubicBezTo>
                  <a:lnTo>
                    <a:pt x="3228" y="3810"/>
                  </a:lnTo>
                  <a:cubicBezTo>
                    <a:pt x="3859" y="3810"/>
                    <a:pt x="4359" y="3310"/>
                    <a:pt x="4371" y="2679"/>
                  </a:cubicBezTo>
                  <a:lnTo>
                    <a:pt x="4371" y="1132"/>
                  </a:lnTo>
                  <a:cubicBezTo>
                    <a:pt x="4359" y="512"/>
                    <a:pt x="3859" y="0"/>
                    <a:pt x="3228" y="0"/>
                  </a:cubicBezTo>
                  <a:close/>
                </a:path>
              </a:pathLst>
            </a:custGeom>
            <a:solidFill>
              <a:srgbClr val="821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7" name="Google Shape;717;p8"/>
            <p:cNvSpPr/>
            <p:nvPr/>
          </p:nvSpPr>
          <p:spPr>
            <a:xfrm>
              <a:off x="1575776" y="-148189"/>
              <a:ext cx="79872" cy="529240"/>
            </a:xfrm>
            <a:custGeom>
              <a:avLst/>
              <a:gdLst/>
              <a:ahLst/>
              <a:cxnLst/>
              <a:rect l="l" t="t" r="r" b="b"/>
              <a:pathLst>
                <a:path w="2442" h="16181" extrusionOk="0">
                  <a:moveTo>
                    <a:pt x="1215" y="0"/>
                  </a:moveTo>
                  <a:cubicBezTo>
                    <a:pt x="917" y="0"/>
                    <a:pt x="631" y="119"/>
                    <a:pt x="405" y="310"/>
                  </a:cubicBezTo>
                  <a:lnTo>
                    <a:pt x="381" y="333"/>
                  </a:lnTo>
                  <a:cubicBezTo>
                    <a:pt x="358" y="369"/>
                    <a:pt x="322" y="393"/>
                    <a:pt x="298" y="429"/>
                  </a:cubicBezTo>
                  <a:cubicBezTo>
                    <a:pt x="274" y="452"/>
                    <a:pt x="250" y="476"/>
                    <a:pt x="238" y="500"/>
                  </a:cubicBezTo>
                  <a:cubicBezTo>
                    <a:pt x="215" y="524"/>
                    <a:pt x="191" y="560"/>
                    <a:pt x="179" y="595"/>
                  </a:cubicBezTo>
                  <a:cubicBezTo>
                    <a:pt x="155" y="631"/>
                    <a:pt x="143" y="655"/>
                    <a:pt x="119" y="691"/>
                  </a:cubicBezTo>
                  <a:cubicBezTo>
                    <a:pt x="107" y="726"/>
                    <a:pt x="96" y="750"/>
                    <a:pt x="84" y="786"/>
                  </a:cubicBezTo>
                  <a:cubicBezTo>
                    <a:pt x="60" y="833"/>
                    <a:pt x="48" y="869"/>
                    <a:pt x="36" y="917"/>
                  </a:cubicBezTo>
                  <a:cubicBezTo>
                    <a:pt x="36" y="941"/>
                    <a:pt x="24" y="964"/>
                    <a:pt x="24" y="1000"/>
                  </a:cubicBezTo>
                  <a:cubicBezTo>
                    <a:pt x="0" y="1072"/>
                    <a:pt x="0" y="1143"/>
                    <a:pt x="0" y="1226"/>
                  </a:cubicBezTo>
                  <a:lnTo>
                    <a:pt x="0" y="14954"/>
                  </a:lnTo>
                  <a:cubicBezTo>
                    <a:pt x="0" y="15633"/>
                    <a:pt x="548" y="16181"/>
                    <a:pt x="1215" y="16181"/>
                  </a:cubicBezTo>
                  <a:cubicBezTo>
                    <a:pt x="1298" y="16181"/>
                    <a:pt x="1381" y="16169"/>
                    <a:pt x="1465" y="16157"/>
                  </a:cubicBezTo>
                  <a:lnTo>
                    <a:pt x="1501" y="16145"/>
                  </a:lnTo>
                  <a:cubicBezTo>
                    <a:pt x="1572" y="16121"/>
                    <a:pt x="1643" y="16097"/>
                    <a:pt x="1715" y="16073"/>
                  </a:cubicBezTo>
                  <a:lnTo>
                    <a:pt x="1727" y="16073"/>
                  </a:lnTo>
                  <a:cubicBezTo>
                    <a:pt x="1882" y="16002"/>
                    <a:pt x="2012" y="15907"/>
                    <a:pt x="2120" y="15788"/>
                  </a:cubicBezTo>
                  <a:cubicBezTo>
                    <a:pt x="2322" y="15561"/>
                    <a:pt x="2441" y="15276"/>
                    <a:pt x="2441" y="14966"/>
                  </a:cubicBezTo>
                  <a:lnTo>
                    <a:pt x="2441" y="1226"/>
                  </a:lnTo>
                  <a:cubicBezTo>
                    <a:pt x="2441" y="548"/>
                    <a:pt x="1893" y="0"/>
                    <a:pt x="1215" y="0"/>
                  </a:cubicBezTo>
                  <a:close/>
                </a:path>
              </a:pathLst>
            </a:custGeom>
            <a:solidFill>
              <a:srgbClr val="272425">
                <a:alpha val="200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8" name="Google Shape;718;p8"/>
            <p:cNvSpPr/>
            <p:nvPr/>
          </p:nvSpPr>
          <p:spPr>
            <a:xfrm>
              <a:off x="1585883" y="-148189"/>
              <a:ext cx="80264" cy="529240"/>
            </a:xfrm>
            <a:custGeom>
              <a:avLst/>
              <a:gdLst/>
              <a:ahLst/>
              <a:cxnLst/>
              <a:rect l="l" t="t" r="r" b="b"/>
              <a:pathLst>
                <a:path w="2454" h="16181" extrusionOk="0">
                  <a:moveTo>
                    <a:pt x="1144" y="0"/>
                  </a:moveTo>
                  <a:cubicBezTo>
                    <a:pt x="1061" y="0"/>
                    <a:pt x="977" y="24"/>
                    <a:pt x="882" y="48"/>
                  </a:cubicBezTo>
                  <a:cubicBezTo>
                    <a:pt x="846" y="60"/>
                    <a:pt x="799" y="71"/>
                    <a:pt x="751" y="83"/>
                  </a:cubicBezTo>
                  <a:cubicBezTo>
                    <a:pt x="727" y="107"/>
                    <a:pt x="691" y="119"/>
                    <a:pt x="656" y="131"/>
                  </a:cubicBezTo>
                  <a:cubicBezTo>
                    <a:pt x="620" y="155"/>
                    <a:pt x="608" y="167"/>
                    <a:pt x="572" y="179"/>
                  </a:cubicBezTo>
                  <a:cubicBezTo>
                    <a:pt x="549" y="202"/>
                    <a:pt x="525" y="214"/>
                    <a:pt x="513" y="226"/>
                  </a:cubicBezTo>
                  <a:lnTo>
                    <a:pt x="441" y="274"/>
                  </a:lnTo>
                  <a:lnTo>
                    <a:pt x="394" y="322"/>
                  </a:lnTo>
                  <a:cubicBezTo>
                    <a:pt x="382" y="333"/>
                    <a:pt x="358" y="357"/>
                    <a:pt x="346" y="369"/>
                  </a:cubicBezTo>
                  <a:cubicBezTo>
                    <a:pt x="334" y="381"/>
                    <a:pt x="310" y="393"/>
                    <a:pt x="299" y="417"/>
                  </a:cubicBezTo>
                  <a:cubicBezTo>
                    <a:pt x="287" y="429"/>
                    <a:pt x="275" y="441"/>
                    <a:pt x="263" y="464"/>
                  </a:cubicBezTo>
                  <a:cubicBezTo>
                    <a:pt x="251" y="476"/>
                    <a:pt x="239" y="488"/>
                    <a:pt x="227" y="512"/>
                  </a:cubicBezTo>
                  <a:lnTo>
                    <a:pt x="191" y="560"/>
                  </a:lnTo>
                  <a:lnTo>
                    <a:pt x="168" y="607"/>
                  </a:lnTo>
                  <a:lnTo>
                    <a:pt x="144" y="655"/>
                  </a:lnTo>
                  <a:cubicBezTo>
                    <a:pt x="132" y="667"/>
                    <a:pt x="120" y="679"/>
                    <a:pt x="120" y="703"/>
                  </a:cubicBezTo>
                  <a:cubicBezTo>
                    <a:pt x="108" y="714"/>
                    <a:pt x="96" y="726"/>
                    <a:pt x="96" y="750"/>
                  </a:cubicBezTo>
                  <a:cubicBezTo>
                    <a:pt x="84" y="762"/>
                    <a:pt x="84" y="774"/>
                    <a:pt x="72" y="786"/>
                  </a:cubicBezTo>
                  <a:lnTo>
                    <a:pt x="60" y="833"/>
                  </a:lnTo>
                  <a:lnTo>
                    <a:pt x="49" y="881"/>
                  </a:lnTo>
                  <a:cubicBezTo>
                    <a:pt x="49" y="905"/>
                    <a:pt x="37" y="917"/>
                    <a:pt x="37" y="929"/>
                  </a:cubicBezTo>
                  <a:cubicBezTo>
                    <a:pt x="25" y="953"/>
                    <a:pt x="25" y="964"/>
                    <a:pt x="25" y="976"/>
                  </a:cubicBezTo>
                  <a:cubicBezTo>
                    <a:pt x="25" y="1000"/>
                    <a:pt x="25" y="1012"/>
                    <a:pt x="13" y="1024"/>
                  </a:cubicBezTo>
                  <a:cubicBezTo>
                    <a:pt x="13" y="1048"/>
                    <a:pt x="13" y="1060"/>
                    <a:pt x="13" y="1072"/>
                  </a:cubicBezTo>
                  <a:cubicBezTo>
                    <a:pt x="1" y="1095"/>
                    <a:pt x="13" y="1107"/>
                    <a:pt x="13" y="1119"/>
                  </a:cubicBezTo>
                  <a:lnTo>
                    <a:pt x="13" y="1167"/>
                  </a:lnTo>
                  <a:lnTo>
                    <a:pt x="13" y="1214"/>
                  </a:lnTo>
                  <a:lnTo>
                    <a:pt x="13" y="14954"/>
                  </a:lnTo>
                  <a:cubicBezTo>
                    <a:pt x="13" y="14966"/>
                    <a:pt x="13" y="14978"/>
                    <a:pt x="13" y="14990"/>
                  </a:cubicBezTo>
                  <a:lnTo>
                    <a:pt x="13" y="15050"/>
                  </a:lnTo>
                  <a:lnTo>
                    <a:pt x="13" y="15097"/>
                  </a:lnTo>
                  <a:cubicBezTo>
                    <a:pt x="13" y="15109"/>
                    <a:pt x="13" y="15121"/>
                    <a:pt x="13" y="15145"/>
                  </a:cubicBezTo>
                  <a:cubicBezTo>
                    <a:pt x="25" y="15157"/>
                    <a:pt x="13" y="15169"/>
                    <a:pt x="25" y="15192"/>
                  </a:cubicBezTo>
                  <a:cubicBezTo>
                    <a:pt x="25" y="15204"/>
                    <a:pt x="25" y="15216"/>
                    <a:pt x="37" y="15240"/>
                  </a:cubicBezTo>
                  <a:cubicBezTo>
                    <a:pt x="49" y="15252"/>
                    <a:pt x="37" y="15276"/>
                    <a:pt x="49" y="15288"/>
                  </a:cubicBezTo>
                  <a:cubicBezTo>
                    <a:pt x="49" y="15300"/>
                    <a:pt x="60" y="15323"/>
                    <a:pt x="60" y="15335"/>
                  </a:cubicBezTo>
                  <a:cubicBezTo>
                    <a:pt x="72" y="15347"/>
                    <a:pt x="72" y="15371"/>
                    <a:pt x="84" y="15383"/>
                  </a:cubicBezTo>
                  <a:cubicBezTo>
                    <a:pt x="84" y="15407"/>
                    <a:pt x="96" y="15419"/>
                    <a:pt x="96" y="15431"/>
                  </a:cubicBezTo>
                  <a:cubicBezTo>
                    <a:pt x="96" y="15454"/>
                    <a:pt x="108" y="15466"/>
                    <a:pt x="120" y="15478"/>
                  </a:cubicBezTo>
                  <a:cubicBezTo>
                    <a:pt x="132" y="15502"/>
                    <a:pt x="132" y="15514"/>
                    <a:pt x="144" y="15526"/>
                  </a:cubicBezTo>
                  <a:cubicBezTo>
                    <a:pt x="156" y="15550"/>
                    <a:pt x="168" y="15561"/>
                    <a:pt x="179" y="15585"/>
                  </a:cubicBezTo>
                  <a:cubicBezTo>
                    <a:pt x="179" y="15597"/>
                    <a:pt x="191" y="15609"/>
                    <a:pt x="203" y="15633"/>
                  </a:cubicBezTo>
                  <a:cubicBezTo>
                    <a:pt x="215" y="15645"/>
                    <a:pt x="227" y="15657"/>
                    <a:pt x="239" y="15681"/>
                  </a:cubicBezTo>
                  <a:cubicBezTo>
                    <a:pt x="251" y="15692"/>
                    <a:pt x="263" y="15716"/>
                    <a:pt x="275" y="15728"/>
                  </a:cubicBezTo>
                  <a:lnTo>
                    <a:pt x="322" y="15776"/>
                  </a:lnTo>
                  <a:lnTo>
                    <a:pt x="370" y="15823"/>
                  </a:lnTo>
                  <a:lnTo>
                    <a:pt x="418" y="15871"/>
                  </a:lnTo>
                  <a:cubicBezTo>
                    <a:pt x="441" y="15895"/>
                    <a:pt x="453" y="15907"/>
                    <a:pt x="477" y="15931"/>
                  </a:cubicBezTo>
                  <a:cubicBezTo>
                    <a:pt x="501" y="15942"/>
                    <a:pt x="525" y="15954"/>
                    <a:pt x="549" y="15978"/>
                  </a:cubicBezTo>
                  <a:cubicBezTo>
                    <a:pt x="608" y="16014"/>
                    <a:pt x="668" y="16050"/>
                    <a:pt x="727" y="16073"/>
                  </a:cubicBezTo>
                  <a:cubicBezTo>
                    <a:pt x="775" y="16097"/>
                    <a:pt x="822" y="16109"/>
                    <a:pt x="870" y="16121"/>
                  </a:cubicBezTo>
                  <a:cubicBezTo>
                    <a:pt x="977" y="16157"/>
                    <a:pt x="1096" y="16181"/>
                    <a:pt x="1215" y="16181"/>
                  </a:cubicBezTo>
                  <a:lnTo>
                    <a:pt x="1227" y="16181"/>
                  </a:lnTo>
                  <a:cubicBezTo>
                    <a:pt x="1334" y="16181"/>
                    <a:pt x="1442" y="16169"/>
                    <a:pt x="1549" y="16133"/>
                  </a:cubicBezTo>
                  <a:cubicBezTo>
                    <a:pt x="1596" y="16121"/>
                    <a:pt x="1644" y="16109"/>
                    <a:pt x="1692" y="16085"/>
                  </a:cubicBezTo>
                  <a:cubicBezTo>
                    <a:pt x="1727" y="16073"/>
                    <a:pt x="1751" y="16062"/>
                    <a:pt x="1787" y="16038"/>
                  </a:cubicBezTo>
                  <a:cubicBezTo>
                    <a:pt x="1823" y="16026"/>
                    <a:pt x="1846" y="16014"/>
                    <a:pt x="1870" y="15990"/>
                  </a:cubicBezTo>
                  <a:lnTo>
                    <a:pt x="1942" y="15942"/>
                  </a:lnTo>
                  <a:lnTo>
                    <a:pt x="2001" y="15895"/>
                  </a:lnTo>
                  <a:lnTo>
                    <a:pt x="2061" y="15847"/>
                  </a:lnTo>
                  <a:lnTo>
                    <a:pt x="2108" y="15800"/>
                  </a:lnTo>
                  <a:lnTo>
                    <a:pt x="2144" y="15752"/>
                  </a:lnTo>
                  <a:cubicBezTo>
                    <a:pt x="2156" y="15740"/>
                    <a:pt x="2168" y="15716"/>
                    <a:pt x="2192" y="15704"/>
                  </a:cubicBezTo>
                  <a:lnTo>
                    <a:pt x="2227" y="15657"/>
                  </a:lnTo>
                  <a:lnTo>
                    <a:pt x="2251" y="15609"/>
                  </a:lnTo>
                  <a:lnTo>
                    <a:pt x="2287" y="15561"/>
                  </a:lnTo>
                  <a:cubicBezTo>
                    <a:pt x="2299" y="15538"/>
                    <a:pt x="2299" y="15526"/>
                    <a:pt x="2311" y="15514"/>
                  </a:cubicBezTo>
                  <a:cubicBezTo>
                    <a:pt x="2323" y="15490"/>
                    <a:pt x="2323" y="15478"/>
                    <a:pt x="2335" y="15466"/>
                  </a:cubicBezTo>
                  <a:cubicBezTo>
                    <a:pt x="2346" y="15442"/>
                    <a:pt x="2346" y="15431"/>
                    <a:pt x="2358" y="15419"/>
                  </a:cubicBezTo>
                  <a:cubicBezTo>
                    <a:pt x="2358" y="15395"/>
                    <a:pt x="2370" y="15383"/>
                    <a:pt x="2370" y="15371"/>
                  </a:cubicBezTo>
                  <a:cubicBezTo>
                    <a:pt x="2370" y="15347"/>
                    <a:pt x="2382" y="15335"/>
                    <a:pt x="2394" y="15311"/>
                  </a:cubicBezTo>
                  <a:cubicBezTo>
                    <a:pt x="2394" y="15300"/>
                    <a:pt x="2394" y="15288"/>
                    <a:pt x="2406" y="15264"/>
                  </a:cubicBezTo>
                  <a:cubicBezTo>
                    <a:pt x="2406" y="15252"/>
                    <a:pt x="2418" y="15240"/>
                    <a:pt x="2418" y="15216"/>
                  </a:cubicBezTo>
                  <a:cubicBezTo>
                    <a:pt x="2418" y="15204"/>
                    <a:pt x="2418" y="15192"/>
                    <a:pt x="2430" y="15169"/>
                  </a:cubicBezTo>
                  <a:cubicBezTo>
                    <a:pt x="2430" y="15157"/>
                    <a:pt x="2430" y="15133"/>
                    <a:pt x="2430" y="15121"/>
                  </a:cubicBezTo>
                  <a:cubicBezTo>
                    <a:pt x="2430" y="15109"/>
                    <a:pt x="2430" y="15085"/>
                    <a:pt x="2442" y="15073"/>
                  </a:cubicBezTo>
                  <a:cubicBezTo>
                    <a:pt x="2442" y="15061"/>
                    <a:pt x="2442" y="15038"/>
                    <a:pt x="2442" y="15026"/>
                  </a:cubicBezTo>
                  <a:lnTo>
                    <a:pt x="2442" y="14978"/>
                  </a:lnTo>
                  <a:lnTo>
                    <a:pt x="2442" y="1214"/>
                  </a:lnTo>
                  <a:lnTo>
                    <a:pt x="2454" y="1214"/>
                  </a:lnTo>
                  <a:lnTo>
                    <a:pt x="2454" y="1167"/>
                  </a:lnTo>
                  <a:lnTo>
                    <a:pt x="2454" y="1119"/>
                  </a:lnTo>
                  <a:lnTo>
                    <a:pt x="2454" y="1072"/>
                  </a:lnTo>
                  <a:cubicBezTo>
                    <a:pt x="2442" y="1060"/>
                    <a:pt x="2442" y="1036"/>
                    <a:pt x="2442" y="1024"/>
                  </a:cubicBezTo>
                  <a:lnTo>
                    <a:pt x="2442" y="976"/>
                  </a:lnTo>
                  <a:cubicBezTo>
                    <a:pt x="2442" y="964"/>
                    <a:pt x="2430" y="941"/>
                    <a:pt x="2430" y="929"/>
                  </a:cubicBezTo>
                  <a:cubicBezTo>
                    <a:pt x="2430" y="905"/>
                    <a:pt x="2430" y="893"/>
                    <a:pt x="2418" y="881"/>
                  </a:cubicBezTo>
                  <a:cubicBezTo>
                    <a:pt x="2406" y="869"/>
                    <a:pt x="2406" y="845"/>
                    <a:pt x="2406" y="833"/>
                  </a:cubicBezTo>
                  <a:cubicBezTo>
                    <a:pt x="2394" y="822"/>
                    <a:pt x="2394" y="798"/>
                    <a:pt x="2382" y="786"/>
                  </a:cubicBezTo>
                  <a:cubicBezTo>
                    <a:pt x="2382" y="762"/>
                    <a:pt x="2370" y="750"/>
                    <a:pt x="2370" y="738"/>
                  </a:cubicBezTo>
                  <a:cubicBezTo>
                    <a:pt x="2370" y="714"/>
                    <a:pt x="2346" y="703"/>
                    <a:pt x="2346" y="691"/>
                  </a:cubicBezTo>
                  <a:lnTo>
                    <a:pt x="2299" y="643"/>
                  </a:lnTo>
                  <a:cubicBezTo>
                    <a:pt x="2287" y="619"/>
                    <a:pt x="2275" y="607"/>
                    <a:pt x="2275" y="595"/>
                  </a:cubicBezTo>
                  <a:cubicBezTo>
                    <a:pt x="2263" y="572"/>
                    <a:pt x="2251" y="560"/>
                    <a:pt x="2239" y="548"/>
                  </a:cubicBezTo>
                  <a:cubicBezTo>
                    <a:pt x="2227" y="524"/>
                    <a:pt x="2215" y="512"/>
                    <a:pt x="2204" y="500"/>
                  </a:cubicBezTo>
                  <a:lnTo>
                    <a:pt x="2168" y="452"/>
                  </a:lnTo>
                  <a:lnTo>
                    <a:pt x="2120" y="393"/>
                  </a:lnTo>
                  <a:lnTo>
                    <a:pt x="2084" y="345"/>
                  </a:lnTo>
                  <a:lnTo>
                    <a:pt x="2025" y="298"/>
                  </a:lnTo>
                  <a:cubicBezTo>
                    <a:pt x="2013" y="286"/>
                    <a:pt x="1989" y="274"/>
                    <a:pt x="1965" y="250"/>
                  </a:cubicBezTo>
                  <a:lnTo>
                    <a:pt x="1906" y="202"/>
                  </a:lnTo>
                  <a:lnTo>
                    <a:pt x="1823" y="155"/>
                  </a:lnTo>
                  <a:cubicBezTo>
                    <a:pt x="1787" y="143"/>
                    <a:pt x="1751" y="119"/>
                    <a:pt x="1727" y="107"/>
                  </a:cubicBezTo>
                  <a:cubicBezTo>
                    <a:pt x="1680" y="95"/>
                    <a:pt x="1644" y="71"/>
                    <a:pt x="1596" y="60"/>
                  </a:cubicBezTo>
                  <a:cubicBezTo>
                    <a:pt x="1513" y="36"/>
                    <a:pt x="1430" y="12"/>
                    <a:pt x="1346" y="12"/>
                  </a:cubicBezTo>
                  <a:cubicBezTo>
                    <a:pt x="1311" y="0"/>
                    <a:pt x="1263" y="0"/>
                    <a:pt x="122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9" name="Google Shape;719;p8"/>
            <p:cNvSpPr/>
            <p:nvPr/>
          </p:nvSpPr>
          <p:spPr>
            <a:xfrm>
              <a:off x="1174077" y="-169612"/>
              <a:ext cx="142539" cy="125041"/>
            </a:xfrm>
            <a:custGeom>
              <a:avLst/>
              <a:gdLst/>
              <a:ahLst/>
              <a:cxnLst/>
              <a:rect l="l" t="t" r="r" b="b"/>
              <a:pathLst>
                <a:path w="4358" h="3823" extrusionOk="0">
                  <a:moveTo>
                    <a:pt x="1143" y="0"/>
                  </a:moveTo>
                  <a:cubicBezTo>
                    <a:pt x="512" y="0"/>
                    <a:pt x="0" y="512"/>
                    <a:pt x="0" y="1131"/>
                  </a:cubicBezTo>
                  <a:lnTo>
                    <a:pt x="0" y="2679"/>
                  </a:lnTo>
                  <a:cubicBezTo>
                    <a:pt x="0" y="3310"/>
                    <a:pt x="512" y="3810"/>
                    <a:pt x="1143" y="3822"/>
                  </a:cubicBezTo>
                  <a:lnTo>
                    <a:pt x="3227" y="3822"/>
                  </a:lnTo>
                  <a:cubicBezTo>
                    <a:pt x="3846" y="3810"/>
                    <a:pt x="4358" y="3310"/>
                    <a:pt x="4358" y="2679"/>
                  </a:cubicBezTo>
                  <a:lnTo>
                    <a:pt x="4358" y="1131"/>
                  </a:lnTo>
                  <a:cubicBezTo>
                    <a:pt x="4358" y="512"/>
                    <a:pt x="3846" y="0"/>
                    <a:pt x="3227" y="0"/>
                  </a:cubicBezTo>
                  <a:close/>
                </a:path>
              </a:pathLst>
            </a:custGeom>
            <a:solidFill>
              <a:srgbClr val="821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0" name="Google Shape;720;p8"/>
            <p:cNvSpPr/>
            <p:nvPr/>
          </p:nvSpPr>
          <p:spPr>
            <a:xfrm>
              <a:off x="1174077" y="277825"/>
              <a:ext cx="142539" cy="124648"/>
            </a:xfrm>
            <a:custGeom>
              <a:avLst/>
              <a:gdLst/>
              <a:ahLst/>
              <a:cxnLst/>
              <a:rect l="l" t="t" r="r" b="b"/>
              <a:pathLst>
                <a:path w="4358" h="3811" extrusionOk="0">
                  <a:moveTo>
                    <a:pt x="1131" y="0"/>
                  </a:moveTo>
                  <a:cubicBezTo>
                    <a:pt x="500" y="0"/>
                    <a:pt x="0" y="501"/>
                    <a:pt x="0" y="1132"/>
                  </a:cubicBezTo>
                  <a:lnTo>
                    <a:pt x="0" y="2679"/>
                  </a:lnTo>
                  <a:cubicBezTo>
                    <a:pt x="0" y="3298"/>
                    <a:pt x="500" y="3810"/>
                    <a:pt x="1131" y="3810"/>
                  </a:cubicBezTo>
                  <a:lnTo>
                    <a:pt x="3215" y="3810"/>
                  </a:lnTo>
                  <a:cubicBezTo>
                    <a:pt x="3846" y="3810"/>
                    <a:pt x="4358" y="3298"/>
                    <a:pt x="4358" y="2679"/>
                  </a:cubicBezTo>
                  <a:lnTo>
                    <a:pt x="4358" y="1132"/>
                  </a:lnTo>
                  <a:cubicBezTo>
                    <a:pt x="4358" y="512"/>
                    <a:pt x="3846" y="0"/>
                    <a:pt x="3215" y="0"/>
                  </a:cubicBezTo>
                  <a:close/>
                </a:path>
              </a:pathLst>
            </a:custGeom>
            <a:solidFill>
              <a:srgbClr val="821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1" name="Google Shape;721;p8"/>
            <p:cNvSpPr/>
            <p:nvPr/>
          </p:nvSpPr>
          <p:spPr>
            <a:xfrm>
              <a:off x="1205038" y="-148189"/>
              <a:ext cx="79872" cy="529240"/>
            </a:xfrm>
            <a:custGeom>
              <a:avLst/>
              <a:gdLst/>
              <a:ahLst/>
              <a:cxnLst/>
              <a:rect l="l" t="t" r="r" b="b"/>
              <a:pathLst>
                <a:path w="2442" h="16181" extrusionOk="0">
                  <a:moveTo>
                    <a:pt x="1227" y="0"/>
                  </a:moveTo>
                  <a:cubicBezTo>
                    <a:pt x="917" y="0"/>
                    <a:pt x="632" y="119"/>
                    <a:pt x="405" y="310"/>
                  </a:cubicBezTo>
                  <a:lnTo>
                    <a:pt x="393" y="333"/>
                  </a:lnTo>
                  <a:cubicBezTo>
                    <a:pt x="358" y="369"/>
                    <a:pt x="322" y="393"/>
                    <a:pt x="298" y="429"/>
                  </a:cubicBezTo>
                  <a:cubicBezTo>
                    <a:pt x="274" y="452"/>
                    <a:pt x="263" y="476"/>
                    <a:pt x="239" y="500"/>
                  </a:cubicBezTo>
                  <a:cubicBezTo>
                    <a:pt x="215" y="524"/>
                    <a:pt x="191" y="560"/>
                    <a:pt x="179" y="595"/>
                  </a:cubicBezTo>
                  <a:cubicBezTo>
                    <a:pt x="155" y="631"/>
                    <a:pt x="143" y="655"/>
                    <a:pt x="120" y="691"/>
                  </a:cubicBezTo>
                  <a:cubicBezTo>
                    <a:pt x="108" y="726"/>
                    <a:pt x="96" y="750"/>
                    <a:pt x="84" y="786"/>
                  </a:cubicBezTo>
                  <a:cubicBezTo>
                    <a:pt x="72" y="833"/>
                    <a:pt x="48" y="869"/>
                    <a:pt x="36" y="917"/>
                  </a:cubicBezTo>
                  <a:cubicBezTo>
                    <a:pt x="36" y="941"/>
                    <a:pt x="24" y="964"/>
                    <a:pt x="24" y="1000"/>
                  </a:cubicBezTo>
                  <a:cubicBezTo>
                    <a:pt x="1" y="1072"/>
                    <a:pt x="1" y="1143"/>
                    <a:pt x="1" y="1226"/>
                  </a:cubicBezTo>
                  <a:lnTo>
                    <a:pt x="1" y="14954"/>
                  </a:lnTo>
                  <a:cubicBezTo>
                    <a:pt x="1" y="15633"/>
                    <a:pt x="548" y="16181"/>
                    <a:pt x="1227" y="16181"/>
                  </a:cubicBezTo>
                  <a:cubicBezTo>
                    <a:pt x="1310" y="16181"/>
                    <a:pt x="1394" y="16169"/>
                    <a:pt x="1477" y="16157"/>
                  </a:cubicBezTo>
                  <a:lnTo>
                    <a:pt x="1513" y="16145"/>
                  </a:lnTo>
                  <a:cubicBezTo>
                    <a:pt x="1584" y="16121"/>
                    <a:pt x="1656" y="16097"/>
                    <a:pt x="1715" y="16073"/>
                  </a:cubicBezTo>
                  <a:lnTo>
                    <a:pt x="1739" y="16073"/>
                  </a:lnTo>
                  <a:cubicBezTo>
                    <a:pt x="1882" y="16002"/>
                    <a:pt x="2013" y="15907"/>
                    <a:pt x="2120" y="15788"/>
                  </a:cubicBezTo>
                  <a:cubicBezTo>
                    <a:pt x="2322" y="15561"/>
                    <a:pt x="2441" y="15276"/>
                    <a:pt x="2441" y="14966"/>
                  </a:cubicBezTo>
                  <a:lnTo>
                    <a:pt x="2441" y="1226"/>
                  </a:lnTo>
                  <a:cubicBezTo>
                    <a:pt x="2441" y="548"/>
                    <a:pt x="1894" y="0"/>
                    <a:pt x="1227" y="0"/>
                  </a:cubicBezTo>
                  <a:close/>
                </a:path>
              </a:pathLst>
            </a:custGeom>
            <a:solidFill>
              <a:srgbClr val="272425">
                <a:alpha val="200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2" name="Google Shape;722;p8"/>
            <p:cNvSpPr/>
            <p:nvPr/>
          </p:nvSpPr>
          <p:spPr>
            <a:xfrm>
              <a:off x="1216322" y="-148189"/>
              <a:ext cx="79479" cy="529240"/>
            </a:xfrm>
            <a:custGeom>
              <a:avLst/>
              <a:gdLst/>
              <a:ahLst/>
              <a:cxnLst/>
              <a:rect l="l" t="t" r="r" b="b"/>
              <a:pathLst>
                <a:path w="2430" h="16181" extrusionOk="0">
                  <a:moveTo>
                    <a:pt x="1132" y="0"/>
                  </a:moveTo>
                  <a:cubicBezTo>
                    <a:pt x="1049" y="0"/>
                    <a:pt x="965" y="24"/>
                    <a:pt x="882" y="48"/>
                  </a:cubicBezTo>
                  <a:cubicBezTo>
                    <a:pt x="834" y="60"/>
                    <a:pt x="787" y="71"/>
                    <a:pt x="739" y="83"/>
                  </a:cubicBezTo>
                  <a:cubicBezTo>
                    <a:pt x="715" y="107"/>
                    <a:pt x="680" y="119"/>
                    <a:pt x="644" y="131"/>
                  </a:cubicBezTo>
                  <a:lnTo>
                    <a:pt x="560" y="179"/>
                  </a:lnTo>
                  <a:lnTo>
                    <a:pt x="501" y="226"/>
                  </a:lnTo>
                  <a:cubicBezTo>
                    <a:pt x="477" y="238"/>
                    <a:pt x="453" y="262"/>
                    <a:pt x="429" y="274"/>
                  </a:cubicBezTo>
                  <a:lnTo>
                    <a:pt x="382" y="322"/>
                  </a:lnTo>
                  <a:lnTo>
                    <a:pt x="334" y="369"/>
                  </a:lnTo>
                  <a:cubicBezTo>
                    <a:pt x="322" y="381"/>
                    <a:pt x="310" y="393"/>
                    <a:pt x="287" y="417"/>
                  </a:cubicBezTo>
                  <a:lnTo>
                    <a:pt x="251" y="464"/>
                  </a:lnTo>
                  <a:lnTo>
                    <a:pt x="215" y="512"/>
                  </a:lnTo>
                  <a:lnTo>
                    <a:pt x="179" y="560"/>
                  </a:lnTo>
                  <a:cubicBezTo>
                    <a:pt x="179" y="572"/>
                    <a:pt x="168" y="583"/>
                    <a:pt x="156" y="607"/>
                  </a:cubicBezTo>
                  <a:cubicBezTo>
                    <a:pt x="144" y="619"/>
                    <a:pt x="144" y="631"/>
                    <a:pt x="132" y="655"/>
                  </a:cubicBezTo>
                  <a:lnTo>
                    <a:pt x="108" y="703"/>
                  </a:lnTo>
                  <a:lnTo>
                    <a:pt x="84" y="750"/>
                  </a:lnTo>
                  <a:cubicBezTo>
                    <a:pt x="84" y="762"/>
                    <a:pt x="72" y="774"/>
                    <a:pt x="72" y="786"/>
                  </a:cubicBezTo>
                  <a:lnTo>
                    <a:pt x="48" y="833"/>
                  </a:lnTo>
                  <a:lnTo>
                    <a:pt x="37" y="881"/>
                  </a:lnTo>
                  <a:lnTo>
                    <a:pt x="25" y="929"/>
                  </a:lnTo>
                  <a:cubicBezTo>
                    <a:pt x="25" y="953"/>
                    <a:pt x="13" y="964"/>
                    <a:pt x="13" y="976"/>
                  </a:cubicBezTo>
                  <a:cubicBezTo>
                    <a:pt x="13" y="1000"/>
                    <a:pt x="13" y="1012"/>
                    <a:pt x="13" y="1024"/>
                  </a:cubicBezTo>
                  <a:cubicBezTo>
                    <a:pt x="13" y="1048"/>
                    <a:pt x="13" y="1060"/>
                    <a:pt x="1" y="1072"/>
                  </a:cubicBezTo>
                  <a:lnTo>
                    <a:pt x="1" y="1119"/>
                  </a:lnTo>
                  <a:lnTo>
                    <a:pt x="1" y="1167"/>
                  </a:lnTo>
                  <a:lnTo>
                    <a:pt x="1" y="1214"/>
                  </a:lnTo>
                  <a:lnTo>
                    <a:pt x="1" y="14954"/>
                  </a:lnTo>
                  <a:lnTo>
                    <a:pt x="1" y="14990"/>
                  </a:lnTo>
                  <a:lnTo>
                    <a:pt x="1" y="15050"/>
                  </a:lnTo>
                  <a:lnTo>
                    <a:pt x="1" y="15097"/>
                  </a:lnTo>
                  <a:lnTo>
                    <a:pt x="1" y="15145"/>
                  </a:lnTo>
                  <a:cubicBezTo>
                    <a:pt x="1" y="15157"/>
                    <a:pt x="1" y="15169"/>
                    <a:pt x="13" y="15192"/>
                  </a:cubicBezTo>
                  <a:cubicBezTo>
                    <a:pt x="25" y="15204"/>
                    <a:pt x="25" y="15216"/>
                    <a:pt x="25" y="15240"/>
                  </a:cubicBezTo>
                  <a:cubicBezTo>
                    <a:pt x="25" y="15252"/>
                    <a:pt x="25" y="15276"/>
                    <a:pt x="37" y="15288"/>
                  </a:cubicBezTo>
                  <a:cubicBezTo>
                    <a:pt x="48" y="15300"/>
                    <a:pt x="48" y="15323"/>
                    <a:pt x="48" y="15335"/>
                  </a:cubicBezTo>
                  <a:cubicBezTo>
                    <a:pt x="60" y="15347"/>
                    <a:pt x="60" y="15371"/>
                    <a:pt x="72" y="15383"/>
                  </a:cubicBezTo>
                  <a:cubicBezTo>
                    <a:pt x="72" y="15407"/>
                    <a:pt x="84" y="15419"/>
                    <a:pt x="84" y="15431"/>
                  </a:cubicBezTo>
                  <a:cubicBezTo>
                    <a:pt x="96" y="15454"/>
                    <a:pt x="96" y="15466"/>
                    <a:pt x="108" y="15478"/>
                  </a:cubicBezTo>
                  <a:cubicBezTo>
                    <a:pt x="120" y="15502"/>
                    <a:pt x="120" y="15514"/>
                    <a:pt x="132" y="15526"/>
                  </a:cubicBezTo>
                  <a:cubicBezTo>
                    <a:pt x="168" y="15597"/>
                    <a:pt x="156" y="15573"/>
                    <a:pt x="191" y="15633"/>
                  </a:cubicBezTo>
                  <a:cubicBezTo>
                    <a:pt x="203" y="15645"/>
                    <a:pt x="215" y="15669"/>
                    <a:pt x="227" y="15681"/>
                  </a:cubicBezTo>
                  <a:lnTo>
                    <a:pt x="263" y="15728"/>
                  </a:lnTo>
                  <a:lnTo>
                    <a:pt x="310" y="15776"/>
                  </a:lnTo>
                  <a:lnTo>
                    <a:pt x="358" y="15823"/>
                  </a:lnTo>
                  <a:lnTo>
                    <a:pt x="406" y="15871"/>
                  </a:lnTo>
                  <a:cubicBezTo>
                    <a:pt x="429" y="15895"/>
                    <a:pt x="453" y="15907"/>
                    <a:pt x="465" y="15931"/>
                  </a:cubicBezTo>
                  <a:lnTo>
                    <a:pt x="537" y="15978"/>
                  </a:lnTo>
                  <a:cubicBezTo>
                    <a:pt x="596" y="16014"/>
                    <a:pt x="656" y="16050"/>
                    <a:pt x="715" y="16073"/>
                  </a:cubicBezTo>
                  <a:cubicBezTo>
                    <a:pt x="763" y="16097"/>
                    <a:pt x="810" y="16109"/>
                    <a:pt x="846" y="16121"/>
                  </a:cubicBezTo>
                  <a:cubicBezTo>
                    <a:pt x="965" y="16157"/>
                    <a:pt x="1084" y="16181"/>
                    <a:pt x="1203" y="16181"/>
                  </a:cubicBezTo>
                  <a:lnTo>
                    <a:pt x="1215" y="16181"/>
                  </a:lnTo>
                  <a:cubicBezTo>
                    <a:pt x="1322" y="16181"/>
                    <a:pt x="1430" y="16169"/>
                    <a:pt x="1537" y="16133"/>
                  </a:cubicBezTo>
                  <a:cubicBezTo>
                    <a:pt x="1584" y="16121"/>
                    <a:pt x="1632" y="16109"/>
                    <a:pt x="1680" y="16085"/>
                  </a:cubicBezTo>
                  <a:lnTo>
                    <a:pt x="1775" y="16038"/>
                  </a:lnTo>
                  <a:lnTo>
                    <a:pt x="1858" y="15990"/>
                  </a:lnTo>
                  <a:lnTo>
                    <a:pt x="1930" y="15942"/>
                  </a:lnTo>
                  <a:cubicBezTo>
                    <a:pt x="1953" y="15931"/>
                    <a:pt x="1977" y="15919"/>
                    <a:pt x="1989" y="15907"/>
                  </a:cubicBezTo>
                  <a:lnTo>
                    <a:pt x="2049" y="15859"/>
                  </a:lnTo>
                  <a:cubicBezTo>
                    <a:pt x="2061" y="15835"/>
                    <a:pt x="2084" y="15823"/>
                    <a:pt x="2096" y="15812"/>
                  </a:cubicBezTo>
                  <a:lnTo>
                    <a:pt x="2144" y="15752"/>
                  </a:lnTo>
                  <a:cubicBezTo>
                    <a:pt x="2156" y="15740"/>
                    <a:pt x="2168" y="15728"/>
                    <a:pt x="2180" y="15704"/>
                  </a:cubicBezTo>
                  <a:cubicBezTo>
                    <a:pt x="2192" y="15692"/>
                    <a:pt x="2204" y="15681"/>
                    <a:pt x="2215" y="15657"/>
                  </a:cubicBezTo>
                  <a:lnTo>
                    <a:pt x="2251" y="15609"/>
                  </a:lnTo>
                  <a:lnTo>
                    <a:pt x="2275" y="15561"/>
                  </a:lnTo>
                  <a:cubicBezTo>
                    <a:pt x="2287" y="15550"/>
                    <a:pt x="2287" y="15538"/>
                    <a:pt x="2299" y="15514"/>
                  </a:cubicBezTo>
                  <a:cubicBezTo>
                    <a:pt x="2311" y="15502"/>
                    <a:pt x="2323" y="15478"/>
                    <a:pt x="2323" y="15466"/>
                  </a:cubicBezTo>
                  <a:cubicBezTo>
                    <a:pt x="2334" y="15454"/>
                    <a:pt x="2334" y="15431"/>
                    <a:pt x="2346" y="15419"/>
                  </a:cubicBezTo>
                  <a:cubicBezTo>
                    <a:pt x="2358" y="15407"/>
                    <a:pt x="2358" y="15383"/>
                    <a:pt x="2358" y="15371"/>
                  </a:cubicBezTo>
                  <a:cubicBezTo>
                    <a:pt x="2358" y="15359"/>
                    <a:pt x="2382" y="15335"/>
                    <a:pt x="2382" y="15323"/>
                  </a:cubicBezTo>
                  <a:cubicBezTo>
                    <a:pt x="2382" y="15311"/>
                    <a:pt x="2394" y="15288"/>
                    <a:pt x="2394" y="15276"/>
                  </a:cubicBezTo>
                  <a:lnTo>
                    <a:pt x="2406" y="15228"/>
                  </a:lnTo>
                  <a:lnTo>
                    <a:pt x="2418" y="15180"/>
                  </a:lnTo>
                  <a:cubicBezTo>
                    <a:pt x="2418" y="15157"/>
                    <a:pt x="2418" y="15145"/>
                    <a:pt x="2418" y="15133"/>
                  </a:cubicBezTo>
                  <a:cubicBezTo>
                    <a:pt x="2418" y="15109"/>
                    <a:pt x="2418" y="15097"/>
                    <a:pt x="2418" y="15085"/>
                  </a:cubicBezTo>
                  <a:cubicBezTo>
                    <a:pt x="2430" y="15061"/>
                    <a:pt x="2418" y="15050"/>
                    <a:pt x="2418" y="15026"/>
                  </a:cubicBezTo>
                  <a:lnTo>
                    <a:pt x="2418" y="14978"/>
                  </a:lnTo>
                  <a:lnTo>
                    <a:pt x="2418" y="14954"/>
                  </a:lnTo>
                  <a:lnTo>
                    <a:pt x="2418" y="1214"/>
                  </a:lnTo>
                  <a:lnTo>
                    <a:pt x="2430" y="1214"/>
                  </a:lnTo>
                  <a:lnTo>
                    <a:pt x="2430" y="1167"/>
                  </a:lnTo>
                  <a:lnTo>
                    <a:pt x="2430" y="1119"/>
                  </a:lnTo>
                  <a:lnTo>
                    <a:pt x="2430" y="1072"/>
                  </a:lnTo>
                  <a:cubicBezTo>
                    <a:pt x="2418" y="1060"/>
                    <a:pt x="2418" y="1036"/>
                    <a:pt x="2418" y="1024"/>
                  </a:cubicBezTo>
                  <a:cubicBezTo>
                    <a:pt x="2418" y="1000"/>
                    <a:pt x="2418" y="988"/>
                    <a:pt x="2406" y="976"/>
                  </a:cubicBezTo>
                  <a:cubicBezTo>
                    <a:pt x="2406" y="964"/>
                    <a:pt x="2406" y="941"/>
                    <a:pt x="2394" y="929"/>
                  </a:cubicBezTo>
                  <a:cubicBezTo>
                    <a:pt x="2394" y="917"/>
                    <a:pt x="2394" y="893"/>
                    <a:pt x="2382" y="881"/>
                  </a:cubicBezTo>
                  <a:cubicBezTo>
                    <a:pt x="2382" y="869"/>
                    <a:pt x="2370" y="845"/>
                    <a:pt x="2370" y="833"/>
                  </a:cubicBezTo>
                  <a:lnTo>
                    <a:pt x="2358" y="786"/>
                  </a:lnTo>
                  <a:lnTo>
                    <a:pt x="2334" y="738"/>
                  </a:lnTo>
                  <a:lnTo>
                    <a:pt x="2311" y="691"/>
                  </a:lnTo>
                  <a:cubicBezTo>
                    <a:pt x="2299" y="667"/>
                    <a:pt x="2299" y="655"/>
                    <a:pt x="2287" y="643"/>
                  </a:cubicBezTo>
                  <a:lnTo>
                    <a:pt x="2263" y="595"/>
                  </a:lnTo>
                  <a:lnTo>
                    <a:pt x="2227" y="548"/>
                  </a:lnTo>
                  <a:cubicBezTo>
                    <a:pt x="2215" y="524"/>
                    <a:pt x="2204" y="512"/>
                    <a:pt x="2192" y="500"/>
                  </a:cubicBezTo>
                  <a:cubicBezTo>
                    <a:pt x="2180" y="476"/>
                    <a:pt x="2168" y="464"/>
                    <a:pt x="2156" y="452"/>
                  </a:cubicBezTo>
                  <a:lnTo>
                    <a:pt x="2108" y="393"/>
                  </a:lnTo>
                  <a:lnTo>
                    <a:pt x="2073" y="345"/>
                  </a:lnTo>
                  <a:lnTo>
                    <a:pt x="2013" y="298"/>
                  </a:lnTo>
                  <a:cubicBezTo>
                    <a:pt x="2001" y="286"/>
                    <a:pt x="1977" y="274"/>
                    <a:pt x="1953" y="250"/>
                  </a:cubicBezTo>
                  <a:lnTo>
                    <a:pt x="1894" y="202"/>
                  </a:lnTo>
                  <a:lnTo>
                    <a:pt x="1811" y="155"/>
                  </a:lnTo>
                  <a:cubicBezTo>
                    <a:pt x="1775" y="143"/>
                    <a:pt x="1739" y="119"/>
                    <a:pt x="1715" y="107"/>
                  </a:cubicBezTo>
                  <a:cubicBezTo>
                    <a:pt x="1668" y="95"/>
                    <a:pt x="1632" y="71"/>
                    <a:pt x="1584" y="60"/>
                  </a:cubicBezTo>
                  <a:cubicBezTo>
                    <a:pt x="1501" y="36"/>
                    <a:pt x="1430" y="12"/>
                    <a:pt x="1346" y="12"/>
                  </a:cubicBezTo>
                  <a:cubicBezTo>
                    <a:pt x="1299" y="0"/>
                    <a:pt x="1251" y="0"/>
                    <a:pt x="121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3" name="Google Shape;723;p8"/>
            <p:cNvSpPr/>
            <p:nvPr/>
          </p:nvSpPr>
          <p:spPr>
            <a:xfrm>
              <a:off x="2797967" y="-169612"/>
              <a:ext cx="142539" cy="125041"/>
            </a:xfrm>
            <a:custGeom>
              <a:avLst/>
              <a:gdLst/>
              <a:ahLst/>
              <a:cxnLst/>
              <a:rect l="l" t="t" r="r" b="b"/>
              <a:pathLst>
                <a:path w="4358" h="3823" extrusionOk="0">
                  <a:moveTo>
                    <a:pt x="1131" y="0"/>
                  </a:moveTo>
                  <a:cubicBezTo>
                    <a:pt x="512" y="0"/>
                    <a:pt x="0" y="512"/>
                    <a:pt x="0" y="1131"/>
                  </a:cubicBezTo>
                  <a:lnTo>
                    <a:pt x="0" y="2679"/>
                  </a:lnTo>
                  <a:cubicBezTo>
                    <a:pt x="0" y="3310"/>
                    <a:pt x="512" y="3810"/>
                    <a:pt x="1131" y="3822"/>
                  </a:cubicBezTo>
                  <a:lnTo>
                    <a:pt x="3215" y="3822"/>
                  </a:lnTo>
                  <a:cubicBezTo>
                    <a:pt x="3846" y="3810"/>
                    <a:pt x="4358" y="3310"/>
                    <a:pt x="4358" y="2679"/>
                  </a:cubicBezTo>
                  <a:lnTo>
                    <a:pt x="4358" y="1131"/>
                  </a:lnTo>
                  <a:cubicBezTo>
                    <a:pt x="4358" y="512"/>
                    <a:pt x="3846" y="0"/>
                    <a:pt x="3215" y="0"/>
                  </a:cubicBezTo>
                  <a:close/>
                </a:path>
              </a:pathLst>
            </a:custGeom>
            <a:solidFill>
              <a:srgbClr val="821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4" name="Google Shape;724;p8"/>
            <p:cNvSpPr/>
            <p:nvPr/>
          </p:nvSpPr>
          <p:spPr>
            <a:xfrm>
              <a:off x="2805967" y="277825"/>
              <a:ext cx="142539" cy="124648"/>
            </a:xfrm>
            <a:custGeom>
              <a:avLst/>
              <a:gdLst/>
              <a:ahLst/>
              <a:cxnLst/>
              <a:rect l="l" t="t" r="r" b="b"/>
              <a:pathLst>
                <a:path w="4358" h="3811" extrusionOk="0">
                  <a:moveTo>
                    <a:pt x="1131" y="0"/>
                  </a:moveTo>
                  <a:cubicBezTo>
                    <a:pt x="512" y="0"/>
                    <a:pt x="0" y="512"/>
                    <a:pt x="0" y="1132"/>
                  </a:cubicBezTo>
                  <a:lnTo>
                    <a:pt x="0" y="2679"/>
                  </a:lnTo>
                  <a:cubicBezTo>
                    <a:pt x="0" y="3310"/>
                    <a:pt x="512" y="3810"/>
                    <a:pt x="1131" y="3810"/>
                  </a:cubicBezTo>
                  <a:lnTo>
                    <a:pt x="3215" y="3810"/>
                  </a:lnTo>
                  <a:cubicBezTo>
                    <a:pt x="3846" y="3810"/>
                    <a:pt x="4358" y="3310"/>
                    <a:pt x="4358" y="2679"/>
                  </a:cubicBezTo>
                  <a:lnTo>
                    <a:pt x="4358" y="1132"/>
                  </a:lnTo>
                  <a:cubicBezTo>
                    <a:pt x="4358" y="512"/>
                    <a:pt x="3846" y="0"/>
                    <a:pt x="3215" y="0"/>
                  </a:cubicBezTo>
                  <a:close/>
                </a:path>
              </a:pathLst>
            </a:custGeom>
            <a:solidFill>
              <a:srgbClr val="821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5" name="Google Shape;725;p8"/>
            <p:cNvSpPr/>
            <p:nvPr/>
          </p:nvSpPr>
          <p:spPr>
            <a:xfrm>
              <a:off x="2828927" y="-148189"/>
              <a:ext cx="79872" cy="529240"/>
            </a:xfrm>
            <a:custGeom>
              <a:avLst/>
              <a:gdLst/>
              <a:ahLst/>
              <a:cxnLst/>
              <a:rect l="l" t="t" r="r" b="b"/>
              <a:pathLst>
                <a:path w="2442" h="16181" extrusionOk="0">
                  <a:moveTo>
                    <a:pt x="1215" y="0"/>
                  </a:moveTo>
                  <a:cubicBezTo>
                    <a:pt x="917" y="0"/>
                    <a:pt x="632" y="119"/>
                    <a:pt x="405" y="310"/>
                  </a:cubicBezTo>
                  <a:lnTo>
                    <a:pt x="382" y="333"/>
                  </a:lnTo>
                  <a:cubicBezTo>
                    <a:pt x="358" y="369"/>
                    <a:pt x="322" y="393"/>
                    <a:pt x="298" y="429"/>
                  </a:cubicBezTo>
                  <a:cubicBezTo>
                    <a:pt x="274" y="452"/>
                    <a:pt x="251" y="476"/>
                    <a:pt x="239" y="500"/>
                  </a:cubicBezTo>
                  <a:cubicBezTo>
                    <a:pt x="215" y="524"/>
                    <a:pt x="191" y="560"/>
                    <a:pt x="179" y="595"/>
                  </a:cubicBezTo>
                  <a:cubicBezTo>
                    <a:pt x="155" y="631"/>
                    <a:pt x="144" y="655"/>
                    <a:pt x="120" y="691"/>
                  </a:cubicBezTo>
                  <a:cubicBezTo>
                    <a:pt x="108" y="726"/>
                    <a:pt x="96" y="750"/>
                    <a:pt x="84" y="786"/>
                  </a:cubicBezTo>
                  <a:cubicBezTo>
                    <a:pt x="60" y="833"/>
                    <a:pt x="48" y="869"/>
                    <a:pt x="36" y="917"/>
                  </a:cubicBezTo>
                  <a:cubicBezTo>
                    <a:pt x="36" y="941"/>
                    <a:pt x="24" y="964"/>
                    <a:pt x="24" y="1000"/>
                  </a:cubicBezTo>
                  <a:cubicBezTo>
                    <a:pt x="1" y="1072"/>
                    <a:pt x="1" y="1143"/>
                    <a:pt x="1" y="1226"/>
                  </a:cubicBezTo>
                  <a:lnTo>
                    <a:pt x="1" y="14954"/>
                  </a:lnTo>
                  <a:cubicBezTo>
                    <a:pt x="1" y="15633"/>
                    <a:pt x="548" y="16181"/>
                    <a:pt x="1215" y="16181"/>
                  </a:cubicBezTo>
                  <a:lnTo>
                    <a:pt x="1227" y="16181"/>
                  </a:lnTo>
                  <a:cubicBezTo>
                    <a:pt x="1310" y="16181"/>
                    <a:pt x="1394" y="16169"/>
                    <a:pt x="1477" y="16157"/>
                  </a:cubicBezTo>
                  <a:lnTo>
                    <a:pt x="1513" y="16145"/>
                  </a:lnTo>
                  <a:cubicBezTo>
                    <a:pt x="1584" y="16121"/>
                    <a:pt x="1656" y="16097"/>
                    <a:pt x="1715" y="16073"/>
                  </a:cubicBezTo>
                  <a:lnTo>
                    <a:pt x="1727" y="16073"/>
                  </a:lnTo>
                  <a:cubicBezTo>
                    <a:pt x="1882" y="16002"/>
                    <a:pt x="2013" y="15907"/>
                    <a:pt x="2120" y="15788"/>
                  </a:cubicBezTo>
                  <a:cubicBezTo>
                    <a:pt x="2322" y="15561"/>
                    <a:pt x="2441" y="15276"/>
                    <a:pt x="2441" y="14966"/>
                  </a:cubicBezTo>
                  <a:lnTo>
                    <a:pt x="2441" y="1226"/>
                  </a:lnTo>
                  <a:cubicBezTo>
                    <a:pt x="2441" y="548"/>
                    <a:pt x="1894" y="0"/>
                    <a:pt x="1215" y="0"/>
                  </a:cubicBezTo>
                  <a:close/>
                </a:path>
              </a:pathLst>
            </a:custGeom>
            <a:solidFill>
              <a:srgbClr val="272425">
                <a:alpha val="200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6" name="Google Shape;726;p8"/>
            <p:cNvSpPr/>
            <p:nvPr/>
          </p:nvSpPr>
          <p:spPr>
            <a:xfrm>
              <a:off x="2840212" y="-148189"/>
              <a:ext cx="79479" cy="529240"/>
            </a:xfrm>
            <a:custGeom>
              <a:avLst/>
              <a:gdLst/>
              <a:ahLst/>
              <a:cxnLst/>
              <a:rect l="l" t="t" r="r" b="b"/>
              <a:pathLst>
                <a:path w="2430" h="16181" extrusionOk="0">
                  <a:moveTo>
                    <a:pt x="1144" y="0"/>
                  </a:moveTo>
                  <a:cubicBezTo>
                    <a:pt x="1049" y="0"/>
                    <a:pt x="965" y="24"/>
                    <a:pt x="882" y="48"/>
                  </a:cubicBezTo>
                  <a:cubicBezTo>
                    <a:pt x="834" y="60"/>
                    <a:pt x="799" y="71"/>
                    <a:pt x="751" y="83"/>
                  </a:cubicBezTo>
                  <a:cubicBezTo>
                    <a:pt x="715" y="107"/>
                    <a:pt x="680" y="119"/>
                    <a:pt x="656" y="131"/>
                  </a:cubicBezTo>
                  <a:cubicBezTo>
                    <a:pt x="620" y="155"/>
                    <a:pt x="596" y="167"/>
                    <a:pt x="572" y="179"/>
                  </a:cubicBezTo>
                  <a:cubicBezTo>
                    <a:pt x="549" y="202"/>
                    <a:pt x="525" y="214"/>
                    <a:pt x="501" y="226"/>
                  </a:cubicBezTo>
                  <a:lnTo>
                    <a:pt x="441" y="274"/>
                  </a:lnTo>
                  <a:lnTo>
                    <a:pt x="394" y="322"/>
                  </a:lnTo>
                  <a:cubicBezTo>
                    <a:pt x="370" y="333"/>
                    <a:pt x="358" y="357"/>
                    <a:pt x="346" y="369"/>
                  </a:cubicBezTo>
                  <a:cubicBezTo>
                    <a:pt x="322" y="381"/>
                    <a:pt x="310" y="393"/>
                    <a:pt x="299" y="417"/>
                  </a:cubicBezTo>
                  <a:cubicBezTo>
                    <a:pt x="287" y="429"/>
                    <a:pt x="275" y="441"/>
                    <a:pt x="263" y="464"/>
                  </a:cubicBezTo>
                  <a:cubicBezTo>
                    <a:pt x="251" y="476"/>
                    <a:pt x="239" y="488"/>
                    <a:pt x="227" y="512"/>
                  </a:cubicBezTo>
                  <a:lnTo>
                    <a:pt x="191" y="560"/>
                  </a:lnTo>
                  <a:lnTo>
                    <a:pt x="156" y="607"/>
                  </a:lnTo>
                  <a:lnTo>
                    <a:pt x="132" y="655"/>
                  </a:lnTo>
                  <a:lnTo>
                    <a:pt x="108" y="703"/>
                  </a:lnTo>
                  <a:cubicBezTo>
                    <a:pt x="108" y="714"/>
                    <a:pt x="96" y="726"/>
                    <a:pt x="96" y="750"/>
                  </a:cubicBezTo>
                  <a:cubicBezTo>
                    <a:pt x="84" y="762"/>
                    <a:pt x="84" y="774"/>
                    <a:pt x="72" y="786"/>
                  </a:cubicBezTo>
                  <a:lnTo>
                    <a:pt x="60" y="833"/>
                  </a:lnTo>
                  <a:lnTo>
                    <a:pt x="37" y="881"/>
                  </a:lnTo>
                  <a:cubicBezTo>
                    <a:pt x="37" y="905"/>
                    <a:pt x="37" y="917"/>
                    <a:pt x="25" y="929"/>
                  </a:cubicBezTo>
                  <a:cubicBezTo>
                    <a:pt x="25" y="953"/>
                    <a:pt x="25" y="964"/>
                    <a:pt x="13" y="976"/>
                  </a:cubicBezTo>
                  <a:cubicBezTo>
                    <a:pt x="13" y="1000"/>
                    <a:pt x="13" y="1012"/>
                    <a:pt x="13" y="1024"/>
                  </a:cubicBezTo>
                  <a:cubicBezTo>
                    <a:pt x="1" y="1048"/>
                    <a:pt x="13" y="1060"/>
                    <a:pt x="13" y="1072"/>
                  </a:cubicBezTo>
                  <a:lnTo>
                    <a:pt x="13" y="1119"/>
                  </a:lnTo>
                  <a:lnTo>
                    <a:pt x="13" y="1167"/>
                  </a:lnTo>
                  <a:lnTo>
                    <a:pt x="13" y="1214"/>
                  </a:lnTo>
                  <a:lnTo>
                    <a:pt x="13" y="14954"/>
                  </a:lnTo>
                  <a:cubicBezTo>
                    <a:pt x="13" y="14966"/>
                    <a:pt x="13" y="14978"/>
                    <a:pt x="13" y="14990"/>
                  </a:cubicBezTo>
                  <a:lnTo>
                    <a:pt x="13" y="15050"/>
                  </a:lnTo>
                  <a:cubicBezTo>
                    <a:pt x="13" y="15061"/>
                    <a:pt x="13" y="15073"/>
                    <a:pt x="13" y="15097"/>
                  </a:cubicBezTo>
                  <a:cubicBezTo>
                    <a:pt x="13" y="15109"/>
                    <a:pt x="13" y="15121"/>
                    <a:pt x="13" y="15145"/>
                  </a:cubicBezTo>
                  <a:cubicBezTo>
                    <a:pt x="13" y="15157"/>
                    <a:pt x="13" y="15169"/>
                    <a:pt x="13" y="15192"/>
                  </a:cubicBezTo>
                  <a:cubicBezTo>
                    <a:pt x="13" y="15204"/>
                    <a:pt x="13" y="15216"/>
                    <a:pt x="25" y="15240"/>
                  </a:cubicBezTo>
                  <a:cubicBezTo>
                    <a:pt x="37" y="15252"/>
                    <a:pt x="37" y="15276"/>
                    <a:pt x="37" y="15288"/>
                  </a:cubicBezTo>
                  <a:cubicBezTo>
                    <a:pt x="49" y="15300"/>
                    <a:pt x="49" y="15323"/>
                    <a:pt x="60" y="15335"/>
                  </a:cubicBezTo>
                  <a:lnTo>
                    <a:pt x="72" y="15383"/>
                  </a:lnTo>
                  <a:cubicBezTo>
                    <a:pt x="72" y="15407"/>
                    <a:pt x="84" y="15419"/>
                    <a:pt x="96" y="15431"/>
                  </a:cubicBezTo>
                  <a:cubicBezTo>
                    <a:pt x="96" y="15454"/>
                    <a:pt x="108" y="15466"/>
                    <a:pt x="120" y="15478"/>
                  </a:cubicBezTo>
                  <a:cubicBezTo>
                    <a:pt x="120" y="15502"/>
                    <a:pt x="132" y="15514"/>
                    <a:pt x="144" y="15526"/>
                  </a:cubicBezTo>
                  <a:cubicBezTo>
                    <a:pt x="144" y="15550"/>
                    <a:pt x="156" y="15561"/>
                    <a:pt x="168" y="15585"/>
                  </a:cubicBezTo>
                  <a:cubicBezTo>
                    <a:pt x="180" y="15597"/>
                    <a:pt x="191" y="15609"/>
                    <a:pt x="191" y="15633"/>
                  </a:cubicBezTo>
                  <a:lnTo>
                    <a:pt x="227" y="15681"/>
                  </a:lnTo>
                  <a:lnTo>
                    <a:pt x="263" y="15728"/>
                  </a:lnTo>
                  <a:lnTo>
                    <a:pt x="310" y="15776"/>
                  </a:lnTo>
                  <a:lnTo>
                    <a:pt x="358" y="15823"/>
                  </a:lnTo>
                  <a:lnTo>
                    <a:pt x="418" y="15871"/>
                  </a:lnTo>
                  <a:cubicBezTo>
                    <a:pt x="430" y="15895"/>
                    <a:pt x="453" y="15907"/>
                    <a:pt x="477" y="15931"/>
                  </a:cubicBezTo>
                  <a:cubicBezTo>
                    <a:pt x="489" y="15942"/>
                    <a:pt x="513" y="15954"/>
                    <a:pt x="537" y="15978"/>
                  </a:cubicBezTo>
                  <a:cubicBezTo>
                    <a:pt x="596" y="16014"/>
                    <a:pt x="656" y="16050"/>
                    <a:pt x="727" y="16073"/>
                  </a:cubicBezTo>
                  <a:cubicBezTo>
                    <a:pt x="763" y="16097"/>
                    <a:pt x="811" y="16109"/>
                    <a:pt x="858" y="16121"/>
                  </a:cubicBezTo>
                  <a:cubicBezTo>
                    <a:pt x="965" y="16157"/>
                    <a:pt x="1084" y="16181"/>
                    <a:pt x="1215" y="16181"/>
                  </a:cubicBezTo>
                  <a:lnTo>
                    <a:pt x="1227" y="16181"/>
                  </a:lnTo>
                  <a:cubicBezTo>
                    <a:pt x="1323" y="16181"/>
                    <a:pt x="1430" y="16169"/>
                    <a:pt x="1537" y="16133"/>
                  </a:cubicBezTo>
                  <a:cubicBezTo>
                    <a:pt x="1584" y="16121"/>
                    <a:pt x="1632" y="16109"/>
                    <a:pt x="1680" y="16085"/>
                  </a:cubicBezTo>
                  <a:cubicBezTo>
                    <a:pt x="1715" y="16073"/>
                    <a:pt x="1751" y="16062"/>
                    <a:pt x="1787" y="16038"/>
                  </a:cubicBezTo>
                  <a:cubicBezTo>
                    <a:pt x="1811" y="16026"/>
                    <a:pt x="1834" y="16014"/>
                    <a:pt x="1858" y="15990"/>
                  </a:cubicBezTo>
                  <a:lnTo>
                    <a:pt x="1930" y="15942"/>
                  </a:lnTo>
                  <a:cubicBezTo>
                    <a:pt x="1954" y="15931"/>
                    <a:pt x="1977" y="15919"/>
                    <a:pt x="2001" y="15907"/>
                  </a:cubicBezTo>
                  <a:cubicBezTo>
                    <a:pt x="2013" y="15883"/>
                    <a:pt x="2037" y="15871"/>
                    <a:pt x="2049" y="15859"/>
                  </a:cubicBezTo>
                  <a:lnTo>
                    <a:pt x="2096" y="15812"/>
                  </a:lnTo>
                  <a:lnTo>
                    <a:pt x="2144" y="15752"/>
                  </a:lnTo>
                  <a:cubicBezTo>
                    <a:pt x="2156" y="15740"/>
                    <a:pt x="2168" y="15728"/>
                    <a:pt x="2180" y="15704"/>
                  </a:cubicBezTo>
                  <a:lnTo>
                    <a:pt x="2215" y="15657"/>
                  </a:lnTo>
                  <a:lnTo>
                    <a:pt x="2251" y="15609"/>
                  </a:lnTo>
                  <a:lnTo>
                    <a:pt x="2275" y="15561"/>
                  </a:lnTo>
                  <a:cubicBezTo>
                    <a:pt x="2287" y="15550"/>
                    <a:pt x="2299" y="15538"/>
                    <a:pt x="2311" y="15514"/>
                  </a:cubicBezTo>
                  <a:cubicBezTo>
                    <a:pt x="2311" y="15502"/>
                    <a:pt x="2323" y="15478"/>
                    <a:pt x="2335" y="15466"/>
                  </a:cubicBezTo>
                  <a:cubicBezTo>
                    <a:pt x="2335" y="15454"/>
                    <a:pt x="2346" y="15431"/>
                    <a:pt x="2346" y="15419"/>
                  </a:cubicBezTo>
                  <a:cubicBezTo>
                    <a:pt x="2358" y="15407"/>
                    <a:pt x="2358" y="15383"/>
                    <a:pt x="2370" y="15371"/>
                  </a:cubicBezTo>
                  <a:cubicBezTo>
                    <a:pt x="2370" y="15359"/>
                    <a:pt x="2382" y="15335"/>
                    <a:pt x="2382" y="15323"/>
                  </a:cubicBezTo>
                  <a:cubicBezTo>
                    <a:pt x="2394" y="15311"/>
                    <a:pt x="2394" y="15288"/>
                    <a:pt x="2394" y="15276"/>
                  </a:cubicBezTo>
                  <a:cubicBezTo>
                    <a:pt x="2406" y="15264"/>
                    <a:pt x="2406" y="15240"/>
                    <a:pt x="2406" y="15228"/>
                  </a:cubicBezTo>
                  <a:cubicBezTo>
                    <a:pt x="2418" y="15204"/>
                    <a:pt x="2418" y="15192"/>
                    <a:pt x="2418" y="15180"/>
                  </a:cubicBezTo>
                  <a:cubicBezTo>
                    <a:pt x="2430" y="15157"/>
                    <a:pt x="2418" y="15145"/>
                    <a:pt x="2418" y="15133"/>
                  </a:cubicBezTo>
                  <a:lnTo>
                    <a:pt x="2418" y="15085"/>
                  </a:lnTo>
                  <a:lnTo>
                    <a:pt x="2418" y="15026"/>
                  </a:lnTo>
                  <a:lnTo>
                    <a:pt x="2418" y="14978"/>
                  </a:lnTo>
                  <a:lnTo>
                    <a:pt x="2418" y="1214"/>
                  </a:lnTo>
                  <a:lnTo>
                    <a:pt x="2418" y="1167"/>
                  </a:lnTo>
                  <a:lnTo>
                    <a:pt x="2418" y="1119"/>
                  </a:lnTo>
                  <a:cubicBezTo>
                    <a:pt x="2418" y="1107"/>
                    <a:pt x="2418" y="1084"/>
                    <a:pt x="2418" y="1072"/>
                  </a:cubicBezTo>
                  <a:cubicBezTo>
                    <a:pt x="2418" y="1060"/>
                    <a:pt x="2418" y="1036"/>
                    <a:pt x="2418" y="1024"/>
                  </a:cubicBezTo>
                  <a:cubicBezTo>
                    <a:pt x="2418" y="1012"/>
                    <a:pt x="2418" y="988"/>
                    <a:pt x="2418" y="976"/>
                  </a:cubicBezTo>
                  <a:cubicBezTo>
                    <a:pt x="2406" y="964"/>
                    <a:pt x="2406" y="941"/>
                    <a:pt x="2406" y="929"/>
                  </a:cubicBezTo>
                  <a:cubicBezTo>
                    <a:pt x="2406" y="905"/>
                    <a:pt x="2406" y="893"/>
                    <a:pt x="2394" y="881"/>
                  </a:cubicBezTo>
                  <a:cubicBezTo>
                    <a:pt x="2382" y="869"/>
                    <a:pt x="2382" y="845"/>
                    <a:pt x="2370" y="833"/>
                  </a:cubicBezTo>
                  <a:cubicBezTo>
                    <a:pt x="2370" y="822"/>
                    <a:pt x="2358" y="798"/>
                    <a:pt x="2358" y="786"/>
                  </a:cubicBezTo>
                  <a:cubicBezTo>
                    <a:pt x="2346" y="762"/>
                    <a:pt x="2346" y="750"/>
                    <a:pt x="2335" y="738"/>
                  </a:cubicBezTo>
                  <a:cubicBezTo>
                    <a:pt x="2335" y="714"/>
                    <a:pt x="2323" y="703"/>
                    <a:pt x="2311" y="691"/>
                  </a:cubicBezTo>
                  <a:lnTo>
                    <a:pt x="2299" y="643"/>
                  </a:lnTo>
                  <a:cubicBezTo>
                    <a:pt x="2287" y="619"/>
                    <a:pt x="2275" y="607"/>
                    <a:pt x="2263" y="595"/>
                  </a:cubicBezTo>
                  <a:cubicBezTo>
                    <a:pt x="2251" y="572"/>
                    <a:pt x="2239" y="560"/>
                    <a:pt x="2239" y="548"/>
                  </a:cubicBezTo>
                  <a:lnTo>
                    <a:pt x="2204" y="500"/>
                  </a:lnTo>
                  <a:lnTo>
                    <a:pt x="2168" y="452"/>
                  </a:lnTo>
                  <a:lnTo>
                    <a:pt x="2120" y="393"/>
                  </a:lnTo>
                  <a:lnTo>
                    <a:pt x="2073" y="345"/>
                  </a:lnTo>
                  <a:lnTo>
                    <a:pt x="2025" y="298"/>
                  </a:lnTo>
                  <a:cubicBezTo>
                    <a:pt x="2001" y="286"/>
                    <a:pt x="1977" y="274"/>
                    <a:pt x="1965" y="250"/>
                  </a:cubicBezTo>
                  <a:lnTo>
                    <a:pt x="1894" y="202"/>
                  </a:lnTo>
                  <a:lnTo>
                    <a:pt x="1811" y="155"/>
                  </a:lnTo>
                  <a:cubicBezTo>
                    <a:pt x="1787" y="143"/>
                    <a:pt x="1751" y="119"/>
                    <a:pt x="1715" y="107"/>
                  </a:cubicBezTo>
                  <a:cubicBezTo>
                    <a:pt x="1680" y="95"/>
                    <a:pt x="1632" y="71"/>
                    <a:pt x="1584" y="60"/>
                  </a:cubicBezTo>
                  <a:cubicBezTo>
                    <a:pt x="1513" y="36"/>
                    <a:pt x="1430" y="12"/>
                    <a:pt x="1346" y="12"/>
                  </a:cubicBezTo>
                  <a:cubicBezTo>
                    <a:pt x="1299" y="0"/>
                    <a:pt x="1263" y="0"/>
                    <a:pt x="121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7" name="Google Shape;727;p8"/>
            <p:cNvSpPr/>
            <p:nvPr/>
          </p:nvSpPr>
          <p:spPr>
            <a:xfrm>
              <a:off x="2427621" y="-169612"/>
              <a:ext cx="142539" cy="125041"/>
            </a:xfrm>
            <a:custGeom>
              <a:avLst/>
              <a:gdLst/>
              <a:ahLst/>
              <a:cxnLst/>
              <a:rect l="l" t="t" r="r" b="b"/>
              <a:pathLst>
                <a:path w="4358" h="3823" extrusionOk="0">
                  <a:moveTo>
                    <a:pt x="1131" y="0"/>
                  </a:moveTo>
                  <a:cubicBezTo>
                    <a:pt x="500" y="0"/>
                    <a:pt x="0" y="512"/>
                    <a:pt x="0" y="1131"/>
                  </a:cubicBezTo>
                  <a:lnTo>
                    <a:pt x="0" y="2679"/>
                  </a:lnTo>
                  <a:cubicBezTo>
                    <a:pt x="0" y="3310"/>
                    <a:pt x="500" y="3810"/>
                    <a:pt x="1131" y="3822"/>
                  </a:cubicBezTo>
                  <a:lnTo>
                    <a:pt x="3215" y="3822"/>
                  </a:lnTo>
                  <a:cubicBezTo>
                    <a:pt x="3846" y="3810"/>
                    <a:pt x="4346" y="3310"/>
                    <a:pt x="4358" y="2679"/>
                  </a:cubicBezTo>
                  <a:lnTo>
                    <a:pt x="4358" y="1131"/>
                  </a:lnTo>
                  <a:cubicBezTo>
                    <a:pt x="4346" y="512"/>
                    <a:pt x="3846" y="0"/>
                    <a:pt x="3215" y="0"/>
                  </a:cubicBezTo>
                  <a:close/>
                </a:path>
              </a:pathLst>
            </a:custGeom>
            <a:solidFill>
              <a:srgbClr val="821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8" name="Google Shape;728;p8"/>
            <p:cNvSpPr/>
            <p:nvPr/>
          </p:nvSpPr>
          <p:spPr>
            <a:xfrm>
              <a:off x="2435621" y="277825"/>
              <a:ext cx="142539" cy="124648"/>
            </a:xfrm>
            <a:custGeom>
              <a:avLst/>
              <a:gdLst/>
              <a:ahLst/>
              <a:cxnLst/>
              <a:rect l="l" t="t" r="r" b="b"/>
              <a:pathLst>
                <a:path w="4358" h="3811" extrusionOk="0">
                  <a:moveTo>
                    <a:pt x="1131" y="0"/>
                  </a:moveTo>
                  <a:cubicBezTo>
                    <a:pt x="500" y="0"/>
                    <a:pt x="0" y="512"/>
                    <a:pt x="0" y="1132"/>
                  </a:cubicBezTo>
                  <a:lnTo>
                    <a:pt x="0" y="2679"/>
                  </a:lnTo>
                  <a:cubicBezTo>
                    <a:pt x="0" y="3310"/>
                    <a:pt x="500" y="3810"/>
                    <a:pt x="1131" y="3810"/>
                  </a:cubicBezTo>
                  <a:lnTo>
                    <a:pt x="3215" y="3810"/>
                  </a:lnTo>
                  <a:cubicBezTo>
                    <a:pt x="3846" y="3810"/>
                    <a:pt x="4346" y="3310"/>
                    <a:pt x="4358" y="2679"/>
                  </a:cubicBezTo>
                  <a:lnTo>
                    <a:pt x="4358" y="1132"/>
                  </a:lnTo>
                  <a:cubicBezTo>
                    <a:pt x="4346" y="512"/>
                    <a:pt x="3846" y="0"/>
                    <a:pt x="3215" y="0"/>
                  </a:cubicBezTo>
                  <a:close/>
                </a:path>
              </a:pathLst>
            </a:custGeom>
            <a:solidFill>
              <a:srgbClr val="821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9" name="Google Shape;729;p8"/>
            <p:cNvSpPr/>
            <p:nvPr/>
          </p:nvSpPr>
          <p:spPr>
            <a:xfrm>
              <a:off x="2458189" y="-148189"/>
              <a:ext cx="80264" cy="529240"/>
            </a:xfrm>
            <a:custGeom>
              <a:avLst/>
              <a:gdLst/>
              <a:ahLst/>
              <a:cxnLst/>
              <a:rect l="l" t="t" r="r" b="b"/>
              <a:pathLst>
                <a:path w="2454" h="16181" extrusionOk="0">
                  <a:moveTo>
                    <a:pt x="1227" y="0"/>
                  </a:moveTo>
                  <a:cubicBezTo>
                    <a:pt x="930" y="0"/>
                    <a:pt x="632" y="119"/>
                    <a:pt x="418" y="310"/>
                  </a:cubicBezTo>
                  <a:lnTo>
                    <a:pt x="394" y="333"/>
                  </a:lnTo>
                  <a:cubicBezTo>
                    <a:pt x="358" y="369"/>
                    <a:pt x="334" y="393"/>
                    <a:pt x="299" y="429"/>
                  </a:cubicBezTo>
                  <a:cubicBezTo>
                    <a:pt x="287" y="452"/>
                    <a:pt x="263" y="476"/>
                    <a:pt x="251" y="500"/>
                  </a:cubicBezTo>
                  <a:cubicBezTo>
                    <a:pt x="227" y="524"/>
                    <a:pt x="203" y="560"/>
                    <a:pt x="179" y="595"/>
                  </a:cubicBezTo>
                  <a:cubicBezTo>
                    <a:pt x="168" y="631"/>
                    <a:pt x="144" y="655"/>
                    <a:pt x="132" y="691"/>
                  </a:cubicBezTo>
                  <a:cubicBezTo>
                    <a:pt x="120" y="726"/>
                    <a:pt x="96" y="750"/>
                    <a:pt x="84" y="786"/>
                  </a:cubicBezTo>
                  <a:cubicBezTo>
                    <a:pt x="72" y="833"/>
                    <a:pt x="60" y="869"/>
                    <a:pt x="49" y="917"/>
                  </a:cubicBezTo>
                  <a:cubicBezTo>
                    <a:pt x="49" y="941"/>
                    <a:pt x="37" y="964"/>
                    <a:pt x="25" y="1000"/>
                  </a:cubicBezTo>
                  <a:cubicBezTo>
                    <a:pt x="13" y="1072"/>
                    <a:pt x="1" y="1143"/>
                    <a:pt x="1" y="1226"/>
                  </a:cubicBezTo>
                  <a:lnTo>
                    <a:pt x="1" y="14954"/>
                  </a:lnTo>
                  <a:cubicBezTo>
                    <a:pt x="1" y="15633"/>
                    <a:pt x="549" y="16181"/>
                    <a:pt x="1227" y="16181"/>
                  </a:cubicBezTo>
                  <a:cubicBezTo>
                    <a:pt x="1311" y="16181"/>
                    <a:pt x="1394" y="16169"/>
                    <a:pt x="1477" y="16157"/>
                  </a:cubicBezTo>
                  <a:lnTo>
                    <a:pt x="1513" y="16145"/>
                  </a:lnTo>
                  <a:cubicBezTo>
                    <a:pt x="1584" y="16121"/>
                    <a:pt x="1656" y="16097"/>
                    <a:pt x="1715" y="16073"/>
                  </a:cubicBezTo>
                  <a:lnTo>
                    <a:pt x="1739" y="16073"/>
                  </a:lnTo>
                  <a:cubicBezTo>
                    <a:pt x="1882" y="16002"/>
                    <a:pt x="2013" y="15907"/>
                    <a:pt x="2120" y="15788"/>
                  </a:cubicBezTo>
                  <a:cubicBezTo>
                    <a:pt x="2335" y="15561"/>
                    <a:pt x="2442" y="15276"/>
                    <a:pt x="2454" y="14966"/>
                  </a:cubicBezTo>
                  <a:lnTo>
                    <a:pt x="2454" y="1226"/>
                  </a:lnTo>
                  <a:cubicBezTo>
                    <a:pt x="2454" y="548"/>
                    <a:pt x="1906" y="0"/>
                    <a:pt x="1227" y="0"/>
                  </a:cubicBezTo>
                  <a:close/>
                </a:path>
              </a:pathLst>
            </a:custGeom>
            <a:solidFill>
              <a:srgbClr val="272425">
                <a:alpha val="200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0" name="Google Shape;730;p8"/>
            <p:cNvSpPr/>
            <p:nvPr/>
          </p:nvSpPr>
          <p:spPr>
            <a:xfrm>
              <a:off x="2470258" y="-148189"/>
              <a:ext cx="79087" cy="529240"/>
            </a:xfrm>
            <a:custGeom>
              <a:avLst/>
              <a:gdLst/>
              <a:ahLst/>
              <a:cxnLst/>
              <a:rect l="l" t="t" r="r" b="b"/>
              <a:pathLst>
                <a:path w="2418" h="16181" extrusionOk="0">
                  <a:moveTo>
                    <a:pt x="1132" y="0"/>
                  </a:moveTo>
                  <a:cubicBezTo>
                    <a:pt x="1037" y="0"/>
                    <a:pt x="953" y="24"/>
                    <a:pt x="870" y="48"/>
                  </a:cubicBezTo>
                  <a:cubicBezTo>
                    <a:pt x="823" y="60"/>
                    <a:pt x="775" y="71"/>
                    <a:pt x="739" y="83"/>
                  </a:cubicBezTo>
                  <a:cubicBezTo>
                    <a:pt x="703" y="107"/>
                    <a:pt x="668" y="119"/>
                    <a:pt x="644" y="131"/>
                  </a:cubicBezTo>
                  <a:cubicBezTo>
                    <a:pt x="608" y="155"/>
                    <a:pt x="584" y="167"/>
                    <a:pt x="561" y="179"/>
                  </a:cubicBezTo>
                  <a:cubicBezTo>
                    <a:pt x="537" y="202"/>
                    <a:pt x="513" y="214"/>
                    <a:pt x="489" y="226"/>
                  </a:cubicBezTo>
                  <a:cubicBezTo>
                    <a:pt x="465" y="238"/>
                    <a:pt x="442" y="262"/>
                    <a:pt x="430" y="274"/>
                  </a:cubicBezTo>
                  <a:lnTo>
                    <a:pt x="370" y="322"/>
                  </a:lnTo>
                  <a:lnTo>
                    <a:pt x="322" y="369"/>
                  </a:lnTo>
                  <a:cubicBezTo>
                    <a:pt x="311" y="381"/>
                    <a:pt x="299" y="393"/>
                    <a:pt x="287" y="417"/>
                  </a:cubicBezTo>
                  <a:lnTo>
                    <a:pt x="239" y="464"/>
                  </a:lnTo>
                  <a:lnTo>
                    <a:pt x="215" y="512"/>
                  </a:lnTo>
                  <a:lnTo>
                    <a:pt x="180" y="560"/>
                  </a:lnTo>
                  <a:cubicBezTo>
                    <a:pt x="168" y="572"/>
                    <a:pt x="156" y="583"/>
                    <a:pt x="144" y="607"/>
                  </a:cubicBezTo>
                  <a:cubicBezTo>
                    <a:pt x="144" y="619"/>
                    <a:pt x="132" y="631"/>
                    <a:pt x="120" y="655"/>
                  </a:cubicBezTo>
                  <a:lnTo>
                    <a:pt x="96" y="703"/>
                  </a:lnTo>
                  <a:lnTo>
                    <a:pt x="72" y="750"/>
                  </a:lnTo>
                  <a:cubicBezTo>
                    <a:pt x="72" y="762"/>
                    <a:pt x="61" y="774"/>
                    <a:pt x="61" y="786"/>
                  </a:cubicBezTo>
                  <a:lnTo>
                    <a:pt x="37" y="833"/>
                  </a:lnTo>
                  <a:lnTo>
                    <a:pt x="25" y="881"/>
                  </a:lnTo>
                  <a:lnTo>
                    <a:pt x="13" y="929"/>
                  </a:lnTo>
                  <a:cubicBezTo>
                    <a:pt x="13" y="953"/>
                    <a:pt x="13" y="964"/>
                    <a:pt x="1" y="976"/>
                  </a:cubicBezTo>
                  <a:cubicBezTo>
                    <a:pt x="1" y="1000"/>
                    <a:pt x="1" y="1012"/>
                    <a:pt x="1" y="1024"/>
                  </a:cubicBezTo>
                  <a:cubicBezTo>
                    <a:pt x="1" y="1048"/>
                    <a:pt x="1" y="1060"/>
                    <a:pt x="1" y="1072"/>
                  </a:cubicBezTo>
                  <a:lnTo>
                    <a:pt x="1" y="1119"/>
                  </a:lnTo>
                  <a:lnTo>
                    <a:pt x="1" y="1167"/>
                  </a:lnTo>
                  <a:lnTo>
                    <a:pt x="1" y="1214"/>
                  </a:lnTo>
                  <a:lnTo>
                    <a:pt x="1" y="14954"/>
                  </a:lnTo>
                  <a:lnTo>
                    <a:pt x="1" y="14990"/>
                  </a:lnTo>
                  <a:lnTo>
                    <a:pt x="1" y="15050"/>
                  </a:lnTo>
                  <a:lnTo>
                    <a:pt x="1" y="15097"/>
                  </a:lnTo>
                  <a:cubicBezTo>
                    <a:pt x="1" y="15109"/>
                    <a:pt x="1" y="15121"/>
                    <a:pt x="1" y="15145"/>
                  </a:cubicBezTo>
                  <a:cubicBezTo>
                    <a:pt x="13" y="15157"/>
                    <a:pt x="1" y="15169"/>
                    <a:pt x="1" y="15192"/>
                  </a:cubicBezTo>
                  <a:cubicBezTo>
                    <a:pt x="1" y="15204"/>
                    <a:pt x="1" y="15216"/>
                    <a:pt x="13" y="15240"/>
                  </a:cubicBezTo>
                  <a:cubicBezTo>
                    <a:pt x="25" y="15252"/>
                    <a:pt x="13" y="15276"/>
                    <a:pt x="25" y="15288"/>
                  </a:cubicBezTo>
                  <a:cubicBezTo>
                    <a:pt x="37" y="15300"/>
                    <a:pt x="37" y="15323"/>
                    <a:pt x="49" y="15335"/>
                  </a:cubicBezTo>
                  <a:cubicBezTo>
                    <a:pt x="49" y="15347"/>
                    <a:pt x="49" y="15371"/>
                    <a:pt x="61" y="15383"/>
                  </a:cubicBezTo>
                  <a:cubicBezTo>
                    <a:pt x="61" y="15407"/>
                    <a:pt x="72" y="15419"/>
                    <a:pt x="84" y="15431"/>
                  </a:cubicBezTo>
                  <a:cubicBezTo>
                    <a:pt x="84" y="15454"/>
                    <a:pt x="96" y="15466"/>
                    <a:pt x="96" y="15478"/>
                  </a:cubicBezTo>
                  <a:cubicBezTo>
                    <a:pt x="108" y="15502"/>
                    <a:pt x="120" y="15514"/>
                    <a:pt x="120" y="15526"/>
                  </a:cubicBezTo>
                  <a:cubicBezTo>
                    <a:pt x="168" y="15597"/>
                    <a:pt x="144" y="15573"/>
                    <a:pt x="180" y="15633"/>
                  </a:cubicBezTo>
                  <a:cubicBezTo>
                    <a:pt x="191" y="15645"/>
                    <a:pt x="203" y="15669"/>
                    <a:pt x="215" y="15681"/>
                  </a:cubicBezTo>
                  <a:lnTo>
                    <a:pt x="251" y="15728"/>
                  </a:lnTo>
                  <a:lnTo>
                    <a:pt x="299" y="15776"/>
                  </a:lnTo>
                  <a:lnTo>
                    <a:pt x="346" y="15823"/>
                  </a:lnTo>
                  <a:lnTo>
                    <a:pt x="394" y="15871"/>
                  </a:lnTo>
                  <a:cubicBezTo>
                    <a:pt x="418" y="15895"/>
                    <a:pt x="442" y="15907"/>
                    <a:pt x="453" y="15931"/>
                  </a:cubicBezTo>
                  <a:lnTo>
                    <a:pt x="525" y="15978"/>
                  </a:lnTo>
                  <a:cubicBezTo>
                    <a:pt x="584" y="16014"/>
                    <a:pt x="644" y="16050"/>
                    <a:pt x="715" y="16073"/>
                  </a:cubicBezTo>
                  <a:cubicBezTo>
                    <a:pt x="751" y="16097"/>
                    <a:pt x="799" y="16109"/>
                    <a:pt x="846" y="16121"/>
                  </a:cubicBezTo>
                  <a:cubicBezTo>
                    <a:pt x="953" y="16157"/>
                    <a:pt x="1073" y="16181"/>
                    <a:pt x="1192" y="16181"/>
                  </a:cubicBezTo>
                  <a:lnTo>
                    <a:pt x="1204" y="16181"/>
                  </a:lnTo>
                  <a:cubicBezTo>
                    <a:pt x="1311" y="16181"/>
                    <a:pt x="1418" y="16169"/>
                    <a:pt x="1525" y="16133"/>
                  </a:cubicBezTo>
                  <a:cubicBezTo>
                    <a:pt x="1573" y="16121"/>
                    <a:pt x="1620" y="16109"/>
                    <a:pt x="1668" y="16085"/>
                  </a:cubicBezTo>
                  <a:cubicBezTo>
                    <a:pt x="1704" y="16073"/>
                    <a:pt x="1739" y="16062"/>
                    <a:pt x="1763" y="16038"/>
                  </a:cubicBezTo>
                  <a:lnTo>
                    <a:pt x="1846" y="15990"/>
                  </a:lnTo>
                  <a:lnTo>
                    <a:pt x="1918" y="15942"/>
                  </a:lnTo>
                  <a:cubicBezTo>
                    <a:pt x="1942" y="15931"/>
                    <a:pt x="1966" y="15919"/>
                    <a:pt x="1989" y="15907"/>
                  </a:cubicBezTo>
                  <a:lnTo>
                    <a:pt x="2037" y="15859"/>
                  </a:lnTo>
                  <a:cubicBezTo>
                    <a:pt x="2049" y="15835"/>
                    <a:pt x="2073" y="15823"/>
                    <a:pt x="2085" y="15812"/>
                  </a:cubicBezTo>
                  <a:lnTo>
                    <a:pt x="2132" y="15752"/>
                  </a:lnTo>
                  <a:cubicBezTo>
                    <a:pt x="2144" y="15740"/>
                    <a:pt x="2156" y="15728"/>
                    <a:pt x="2168" y="15704"/>
                  </a:cubicBezTo>
                  <a:cubicBezTo>
                    <a:pt x="2180" y="15692"/>
                    <a:pt x="2192" y="15681"/>
                    <a:pt x="2204" y="15657"/>
                  </a:cubicBezTo>
                  <a:cubicBezTo>
                    <a:pt x="2216" y="15645"/>
                    <a:pt x="2227" y="15633"/>
                    <a:pt x="2239" y="15609"/>
                  </a:cubicBezTo>
                  <a:lnTo>
                    <a:pt x="2263" y="15561"/>
                  </a:lnTo>
                  <a:lnTo>
                    <a:pt x="2287" y="15514"/>
                  </a:lnTo>
                  <a:cubicBezTo>
                    <a:pt x="2299" y="15502"/>
                    <a:pt x="2311" y="15478"/>
                    <a:pt x="2311" y="15466"/>
                  </a:cubicBezTo>
                  <a:cubicBezTo>
                    <a:pt x="2323" y="15454"/>
                    <a:pt x="2335" y="15431"/>
                    <a:pt x="2335" y="15419"/>
                  </a:cubicBezTo>
                  <a:cubicBezTo>
                    <a:pt x="2347" y="15407"/>
                    <a:pt x="2347" y="15383"/>
                    <a:pt x="2358" y="15371"/>
                  </a:cubicBezTo>
                  <a:cubicBezTo>
                    <a:pt x="2358" y="15359"/>
                    <a:pt x="2370" y="15335"/>
                    <a:pt x="2370" y="15323"/>
                  </a:cubicBezTo>
                  <a:cubicBezTo>
                    <a:pt x="2382" y="15311"/>
                    <a:pt x="2382" y="15288"/>
                    <a:pt x="2382" y="15276"/>
                  </a:cubicBezTo>
                  <a:lnTo>
                    <a:pt x="2394" y="15228"/>
                  </a:lnTo>
                  <a:lnTo>
                    <a:pt x="2406" y="15180"/>
                  </a:lnTo>
                  <a:cubicBezTo>
                    <a:pt x="2406" y="15157"/>
                    <a:pt x="2418" y="15145"/>
                    <a:pt x="2418" y="15133"/>
                  </a:cubicBezTo>
                  <a:lnTo>
                    <a:pt x="2418" y="15085"/>
                  </a:lnTo>
                  <a:lnTo>
                    <a:pt x="2418" y="15026"/>
                  </a:lnTo>
                  <a:lnTo>
                    <a:pt x="2418" y="14978"/>
                  </a:lnTo>
                  <a:lnTo>
                    <a:pt x="2418" y="14954"/>
                  </a:lnTo>
                  <a:lnTo>
                    <a:pt x="2418" y="1214"/>
                  </a:lnTo>
                  <a:lnTo>
                    <a:pt x="2406" y="1214"/>
                  </a:lnTo>
                  <a:lnTo>
                    <a:pt x="2406" y="1167"/>
                  </a:lnTo>
                  <a:lnTo>
                    <a:pt x="2406" y="1119"/>
                  </a:lnTo>
                  <a:lnTo>
                    <a:pt x="2406" y="1072"/>
                  </a:lnTo>
                  <a:cubicBezTo>
                    <a:pt x="2406" y="1060"/>
                    <a:pt x="2406" y="1036"/>
                    <a:pt x="2406" y="1024"/>
                  </a:cubicBezTo>
                  <a:lnTo>
                    <a:pt x="2406" y="976"/>
                  </a:lnTo>
                  <a:cubicBezTo>
                    <a:pt x="2406" y="964"/>
                    <a:pt x="2394" y="941"/>
                    <a:pt x="2394" y="929"/>
                  </a:cubicBezTo>
                  <a:cubicBezTo>
                    <a:pt x="2382" y="917"/>
                    <a:pt x="2382" y="893"/>
                    <a:pt x="2370" y="881"/>
                  </a:cubicBezTo>
                  <a:cubicBezTo>
                    <a:pt x="2370" y="869"/>
                    <a:pt x="2370" y="845"/>
                    <a:pt x="2358" y="833"/>
                  </a:cubicBezTo>
                  <a:lnTo>
                    <a:pt x="2347" y="786"/>
                  </a:lnTo>
                  <a:lnTo>
                    <a:pt x="2323" y="738"/>
                  </a:lnTo>
                  <a:cubicBezTo>
                    <a:pt x="2323" y="714"/>
                    <a:pt x="2311" y="703"/>
                    <a:pt x="2299" y="691"/>
                  </a:cubicBezTo>
                  <a:cubicBezTo>
                    <a:pt x="2299" y="667"/>
                    <a:pt x="2287" y="655"/>
                    <a:pt x="2275" y="643"/>
                  </a:cubicBezTo>
                  <a:lnTo>
                    <a:pt x="2251" y="595"/>
                  </a:lnTo>
                  <a:lnTo>
                    <a:pt x="2216" y="548"/>
                  </a:lnTo>
                  <a:cubicBezTo>
                    <a:pt x="2204" y="524"/>
                    <a:pt x="2192" y="512"/>
                    <a:pt x="2180" y="500"/>
                  </a:cubicBezTo>
                  <a:cubicBezTo>
                    <a:pt x="2168" y="476"/>
                    <a:pt x="2156" y="464"/>
                    <a:pt x="2144" y="452"/>
                  </a:cubicBezTo>
                  <a:lnTo>
                    <a:pt x="2108" y="393"/>
                  </a:lnTo>
                  <a:lnTo>
                    <a:pt x="2061" y="345"/>
                  </a:lnTo>
                  <a:lnTo>
                    <a:pt x="2001" y="298"/>
                  </a:lnTo>
                  <a:cubicBezTo>
                    <a:pt x="1989" y="286"/>
                    <a:pt x="1966" y="274"/>
                    <a:pt x="1942" y="250"/>
                  </a:cubicBezTo>
                  <a:lnTo>
                    <a:pt x="1882" y="202"/>
                  </a:lnTo>
                  <a:lnTo>
                    <a:pt x="1799" y="155"/>
                  </a:lnTo>
                  <a:cubicBezTo>
                    <a:pt x="1763" y="143"/>
                    <a:pt x="1739" y="119"/>
                    <a:pt x="1704" y="107"/>
                  </a:cubicBezTo>
                  <a:cubicBezTo>
                    <a:pt x="1668" y="95"/>
                    <a:pt x="1620" y="71"/>
                    <a:pt x="1573" y="60"/>
                  </a:cubicBezTo>
                  <a:cubicBezTo>
                    <a:pt x="1501" y="36"/>
                    <a:pt x="1418" y="12"/>
                    <a:pt x="1334" y="12"/>
                  </a:cubicBezTo>
                  <a:cubicBezTo>
                    <a:pt x="1287" y="0"/>
                    <a:pt x="1251" y="0"/>
                    <a:pt x="120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1" name="Google Shape;731;p8"/>
            <p:cNvSpPr/>
            <p:nvPr/>
          </p:nvSpPr>
          <p:spPr>
            <a:xfrm>
              <a:off x="4059511" y="-169612"/>
              <a:ext cx="142572" cy="125041"/>
            </a:xfrm>
            <a:custGeom>
              <a:avLst/>
              <a:gdLst/>
              <a:ahLst/>
              <a:cxnLst/>
              <a:rect l="l" t="t" r="r" b="b"/>
              <a:pathLst>
                <a:path w="4359" h="3823" extrusionOk="0">
                  <a:moveTo>
                    <a:pt x="1131" y="0"/>
                  </a:moveTo>
                  <a:cubicBezTo>
                    <a:pt x="512" y="0"/>
                    <a:pt x="0" y="512"/>
                    <a:pt x="0" y="1131"/>
                  </a:cubicBezTo>
                  <a:lnTo>
                    <a:pt x="0" y="2679"/>
                  </a:lnTo>
                  <a:cubicBezTo>
                    <a:pt x="0" y="3310"/>
                    <a:pt x="512" y="3810"/>
                    <a:pt x="1131" y="3822"/>
                  </a:cubicBezTo>
                  <a:lnTo>
                    <a:pt x="3215" y="3822"/>
                  </a:lnTo>
                  <a:cubicBezTo>
                    <a:pt x="3846" y="3810"/>
                    <a:pt x="4358" y="3310"/>
                    <a:pt x="4358" y="2679"/>
                  </a:cubicBezTo>
                  <a:lnTo>
                    <a:pt x="4358" y="1131"/>
                  </a:lnTo>
                  <a:cubicBezTo>
                    <a:pt x="4358" y="512"/>
                    <a:pt x="3846" y="0"/>
                    <a:pt x="3215" y="0"/>
                  </a:cubicBezTo>
                  <a:close/>
                </a:path>
              </a:pathLst>
            </a:custGeom>
            <a:solidFill>
              <a:srgbClr val="821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2" name="Google Shape;732;p8"/>
            <p:cNvSpPr/>
            <p:nvPr/>
          </p:nvSpPr>
          <p:spPr>
            <a:xfrm>
              <a:off x="4059511" y="277825"/>
              <a:ext cx="142572" cy="124648"/>
            </a:xfrm>
            <a:custGeom>
              <a:avLst/>
              <a:gdLst/>
              <a:ahLst/>
              <a:cxnLst/>
              <a:rect l="l" t="t" r="r" b="b"/>
              <a:pathLst>
                <a:path w="4359" h="3811" extrusionOk="0">
                  <a:moveTo>
                    <a:pt x="1131" y="0"/>
                  </a:moveTo>
                  <a:cubicBezTo>
                    <a:pt x="512" y="0"/>
                    <a:pt x="0" y="512"/>
                    <a:pt x="0" y="1132"/>
                  </a:cubicBezTo>
                  <a:lnTo>
                    <a:pt x="0" y="2679"/>
                  </a:lnTo>
                  <a:cubicBezTo>
                    <a:pt x="0" y="3310"/>
                    <a:pt x="512" y="3810"/>
                    <a:pt x="1131" y="3810"/>
                  </a:cubicBezTo>
                  <a:lnTo>
                    <a:pt x="3215" y="3810"/>
                  </a:lnTo>
                  <a:cubicBezTo>
                    <a:pt x="3846" y="3810"/>
                    <a:pt x="4358" y="3310"/>
                    <a:pt x="4358" y="2679"/>
                  </a:cubicBezTo>
                  <a:lnTo>
                    <a:pt x="4358" y="1132"/>
                  </a:lnTo>
                  <a:cubicBezTo>
                    <a:pt x="4358" y="512"/>
                    <a:pt x="3846" y="0"/>
                    <a:pt x="3215" y="0"/>
                  </a:cubicBezTo>
                  <a:close/>
                </a:path>
              </a:pathLst>
            </a:custGeom>
            <a:solidFill>
              <a:srgbClr val="821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3" name="Google Shape;733;p8"/>
            <p:cNvSpPr/>
            <p:nvPr/>
          </p:nvSpPr>
          <p:spPr>
            <a:xfrm>
              <a:off x="4082079" y="-148189"/>
              <a:ext cx="80264" cy="529240"/>
            </a:xfrm>
            <a:custGeom>
              <a:avLst/>
              <a:gdLst/>
              <a:ahLst/>
              <a:cxnLst/>
              <a:rect l="l" t="t" r="r" b="b"/>
              <a:pathLst>
                <a:path w="2454" h="16181" extrusionOk="0">
                  <a:moveTo>
                    <a:pt x="1227" y="0"/>
                  </a:moveTo>
                  <a:cubicBezTo>
                    <a:pt x="930" y="0"/>
                    <a:pt x="632" y="119"/>
                    <a:pt x="418" y="310"/>
                  </a:cubicBezTo>
                  <a:lnTo>
                    <a:pt x="394" y="333"/>
                  </a:lnTo>
                  <a:cubicBezTo>
                    <a:pt x="358" y="369"/>
                    <a:pt x="334" y="393"/>
                    <a:pt x="299" y="429"/>
                  </a:cubicBezTo>
                  <a:cubicBezTo>
                    <a:pt x="275" y="452"/>
                    <a:pt x="263" y="476"/>
                    <a:pt x="251" y="500"/>
                  </a:cubicBezTo>
                  <a:cubicBezTo>
                    <a:pt x="227" y="524"/>
                    <a:pt x="203" y="560"/>
                    <a:pt x="180" y="595"/>
                  </a:cubicBezTo>
                  <a:cubicBezTo>
                    <a:pt x="156" y="631"/>
                    <a:pt x="144" y="655"/>
                    <a:pt x="132" y="691"/>
                  </a:cubicBezTo>
                  <a:cubicBezTo>
                    <a:pt x="108" y="726"/>
                    <a:pt x="96" y="750"/>
                    <a:pt x="84" y="786"/>
                  </a:cubicBezTo>
                  <a:cubicBezTo>
                    <a:pt x="72" y="833"/>
                    <a:pt x="60" y="869"/>
                    <a:pt x="49" y="917"/>
                  </a:cubicBezTo>
                  <a:cubicBezTo>
                    <a:pt x="49" y="941"/>
                    <a:pt x="37" y="964"/>
                    <a:pt x="25" y="1000"/>
                  </a:cubicBezTo>
                  <a:cubicBezTo>
                    <a:pt x="13" y="1072"/>
                    <a:pt x="1" y="1143"/>
                    <a:pt x="1" y="1226"/>
                  </a:cubicBezTo>
                  <a:lnTo>
                    <a:pt x="1" y="14954"/>
                  </a:lnTo>
                  <a:cubicBezTo>
                    <a:pt x="1" y="15633"/>
                    <a:pt x="549" y="16181"/>
                    <a:pt x="1227" y="16181"/>
                  </a:cubicBezTo>
                  <a:cubicBezTo>
                    <a:pt x="1311" y="16181"/>
                    <a:pt x="1394" y="16169"/>
                    <a:pt x="1477" y="16157"/>
                  </a:cubicBezTo>
                  <a:lnTo>
                    <a:pt x="1525" y="16145"/>
                  </a:lnTo>
                  <a:cubicBezTo>
                    <a:pt x="1584" y="16121"/>
                    <a:pt x="1656" y="16097"/>
                    <a:pt x="1727" y="16073"/>
                  </a:cubicBezTo>
                  <a:lnTo>
                    <a:pt x="1739" y="16073"/>
                  </a:lnTo>
                  <a:cubicBezTo>
                    <a:pt x="1882" y="16002"/>
                    <a:pt x="2013" y="15907"/>
                    <a:pt x="2120" y="15788"/>
                  </a:cubicBezTo>
                  <a:cubicBezTo>
                    <a:pt x="2335" y="15561"/>
                    <a:pt x="2454" y="15276"/>
                    <a:pt x="2454" y="14966"/>
                  </a:cubicBezTo>
                  <a:lnTo>
                    <a:pt x="2454" y="1226"/>
                  </a:lnTo>
                  <a:cubicBezTo>
                    <a:pt x="2454" y="548"/>
                    <a:pt x="1906" y="0"/>
                    <a:pt x="1227" y="0"/>
                  </a:cubicBezTo>
                  <a:close/>
                </a:path>
              </a:pathLst>
            </a:custGeom>
            <a:solidFill>
              <a:srgbClr val="272425">
                <a:alpha val="200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4" name="Google Shape;734;p8"/>
            <p:cNvSpPr/>
            <p:nvPr/>
          </p:nvSpPr>
          <p:spPr>
            <a:xfrm>
              <a:off x="4093003" y="-148189"/>
              <a:ext cx="79872" cy="529240"/>
            </a:xfrm>
            <a:custGeom>
              <a:avLst/>
              <a:gdLst/>
              <a:ahLst/>
              <a:cxnLst/>
              <a:rect l="l" t="t" r="r" b="b"/>
              <a:pathLst>
                <a:path w="2442" h="16181" extrusionOk="0">
                  <a:moveTo>
                    <a:pt x="1143" y="0"/>
                  </a:moveTo>
                  <a:cubicBezTo>
                    <a:pt x="1048" y="0"/>
                    <a:pt x="965" y="24"/>
                    <a:pt x="881" y="48"/>
                  </a:cubicBezTo>
                  <a:cubicBezTo>
                    <a:pt x="834" y="60"/>
                    <a:pt x="798" y="71"/>
                    <a:pt x="750" y="83"/>
                  </a:cubicBezTo>
                  <a:cubicBezTo>
                    <a:pt x="715" y="107"/>
                    <a:pt x="679" y="119"/>
                    <a:pt x="655" y="131"/>
                  </a:cubicBezTo>
                  <a:cubicBezTo>
                    <a:pt x="619" y="155"/>
                    <a:pt x="596" y="167"/>
                    <a:pt x="572" y="179"/>
                  </a:cubicBezTo>
                  <a:cubicBezTo>
                    <a:pt x="548" y="202"/>
                    <a:pt x="524" y="214"/>
                    <a:pt x="500" y="226"/>
                  </a:cubicBezTo>
                  <a:lnTo>
                    <a:pt x="441" y="274"/>
                  </a:lnTo>
                  <a:lnTo>
                    <a:pt x="393" y="322"/>
                  </a:lnTo>
                  <a:cubicBezTo>
                    <a:pt x="369" y="333"/>
                    <a:pt x="358" y="357"/>
                    <a:pt x="346" y="369"/>
                  </a:cubicBezTo>
                  <a:cubicBezTo>
                    <a:pt x="322" y="381"/>
                    <a:pt x="310" y="393"/>
                    <a:pt x="298" y="417"/>
                  </a:cubicBezTo>
                  <a:cubicBezTo>
                    <a:pt x="286" y="429"/>
                    <a:pt x="274" y="441"/>
                    <a:pt x="262" y="464"/>
                  </a:cubicBezTo>
                  <a:cubicBezTo>
                    <a:pt x="250" y="476"/>
                    <a:pt x="238" y="488"/>
                    <a:pt x="227" y="512"/>
                  </a:cubicBezTo>
                  <a:lnTo>
                    <a:pt x="191" y="560"/>
                  </a:lnTo>
                  <a:lnTo>
                    <a:pt x="167" y="607"/>
                  </a:lnTo>
                  <a:lnTo>
                    <a:pt x="131" y="655"/>
                  </a:lnTo>
                  <a:lnTo>
                    <a:pt x="107" y="703"/>
                  </a:lnTo>
                  <a:cubicBezTo>
                    <a:pt x="107" y="714"/>
                    <a:pt x="96" y="726"/>
                    <a:pt x="96" y="750"/>
                  </a:cubicBezTo>
                  <a:cubicBezTo>
                    <a:pt x="84" y="762"/>
                    <a:pt x="84" y="774"/>
                    <a:pt x="72" y="786"/>
                  </a:cubicBezTo>
                  <a:lnTo>
                    <a:pt x="60" y="833"/>
                  </a:lnTo>
                  <a:lnTo>
                    <a:pt x="36" y="881"/>
                  </a:lnTo>
                  <a:cubicBezTo>
                    <a:pt x="36" y="905"/>
                    <a:pt x="36" y="917"/>
                    <a:pt x="24" y="929"/>
                  </a:cubicBezTo>
                  <a:cubicBezTo>
                    <a:pt x="24" y="953"/>
                    <a:pt x="24" y="964"/>
                    <a:pt x="12" y="976"/>
                  </a:cubicBezTo>
                  <a:cubicBezTo>
                    <a:pt x="12" y="1000"/>
                    <a:pt x="12" y="1012"/>
                    <a:pt x="12" y="1024"/>
                  </a:cubicBezTo>
                  <a:cubicBezTo>
                    <a:pt x="0" y="1048"/>
                    <a:pt x="12" y="1060"/>
                    <a:pt x="12" y="1072"/>
                  </a:cubicBezTo>
                  <a:lnTo>
                    <a:pt x="12" y="1119"/>
                  </a:lnTo>
                  <a:lnTo>
                    <a:pt x="12" y="1167"/>
                  </a:lnTo>
                  <a:lnTo>
                    <a:pt x="12" y="1214"/>
                  </a:lnTo>
                  <a:lnTo>
                    <a:pt x="12" y="14954"/>
                  </a:lnTo>
                  <a:cubicBezTo>
                    <a:pt x="12" y="14966"/>
                    <a:pt x="12" y="14978"/>
                    <a:pt x="12" y="14990"/>
                  </a:cubicBezTo>
                  <a:lnTo>
                    <a:pt x="12" y="15050"/>
                  </a:lnTo>
                  <a:cubicBezTo>
                    <a:pt x="12" y="15061"/>
                    <a:pt x="12" y="15073"/>
                    <a:pt x="12" y="15097"/>
                  </a:cubicBezTo>
                  <a:cubicBezTo>
                    <a:pt x="12" y="15109"/>
                    <a:pt x="12" y="15121"/>
                    <a:pt x="12" y="15145"/>
                  </a:cubicBezTo>
                  <a:cubicBezTo>
                    <a:pt x="12" y="15157"/>
                    <a:pt x="12" y="15169"/>
                    <a:pt x="12" y="15192"/>
                  </a:cubicBezTo>
                  <a:cubicBezTo>
                    <a:pt x="12" y="15204"/>
                    <a:pt x="12" y="15216"/>
                    <a:pt x="24" y="15240"/>
                  </a:cubicBezTo>
                  <a:cubicBezTo>
                    <a:pt x="36" y="15252"/>
                    <a:pt x="36" y="15276"/>
                    <a:pt x="36" y="15288"/>
                  </a:cubicBezTo>
                  <a:cubicBezTo>
                    <a:pt x="48" y="15300"/>
                    <a:pt x="48" y="15323"/>
                    <a:pt x="60" y="15335"/>
                  </a:cubicBezTo>
                  <a:lnTo>
                    <a:pt x="72" y="15383"/>
                  </a:lnTo>
                  <a:cubicBezTo>
                    <a:pt x="72" y="15407"/>
                    <a:pt x="84" y="15419"/>
                    <a:pt x="96" y="15431"/>
                  </a:cubicBezTo>
                  <a:cubicBezTo>
                    <a:pt x="96" y="15454"/>
                    <a:pt x="107" y="15466"/>
                    <a:pt x="119" y="15478"/>
                  </a:cubicBezTo>
                  <a:cubicBezTo>
                    <a:pt x="119" y="15502"/>
                    <a:pt x="131" y="15514"/>
                    <a:pt x="143" y="15526"/>
                  </a:cubicBezTo>
                  <a:cubicBezTo>
                    <a:pt x="143" y="15550"/>
                    <a:pt x="155" y="15561"/>
                    <a:pt x="167" y="15585"/>
                  </a:cubicBezTo>
                  <a:cubicBezTo>
                    <a:pt x="179" y="15597"/>
                    <a:pt x="191" y="15609"/>
                    <a:pt x="191" y="15633"/>
                  </a:cubicBezTo>
                  <a:lnTo>
                    <a:pt x="227" y="15681"/>
                  </a:lnTo>
                  <a:lnTo>
                    <a:pt x="262" y="15728"/>
                  </a:lnTo>
                  <a:lnTo>
                    <a:pt x="310" y="15776"/>
                  </a:lnTo>
                  <a:lnTo>
                    <a:pt x="358" y="15823"/>
                  </a:lnTo>
                  <a:lnTo>
                    <a:pt x="417" y="15871"/>
                  </a:lnTo>
                  <a:cubicBezTo>
                    <a:pt x="429" y="15895"/>
                    <a:pt x="453" y="15907"/>
                    <a:pt x="477" y="15931"/>
                  </a:cubicBezTo>
                  <a:cubicBezTo>
                    <a:pt x="500" y="15942"/>
                    <a:pt x="512" y="15954"/>
                    <a:pt x="536" y="15978"/>
                  </a:cubicBezTo>
                  <a:cubicBezTo>
                    <a:pt x="596" y="16014"/>
                    <a:pt x="655" y="16050"/>
                    <a:pt x="727" y="16073"/>
                  </a:cubicBezTo>
                  <a:cubicBezTo>
                    <a:pt x="762" y="16097"/>
                    <a:pt x="810" y="16109"/>
                    <a:pt x="858" y="16121"/>
                  </a:cubicBezTo>
                  <a:cubicBezTo>
                    <a:pt x="965" y="16157"/>
                    <a:pt x="1084" y="16181"/>
                    <a:pt x="1215" y="16181"/>
                  </a:cubicBezTo>
                  <a:lnTo>
                    <a:pt x="1227" y="16181"/>
                  </a:lnTo>
                  <a:cubicBezTo>
                    <a:pt x="1334" y="16181"/>
                    <a:pt x="1441" y="16169"/>
                    <a:pt x="1536" y="16133"/>
                  </a:cubicBezTo>
                  <a:cubicBezTo>
                    <a:pt x="1584" y="16121"/>
                    <a:pt x="1631" y="16109"/>
                    <a:pt x="1679" y="16085"/>
                  </a:cubicBezTo>
                  <a:cubicBezTo>
                    <a:pt x="1715" y="16073"/>
                    <a:pt x="1751" y="16062"/>
                    <a:pt x="1786" y="16038"/>
                  </a:cubicBezTo>
                  <a:cubicBezTo>
                    <a:pt x="1810" y="16026"/>
                    <a:pt x="1834" y="16014"/>
                    <a:pt x="1858" y="15990"/>
                  </a:cubicBezTo>
                  <a:lnTo>
                    <a:pt x="1929" y="15942"/>
                  </a:lnTo>
                  <a:cubicBezTo>
                    <a:pt x="1953" y="15931"/>
                    <a:pt x="1977" y="15919"/>
                    <a:pt x="2001" y="15907"/>
                  </a:cubicBezTo>
                  <a:cubicBezTo>
                    <a:pt x="2012" y="15883"/>
                    <a:pt x="2036" y="15871"/>
                    <a:pt x="2048" y="15859"/>
                  </a:cubicBezTo>
                  <a:lnTo>
                    <a:pt x="2096" y="15812"/>
                  </a:lnTo>
                  <a:lnTo>
                    <a:pt x="2143" y="15752"/>
                  </a:lnTo>
                  <a:cubicBezTo>
                    <a:pt x="2155" y="15740"/>
                    <a:pt x="2167" y="15728"/>
                    <a:pt x="2179" y="15704"/>
                  </a:cubicBezTo>
                  <a:lnTo>
                    <a:pt x="2215" y="15657"/>
                  </a:lnTo>
                  <a:lnTo>
                    <a:pt x="2251" y="15609"/>
                  </a:lnTo>
                  <a:lnTo>
                    <a:pt x="2274" y="15561"/>
                  </a:lnTo>
                  <a:cubicBezTo>
                    <a:pt x="2286" y="15550"/>
                    <a:pt x="2298" y="15538"/>
                    <a:pt x="2310" y="15514"/>
                  </a:cubicBezTo>
                  <a:cubicBezTo>
                    <a:pt x="2310" y="15502"/>
                    <a:pt x="2322" y="15478"/>
                    <a:pt x="2334" y="15466"/>
                  </a:cubicBezTo>
                  <a:cubicBezTo>
                    <a:pt x="2334" y="15454"/>
                    <a:pt x="2346" y="15431"/>
                    <a:pt x="2346" y="15419"/>
                  </a:cubicBezTo>
                  <a:cubicBezTo>
                    <a:pt x="2358" y="15407"/>
                    <a:pt x="2358" y="15383"/>
                    <a:pt x="2370" y="15371"/>
                  </a:cubicBezTo>
                  <a:cubicBezTo>
                    <a:pt x="2370" y="15359"/>
                    <a:pt x="2382" y="15335"/>
                    <a:pt x="2382" y="15323"/>
                  </a:cubicBezTo>
                  <a:cubicBezTo>
                    <a:pt x="2393" y="15311"/>
                    <a:pt x="2393" y="15288"/>
                    <a:pt x="2393" y="15276"/>
                  </a:cubicBezTo>
                  <a:cubicBezTo>
                    <a:pt x="2405" y="15264"/>
                    <a:pt x="2405" y="15240"/>
                    <a:pt x="2405" y="15228"/>
                  </a:cubicBezTo>
                  <a:cubicBezTo>
                    <a:pt x="2417" y="15204"/>
                    <a:pt x="2417" y="15192"/>
                    <a:pt x="2417" y="15180"/>
                  </a:cubicBezTo>
                  <a:cubicBezTo>
                    <a:pt x="2429" y="15157"/>
                    <a:pt x="2417" y="15145"/>
                    <a:pt x="2417" y="15133"/>
                  </a:cubicBezTo>
                  <a:lnTo>
                    <a:pt x="2417" y="15085"/>
                  </a:lnTo>
                  <a:lnTo>
                    <a:pt x="2417" y="15026"/>
                  </a:lnTo>
                  <a:lnTo>
                    <a:pt x="2417" y="14978"/>
                  </a:lnTo>
                  <a:lnTo>
                    <a:pt x="2417" y="1214"/>
                  </a:lnTo>
                  <a:lnTo>
                    <a:pt x="2441" y="1214"/>
                  </a:lnTo>
                  <a:lnTo>
                    <a:pt x="2441" y="1167"/>
                  </a:lnTo>
                  <a:lnTo>
                    <a:pt x="2441" y="1119"/>
                  </a:lnTo>
                  <a:cubicBezTo>
                    <a:pt x="2441" y="1107"/>
                    <a:pt x="2441" y="1084"/>
                    <a:pt x="2441" y="1072"/>
                  </a:cubicBezTo>
                  <a:cubicBezTo>
                    <a:pt x="2441" y="1060"/>
                    <a:pt x="2441" y="1036"/>
                    <a:pt x="2441" y="1024"/>
                  </a:cubicBezTo>
                  <a:cubicBezTo>
                    <a:pt x="2441" y="1012"/>
                    <a:pt x="2441" y="988"/>
                    <a:pt x="2441" y="976"/>
                  </a:cubicBezTo>
                  <a:cubicBezTo>
                    <a:pt x="2441" y="964"/>
                    <a:pt x="2429" y="941"/>
                    <a:pt x="2429" y="929"/>
                  </a:cubicBezTo>
                  <a:cubicBezTo>
                    <a:pt x="2429" y="905"/>
                    <a:pt x="2429" y="893"/>
                    <a:pt x="2417" y="881"/>
                  </a:cubicBezTo>
                  <a:cubicBezTo>
                    <a:pt x="2417" y="869"/>
                    <a:pt x="2405" y="845"/>
                    <a:pt x="2405" y="833"/>
                  </a:cubicBezTo>
                  <a:cubicBezTo>
                    <a:pt x="2405" y="810"/>
                    <a:pt x="2393" y="798"/>
                    <a:pt x="2382" y="786"/>
                  </a:cubicBezTo>
                  <a:cubicBezTo>
                    <a:pt x="2382" y="762"/>
                    <a:pt x="2370" y="750"/>
                    <a:pt x="2370" y="738"/>
                  </a:cubicBezTo>
                  <a:cubicBezTo>
                    <a:pt x="2358" y="714"/>
                    <a:pt x="2346" y="703"/>
                    <a:pt x="2346" y="691"/>
                  </a:cubicBezTo>
                  <a:lnTo>
                    <a:pt x="2298" y="643"/>
                  </a:lnTo>
                  <a:cubicBezTo>
                    <a:pt x="2286" y="619"/>
                    <a:pt x="2274" y="607"/>
                    <a:pt x="2263" y="595"/>
                  </a:cubicBezTo>
                  <a:cubicBezTo>
                    <a:pt x="2251" y="572"/>
                    <a:pt x="2251" y="560"/>
                    <a:pt x="2239" y="548"/>
                  </a:cubicBezTo>
                  <a:lnTo>
                    <a:pt x="2203" y="500"/>
                  </a:lnTo>
                  <a:lnTo>
                    <a:pt x="2167" y="452"/>
                  </a:lnTo>
                  <a:lnTo>
                    <a:pt x="2120" y="393"/>
                  </a:lnTo>
                  <a:lnTo>
                    <a:pt x="2072" y="345"/>
                  </a:lnTo>
                  <a:lnTo>
                    <a:pt x="2024" y="298"/>
                  </a:lnTo>
                  <a:cubicBezTo>
                    <a:pt x="2001" y="286"/>
                    <a:pt x="1977" y="274"/>
                    <a:pt x="1965" y="250"/>
                  </a:cubicBezTo>
                  <a:lnTo>
                    <a:pt x="1893" y="202"/>
                  </a:lnTo>
                  <a:lnTo>
                    <a:pt x="1810" y="155"/>
                  </a:lnTo>
                  <a:cubicBezTo>
                    <a:pt x="1786" y="143"/>
                    <a:pt x="1751" y="119"/>
                    <a:pt x="1715" y="107"/>
                  </a:cubicBezTo>
                  <a:cubicBezTo>
                    <a:pt x="1679" y="95"/>
                    <a:pt x="1631" y="71"/>
                    <a:pt x="1596" y="60"/>
                  </a:cubicBezTo>
                  <a:cubicBezTo>
                    <a:pt x="1512" y="36"/>
                    <a:pt x="1429" y="12"/>
                    <a:pt x="1346" y="12"/>
                  </a:cubicBezTo>
                  <a:cubicBezTo>
                    <a:pt x="1298" y="0"/>
                    <a:pt x="1262" y="0"/>
                    <a:pt x="121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5" name="Google Shape;735;p8"/>
            <p:cNvSpPr/>
            <p:nvPr/>
          </p:nvSpPr>
          <p:spPr>
            <a:xfrm>
              <a:off x="3688772" y="-169612"/>
              <a:ext cx="142572" cy="125041"/>
            </a:xfrm>
            <a:custGeom>
              <a:avLst/>
              <a:gdLst/>
              <a:ahLst/>
              <a:cxnLst/>
              <a:rect l="l" t="t" r="r" b="b"/>
              <a:pathLst>
                <a:path w="4359" h="3823" extrusionOk="0">
                  <a:moveTo>
                    <a:pt x="1144" y="0"/>
                  </a:moveTo>
                  <a:cubicBezTo>
                    <a:pt x="513" y="0"/>
                    <a:pt x="1" y="512"/>
                    <a:pt x="1" y="1131"/>
                  </a:cubicBezTo>
                  <a:lnTo>
                    <a:pt x="1" y="2679"/>
                  </a:lnTo>
                  <a:cubicBezTo>
                    <a:pt x="1" y="3310"/>
                    <a:pt x="513" y="3810"/>
                    <a:pt x="1144" y="3822"/>
                  </a:cubicBezTo>
                  <a:lnTo>
                    <a:pt x="3227" y="3822"/>
                  </a:lnTo>
                  <a:cubicBezTo>
                    <a:pt x="3846" y="3810"/>
                    <a:pt x="4358" y="3310"/>
                    <a:pt x="4358" y="2679"/>
                  </a:cubicBezTo>
                  <a:lnTo>
                    <a:pt x="4358" y="1131"/>
                  </a:lnTo>
                  <a:cubicBezTo>
                    <a:pt x="4358" y="512"/>
                    <a:pt x="3846" y="0"/>
                    <a:pt x="3227" y="0"/>
                  </a:cubicBezTo>
                  <a:close/>
                </a:path>
              </a:pathLst>
            </a:custGeom>
            <a:solidFill>
              <a:srgbClr val="821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6" name="Google Shape;736;p8"/>
            <p:cNvSpPr/>
            <p:nvPr/>
          </p:nvSpPr>
          <p:spPr>
            <a:xfrm>
              <a:off x="3688772" y="277825"/>
              <a:ext cx="142572" cy="124648"/>
            </a:xfrm>
            <a:custGeom>
              <a:avLst/>
              <a:gdLst/>
              <a:ahLst/>
              <a:cxnLst/>
              <a:rect l="l" t="t" r="r" b="b"/>
              <a:pathLst>
                <a:path w="4359" h="3811" extrusionOk="0">
                  <a:moveTo>
                    <a:pt x="1144" y="0"/>
                  </a:moveTo>
                  <a:cubicBezTo>
                    <a:pt x="513" y="0"/>
                    <a:pt x="1" y="512"/>
                    <a:pt x="1" y="1132"/>
                  </a:cubicBezTo>
                  <a:lnTo>
                    <a:pt x="1" y="2679"/>
                  </a:lnTo>
                  <a:cubicBezTo>
                    <a:pt x="1" y="3310"/>
                    <a:pt x="513" y="3810"/>
                    <a:pt x="1144" y="3810"/>
                  </a:cubicBezTo>
                  <a:lnTo>
                    <a:pt x="3227" y="3810"/>
                  </a:lnTo>
                  <a:cubicBezTo>
                    <a:pt x="3846" y="3810"/>
                    <a:pt x="4358" y="3310"/>
                    <a:pt x="4358" y="2679"/>
                  </a:cubicBezTo>
                  <a:lnTo>
                    <a:pt x="4358" y="1132"/>
                  </a:lnTo>
                  <a:cubicBezTo>
                    <a:pt x="4358" y="512"/>
                    <a:pt x="3846" y="0"/>
                    <a:pt x="3227" y="0"/>
                  </a:cubicBezTo>
                  <a:close/>
                </a:path>
              </a:pathLst>
            </a:custGeom>
            <a:solidFill>
              <a:srgbClr val="821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7" name="Google Shape;737;p8"/>
            <p:cNvSpPr/>
            <p:nvPr/>
          </p:nvSpPr>
          <p:spPr>
            <a:xfrm>
              <a:off x="3711766" y="-148189"/>
              <a:ext cx="80231" cy="529240"/>
            </a:xfrm>
            <a:custGeom>
              <a:avLst/>
              <a:gdLst/>
              <a:ahLst/>
              <a:cxnLst/>
              <a:rect l="l" t="t" r="r" b="b"/>
              <a:pathLst>
                <a:path w="2453" h="16181" extrusionOk="0">
                  <a:moveTo>
                    <a:pt x="1226" y="0"/>
                  </a:moveTo>
                  <a:cubicBezTo>
                    <a:pt x="917" y="0"/>
                    <a:pt x="631" y="107"/>
                    <a:pt x="405" y="310"/>
                  </a:cubicBezTo>
                  <a:lnTo>
                    <a:pt x="381" y="333"/>
                  </a:lnTo>
                  <a:cubicBezTo>
                    <a:pt x="357" y="369"/>
                    <a:pt x="322" y="393"/>
                    <a:pt x="286" y="429"/>
                  </a:cubicBezTo>
                  <a:cubicBezTo>
                    <a:pt x="274" y="452"/>
                    <a:pt x="250" y="476"/>
                    <a:pt x="238" y="500"/>
                  </a:cubicBezTo>
                  <a:cubicBezTo>
                    <a:pt x="214" y="524"/>
                    <a:pt x="191" y="560"/>
                    <a:pt x="179" y="595"/>
                  </a:cubicBezTo>
                  <a:cubicBezTo>
                    <a:pt x="155" y="631"/>
                    <a:pt x="131" y="655"/>
                    <a:pt x="119" y="691"/>
                  </a:cubicBezTo>
                  <a:cubicBezTo>
                    <a:pt x="107" y="726"/>
                    <a:pt x="95" y="750"/>
                    <a:pt x="83" y="786"/>
                  </a:cubicBezTo>
                  <a:cubicBezTo>
                    <a:pt x="60" y="833"/>
                    <a:pt x="48" y="869"/>
                    <a:pt x="36" y="917"/>
                  </a:cubicBezTo>
                  <a:cubicBezTo>
                    <a:pt x="36" y="941"/>
                    <a:pt x="24" y="964"/>
                    <a:pt x="12" y="1000"/>
                  </a:cubicBezTo>
                  <a:cubicBezTo>
                    <a:pt x="0" y="1072"/>
                    <a:pt x="0" y="1143"/>
                    <a:pt x="0" y="1226"/>
                  </a:cubicBezTo>
                  <a:lnTo>
                    <a:pt x="0" y="14954"/>
                  </a:lnTo>
                  <a:cubicBezTo>
                    <a:pt x="0" y="15633"/>
                    <a:pt x="548" y="16181"/>
                    <a:pt x="1215" y="16181"/>
                  </a:cubicBezTo>
                  <a:lnTo>
                    <a:pt x="1226" y="16181"/>
                  </a:lnTo>
                  <a:cubicBezTo>
                    <a:pt x="1310" y="16181"/>
                    <a:pt x="1393" y="16169"/>
                    <a:pt x="1476" y="16157"/>
                  </a:cubicBezTo>
                  <a:lnTo>
                    <a:pt x="1512" y="16145"/>
                  </a:lnTo>
                  <a:cubicBezTo>
                    <a:pt x="1584" y="16121"/>
                    <a:pt x="1655" y="16097"/>
                    <a:pt x="1715" y="16073"/>
                  </a:cubicBezTo>
                  <a:lnTo>
                    <a:pt x="1738" y="16073"/>
                  </a:lnTo>
                  <a:cubicBezTo>
                    <a:pt x="1881" y="16002"/>
                    <a:pt x="2012" y="15907"/>
                    <a:pt x="2119" y="15788"/>
                  </a:cubicBezTo>
                  <a:cubicBezTo>
                    <a:pt x="2334" y="15561"/>
                    <a:pt x="2441" y="15276"/>
                    <a:pt x="2453" y="14966"/>
                  </a:cubicBezTo>
                  <a:lnTo>
                    <a:pt x="2453" y="1226"/>
                  </a:lnTo>
                  <a:cubicBezTo>
                    <a:pt x="2453" y="548"/>
                    <a:pt x="1905" y="0"/>
                    <a:pt x="1226" y="0"/>
                  </a:cubicBezTo>
                  <a:close/>
                </a:path>
              </a:pathLst>
            </a:custGeom>
            <a:solidFill>
              <a:srgbClr val="272425">
                <a:alpha val="200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8" name="Google Shape;738;p8"/>
            <p:cNvSpPr/>
            <p:nvPr/>
          </p:nvSpPr>
          <p:spPr>
            <a:xfrm>
              <a:off x="3723442" y="-148189"/>
              <a:ext cx="79087" cy="529240"/>
            </a:xfrm>
            <a:custGeom>
              <a:avLst/>
              <a:gdLst/>
              <a:ahLst/>
              <a:cxnLst/>
              <a:rect l="l" t="t" r="r" b="b"/>
              <a:pathLst>
                <a:path w="2418" h="16181" extrusionOk="0">
                  <a:moveTo>
                    <a:pt x="1131" y="0"/>
                  </a:moveTo>
                  <a:cubicBezTo>
                    <a:pt x="1048" y="0"/>
                    <a:pt x="965" y="24"/>
                    <a:pt x="881" y="48"/>
                  </a:cubicBezTo>
                  <a:cubicBezTo>
                    <a:pt x="834" y="60"/>
                    <a:pt x="786" y="71"/>
                    <a:pt x="738" y="83"/>
                  </a:cubicBezTo>
                  <a:cubicBezTo>
                    <a:pt x="715" y="107"/>
                    <a:pt x="679" y="119"/>
                    <a:pt x="643" y="131"/>
                  </a:cubicBezTo>
                  <a:cubicBezTo>
                    <a:pt x="608" y="155"/>
                    <a:pt x="596" y="167"/>
                    <a:pt x="572" y="179"/>
                  </a:cubicBezTo>
                  <a:cubicBezTo>
                    <a:pt x="536" y="202"/>
                    <a:pt x="524" y="214"/>
                    <a:pt x="500" y="226"/>
                  </a:cubicBezTo>
                  <a:cubicBezTo>
                    <a:pt x="477" y="238"/>
                    <a:pt x="453" y="262"/>
                    <a:pt x="429" y="274"/>
                  </a:cubicBezTo>
                  <a:lnTo>
                    <a:pt x="381" y="322"/>
                  </a:lnTo>
                  <a:lnTo>
                    <a:pt x="334" y="369"/>
                  </a:lnTo>
                  <a:cubicBezTo>
                    <a:pt x="322" y="381"/>
                    <a:pt x="298" y="393"/>
                    <a:pt x="286" y="417"/>
                  </a:cubicBezTo>
                  <a:lnTo>
                    <a:pt x="250" y="464"/>
                  </a:lnTo>
                  <a:lnTo>
                    <a:pt x="215" y="512"/>
                  </a:lnTo>
                  <a:lnTo>
                    <a:pt x="179" y="560"/>
                  </a:lnTo>
                  <a:cubicBezTo>
                    <a:pt x="179" y="572"/>
                    <a:pt x="167" y="583"/>
                    <a:pt x="155" y="607"/>
                  </a:cubicBezTo>
                  <a:cubicBezTo>
                    <a:pt x="143" y="619"/>
                    <a:pt x="131" y="631"/>
                    <a:pt x="131" y="655"/>
                  </a:cubicBezTo>
                  <a:cubicBezTo>
                    <a:pt x="119" y="667"/>
                    <a:pt x="119" y="679"/>
                    <a:pt x="107" y="703"/>
                  </a:cubicBezTo>
                  <a:lnTo>
                    <a:pt x="84" y="750"/>
                  </a:lnTo>
                  <a:cubicBezTo>
                    <a:pt x="84" y="762"/>
                    <a:pt x="72" y="774"/>
                    <a:pt x="72" y="786"/>
                  </a:cubicBezTo>
                  <a:lnTo>
                    <a:pt x="48" y="833"/>
                  </a:lnTo>
                  <a:lnTo>
                    <a:pt x="36" y="881"/>
                  </a:lnTo>
                  <a:lnTo>
                    <a:pt x="24" y="929"/>
                  </a:lnTo>
                  <a:cubicBezTo>
                    <a:pt x="24" y="953"/>
                    <a:pt x="12" y="964"/>
                    <a:pt x="12" y="976"/>
                  </a:cubicBezTo>
                  <a:cubicBezTo>
                    <a:pt x="12" y="1000"/>
                    <a:pt x="12" y="1012"/>
                    <a:pt x="12" y="1024"/>
                  </a:cubicBezTo>
                  <a:cubicBezTo>
                    <a:pt x="12" y="1048"/>
                    <a:pt x="12" y="1060"/>
                    <a:pt x="0" y="1072"/>
                  </a:cubicBezTo>
                  <a:lnTo>
                    <a:pt x="0" y="1119"/>
                  </a:lnTo>
                  <a:lnTo>
                    <a:pt x="0" y="1167"/>
                  </a:lnTo>
                  <a:lnTo>
                    <a:pt x="0" y="1214"/>
                  </a:lnTo>
                  <a:lnTo>
                    <a:pt x="0" y="14954"/>
                  </a:lnTo>
                  <a:lnTo>
                    <a:pt x="0" y="14990"/>
                  </a:lnTo>
                  <a:lnTo>
                    <a:pt x="0" y="15050"/>
                  </a:lnTo>
                  <a:lnTo>
                    <a:pt x="0" y="15097"/>
                  </a:lnTo>
                  <a:cubicBezTo>
                    <a:pt x="0" y="15109"/>
                    <a:pt x="0" y="15121"/>
                    <a:pt x="12" y="15145"/>
                  </a:cubicBezTo>
                  <a:cubicBezTo>
                    <a:pt x="12" y="15157"/>
                    <a:pt x="12" y="15169"/>
                    <a:pt x="12" y="15192"/>
                  </a:cubicBezTo>
                  <a:cubicBezTo>
                    <a:pt x="12" y="15204"/>
                    <a:pt x="12" y="15216"/>
                    <a:pt x="24" y="15240"/>
                  </a:cubicBezTo>
                  <a:cubicBezTo>
                    <a:pt x="36" y="15252"/>
                    <a:pt x="24" y="15276"/>
                    <a:pt x="36" y="15288"/>
                  </a:cubicBezTo>
                  <a:cubicBezTo>
                    <a:pt x="48" y="15300"/>
                    <a:pt x="48" y="15323"/>
                    <a:pt x="48" y="15335"/>
                  </a:cubicBezTo>
                  <a:cubicBezTo>
                    <a:pt x="60" y="15347"/>
                    <a:pt x="60" y="15371"/>
                    <a:pt x="72" y="15383"/>
                  </a:cubicBezTo>
                  <a:cubicBezTo>
                    <a:pt x="72" y="15407"/>
                    <a:pt x="84" y="15419"/>
                    <a:pt x="84" y="15431"/>
                  </a:cubicBezTo>
                  <a:cubicBezTo>
                    <a:pt x="96" y="15454"/>
                    <a:pt x="96" y="15466"/>
                    <a:pt x="107" y="15478"/>
                  </a:cubicBezTo>
                  <a:lnTo>
                    <a:pt x="131" y="15526"/>
                  </a:lnTo>
                  <a:lnTo>
                    <a:pt x="167" y="15585"/>
                  </a:lnTo>
                  <a:cubicBezTo>
                    <a:pt x="167" y="15597"/>
                    <a:pt x="179" y="15609"/>
                    <a:pt x="191" y="15633"/>
                  </a:cubicBezTo>
                  <a:cubicBezTo>
                    <a:pt x="203" y="15645"/>
                    <a:pt x="215" y="15669"/>
                    <a:pt x="227" y="15681"/>
                  </a:cubicBezTo>
                  <a:lnTo>
                    <a:pt x="262" y="15728"/>
                  </a:lnTo>
                  <a:lnTo>
                    <a:pt x="310" y="15776"/>
                  </a:lnTo>
                  <a:lnTo>
                    <a:pt x="357" y="15823"/>
                  </a:lnTo>
                  <a:lnTo>
                    <a:pt x="405" y="15871"/>
                  </a:lnTo>
                  <a:cubicBezTo>
                    <a:pt x="429" y="15895"/>
                    <a:pt x="453" y="15907"/>
                    <a:pt x="465" y="15931"/>
                  </a:cubicBezTo>
                  <a:lnTo>
                    <a:pt x="536" y="15978"/>
                  </a:lnTo>
                  <a:cubicBezTo>
                    <a:pt x="596" y="16014"/>
                    <a:pt x="655" y="16050"/>
                    <a:pt x="715" y="16073"/>
                  </a:cubicBezTo>
                  <a:cubicBezTo>
                    <a:pt x="762" y="16097"/>
                    <a:pt x="810" y="16109"/>
                    <a:pt x="846" y="16121"/>
                  </a:cubicBezTo>
                  <a:cubicBezTo>
                    <a:pt x="965" y="16157"/>
                    <a:pt x="1084" y="16181"/>
                    <a:pt x="1203" y="16181"/>
                  </a:cubicBezTo>
                  <a:lnTo>
                    <a:pt x="1215" y="16181"/>
                  </a:lnTo>
                  <a:cubicBezTo>
                    <a:pt x="1322" y="16181"/>
                    <a:pt x="1429" y="16169"/>
                    <a:pt x="1536" y="16133"/>
                  </a:cubicBezTo>
                  <a:cubicBezTo>
                    <a:pt x="1584" y="16121"/>
                    <a:pt x="1631" y="16109"/>
                    <a:pt x="1679" y="16085"/>
                  </a:cubicBezTo>
                  <a:cubicBezTo>
                    <a:pt x="1715" y="16073"/>
                    <a:pt x="1739" y="16062"/>
                    <a:pt x="1774" y="16038"/>
                  </a:cubicBezTo>
                  <a:lnTo>
                    <a:pt x="1858" y="15990"/>
                  </a:lnTo>
                  <a:lnTo>
                    <a:pt x="1929" y="15942"/>
                  </a:lnTo>
                  <a:cubicBezTo>
                    <a:pt x="1953" y="15931"/>
                    <a:pt x="1977" y="15919"/>
                    <a:pt x="1989" y="15907"/>
                  </a:cubicBezTo>
                  <a:lnTo>
                    <a:pt x="2048" y="15859"/>
                  </a:lnTo>
                  <a:lnTo>
                    <a:pt x="2096" y="15812"/>
                  </a:lnTo>
                  <a:lnTo>
                    <a:pt x="2143" y="15752"/>
                  </a:lnTo>
                  <a:cubicBezTo>
                    <a:pt x="2155" y="15740"/>
                    <a:pt x="2167" y="15728"/>
                    <a:pt x="2179" y="15704"/>
                  </a:cubicBezTo>
                  <a:cubicBezTo>
                    <a:pt x="2191" y="15692"/>
                    <a:pt x="2203" y="15681"/>
                    <a:pt x="2215" y="15657"/>
                  </a:cubicBezTo>
                  <a:cubicBezTo>
                    <a:pt x="2227" y="15645"/>
                    <a:pt x="2239" y="15633"/>
                    <a:pt x="2251" y="15609"/>
                  </a:cubicBezTo>
                  <a:lnTo>
                    <a:pt x="2274" y="15561"/>
                  </a:lnTo>
                  <a:lnTo>
                    <a:pt x="2298" y="15514"/>
                  </a:lnTo>
                  <a:cubicBezTo>
                    <a:pt x="2310" y="15502"/>
                    <a:pt x="2322" y="15478"/>
                    <a:pt x="2322" y="15466"/>
                  </a:cubicBezTo>
                  <a:cubicBezTo>
                    <a:pt x="2334" y="15454"/>
                    <a:pt x="2334" y="15431"/>
                    <a:pt x="2346" y="15419"/>
                  </a:cubicBezTo>
                  <a:cubicBezTo>
                    <a:pt x="2346" y="15407"/>
                    <a:pt x="2358" y="15383"/>
                    <a:pt x="2358" y="15371"/>
                  </a:cubicBezTo>
                  <a:cubicBezTo>
                    <a:pt x="2358" y="15359"/>
                    <a:pt x="2382" y="15335"/>
                    <a:pt x="2382" y="15323"/>
                  </a:cubicBezTo>
                  <a:cubicBezTo>
                    <a:pt x="2382" y="15311"/>
                    <a:pt x="2393" y="15288"/>
                    <a:pt x="2393" y="15276"/>
                  </a:cubicBezTo>
                  <a:lnTo>
                    <a:pt x="2405" y="15228"/>
                  </a:lnTo>
                  <a:lnTo>
                    <a:pt x="2417" y="15180"/>
                  </a:lnTo>
                  <a:cubicBezTo>
                    <a:pt x="2417" y="15157"/>
                    <a:pt x="2417" y="15145"/>
                    <a:pt x="2417" y="15133"/>
                  </a:cubicBezTo>
                  <a:lnTo>
                    <a:pt x="2417" y="15085"/>
                  </a:lnTo>
                  <a:lnTo>
                    <a:pt x="2417" y="15026"/>
                  </a:lnTo>
                  <a:lnTo>
                    <a:pt x="2417" y="14978"/>
                  </a:lnTo>
                  <a:lnTo>
                    <a:pt x="2417" y="14954"/>
                  </a:lnTo>
                  <a:lnTo>
                    <a:pt x="2417" y="1214"/>
                  </a:lnTo>
                  <a:lnTo>
                    <a:pt x="2417" y="1167"/>
                  </a:lnTo>
                  <a:lnTo>
                    <a:pt x="2417" y="1119"/>
                  </a:lnTo>
                  <a:lnTo>
                    <a:pt x="2417" y="1072"/>
                  </a:lnTo>
                  <a:cubicBezTo>
                    <a:pt x="2417" y="1060"/>
                    <a:pt x="2417" y="1036"/>
                    <a:pt x="2405" y="1024"/>
                  </a:cubicBezTo>
                  <a:lnTo>
                    <a:pt x="2405" y="976"/>
                  </a:lnTo>
                  <a:cubicBezTo>
                    <a:pt x="2405" y="964"/>
                    <a:pt x="2405" y="941"/>
                    <a:pt x="2393" y="929"/>
                  </a:cubicBezTo>
                  <a:cubicBezTo>
                    <a:pt x="2393" y="917"/>
                    <a:pt x="2393" y="893"/>
                    <a:pt x="2382" y="881"/>
                  </a:cubicBezTo>
                  <a:cubicBezTo>
                    <a:pt x="2382" y="869"/>
                    <a:pt x="2370" y="845"/>
                    <a:pt x="2370" y="833"/>
                  </a:cubicBezTo>
                  <a:lnTo>
                    <a:pt x="2346" y="786"/>
                  </a:lnTo>
                  <a:lnTo>
                    <a:pt x="2334" y="738"/>
                  </a:lnTo>
                  <a:cubicBezTo>
                    <a:pt x="2322" y="714"/>
                    <a:pt x="2310" y="703"/>
                    <a:pt x="2310" y="691"/>
                  </a:cubicBezTo>
                  <a:cubicBezTo>
                    <a:pt x="2298" y="667"/>
                    <a:pt x="2298" y="655"/>
                    <a:pt x="2286" y="643"/>
                  </a:cubicBezTo>
                  <a:lnTo>
                    <a:pt x="2251" y="595"/>
                  </a:lnTo>
                  <a:lnTo>
                    <a:pt x="2227" y="548"/>
                  </a:lnTo>
                  <a:cubicBezTo>
                    <a:pt x="2215" y="524"/>
                    <a:pt x="2203" y="512"/>
                    <a:pt x="2191" y="500"/>
                  </a:cubicBezTo>
                  <a:cubicBezTo>
                    <a:pt x="2179" y="476"/>
                    <a:pt x="2167" y="464"/>
                    <a:pt x="2155" y="452"/>
                  </a:cubicBezTo>
                  <a:lnTo>
                    <a:pt x="2108" y="393"/>
                  </a:lnTo>
                  <a:lnTo>
                    <a:pt x="2072" y="345"/>
                  </a:lnTo>
                  <a:lnTo>
                    <a:pt x="2012" y="298"/>
                  </a:lnTo>
                  <a:cubicBezTo>
                    <a:pt x="2001" y="286"/>
                    <a:pt x="1977" y="274"/>
                    <a:pt x="1953" y="250"/>
                  </a:cubicBezTo>
                  <a:lnTo>
                    <a:pt x="1893" y="202"/>
                  </a:lnTo>
                  <a:lnTo>
                    <a:pt x="1810" y="155"/>
                  </a:lnTo>
                  <a:cubicBezTo>
                    <a:pt x="1774" y="143"/>
                    <a:pt x="1739" y="119"/>
                    <a:pt x="1715" y="107"/>
                  </a:cubicBezTo>
                  <a:cubicBezTo>
                    <a:pt x="1667" y="95"/>
                    <a:pt x="1631" y="71"/>
                    <a:pt x="1584" y="60"/>
                  </a:cubicBezTo>
                  <a:cubicBezTo>
                    <a:pt x="1500" y="36"/>
                    <a:pt x="1417" y="12"/>
                    <a:pt x="1346" y="12"/>
                  </a:cubicBezTo>
                  <a:cubicBezTo>
                    <a:pt x="1298" y="0"/>
                    <a:pt x="1250" y="0"/>
                    <a:pt x="121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9" name="Google Shape;739;p8"/>
            <p:cNvSpPr/>
            <p:nvPr/>
          </p:nvSpPr>
          <p:spPr>
            <a:xfrm>
              <a:off x="5312662" y="-169612"/>
              <a:ext cx="142572" cy="125041"/>
            </a:xfrm>
            <a:custGeom>
              <a:avLst/>
              <a:gdLst/>
              <a:ahLst/>
              <a:cxnLst/>
              <a:rect l="l" t="t" r="r" b="b"/>
              <a:pathLst>
                <a:path w="4359" h="3823" extrusionOk="0">
                  <a:moveTo>
                    <a:pt x="1132" y="0"/>
                  </a:moveTo>
                  <a:cubicBezTo>
                    <a:pt x="501" y="0"/>
                    <a:pt x="1" y="500"/>
                    <a:pt x="1" y="1131"/>
                  </a:cubicBezTo>
                  <a:lnTo>
                    <a:pt x="1" y="2679"/>
                  </a:lnTo>
                  <a:cubicBezTo>
                    <a:pt x="1" y="3310"/>
                    <a:pt x="501" y="3822"/>
                    <a:pt x="1132" y="3822"/>
                  </a:cubicBezTo>
                  <a:lnTo>
                    <a:pt x="3227" y="3822"/>
                  </a:lnTo>
                  <a:cubicBezTo>
                    <a:pt x="3846" y="3822"/>
                    <a:pt x="4358" y="3310"/>
                    <a:pt x="4358" y="2679"/>
                  </a:cubicBezTo>
                  <a:lnTo>
                    <a:pt x="4358" y="1131"/>
                  </a:lnTo>
                  <a:cubicBezTo>
                    <a:pt x="4358" y="500"/>
                    <a:pt x="3846" y="0"/>
                    <a:pt x="3227" y="0"/>
                  </a:cubicBezTo>
                  <a:close/>
                </a:path>
              </a:pathLst>
            </a:custGeom>
            <a:solidFill>
              <a:srgbClr val="821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0" name="Google Shape;740;p8"/>
            <p:cNvSpPr/>
            <p:nvPr/>
          </p:nvSpPr>
          <p:spPr>
            <a:xfrm>
              <a:off x="5312662" y="277825"/>
              <a:ext cx="142572" cy="124648"/>
            </a:xfrm>
            <a:custGeom>
              <a:avLst/>
              <a:gdLst/>
              <a:ahLst/>
              <a:cxnLst/>
              <a:rect l="l" t="t" r="r" b="b"/>
              <a:pathLst>
                <a:path w="4359" h="3811" extrusionOk="0">
                  <a:moveTo>
                    <a:pt x="1144" y="0"/>
                  </a:moveTo>
                  <a:cubicBezTo>
                    <a:pt x="513" y="0"/>
                    <a:pt x="1" y="512"/>
                    <a:pt x="1" y="1132"/>
                  </a:cubicBezTo>
                  <a:lnTo>
                    <a:pt x="1" y="2679"/>
                  </a:lnTo>
                  <a:cubicBezTo>
                    <a:pt x="1" y="3310"/>
                    <a:pt x="513" y="3810"/>
                    <a:pt x="1144" y="3810"/>
                  </a:cubicBezTo>
                  <a:lnTo>
                    <a:pt x="3227" y="3810"/>
                  </a:lnTo>
                  <a:cubicBezTo>
                    <a:pt x="3846" y="3810"/>
                    <a:pt x="4358" y="3310"/>
                    <a:pt x="4358" y="2679"/>
                  </a:cubicBezTo>
                  <a:lnTo>
                    <a:pt x="4358" y="1132"/>
                  </a:lnTo>
                  <a:cubicBezTo>
                    <a:pt x="4358" y="512"/>
                    <a:pt x="3846" y="0"/>
                    <a:pt x="3227" y="0"/>
                  </a:cubicBezTo>
                  <a:close/>
                </a:path>
              </a:pathLst>
            </a:custGeom>
            <a:solidFill>
              <a:srgbClr val="821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1" name="Google Shape;741;p8"/>
            <p:cNvSpPr/>
            <p:nvPr/>
          </p:nvSpPr>
          <p:spPr>
            <a:xfrm>
              <a:off x="5335655" y="-148189"/>
              <a:ext cx="79839" cy="529240"/>
            </a:xfrm>
            <a:custGeom>
              <a:avLst/>
              <a:gdLst/>
              <a:ahLst/>
              <a:cxnLst/>
              <a:rect l="l" t="t" r="r" b="b"/>
              <a:pathLst>
                <a:path w="2441" h="16181" extrusionOk="0">
                  <a:moveTo>
                    <a:pt x="1215" y="0"/>
                  </a:moveTo>
                  <a:cubicBezTo>
                    <a:pt x="917" y="0"/>
                    <a:pt x="631" y="119"/>
                    <a:pt x="405" y="310"/>
                  </a:cubicBezTo>
                  <a:lnTo>
                    <a:pt x="393" y="333"/>
                  </a:lnTo>
                  <a:cubicBezTo>
                    <a:pt x="357" y="369"/>
                    <a:pt x="322" y="393"/>
                    <a:pt x="298" y="429"/>
                  </a:cubicBezTo>
                  <a:cubicBezTo>
                    <a:pt x="274" y="452"/>
                    <a:pt x="262" y="476"/>
                    <a:pt x="238" y="500"/>
                  </a:cubicBezTo>
                  <a:cubicBezTo>
                    <a:pt x="214" y="524"/>
                    <a:pt x="191" y="560"/>
                    <a:pt x="179" y="595"/>
                  </a:cubicBezTo>
                  <a:cubicBezTo>
                    <a:pt x="155" y="631"/>
                    <a:pt x="143" y="655"/>
                    <a:pt x="119" y="691"/>
                  </a:cubicBezTo>
                  <a:cubicBezTo>
                    <a:pt x="107" y="726"/>
                    <a:pt x="95" y="750"/>
                    <a:pt x="84" y="786"/>
                  </a:cubicBezTo>
                  <a:cubicBezTo>
                    <a:pt x="72" y="833"/>
                    <a:pt x="48" y="869"/>
                    <a:pt x="36" y="917"/>
                  </a:cubicBezTo>
                  <a:cubicBezTo>
                    <a:pt x="36" y="941"/>
                    <a:pt x="24" y="964"/>
                    <a:pt x="24" y="1000"/>
                  </a:cubicBezTo>
                  <a:cubicBezTo>
                    <a:pt x="0" y="1072"/>
                    <a:pt x="0" y="1143"/>
                    <a:pt x="0" y="1226"/>
                  </a:cubicBezTo>
                  <a:lnTo>
                    <a:pt x="0" y="14954"/>
                  </a:lnTo>
                  <a:cubicBezTo>
                    <a:pt x="0" y="15633"/>
                    <a:pt x="548" y="16181"/>
                    <a:pt x="1215" y="16181"/>
                  </a:cubicBezTo>
                  <a:lnTo>
                    <a:pt x="1227" y="16181"/>
                  </a:lnTo>
                  <a:cubicBezTo>
                    <a:pt x="1310" y="16181"/>
                    <a:pt x="1393" y="16169"/>
                    <a:pt x="1477" y="16157"/>
                  </a:cubicBezTo>
                  <a:lnTo>
                    <a:pt x="1512" y="16145"/>
                  </a:lnTo>
                  <a:cubicBezTo>
                    <a:pt x="1584" y="16121"/>
                    <a:pt x="1655" y="16097"/>
                    <a:pt x="1715" y="16073"/>
                  </a:cubicBezTo>
                  <a:lnTo>
                    <a:pt x="1727" y="16073"/>
                  </a:lnTo>
                  <a:cubicBezTo>
                    <a:pt x="1881" y="16002"/>
                    <a:pt x="2012" y="15907"/>
                    <a:pt x="2119" y="15788"/>
                  </a:cubicBezTo>
                  <a:cubicBezTo>
                    <a:pt x="2322" y="15561"/>
                    <a:pt x="2441" y="15276"/>
                    <a:pt x="2441" y="14966"/>
                  </a:cubicBezTo>
                  <a:lnTo>
                    <a:pt x="2441" y="1226"/>
                  </a:lnTo>
                  <a:cubicBezTo>
                    <a:pt x="2441" y="548"/>
                    <a:pt x="1893" y="0"/>
                    <a:pt x="1215" y="0"/>
                  </a:cubicBezTo>
                  <a:close/>
                </a:path>
              </a:pathLst>
            </a:custGeom>
            <a:solidFill>
              <a:srgbClr val="272425">
                <a:alpha val="200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2" name="Google Shape;742;p8"/>
            <p:cNvSpPr/>
            <p:nvPr/>
          </p:nvSpPr>
          <p:spPr>
            <a:xfrm>
              <a:off x="5346939" y="-148189"/>
              <a:ext cx="79872" cy="529240"/>
            </a:xfrm>
            <a:custGeom>
              <a:avLst/>
              <a:gdLst/>
              <a:ahLst/>
              <a:cxnLst/>
              <a:rect l="l" t="t" r="r" b="b"/>
              <a:pathLst>
                <a:path w="2442" h="16181" extrusionOk="0">
                  <a:moveTo>
                    <a:pt x="1143" y="0"/>
                  </a:moveTo>
                  <a:cubicBezTo>
                    <a:pt x="1060" y="0"/>
                    <a:pt x="965" y="24"/>
                    <a:pt x="882" y="48"/>
                  </a:cubicBezTo>
                  <a:cubicBezTo>
                    <a:pt x="846" y="60"/>
                    <a:pt x="798" y="71"/>
                    <a:pt x="751" y="83"/>
                  </a:cubicBezTo>
                  <a:cubicBezTo>
                    <a:pt x="715" y="107"/>
                    <a:pt x="691" y="119"/>
                    <a:pt x="655" y="131"/>
                  </a:cubicBezTo>
                  <a:cubicBezTo>
                    <a:pt x="620" y="155"/>
                    <a:pt x="596" y="167"/>
                    <a:pt x="572" y="179"/>
                  </a:cubicBezTo>
                  <a:cubicBezTo>
                    <a:pt x="548" y="202"/>
                    <a:pt x="524" y="214"/>
                    <a:pt x="501" y="226"/>
                  </a:cubicBezTo>
                  <a:lnTo>
                    <a:pt x="441" y="274"/>
                  </a:lnTo>
                  <a:lnTo>
                    <a:pt x="393" y="322"/>
                  </a:lnTo>
                  <a:cubicBezTo>
                    <a:pt x="370" y="333"/>
                    <a:pt x="358" y="357"/>
                    <a:pt x="346" y="369"/>
                  </a:cubicBezTo>
                  <a:cubicBezTo>
                    <a:pt x="334" y="381"/>
                    <a:pt x="310" y="393"/>
                    <a:pt x="298" y="417"/>
                  </a:cubicBezTo>
                  <a:cubicBezTo>
                    <a:pt x="286" y="429"/>
                    <a:pt x="274" y="441"/>
                    <a:pt x="262" y="464"/>
                  </a:cubicBezTo>
                  <a:lnTo>
                    <a:pt x="227" y="512"/>
                  </a:lnTo>
                  <a:lnTo>
                    <a:pt x="191" y="560"/>
                  </a:lnTo>
                  <a:lnTo>
                    <a:pt x="167" y="607"/>
                  </a:lnTo>
                  <a:lnTo>
                    <a:pt x="131" y="655"/>
                  </a:lnTo>
                  <a:lnTo>
                    <a:pt x="120" y="703"/>
                  </a:lnTo>
                  <a:cubicBezTo>
                    <a:pt x="120" y="714"/>
                    <a:pt x="96" y="726"/>
                    <a:pt x="96" y="750"/>
                  </a:cubicBezTo>
                  <a:cubicBezTo>
                    <a:pt x="84" y="762"/>
                    <a:pt x="84" y="774"/>
                    <a:pt x="72" y="786"/>
                  </a:cubicBezTo>
                  <a:lnTo>
                    <a:pt x="60" y="833"/>
                  </a:lnTo>
                  <a:lnTo>
                    <a:pt x="48" y="881"/>
                  </a:lnTo>
                  <a:cubicBezTo>
                    <a:pt x="48" y="905"/>
                    <a:pt x="36" y="917"/>
                    <a:pt x="36" y="929"/>
                  </a:cubicBezTo>
                  <a:cubicBezTo>
                    <a:pt x="24" y="953"/>
                    <a:pt x="24" y="964"/>
                    <a:pt x="24" y="976"/>
                  </a:cubicBezTo>
                  <a:lnTo>
                    <a:pt x="24" y="1024"/>
                  </a:lnTo>
                  <a:cubicBezTo>
                    <a:pt x="24" y="1048"/>
                    <a:pt x="24" y="1060"/>
                    <a:pt x="12" y="1072"/>
                  </a:cubicBezTo>
                  <a:cubicBezTo>
                    <a:pt x="0" y="1095"/>
                    <a:pt x="12" y="1107"/>
                    <a:pt x="12" y="1119"/>
                  </a:cubicBezTo>
                  <a:lnTo>
                    <a:pt x="12" y="1167"/>
                  </a:lnTo>
                  <a:lnTo>
                    <a:pt x="12" y="1214"/>
                  </a:lnTo>
                  <a:lnTo>
                    <a:pt x="12" y="14954"/>
                  </a:lnTo>
                  <a:cubicBezTo>
                    <a:pt x="12" y="14966"/>
                    <a:pt x="12" y="14978"/>
                    <a:pt x="12" y="14990"/>
                  </a:cubicBezTo>
                  <a:lnTo>
                    <a:pt x="12" y="15050"/>
                  </a:lnTo>
                  <a:cubicBezTo>
                    <a:pt x="12" y="15061"/>
                    <a:pt x="12" y="15073"/>
                    <a:pt x="12" y="15097"/>
                  </a:cubicBezTo>
                  <a:cubicBezTo>
                    <a:pt x="12" y="15109"/>
                    <a:pt x="12" y="15121"/>
                    <a:pt x="24" y="15145"/>
                  </a:cubicBezTo>
                  <a:cubicBezTo>
                    <a:pt x="24" y="15157"/>
                    <a:pt x="24" y="15169"/>
                    <a:pt x="24" y="15192"/>
                  </a:cubicBezTo>
                  <a:cubicBezTo>
                    <a:pt x="24" y="15204"/>
                    <a:pt x="24" y="15216"/>
                    <a:pt x="36" y="15240"/>
                  </a:cubicBezTo>
                  <a:cubicBezTo>
                    <a:pt x="36" y="15252"/>
                    <a:pt x="36" y="15276"/>
                    <a:pt x="48" y="15288"/>
                  </a:cubicBezTo>
                  <a:cubicBezTo>
                    <a:pt x="60" y="15300"/>
                    <a:pt x="48" y="15323"/>
                    <a:pt x="60" y="15335"/>
                  </a:cubicBezTo>
                  <a:lnTo>
                    <a:pt x="72" y="15383"/>
                  </a:lnTo>
                  <a:lnTo>
                    <a:pt x="96" y="15431"/>
                  </a:lnTo>
                  <a:cubicBezTo>
                    <a:pt x="96" y="15454"/>
                    <a:pt x="108" y="15466"/>
                    <a:pt x="120" y="15478"/>
                  </a:cubicBezTo>
                  <a:cubicBezTo>
                    <a:pt x="120" y="15502"/>
                    <a:pt x="131" y="15514"/>
                    <a:pt x="143" y="15526"/>
                  </a:cubicBezTo>
                  <a:cubicBezTo>
                    <a:pt x="143" y="15550"/>
                    <a:pt x="155" y="15561"/>
                    <a:pt x="167" y="15585"/>
                  </a:cubicBezTo>
                  <a:cubicBezTo>
                    <a:pt x="179" y="15597"/>
                    <a:pt x="191" y="15609"/>
                    <a:pt x="203" y="15633"/>
                  </a:cubicBezTo>
                  <a:cubicBezTo>
                    <a:pt x="203" y="15645"/>
                    <a:pt x="227" y="15657"/>
                    <a:pt x="239" y="15681"/>
                  </a:cubicBezTo>
                  <a:cubicBezTo>
                    <a:pt x="250" y="15692"/>
                    <a:pt x="262" y="15716"/>
                    <a:pt x="274" y="15728"/>
                  </a:cubicBezTo>
                  <a:cubicBezTo>
                    <a:pt x="286" y="15740"/>
                    <a:pt x="298" y="15764"/>
                    <a:pt x="310" y="15776"/>
                  </a:cubicBezTo>
                  <a:lnTo>
                    <a:pt x="358" y="15823"/>
                  </a:lnTo>
                  <a:lnTo>
                    <a:pt x="417" y="15871"/>
                  </a:lnTo>
                  <a:cubicBezTo>
                    <a:pt x="429" y="15895"/>
                    <a:pt x="453" y="15907"/>
                    <a:pt x="477" y="15931"/>
                  </a:cubicBezTo>
                  <a:lnTo>
                    <a:pt x="536" y="15978"/>
                  </a:lnTo>
                  <a:cubicBezTo>
                    <a:pt x="572" y="15990"/>
                    <a:pt x="596" y="16014"/>
                    <a:pt x="620" y="16026"/>
                  </a:cubicBezTo>
                  <a:cubicBezTo>
                    <a:pt x="655" y="16050"/>
                    <a:pt x="691" y="16062"/>
                    <a:pt x="727" y="16073"/>
                  </a:cubicBezTo>
                  <a:cubicBezTo>
                    <a:pt x="774" y="16097"/>
                    <a:pt x="810" y="16109"/>
                    <a:pt x="858" y="16121"/>
                  </a:cubicBezTo>
                  <a:cubicBezTo>
                    <a:pt x="977" y="16157"/>
                    <a:pt x="1096" y="16181"/>
                    <a:pt x="1215" y="16181"/>
                  </a:cubicBezTo>
                  <a:lnTo>
                    <a:pt x="1227" y="16181"/>
                  </a:lnTo>
                  <a:cubicBezTo>
                    <a:pt x="1334" y="16181"/>
                    <a:pt x="1441" y="16169"/>
                    <a:pt x="1548" y="16133"/>
                  </a:cubicBezTo>
                  <a:cubicBezTo>
                    <a:pt x="1584" y="16121"/>
                    <a:pt x="1632" y="16109"/>
                    <a:pt x="1679" y="16085"/>
                  </a:cubicBezTo>
                  <a:cubicBezTo>
                    <a:pt x="1715" y="16073"/>
                    <a:pt x="1751" y="16062"/>
                    <a:pt x="1786" y="16038"/>
                  </a:cubicBezTo>
                  <a:cubicBezTo>
                    <a:pt x="1822" y="16026"/>
                    <a:pt x="1834" y="16014"/>
                    <a:pt x="1870" y="15990"/>
                  </a:cubicBezTo>
                  <a:lnTo>
                    <a:pt x="1941" y="15942"/>
                  </a:lnTo>
                  <a:cubicBezTo>
                    <a:pt x="1953" y="15931"/>
                    <a:pt x="1977" y="15919"/>
                    <a:pt x="2001" y="15907"/>
                  </a:cubicBezTo>
                  <a:cubicBezTo>
                    <a:pt x="2025" y="15883"/>
                    <a:pt x="2036" y="15871"/>
                    <a:pt x="2048" y="15859"/>
                  </a:cubicBezTo>
                  <a:lnTo>
                    <a:pt x="2108" y="15812"/>
                  </a:lnTo>
                  <a:lnTo>
                    <a:pt x="2144" y="15752"/>
                  </a:lnTo>
                  <a:cubicBezTo>
                    <a:pt x="2155" y="15740"/>
                    <a:pt x="2167" y="15728"/>
                    <a:pt x="2179" y="15704"/>
                  </a:cubicBezTo>
                  <a:lnTo>
                    <a:pt x="2215" y="15657"/>
                  </a:lnTo>
                  <a:lnTo>
                    <a:pt x="2251" y="15609"/>
                  </a:lnTo>
                  <a:cubicBezTo>
                    <a:pt x="2263" y="15597"/>
                    <a:pt x="2275" y="15585"/>
                    <a:pt x="2286" y="15561"/>
                  </a:cubicBezTo>
                  <a:cubicBezTo>
                    <a:pt x="2286" y="15550"/>
                    <a:pt x="2298" y="15538"/>
                    <a:pt x="2310" y="15514"/>
                  </a:cubicBezTo>
                  <a:cubicBezTo>
                    <a:pt x="2310" y="15502"/>
                    <a:pt x="2322" y="15478"/>
                    <a:pt x="2334" y="15466"/>
                  </a:cubicBezTo>
                  <a:lnTo>
                    <a:pt x="2358" y="15419"/>
                  </a:lnTo>
                  <a:cubicBezTo>
                    <a:pt x="2358" y="15407"/>
                    <a:pt x="2370" y="15383"/>
                    <a:pt x="2370" y="15371"/>
                  </a:cubicBezTo>
                  <a:cubicBezTo>
                    <a:pt x="2370" y="15359"/>
                    <a:pt x="2382" y="15335"/>
                    <a:pt x="2394" y="15323"/>
                  </a:cubicBezTo>
                  <a:cubicBezTo>
                    <a:pt x="2394" y="15311"/>
                    <a:pt x="2394" y="15288"/>
                    <a:pt x="2406" y="15276"/>
                  </a:cubicBezTo>
                  <a:cubicBezTo>
                    <a:pt x="2406" y="15264"/>
                    <a:pt x="2406" y="15240"/>
                    <a:pt x="2417" y="15228"/>
                  </a:cubicBezTo>
                  <a:cubicBezTo>
                    <a:pt x="2417" y="15204"/>
                    <a:pt x="2417" y="15192"/>
                    <a:pt x="2417" y="15180"/>
                  </a:cubicBezTo>
                  <a:cubicBezTo>
                    <a:pt x="2429" y="15157"/>
                    <a:pt x="2417" y="15145"/>
                    <a:pt x="2429" y="15133"/>
                  </a:cubicBezTo>
                  <a:cubicBezTo>
                    <a:pt x="2441" y="15109"/>
                    <a:pt x="2429" y="15097"/>
                    <a:pt x="2429" y="15085"/>
                  </a:cubicBezTo>
                  <a:lnTo>
                    <a:pt x="2429" y="15026"/>
                  </a:lnTo>
                  <a:lnTo>
                    <a:pt x="2429" y="14978"/>
                  </a:lnTo>
                  <a:lnTo>
                    <a:pt x="2429" y="1214"/>
                  </a:lnTo>
                  <a:lnTo>
                    <a:pt x="2429" y="1167"/>
                  </a:lnTo>
                  <a:lnTo>
                    <a:pt x="2429" y="1119"/>
                  </a:lnTo>
                  <a:cubicBezTo>
                    <a:pt x="2429" y="1107"/>
                    <a:pt x="2429" y="1084"/>
                    <a:pt x="2429" y="1072"/>
                  </a:cubicBezTo>
                  <a:cubicBezTo>
                    <a:pt x="2417" y="1060"/>
                    <a:pt x="2417" y="1036"/>
                    <a:pt x="2417" y="1024"/>
                  </a:cubicBezTo>
                  <a:cubicBezTo>
                    <a:pt x="2417" y="1012"/>
                    <a:pt x="2417" y="988"/>
                    <a:pt x="2417" y="976"/>
                  </a:cubicBezTo>
                  <a:cubicBezTo>
                    <a:pt x="2417" y="964"/>
                    <a:pt x="2406" y="941"/>
                    <a:pt x="2406" y="929"/>
                  </a:cubicBezTo>
                  <a:cubicBezTo>
                    <a:pt x="2406" y="905"/>
                    <a:pt x="2406" y="893"/>
                    <a:pt x="2394" y="881"/>
                  </a:cubicBezTo>
                  <a:cubicBezTo>
                    <a:pt x="2394" y="869"/>
                    <a:pt x="2382" y="845"/>
                    <a:pt x="2382" y="833"/>
                  </a:cubicBezTo>
                  <a:cubicBezTo>
                    <a:pt x="2382" y="810"/>
                    <a:pt x="2370" y="798"/>
                    <a:pt x="2358" y="786"/>
                  </a:cubicBezTo>
                  <a:cubicBezTo>
                    <a:pt x="2358" y="762"/>
                    <a:pt x="2346" y="750"/>
                    <a:pt x="2346" y="738"/>
                  </a:cubicBezTo>
                  <a:cubicBezTo>
                    <a:pt x="2346" y="714"/>
                    <a:pt x="2322" y="703"/>
                    <a:pt x="2322" y="691"/>
                  </a:cubicBezTo>
                  <a:lnTo>
                    <a:pt x="2298" y="643"/>
                  </a:lnTo>
                  <a:cubicBezTo>
                    <a:pt x="2286" y="619"/>
                    <a:pt x="2275" y="607"/>
                    <a:pt x="2263" y="595"/>
                  </a:cubicBezTo>
                  <a:cubicBezTo>
                    <a:pt x="2263" y="572"/>
                    <a:pt x="2251" y="560"/>
                    <a:pt x="2239" y="548"/>
                  </a:cubicBezTo>
                  <a:lnTo>
                    <a:pt x="2203" y="500"/>
                  </a:lnTo>
                  <a:lnTo>
                    <a:pt x="2167" y="452"/>
                  </a:lnTo>
                  <a:lnTo>
                    <a:pt x="2120" y="393"/>
                  </a:lnTo>
                  <a:cubicBezTo>
                    <a:pt x="2108" y="381"/>
                    <a:pt x="2096" y="369"/>
                    <a:pt x="2072" y="345"/>
                  </a:cubicBezTo>
                  <a:lnTo>
                    <a:pt x="2025" y="298"/>
                  </a:lnTo>
                  <a:cubicBezTo>
                    <a:pt x="2001" y="286"/>
                    <a:pt x="1989" y="274"/>
                    <a:pt x="1965" y="250"/>
                  </a:cubicBezTo>
                  <a:lnTo>
                    <a:pt x="1894" y="202"/>
                  </a:lnTo>
                  <a:lnTo>
                    <a:pt x="1822" y="155"/>
                  </a:lnTo>
                  <a:cubicBezTo>
                    <a:pt x="1786" y="143"/>
                    <a:pt x="1751" y="119"/>
                    <a:pt x="1715" y="107"/>
                  </a:cubicBezTo>
                  <a:cubicBezTo>
                    <a:pt x="1679" y="95"/>
                    <a:pt x="1632" y="71"/>
                    <a:pt x="1596" y="60"/>
                  </a:cubicBezTo>
                  <a:cubicBezTo>
                    <a:pt x="1513" y="36"/>
                    <a:pt x="1429" y="12"/>
                    <a:pt x="1346" y="12"/>
                  </a:cubicBezTo>
                  <a:cubicBezTo>
                    <a:pt x="1310" y="0"/>
                    <a:pt x="1263" y="0"/>
                    <a:pt x="121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3" name="Google Shape;743;p8"/>
            <p:cNvSpPr/>
            <p:nvPr/>
          </p:nvSpPr>
          <p:spPr>
            <a:xfrm>
              <a:off x="4941924" y="-169612"/>
              <a:ext cx="142964" cy="125041"/>
            </a:xfrm>
            <a:custGeom>
              <a:avLst/>
              <a:gdLst/>
              <a:ahLst/>
              <a:cxnLst/>
              <a:rect l="l" t="t" r="r" b="b"/>
              <a:pathLst>
                <a:path w="4371" h="3823" extrusionOk="0">
                  <a:moveTo>
                    <a:pt x="1144" y="0"/>
                  </a:moveTo>
                  <a:cubicBezTo>
                    <a:pt x="513" y="0"/>
                    <a:pt x="1" y="512"/>
                    <a:pt x="1" y="1131"/>
                  </a:cubicBezTo>
                  <a:lnTo>
                    <a:pt x="1" y="2679"/>
                  </a:lnTo>
                  <a:cubicBezTo>
                    <a:pt x="1" y="3310"/>
                    <a:pt x="513" y="3822"/>
                    <a:pt x="1144" y="3822"/>
                  </a:cubicBezTo>
                  <a:lnTo>
                    <a:pt x="3228" y="3822"/>
                  </a:lnTo>
                  <a:cubicBezTo>
                    <a:pt x="3859" y="3810"/>
                    <a:pt x="4371" y="3310"/>
                    <a:pt x="4371" y="2679"/>
                  </a:cubicBezTo>
                  <a:lnTo>
                    <a:pt x="4359" y="1131"/>
                  </a:lnTo>
                  <a:cubicBezTo>
                    <a:pt x="4359" y="512"/>
                    <a:pt x="3847" y="0"/>
                    <a:pt x="3228" y="0"/>
                  </a:cubicBezTo>
                  <a:close/>
                </a:path>
              </a:pathLst>
            </a:custGeom>
            <a:solidFill>
              <a:srgbClr val="821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4" name="Google Shape;744;p8"/>
            <p:cNvSpPr/>
            <p:nvPr/>
          </p:nvSpPr>
          <p:spPr>
            <a:xfrm>
              <a:off x="4942316" y="277825"/>
              <a:ext cx="142572" cy="124648"/>
            </a:xfrm>
            <a:custGeom>
              <a:avLst/>
              <a:gdLst/>
              <a:ahLst/>
              <a:cxnLst/>
              <a:rect l="l" t="t" r="r" b="b"/>
              <a:pathLst>
                <a:path w="4359" h="3811" extrusionOk="0">
                  <a:moveTo>
                    <a:pt x="1132" y="0"/>
                  </a:moveTo>
                  <a:cubicBezTo>
                    <a:pt x="513" y="0"/>
                    <a:pt x="1" y="512"/>
                    <a:pt x="1" y="1132"/>
                  </a:cubicBezTo>
                  <a:lnTo>
                    <a:pt x="1" y="2679"/>
                  </a:lnTo>
                  <a:cubicBezTo>
                    <a:pt x="1" y="3310"/>
                    <a:pt x="513" y="3810"/>
                    <a:pt x="1132" y="3810"/>
                  </a:cubicBezTo>
                  <a:lnTo>
                    <a:pt x="3216" y="3810"/>
                  </a:lnTo>
                  <a:cubicBezTo>
                    <a:pt x="3847" y="3810"/>
                    <a:pt x="4359" y="3310"/>
                    <a:pt x="4359" y="2679"/>
                  </a:cubicBezTo>
                  <a:lnTo>
                    <a:pt x="4359" y="1132"/>
                  </a:lnTo>
                  <a:cubicBezTo>
                    <a:pt x="4359" y="512"/>
                    <a:pt x="3847" y="0"/>
                    <a:pt x="3216" y="0"/>
                  </a:cubicBezTo>
                  <a:close/>
                </a:path>
              </a:pathLst>
            </a:custGeom>
            <a:solidFill>
              <a:srgbClr val="821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5" name="Google Shape;745;p8"/>
            <p:cNvSpPr/>
            <p:nvPr/>
          </p:nvSpPr>
          <p:spPr>
            <a:xfrm>
              <a:off x="4965309" y="-148189"/>
              <a:ext cx="79872" cy="529240"/>
            </a:xfrm>
            <a:custGeom>
              <a:avLst/>
              <a:gdLst/>
              <a:ahLst/>
              <a:cxnLst/>
              <a:rect l="l" t="t" r="r" b="b"/>
              <a:pathLst>
                <a:path w="2442" h="16181" extrusionOk="0">
                  <a:moveTo>
                    <a:pt x="1227" y="0"/>
                  </a:moveTo>
                  <a:cubicBezTo>
                    <a:pt x="917" y="0"/>
                    <a:pt x="631" y="119"/>
                    <a:pt x="405" y="310"/>
                  </a:cubicBezTo>
                  <a:lnTo>
                    <a:pt x="393" y="333"/>
                  </a:lnTo>
                  <a:cubicBezTo>
                    <a:pt x="358" y="369"/>
                    <a:pt x="322" y="393"/>
                    <a:pt x="298" y="429"/>
                  </a:cubicBezTo>
                  <a:cubicBezTo>
                    <a:pt x="274" y="452"/>
                    <a:pt x="262" y="476"/>
                    <a:pt x="238" y="500"/>
                  </a:cubicBezTo>
                  <a:cubicBezTo>
                    <a:pt x="215" y="524"/>
                    <a:pt x="191" y="560"/>
                    <a:pt x="179" y="595"/>
                  </a:cubicBezTo>
                  <a:cubicBezTo>
                    <a:pt x="155" y="631"/>
                    <a:pt x="143" y="655"/>
                    <a:pt x="119" y="691"/>
                  </a:cubicBezTo>
                  <a:cubicBezTo>
                    <a:pt x="107" y="726"/>
                    <a:pt x="96" y="750"/>
                    <a:pt x="84" y="786"/>
                  </a:cubicBezTo>
                  <a:cubicBezTo>
                    <a:pt x="72" y="833"/>
                    <a:pt x="48" y="869"/>
                    <a:pt x="36" y="917"/>
                  </a:cubicBezTo>
                  <a:cubicBezTo>
                    <a:pt x="36" y="941"/>
                    <a:pt x="24" y="964"/>
                    <a:pt x="24" y="1000"/>
                  </a:cubicBezTo>
                  <a:cubicBezTo>
                    <a:pt x="0" y="1072"/>
                    <a:pt x="0" y="1143"/>
                    <a:pt x="0" y="1226"/>
                  </a:cubicBezTo>
                  <a:lnTo>
                    <a:pt x="0" y="14954"/>
                  </a:lnTo>
                  <a:cubicBezTo>
                    <a:pt x="0" y="15633"/>
                    <a:pt x="548" y="16181"/>
                    <a:pt x="1227" y="16181"/>
                  </a:cubicBezTo>
                  <a:cubicBezTo>
                    <a:pt x="1310" y="16181"/>
                    <a:pt x="1393" y="16169"/>
                    <a:pt x="1477" y="16157"/>
                  </a:cubicBezTo>
                  <a:lnTo>
                    <a:pt x="1512" y="16145"/>
                  </a:lnTo>
                  <a:cubicBezTo>
                    <a:pt x="1584" y="16121"/>
                    <a:pt x="1643" y="16097"/>
                    <a:pt x="1715" y="16073"/>
                  </a:cubicBezTo>
                  <a:lnTo>
                    <a:pt x="1727" y="16073"/>
                  </a:lnTo>
                  <a:cubicBezTo>
                    <a:pt x="1882" y="16002"/>
                    <a:pt x="2012" y="15907"/>
                    <a:pt x="2120" y="15788"/>
                  </a:cubicBezTo>
                  <a:cubicBezTo>
                    <a:pt x="2322" y="15561"/>
                    <a:pt x="2441" y="15276"/>
                    <a:pt x="2441" y="14966"/>
                  </a:cubicBezTo>
                  <a:lnTo>
                    <a:pt x="2441" y="1226"/>
                  </a:lnTo>
                  <a:cubicBezTo>
                    <a:pt x="2441" y="548"/>
                    <a:pt x="1893" y="0"/>
                    <a:pt x="1227" y="0"/>
                  </a:cubicBezTo>
                  <a:close/>
                </a:path>
              </a:pathLst>
            </a:custGeom>
            <a:solidFill>
              <a:srgbClr val="272425">
                <a:alpha val="200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6" name="Google Shape;746;p8"/>
            <p:cNvSpPr/>
            <p:nvPr/>
          </p:nvSpPr>
          <p:spPr>
            <a:xfrm>
              <a:off x="4977378" y="-148189"/>
              <a:ext cx="78694" cy="529240"/>
            </a:xfrm>
            <a:custGeom>
              <a:avLst/>
              <a:gdLst/>
              <a:ahLst/>
              <a:cxnLst/>
              <a:rect l="l" t="t" r="r" b="b"/>
              <a:pathLst>
                <a:path w="2406" h="16181" extrusionOk="0">
                  <a:moveTo>
                    <a:pt x="1132" y="0"/>
                  </a:moveTo>
                  <a:cubicBezTo>
                    <a:pt x="1036" y="0"/>
                    <a:pt x="953" y="24"/>
                    <a:pt x="870" y="48"/>
                  </a:cubicBezTo>
                  <a:cubicBezTo>
                    <a:pt x="822" y="60"/>
                    <a:pt x="774" y="71"/>
                    <a:pt x="739" y="83"/>
                  </a:cubicBezTo>
                  <a:cubicBezTo>
                    <a:pt x="703" y="107"/>
                    <a:pt x="667" y="119"/>
                    <a:pt x="631" y="131"/>
                  </a:cubicBezTo>
                  <a:cubicBezTo>
                    <a:pt x="608" y="155"/>
                    <a:pt x="584" y="167"/>
                    <a:pt x="560" y="179"/>
                  </a:cubicBezTo>
                  <a:cubicBezTo>
                    <a:pt x="536" y="202"/>
                    <a:pt x="512" y="214"/>
                    <a:pt x="489" y="226"/>
                  </a:cubicBezTo>
                  <a:cubicBezTo>
                    <a:pt x="465" y="238"/>
                    <a:pt x="441" y="262"/>
                    <a:pt x="429" y="274"/>
                  </a:cubicBezTo>
                  <a:lnTo>
                    <a:pt x="370" y="322"/>
                  </a:lnTo>
                  <a:lnTo>
                    <a:pt x="322" y="369"/>
                  </a:lnTo>
                  <a:cubicBezTo>
                    <a:pt x="310" y="381"/>
                    <a:pt x="298" y="393"/>
                    <a:pt x="286" y="417"/>
                  </a:cubicBezTo>
                  <a:lnTo>
                    <a:pt x="239" y="464"/>
                  </a:lnTo>
                  <a:lnTo>
                    <a:pt x="203" y="512"/>
                  </a:lnTo>
                  <a:lnTo>
                    <a:pt x="179" y="560"/>
                  </a:lnTo>
                  <a:cubicBezTo>
                    <a:pt x="167" y="572"/>
                    <a:pt x="155" y="583"/>
                    <a:pt x="143" y="607"/>
                  </a:cubicBezTo>
                  <a:cubicBezTo>
                    <a:pt x="131" y="619"/>
                    <a:pt x="131" y="631"/>
                    <a:pt x="119" y="655"/>
                  </a:cubicBezTo>
                  <a:cubicBezTo>
                    <a:pt x="108" y="667"/>
                    <a:pt x="108" y="679"/>
                    <a:pt x="96" y="703"/>
                  </a:cubicBezTo>
                  <a:lnTo>
                    <a:pt x="72" y="750"/>
                  </a:lnTo>
                  <a:cubicBezTo>
                    <a:pt x="72" y="762"/>
                    <a:pt x="60" y="774"/>
                    <a:pt x="60" y="786"/>
                  </a:cubicBezTo>
                  <a:lnTo>
                    <a:pt x="36" y="833"/>
                  </a:lnTo>
                  <a:lnTo>
                    <a:pt x="24" y="881"/>
                  </a:lnTo>
                  <a:cubicBezTo>
                    <a:pt x="24" y="905"/>
                    <a:pt x="12" y="917"/>
                    <a:pt x="12" y="929"/>
                  </a:cubicBezTo>
                  <a:cubicBezTo>
                    <a:pt x="12" y="953"/>
                    <a:pt x="0" y="964"/>
                    <a:pt x="0" y="976"/>
                  </a:cubicBezTo>
                  <a:lnTo>
                    <a:pt x="0" y="1024"/>
                  </a:lnTo>
                  <a:lnTo>
                    <a:pt x="0" y="1072"/>
                  </a:lnTo>
                  <a:lnTo>
                    <a:pt x="0" y="1119"/>
                  </a:lnTo>
                  <a:lnTo>
                    <a:pt x="0" y="1167"/>
                  </a:lnTo>
                  <a:lnTo>
                    <a:pt x="0" y="1214"/>
                  </a:lnTo>
                  <a:lnTo>
                    <a:pt x="0" y="14954"/>
                  </a:lnTo>
                  <a:lnTo>
                    <a:pt x="0" y="14990"/>
                  </a:lnTo>
                  <a:lnTo>
                    <a:pt x="0" y="15050"/>
                  </a:lnTo>
                  <a:lnTo>
                    <a:pt x="0" y="15097"/>
                  </a:lnTo>
                  <a:lnTo>
                    <a:pt x="0" y="15145"/>
                  </a:lnTo>
                  <a:lnTo>
                    <a:pt x="0" y="15192"/>
                  </a:lnTo>
                  <a:cubicBezTo>
                    <a:pt x="0" y="15204"/>
                    <a:pt x="12" y="15216"/>
                    <a:pt x="12" y="15240"/>
                  </a:cubicBezTo>
                  <a:cubicBezTo>
                    <a:pt x="24" y="15252"/>
                    <a:pt x="12" y="15276"/>
                    <a:pt x="24" y="15288"/>
                  </a:cubicBezTo>
                  <a:cubicBezTo>
                    <a:pt x="36" y="15300"/>
                    <a:pt x="36" y="15323"/>
                    <a:pt x="36" y="15335"/>
                  </a:cubicBezTo>
                  <a:cubicBezTo>
                    <a:pt x="48" y="15347"/>
                    <a:pt x="48" y="15371"/>
                    <a:pt x="60" y="15383"/>
                  </a:cubicBezTo>
                  <a:cubicBezTo>
                    <a:pt x="60" y="15407"/>
                    <a:pt x="72" y="15419"/>
                    <a:pt x="72" y="15431"/>
                  </a:cubicBezTo>
                  <a:cubicBezTo>
                    <a:pt x="84" y="15454"/>
                    <a:pt x="96" y="15466"/>
                    <a:pt x="96" y="15478"/>
                  </a:cubicBezTo>
                  <a:cubicBezTo>
                    <a:pt x="108" y="15502"/>
                    <a:pt x="119" y="15514"/>
                    <a:pt x="119" y="15526"/>
                  </a:cubicBezTo>
                  <a:cubicBezTo>
                    <a:pt x="131" y="15550"/>
                    <a:pt x="143" y="15561"/>
                    <a:pt x="155" y="15585"/>
                  </a:cubicBezTo>
                  <a:cubicBezTo>
                    <a:pt x="167" y="15597"/>
                    <a:pt x="167" y="15609"/>
                    <a:pt x="179" y="15633"/>
                  </a:cubicBezTo>
                  <a:cubicBezTo>
                    <a:pt x="191" y="15645"/>
                    <a:pt x="203" y="15669"/>
                    <a:pt x="215" y="15681"/>
                  </a:cubicBezTo>
                  <a:lnTo>
                    <a:pt x="250" y="15728"/>
                  </a:lnTo>
                  <a:lnTo>
                    <a:pt x="298" y="15776"/>
                  </a:lnTo>
                  <a:lnTo>
                    <a:pt x="346" y="15823"/>
                  </a:lnTo>
                  <a:lnTo>
                    <a:pt x="393" y="15871"/>
                  </a:lnTo>
                  <a:cubicBezTo>
                    <a:pt x="417" y="15895"/>
                    <a:pt x="441" y="15907"/>
                    <a:pt x="453" y="15931"/>
                  </a:cubicBezTo>
                  <a:lnTo>
                    <a:pt x="524" y="15978"/>
                  </a:lnTo>
                  <a:cubicBezTo>
                    <a:pt x="584" y="16014"/>
                    <a:pt x="643" y="16050"/>
                    <a:pt x="715" y="16073"/>
                  </a:cubicBezTo>
                  <a:cubicBezTo>
                    <a:pt x="751" y="16097"/>
                    <a:pt x="798" y="16109"/>
                    <a:pt x="846" y="16121"/>
                  </a:cubicBezTo>
                  <a:cubicBezTo>
                    <a:pt x="953" y="16157"/>
                    <a:pt x="1072" y="16181"/>
                    <a:pt x="1191" y="16181"/>
                  </a:cubicBezTo>
                  <a:lnTo>
                    <a:pt x="1203" y="16181"/>
                  </a:lnTo>
                  <a:cubicBezTo>
                    <a:pt x="1310" y="16181"/>
                    <a:pt x="1417" y="16169"/>
                    <a:pt x="1524" y="16133"/>
                  </a:cubicBezTo>
                  <a:cubicBezTo>
                    <a:pt x="1572" y="16121"/>
                    <a:pt x="1620" y="16109"/>
                    <a:pt x="1667" y="16085"/>
                  </a:cubicBezTo>
                  <a:cubicBezTo>
                    <a:pt x="1703" y="16073"/>
                    <a:pt x="1739" y="16062"/>
                    <a:pt x="1763" y="16038"/>
                  </a:cubicBezTo>
                  <a:lnTo>
                    <a:pt x="1846" y="15990"/>
                  </a:lnTo>
                  <a:lnTo>
                    <a:pt x="1917" y="15942"/>
                  </a:lnTo>
                  <a:cubicBezTo>
                    <a:pt x="1941" y="15931"/>
                    <a:pt x="1965" y="15919"/>
                    <a:pt x="1989" y="15907"/>
                  </a:cubicBezTo>
                  <a:lnTo>
                    <a:pt x="2036" y="15859"/>
                  </a:lnTo>
                  <a:lnTo>
                    <a:pt x="2084" y="15812"/>
                  </a:lnTo>
                  <a:lnTo>
                    <a:pt x="2132" y="15752"/>
                  </a:lnTo>
                  <a:cubicBezTo>
                    <a:pt x="2144" y="15740"/>
                    <a:pt x="2155" y="15728"/>
                    <a:pt x="2167" y="15704"/>
                  </a:cubicBezTo>
                  <a:cubicBezTo>
                    <a:pt x="2179" y="15692"/>
                    <a:pt x="2191" y="15681"/>
                    <a:pt x="2203" y="15657"/>
                  </a:cubicBezTo>
                  <a:lnTo>
                    <a:pt x="2239" y="15609"/>
                  </a:lnTo>
                  <a:lnTo>
                    <a:pt x="2263" y="15561"/>
                  </a:lnTo>
                  <a:cubicBezTo>
                    <a:pt x="2275" y="15550"/>
                    <a:pt x="2286" y="15538"/>
                    <a:pt x="2286" y="15514"/>
                  </a:cubicBezTo>
                  <a:cubicBezTo>
                    <a:pt x="2298" y="15502"/>
                    <a:pt x="2310" y="15478"/>
                    <a:pt x="2310" y="15466"/>
                  </a:cubicBezTo>
                  <a:cubicBezTo>
                    <a:pt x="2310" y="15454"/>
                    <a:pt x="2334" y="15431"/>
                    <a:pt x="2334" y="15419"/>
                  </a:cubicBezTo>
                  <a:cubicBezTo>
                    <a:pt x="2346" y="15407"/>
                    <a:pt x="2346" y="15383"/>
                    <a:pt x="2358" y="15371"/>
                  </a:cubicBezTo>
                  <a:cubicBezTo>
                    <a:pt x="2358" y="15359"/>
                    <a:pt x="2370" y="15335"/>
                    <a:pt x="2370" y="15323"/>
                  </a:cubicBezTo>
                  <a:lnTo>
                    <a:pt x="2382" y="15276"/>
                  </a:lnTo>
                  <a:cubicBezTo>
                    <a:pt x="2382" y="15264"/>
                    <a:pt x="2394" y="15240"/>
                    <a:pt x="2394" y="15228"/>
                  </a:cubicBezTo>
                  <a:lnTo>
                    <a:pt x="2405" y="15180"/>
                  </a:lnTo>
                  <a:cubicBezTo>
                    <a:pt x="2405" y="15157"/>
                    <a:pt x="2405" y="15145"/>
                    <a:pt x="2405" y="15133"/>
                  </a:cubicBezTo>
                  <a:lnTo>
                    <a:pt x="2405" y="15085"/>
                  </a:lnTo>
                  <a:lnTo>
                    <a:pt x="2405" y="15026"/>
                  </a:lnTo>
                  <a:lnTo>
                    <a:pt x="2405" y="14978"/>
                  </a:lnTo>
                  <a:lnTo>
                    <a:pt x="2405" y="14954"/>
                  </a:lnTo>
                  <a:lnTo>
                    <a:pt x="2405" y="1214"/>
                  </a:lnTo>
                  <a:lnTo>
                    <a:pt x="2405" y="1167"/>
                  </a:lnTo>
                  <a:lnTo>
                    <a:pt x="2405" y="1119"/>
                  </a:lnTo>
                  <a:lnTo>
                    <a:pt x="2405" y="1072"/>
                  </a:lnTo>
                  <a:cubicBezTo>
                    <a:pt x="2405" y="1060"/>
                    <a:pt x="2405" y="1036"/>
                    <a:pt x="2405" y="1024"/>
                  </a:cubicBezTo>
                  <a:lnTo>
                    <a:pt x="2405" y="976"/>
                  </a:lnTo>
                  <a:cubicBezTo>
                    <a:pt x="2405" y="964"/>
                    <a:pt x="2394" y="941"/>
                    <a:pt x="2394" y="929"/>
                  </a:cubicBezTo>
                  <a:cubicBezTo>
                    <a:pt x="2382" y="917"/>
                    <a:pt x="2382" y="893"/>
                    <a:pt x="2370" y="881"/>
                  </a:cubicBezTo>
                  <a:cubicBezTo>
                    <a:pt x="2370" y="869"/>
                    <a:pt x="2370" y="845"/>
                    <a:pt x="2358" y="833"/>
                  </a:cubicBezTo>
                  <a:lnTo>
                    <a:pt x="2346" y="786"/>
                  </a:lnTo>
                  <a:lnTo>
                    <a:pt x="2322" y="738"/>
                  </a:lnTo>
                  <a:cubicBezTo>
                    <a:pt x="2322" y="714"/>
                    <a:pt x="2310" y="703"/>
                    <a:pt x="2298" y="691"/>
                  </a:cubicBezTo>
                  <a:lnTo>
                    <a:pt x="2275" y="643"/>
                  </a:lnTo>
                  <a:lnTo>
                    <a:pt x="2251" y="595"/>
                  </a:lnTo>
                  <a:lnTo>
                    <a:pt x="2215" y="548"/>
                  </a:lnTo>
                  <a:cubicBezTo>
                    <a:pt x="2203" y="524"/>
                    <a:pt x="2191" y="512"/>
                    <a:pt x="2179" y="500"/>
                  </a:cubicBezTo>
                  <a:cubicBezTo>
                    <a:pt x="2167" y="476"/>
                    <a:pt x="2155" y="464"/>
                    <a:pt x="2144" y="452"/>
                  </a:cubicBezTo>
                  <a:lnTo>
                    <a:pt x="2108" y="393"/>
                  </a:lnTo>
                  <a:lnTo>
                    <a:pt x="2060" y="345"/>
                  </a:lnTo>
                  <a:lnTo>
                    <a:pt x="2001" y="298"/>
                  </a:lnTo>
                  <a:cubicBezTo>
                    <a:pt x="1989" y="286"/>
                    <a:pt x="1965" y="274"/>
                    <a:pt x="1941" y="250"/>
                  </a:cubicBezTo>
                  <a:lnTo>
                    <a:pt x="1882" y="202"/>
                  </a:lnTo>
                  <a:lnTo>
                    <a:pt x="1798" y="155"/>
                  </a:lnTo>
                  <a:cubicBezTo>
                    <a:pt x="1763" y="143"/>
                    <a:pt x="1739" y="119"/>
                    <a:pt x="1703" y="107"/>
                  </a:cubicBezTo>
                  <a:cubicBezTo>
                    <a:pt x="1655" y="95"/>
                    <a:pt x="1620" y="71"/>
                    <a:pt x="1572" y="60"/>
                  </a:cubicBezTo>
                  <a:cubicBezTo>
                    <a:pt x="1489" y="36"/>
                    <a:pt x="1417" y="12"/>
                    <a:pt x="1334" y="12"/>
                  </a:cubicBezTo>
                  <a:cubicBezTo>
                    <a:pt x="1286" y="0"/>
                    <a:pt x="1251" y="0"/>
                    <a:pt x="12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7" name="Google Shape;747;p8"/>
            <p:cNvSpPr/>
            <p:nvPr/>
          </p:nvSpPr>
          <p:spPr>
            <a:xfrm>
              <a:off x="6566206" y="-169612"/>
              <a:ext cx="142572" cy="125041"/>
            </a:xfrm>
            <a:custGeom>
              <a:avLst/>
              <a:gdLst/>
              <a:ahLst/>
              <a:cxnLst/>
              <a:rect l="l" t="t" r="r" b="b"/>
              <a:pathLst>
                <a:path w="4359" h="3823" extrusionOk="0">
                  <a:moveTo>
                    <a:pt x="1132" y="0"/>
                  </a:moveTo>
                  <a:cubicBezTo>
                    <a:pt x="501" y="0"/>
                    <a:pt x="1" y="512"/>
                    <a:pt x="1" y="1131"/>
                  </a:cubicBezTo>
                  <a:lnTo>
                    <a:pt x="1" y="2679"/>
                  </a:lnTo>
                  <a:cubicBezTo>
                    <a:pt x="1" y="3310"/>
                    <a:pt x="501" y="3810"/>
                    <a:pt x="1132" y="3822"/>
                  </a:cubicBezTo>
                  <a:lnTo>
                    <a:pt x="3216" y="3822"/>
                  </a:lnTo>
                  <a:cubicBezTo>
                    <a:pt x="3847" y="3810"/>
                    <a:pt x="4359" y="3310"/>
                    <a:pt x="4359" y="2679"/>
                  </a:cubicBezTo>
                  <a:lnTo>
                    <a:pt x="4359" y="1131"/>
                  </a:lnTo>
                  <a:cubicBezTo>
                    <a:pt x="4359" y="512"/>
                    <a:pt x="3847" y="0"/>
                    <a:pt x="3216" y="0"/>
                  </a:cubicBezTo>
                  <a:close/>
                </a:path>
              </a:pathLst>
            </a:custGeom>
            <a:solidFill>
              <a:srgbClr val="821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8" name="Google Shape;748;p8"/>
            <p:cNvSpPr/>
            <p:nvPr/>
          </p:nvSpPr>
          <p:spPr>
            <a:xfrm>
              <a:off x="6566206" y="277825"/>
              <a:ext cx="142572" cy="124648"/>
            </a:xfrm>
            <a:custGeom>
              <a:avLst/>
              <a:gdLst/>
              <a:ahLst/>
              <a:cxnLst/>
              <a:rect l="l" t="t" r="r" b="b"/>
              <a:pathLst>
                <a:path w="4359" h="3811" extrusionOk="0">
                  <a:moveTo>
                    <a:pt x="1132" y="0"/>
                  </a:moveTo>
                  <a:cubicBezTo>
                    <a:pt x="501" y="0"/>
                    <a:pt x="1" y="512"/>
                    <a:pt x="1" y="1132"/>
                  </a:cubicBezTo>
                  <a:lnTo>
                    <a:pt x="1" y="2679"/>
                  </a:lnTo>
                  <a:cubicBezTo>
                    <a:pt x="1" y="3310"/>
                    <a:pt x="501" y="3810"/>
                    <a:pt x="1132" y="3810"/>
                  </a:cubicBezTo>
                  <a:lnTo>
                    <a:pt x="3216" y="3810"/>
                  </a:lnTo>
                  <a:cubicBezTo>
                    <a:pt x="3847" y="3810"/>
                    <a:pt x="4359" y="3310"/>
                    <a:pt x="4359" y="2679"/>
                  </a:cubicBezTo>
                  <a:lnTo>
                    <a:pt x="4359" y="1132"/>
                  </a:lnTo>
                  <a:cubicBezTo>
                    <a:pt x="4359" y="512"/>
                    <a:pt x="3847" y="0"/>
                    <a:pt x="3216" y="0"/>
                  </a:cubicBezTo>
                  <a:close/>
                </a:path>
              </a:pathLst>
            </a:custGeom>
            <a:solidFill>
              <a:srgbClr val="821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 name="Google Shape;749;p8"/>
            <p:cNvSpPr/>
            <p:nvPr/>
          </p:nvSpPr>
          <p:spPr>
            <a:xfrm>
              <a:off x="6588806" y="-148189"/>
              <a:ext cx="80264" cy="529240"/>
            </a:xfrm>
            <a:custGeom>
              <a:avLst/>
              <a:gdLst/>
              <a:ahLst/>
              <a:cxnLst/>
              <a:rect l="l" t="t" r="r" b="b"/>
              <a:pathLst>
                <a:path w="2454" h="16181" extrusionOk="0">
                  <a:moveTo>
                    <a:pt x="1227" y="0"/>
                  </a:moveTo>
                  <a:cubicBezTo>
                    <a:pt x="929" y="0"/>
                    <a:pt x="643" y="119"/>
                    <a:pt x="417" y="310"/>
                  </a:cubicBezTo>
                  <a:lnTo>
                    <a:pt x="393" y="333"/>
                  </a:lnTo>
                  <a:cubicBezTo>
                    <a:pt x="370" y="369"/>
                    <a:pt x="334" y="393"/>
                    <a:pt x="298" y="429"/>
                  </a:cubicBezTo>
                  <a:cubicBezTo>
                    <a:pt x="286" y="452"/>
                    <a:pt x="262" y="476"/>
                    <a:pt x="251" y="500"/>
                  </a:cubicBezTo>
                  <a:cubicBezTo>
                    <a:pt x="227" y="524"/>
                    <a:pt x="203" y="560"/>
                    <a:pt x="179" y="595"/>
                  </a:cubicBezTo>
                  <a:cubicBezTo>
                    <a:pt x="167" y="631"/>
                    <a:pt x="143" y="655"/>
                    <a:pt x="131" y="691"/>
                  </a:cubicBezTo>
                  <a:cubicBezTo>
                    <a:pt x="120" y="726"/>
                    <a:pt x="108" y="750"/>
                    <a:pt x="96" y="786"/>
                  </a:cubicBezTo>
                  <a:cubicBezTo>
                    <a:pt x="72" y="833"/>
                    <a:pt x="60" y="869"/>
                    <a:pt x="48" y="917"/>
                  </a:cubicBezTo>
                  <a:cubicBezTo>
                    <a:pt x="36" y="941"/>
                    <a:pt x="36" y="964"/>
                    <a:pt x="24" y="1000"/>
                  </a:cubicBezTo>
                  <a:cubicBezTo>
                    <a:pt x="12" y="1072"/>
                    <a:pt x="0" y="1143"/>
                    <a:pt x="0" y="1226"/>
                  </a:cubicBezTo>
                  <a:lnTo>
                    <a:pt x="0" y="14954"/>
                  </a:lnTo>
                  <a:cubicBezTo>
                    <a:pt x="0" y="15633"/>
                    <a:pt x="548" y="16181"/>
                    <a:pt x="1227" y="16181"/>
                  </a:cubicBezTo>
                  <a:cubicBezTo>
                    <a:pt x="1322" y="16181"/>
                    <a:pt x="1405" y="16169"/>
                    <a:pt x="1489" y="16157"/>
                  </a:cubicBezTo>
                  <a:lnTo>
                    <a:pt x="1524" y="16145"/>
                  </a:lnTo>
                  <a:cubicBezTo>
                    <a:pt x="1596" y="16121"/>
                    <a:pt x="1655" y="16097"/>
                    <a:pt x="1727" y="16073"/>
                  </a:cubicBezTo>
                  <a:lnTo>
                    <a:pt x="1739" y="16073"/>
                  </a:lnTo>
                  <a:cubicBezTo>
                    <a:pt x="1882" y="16002"/>
                    <a:pt x="2013" y="15907"/>
                    <a:pt x="2132" y="15788"/>
                  </a:cubicBezTo>
                  <a:cubicBezTo>
                    <a:pt x="2334" y="15561"/>
                    <a:pt x="2453" y="15276"/>
                    <a:pt x="2453" y="14966"/>
                  </a:cubicBezTo>
                  <a:lnTo>
                    <a:pt x="2453" y="1226"/>
                  </a:lnTo>
                  <a:cubicBezTo>
                    <a:pt x="2453" y="548"/>
                    <a:pt x="1905" y="0"/>
                    <a:pt x="1227" y="0"/>
                  </a:cubicBezTo>
                  <a:close/>
                </a:path>
              </a:pathLst>
            </a:custGeom>
            <a:solidFill>
              <a:srgbClr val="272425">
                <a:alpha val="200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0" name="Google Shape;750;p8"/>
            <p:cNvSpPr/>
            <p:nvPr/>
          </p:nvSpPr>
          <p:spPr>
            <a:xfrm>
              <a:off x="6600483" y="-148189"/>
              <a:ext cx="79872" cy="529240"/>
            </a:xfrm>
            <a:custGeom>
              <a:avLst/>
              <a:gdLst/>
              <a:ahLst/>
              <a:cxnLst/>
              <a:rect l="l" t="t" r="r" b="b"/>
              <a:pathLst>
                <a:path w="2442" h="16181" extrusionOk="0">
                  <a:moveTo>
                    <a:pt x="1144" y="0"/>
                  </a:moveTo>
                  <a:cubicBezTo>
                    <a:pt x="1060" y="0"/>
                    <a:pt x="965" y="24"/>
                    <a:pt x="882" y="48"/>
                  </a:cubicBezTo>
                  <a:cubicBezTo>
                    <a:pt x="834" y="60"/>
                    <a:pt x="798" y="71"/>
                    <a:pt x="751" y="83"/>
                  </a:cubicBezTo>
                  <a:cubicBezTo>
                    <a:pt x="715" y="107"/>
                    <a:pt x="691" y="119"/>
                    <a:pt x="656" y="131"/>
                  </a:cubicBezTo>
                  <a:cubicBezTo>
                    <a:pt x="620" y="155"/>
                    <a:pt x="596" y="167"/>
                    <a:pt x="572" y="179"/>
                  </a:cubicBezTo>
                  <a:cubicBezTo>
                    <a:pt x="548" y="202"/>
                    <a:pt x="525" y="214"/>
                    <a:pt x="501" y="226"/>
                  </a:cubicBezTo>
                  <a:lnTo>
                    <a:pt x="441" y="274"/>
                  </a:lnTo>
                  <a:lnTo>
                    <a:pt x="394" y="322"/>
                  </a:lnTo>
                  <a:cubicBezTo>
                    <a:pt x="370" y="333"/>
                    <a:pt x="358" y="357"/>
                    <a:pt x="346" y="369"/>
                  </a:cubicBezTo>
                  <a:cubicBezTo>
                    <a:pt x="322" y="381"/>
                    <a:pt x="310" y="393"/>
                    <a:pt x="298" y="417"/>
                  </a:cubicBezTo>
                  <a:cubicBezTo>
                    <a:pt x="286" y="429"/>
                    <a:pt x="275" y="441"/>
                    <a:pt x="263" y="464"/>
                  </a:cubicBezTo>
                  <a:lnTo>
                    <a:pt x="227" y="512"/>
                  </a:lnTo>
                  <a:lnTo>
                    <a:pt x="191" y="560"/>
                  </a:lnTo>
                  <a:lnTo>
                    <a:pt x="167" y="607"/>
                  </a:lnTo>
                  <a:lnTo>
                    <a:pt x="132" y="655"/>
                  </a:lnTo>
                  <a:lnTo>
                    <a:pt x="108" y="703"/>
                  </a:lnTo>
                  <a:cubicBezTo>
                    <a:pt x="108" y="714"/>
                    <a:pt x="96" y="726"/>
                    <a:pt x="96" y="750"/>
                  </a:cubicBezTo>
                  <a:cubicBezTo>
                    <a:pt x="84" y="762"/>
                    <a:pt x="84" y="774"/>
                    <a:pt x="72" y="786"/>
                  </a:cubicBezTo>
                  <a:lnTo>
                    <a:pt x="60" y="833"/>
                  </a:lnTo>
                  <a:lnTo>
                    <a:pt x="48" y="881"/>
                  </a:lnTo>
                  <a:cubicBezTo>
                    <a:pt x="48" y="905"/>
                    <a:pt x="36" y="917"/>
                    <a:pt x="36" y="929"/>
                  </a:cubicBezTo>
                  <a:cubicBezTo>
                    <a:pt x="24" y="953"/>
                    <a:pt x="24" y="964"/>
                    <a:pt x="24" y="976"/>
                  </a:cubicBezTo>
                  <a:lnTo>
                    <a:pt x="24" y="1024"/>
                  </a:lnTo>
                  <a:cubicBezTo>
                    <a:pt x="24" y="1048"/>
                    <a:pt x="24" y="1060"/>
                    <a:pt x="13" y="1072"/>
                  </a:cubicBezTo>
                  <a:cubicBezTo>
                    <a:pt x="1" y="1095"/>
                    <a:pt x="13" y="1107"/>
                    <a:pt x="13" y="1119"/>
                  </a:cubicBezTo>
                  <a:lnTo>
                    <a:pt x="13" y="1167"/>
                  </a:lnTo>
                  <a:lnTo>
                    <a:pt x="13" y="1214"/>
                  </a:lnTo>
                  <a:lnTo>
                    <a:pt x="13" y="14954"/>
                  </a:lnTo>
                  <a:cubicBezTo>
                    <a:pt x="13" y="14966"/>
                    <a:pt x="13" y="14978"/>
                    <a:pt x="13" y="14990"/>
                  </a:cubicBezTo>
                  <a:lnTo>
                    <a:pt x="13" y="15050"/>
                  </a:lnTo>
                  <a:cubicBezTo>
                    <a:pt x="13" y="15061"/>
                    <a:pt x="13" y="15073"/>
                    <a:pt x="13" y="15097"/>
                  </a:cubicBezTo>
                  <a:cubicBezTo>
                    <a:pt x="13" y="15109"/>
                    <a:pt x="13" y="15121"/>
                    <a:pt x="24" y="15145"/>
                  </a:cubicBezTo>
                  <a:lnTo>
                    <a:pt x="24" y="15192"/>
                  </a:lnTo>
                  <a:cubicBezTo>
                    <a:pt x="24" y="15204"/>
                    <a:pt x="24" y="15216"/>
                    <a:pt x="24" y="15240"/>
                  </a:cubicBezTo>
                  <a:cubicBezTo>
                    <a:pt x="36" y="15252"/>
                    <a:pt x="24" y="15276"/>
                    <a:pt x="36" y="15288"/>
                  </a:cubicBezTo>
                  <a:cubicBezTo>
                    <a:pt x="48" y="15300"/>
                    <a:pt x="48" y="15323"/>
                    <a:pt x="60" y="15335"/>
                  </a:cubicBezTo>
                  <a:lnTo>
                    <a:pt x="72" y="15383"/>
                  </a:lnTo>
                  <a:lnTo>
                    <a:pt x="96" y="15431"/>
                  </a:lnTo>
                  <a:cubicBezTo>
                    <a:pt x="96" y="15454"/>
                    <a:pt x="108" y="15466"/>
                    <a:pt x="120" y="15478"/>
                  </a:cubicBezTo>
                  <a:cubicBezTo>
                    <a:pt x="120" y="15502"/>
                    <a:pt x="132" y="15514"/>
                    <a:pt x="144" y="15526"/>
                  </a:cubicBezTo>
                  <a:cubicBezTo>
                    <a:pt x="144" y="15550"/>
                    <a:pt x="155" y="15561"/>
                    <a:pt x="167" y="15585"/>
                  </a:cubicBezTo>
                  <a:cubicBezTo>
                    <a:pt x="179" y="15597"/>
                    <a:pt x="191" y="15609"/>
                    <a:pt x="203" y="15633"/>
                  </a:cubicBezTo>
                  <a:cubicBezTo>
                    <a:pt x="203" y="15645"/>
                    <a:pt x="227" y="15657"/>
                    <a:pt x="239" y="15681"/>
                  </a:cubicBezTo>
                  <a:cubicBezTo>
                    <a:pt x="239" y="15692"/>
                    <a:pt x="263" y="15716"/>
                    <a:pt x="275" y="15728"/>
                  </a:cubicBezTo>
                  <a:cubicBezTo>
                    <a:pt x="286" y="15740"/>
                    <a:pt x="298" y="15764"/>
                    <a:pt x="310" y="15776"/>
                  </a:cubicBezTo>
                  <a:lnTo>
                    <a:pt x="358" y="15823"/>
                  </a:lnTo>
                  <a:lnTo>
                    <a:pt x="417" y="15871"/>
                  </a:lnTo>
                  <a:cubicBezTo>
                    <a:pt x="429" y="15895"/>
                    <a:pt x="453" y="15907"/>
                    <a:pt x="477" y="15931"/>
                  </a:cubicBezTo>
                  <a:lnTo>
                    <a:pt x="536" y="15978"/>
                  </a:lnTo>
                  <a:cubicBezTo>
                    <a:pt x="572" y="15990"/>
                    <a:pt x="596" y="16014"/>
                    <a:pt x="620" y="16026"/>
                  </a:cubicBezTo>
                  <a:cubicBezTo>
                    <a:pt x="656" y="16050"/>
                    <a:pt x="691" y="16062"/>
                    <a:pt x="727" y="16073"/>
                  </a:cubicBezTo>
                  <a:cubicBezTo>
                    <a:pt x="763" y="16097"/>
                    <a:pt x="810" y="16109"/>
                    <a:pt x="858" y="16121"/>
                  </a:cubicBezTo>
                  <a:cubicBezTo>
                    <a:pt x="977" y="16157"/>
                    <a:pt x="1096" y="16181"/>
                    <a:pt x="1215" y="16181"/>
                  </a:cubicBezTo>
                  <a:lnTo>
                    <a:pt x="1227" y="16181"/>
                  </a:lnTo>
                  <a:cubicBezTo>
                    <a:pt x="1334" y="16181"/>
                    <a:pt x="1441" y="16169"/>
                    <a:pt x="1537" y="16133"/>
                  </a:cubicBezTo>
                  <a:cubicBezTo>
                    <a:pt x="1584" y="16121"/>
                    <a:pt x="1632" y="16109"/>
                    <a:pt x="1679" y="16085"/>
                  </a:cubicBezTo>
                  <a:lnTo>
                    <a:pt x="1787" y="16038"/>
                  </a:lnTo>
                  <a:cubicBezTo>
                    <a:pt x="1810" y="16026"/>
                    <a:pt x="1834" y="16014"/>
                    <a:pt x="1870" y="15990"/>
                  </a:cubicBezTo>
                  <a:lnTo>
                    <a:pt x="1941" y="15942"/>
                  </a:lnTo>
                  <a:cubicBezTo>
                    <a:pt x="1953" y="15931"/>
                    <a:pt x="1977" y="15919"/>
                    <a:pt x="2001" y="15907"/>
                  </a:cubicBezTo>
                  <a:cubicBezTo>
                    <a:pt x="2013" y="15883"/>
                    <a:pt x="2037" y="15871"/>
                    <a:pt x="2049" y="15859"/>
                  </a:cubicBezTo>
                  <a:lnTo>
                    <a:pt x="2096" y="15812"/>
                  </a:lnTo>
                  <a:lnTo>
                    <a:pt x="2144" y="15752"/>
                  </a:lnTo>
                  <a:lnTo>
                    <a:pt x="2180" y="15704"/>
                  </a:lnTo>
                  <a:lnTo>
                    <a:pt x="2215" y="15657"/>
                  </a:lnTo>
                  <a:lnTo>
                    <a:pt x="2251" y="15609"/>
                  </a:lnTo>
                  <a:cubicBezTo>
                    <a:pt x="2263" y="15597"/>
                    <a:pt x="2275" y="15585"/>
                    <a:pt x="2287" y="15561"/>
                  </a:cubicBezTo>
                  <a:cubicBezTo>
                    <a:pt x="2287" y="15550"/>
                    <a:pt x="2299" y="15538"/>
                    <a:pt x="2310" y="15514"/>
                  </a:cubicBezTo>
                  <a:cubicBezTo>
                    <a:pt x="2310" y="15502"/>
                    <a:pt x="2322" y="15478"/>
                    <a:pt x="2334" y="15466"/>
                  </a:cubicBezTo>
                  <a:lnTo>
                    <a:pt x="2358" y="15419"/>
                  </a:lnTo>
                  <a:cubicBezTo>
                    <a:pt x="2358" y="15407"/>
                    <a:pt x="2358" y="15383"/>
                    <a:pt x="2370" y="15371"/>
                  </a:cubicBezTo>
                  <a:cubicBezTo>
                    <a:pt x="2370" y="15359"/>
                    <a:pt x="2382" y="15335"/>
                    <a:pt x="2382" y="15323"/>
                  </a:cubicBezTo>
                  <a:cubicBezTo>
                    <a:pt x="2394" y="15311"/>
                    <a:pt x="2394" y="15288"/>
                    <a:pt x="2406" y="15276"/>
                  </a:cubicBezTo>
                  <a:cubicBezTo>
                    <a:pt x="2406" y="15264"/>
                    <a:pt x="2406" y="15240"/>
                    <a:pt x="2406" y="15228"/>
                  </a:cubicBezTo>
                  <a:cubicBezTo>
                    <a:pt x="2418" y="15204"/>
                    <a:pt x="2406" y="15192"/>
                    <a:pt x="2418" y="15180"/>
                  </a:cubicBezTo>
                  <a:cubicBezTo>
                    <a:pt x="2430" y="15157"/>
                    <a:pt x="2418" y="15145"/>
                    <a:pt x="2430" y="15133"/>
                  </a:cubicBezTo>
                  <a:cubicBezTo>
                    <a:pt x="2441" y="15109"/>
                    <a:pt x="2430" y="15097"/>
                    <a:pt x="2430" y="15085"/>
                  </a:cubicBezTo>
                  <a:lnTo>
                    <a:pt x="2430" y="15026"/>
                  </a:lnTo>
                  <a:lnTo>
                    <a:pt x="2430" y="14978"/>
                  </a:lnTo>
                  <a:lnTo>
                    <a:pt x="2430" y="1214"/>
                  </a:lnTo>
                  <a:lnTo>
                    <a:pt x="2430" y="1167"/>
                  </a:lnTo>
                  <a:lnTo>
                    <a:pt x="2430" y="1119"/>
                  </a:lnTo>
                  <a:cubicBezTo>
                    <a:pt x="2430" y="1107"/>
                    <a:pt x="2430" y="1084"/>
                    <a:pt x="2430" y="1072"/>
                  </a:cubicBezTo>
                  <a:cubicBezTo>
                    <a:pt x="2418" y="1060"/>
                    <a:pt x="2418" y="1036"/>
                    <a:pt x="2418" y="1024"/>
                  </a:cubicBezTo>
                  <a:cubicBezTo>
                    <a:pt x="2418" y="1012"/>
                    <a:pt x="2418" y="988"/>
                    <a:pt x="2418" y="976"/>
                  </a:cubicBezTo>
                  <a:cubicBezTo>
                    <a:pt x="2418" y="964"/>
                    <a:pt x="2406" y="941"/>
                    <a:pt x="2406" y="929"/>
                  </a:cubicBezTo>
                  <a:cubicBezTo>
                    <a:pt x="2406" y="905"/>
                    <a:pt x="2406" y="893"/>
                    <a:pt x="2394" y="881"/>
                  </a:cubicBezTo>
                  <a:cubicBezTo>
                    <a:pt x="2382" y="869"/>
                    <a:pt x="2382" y="845"/>
                    <a:pt x="2382" y="833"/>
                  </a:cubicBezTo>
                  <a:cubicBezTo>
                    <a:pt x="2382" y="810"/>
                    <a:pt x="2370" y="798"/>
                    <a:pt x="2358" y="786"/>
                  </a:cubicBezTo>
                  <a:cubicBezTo>
                    <a:pt x="2358" y="762"/>
                    <a:pt x="2346" y="750"/>
                    <a:pt x="2346" y="738"/>
                  </a:cubicBezTo>
                  <a:cubicBezTo>
                    <a:pt x="2346" y="714"/>
                    <a:pt x="2322" y="703"/>
                    <a:pt x="2322" y="691"/>
                  </a:cubicBezTo>
                  <a:lnTo>
                    <a:pt x="2299" y="643"/>
                  </a:lnTo>
                  <a:cubicBezTo>
                    <a:pt x="2287" y="619"/>
                    <a:pt x="2275" y="607"/>
                    <a:pt x="2263" y="595"/>
                  </a:cubicBezTo>
                  <a:cubicBezTo>
                    <a:pt x="2251" y="572"/>
                    <a:pt x="2251" y="560"/>
                    <a:pt x="2239" y="548"/>
                  </a:cubicBezTo>
                  <a:lnTo>
                    <a:pt x="2203" y="500"/>
                  </a:lnTo>
                  <a:lnTo>
                    <a:pt x="2168" y="452"/>
                  </a:lnTo>
                  <a:lnTo>
                    <a:pt x="2120" y="393"/>
                  </a:lnTo>
                  <a:cubicBezTo>
                    <a:pt x="2108" y="381"/>
                    <a:pt x="2096" y="369"/>
                    <a:pt x="2072" y="345"/>
                  </a:cubicBezTo>
                  <a:lnTo>
                    <a:pt x="2025" y="298"/>
                  </a:lnTo>
                  <a:cubicBezTo>
                    <a:pt x="2001" y="286"/>
                    <a:pt x="1989" y="274"/>
                    <a:pt x="1965" y="250"/>
                  </a:cubicBezTo>
                  <a:lnTo>
                    <a:pt x="1894" y="202"/>
                  </a:lnTo>
                  <a:lnTo>
                    <a:pt x="1822" y="155"/>
                  </a:lnTo>
                  <a:cubicBezTo>
                    <a:pt x="1787" y="143"/>
                    <a:pt x="1751" y="119"/>
                    <a:pt x="1715" y="107"/>
                  </a:cubicBezTo>
                  <a:cubicBezTo>
                    <a:pt x="1679" y="95"/>
                    <a:pt x="1632" y="71"/>
                    <a:pt x="1596" y="60"/>
                  </a:cubicBezTo>
                  <a:cubicBezTo>
                    <a:pt x="1513" y="36"/>
                    <a:pt x="1429" y="12"/>
                    <a:pt x="1346" y="12"/>
                  </a:cubicBezTo>
                  <a:cubicBezTo>
                    <a:pt x="1310" y="0"/>
                    <a:pt x="1263" y="0"/>
                    <a:pt x="121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1" name="Google Shape;751;p8"/>
            <p:cNvSpPr/>
            <p:nvPr/>
          </p:nvSpPr>
          <p:spPr>
            <a:xfrm>
              <a:off x="6195500" y="-169612"/>
              <a:ext cx="142932" cy="125041"/>
            </a:xfrm>
            <a:custGeom>
              <a:avLst/>
              <a:gdLst/>
              <a:ahLst/>
              <a:cxnLst/>
              <a:rect l="l" t="t" r="r" b="b"/>
              <a:pathLst>
                <a:path w="4370" h="3823" extrusionOk="0">
                  <a:moveTo>
                    <a:pt x="1143" y="0"/>
                  </a:moveTo>
                  <a:cubicBezTo>
                    <a:pt x="512" y="0"/>
                    <a:pt x="12" y="512"/>
                    <a:pt x="0" y="1131"/>
                  </a:cubicBezTo>
                  <a:lnTo>
                    <a:pt x="0" y="2679"/>
                  </a:lnTo>
                  <a:cubicBezTo>
                    <a:pt x="12" y="3310"/>
                    <a:pt x="512" y="3810"/>
                    <a:pt x="1143" y="3822"/>
                  </a:cubicBezTo>
                  <a:lnTo>
                    <a:pt x="3227" y="3822"/>
                  </a:lnTo>
                  <a:cubicBezTo>
                    <a:pt x="3858" y="3810"/>
                    <a:pt x="4358" y="3310"/>
                    <a:pt x="4370" y="2679"/>
                  </a:cubicBezTo>
                  <a:lnTo>
                    <a:pt x="4370" y="1131"/>
                  </a:lnTo>
                  <a:cubicBezTo>
                    <a:pt x="4358" y="512"/>
                    <a:pt x="3858" y="0"/>
                    <a:pt x="3227" y="0"/>
                  </a:cubicBezTo>
                  <a:close/>
                </a:path>
              </a:pathLst>
            </a:custGeom>
            <a:solidFill>
              <a:srgbClr val="821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2" name="Google Shape;752;p8"/>
            <p:cNvSpPr/>
            <p:nvPr/>
          </p:nvSpPr>
          <p:spPr>
            <a:xfrm>
              <a:off x="6195500" y="277825"/>
              <a:ext cx="142932" cy="124648"/>
            </a:xfrm>
            <a:custGeom>
              <a:avLst/>
              <a:gdLst/>
              <a:ahLst/>
              <a:cxnLst/>
              <a:rect l="l" t="t" r="r" b="b"/>
              <a:pathLst>
                <a:path w="4370" h="3811" extrusionOk="0">
                  <a:moveTo>
                    <a:pt x="1143" y="0"/>
                  </a:moveTo>
                  <a:cubicBezTo>
                    <a:pt x="512" y="0"/>
                    <a:pt x="12" y="512"/>
                    <a:pt x="0" y="1132"/>
                  </a:cubicBezTo>
                  <a:lnTo>
                    <a:pt x="0" y="2679"/>
                  </a:lnTo>
                  <a:cubicBezTo>
                    <a:pt x="12" y="3310"/>
                    <a:pt x="512" y="3810"/>
                    <a:pt x="1143" y="3810"/>
                  </a:cubicBezTo>
                  <a:lnTo>
                    <a:pt x="3227" y="3810"/>
                  </a:lnTo>
                  <a:cubicBezTo>
                    <a:pt x="3858" y="3810"/>
                    <a:pt x="4358" y="3310"/>
                    <a:pt x="4370" y="2679"/>
                  </a:cubicBezTo>
                  <a:lnTo>
                    <a:pt x="4370" y="1132"/>
                  </a:lnTo>
                  <a:cubicBezTo>
                    <a:pt x="4358" y="512"/>
                    <a:pt x="3858" y="0"/>
                    <a:pt x="3227" y="0"/>
                  </a:cubicBezTo>
                  <a:close/>
                </a:path>
              </a:pathLst>
            </a:custGeom>
            <a:solidFill>
              <a:srgbClr val="821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3" name="Google Shape;753;p8"/>
            <p:cNvSpPr/>
            <p:nvPr/>
          </p:nvSpPr>
          <p:spPr>
            <a:xfrm>
              <a:off x="6218461" y="-148189"/>
              <a:ext cx="80264" cy="529240"/>
            </a:xfrm>
            <a:custGeom>
              <a:avLst/>
              <a:gdLst/>
              <a:ahLst/>
              <a:cxnLst/>
              <a:rect l="l" t="t" r="r" b="b"/>
              <a:pathLst>
                <a:path w="2454" h="16181" extrusionOk="0">
                  <a:moveTo>
                    <a:pt x="1227" y="0"/>
                  </a:moveTo>
                  <a:cubicBezTo>
                    <a:pt x="929" y="0"/>
                    <a:pt x="632" y="119"/>
                    <a:pt x="417" y="310"/>
                  </a:cubicBezTo>
                  <a:lnTo>
                    <a:pt x="394" y="333"/>
                  </a:lnTo>
                  <a:cubicBezTo>
                    <a:pt x="358" y="369"/>
                    <a:pt x="334" y="393"/>
                    <a:pt x="298" y="429"/>
                  </a:cubicBezTo>
                  <a:cubicBezTo>
                    <a:pt x="286" y="452"/>
                    <a:pt x="263" y="476"/>
                    <a:pt x="251" y="500"/>
                  </a:cubicBezTo>
                  <a:cubicBezTo>
                    <a:pt x="227" y="524"/>
                    <a:pt x="203" y="560"/>
                    <a:pt x="179" y="595"/>
                  </a:cubicBezTo>
                  <a:cubicBezTo>
                    <a:pt x="167" y="631"/>
                    <a:pt x="144" y="655"/>
                    <a:pt x="132" y="691"/>
                  </a:cubicBezTo>
                  <a:cubicBezTo>
                    <a:pt x="120" y="726"/>
                    <a:pt x="96" y="750"/>
                    <a:pt x="84" y="786"/>
                  </a:cubicBezTo>
                  <a:cubicBezTo>
                    <a:pt x="72" y="833"/>
                    <a:pt x="60" y="869"/>
                    <a:pt x="48" y="917"/>
                  </a:cubicBezTo>
                  <a:cubicBezTo>
                    <a:pt x="48" y="941"/>
                    <a:pt x="36" y="964"/>
                    <a:pt x="24" y="1000"/>
                  </a:cubicBezTo>
                  <a:cubicBezTo>
                    <a:pt x="13" y="1072"/>
                    <a:pt x="1" y="1143"/>
                    <a:pt x="1" y="1226"/>
                  </a:cubicBezTo>
                  <a:lnTo>
                    <a:pt x="1" y="14954"/>
                  </a:lnTo>
                  <a:cubicBezTo>
                    <a:pt x="1" y="15633"/>
                    <a:pt x="548" y="16181"/>
                    <a:pt x="1227" y="16181"/>
                  </a:cubicBezTo>
                  <a:cubicBezTo>
                    <a:pt x="1310" y="16181"/>
                    <a:pt x="1406" y="16169"/>
                    <a:pt x="1489" y="16157"/>
                  </a:cubicBezTo>
                  <a:lnTo>
                    <a:pt x="1525" y="16145"/>
                  </a:lnTo>
                  <a:cubicBezTo>
                    <a:pt x="1596" y="16121"/>
                    <a:pt x="1656" y="16097"/>
                    <a:pt x="1727" y="16073"/>
                  </a:cubicBezTo>
                  <a:lnTo>
                    <a:pt x="1739" y="16073"/>
                  </a:lnTo>
                  <a:cubicBezTo>
                    <a:pt x="1882" y="16002"/>
                    <a:pt x="2013" y="15907"/>
                    <a:pt x="2120" y="15788"/>
                  </a:cubicBezTo>
                  <a:cubicBezTo>
                    <a:pt x="2334" y="15561"/>
                    <a:pt x="2453" y="15276"/>
                    <a:pt x="2453" y="14966"/>
                  </a:cubicBezTo>
                  <a:lnTo>
                    <a:pt x="2453" y="1226"/>
                  </a:lnTo>
                  <a:cubicBezTo>
                    <a:pt x="2453" y="548"/>
                    <a:pt x="1906" y="0"/>
                    <a:pt x="1227" y="0"/>
                  </a:cubicBezTo>
                  <a:close/>
                </a:path>
              </a:pathLst>
            </a:custGeom>
            <a:solidFill>
              <a:srgbClr val="272425">
                <a:alpha val="200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4" name="Google Shape;754;p8"/>
            <p:cNvSpPr/>
            <p:nvPr/>
          </p:nvSpPr>
          <p:spPr>
            <a:xfrm>
              <a:off x="6230922" y="-148189"/>
              <a:ext cx="78694" cy="529240"/>
            </a:xfrm>
            <a:custGeom>
              <a:avLst/>
              <a:gdLst/>
              <a:ahLst/>
              <a:cxnLst/>
              <a:rect l="l" t="t" r="r" b="b"/>
              <a:pathLst>
                <a:path w="2406" h="16181" extrusionOk="0">
                  <a:moveTo>
                    <a:pt x="1120" y="0"/>
                  </a:moveTo>
                  <a:cubicBezTo>
                    <a:pt x="1036" y="0"/>
                    <a:pt x="941" y="24"/>
                    <a:pt x="858" y="48"/>
                  </a:cubicBezTo>
                  <a:cubicBezTo>
                    <a:pt x="822" y="60"/>
                    <a:pt x="775" y="71"/>
                    <a:pt x="727" y="83"/>
                  </a:cubicBezTo>
                  <a:cubicBezTo>
                    <a:pt x="703" y="107"/>
                    <a:pt x="667" y="119"/>
                    <a:pt x="632" y="131"/>
                  </a:cubicBezTo>
                  <a:cubicBezTo>
                    <a:pt x="596" y="155"/>
                    <a:pt x="584" y="167"/>
                    <a:pt x="548" y="179"/>
                  </a:cubicBezTo>
                  <a:cubicBezTo>
                    <a:pt x="525" y="202"/>
                    <a:pt x="501" y="214"/>
                    <a:pt x="489" y="226"/>
                  </a:cubicBezTo>
                  <a:lnTo>
                    <a:pt x="417" y="274"/>
                  </a:lnTo>
                  <a:lnTo>
                    <a:pt x="370" y="322"/>
                  </a:lnTo>
                  <a:lnTo>
                    <a:pt x="322" y="369"/>
                  </a:lnTo>
                  <a:cubicBezTo>
                    <a:pt x="310" y="381"/>
                    <a:pt x="286" y="393"/>
                    <a:pt x="274" y="417"/>
                  </a:cubicBezTo>
                  <a:lnTo>
                    <a:pt x="239" y="464"/>
                  </a:lnTo>
                  <a:lnTo>
                    <a:pt x="203" y="512"/>
                  </a:lnTo>
                  <a:lnTo>
                    <a:pt x="167" y="560"/>
                  </a:lnTo>
                  <a:cubicBezTo>
                    <a:pt x="155" y="572"/>
                    <a:pt x="155" y="583"/>
                    <a:pt x="144" y="607"/>
                  </a:cubicBezTo>
                  <a:lnTo>
                    <a:pt x="120" y="655"/>
                  </a:lnTo>
                  <a:cubicBezTo>
                    <a:pt x="108" y="667"/>
                    <a:pt x="96" y="679"/>
                    <a:pt x="96" y="703"/>
                  </a:cubicBezTo>
                  <a:cubicBezTo>
                    <a:pt x="84" y="714"/>
                    <a:pt x="72" y="726"/>
                    <a:pt x="72" y="750"/>
                  </a:cubicBezTo>
                  <a:cubicBezTo>
                    <a:pt x="60" y="762"/>
                    <a:pt x="60" y="774"/>
                    <a:pt x="48" y="786"/>
                  </a:cubicBezTo>
                  <a:lnTo>
                    <a:pt x="36" y="833"/>
                  </a:lnTo>
                  <a:lnTo>
                    <a:pt x="24" y="881"/>
                  </a:lnTo>
                  <a:cubicBezTo>
                    <a:pt x="24" y="905"/>
                    <a:pt x="13" y="917"/>
                    <a:pt x="13" y="929"/>
                  </a:cubicBezTo>
                  <a:cubicBezTo>
                    <a:pt x="1" y="953"/>
                    <a:pt x="1" y="964"/>
                    <a:pt x="1" y="976"/>
                  </a:cubicBezTo>
                  <a:lnTo>
                    <a:pt x="1" y="1024"/>
                  </a:lnTo>
                  <a:lnTo>
                    <a:pt x="1" y="1072"/>
                  </a:lnTo>
                  <a:lnTo>
                    <a:pt x="1" y="1119"/>
                  </a:lnTo>
                  <a:lnTo>
                    <a:pt x="1" y="1167"/>
                  </a:lnTo>
                  <a:lnTo>
                    <a:pt x="1" y="1214"/>
                  </a:lnTo>
                  <a:lnTo>
                    <a:pt x="1" y="14954"/>
                  </a:lnTo>
                  <a:lnTo>
                    <a:pt x="1" y="14990"/>
                  </a:lnTo>
                  <a:lnTo>
                    <a:pt x="1" y="15050"/>
                  </a:lnTo>
                  <a:lnTo>
                    <a:pt x="1" y="15097"/>
                  </a:lnTo>
                  <a:lnTo>
                    <a:pt x="1" y="15145"/>
                  </a:lnTo>
                  <a:lnTo>
                    <a:pt x="1" y="15192"/>
                  </a:lnTo>
                  <a:cubicBezTo>
                    <a:pt x="1" y="15204"/>
                    <a:pt x="1" y="15216"/>
                    <a:pt x="13" y="15240"/>
                  </a:cubicBezTo>
                  <a:cubicBezTo>
                    <a:pt x="13" y="15252"/>
                    <a:pt x="13" y="15276"/>
                    <a:pt x="24" y="15288"/>
                  </a:cubicBezTo>
                  <a:cubicBezTo>
                    <a:pt x="36" y="15300"/>
                    <a:pt x="36" y="15323"/>
                    <a:pt x="36" y="15335"/>
                  </a:cubicBezTo>
                  <a:cubicBezTo>
                    <a:pt x="36" y="15347"/>
                    <a:pt x="48" y="15371"/>
                    <a:pt x="60" y="15383"/>
                  </a:cubicBezTo>
                  <a:cubicBezTo>
                    <a:pt x="60" y="15407"/>
                    <a:pt x="60" y="15419"/>
                    <a:pt x="72" y="15431"/>
                  </a:cubicBezTo>
                  <a:cubicBezTo>
                    <a:pt x="84" y="15454"/>
                    <a:pt x="84" y="15466"/>
                    <a:pt x="96" y="15478"/>
                  </a:cubicBezTo>
                  <a:cubicBezTo>
                    <a:pt x="108" y="15502"/>
                    <a:pt x="108" y="15514"/>
                    <a:pt x="120" y="15526"/>
                  </a:cubicBezTo>
                  <a:cubicBezTo>
                    <a:pt x="132" y="15550"/>
                    <a:pt x="144" y="15561"/>
                    <a:pt x="144" y="15585"/>
                  </a:cubicBezTo>
                  <a:cubicBezTo>
                    <a:pt x="155" y="15597"/>
                    <a:pt x="167" y="15609"/>
                    <a:pt x="179" y="15633"/>
                  </a:cubicBezTo>
                  <a:cubicBezTo>
                    <a:pt x="191" y="15645"/>
                    <a:pt x="203" y="15669"/>
                    <a:pt x="215" y="15681"/>
                  </a:cubicBezTo>
                  <a:lnTo>
                    <a:pt x="251" y="15728"/>
                  </a:lnTo>
                  <a:lnTo>
                    <a:pt x="298" y="15776"/>
                  </a:lnTo>
                  <a:lnTo>
                    <a:pt x="334" y="15823"/>
                  </a:lnTo>
                  <a:lnTo>
                    <a:pt x="394" y="15871"/>
                  </a:lnTo>
                  <a:cubicBezTo>
                    <a:pt x="417" y="15895"/>
                    <a:pt x="429" y="15907"/>
                    <a:pt x="453" y="15931"/>
                  </a:cubicBezTo>
                  <a:cubicBezTo>
                    <a:pt x="477" y="15942"/>
                    <a:pt x="501" y="15966"/>
                    <a:pt x="525" y="15978"/>
                  </a:cubicBezTo>
                  <a:cubicBezTo>
                    <a:pt x="584" y="16014"/>
                    <a:pt x="644" y="16050"/>
                    <a:pt x="703" y="16073"/>
                  </a:cubicBezTo>
                  <a:cubicBezTo>
                    <a:pt x="751" y="16097"/>
                    <a:pt x="798" y="16109"/>
                    <a:pt x="834" y="16121"/>
                  </a:cubicBezTo>
                  <a:cubicBezTo>
                    <a:pt x="953" y="16157"/>
                    <a:pt x="1072" y="16181"/>
                    <a:pt x="1191" y="16181"/>
                  </a:cubicBezTo>
                  <a:lnTo>
                    <a:pt x="1203" y="16181"/>
                  </a:lnTo>
                  <a:cubicBezTo>
                    <a:pt x="1310" y="16181"/>
                    <a:pt x="1417" y="16169"/>
                    <a:pt x="1525" y="16133"/>
                  </a:cubicBezTo>
                  <a:cubicBezTo>
                    <a:pt x="1572" y="16121"/>
                    <a:pt x="1620" y="16109"/>
                    <a:pt x="1656" y="16085"/>
                  </a:cubicBezTo>
                  <a:cubicBezTo>
                    <a:pt x="1691" y="16073"/>
                    <a:pt x="1727" y="16062"/>
                    <a:pt x="1763" y="16038"/>
                  </a:cubicBezTo>
                  <a:lnTo>
                    <a:pt x="1846" y="15990"/>
                  </a:lnTo>
                  <a:lnTo>
                    <a:pt x="1918" y="15942"/>
                  </a:lnTo>
                  <a:cubicBezTo>
                    <a:pt x="1941" y="15931"/>
                    <a:pt x="1953" y="15919"/>
                    <a:pt x="1977" y="15907"/>
                  </a:cubicBezTo>
                  <a:lnTo>
                    <a:pt x="2037" y="15859"/>
                  </a:lnTo>
                  <a:lnTo>
                    <a:pt x="2084" y="15812"/>
                  </a:lnTo>
                  <a:lnTo>
                    <a:pt x="2120" y="15752"/>
                  </a:lnTo>
                  <a:cubicBezTo>
                    <a:pt x="2144" y="15740"/>
                    <a:pt x="2156" y="15728"/>
                    <a:pt x="2168" y="15704"/>
                  </a:cubicBezTo>
                  <a:cubicBezTo>
                    <a:pt x="2179" y="15692"/>
                    <a:pt x="2191" y="15681"/>
                    <a:pt x="2203" y="15657"/>
                  </a:cubicBezTo>
                  <a:lnTo>
                    <a:pt x="2227" y="15609"/>
                  </a:lnTo>
                  <a:lnTo>
                    <a:pt x="2263" y="15561"/>
                  </a:lnTo>
                  <a:cubicBezTo>
                    <a:pt x="2275" y="15550"/>
                    <a:pt x="2275" y="15538"/>
                    <a:pt x="2287" y="15514"/>
                  </a:cubicBezTo>
                  <a:cubicBezTo>
                    <a:pt x="2299" y="15502"/>
                    <a:pt x="2299" y="15478"/>
                    <a:pt x="2310" y="15466"/>
                  </a:cubicBezTo>
                  <a:cubicBezTo>
                    <a:pt x="2310" y="15454"/>
                    <a:pt x="2322" y="15431"/>
                    <a:pt x="2334" y="15419"/>
                  </a:cubicBezTo>
                  <a:cubicBezTo>
                    <a:pt x="2334" y="15407"/>
                    <a:pt x="2346" y="15383"/>
                    <a:pt x="2346" y="15371"/>
                  </a:cubicBezTo>
                  <a:cubicBezTo>
                    <a:pt x="2346" y="15359"/>
                    <a:pt x="2358" y="15335"/>
                    <a:pt x="2370" y="15323"/>
                  </a:cubicBezTo>
                  <a:lnTo>
                    <a:pt x="2382" y="15276"/>
                  </a:lnTo>
                  <a:cubicBezTo>
                    <a:pt x="2382" y="15264"/>
                    <a:pt x="2394" y="15240"/>
                    <a:pt x="2394" y="15228"/>
                  </a:cubicBezTo>
                  <a:lnTo>
                    <a:pt x="2406" y="15180"/>
                  </a:lnTo>
                  <a:cubicBezTo>
                    <a:pt x="2406" y="15157"/>
                    <a:pt x="2406" y="15145"/>
                    <a:pt x="2406" y="15133"/>
                  </a:cubicBezTo>
                  <a:lnTo>
                    <a:pt x="2406" y="15085"/>
                  </a:lnTo>
                  <a:lnTo>
                    <a:pt x="2406" y="15026"/>
                  </a:lnTo>
                  <a:lnTo>
                    <a:pt x="2406" y="14978"/>
                  </a:lnTo>
                  <a:cubicBezTo>
                    <a:pt x="2406" y="14978"/>
                    <a:pt x="2406" y="14966"/>
                    <a:pt x="2406" y="14954"/>
                  </a:cubicBezTo>
                  <a:lnTo>
                    <a:pt x="2406" y="1214"/>
                  </a:lnTo>
                  <a:lnTo>
                    <a:pt x="2394" y="1214"/>
                  </a:lnTo>
                  <a:lnTo>
                    <a:pt x="2394" y="1167"/>
                  </a:lnTo>
                  <a:lnTo>
                    <a:pt x="2394" y="1119"/>
                  </a:lnTo>
                  <a:lnTo>
                    <a:pt x="2394" y="1072"/>
                  </a:lnTo>
                  <a:cubicBezTo>
                    <a:pt x="2394" y="1060"/>
                    <a:pt x="2394" y="1036"/>
                    <a:pt x="2394" y="1024"/>
                  </a:cubicBezTo>
                  <a:lnTo>
                    <a:pt x="2394" y="976"/>
                  </a:lnTo>
                  <a:cubicBezTo>
                    <a:pt x="2394" y="964"/>
                    <a:pt x="2382" y="941"/>
                    <a:pt x="2382" y="929"/>
                  </a:cubicBezTo>
                  <a:cubicBezTo>
                    <a:pt x="2382" y="917"/>
                    <a:pt x="2382" y="893"/>
                    <a:pt x="2370" y="881"/>
                  </a:cubicBezTo>
                  <a:cubicBezTo>
                    <a:pt x="2370" y="869"/>
                    <a:pt x="2358" y="845"/>
                    <a:pt x="2358" y="833"/>
                  </a:cubicBezTo>
                  <a:lnTo>
                    <a:pt x="2334" y="786"/>
                  </a:lnTo>
                  <a:lnTo>
                    <a:pt x="2322" y="738"/>
                  </a:lnTo>
                  <a:cubicBezTo>
                    <a:pt x="2322" y="714"/>
                    <a:pt x="2299" y="703"/>
                    <a:pt x="2299" y="691"/>
                  </a:cubicBezTo>
                  <a:lnTo>
                    <a:pt x="2275" y="643"/>
                  </a:lnTo>
                  <a:cubicBezTo>
                    <a:pt x="2263" y="619"/>
                    <a:pt x="2251" y="607"/>
                    <a:pt x="2239" y="595"/>
                  </a:cubicBezTo>
                  <a:lnTo>
                    <a:pt x="2215" y="548"/>
                  </a:lnTo>
                  <a:cubicBezTo>
                    <a:pt x="2203" y="524"/>
                    <a:pt x="2191" y="512"/>
                    <a:pt x="2179" y="500"/>
                  </a:cubicBezTo>
                  <a:cubicBezTo>
                    <a:pt x="2168" y="476"/>
                    <a:pt x="2156" y="464"/>
                    <a:pt x="2144" y="452"/>
                  </a:cubicBezTo>
                  <a:lnTo>
                    <a:pt x="2096" y="393"/>
                  </a:lnTo>
                  <a:lnTo>
                    <a:pt x="2060" y="345"/>
                  </a:lnTo>
                  <a:lnTo>
                    <a:pt x="2001" y="298"/>
                  </a:lnTo>
                  <a:cubicBezTo>
                    <a:pt x="1977" y="286"/>
                    <a:pt x="1965" y="274"/>
                    <a:pt x="1941" y="250"/>
                  </a:cubicBezTo>
                  <a:lnTo>
                    <a:pt x="1882" y="202"/>
                  </a:lnTo>
                  <a:lnTo>
                    <a:pt x="1798" y="155"/>
                  </a:lnTo>
                  <a:cubicBezTo>
                    <a:pt x="1763" y="143"/>
                    <a:pt x="1727" y="119"/>
                    <a:pt x="1703" y="107"/>
                  </a:cubicBezTo>
                  <a:cubicBezTo>
                    <a:pt x="1656" y="95"/>
                    <a:pt x="1608" y="71"/>
                    <a:pt x="1572" y="60"/>
                  </a:cubicBezTo>
                  <a:cubicBezTo>
                    <a:pt x="1489" y="36"/>
                    <a:pt x="1406" y="12"/>
                    <a:pt x="1322" y="12"/>
                  </a:cubicBezTo>
                  <a:cubicBezTo>
                    <a:pt x="1287" y="0"/>
                    <a:pt x="1239" y="0"/>
                    <a:pt x="12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5" name="Google Shape;755;p8"/>
            <p:cNvSpPr/>
            <p:nvPr/>
          </p:nvSpPr>
          <p:spPr>
            <a:xfrm>
              <a:off x="7819390" y="-169612"/>
              <a:ext cx="142539" cy="125041"/>
            </a:xfrm>
            <a:custGeom>
              <a:avLst/>
              <a:gdLst/>
              <a:ahLst/>
              <a:cxnLst/>
              <a:rect l="l" t="t" r="r" b="b"/>
              <a:pathLst>
                <a:path w="4358" h="3823" extrusionOk="0">
                  <a:moveTo>
                    <a:pt x="1143" y="0"/>
                  </a:moveTo>
                  <a:cubicBezTo>
                    <a:pt x="512" y="0"/>
                    <a:pt x="0" y="512"/>
                    <a:pt x="0" y="1131"/>
                  </a:cubicBezTo>
                  <a:lnTo>
                    <a:pt x="0" y="2679"/>
                  </a:lnTo>
                  <a:cubicBezTo>
                    <a:pt x="0" y="3310"/>
                    <a:pt x="512" y="3810"/>
                    <a:pt x="1143" y="3822"/>
                  </a:cubicBezTo>
                  <a:lnTo>
                    <a:pt x="3227" y="3822"/>
                  </a:lnTo>
                  <a:cubicBezTo>
                    <a:pt x="3858" y="3810"/>
                    <a:pt x="4358" y="3310"/>
                    <a:pt x="4358" y="2679"/>
                  </a:cubicBezTo>
                  <a:lnTo>
                    <a:pt x="4358" y="1131"/>
                  </a:lnTo>
                  <a:cubicBezTo>
                    <a:pt x="4358" y="512"/>
                    <a:pt x="3858" y="0"/>
                    <a:pt x="3227" y="0"/>
                  </a:cubicBezTo>
                  <a:close/>
                </a:path>
              </a:pathLst>
            </a:custGeom>
            <a:solidFill>
              <a:srgbClr val="821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6" name="Google Shape;756;p8"/>
            <p:cNvSpPr/>
            <p:nvPr/>
          </p:nvSpPr>
          <p:spPr>
            <a:xfrm>
              <a:off x="7819390" y="277825"/>
              <a:ext cx="142539" cy="124648"/>
            </a:xfrm>
            <a:custGeom>
              <a:avLst/>
              <a:gdLst/>
              <a:ahLst/>
              <a:cxnLst/>
              <a:rect l="l" t="t" r="r" b="b"/>
              <a:pathLst>
                <a:path w="4358" h="3811" extrusionOk="0">
                  <a:moveTo>
                    <a:pt x="1143" y="0"/>
                  </a:moveTo>
                  <a:cubicBezTo>
                    <a:pt x="512" y="0"/>
                    <a:pt x="0" y="512"/>
                    <a:pt x="0" y="1132"/>
                  </a:cubicBezTo>
                  <a:lnTo>
                    <a:pt x="0" y="2679"/>
                  </a:lnTo>
                  <a:cubicBezTo>
                    <a:pt x="0" y="3298"/>
                    <a:pt x="512" y="3810"/>
                    <a:pt x="1143" y="3810"/>
                  </a:cubicBezTo>
                  <a:lnTo>
                    <a:pt x="3227" y="3810"/>
                  </a:lnTo>
                  <a:cubicBezTo>
                    <a:pt x="3846" y="3810"/>
                    <a:pt x="4358" y="3298"/>
                    <a:pt x="4358" y="2679"/>
                  </a:cubicBezTo>
                  <a:lnTo>
                    <a:pt x="4358" y="1132"/>
                  </a:lnTo>
                  <a:cubicBezTo>
                    <a:pt x="4358" y="512"/>
                    <a:pt x="3846" y="0"/>
                    <a:pt x="3227" y="0"/>
                  </a:cubicBezTo>
                  <a:close/>
                </a:path>
              </a:pathLst>
            </a:custGeom>
            <a:solidFill>
              <a:srgbClr val="821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7" name="Google Shape;757;p8"/>
            <p:cNvSpPr/>
            <p:nvPr/>
          </p:nvSpPr>
          <p:spPr>
            <a:xfrm>
              <a:off x="7842350" y="-148189"/>
              <a:ext cx="80264" cy="529240"/>
            </a:xfrm>
            <a:custGeom>
              <a:avLst/>
              <a:gdLst/>
              <a:ahLst/>
              <a:cxnLst/>
              <a:rect l="l" t="t" r="r" b="b"/>
              <a:pathLst>
                <a:path w="2454" h="16181" extrusionOk="0">
                  <a:moveTo>
                    <a:pt x="1227" y="0"/>
                  </a:moveTo>
                  <a:cubicBezTo>
                    <a:pt x="929" y="0"/>
                    <a:pt x="632" y="119"/>
                    <a:pt x="417" y="310"/>
                  </a:cubicBezTo>
                  <a:lnTo>
                    <a:pt x="394" y="333"/>
                  </a:lnTo>
                  <a:cubicBezTo>
                    <a:pt x="358" y="369"/>
                    <a:pt x="322" y="393"/>
                    <a:pt x="298" y="429"/>
                  </a:cubicBezTo>
                  <a:cubicBezTo>
                    <a:pt x="275" y="452"/>
                    <a:pt x="263" y="476"/>
                    <a:pt x="239" y="500"/>
                  </a:cubicBezTo>
                  <a:cubicBezTo>
                    <a:pt x="227" y="524"/>
                    <a:pt x="203" y="560"/>
                    <a:pt x="179" y="595"/>
                  </a:cubicBezTo>
                  <a:cubicBezTo>
                    <a:pt x="155" y="631"/>
                    <a:pt x="144" y="655"/>
                    <a:pt x="132" y="691"/>
                  </a:cubicBezTo>
                  <a:cubicBezTo>
                    <a:pt x="108" y="726"/>
                    <a:pt x="96" y="750"/>
                    <a:pt x="84" y="786"/>
                  </a:cubicBezTo>
                  <a:cubicBezTo>
                    <a:pt x="72" y="833"/>
                    <a:pt x="60" y="869"/>
                    <a:pt x="48" y="917"/>
                  </a:cubicBezTo>
                  <a:cubicBezTo>
                    <a:pt x="36" y="941"/>
                    <a:pt x="25" y="964"/>
                    <a:pt x="25" y="1000"/>
                  </a:cubicBezTo>
                  <a:cubicBezTo>
                    <a:pt x="13" y="1072"/>
                    <a:pt x="1" y="1143"/>
                    <a:pt x="1" y="1226"/>
                  </a:cubicBezTo>
                  <a:lnTo>
                    <a:pt x="1" y="14954"/>
                  </a:lnTo>
                  <a:cubicBezTo>
                    <a:pt x="1" y="15633"/>
                    <a:pt x="548" y="16181"/>
                    <a:pt x="1227" y="16181"/>
                  </a:cubicBezTo>
                  <a:cubicBezTo>
                    <a:pt x="1310" y="16181"/>
                    <a:pt x="1394" y="16169"/>
                    <a:pt x="1477" y="16157"/>
                  </a:cubicBezTo>
                  <a:lnTo>
                    <a:pt x="1525" y="16145"/>
                  </a:lnTo>
                  <a:cubicBezTo>
                    <a:pt x="1584" y="16121"/>
                    <a:pt x="1656" y="16097"/>
                    <a:pt x="1727" y="16073"/>
                  </a:cubicBezTo>
                  <a:lnTo>
                    <a:pt x="1739" y="16073"/>
                  </a:lnTo>
                  <a:cubicBezTo>
                    <a:pt x="1882" y="16002"/>
                    <a:pt x="2013" y="15907"/>
                    <a:pt x="2120" y="15788"/>
                  </a:cubicBezTo>
                  <a:cubicBezTo>
                    <a:pt x="2334" y="15561"/>
                    <a:pt x="2453" y="15276"/>
                    <a:pt x="2453" y="14966"/>
                  </a:cubicBezTo>
                  <a:lnTo>
                    <a:pt x="2453" y="1226"/>
                  </a:lnTo>
                  <a:cubicBezTo>
                    <a:pt x="2453" y="548"/>
                    <a:pt x="1906" y="0"/>
                    <a:pt x="1227" y="0"/>
                  </a:cubicBezTo>
                  <a:close/>
                </a:path>
              </a:pathLst>
            </a:custGeom>
            <a:solidFill>
              <a:srgbClr val="272425">
                <a:alpha val="200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8" name="Google Shape;758;p8"/>
            <p:cNvSpPr/>
            <p:nvPr/>
          </p:nvSpPr>
          <p:spPr>
            <a:xfrm>
              <a:off x="7854027" y="-148189"/>
              <a:ext cx="79087" cy="529240"/>
            </a:xfrm>
            <a:custGeom>
              <a:avLst/>
              <a:gdLst/>
              <a:ahLst/>
              <a:cxnLst/>
              <a:rect l="l" t="t" r="r" b="b"/>
              <a:pathLst>
                <a:path w="2418" h="16181" extrusionOk="0">
                  <a:moveTo>
                    <a:pt x="1132" y="0"/>
                  </a:moveTo>
                  <a:cubicBezTo>
                    <a:pt x="1049" y="0"/>
                    <a:pt x="965" y="24"/>
                    <a:pt x="882" y="48"/>
                  </a:cubicBezTo>
                  <a:cubicBezTo>
                    <a:pt x="834" y="60"/>
                    <a:pt x="787" y="71"/>
                    <a:pt x="739" y="83"/>
                  </a:cubicBezTo>
                  <a:cubicBezTo>
                    <a:pt x="715" y="107"/>
                    <a:pt x="680" y="119"/>
                    <a:pt x="644" y="131"/>
                  </a:cubicBezTo>
                  <a:cubicBezTo>
                    <a:pt x="620" y="155"/>
                    <a:pt x="596" y="167"/>
                    <a:pt x="572" y="179"/>
                  </a:cubicBezTo>
                  <a:cubicBezTo>
                    <a:pt x="537" y="202"/>
                    <a:pt x="525" y="214"/>
                    <a:pt x="501" y="226"/>
                  </a:cubicBezTo>
                  <a:lnTo>
                    <a:pt x="430" y="274"/>
                  </a:lnTo>
                  <a:lnTo>
                    <a:pt x="382" y="322"/>
                  </a:lnTo>
                  <a:cubicBezTo>
                    <a:pt x="370" y="333"/>
                    <a:pt x="346" y="357"/>
                    <a:pt x="334" y="369"/>
                  </a:cubicBezTo>
                  <a:lnTo>
                    <a:pt x="287" y="417"/>
                  </a:lnTo>
                  <a:cubicBezTo>
                    <a:pt x="275" y="429"/>
                    <a:pt x="263" y="441"/>
                    <a:pt x="251" y="464"/>
                  </a:cubicBezTo>
                  <a:lnTo>
                    <a:pt x="215" y="512"/>
                  </a:lnTo>
                  <a:lnTo>
                    <a:pt x="179" y="560"/>
                  </a:lnTo>
                  <a:lnTo>
                    <a:pt x="156" y="607"/>
                  </a:lnTo>
                  <a:lnTo>
                    <a:pt x="132" y="655"/>
                  </a:lnTo>
                  <a:lnTo>
                    <a:pt x="108" y="703"/>
                  </a:lnTo>
                  <a:cubicBezTo>
                    <a:pt x="108" y="714"/>
                    <a:pt x="96" y="726"/>
                    <a:pt x="84" y="750"/>
                  </a:cubicBezTo>
                  <a:cubicBezTo>
                    <a:pt x="72" y="762"/>
                    <a:pt x="72" y="774"/>
                    <a:pt x="60" y="786"/>
                  </a:cubicBezTo>
                  <a:lnTo>
                    <a:pt x="49" y="833"/>
                  </a:lnTo>
                  <a:lnTo>
                    <a:pt x="37" y="881"/>
                  </a:lnTo>
                  <a:cubicBezTo>
                    <a:pt x="37" y="905"/>
                    <a:pt x="25" y="917"/>
                    <a:pt x="25" y="929"/>
                  </a:cubicBezTo>
                  <a:cubicBezTo>
                    <a:pt x="13" y="953"/>
                    <a:pt x="13" y="964"/>
                    <a:pt x="13" y="976"/>
                  </a:cubicBezTo>
                  <a:lnTo>
                    <a:pt x="13" y="1024"/>
                  </a:lnTo>
                  <a:cubicBezTo>
                    <a:pt x="13" y="1048"/>
                    <a:pt x="13" y="1060"/>
                    <a:pt x="1" y="1072"/>
                  </a:cubicBezTo>
                  <a:cubicBezTo>
                    <a:pt x="1" y="1095"/>
                    <a:pt x="1" y="1107"/>
                    <a:pt x="1" y="1119"/>
                  </a:cubicBezTo>
                  <a:lnTo>
                    <a:pt x="1" y="1167"/>
                  </a:lnTo>
                  <a:lnTo>
                    <a:pt x="1" y="1214"/>
                  </a:lnTo>
                  <a:lnTo>
                    <a:pt x="1" y="14954"/>
                  </a:lnTo>
                  <a:cubicBezTo>
                    <a:pt x="1" y="14966"/>
                    <a:pt x="1" y="14978"/>
                    <a:pt x="1" y="14990"/>
                  </a:cubicBezTo>
                  <a:lnTo>
                    <a:pt x="1" y="15050"/>
                  </a:lnTo>
                  <a:cubicBezTo>
                    <a:pt x="1" y="15061"/>
                    <a:pt x="1" y="15073"/>
                    <a:pt x="1" y="15097"/>
                  </a:cubicBezTo>
                  <a:cubicBezTo>
                    <a:pt x="1" y="15109"/>
                    <a:pt x="13" y="15121"/>
                    <a:pt x="13" y="15145"/>
                  </a:cubicBezTo>
                  <a:lnTo>
                    <a:pt x="13" y="15192"/>
                  </a:lnTo>
                  <a:cubicBezTo>
                    <a:pt x="13" y="15204"/>
                    <a:pt x="13" y="15216"/>
                    <a:pt x="25" y="15240"/>
                  </a:cubicBezTo>
                  <a:cubicBezTo>
                    <a:pt x="37" y="15252"/>
                    <a:pt x="25" y="15276"/>
                    <a:pt x="37" y="15288"/>
                  </a:cubicBezTo>
                  <a:cubicBezTo>
                    <a:pt x="49" y="15300"/>
                    <a:pt x="49" y="15323"/>
                    <a:pt x="49" y="15335"/>
                  </a:cubicBezTo>
                  <a:lnTo>
                    <a:pt x="60" y="15383"/>
                  </a:lnTo>
                  <a:lnTo>
                    <a:pt x="84" y="15431"/>
                  </a:lnTo>
                  <a:cubicBezTo>
                    <a:pt x="84" y="15454"/>
                    <a:pt x="96" y="15466"/>
                    <a:pt x="108" y="15478"/>
                  </a:cubicBezTo>
                  <a:cubicBezTo>
                    <a:pt x="120" y="15502"/>
                    <a:pt x="120" y="15514"/>
                    <a:pt x="132" y="15526"/>
                  </a:cubicBezTo>
                  <a:cubicBezTo>
                    <a:pt x="144" y="15550"/>
                    <a:pt x="156" y="15561"/>
                    <a:pt x="156" y="15585"/>
                  </a:cubicBezTo>
                  <a:cubicBezTo>
                    <a:pt x="168" y="15597"/>
                    <a:pt x="179" y="15609"/>
                    <a:pt x="191" y="15633"/>
                  </a:cubicBezTo>
                  <a:cubicBezTo>
                    <a:pt x="203" y="15645"/>
                    <a:pt x="215" y="15657"/>
                    <a:pt x="227" y="15681"/>
                  </a:cubicBezTo>
                  <a:cubicBezTo>
                    <a:pt x="239" y="15692"/>
                    <a:pt x="251" y="15716"/>
                    <a:pt x="263" y="15728"/>
                  </a:cubicBezTo>
                  <a:cubicBezTo>
                    <a:pt x="275" y="15740"/>
                    <a:pt x="287" y="15764"/>
                    <a:pt x="310" y="15776"/>
                  </a:cubicBezTo>
                  <a:lnTo>
                    <a:pt x="358" y="15823"/>
                  </a:lnTo>
                  <a:lnTo>
                    <a:pt x="406" y="15871"/>
                  </a:lnTo>
                  <a:cubicBezTo>
                    <a:pt x="430" y="15895"/>
                    <a:pt x="441" y="15907"/>
                    <a:pt x="465" y="15931"/>
                  </a:cubicBezTo>
                  <a:lnTo>
                    <a:pt x="537" y="15978"/>
                  </a:lnTo>
                  <a:cubicBezTo>
                    <a:pt x="560" y="15990"/>
                    <a:pt x="584" y="16014"/>
                    <a:pt x="620" y="16026"/>
                  </a:cubicBezTo>
                  <a:cubicBezTo>
                    <a:pt x="644" y="16050"/>
                    <a:pt x="680" y="16062"/>
                    <a:pt x="715" y="16073"/>
                  </a:cubicBezTo>
                  <a:cubicBezTo>
                    <a:pt x="763" y="16097"/>
                    <a:pt x="811" y="16109"/>
                    <a:pt x="846" y="16121"/>
                  </a:cubicBezTo>
                  <a:cubicBezTo>
                    <a:pt x="965" y="16157"/>
                    <a:pt x="1084" y="16181"/>
                    <a:pt x="1203" y="16181"/>
                  </a:cubicBezTo>
                  <a:lnTo>
                    <a:pt x="1215" y="16181"/>
                  </a:lnTo>
                  <a:cubicBezTo>
                    <a:pt x="1322" y="16181"/>
                    <a:pt x="1430" y="16169"/>
                    <a:pt x="1537" y="16133"/>
                  </a:cubicBezTo>
                  <a:cubicBezTo>
                    <a:pt x="1584" y="16121"/>
                    <a:pt x="1632" y="16109"/>
                    <a:pt x="1680" y="16085"/>
                  </a:cubicBezTo>
                  <a:lnTo>
                    <a:pt x="1751" y="16050"/>
                  </a:lnTo>
                  <a:cubicBezTo>
                    <a:pt x="1775" y="16026"/>
                    <a:pt x="1811" y="16014"/>
                    <a:pt x="1834" y="16002"/>
                  </a:cubicBezTo>
                  <a:lnTo>
                    <a:pt x="1906" y="15954"/>
                  </a:lnTo>
                  <a:cubicBezTo>
                    <a:pt x="1930" y="15931"/>
                    <a:pt x="1954" y="15919"/>
                    <a:pt x="1965" y="15907"/>
                  </a:cubicBezTo>
                  <a:cubicBezTo>
                    <a:pt x="1989" y="15883"/>
                    <a:pt x="2001" y="15871"/>
                    <a:pt x="2025" y="15859"/>
                  </a:cubicBezTo>
                  <a:lnTo>
                    <a:pt x="2073" y="15812"/>
                  </a:lnTo>
                  <a:lnTo>
                    <a:pt x="2108" y="15752"/>
                  </a:lnTo>
                  <a:lnTo>
                    <a:pt x="2156" y="15704"/>
                  </a:lnTo>
                  <a:lnTo>
                    <a:pt x="2192" y="15657"/>
                  </a:lnTo>
                  <a:lnTo>
                    <a:pt x="2215" y="15609"/>
                  </a:lnTo>
                  <a:cubicBezTo>
                    <a:pt x="2227" y="15597"/>
                    <a:pt x="2239" y="15585"/>
                    <a:pt x="2251" y="15561"/>
                  </a:cubicBezTo>
                  <a:cubicBezTo>
                    <a:pt x="2263" y="15550"/>
                    <a:pt x="2263" y="15538"/>
                    <a:pt x="2275" y="15514"/>
                  </a:cubicBezTo>
                  <a:cubicBezTo>
                    <a:pt x="2287" y="15502"/>
                    <a:pt x="2287" y="15478"/>
                    <a:pt x="2299" y="15466"/>
                  </a:cubicBezTo>
                  <a:lnTo>
                    <a:pt x="2323" y="15419"/>
                  </a:lnTo>
                  <a:cubicBezTo>
                    <a:pt x="2323" y="15407"/>
                    <a:pt x="2335" y="15383"/>
                    <a:pt x="2335" y="15371"/>
                  </a:cubicBezTo>
                  <a:cubicBezTo>
                    <a:pt x="2335" y="15359"/>
                    <a:pt x="2346" y="15335"/>
                    <a:pt x="2358" y="15323"/>
                  </a:cubicBezTo>
                  <a:cubicBezTo>
                    <a:pt x="2358" y="15311"/>
                    <a:pt x="2370" y="15288"/>
                    <a:pt x="2370" y="15276"/>
                  </a:cubicBezTo>
                  <a:cubicBezTo>
                    <a:pt x="2370" y="15264"/>
                    <a:pt x="2382" y="15240"/>
                    <a:pt x="2382" y="15228"/>
                  </a:cubicBezTo>
                  <a:cubicBezTo>
                    <a:pt x="2382" y="15204"/>
                    <a:pt x="2382" y="15192"/>
                    <a:pt x="2394" y="15180"/>
                  </a:cubicBezTo>
                  <a:cubicBezTo>
                    <a:pt x="2406" y="15157"/>
                    <a:pt x="2394" y="15145"/>
                    <a:pt x="2394" y="15133"/>
                  </a:cubicBezTo>
                  <a:cubicBezTo>
                    <a:pt x="2406" y="15109"/>
                    <a:pt x="2394" y="15097"/>
                    <a:pt x="2394" y="15085"/>
                  </a:cubicBezTo>
                  <a:lnTo>
                    <a:pt x="2394" y="15026"/>
                  </a:lnTo>
                  <a:lnTo>
                    <a:pt x="2394" y="14978"/>
                  </a:lnTo>
                  <a:lnTo>
                    <a:pt x="2394" y="14954"/>
                  </a:lnTo>
                  <a:lnTo>
                    <a:pt x="2394" y="1226"/>
                  </a:lnTo>
                  <a:cubicBezTo>
                    <a:pt x="2394" y="1226"/>
                    <a:pt x="2418" y="1214"/>
                    <a:pt x="2418" y="1214"/>
                  </a:cubicBezTo>
                  <a:lnTo>
                    <a:pt x="2418" y="1167"/>
                  </a:lnTo>
                  <a:lnTo>
                    <a:pt x="2418" y="1119"/>
                  </a:lnTo>
                  <a:cubicBezTo>
                    <a:pt x="2418" y="1107"/>
                    <a:pt x="2418" y="1084"/>
                    <a:pt x="2418" y="1072"/>
                  </a:cubicBezTo>
                  <a:cubicBezTo>
                    <a:pt x="2418" y="1060"/>
                    <a:pt x="2418" y="1036"/>
                    <a:pt x="2406" y="1024"/>
                  </a:cubicBezTo>
                  <a:cubicBezTo>
                    <a:pt x="2406" y="1012"/>
                    <a:pt x="2406" y="988"/>
                    <a:pt x="2406" y="976"/>
                  </a:cubicBezTo>
                  <a:cubicBezTo>
                    <a:pt x="2406" y="964"/>
                    <a:pt x="2406" y="941"/>
                    <a:pt x="2394" y="929"/>
                  </a:cubicBezTo>
                  <a:cubicBezTo>
                    <a:pt x="2394" y="905"/>
                    <a:pt x="2394" y="893"/>
                    <a:pt x="2382" y="881"/>
                  </a:cubicBezTo>
                  <a:cubicBezTo>
                    <a:pt x="2382" y="869"/>
                    <a:pt x="2370" y="845"/>
                    <a:pt x="2370" y="833"/>
                  </a:cubicBezTo>
                  <a:cubicBezTo>
                    <a:pt x="2370" y="810"/>
                    <a:pt x="2358" y="798"/>
                    <a:pt x="2358" y="786"/>
                  </a:cubicBezTo>
                  <a:cubicBezTo>
                    <a:pt x="2346" y="762"/>
                    <a:pt x="2346" y="750"/>
                    <a:pt x="2335" y="738"/>
                  </a:cubicBezTo>
                  <a:cubicBezTo>
                    <a:pt x="2323" y="714"/>
                    <a:pt x="2323" y="703"/>
                    <a:pt x="2311" y="691"/>
                  </a:cubicBezTo>
                  <a:lnTo>
                    <a:pt x="2287" y="643"/>
                  </a:lnTo>
                  <a:cubicBezTo>
                    <a:pt x="2275" y="619"/>
                    <a:pt x="2263" y="607"/>
                    <a:pt x="2263" y="595"/>
                  </a:cubicBezTo>
                  <a:cubicBezTo>
                    <a:pt x="2251" y="572"/>
                    <a:pt x="2239" y="560"/>
                    <a:pt x="2227" y="548"/>
                  </a:cubicBezTo>
                  <a:lnTo>
                    <a:pt x="2192" y="500"/>
                  </a:lnTo>
                  <a:lnTo>
                    <a:pt x="2156" y="452"/>
                  </a:lnTo>
                  <a:lnTo>
                    <a:pt x="2108" y="393"/>
                  </a:lnTo>
                  <a:cubicBezTo>
                    <a:pt x="2096" y="381"/>
                    <a:pt x="2084" y="369"/>
                    <a:pt x="2073" y="345"/>
                  </a:cubicBezTo>
                  <a:lnTo>
                    <a:pt x="2013" y="298"/>
                  </a:lnTo>
                  <a:cubicBezTo>
                    <a:pt x="2001" y="286"/>
                    <a:pt x="1977" y="274"/>
                    <a:pt x="1954" y="250"/>
                  </a:cubicBezTo>
                  <a:lnTo>
                    <a:pt x="1894" y="202"/>
                  </a:lnTo>
                  <a:lnTo>
                    <a:pt x="1811" y="155"/>
                  </a:lnTo>
                  <a:cubicBezTo>
                    <a:pt x="1775" y="143"/>
                    <a:pt x="1739" y="119"/>
                    <a:pt x="1715" y="107"/>
                  </a:cubicBezTo>
                  <a:cubicBezTo>
                    <a:pt x="1668" y="95"/>
                    <a:pt x="1632" y="71"/>
                    <a:pt x="1584" y="60"/>
                  </a:cubicBezTo>
                  <a:cubicBezTo>
                    <a:pt x="1501" y="36"/>
                    <a:pt x="1418" y="12"/>
                    <a:pt x="1346" y="12"/>
                  </a:cubicBezTo>
                  <a:cubicBezTo>
                    <a:pt x="1299" y="0"/>
                    <a:pt x="1251" y="0"/>
                    <a:pt x="121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9" name="Google Shape;759;p8"/>
            <p:cNvSpPr/>
            <p:nvPr/>
          </p:nvSpPr>
          <p:spPr>
            <a:xfrm>
              <a:off x="7449044" y="-169612"/>
              <a:ext cx="142572" cy="125041"/>
            </a:xfrm>
            <a:custGeom>
              <a:avLst/>
              <a:gdLst/>
              <a:ahLst/>
              <a:cxnLst/>
              <a:rect l="l" t="t" r="r" b="b"/>
              <a:pathLst>
                <a:path w="4359" h="3823" extrusionOk="0">
                  <a:moveTo>
                    <a:pt x="1131" y="0"/>
                  </a:moveTo>
                  <a:cubicBezTo>
                    <a:pt x="500" y="0"/>
                    <a:pt x="0" y="512"/>
                    <a:pt x="0" y="1131"/>
                  </a:cubicBezTo>
                  <a:lnTo>
                    <a:pt x="0" y="2679"/>
                  </a:lnTo>
                  <a:cubicBezTo>
                    <a:pt x="0" y="3310"/>
                    <a:pt x="512" y="3822"/>
                    <a:pt x="1143" y="3822"/>
                  </a:cubicBezTo>
                  <a:lnTo>
                    <a:pt x="3227" y="3822"/>
                  </a:lnTo>
                  <a:cubicBezTo>
                    <a:pt x="3846" y="3810"/>
                    <a:pt x="4358" y="3310"/>
                    <a:pt x="4358" y="2679"/>
                  </a:cubicBezTo>
                  <a:lnTo>
                    <a:pt x="4358" y="1131"/>
                  </a:lnTo>
                  <a:cubicBezTo>
                    <a:pt x="4346" y="512"/>
                    <a:pt x="3846" y="0"/>
                    <a:pt x="3215" y="0"/>
                  </a:cubicBezTo>
                  <a:close/>
                </a:path>
              </a:pathLst>
            </a:custGeom>
            <a:solidFill>
              <a:srgbClr val="821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0" name="Google Shape;760;p8"/>
            <p:cNvSpPr/>
            <p:nvPr/>
          </p:nvSpPr>
          <p:spPr>
            <a:xfrm>
              <a:off x="7448651" y="277825"/>
              <a:ext cx="142964" cy="124648"/>
            </a:xfrm>
            <a:custGeom>
              <a:avLst/>
              <a:gdLst/>
              <a:ahLst/>
              <a:cxnLst/>
              <a:rect l="l" t="t" r="r" b="b"/>
              <a:pathLst>
                <a:path w="4371" h="3811" extrusionOk="0">
                  <a:moveTo>
                    <a:pt x="1143" y="0"/>
                  </a:moveTo>
                  <a:cubicBezTo>
                    <a:pt x="512" y="0"/>
                    <a:pt x="0" y="501"/>
                    <a:pt x="12" y="1132"/>
                  </a:cubicBezTo>
                  <a:lnTo>
                    <a:pt x="12" y="2679"/>
                  </a:lnTo>
                  <a:cubicBezTo>
                    <a:pt x="12" y="3310"/>
                    <a:pt x="524" y="3810"/>
                    <a:pt x="1143" y="3810"/>
                  </a:cubicBezTo>
                  <a:lnTo>
                    <a:pt x="3227" y="3810"/>
                  </a:lnTo>
                  <a:cubicBezTo>
                    <a:pt x="3858" y="3810"/>
                    <a:pt x="4370" y="3298"/>
                    <a:pt x="4370" y="2679"/>
                  </a:cubicBezTo>
                  <a:lnTo>
                    <a:pt x="4370" y="1132"/>
                  </a:lnTo>
                  <a:cubicBezTo>
                    <a:pt x="4370" y="512"/>
                    <a:pt x="3858" y="0"/>
                    <a:pt x="3227" y="0"/>
                  </a:cubicBezTo>
                  <a:close/>
                </a:path>
              </a:pathLst>
            </a:custGeom>
            <a:solidFill>
              <a:srgbClr val="821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1" name="Google Shape;761;p8"/>
            <p:cNvSpPr/>
            <p:nvPr/>
          </p:nvSpPr>
          <p:spPr>
            <a:xfrm>
              <a:off x="7472004" y="-148189"/>
              <a:ext cx="80264" cy="529240"/>
            </a:xfrm>
            <a:custGeom>
              <a:avLst/>
              <a:gdLst/>
              <a:ahLst/>
              <a:cxnLst/>
              <a:rect l="l" t="t" r="r" b="b"/>
              <a:pathLst>
                <a:path w="2454" h="16181" extrusionOk="0">
                  <a:moveTo>
                    <a:pt x="1227" y="0"/>
                  </a:moveTo>
                  <a:cubicBezTo>
                    <a:pt x="930" y="0"/>
                    <a:pt x="632" y="119"/>
                    <a:pt x="418" y="310"/>
                  </a:cubicBezTo>
                  <a:lnTo>
                    <a:pt x="394" y="333"/>
                  </a:lnTo>
                  <a:cubicBezTo>
                    <a:pt x="358" y="369"/>
                    <a:pt x="334" y="393"/>
                    <a:pt x="299" y="429"/>
                  </a:cubicBezTo>
                  <a:cubicBezTo>
                    <a:pt x="287" y="452"/>
                    <a:pt x="263" y="476"/>
                    <a:pt x="251" y="500"/>
                  </a:cubicBezTo>
                  <a:cubicBezTo>
                    <a:pt x="227" y="524"/>
                    <a:pt x="203" y="560"/>
                    <a:pt x="179" y="595"/>
                  </a:cubicBezTo>
                  <a:cubicBezTo>
                    <a:pt x="168" y="631"/>
                    <a:pt x="144" y="655"/>
                    <a:pt x="132" y="691"/>
                  </a:cubicBezTo>
                  <a:cubicBezTo>
                    <a:pt x="120" y="726"/>
                    <a:pt x="96" y="750"/>
                    <a:pt x="84" y="786"/>
                  </a:cubicBezTo>
                  <a:cubicBezTo>
                    <a:pt x="72" y="833"/>
                    <a:pt x="60" y="869"/>
                    <a:pt x="48" y="917"/>
                  </a:cubicBezTo>
                  <a:cubicBezTo>
                    <a:pt x="48" y="941"/>
                    <a:pt x="37" y="964"/>
                    <a:pt x="25" y="1000"/>
                  </a:cubicBezTo>
                  <a:cubicBezTo>
                    <a:pt x="13" y="1072"/>
                    <a:pt x="1" y="1143"/>
                    <a:pt x="1" y="1226"/>
                  </a:cubicBezTo>
                  <a:lnTo>
                    <a:pt x="1" y="14954"/>
                  </a:lnTo>
                  <a:cubicBezTo>
                    <a:pt x="1" y="15633"/>
                    <a:pt x="549" y="16181"/>
                    <a:pt x="1227" y="16181"/>
                  </a:cubicBezTo>
                  <a:cubicBezTo>
                    <a:pt x="1311" y="16181"/>
                    <a:pt x="1394" y="16169"/>
                    <a:pt x="1477" y="16157"/>
                  </a:cubicBezTo>
                  <a:lnTo>
                    <a:pt x="1525" y="16145"/>
                  </a:lnTo>
                  <a:cubicBezTo>
                    <a:pt x="1584" y="16121"/>
                    <a:pt x="1656" y="16097"/>
                    <a:pt x="1715" y="16073"/>
                  </a:cubicBezTo>
                  <a:lnTo>
                    <a:pt x="1739" y="16073"/>
                  </a:lnTo>
                  <a:cubicBezTo>
                    <a:pt x="1882" y="16002"/>
                    <a:pt x="2013" y="15907"/>
                    <a:pt x="2120" y="15788"/>
                  </a:cubicBezTo>
                  <a:cubicBezTo>
                    <a:pt x="2334" y="15561"/>
                    <a:pt x="2442" y="15276"/>
                    <a:pt x="2442" y="14966"/>
                  </a:cubicBezTo>
                  <a:lnTo>
                    <a:pt x="2442" y="1226"/>
                  </a:lnTo>
                  <a:cubicBezTo>
                    <a:pt x="2454" y="548"/>
                    <a:pt x="1906" y="0"/>
                    <a:pt x="1227" y="0"/>
                  </a:cubicBezTo>
                  <a:close/>
                </a:path>
              </a:pathLst>
            </a:custGeom>
            <a:solidFill>
              <a:srgbClr val="272425">
                <a:alpha val="200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2" name="Google Shape;762;p8"/>
            <p:cNvSpPr/>
            <p:nvPr/>
          </p:nvSpPr>
          <p:spPr>
            <a:xfrm>
              <a:off x="7484073" y="-148189"/>
              <a:ext cx="78694" cy="529240"/>
            </a:xfrm>
            <a:custGeom>
              <a:avLst/>
              <a:gdLst/>
              <a:ahLst/>
              <a:cxnLst/>
              <a:rect l="l" t="t" r="r" b="b"/>
              <a:pathLst>
                <a:path w="2406" h="16181" extrusionOk="0">
                  <a:moveTo>
                    <a:pt x="1132" y="0"/>
                  </a:moveTo>
                  <a:cubicBezTo>
                    <a:pt x="1037" y="0"/>
                    <a:pt x="953" y="24"/>
                    <a:pt x="870" y="48"/>
                  </a:cubicBezTo>
                  <a:cubicBezTo>
                    <a:pt x="822" y="60"/>
                    <a:pt x="787" y="71"/>
                    <a:pt x="739" y="83"/>
                  </a:cubicBezTo>
                  <a:cubicBezTo>
                    <a:pt x="703" y="107"/>
                    <a:pt x="668" y="119"/>
                    <a:pt x="644" y="131"/>
                  </a:cubicBezTo>
                  <a:cubicBezTo>
                    <a:pt x="608" y="155"/>
                    <a:pt x="584" y="167"/>
                    <a:pt x="561" y="179"/>
                  </a:cubicBezTo>
                  <a:cubicBezTo>
                    <a:pt x="537" y="202"/>
                    <a:pt x="513" y="214"/>
                    <a:pt x="489" y="226"/>
                  </a:cubicBezTo>
                  <a:lnTo>
                    <a:pt x="430" y="274"/>
                  </a:lnTo>
                  <a:lnTo>
                    <a:pt x="382" y="322"/>
                  </a:lnTo>
                  <a:cubicBezTo>
                    <a:pt x="358" y="333"/>
                    <a:pt x="346" y="357"/>
                    <a:pt x="334" y="369"/>
                  </a:cubicBezTo>
                  <a:cubicBezTo>
                    <a:pt x="311" y="381"/>
                    <a:pt x="299" y="393"/>
                    <a:pt x="287" y="417"/>
                  </a:cubicBezTo>
                  <a:lnTo>
                    <a:pt x="251" y="464"/>
                  </a:lnTo>
                  <a:lnTo>
                    <a:pt x="215" y="512"/>
                  </a:lnTo>
                  <a:lnTo>
                    <a:pt x="180" y="560"/>
                  </a:lnTo>
                  <a:cubicBezTo>
                    <a:pt x="168" y="572"/>
                    <a:pt x="156" y="583"/>
                    <a:pt x="156" y="607"/>
                  </a:cubicBezTo>
                  <a:lnTo>
                    <a:pt x="120" y="655"/>
                  </a:lnTo>
                  <a:cubicBezTo>
                    <a:pt x="120" y="667"/>
                    <a:pt x="108" y="679"/>
                    <a:pt x="96" y="703"/>
                  </a:cubicBezTo>
                  <a:cubicBezTo>
                    <a:pt x="96" y="714"/>
                    <a:pt x="84" y="726"/>
                    <a:pt x="72" y="750"/>
                  </a:cubicBezTo>
                  <a:cubicBezTo>
                    <a:pt x="72" y="762"/>
                    <a:pt x="72" y="774"/>
                    <a:pt x="60" y="786"/>
                  </a:cubicBezTo>
                  <a:lnTo>
                    <a:pt x="49" y="833"/>
                  </a:lnTo>
                  <a:lnTo>
                    <a:pt x="25" y="881"/>
                  </a:lnTo>
                  <a:cubicBezTo>
                    <a:pt x="25" y="905"/>
                    <a:pt x="25" y="917"/>
                    <a:pt x="13" y="929"/>
                  </a:cubicBezTo>
                  <a:cubicBezTo>
                    <a:pt x="13" y="953"/>
                    <a:pt x="13" y="964"/>
                    <a:pt x="1" y="976"/>
                  </a:cubicBezTo>
                  <a:lnTo>
                    <a:pt x="1" y="1024"/>
                  </a:lnTo>
                  <a:lnTo>
                    <a:pt x="1" y="1072"/>
                  </a:lnTo>
                  <a:lnTo>
                    <a:pt x="1" y="1119"/>
                  </a:lnTo>
                  <a:lnTo>
                    <a:pt x="1" y="1167"/>
                  </a:lnTo>
                  <a:lnTo>
                    <a:pt x="1" y="1214"/>
                  </a:lnTo>
                  <a:lnTo>
                    <a:pt x="1" y="14954"/>
                  </a:lnTo>
                  <a:lnTo>
                    <a:pt x="1" y="14990"/>
                  </a:lnTo>
                  <a:lnTo>
                    <a:pt x="1" y="15050"/>
                  </a:lnTo>
                  <a:lnTo>
                    <a:pt x="1" y="15097"/>
                  </a:lnTo>
                  <a:lnTo>
                    <a:pt x="1" y="15145"/>
                  </a:lnTo>
                  <a:lnTo>
                    <a:pt x="1" y="15192"/>
                  </a:lnTo>
                  <a:cubicBezTo>
                    <a:pt x="1" y="15204"/>
                    <a:pt x="13" y="15216"/>
                    <a:pt x="13" y="15240"/>
                  </a:cubicBezTo>
                  <a:cubicBezTo>
                    <a:pt x="25" y="15252"/>
                    <a:pt x="13" y="15276"/>
                    <a:pt x="25" y="15288"/>
                  </a:cubicBezTo>
                  <a:cubicBezTo>
                    <a:pt x="37" y="15300"/>
                    <a:pt x="37" y="15323"/>
                    <a:pt x="49" y="15335"/>
                  </a:cubicBezTo>
                  <a:cubicBezTo>
                    <a:pt x="49" y="15347"/>
                    <a:pt x="60" y="15371"/>
                    <a:pt x="60" y="15383"/>
                  </a:cubicBezTo>
                  <a:cubicBezTo>
                    <a:pt x="72" y="15407"/>
                    <a:pt x="72" y="15419"/>
                    <a:pt x="84" y="15431"/>
                  </a:cubicBezTo>
                  <a:cubicBezTo>
                    <a:pt x="84" y="15454"/>
                    <a:pt x="96" y="15466"/>
                    <a:pt x="108" y="15478"/>
                  </a:cubicBezTo>
                  <a:cubicBezTo>
                    <a:pt x="108" y="15502"/>
                    <a:pt x="120" y="15514"/>
                    <a:pt x="132" y="15526"/>
                  </a:cubicBezTo>
                  <a:cubicBezTo>
                    <a:pt x="132" y="15550"/>
                    <a:pt x="144" y="15561"/>
                    <a:pt x="156" y="15585"/>
                  </a:cubicBezTo>
                  <a:cubicBezTo>
                    <a:pt x="168" y="15597"/>
                    <a:pt x="180" y="15609"/>
                    <a:pt x="191" y="15633"/>
                  </a:cubicBezTo>
                  <a:cubicBezTo>
                    <a:pt x="191" y="15645"/>
                    <a:pt x="203" y="15669"/>
                    <a:pt x="227" y="15681"/>
                  </a:cubicBezTo>
                  <a:lnTo>
                    <a:pt x="263" y="15728"/>
                  </a:lnTo>
                  <a:lnTo>
                    <a:pt x="299" y="15776"/>
                  </a:lnTo>
                  <a:lnTo>
                    <a:pt x="346" y="15823"/>
                  </a:lnTo>
                  <a:lnTo>
                    <a:pt x="406" y="15871"/>
                  </a:lnTo>
                  <a:cubicBezTo>
                    <a:pt x="418" y="15895"/>
                    <a:pt x="441" y="15907"/>
                    <a:pt x="465" y="15931"/>
                  </a:cubicBezTo>
                  <a:cubicBezTo>
                    <a:pt x="489" y="15942"/>
                    <a:pt x="501" y="15966"/>
                    <a:pt x="525" y="15978"/>
                  </a:cubicBezTo>
                  <a:cubicBezTo>
                    <a:pt x="584" y="16014"/>
                    <a:pt x="644" y="16050"/>
                    <a:pt x="715" y="16073"/>
                  </a:cubicBezTo>
                  <a:cubicBezTo>
                    <a:pt x="751" y="16097"/>
                    <a:pt x="799" y="16109"/>
                    <a:pt x="846" y="16121"/>
                  </a:cubicBezTo>
                  <a:cubicBezTo>
                    <a:pt x="965" y="16157"/>
                    <a:pt x="1084" y="16181"/>
                    <a:pt x="1203" y="16181"/>
                  </a:cubicBezTo>
                  <a:lnTo>
                    <a:pt x="1215" y="16181"/>
                  </a:lnTo>
                  <a:cubicBezTo>
                    <a:pt x="1323" y="16181"/>
                    <a:pt x="1430" y="16169"/>
                    <a:pt x="1525" y="16133"/>
                  </a:cubicBezTo>
                  <a:cubicBezTo>
                    <a:pt x="1573" y="16121"/>
                    <a:pt x="1620" y="16109"/>
                    <a:pt x="1668" y="16085"/>
                  </a:cubicBezTo>
                  <a:cubicBezTo>
                    <a:pt x="1704" y="16073"/>
                    <a:pt x="1739" y="16062"/>
                    <a:pt x="1775" y="16038"/>
                  </a:cubicBezTo>
                  <a:lnTo>
                    <a:pt x="1858" y="15990"/>
                  </a:lnTo>
                  <a:lnTo>
                    <a:pt x="1918" y="15942"/>
                  </a:lnTo>
                  <a:cubicBezTo>
                    <a:pt x="1942" y="15931"/>
                    <a:pt x="1965" y="15919"/>
                    <a:pt x="1989" y="15907"/>
                  </a:cubicBezTo>
                  <a:lnTo>
                    <a:pt x="2037" y="15859"/>
                  </a:lnTo>
                  <a:lnTo>
                    <a:pt x="2085" y="15812"/>
                  </a:lnTo>
                  <a:lnTo>
                    <a:pt x="2132" y="15752"/>
                  </a:lnTo>
                  <a:cubicBezTo>
                    <a:pt x="2144" y="15740"/>
                    <a:pt x="2156" y="15728"/>
                    <a:pt x="2168" y="15704"/>
                  </a:cubicBezTo>
                  <a:cubicBezTo>
                    <a:pt x="2180" y="15692"/>
                    <a:pt x="2192" y="15681"/>
                    <a:pt x="2204" y="15657"/>
                  </a:cubicBezTo>
                  <a:lnTo>
                    <a:pt x="2239" y="15609"/>
                  </a:lnTo>
                  <a:lnTo>
                    <a:pt x="2275" y="15561"/>
                  </a:lnTo>
                  <a:cubicBezTo>
                    <a:pt x="2275" y="15550"/>
                    <a:pt x="2287" y="15538"/>
                    <a:pt x="2299" y="15514"/>
                  </a:cubicBezTo>
                  <a:cubicBezTo>
                    <a:pt x="2299" y="15502"/>
                    <a:pt x="2311" y="15478"/>
                    <a:pt x="2323" y="15466"/>
                  </a:cubicBezTo>
                  <a:cubicBezTo>
                    <a:pt x="2323" y="15454"/>
                    <a:pt x="2335" y="15431"/>
                    <a:pt x="2335" y="15419"/>
                  </a:cubicBezTo>
                  <a:cubicBezTo>
                    <a:pt x="2346" y="15407"/>
                    <a:pt x="2346" y="15383"/>
                    <a:pt x="2358" y="15371"/>
                  </a:cubicBezTo>
                  <a:cubicBezTo>
                    <a:pt x="2358" y="15359"/>
                    <a:pt x="2370" y="15335"/>
                    <a:pt x="2370" y="15323"/>
                  </a:cubicBezTo>
                  <a:lnTo>
                    <a:pt x="2394" y="15276"/>
                  </a:lnTo>
                  <a:cubicBezTo>
                    <a:pt x="2394" y="15264"/>
                    <a:pt x="2394" y="15240"/>
                    <a:pt x="2406" y="15228"/>
                  </a:cubicBezTo>
                  <a:lnTo>
                    <a:pt x="2406" y="15180"/>
                  </a:lnTo>
                  <a:cubicBezTo>
                    <a:pt x="2406" y="15157"/>
                    <a:pt x="2406" y="15145"/>
                    <a:pt x="2406" y="15133"/>
                  </a:cubicBezTo>
                  <a:lnTo>
                    <a:pt x="2406" y="15085"/>
                  </a:lnTo>
                  <a:lnTo>
                    <a:pt x="2406" y="15026"/>
                  </a:lnTo>
                  <a:lnTo>
                    <a:pt x="2406" y="14978"/>
                  </a:lnTo>
                  <a:cubicBezTo>
                    <a:pt x="2406" y="14978"/>
                    <a:pt x="2406" y="14966"/>
                    <a:pt x="2406" y="14954"/>
                  </a:cubicBezTo>
                  <a:lnTo>
                    <a:pt x="2406" y="1214"/>
                  </a:lnTo>
                  <a:lnTo>
                    <a:pt x="2406" y="1167"/>
                  </a:lnTo>
                  <a:lnTo>
                    <a:pt x="2406" y="1119"/>
                  </a:lnTo>
                  <a:lnTo>
                    <a:pt x="2406" y="1072"/>
                  </a:lnTo>
                  <a:cubicBezTo>
                    <a:pt x="2406" y="1060"/>
                    <a:pt x="2406" y="1036"/>
                    <a:pt x="2406" y="1024"/>
                  </a:cubicBezTo>
                  <a:lnTo>
                    <a:pt x="2406" y="976"/>
                  </a:lnTo>
                  <a:cubicBezTo>
                    <a:pt x="2406" y="964"/>
                    <a:pt x="2394" y="941"/>
                    <a:pt x="2394" y="929"/>
                  </a:cubicBezTo>
                  <a:cubicBezTo>
                    <a:pt x="2394" y="917"/>
                    <a:pt x="2382" y="893"/>
                    <a:pt x="2382" y="881"/>
                  </a:cubicBezTo>
                  <a:cubicBezTo>
                    <a:pt x="2370" y="869"/>
                    <a:pt x="2370" y="845"/>
                    <a:pt x="2358" y="833"/>
                  </a:cubicBezTo>
                  <a:cubicBezTo>
                    <a:pt x="2358" y="822"/>
                    <a:pt x="2358" y="798"/>
                    <a:pt x="2346" y="786"/>
                  </a:cubicBezTo>
                  <a:lnTo>
                    <a:pt x="2323" y="738"/>
                  </a:lnTo>
                  <a:cubicBezTo>
                    <a:pt x="2323" y="714"/>
                    <a:pt x="2311" y="703"/>
                    <a:pt x="2299" y="691"/>
                  </a:cubicBezTo>
                  <a:lnTo>
                    <a:pt x="2287" y="643"/>
                  </a:lnTo>
                  <a:cubicBezTo>
                    <a:pt x="2275" y="619"/>
                    <a:pt x="2263" y="607"/>
                    <a:pt x="2251" y="595"/>
                  </a:cubicBezTo>
                  <a:lnTo>
                    <a:pt x="2227" y="548"/>
                  </a:lnTo>
                  <a:cubicBezTo>
                    <a:pt x="2216" y="524"/>
                    <a:pt x="2204" y="512"/>
                    <a:pt x="2192" y="500"/>
                  </a:cubicBezTo>
                  <a:cubicBezTo>
                    <a:pt x="2180" y="476"/>
                    <a:pt x="2168" y="464"/>
                    <a:pt x="2156" y="452"/>
                  </a:cubicBezTo>
                  <a:lnTo>
                    <a:pt x="2108" y="393"/>
                  </a:lnTo>
                  <a:lnTo>
                    <a:pt x="2061" y="345"/>
                  </a:lnTo>
                  <a:lnTo>
                    <a:pt x="2013" y="298"/>
                  </a:lnTo>
                  <a:cubicBezTo>
                    <a:pt x="1989" y="286"/>
                    <a:pt x="1965" y="274"/>
                    <a:pt x="1954" y="250"/>
                  </a:cubicBezTo>
                  <a:lnTo>
                    <a:pt x="1882" y="202"/>
                  </a:lnTo>
                  <a:lnTo>
                    <a:pt x="1799" y="155"/>
                  </a:lnTo>
                  <a:cubicBezTo>
                    <a:pt x="1775" y="143"/>
                    <a:pt x="1739" y="119"/>
                    <a:pt x="1704" y="107"/>
                  </a:cubicBezTo>
                  <a:cubicBezTo>
                    <a:pt x="1668" y="95"/>
                    <a:pt x="1620" y="71"/>
                    <a:pt x="1573" y="60"/>
                  </a:cubicBezTo>
                  <a:cubicBezTo>
                    <a:pt x="1501" y="36"/>
                    <a:pt x="1418" y="12"/>
                    <a:pt x="1334" y="12"/>
                  </a:cubicBezTo>
                  <a:cubicBezTo>
                    <a:pt x="1287" y="0"/>
                    <a:pt x="1251" y="0"/>
                    <a:pt x="12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63" name="Google Shape;763;p8"/>
          <p:cNvSpPr txBox="1">
            <a:spLocks noGrp="1"/>
          </p:cNvSpPr>
          <p:nvPr>
            <p:ph type="title"/>
          </p:nvPr>
        </p:nvSpPr>
        <p:spPr>
          <a:xfrm>
            <a:off x="1898250" y="1371600"/>
            <a:ext cx="5347500" cy="2400300"/>
          </a:xfrm>
          <a:prstGeom prst="rect">
            <a:avLst/>
          </a:prstGeom>
        </p:spPr>
        <p:txBody>
          <a:bodyPr spcFirstLastPara="1" wrap="square" lIns="91425" tIns="91425" rIns="91425" bIns="91425" anchor="ctr" anchorCtr="0">
            <a:noAutofit/>
          </a:bodyPr>
          <a:lstStyle>
            <a:lvl1pPr lvl="0" algn="ctr">
              <a:lnSpc>
                <a:spcPct val="90000"/>
              </a:lnSpc>
              <a:spcBef>
                <a:spcPts val="0"/>
              </a:spcBef>
              <a:spcAft>
                <a:spcPts val="0"/>
              </a:spcAft>
              <a:buSzPts val="4800"/>
              <a:buNone/>
              <a:defRPr sz="86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aption">
  <p:cSld name="CAPTION_ONLY">
    <p:bg>
      <p:bgPr>
        <a:solidFill>
          <a:srgbClr val="FFECC6"/>
        </a:solidFill>
        <a:effectLst/>
      </p:bgPr>
    </p:bg>
    <p:spTree>
      <p:nvGrpSpPr>
        <p:cNvPr id="1" name="Shape 927"/>
        <p:cNvGrpSpPr/>
        <p:nvPr/>
      </p:nvGrpSpPr>
      <p:grpSpPr>
        <a:xfrm>
          <a:off x="0" y="0"/>
          <a:ext cx="0" cy="0"/>
          <a:chOff x="0" y="0"/>
          <a:chExt cx="0" cy="0"/>
        </a:xfrm>
      </p:grpSpPr>
      <p:grpSp>
        <p:nvGrpSpPr>
          <p:cNvPr id="928" name="Google Shape;928;p10"/>
          <p:cNvGrpSpPr/>
          <p:nvPr/>
        </p:nvGrpSpPr>
        <p:grpSpPr>
          <a:xfrm>
            <a:off x="171294" y="-160468"/>
            <a:ext cx="8819708" cy="5143516"/>
            <a:chOff x="162150" y="-169612"/>
            <a:chExt cx="8819708" cy="5143516"/>
          </a:xfrm>
        </p:grpSpPr>
        <p:sp>
          <p:nvSpPr>
            <p:cNvPr id="929" name="Google Shape;929;p10"/>
            <p:cNvSpPr/>
            <p:nvPr/>
          </p:nvSpPr>
          <p:spPr>
            <a:xfrm>
              <a:off x="162150" y="-107305"/>
              <a:ext cx="8819708" cy="5081208"/>
            </a:xfrm>
            <a:custGeom>
              <a:avLst/>
              <a:gdLst/>
              <a:ahLst/>
              <a:cxnLst/>
              <a:rect l="l" t="t" r="r" b="b"/>
              <a:pathLst>
                <a:path w="269654" h="155353" extrusionOk="0">
                  <a:moveTo>
                    <a:pt x="1394" y="0"/>
                  </a:moveTo>
                  <a:cubicBezTo>
                    <a:pt x="2537" y="2298"/>
                    <a:pt x="3227" y="5358"/>
                    <a:pt x="3227" y="8739"/>
                  </a:cubicBezTo>
                  <a:cubicBezTo>
                    <a:pt x="3227" y="13323"/>
                    <a:pt x="1941" y="17348"/>
                    <a:pt x="1" y="19622"/>
                  </a:cubicBezTo>
                  <a:lnTo>
                    <a:pt x="1" y="152769"/>
                  </a:lnTo>
                  <a:cubicBezTo>
                    <a:pt x="1" y="154138"/>
                    <a:pt x="1072" y="155257"/>
                    <a:pt x="2394" y="155257"/>
                  </a:cubicBezTo>
                  <a:lnTo>
                    <a:pt x="51245" y="155257"/>
                  </a:lnTo>
                  <a:cubicBezTo>
                    <a:pt x="51459" y="155317"/>
                    <a:pt x="51686" y="155353"/>
                    <a:pt x="51912" y="155353"/>
                  </a:cubicBezTo>
                  <a:lnTo>
                    <a:pt x="267260" y="155353"/>
                  </a:lnTo>
                  <a:cubicBezTo>
                    <a:pt x="268582" y="155353"/>
                    <a:pt x="269653" y="154233"/>
                    <a:pt x="269653" y="152864"/>
                  </a:cubicBezTo>
                  <a:lnTo>
                    <a:pt x="269653" y="20038"/>
                  </a:lnTo>
                  <a:cubicBezTo>
                    <a:pt x="267558" y="17860"/>
                    <a:pt x="266129" y="13657"/>
                    <a:pt x="266129" y="8835"/>
                  </a:cubicBezTo>
                  <a:cubicBezTo>
                    <a:pt x="266129" y="5406"/>
                    <a:pt x="266844" y="2298"/>
                    <a:pt x="26801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0" name="Google Shape;930;p10"/>
            <p:cNvSpPr/>
            <p:nvPr/>
          </p:nvSpPr>
          <p:spPr>
            <a:xfrm>
              <a:off x="164505" y="-107305"/>
              <a:ext cx="8814639" cy="662033"/>
            </a:xfrm>
            <a:custGeom>
              <a:avLst/>
              <a:gdLst/>
              <a:ahLst/>
              <a:cxnLst/>
              <a:rect l="l" t="t" r="r" b="b"/>
              <a:pathLst>
                <a:path w="269499" h="20241" extrusionOk="0">
                  <a:moveTo>
                    <a:pt x="1405" y="0"/>
                  </a:moveTo>
                  <a:cubicBezTo>
                    <a:pt x="2524" y="2250"/>
                    <a:pt x="3239" y="5334"/>
                    <a:pt x="3239" y="8739"/>
                  </a:cubicBezTo>
                  <a:cubicBezTo>
                    <a:pt x="3239" y="13395"/>
                    <a:pt x="1881" y="17431"/>
                    <a:pt x="0" y="19622"/>
                  </a:cubicBezTo>
                  <a:lnTo>
                    <a:pt x="49828" y="19622"/>
                  </a:lnTo>
                  <a:cubicBezTo>
                    <a:pt x="49649" y="19836"/>
                    <a:pt x="49482" y="20050"/>
                    <a:pt x="49292" y="20241"/>
                  </a:cubicBezTo>
                  <a:lnTo>
                    <a:pt x="269498" y="20241"/>
                  </a:lnTo>
                  <a:lnTo>
                    <a:pt x="269498" y="20074"/>
                  </a:lnTo>
                  <a:cubicBezTo>
                    <a:pt x="267486" y="17848"/>
                    <a:pt x="265974" y="13776"/>
                    <a:pt x="265974" y="9085"/>
                  </a:cubicBezTo>
                  <a:cubicBezTo>
                    <a:pt x="265974" y="5632"/>
                    <a:pt x="266593" y="2477"/>
                    <a:pt x="267867" y="0"/>
                  </a:cubicBezTo>
                  <a:close/>
                </a:path>
              </a:pathLst>
            </a:custGeom>
            <a:solidFill>
              <a:srgbClr val="272425">
                <a:alpha val="2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1" name="Google Shape;931;p10"/>
            <p:cNvSpPr/>
            <p:nvPr/>
          </p:nvSpPr>
          <p:spPr>
            <a:xfrm>
              <a:off x="356072" y="219409"/>
              <a:ext cx="8241407" cy="4567962"/>
            </a:xfrm>
            <a:custGeom>
              <a:avLst/>
              <a:gdLst/>
              <a:ahLst/>
              <a:cxnLst/>
              <a:rect l="l" t="t" r="r" b="b"/>
              <a:pathLst>
                <a:path w="251973" h="139661" extrusionOk="0">
                  <a:moveTo>
                    <a:pt x="1" y="1"/>
                  </a:moveTo>
                  <a:lnTo>
                    <a:pt x="1" y="139661"/>
                  </a:lnTo>
                  <a:lnTo>
                    <a:pt x="251973" y="139661"/>
                  </a:lnTo>
                  <a:lnTo>
                    <a:pt x="251973" y="1"/>
                  </a:lnTo>
                  <a:close/>
                </a:path>
              </a:pathLst>
            </a:custGeom>
            <a:solidFill>
              <a:srgbClr val="272425">
                <a:alpha val="2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2" name="Google Shape;932;p10"/>
            <p:cNvSpPr/>
            <p:nvPr/>
          </p:nvSpPr>
          <p:spPr>
            <a:xfrm>
              <a:off x="472151" y="215910"/>
              <a:ext cx="8199705" cy="4458523"/>
            </a:xfrm>
            <a:custGeom>
              <a:avLst/>
              <a:gdLst/>
              <a:ahLst/>
              <a:cxnLst/>
              <a:rect l="l" t="t" r="r" b="b"/>
              <a:pathLst>
                <a:path w="250698" h="136315" extrusionOk="0">
                  <a:moveTo>
                    <a:pt x="0" y="0"/>
                  </a:moveTo>
                  <a:lnTo>
                    <a:pt x="0" y="136315"/>
                  </a:lnTo>
                  <a:lnTo>
                    <a:pt x="250698" y="136315"/>
                  </a:lnTo>
                  <a:lnTo>
                    <a:pt x="250698"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933" name="Google Shape;933;p10"/>
            <p:cNvPicPr preferRelativeResize="0"/>
            <p:nvPr/>
          </p:nvPicPr>
          <p:blipFill>
            <a:blip r:embed="rId2">
              <a:alphaModFix/>
            </a:blip>
            <a:stretch>
              <a:fillRect/>
            </a:stretch>
          </p:blipFill>
          <p:spPr>
            <a:xfrm>
              <a:off x="468438" y="223775"/>
              <a:ext cx="8207124" cy="4442774"/>
            </a:xfrm>
            <a:prstGeom prst="rect">
              <a:avLst/>
            </a:prstGeom>
            <a:noFill/>
            <a:ln>
              <a:noFill/>
            </a:ln>
          </p:spPr>
        </p:pic>
        <p:sp>
          <p:nvSpPr>
            <p:cNvPr id="934" name="Google Shape;934;p10"/>
            <p:cNvSpPr/>
            <p:nvPr/>
          </p:nvSpPr>
          <p:spPr>
            <a:xfrm>
              <a:off x="1544390" y="-169612"/>
              <a:ext cx="142572" cy="125041"/>
            </a:xfrm>
            <a:custGeom>
              <a:avLst/>
              <a:gdLst/>
              <a:ahLst/>
              <a:cxnLst/>
              <a:rect l="l" t="t" r="r" b="b"/>
              <a:pathLst>
                <a:path w="4359" h="3823" extrusionOk="0">
                  <a:moveTo>
                    <a:pt x="1144" y="0"/>
                  </a:moveTo>
                  <a:cubicBezTo>
                    <a:pt x="513" y="0"/>
                    <a:pt x="1" y="500"/>
                    <a:pt x="1" y="1131"/>
                  </a:cubicBezTo>
                  <a:lnTo>
                    <a:pt x="1" y="2679"/>
                  </a:lnTo>
                  <a:cubicBezTo>
                    <a:pt x="1" y="3310"/>
                    <a:pt x="513" y="3822"/>
                    <a:pt x="1144" y="3822"/>
                  </a:cubicBezTo>
                  <a:lnTo>
                    <a:pt x="3228" y="3822"/>
                  </a:lnTo>
                  <a:cubicBezTo>
                    <a:pt x="3859" y="3822"/>
                    <a:pt x="4359" y="3310"/>
                    <a:pt x="4359" y="2679"/>
                  </a:cubicBezTo>
                  <a:lnTo>
                    <a:pt x="4359" y="1131"/>
                  </a:lnTo>
                  <a:cubicBezTo>
                    <a:pt x="4359" y="500"/>
                    <a:pt x="3859" y="0"/>
                    <a:pt x="3228" y="0"/>
                  </a:cubicBezTo>
                  <a:close/>
                </a:path>
              </a:pathLst>
            </a:custGeom>
            <a:solidFill>
              <a:srgbClr val="821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5" name="Google Shape;935;p10"/>
            <p:cNvSpPr/>
            <p:nvPr/>
          </p:nvSpPr>
          <p:spPr>
            <a:xfrm>
              <a:off x="1544390" y="277825"/>
              <a:ext cx="142964" cy="124648"/>
            </a:xfrm>
            <a:custGeom>
              <a:avLst/>
              <a:gdLst/>
              <a:ahLst/>
              <a:cxnLst/>
              <a:rect l="l" t="t" r="r" b="b"/>
              <a:pathLst>
                <a:path w="4371" h="3811" extrusionOk="0">
                  <a:moveTo>
                    <a:pt x="1144" y="0"/>
                  </a:moveTo>
                  <a:cubicBezTo>
                    <a:pt x="513" y="0"/>
                    <a:pt x="13" y="512"/>
                    <a:pt x="1" y="1132"/>
                  </a:cubicBezTo>
                  <a:lnTo>
                    <a:pt x="1" y="2679"/>
                  </a:lnTo>
                  <a:cubicBezTo>
                    <a:pt x="13" y="3310"/>
                    <a:pt x="513" y="3810"/>
                    <a:pt x="1144" y="3810"/>
                  </a:cubicBezTo>
                  <a:lnTo>
                    <a:pt x="3228" y="3810"/>
                  </a:lnTo>
                  <a:cubicBezTo>
                    <a:pt x="3859" y="3810"/>
                    <a:pt x="4359" y="3310"/>
                    <a:pt x="4371" y="2679"/>
                  </a:cubicBezTo>
                  <a:lnTo>
                    <a:pt x="4371" y="1132"/>
                  </a:lnTo>
                  <a:cubicBezTo>
                    <a:pt x="4359" y="512"/>
                    <a:pt x="3859" y="0"/>
                    <a:pt x="3228" y="0"/>
                  </a:cubicBezTo>
                  <a:close/>
                </a:path>
              </a:pathLst>
            </a:custGeom>
            <a:solidFill>
              <a:srgbClr val="821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6" name="Google Shape;936;p10"/>
            <p:cNvSpPr/>
            <p:nvPr/>
          </p:nvSpPr>
          <p:spPr>
            <a:xfrm>
              <a:off x="1575776" y="-148189"/>
              <a:ext cx="79872" cy="529240"/>
            </a:xfrm>
            <a:custGeom>
              <a:avLst/>
              <a:gdLst/>
              <a:ahLst/>
              <a:cxnLst/>
              <a:rect l="l" t="t" r="r" b="b"/>
              <a:pathLst>
                <a:path w="2442" h="16181" extrusionOk="0">
                  <a:moveTo>
                    <a:pt x="1215" y="0"/>
                  </a:moveTo>
                  <a:cubicBezTo>
                    <a:pt x="917" y="0"/>
                    <a:pt x="631" y="119"/>
                    <a:pt x="405" y="310"/>
                  </a:cubicBezTo>
                  <a:lnTo>
                    <a:pt x="381" y="333"/>
                  </a:lnTo>
                  <a:cubicBezTo>
                    <a:pt x="358" y="369"/>
                    <a:pt x="322" y="393"/>
                    <a:pt x="298" y="429"/>
                  </a:cubicBezTo>
                  <a:cubicBezTo>
                    <a:pt x="274" y="452"/>
                    <a:pt x="250" y="476"/>
                    <a:pt x="238" y="500"/>
                  </a:cubicBezTo>
                  <a:cubicBezTo>
                    <a:pt x="215" y="524"/>
                    <a:pt x="191" y="560"/>
                    <a:pt x="179" y="595"/>
                  </a:cubicBezTo>
                  <a:cubicBezTo>
                    <a:pt x="155" y="631"/>
                    <a:pt x="143" y="655"/>
                    <a:pt x="119" y="691"/>
                  </a:cubicBezTo>
                  <a:cubicBezTo>
                    <a:pt x="107" y="726"/>
                    <a:pt x="96" y="750"/>
                    <a:pt x="84" y="786"/>
                  </a:cubicBezTo>
                  <a:cubicBezTo>
                    <a:pt x="60" y="833"/>
                    <a:pt x="48" y="869"/>
                    <a:pt x="36" y="917"/>
                  </a:cubicBezTo>
                  <a:cubicBezTo>
                    <a:pt x="36" y="941"/>
                    <a:pt x="24" y="964"/>
                    <a:pt x="24" y="1000"/>
                  </a:cubicBezTo>
                  <a:cubicBezTo>
                    <a:pt x="0" y="1072"/>
                    <a:pt x="0" y="1143"/>
                    <a:pt x="0" y="1226"/>
                  </a:cubicBezTo>
                  <a:lnTo>
                    <a:pt x="0" y="14954"/>
                  </a:lnTo>
                  <a:cubicBezTo>
                    <a:pt x="0" y="15633"/>
                    <a:pt x="548" y="16181"/>
                    <a:pt x="1215" y="16181"/>
                  </a:cubicBezTo>
                  <a:cubicBezTo>
                    <a:pt x="1298" y="16181"/>
                    <a:pt x="1381" y="16169"/>
                    <a:pt x="1465" y="16157"/>
                  </a:cubicBezTo>
                  <a:lnTo>
                    <a:pt x="1501" y="16145"/>
                  </a:lnTo>
                  <a:cubicBezTo>
                    <a:pt x="1572" y="16121"/>
                    <a:pt x="1643" y="16097"/>
                    <a:pt x="1715" y="16073"/>
                  </a:cubicBezTo>
                  <a:lnTo>
                    <a:pt x="1727" y="16073"/>
                  </a:lnTo>
                  <a:cubicBezTo>
                    <a:pt x="1882" y="16002"/>
                    <a:pt x="2012" y="15907"/>
                    <a:pt x="2120" y="15788"/>
                  </a:cubicBezTo>
                  <a:cubicBezTo>
                    <a:pt x="2322" y="15561"/>
                    <a:pt x="2441" y="15276"/>
                    <a:pt x="2441" y="14966"/>
                  </a:cubicBezTo>
                  <a:lnTo>
                    <a:pt x="2441" y="1226"/>
                  </a:lnTo>
                  <a:cubicBezTo>
                    <a:pt x="2441" y="548"/>
                    <a:pt x="1893" y="0"/>
                    <a:pt x="1215" y="0"/>
                  </a:cubicBezTo>
                  <a:close/>
                </a:path>
              </a:pathLst>
            </a:custGeom>
            <a:solidFill>
              <a:srgbClr val="272425">
                <a:alpha val="200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7" name="Google Shape;937;p10"/>
            <p:cNvSpPr/>
            <p:nvPr/>
          </p:nvSpPr>
          <p:spPr>
            <a:xfrm>
              <a:off x="1585883" y="-148189"/>
              <a:ext cx="80264" cy="529240"/>
            </a:xfrm>
            <a:custGeom>
              <a:avLst/>
              <a:gdLst/>
              <a:ahLst/>
              <a:cxnLst/>
              <a:rect l="l" t="t" r="r" b="b"/>
              <a:pathLst>
                <a:path w="2454" h="16181" extrusionOk="0">
                  <a:moveTo>
                    <a:pt x="1144" y="0"/>
                  </a:moveTo>
                  <a:cubicBezTo>
                    <a:pt x="1061" y="0"/>
                    <a:pt x="977" y="24"/>
                    <a:pt x="882" y="48"/>
                  </a:cubicBezTo>
                  <a:cubicBezTo>
                    <a:pt x="846" y="60"/>
                    <a:pt x="799" y="71"/>
                    <a:pt x="751" y="83"/>
                  </a:cubicBezTo>
                  <a:cubicBezTo>
                    <a:pt x="727" y="107"/>
                    <a:pt x="691" y="119"/>
                    <a:pt x="656" y="131"/>
                  </a:cubicBezTo>
                  <a:cubicBezTo>
                    <a:pt x="620" y="155"/>
                    <a:pt x="608" y="167"/>
                    <a:pt x="572" y="179"/>
                  </a:cubicBezTo>
                  <a:cubicBezTo>
                    <a:pt x="549" y="202"/>
                    <a:pt x="525" y="214"/>
                    <a:pt x="513" y="226"/>
                  </a:cubicBezTo>
                  <a:lnTo>
                    <a:pt x="441" y="274"/>
                  </a:lnTo>
                  <a:lnTo>
                    <a:pt x="394" y="322"/>
                  </a:lnTo>
                  <a:cubicBezTo>
                    <a:pt x="382" y="333"/>
                    <a:pt x="358" y="357"/>
                    <a:pt x="346" y="369"/>
                  </a:cubicBezTo>
                  <a:cubicBezTo>
                    <a:pt x="334" y="381"/>
                    <a:pt x="310" y="393"/>
                    <a:pt x="299" y="417"/>
                  </a:cubicBezTo>
                  <a:cubicBezTo>
                    <a:pt x="287" y="429"/>
                    <a:pt x="275" y="441"/>
                    <a:pt x="263" y="464"/>
                  </a:cubicBezTo>
                  <a:cubicBezTo>
                    <a:pt x="251" y="476"/>
                    <a:pt x="239" y="488"/>
                    <a:pt x="227" y="512"/>
                  </a:cubicBezTo>
                  <a:lnTo>
                    <a:pt x="191" y="560"/>
                  </a:lnTo>
                  <a:lnTo>
                    <a:pt x="168" y="607"/>
                  </a:lnTo>
                  <a:lnTo>
                    <a:pt x="144" y="655"/>
                  </a:lnTo>
                  <a:cubicBezTo>
                    <a:pt x="132" y="667"/>
                    <a:pt x="120" y="679"/>
                    <a:pt x="120" y="703"/>
                  </a:cubicBezTo>
                  <a:cubicBezTo>
                    <a:pt x="108" y="714"/>
                    <a:pt x="96" y="726"/>
                    <a:pt x="96" y="750"/>
                  </a:cubicBezTo>
                  <a:cubicBezTo>
                    <a:pt x="84" y="762"/>
                    <a:pt x="84" y="774"/>
                    <a:pt x="72" y="786"/>
                  </a:cubicBezTo>
                  <a:lnTo>
                    <a:pt x="60" y="833"/>
                  </a:lnTo>
                  <a:lnTo>
                    <a:pt x="49" y="881"/>
                  </a:lnTo>
                  <a:cubicBezTo>
                    <a:pt x="49" y="905"/>
                    <a:pt x="37" y="917"/>
                    <a:pt x="37" y="929"/>
                  </a:cubicBezTo>
                  <a:cubicBezTo>
                    <a:pt x="25" y="953"/>
                    <a:pt x="25" y="964"/>
                    <a:pt x="25" y="976"/>
                  </a:cubicBezTo>
                  <a:cubicBezTo>
                    <a:pt x="25" y="1000"/>
                    <a:pt x="25" y="1012"/>
                    <a:pt x="13" y="1024"/>
                  </a:cubicBezTo>
                  <a:cubicBezTo>
                    <a:pt x="13" y="1048"/>
                    <a:pt x="13" y="1060"/>
                    <a:pt x="13" y="1072"/>
                  </a:cubicBezTo>
                  <a:cubicBezTo>
                    <a:pt x="1" y="1095"/>
                    <a:pt x="13" y="1107"/>
                    <a:pt x="13" y="1119"/>
                  </a:cubicBezTo>
                  <a:lnTo>
                    <a:pt x="13" y="1167"/>
                  </a:lnTo>
                  <a:lnTo>
                    <a:pt x="13" y="1214"/>
                  </a:lnTo>
                  <a:lnTo>
                    <a:pt x="13" y="14954"/>
                  </a:lnTo>
                  <a:cubicBezTo>
                    <a:pt x="13" y="14966"/>
                    <a:pt x="13" y="14978"/>
                    <a:pt x="13" y="14990"/>
                  </a:cubicBezTo>
                  <a:lnTo>
                    <a:pt x="13" y="15050"/>
                  </a:lnTo>
                  <a:lnTo>
                    <a:pt x="13" y="15097"/>
                  </a:lnTo>
                  <a:cubicBezTo>
                    <a:pt x="13" y="15109"/>
                    <a:pt x="13" y="15121"/>
                    <a:pt x="13" y="15145"/>
                  </a:cubicBezTo>
                  <a:cubicBezTo>
                    <a:pt x="25" y="15157"/>
                    <a:pt x="13" y="15169"/>
                    <a:pt x="25" y="15192"/>
                  </a:cubicBezTo>
                  <a:cubicBezTo>
                    <a:pt x="25" y="15204"/>
                    <a:pt x="25" y="15216"/>
                    <a:pt x="37" y="15240"/>
                  </a:cubicBezTo>
                  <a:cubicBezTo>
                    <a:pt x="49" y="15252"/>
                    <a:pt x="37" y="15276"/>
                    <a:pt x="49" y="15288"/>
                  </a:cubicBezTo>
                  <a:cubicBezTo>
                    <a:pt x="49" y="15300"/>
                    <a:pt x="60" y="15323"/>
                    <a:pt x="60" y="15335"/>
                  </a:cubicBezTo>
                  <a:cubicBezTo>
                    <a:pt x="72" y="15347"/>
                    <a:pt x="72" y="15371"/>
                    <a:pt x="84" y="15383"/>
                  </a:cubicBezTo>
                  <a:cubicBezTo>
                    <a:pt x="84" y="15407"/>
                    <a:pt x="96" y="15419"/>
                    <a:pt x="96" y="15431"/>
                  </a:cubicBezTo>
                  <a:cubicBezTo>
                    <a:pt x="96" y="15454"/>
                    <a:pt x="108" y="15466"/>
                    <a:pt x="120" y="15478"/>
                  </a:cubicBezTo>
                  <a:cubicBezTo>
                    <a:pt x="132" y="15502"/>
                    <a:pt x="132" y="15514"/>
                    <a:pt x="144" y="15526"/>
                  </a:cubicBezTo>
                  <a:cubicBezTo>
                    <a:pt x="156" y="15550"/>
                    <a:pt x="168" y="15561"/>
                    <a:pt x="179" y="15585"/>
                  </a:cubicBezTo>
                  <a:cubicBezTo>
                    <a:pt x="179" y="15597"/>
                    <a:pt x="191" y="15609"/>
                    <a:pt x="203" y="15633"/>
                  </a:cubicBezTo>
                  <a:cubicBezTo>
                    <a:pt x="215" y="15645"/>
                    <a:pt x="227" y="15657"/>
                    <a:pt x="239" y="15681"/>
                  </a:cubicBezTo>
                  <a:cubicBezTo>
                    <a:pt x="251" y="15692"/>
                    <a:pt x="263" y="15716"/>
                    <a:pt x="275" y="15728"/>
                  </a:cubicBezTo>
                  <a:lnTo>
                    <a:pt x="322" y="15776"/>
                  </a:lnTo>
                  <a:lnTo>
                    <a:pt x="370" y="15823"/>
                  </a:lnTo>
                  <a:lnTo>
                    <a:pt x="418" y="15871"/>
                  </a:lnTo>
                  <a:cubicBezTo>
                    <a:pt x="441" y="15895"/>
                    <a:pt x="453" y="15907"/>
                    <a:pt x="477" y="15931"/>
                  </a:cubicBezTo>
                  <a:cubicBezTo>
                    <a:pt x="501" y="15942"/>
                    <a:pt x="525" y="15954"/>
                    <a:pt x="549" y="15978"/>
                  </a:cubicBezTo>
                  <a:cubicBezTo>
                    <a:pt x="608" y="16014"/>
                    <a:pt x="668" y="16050"/>
                    <a:pt x="727" y="16073"/>
                  </a:cubicBezTo>
                  <a:cubicBezTo>
                    <a:pt x="775" y="16097"/>
                    <a:pt x="822" y="16109"/>
                    <a:pt x="870" y="16121"/>
                  </a:cubicBezTo>
                  <a:cubicBezTo>
                    <a:pt x="977" y="16157"/>
                    <a:pt x="1096" y="16181"/>
                    <a:pt x="1215" y="16181"/>
                  </a:cubicBezTo>
                  <a:lnTo>
                    <a:pt x="1227" y="16181"/>
                  </a:lnTo>
                  <a:cubicBezTo>
                    <a:pt x="1334" y="16181"/>
                    <a:pt x="1442" y="16169"/>
                    <a:pt x="1549" y="16133"/>
                  </a:cubicBezTo>
                  <a:cubicBezTo>
                    <a:pt x="1596" y="16121"/>
                    <a:pt x="1644" y="16109"/>
                    <a:pt x="1692" y="16085"/>
                  </a:cubicBezTo>
                  <a:cubicBezTo>
                    <a:pt x="1727" y="16073"/>
                    <a:pt x="1751" y="16062"/>
                    <a:pt x="1787" y="16038"/>
                  </a:cubicBezTo>
                  <a:cubicBezTo>
                    <a:pt x="1823" y="16026"/>
                    <a:pt x="1846" y="16014"/>
                    <a:pt x="1870" y="15990"/>
                  </a:cubicBezTo>
                  <a:lnTo>
                    <a:pt x="1942" y="15942"/>
                  </a:lnTo>
                  <a:lnTo>
                    <a:pt x="2001" y="15895"/>
                  </a:lnTo>
                  <a:lnTo>
                    <a:pt x="2061" y="15847"/>
                  </a:lnTo>
                  <a:lnTo>
                    <a:pt x="2108" y="15800"/>
                  </a:lnTo>
                  <a:lnTo>
                    <a:pt x="2144" y="15752"/>
                  </a:lnTo>
                  <a:cubicBezTo>
                    <a:pt x="2156" y="15740"/>
                    <a:pt x="2168" y="15716"/>
                    <a:pt x="2192" y="15704"/>
                  </a:cubicBezTo>
                  <a:lnTo>
                    <a:pt x="2227" y="15657"/>
                  </a:lnTo>
                  <a:lnTo>
                    <a:pt x="2251" y="15609"/>
                  </a:lnTo>
                  <a:lnTo>
                    <a:pt x="2287" y="15561"/>
                  </a:lnTo>
                  <a:cubicBezTo>
                    <a:pt x="2299" y="15538"/>
                    <a:pt x="2299" y="15526"/>
                    <a:pt x="2311" y="15514"/>
                  </a:cubicBezTo>
                  <a:cubicBezTo>
                    <a:pt x="2323" y="15490"/>
                    <a:pt x="2323" y="15478"/>
                    <a:pt x="2335" y="15466"/>
                  </a:cubicBezTo>
                  <a:cubicBezTo>
                    <a:pt x="2346" y="15442"/>
                    <a:pt x="2346" y="15431"/>
                    <a:pt x="2358" y="15419"/>
                  </a:cubicBezTo>
                  <a:cubicBezTo>
                    <a:pt x="2358" y="15395"/>
                    <a:pt x="2370" y="15383"/>
                    <a:pt x="2370" y="15371"/>
                  </a:cubicBezTo>
                  <a:cubicBezTo>
                    <a:pt x="2370" y="15347"/>
                    <a:pt x="2382" y="15335"/>
                    <a:pt x="2394" y="15311"/>
                  </a:cubicBezTo>
                  <a:cubicBezTo>
                    <a:pt x="2394" y="15300"/>
                    <a:pt x="2394" y="15288"/>
                    <a:pt x="2406" y="15264"/>
                  </a:cubicBezTo>
                  <a:cubicBezTo>
                    <a:pt x="2406" y="15252"/>
                    <a:pt x="2418" y="15240"/>
                    <a:pt x="2418" y="15216"/>
                  </a:cubicBezTo>
                  <a:cubicBezTo>
                    <a:pt x="2418" y="15204"/>
                    <a:pt x="2418" y="15192"/>
                    <a:pt x="2430" y="15169"/>
                  </a:cubicBezTo>
                  <a:cubicBezTo>
                    <a:pt x="2430" y="15157"/>
                    <a:pt x="2430" y="15133"/>
                    <a:pt x="2430" y="15121"/>
                  </a:cubicBezTo>
                  <a:cubicBezTo>
                    <a:pt x="2430" y="15109"/>
                    <a:pt x="2430" y="15085"/>
                    <a:pt x="2442" y="15073"/>
                  </a:cubicBezTo>
                  <a:cubicBezTo>
                    <a:pt x="2442" y="15061"/>
                    <a:pt x="2442" y="15038"/>
                    <a:pt x="2442" y="15026"/>
                  </a:cubicBezTo>
                  <a:lnTo>
                    <a:pt x="2442" y="14978"/>
                  </a:lnTo>
                  <a:lnTo>
                    <a:pt x="2442" y="1214"/>
                  </a:lnTo>
                  <a:lnTo>
                    <a:pt x="2454" y="1214"/>
                  </a:lnTo>
                  <a:lnTo>
                    <a:pt x="2454" y="1167"/>
                  </a:lnTo>
                  <a:lnTo>
                    <a:pt x="2454" y="1119"/>
                  </a:lnTo>
                  <a:lnTo>
                    <a:pt x="2454" y="1072"/>
                  </a:lnTo>
                  <a:cubicBezTo>
                    <a:pt x="2442" y="1060"/>
                    <a:pt x="2442" y="1036"/>
                    <a:pt x="2442" y="1024"/>
                  </a:cubicBezTo>
                  <a:lnTo>
                    <a:pt x="2442" y="976"/>
                  </a:lnTo>
                  <a:cubicBezTo>
                    <a:pt x="2442" y="964"/>
                    <a:pt x="2430" y="941"/>
                    <a:pt x="2430" y="929"/>
                  </a:cubicBezTo>
                  <a:cubicBezTo>
                    <a:pt x="2430" y="905"/>
                    <a:pt x="2430" y="893"/>
                    <a:pt x="2418" y="881"/>
                  </a:cubicBezTo>
                  <a:cubicBezTo>
                    <a:pt x="2406" y="869"/>
                    <a:pt x="2406" y="845"/>
                    <a:pt x="2406" y="833"/>
                  </a:cubicBezTo>
                  <a:cubicBezTo>
                    <a:pt x="2394" y="822"/>
                    <a:pt x="2394" y="798"/>
                    <a:pt x="2382" y="786"/>
                  </a:cubicBezTo>
                  <a:cubicBezTo>
                    <a:pt x="2382" y="762"/>
                    <a:pt x="2370" y="750"/>
                    <a:pt x="2370" y="738"/>
                  </a:cubicBezTo>
                  <a:cubicBezTo>
                    <a:pt x="2370" y="714"/>
                    <a:pt x="2346" y="703"/>
                    <a:pt x="2346" y="691"/>
                  </a:cubicBezTo>
                  <a:lnTo>
                    <a:pt x="2299" y="643"/>
                  </a:lnTo>
                  <a:cubicBezTo>
                    <a:pt x="2287" y="619"/>
                    <a:pt x="2275" y="607"/>
                    <a:pt x="2275" y="595"/>
                  </a:cubicBezTo>
                  <a:cubicBezTo>
                    <a:pt x="2263" y="572"/>
                    <a:pt x="2251" y="560"/>
                    <a:pt x="2239" y="548"/>
                  </a:cubicBezTo>
                  <a:cubicBezTo>
                    <a:pt x="2227" y="524"/>
                    <a:pt x="2215" y="512"/>
                    <a:pt x="2204" y="500"/>
                  </a:cubicBezTo>
                  <a:lnTo>
                    <a:pt x="2168" y="452"/>
                  </a:lnTo>
                  <a:lnTo>
                    <a:pt x="2120" y="393"/>
                  </a:lnTo>
                  <a:lnTo>
                    <a:pt x="2084" y="345"/>
                  </a:lnTo>
                  <a:lnTo>
                    <a:pt x="2025" y="298"/>
                  </a:lnTo>
                  <a:cubicBezTo>
                    <a:pt x="2013" y="286"/>
                    <a:pt x="1989" y="274"/>
                    <a:pt x="1965" y="250"/>
                  </a:cubicBezTo>
                  <a:lnTo>
                    <a:pt x="1906" y="202"/>
                  </a:lnTo>
                  <a:lnTo>
                    <a:pt x="1823" y="155"/>
                  </a:lnTo>
                  <a:cubicBezTo>
                    <a:pt x="1787" y="143"/>
                    <a:pt x="1751" y="119"/>
                    <a:pt x="1727" y="107"/>
                  </a:cubicBezTo>
                  <a:cubicBezTo>
                    <a:pt x="1680" y="95"/>
                    <a:pt x="1644" y="71"/>
                    <a:pt x="1596" y="60"/>
                  </a:cubicBezTo>
                  <a:cubicBezTo>
                    <a:pt x="1513" y="36"/>
                    <a:pt x="1430" y="12"/>
                    <a:pt x="1346" y="12"/>
                  </a:cubicBezTo>
                  <a:cubicBezTo>
                    <a:pt x="1311" y="0"/>
                    <a:pt x="1263" y="0"/>
                    <a:pt x="122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8" name="Google Shape;938;p10"/>
            <p:cNvSpPr/>
            <p:nvPr/>
          </p:nvSpPr>
          <p:spPr>
            <a:xfrm>
              <a:off x="1174077" y="-169612"/>
              <a:ext cx="142539" cy="125041"/>
            </a:xfrm>
            <a:custGeom>
              <a:avLst/>
              <a:gdLst/>
              <a:ahLst/>
              <a:cxnLst/>
              <a:rect l="l" t="t" r="r" b="b"/>
              <a:pathLst>
                <a:path w="4358" h="3823" extrusionOk="0">
                  <a:moveTo>
                    <a:pt x="1143" y="0"/>
                  </a:moveTo>
                  <a:cubicBezTo>
                    <a:pt x="512" y="0"/>
                    <a:pt x="0" y="512"/>
                    <a:pt x="0" y="1131"/>
                  </a:cubicBezTo>
                  <a:lnTo>
                    <a:pt x="0" y="2679"/>
                  </a:lnTo>
                  <a:cubicBezTo>
                    <a:pt x="0" y="3310"/>
                    <a:pt x="512" y="3810"/>
                    <a:pt x="1143" y="3822"/>
                  </a:cubicBezTo>
                  <a:lnTo>
                    <a:pt x="3227" y="3822"/>
                  </a:lnTo>
                  <a:cubicBezTo>
                    <a:pt x="3846" y="3810"/>
                    <a:pt x="4358" y="3310"/>
                    <a:pt x="4358" y="2679"/>
                  </a:cubicBezTo>
                  <a:lnTo>
                    <a:pt x="4358" y="1131"/>
                  </a:lnTo>
                  <a:cubicBezTo>
                    <a:pt x="4358" y="512"/>
                    <a:pt x="3846" y="0"/>
                    <a:pt x="3227" y="0"/>
                  </a:cubicBezTo>
                  <a:close/>
                </a:path>
              </a:pathLst>
            </a:custGeom>
            <a:solidFill>
              <a:srgbClr val="821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9" name="Google Shape;939;p10"/>
            <p:cNvSpPr/>
            <p:nvPr/>
          </p:nvSpPr>
          <p:spPr>
            <a:xfrm>
              <a:off x="1174077" y="277825"/>
              <a:ext cx="142539" cy="124648"/>
            </a:xfrm>
            <a:custGeom>
              <a:avLst/>
              <a:gdLst/>
              <a:ahLst/>
              <a:cxnLst/>
              <a:rect l="l" t="t" r="r" b="b"/>
              <a:pathLst>
                <a:path w="4358" h="3811" extrusionOk="0">
                  <a:moveTo>
                    <a:pt x="1131" y="0"/>
                  </a:moveTo>
                  <a:cubicBezTo>
                    <a:pt x="500" y="0"/>
                    <a:pt x="0" y="501"/>
                    <a:pt x="0" y="1132"/>
                  </a:cubicBezTo>
                  <a:lnTo>
                    <a:pt x="0" y="2679"/>
                  </a:lnTo>
                  <a:cubicBezTo>
                    <a:pt x="0" y="3298"/>
                    <a:pt x="500" y="3810"/>
                    <a:pt x="1131" y="3810"/>
                  </a:cubicBezTo>
                  <a:lnTo>
                    <a:pt x="3215" y="3810"/>
                  </a:lnTo>
                  <a:cubicBezTo>
                    <a:pt x="3846" y="3810"/>
                    <a:pt x="4358" y="3298"/>
                    <a:pt x="4358" y="2679"/>
                  </a:cubicBezTo>
                  <a:lnTo>
                    <a:pt x="4358" y="1132"/>
                  </a:lnTo>
                  <a:cubicBezTo>
                    <a:pt x="4358" y="512"/>
                    <a:pt x="3846" y="0"/>
                    <a:pt x="3215" y="0"/>
                  </a:cubicBezTo>
                  <a:close/>
                </a:path>
              </a:pathLst>
            </a:custGeom>
            <a:solidFill>
              <a:srgbClr val="821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0" name="Google Shape;940;p10"/>
            <p:cNvSpPr/>
            <p:nvPr/>
          </p:nvSpPr>
          <p:spPr>
            <a:xfrm>
              <a:off x="1205038" y="-148189"/>
              <a:ext cx="79872" cy="529240"/>
            </a:xfrm>
            <a:custGeom>
              <a:avLst/>
              <a:gdLst/>
              <a:ahLst/>
              <a:cxnLst/>
              <a:rect l="l" t="t" r="r" b="b"/>
              <a:pathLst>
                <a:path w="2442" h="16181" extrusionOk="0">
                  <a:moveTo>
                    <a:pt x="1227" y="0"/>
                  </a:moveTo>
                  <a:cubicBezTo>
                    <a:pt x="917" y="0"/>
                    <a:pt x="632" y="119"/>
                    <a:pt x="405" y="310"/>
                  </a:cubicBezTo>
                  <a:lnTo>
                    <a:pt x="393" y="333"/>
                  </a:lnTo>
                  <a:cubicBezTo>
                    <a:pt x="358" y="369"/>
                    <a:pt x="322" y="393"/>
                    <a:pt x="298" y="429"/>
                  </a:cubicBezTo>
                  <a:cubicBezTo>
                    <a:pt x="274" y="452"/>
                    <a:pt x="263" y="476"/>
                    <a:pt x="239" y="500"/>
                  </a:cubicBezTo>
                  <a:cubicBezTo>
                    <a:pt x="215" y="524"/>
                    <a:pt x="191" y="560"/>
                    <a:pt x="179" y="595"/>
                  </a:cubicBezTo>
                  <a:cubicBezTo>
                    <a:pt x="155" y="631"/>
                    <a:pt x="143" y="655"/>
                    <a:pt x="120" y="691"/>
                  </a:cubicBezTo>
                  <a:cubicBezTo>
                    <a:pt x="108" y="726"/>
                    <a:pt x="96" y="750"/>
                    <a:pt x="84" y="786"/>
                  </a:cubicBezTo>
                  <a:cubicBezTo>
                    <a:pt x="72" y="833"/>
                    <a:pt x="48" y="869"/>
                    <a:pt x="36" y="917"/>
                  </a:cubicBezTo>
                  <a:cubicBezTo>
                    <a:pt x="36" y="941"/>
                    <a:pt x="24" y="964"/>
                    <a:pt x="24" y="1000"/>
                  </a:cubicBezTo>
                  <a:cubicBezTo>
                    <a:pt x="1" y="1072"/>
                    <a:pt x="1" y="1143"/>
                    <a:pt x="1" y="1226"/>
                  </a:cubicBezTo>
                  <a:lnTo>
                    <a:pt x="1" y="14954"/>
                  </a:lnTo>
                  <a:cubicBezTo>
                    <a:pt x="1" y="15633"/>
                    <a:pt x="548" y="16181"/>
                    <a:pt x="1227" y="16181"/>
                  </a:cubicBezTo>
                  <a:cubicBezTo>
                    <a:pt x="1310" y="16181"/>
                    <a:pt x="1394" y="16169"/>
                    <a:pt x="1477" y="16157"/>
                  </a:cubicBezTo>
                  <a:lnTo>
                    <a:pt x="1513" y="16145"/>
                  </a:lnTo>
                  <a:cubicBezTo>
                    <a:pt x="1584" y="16121"/>
                    <a:pt x="1656" y="16097"/>
                    <a:pt x="1715" y="16073"/>
                  </a:cubicBezTo>
                  <a:lnTo>
                    <a:pt x="1739" y="16073"/>
                  </a:lnTo>
                  <a:cubicBezTo>
                    <a:pt x="1882" y="16002"/>
                    <a:pt x="2013" y="15907"/>
                    <a:pt x="2120" y="15788"/>
                  </a:cubicBezTo>
                  <a:cubicBezTo>
                    <a:pt x="2322" y="15561"/>
                    <a:pt x="2441" y="15276"/>
                    <a:pt x="2441" y="14966"/>
                  </a:cubicBezTo>
                  <a:lnTo>
                    <a:pt x="2441" y="1226"/>
                  </a:lnTo>
                  <a:cubicBezTo>
                    <a:pt x="2441" y="548"/>
                    <a:pt x="1894" y="0"/>
                    <a:pt x="1227" y="0"/>
                  </a:cubicBezTo>
                  <a:close/>
                </a:path>
              </a:pathLst>
            </a:custGeom>
            <a:solidFill>
              <a:srgbClr val="272425">
                <a:alpha val="200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1" name="Google Shape;941;p10"/>
            <p:cNvSpPr/>
            <p:nvPr/>
          </p:nvSpPr>
          <p:spPr>
            <a:xfrm>
              <a:off x="1216322" y="-148189"/>
              <a:ext cx="79479" cy="529240"/>
            </a:xfrm>
            <a:custGeom>
              <a:avLst/>
              <a:gdLst/>
              <a:ahLst/>
              <a:cxnLst/>
              <a:rect l="l" t="t" r="r" b="b"/>
              <a:pathLst>
                <a:path w="2430" h="16181" extrusionOk="0">
                  <a:moveTo>
                    <a:pt x="1132" y="0"/>
                  </a:moveTo>
                  <a:cubicBezTo>
                    <a:pt x="1049" y="0"/>
                    <a:pt x="965" y="24"/>
                    <a:pt x="882" y="48"/>
                  </a:cubicBezTo>
                  <a:cubicBezTo>
                    <a:pt x="834" y="60"/>
                    <a:pt x="787" y="71"/>
                    <a:pt x="739" y="83"/>
                  </a:cubicBezTo>
                  <a:cubicBezTo>
                    <a:pt x="715" y="107"/>
                    <a:pt x="680" y="119"/>
                    <a:pt x="644" y="131"/>
                  </a:cubicBezTo>
                  <a:lnTo>
                    <a:pt x="560" y="179"/>
                  </a:lnTo>
                  <a:lnTo>
                    <a:pt x="501" y="226"/>
                  </a:lnTo>
                  <a:cubicBezTo>
                    <a:pt x="477" y="238"/>
                    <a:pt x="453" y="262"/>
                    <a:pt x="429" y="274"/>
                  </a:cubicBezTo>
                  <a:lnTo>
                    <a:pt x="382" y="322"/>
                  </a:lnTo>
                  <a:lnTo>
                    <a:pt x="334" y="369"/>
                  </a:lnTo>
                  <a:cubicBezTo>
                    <a:pt x="322" y="381"/>
                    <a:pt x="310" y="393"/>
                    <a:pt x="287" y="417"/>
                  </a:cubicBezTo>
                  <a:lnTo>
                    <a:pt x="251" y="464"/>
                  </a:lnTo>
                  <a:lnTo>
                    <a:pt x="215" y="512"/>
                  </a:lnTo>
                  <a:lnTo>
                    <a:pt x="179" y="560"/>
                  </a:lnTo>
                  <a:cubicBezTo>
                    <a:pt x="179" y="572"/>
                    <a:pt x="168" y="583"/>
                    <a:pt x="156" y="607"/>
                  </a:cubicBezTo>
                  <a:cubicBezTo>
                    <a:pt x="144" y="619"/>
                    <a:pt x="144" y="631"/>
                    <a:pt x="132" y="655"/>
                  </a:cubicBezTo>
                  <a:lnTo>
                    <a:pt x="108" y="703"/>
                  </a:lnTo>
                  <a:lnTo>
                    <a:pt x="84" y="750"/>
                  </a:lnTo>
                  <a:cubicBezTo>
                    <a:pt x="84" y="762"/>
                    <a:pt x="72" y="774"/>
                    <a:pt x="72" y="786"/>
                  </a:cubicBezTo>
                  <a:lnTo>
                    <a:pt x="48" y="833"/>
                  </a:lnTo>
                  <a:lnTo>
                    <a:pt x="37" y="881"/>
                  </a:lnTo>
                  <a:lnTo>
                    <a:pt x="25" y="929"/>
                  </a:lnTo>
                  <a:cubicBezTo>
                    <a:pt x="25" y="953"/>
                    <a:pt x="13" y="964"/>
                    <a:pt x="13" y="976"/>
                  </a:cubicBezTo>
                  <a:cubicBezTo>
                    <a:pt x="13" y="1000"/>
                    <a:pt x="13" y="1012"/>
                    <a:pt x="13" y="1024"/>
                  </a:cubicBezTo>
                  <a:cubicBezTo>
                    <a:pt x="13" y="1048"/>
                    <a:pt x="13" y="1060"/>
                    <a:pt x="1" y="1072"/>
                  </a:cubicBezTo>
                  <a:lnTo>
                    <a:pt x="1" y="1119"/>
                  </a:lnTo>
                  <a:lnTo>
                    <a:pt x="1" y="1167"/>
                  </a:lnTo>
                  <a:lnTo>
                    <a:pt x="1" y="1214"/>
                  </a:lnTo>
                  <a:lnTo>
                    <a:pt x="1" y="14954"/>
                  </a:lnTo>
                  <a:lnTo>
                    <a:pt x="1" y="14990"/>
                  </a:lnTo>
                  <a:lnTo>
                    <a:pt x="1" y="15050"/>
                  </a:lnTo>
                  <a:lnTo>
                    <a:pt x="1" y="15097"/>
                  </a:lnTo>
                  <a:lnTo>
                    <a:pt x="1" y="15145"/>
                  </a:lnTo>
                  <a:cubicBezTo>
                    <a:pt x="1" y="15157"/>
                    <a:pt x="1" y="15169"/>
                    <a:pt x="13" y="15192"/>
                  </a:cubicBezTo>
                  <a:cubicBezTo>
                    <a:pt x="25" y="15204"/>
                    <a:pt x="25" y="15216"/>
                    <a:pt x="25" y="15240"/>
                  </a:cubicBezTo>
                  <a:cubicBezTo>
                    <a:pt x="25" y="15252"/>
                    <a:pt x="25" y="15276"/>
                    <a:pt x="37" y="15288"/>
                  </a:cubicBezTo>
                  <a:cubicBezTo>
                    <a:pt x="48" y="15300"/>
                    <a:pt x="48" y="15323"/>
                    <a:pt x="48" y="15335"/>
                  </a:cubicBezTo>
                  <a:cubicBezTo>
                    <a:pt x="60" y="15347"/>
                    <a:pt x="60" y="15371"/>
                    <a:pt x="72" y="15383"/>
                  </a:cubicBezTo>
                  <a:cubicBezTo>
                    <a:pt x="72" y="15407"/>
                    <a:pt x="84" y="15419"/>
                    <a:pt x="84" y="15431"/>
                  </a:cubicBezTo>
                  <a:cubicBezTo>
                    <a:pt x="96" y="15454"/>
                    <a:pt x="96" y="15466"/>
                    <a:pt x="108" y="15478"/>
                  </a:cubicBezTo>
                  <a:cubicBezTo>
                    <a:pt x="120" y="15502"/>
                    <a:pt x="120" y="15514"/>
                    <a:pt x="132" y="15526"/>
                  </a:cubicBezTo>
                  <a:cubicBezTo>
                    <a:pt x="168" y="15597"/>
                    <a:pt x="156" y="15573"/>
                    <a:pt x="191" y="15633"/>
                  </a:cubicBezTo>
                  <a:cubicBezTo>
                    <a:pt x="203" y="15645"/>
                    <a:pt x="215" y="15669"/>
                    <a:pt x="227" y="15681"/>
                  </a:cubicBezTo>
                  <a:lnTo>
                    <a:pt x="263" y="15728"/>
                  </a:lnTo>
                  <a:lnTo>
                    <a:pt x="310" y="15776"/>
                  </a:lnTo>
                  <a:lnTo>
                    <a:pt x="358" y="15823"/>
                  </a:lnTo>
                  <a:lnTo>
                    <a:pt x="406" y="15871"/>
                  </a:lnTo>
                  <a:cubicBezTo>
                    <a:pt x="429" y="15895"/>
                    <a:pt x="453" y="15907"/>
                    <a:pt x="465" y="15931"/>
                  </a:cubicBezTo>
                  <a:lnTo>
                    <a:pt x="537" y="15978"/>
                  </a:lnTo>
                  <a:cubicBezTo>
                    <a:pt x="596" y="16014"/>
                    <a:pt x="656" y="16050"/>
                    <a:pt x="715" y="16073"/>
                  </a:cubicBezTo>
                  <a:cubicBezTo>
                    <a:pt x="763" y="16097"/>
                    <a:pt x="810" y="16109"/>
                    <a:pt x="846" y="16121"/>
                  </a:cubicBezTo>
                  <a:cubicBezTo>
                    <a:pt x="965" y="16157"/>
                    <a:pt x="1084" y="16181"/>
                    <a:pt x="1203" y="16181"/>
                  </a:cubicBezTo>
                  <a:lnTo>
                    <a:pt x="1215" y="16181"/>
                  </a:lnTo>
                  <a:cubicBezTo>
                    <a:pt x="1322" y="16181"/>
                    <a:pt x="1430" y="16169"/>
                    <a:pt x="1537" y="16133"/>
                  </a:cubicBezTo>
                  <a:cubicBezTo>
                    <a:pt x="1584" y="16121"/>
                    <a:pt x="1632" y="16109"/>
                    <a:pt x="1680" y="16085"/>
                  </a:cubicBezTo>
                  <a:lnTo>
                    <a:pt x="1775" y="16038"/>
                  </a:lnTo>
                  <a:lnTo>
                    <a:pt x="1858" y="15990"/>
                  </a:lnTo>
                  <a:lnTo>
                    <a:pt x="1930" y="15942"/>
                  </a:lnTo>
                  <a:cubicBezTo>
                    <a:pt x="1953" y="15931"/>
                    <a:pt x="1977" y="15919"/>
                    <a:pt x="1989" y="15907"/>
                  </a:cubicBezTo>
                  <a:lnTo>
                    <a:pt x="2049" y="15859"/>
                  </a:lnTo>
                  <a:cubicBezTo>
                    <a:pt x="2061" y="15835"/>
                    <a:pt x="2084" y="15823"/>
                    <a:pt x="2096" y="15812"/>
                  </a:cubicBezTo>
                  <a:lnTo>
                    <a:pt x="2144" y="15752"/>
                  </a:lnTo>
                  <a:cubicBezTo>
                    <a:pt x="2156" y="15740"/>
                    <a:pt x="2168" y="15728"/>
                    <a:pt x="2180" y="15704"/>
                  </a:cubicBezTo>
                  <a:cubicBezTo>
                    <a:pt x="2192" y="15692"/>
                    <a:pt x="2204" y="15681"/>
                    <a:pt x="2215" y="15657"/>
                  </a:cubicBezTo>
                  <a:lnTo>
                    <a:pt x="2251" y="15609"/>
                  </a:lnTo>
                  <a:lnTo>
                    <a:pt x="2275" y="15561"/>
                  </a:lnTo>
                  <a:cubicBezTo>
                    <a:pt x="2287" y="15550"/>
                    <a:pt x="2287" y="15538"/>
                    <a:pt x="2299" y="15514"/>
                  </a:cubicBezTo>
                  <a:cubicBezTo>
                    <a:pt x="2311" y="15502"/>
                    <a:pt x="2323" y="15478"/>
                    <a:pt x="2323" y="15466"/>
                  </a:cubicBezTo>
                  <a:cubicBezTo>
                    <a:pt x="2334" y="15454"/>
                    <a:pt x="2334" y="15431"/>
                    <a:pt x="2346" y="15419"/>
                  </a:cubicBezTo>
                  <a:cubicBezTo>
                    <a:pt x="2358" y="15407"/>
                    <a:pt x="2358" y="15383"/>
                    <a:pt x="2358" y="15371"/>
                  </a:cubicBezTo>
                  <a:cubicBezTo>
                    <a:pt x="2358" y="15359"/>
                    <a:pt x="2382" y="15335"/>
                    <a:pt x="2382" y="15323"/>
                  </a:cubicBezTo>
                  <a:cubicBezTo>
                    <a:pt x="2382" y="15311"/>
                    <a:pt x="2394" y="15288"/>
                    <a:pt x="2394" y="15276"/>
                  </a:cubicBezTo>
                  <a:lnTo>
                    <a:pt x="2406" y="15228"/>
                  </a:lnTo>
                  <a:lnTo>
                    <a:pt x="2418" y="15180"/>
                  </a:lnTo>
                  <a:cubicBezTo>
                    <a:pt x="2418" y="15157"/>
                    <a:pt x="2418" y="15145"/>
                    <a:pt x="2418" y="15133"/>
                  </a:cubicBezTo>
                  <a:cubicBezTo>
                    <a:pt x="2418" y="15109"/>
                    <a:pt x="2418" y="15097"/>
                    <a:pt x="2418" y="15085"/>
                  </a:cubicBezTo>
                  <a:cubicBezTo>
                    <a:pt x="2430" y="15061"/>
                    <a:pt x="2418" y="15050"/>
                    <a:pt x="2418" y="15026"/>
                  </a:cubicBezTo>
                  <a:lnTo>
                    <a:pt x="2418" y="14978"/>
                  </a:lnTo>
                  <a:lnTo>
                    <a:pt x="2418" y="14954"/>
                  </a:lnTo>
                  <a:lnTo>
                    <a:pt x="2418" y="1214"/>
                  </a:lnTo>
                  <a:lnTo>
                    <a:pt x="2430" y="1214"/>
                  </a:lnTo>
                  <a:lnTo>
                    <a:pt x="2430" y="1167"/>
                  </a:lnTo>
                  <a:lnTo>
                    <a:pt x="2430" y="1119"/>
                  </a:lnTo>
                  <a:lnTo>
                    <a:pt x="2430" y="1072"/>
                  </a:lnTo>
                  <a:cubicBezTo>
                    <a:pt x="2418" y="1060"/>
                    <a:pt x="2418" y="1036"/>
                    <a:pt x="2418" y="1024"/>
                  </a:cubicBezTo>
                  <a:cubicBezTo>
                    <a:pt x="2418" y="1000"/>
                    <a:pt x="2418" y="988"/>
                    <a:pt x="2406" y="976"/>
                  </a:cubicBezTo>
                  <a:cubicBezTo>
                    <a:pt x="2406" y="964"/>
                    <a:pt x="2406" y="941"/>
                    <a:pt x="2394" y="929"/>
                  </a:cubicBezTo>
                  <a:cubicBezTo>
                    <a:pt x="2394" y="917"/>
                    <a:pt x="2394" y="893"/>
                    <a:pt x="2382" y="881"/>
                  </a:cubicBezTo>
                  <a:cubicBezTo>
                    <a:pt x="2382" y="869"/>
                    <a:pt x="2370" y="845"/>
                    <a:pt x="2370" y="833"/>
                  </a:cubicBezTo>
                  <a:lnTo>
                    <a:pt x="2358" y="786"/>
                  </a:lnTo>
                  <a:lnTo>
                    <a:pt x="2334" y="738"/>
                  </a:lnTo>
                  <a:lnTo>
                    <a:pt x="2311" y="691"/>
                  </a:lnTo>
                  <a:cubicBezTo>
                    <a:pt x="2299" y="667"/>
                    <a:pt x="2299" y="655"/>
                    <a:pt x="2287" y="643"/>
                  </a:cubicBezTo>
                  <a:lnTo>
                    <a:pt x="2263" y="595"/>
                  </a:lnTo>
                  <a:lnTo>
                    <a:pt x="2227" y="548"/>
                  </a:lnTo>
                  <a:cubicBezTo>
                    <a:pt x="2215" y="524"/>
                    <a:pt x="2204" y="512"/>
                    <a:pt x="2192" y="500"/>
                  </a:cubicBezTo>
                  <a:cubicBezTo>
                    <a:pt x="2180" y="476"/>
                    <a:pt x="2168" y="464"/>
                    <a:pt x="2156" y="452"/>
                  </a:cubicBezTo>
                  <a:lnTo>
                    <a:pt x="2108" y="393"/>
                  </a:lnTo>
                  <a:lnTo>
                    <a:pt x="2073" y="345"/>
                  </a:lnTo>
                  <a:lnTo>
                    <a:pt x="2013" y="298"/>
                  </a:lnTo>
                  <a:cubicBezTo>
                    <a:pt x="2001" y="286"/>
                    <a:pt x="1977" y="274"/>
                    <a:pt x="1953" y="250"/>
                  </a:cubicBezTo>
                  <a:lnTo>
                    <a:pt x="1894" y="202"/>
                  </a:lnTo>
                  <a:lnTo>
                    <a:pt x="1811" y="155"/>
                  </a:lnTo>
                  <a:cubicBezTo>
                    <a:pt x="1775" y="143"/>
                    <a:pt x="1739" y="119"/>
                    <a:pt x="1715" y="107"/>
                  </a:cubicBezTo>
                  <a:cubicBezTo>
                    <a:pt x="1668" y="95"/>
                    <a:pt x="1632" y="71"/>
                    <a:pt x="1584" y="60"/>
                  </a:cubicBezTo>
                  <a:cubicBezTo>
                    <a:pt x="1501" y="36"/>
                    <a:pt x="1430" y="12"/>
                    <a:pt x="1346" y="12"/>
                  </a:cubicBezTo>
                  <a:cubicBezTo>
                    <a:pt x="1299" y="0"/>
                    <a:pt x="1251" y="0"/>
                    <a:pt x="121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2" name="Google Shape;942;p10"/>
            <p:cNvSpPr/>
            <p:nvPr/>
          </p:nvSpPr>
          <p:spPr>
            <a:xfrm>
              <a:off x="2797967" y="-169612"/>
              <a:ext cx="142539" cy="125041"/>
            </a:xfrm>
            <a:custGeom>
              <a:avLst/>
              <a:gdLst/>
              <a:ahLst/>
              <a:cxnLst/>
              <a:rect l="l" t="t" r="r" b="b"/>
              <a:pathLst>
                <a:path w="4358" h="3823" extrusionOk="0">
                  <a:moveTo>
                    <a:pt x="1131" y="0"/>
                  </a:moveTo>
                  <a:cubicBezTo>
                    <a:pt x="512" y="0"/>
                    <a:pt x="0" y="512"/>
                    <a:pt x="0" y="1131"/>
                  </a:cubicBezTo>
                  <a:lnTo>
                    <a:pt x="0" y="2679"/>
                  </a:lnTo>
                  <a:cubicBezTo>
                    <a:pt x="0" y="3310"/>
                    <a:pt x="512" y="3810"/>
                    <a:pt x="1131" y="3822"/>
                  </a:cubicBezTo>
                  <a:lnTo>
                    <a:pt x="3215" y="3822"/>
                  </a:lnTo>
                  <a:cubicBezTo>
                    <a:pt x="3846" y="3810"/>
                    <a:pt x="4358" y="3310"/>
                    <a:pt x="4358" y="2679"/>
                  </a:cubicBezTo>
                  <a:lnTo>
                    <a:pt x="4358" y="1131"/>
                  </a:lnTo>
                  <a:cubicBezTo>
                    <a:pt x="4358" y="512"/>
                    <a:pt x="3846" y="0"/>
                    <a:pt x="3215" y="0"/>
                  </a:cubicBezTo>
                  <a:close/>
                </a:path>
              </a:pathLst>
            </a:custGeom>
            <a:solidFill>
              <a:srgbClr val="821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3" name="Google Shape;943;p10"/>
            <p:cNvSpPr/>
            <p:nvPr/>
          </p:nvSpPr>
          <p:spPr>
            <a:xfrm>
              <a:off x="2805967" y="277825"/>
              <a:ext cx="142539" cy="124648"/>
            </a:xfrm>
            <a:custGeom>
              <a:avLst/>
              <a:gdLst/>
              <a:ahLst/>
              <a:cxnLst/>
              <a:rect l="l" t="t" r="r" b="b"/>
              <a:pathLst>
                <a:path w="4358" h="3811" extrusionOk="0">
                  <a:moveTo>
                    <a:pt x="1131" y="0"/>
                  </a:moveTo>
                  <a:cubicBezTo>
                    <a:pt x="512" y="0"/>
                    <a:pt x="0" y="512"/>
                    <a:pt x="0" y="1132"/>
                  </a:cubicBezTo>
                  <a:lnTo>
                    <a:pt x="0" y="2679"/>
                  </a:lnTo>
                  <a:cubicBezTo>
                    <a:pt x="0" y="3310"/>
                    <a:pt x="512" y="3810"/>
                    <a:pt x="1131" y="3810"/>
                  </a:cubicBezTo>
                  <a:lnTo>
                    <a:pt x="3215" y="3810"/>
                  </a:lnTo>
                  <a:cubicBezTo>
                    <a:pt x="3846" y="3810"/>
                    <a:pt x="4358" y="3310"/>
                    <a:pt x="4358" y="2679"/>
                  </a:cubicBezTo>
                  <a:lnTo>
                    <a:pt x="4358" y="1132"/>
                  </a:lnTo>
                  <a:cubicBezTo>
                    <a:pt x="4358" y="512"/>
                    <a:pt x="3846" y="0"/>
                    <a:pt x="3215" y="0"/>
                  </a:cubicBezTo>
                  <a:close/>
                </a:path>
              </a:pathLst>
            </a:custGeom>
            <a:solidFill>
              <a:srgbClr val="821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4" name="Google Shape;944;p10"/>
            <p:cNvSpPr/>
            <p:nvPr/>
          </p:nvSpPr>
          <p:spPr>
            <a:xfrm>
              <a:off x="2828927" y="-148189"/>
              <a:ext cx="79872" cy="529240"/>
            </a:xfrm>
            <a:custGeom>
              <a:avLst/>
              <a:gdLst/>
              <a:ahLst/>
              <a:cxnLst/>
              <a:rect l="l" t="t" r="r" b="b"/>
              <a:pathLst>
                <a:path w="2442" h="16181" extrusionOk="0">
                  <a:moveTo>
                    <a:pt x="1215" y="0"/>
                  </a:moveTo>
                  <a:cubicBezTo>
                    <a:pt x="917" y="0"/>
                    <a:pt x="632" y="119"/>
                    <a:pt x="405" y="310"/>
                  </a:cubicBezTo>
                  <a:lnTo>
                    <a:pt x="382" y="333"/>
                  </a:lnTo>
                  <a:cubicBezTo>
                    <a:pt x="358" y="369"/>
                    <a:pt x="322" y="393"/>
                    <a:pt x="298" y="429"/>
                  </a:cubicBezTo>
                  <a:cubicBezTo>
                    <a:pt x="274" y="452"/>
                    <a:pt x="251" y="476"/>
                    <a:pt x="239" y="500"/>
                  </a:cubicBezTo>
                  <a:cubicBezTo>
                    <a:pt x="215" y="524"/>
                    <a:pt x="191" y="560"/>
                    <a:pt x="179" y="595"/>
                  </a:cubicBezTo>
                  <a:cubicBezTo>
                    <a:pt x="155" y="631"/>
                    <a:pt x="144" y="655"/>
                    <a:pt x="120" y="691"/>
                  </a:cubicBezTo>
                  <a:cubicBezTo>
                    <a:pt x="108" y="726"/>
                    <a:pt x="96" y="750"/>
                    <a:pt x="84" y="786"/>
                  </a:cubicBezTo>
                  <a:cubicBezTo>
                    <a:pt x="60" y="833"/>
                    <a:pt x="48" y="869"/>
                    <a:pt x="36" y="917"/>
                  </a:cubicBezTo>
                  <a:cubicBezTo>
                    <a:pt x="36" y="941"/>
                    <a:pt x="24" y="964"/>
                    <a:pt x="24" y="1000"/>
                  </a:cubicBezTo>
                  <a:cubicBezTo>
                    <a:pt x="1" y="1072"/>
                    <a:pt x="1" y="1143"/>
                    <a:pt x="1" y="1226"/>
                  </a:cubicBezTo>
                  <a:lnTo>
                    <a:pt x="1" y="14954"/>
                  </a:lnTo>
                  <a:cubicBezTo>
                    <a:pt x="1" y="15633"/>
                    <a:pt x="548" y="16181"/>
                    <a:pt x="1215" y="16181"/>
                  </a:cubicBezTo>
                  <a:lnTo>
                    <a:pt x="1227" y="16181"/>
                  </a:lnTo>
                  <a:cubicBezTo>
                    <a:pt x="1310" y="16181"/>
                    <a:pt x="1394" y="16169"/>
                    <a:pt x="1477" y="16157"/>
                  </a:cubicBezTo>
                  <a:lnTo>
                    <a:pt x="1513" y="16145"/>
                  </a:lnTo>
                  <a:cubicBezTo>
                    <a:pt x="1584" y="16121"/>
                    <a:pt x="1656" y="16097"/>
                    <a:pt x="1715" y="16073"/>
                  </a:cubicBezTo>
                  <a:lnTo>
                    <a:pt x="1727" y="16073"/>
                  </a:lnTo>
                  <a:cubicBezTo>
                    <a:pt x="1882" y="16002"/>
                    <a:pt x="2013" y="15907"/>
                    <a:pt x="2120" y="15788"/>
                  </a:cubicBezTo>
                  <a:cubicBezTo>
                    <a:pt x="2322" y="15561"/>
                    <a:pt x="2441" y="15276"/>
                    <a:pt x="2441" y="14966"/>
                  </a:cubicBezTo>
                  <a:lnTo>
                    <a:pt x="2441" y="1226"/>
                  </a:lnTo>
                  <a:cubicBezTo>
                    <a:pt x="2441" y="548"/>
                    <a:pt x="1894" y="0"/>
                    <a:pt x="1215" y="0"/>
                  </a:cubicBezTo>
                  <a:close/>
                </a:path>
              </a:pathLst>
            </a:custGeom>
            <a:solidFill>
              <a:srgbClr val="272425">
                <a:alpha val="200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5" name="Google Shape;945;p10"/>
            <p:cNvSpPr/>
            <p:nvPr/>
          </p:nvSpPr>
          <p:spPr>
            <a:xfrm>
              <a:off x="2840212" y="-148189"/>
              <a:ext cx="79479" cy="529240"/>
            </a:xfrm>
            <a:custGeom>
              <a:avLst/>
              <a:gdLst/>
              <a:ahLst/>
              <a:cxnLst/>
              <a:rect l="l" t="t" r="r" b="b"/>
              <a:pathLst>
                <a:path w="2430" h="16181" extrusionOk="0">
                  <a:moveTo>
                    <a:pt x="1144" y="0"/>
                  </a:moveTo>
                  <a:cubicBezTo>
                    <a:pt x="1049" y="0"/>
                    <a:pt x="965" y="24"/>
                    <a:pt x="882" y="48"/>
                  </a:cubicBezTo>
                  <a:cubicBezTo>
                    <a:pt x="834" y="60"/>
                    <a:pt x="799" y="71"/>
                    <a:pt x="751" y="83"/>
                  </a:cubicBezTo>
                  <a:cubicBezTo>
                    <a:pt x="715" y="107"/>
                    <a:pt x="680" y="119"/>
                    <a:pt x="656" y="131"/>
                  </a:cubicBezTo>
                  <a:cubicBezTo>
                    <a:pt x="620" y="155"/>
                    <a:pt x="596" y="167"/>
                    <a:pt x="572" y="179"/>
                  </a:cubicBezTo>
                  <a:cubicBezTo>
                    <a:pt x="549" y="202"/>
                    <a:pt x="525" y="214"/>
                    <a:pt x="501" y="226"/>
                  </a:cubicBezTo>
                  <a:lnTo>
                    <a:pt x="441" y="274"/>
                  </a:lnTo>
                  <a:lnTo>
                    <a:pt x="394" y="322"/>
                  </a:lnTo>
                  <a:cubicBezTo>
                    <a:pt x="370" y="333"/>
                    <a:pt x="358" y="357"/>
                    <a:pt x="346" y="369"/>
                  </a:cubicBezTo>
                  <a:cubicBezTo>
                    <a:pt x="322" y="381"/>
                    <a:pt x="310" y="393"/>
                    <a:pt x="299" y="417"/>
                  </a:cubicBezTo>
                  <a:cubicBezTo>
                    <a:pt x="287" y="429"/>
                    <a:pt x="275" y="441"/>
                    <a:pt x="263" y="464"/>
                  </a:cubicBezTo>
                  <a:cubicBezTo>
                    <a:pt x="251" y="476"/>
                    <a:pt x="239" y="488"/>
                    <a:pt x="227" y="512"/>
                  </a:cubicBezTo>
                  <a:lnTo>
                    <a:pt x="191" y="560"/>
                  </a:lnTo>
                  <a:lnTo>
                    <a:pt x="156" y="607"/>
                  </a:lnTo>
                  <a:lnTo>
                    <a:pt x="132" y="655"/>
                  </a:lnTo>
                  <a:lnTo>
                    <a:pt x="108" y="703"/>
                  </a:lnTo>
                  <a:cubicBezTo>
                    <a:pt x="108" y="714"/>
                    <a:pt x="96" y="726"/>
                    <a:pt x="96" y="750"/>
                  </a:cubicBezTo>
                  <a:cubicBezTo>
                    <a:pt x="84" y="762"/>
                    <a:pt x="84" y="774"/>
                    <a:pt x="72" y="786"/>
                  </a:cubicBezTo>
                  <a:lnTo>
                    <a:pt x="60" y="833"/>
                  </a:lnTo>
                  <a:lnTo>
                    <a:pt x="37" y="881"/>
                  </a:lnTo>
                  <a:cubicBezTo>
                    <a:pt x="37" y="905"/>
                    <a:pt x="37" y="917"/>
                    <a:pt x="25" y="929"/>
                  </a:cubicBezTo>
                  <a:cubicBezTo>
                    <a:pt x="25" y="953"/>
                    <a:pt x="25" y="964"/>
                    <a:pt x="13" y="976"/>
                  </a:cubicBezTo>
                  <a:cubicBezTo>
                    <a:pt x="13" y="1000"/>
                    <a:pt x="13" y="1012"/>
                    <a:pt x="13" y="1024"/>
                  </a:cubicBezTo>
                  <a:cubicBezTo>
                    <a:pt x="1" y="1048"/>
                    <a:pt x="13" y="1060"/>
                    <a:pt x="13" y="1072"/>
                  </a:cubicBezTo>
                  <a:lnTo>
                    <a:pt x="13" y="1119"/>
                  </a:lnTo>
                  <a:lnTo>
                    <a:pt x="13" y="1167"/>
                  </a:lnTo>
                  <a:lnTo>
                    <a:pt x="13" y="1214"/>
                  </a:lnTo>
                  <a:lnTo>
                    <a:pt x="13" y="14954"/>
                  </a:lnTo>
                  <a:cubicBezTo>
                    <a:pt x="13" y="14966"/>
                    <a:pt x="13" y="14978"/>
                    <a:pt x="13" y="14990"/>
                  </a:cubicBezTo>
                  <a:lnTo>
                    <a:pt x="13" y="15050"/>
                  </a:lnTo>
                  <a:cubicBezTo>
                    <a:pt x="13" y="15061"/>
                    <a:pt x="13" y="15073"/>
                    <a:pt x="13" y="15097"/>
                  </a:cubicBezTo>
                  <a:cubicBezTo>
                    <a:pt x="13" y="15109"/>
                    <a:pt x="13" y="15121"/>
                    <a:pt x="13" y="15145"/>
                  </a:cubicBezTo>
                  <a:cubicBezTo>
                    <a:pt x="13" y="15157"/>
                    <a:pt x="13" y="15169"/>
                    <a:pt x="13" y="15192"/>
                  </a:cubicBezTo>
                  <a:cubicBezTo>
                    <a:pt x="13" y="15204"/>
                    <a:pt x="13" y="15216"/>
                    <a:pt x="25" y="15240"/>
                  </a:cubicBezTo>
                  <a:cubicBezTo>
                    <a:pt x="37" y="15252"/>
                    <a:pt x="37" y="15276"/>
                    <a:pt x="37" y="15288"/>
                  </a:cubicBezTo>
                  <a:cubicBezTo>
                    <a:pt x="49" y="15300"/>
                    <a:pt x="49" y="15323"/>
                    <a:pt x="60" y="15335"/>
                  </a:cubicBezTo>
                  <a:lnTo>
                    <a:pt x="72" y="15383"/>
                  </a:lnTo>
                  <a:cubicBezTo>
                    <a:pt x="72" y="15407"/>
                    <a:pt x="84" y="15419"/>
                    <a:pt x="96" y="15431"/>
                  </a:cubicBezTo>
                  <a:cubicBezTo>
                    <a:pt x="96" y="15454"/>
                    <a:pt x="108" y="15466"/>
                    <a:pt x="120" y="15478"/>
                  </a:cubicBezTo>
                  <a:cubicBezTo>
                    <a:pt x="120" y="15502"/>
                    <a:pt x="132" y="15514"/>
                    <a:pt x="144" y="15526"/>
                  </a:cubicBezTo>
                  <a:cubicBezTo>
                    <a:pt x="144" y="15550"/>
                    <a:pt x="156" y="15561"/>
                    <a:pt x="168" y="15585"/>
                  </a:cubicBezTo>
                  <a:cubicBezTo>
                    <a:pt x="180" y="15597"/>
                    <a:pt x="191" y="15609"/>
                    <a:pt x="191" y="15633"/>
                  </a:cubicBezTo>
                  <a:lnTo>
                    <a:pt x="227" y="15681"/>
                  </a:lnTo>
                  <a:lnTo>
                    <a:pt x="263" y="15728"/>
                  </a:lnTo>
                  <a:lnTo>
                    <a:pt x="310" y="15776"/>
                  </a:lnTo>
                  <a:lnTo>
                    <a:pt x="358" y="15823"/>
                  </a:lnTo>
                  <a:lnTo>
                    <a:pt x="418" y="15871"/>
                  </a:lnTo>
                  <a:cubicBezTo>
                    <a:pt x="430" y="15895"/>
                    <a:pt x="453" y="15907"/>
                    <a:pt x="477" y="15931"/>
                  </a:cubicBezTo>
                  <a:cubicBezTo>
                    <a:pt x="489" y="15942"/>
                    <a:pt x="513" y="15954"/>
                    <a:pt x="537" y="15978"/>
                  </a:cubicBezTo>
                  <a:cubicBezTo>
                    <a:pt x="596" y="16014"/>
                    <a:pt x="656" y="16050"/>
                    <a:pt x="727" y="16073"/>
                  </a:cubicBezTo>
                  <a:cubicBezTo>
                    <a:pt x="763" y="16097"/>
                    <a:pt x="811" y="16109"/>
                    <a:pt x="858" y="16121"/>
                  </a:cubicBezTo>
                  <a:cubicBezTo>
                    <a:pt x="965" y="16157"/>
                    <a:pt x="1084" y="16181"/>
                    <a:pt x="1215" y="16181"/>
                  </a:cubicBezTo>
                  <a:lnTo>
                    <a:pt x="1227" y="16181"/>
                  </a:lnTo>
                  <a:cubicBezTo>
                    <a:pt x="1323" y="16181"/>
                    <a:pt x="1430" y="16169"/>
                    <a:pt x="1537" y="16133"/>
                  </a:cubicBezTo>
                  <a:cubicBezTo>
                    <a:pt x="1584" y="16121"/>
                    <a:pt x="1632" y="16109"/>
                    <a:pt x="1680" y="16085"/>
                  </a:cubicBezTo>
                  <a:cubicBezTo>
                    <a:pt x="1715" y="16073"/>
                    <a:pt x="1751" y="16062"/>
                    <a:pt x="1787" y="16038"/>
                  </a:cubicBezTo>
                  <a:cubicBezTo>
                    <a:pt x="1811" y="16026"/>
                    <a:pt x="1834" y="16014"/>
                    <a:pt x="1858" y="15990"/>
                  </a:cubicBezTo>
                  <a:lnTo>
                    <a:pt x="1930" y="15942"/>
                  </a:lnTo>
                  <a:cubicBezTo>
                    <a:pt x="1954" y="15931"/>
                    <a:pt x="1977" y="15919"/>
                    <a:pt x="2001" y="15907"/>
                  </a:cubicBezTo>
                  <a:cubicBezTo>
                    <a:pt x="2013" y="15883"/>
                    <a:pt x="2037" y="15871"/>
                    <a:pt x="2049" y="15859"/>
                  </a:cubicBezTo>
                  <a:lnTo>
                    <a:pt x="2096" y="15812"/>
                  </a:lnTo>
                  <a:lnTo>
                    <a:pt x="2144" y="15752"/>
                  </a:lnTo>
                  <a:cubicBezTo>
                    <a:pt x="2156" y="15740"/>
                    <a:pt x="2168" y="15728"/>
                    <a:pt x="2180" y="15704"/>
                  </a:cubicBezTo>
                  <a:lnTo>
                    <a:pt x="2215" y="15657"/>
                  </a:lnTo>
                  <a:lnTo>
                    <a:pt x="2251" y="15609"/>
                  </a:lnTo>
                  <a:lnTo>
                    <a:pt x="2275" y="15561"/>
                  </a:lnTo>
                  <a:cubicBezTo>
                    <a:pt x="2287" y="15550"/>
                    <a:pt x="2299" y="15538"/>
                    <a:pt x="2311" y="15514"/>
                  </a:cubicBezTo>
                  <a:cubicBezTo>
                    <a:pt x="2311" y="15502"/>
                    <a:pt x="2323" y="15478"/>
                    <a:pt x="2335" y="15466"/>
                  </a:cubicBezTo>
                  <a:cubicBezTo>
                    <a:pt x="2335" y="15454"/>
                    <a:pt x="2346" y="15431"/>
                    <a:pt x="2346" y="15419"/>
                  </a:cubicBezTo>
                  <a:cubicBezTo>
                    <a:pt x="2358" y="15407"/>
                    <a:pt x="2358" y="15383"/>
                    <a:pt x="2370" y="15371"/>
                  </a:cubicBezTo>
                  <a:cubicBezTo>
                    <a:pt x="2370" y="15359"/>
                    <a:pt x="2382" y="15335"/>
                    <a:pt x="2382" y="15323"/>
                  </a:cubicBezTo>
                  <a:cubicBezTo>
                    <a:pt x="2394" y="15311"/>
                    <a:pt x="2394" y="15288"/>
                    <a:pt x="2394" y="15276"/>
                  </a:cubicBezTo>
                  <a:cubicBezTo>
                    <a:pt x="2406" y="15264"/>
                    <a:pt x="2406" y="15240"/>
                    <a:pt x="2406" y="15228"/>
                  </a:cubicBezTo>
                  <a:cubicBezTo>
                    <a:pt x="2418" y="15204"/>
                    <a:pt x="2418" y="15192"/>
                    <a:pt x="2418" y="15180"/>
                  </a:cubicBezTo>
                  <a:cubicBezTo>
                    <a:pt x="2430" y="15157"/>
                    <a:pt x="2418" y="15145"/>
                    <a:pt x="2418" y="15133"/>
                  </a:cubicBezTo>
                  <a:lnTo>
                    <a:pt x="2418" y="15085"/>
                  </a:lnTo>
                  <a:lnTo>
                    <a:pt x="2418" y="15026"/>
                  </a:lnTo>
                  <a:lnTo>
                    <a:pt x="2418" y="14978"/>
                  </a:lnTo>
                  <a:lnTo>
                    <a:pt x="2418" y="1214"/>
                  </a:lnTo>
                  <a:lnTo>
                    <a:pt x="2418" y="1167"/>
                  </a:lnTo>
                  <a:lnTo>
                    <a:pt x="2418" y="1119"/>
                  </a:lnTo>
                  <a:cubicBezTo>
                    <a:pt x="2418" y="1107"/>
                    <a:pt x="2418" y="1084"/>
                    <a:pt x="2418" y="1072"/>
                  </a:cubicBezTo>
                  <a:cubicBezTo>
                    <a:pt x="2418" y="1060"/>
                    <a:pt x="2418" y="1036"/>
                    <a:pt x="2418" y="1024"/>
                  </a:cubicBezTo>
                  <a:cubicBezTo>
                    <a:pt x="2418" y="1012"/>
                    <a:pt x="2418" y="988"/>
                    <a:pt x="2418" y="976"/>
                  </a:cubicBezTo>
                  <a:cubicBezTo>
                    <a:pt x="2406" y="964"/>
                    <a:pt x="2406" y="941"/>
                    <a:pt x="2406" y="929"/>
                  </a:cubicBezTo>
                  <a:cubicBezTo>
                    <a:pt x="2406" y="905"/>
                    <a:pt x="2406" y="893"/>
                    <a:pt x="2394" y="881"/>
                  </a:cubicBezTo>
                  <a:cubicBezTo>
                    <a:pt x="2382" y="869"/>
                    <a:pt x="2382" y="845"/>
                    <a:pt x="2370" y="833"/>
                  </a:cubicBezTo>
                  <a:cubicBezTo>
                    <a:pt x="2370" y="822"/>
                    <a:pt x="2358" y="798"/>
                    <a:pt x="2358" y="786"/>
                  </a:cubicBezTo>
                  <a:cubicBezTo>
                    <a:pt x="2346" y="762"/>
                    <a:pt x="2346" y="750"/>
                    <a:pt x="2335" y="738"/>
                  </a:cubicBezTo>
                  <a:cubicBezTo>
                    <a:pt x="2335" y="714"/>
                    <a:pt x="2323" y="703"/>
                    <a:pt x="2311" y="691"/>
                  </a:cubicBezTo>
                  <a:lnTo>
                    <a:pt x="2299" y="643"/>
                  </a:lnTo>
                  <a:cubicBezTo>
                    <a:pt x="2287" y="619"/>
                    <a:pt x="2275" y="607"/>
                    <a:pt x="2263" y="595"/>
                  </a:cubicBezTo>
                  <a:cubicBezTo>
                    <a:pt x="2251" y="572"/>
                    <a:pt x="2239" y="560"/>
                    <a:pt x="2239" y="548"/>
                  </a:cubicBezTo>
                  <a:lnTo>
                    <a:pt x="2204" y="500"/>
                  </a:lnTo>
                  <a:lnTo>
                    <a:pt x="2168" y="452"/>
                  </a:lnTo>
                  <a:lnTo>
                    <a:pt x="2120" y="393"/>
                  </a:lnTo>
                  <a:lnTo>
                    <a:pt x="2073" y="345"/>
                  </a:lnTo>
                  <a:lnTo>
                    <a:pt x="2025" y="298"/>
                  </a:lnTo>
                  <a:cubicBezTo>
                    <a:pt x="2001" y="286"/>
                    <a:pt x="1977" y="274"/>
                    <a:pt x="1965" y="250"/>
                  </a:cubicBezTo>
                  <a:lnTo>
                    <a:pt x="1894" y="202"/>
                  </a:lnTo>
                  <a:lnTo>
                    <a:pt x="1811" y="155"/>
                  </a:lnTo>
                  <a:cubicBezTo>
                    <a:pt x="1787" y="143"/>
                    <a:pt x="1751" y="119"/>
                    <a:pt x="1715" y="107"/>
                  </a:cubicBezTo>
                  <a:cubicBezTo>
                    <a:pt x="1680" y="95"/>
                    <a:pt x="1632" y="71"/>
                    <a:pt x="1584" y="60"/>
                  </a:cubicBezTo>
                  <a:cubicBezTo>
                    <a:pt x="1513" y="36"/>
                    <a:pt x="1430" y="12"/>
                    <a:pt x="1346" y="12"/>
                  </a:cubicBezTo>
                  <a:cubicBezTo>
                    <a:pt x="1299" y="0"/>
                    <a:pt x="1263" y="0"/>
                    <a:pt x="121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6" name="Google Shape;946;p10"/>
            <p:cNvSpPr/>
            <p:nvPr/>
          </p:nvSpPr>
          <p:spPr>
            <a:xfrm>
              <a:off x="2427621" y="-169612"/>
              <a:ext cx="142539" cy="125041"/>
            </a:xfrm>
            <a:custGeom>
              <a:avLst/>
              <a:gdLst/>
              <a:ahLst/>
              <a:cxnLst/>
              <a:rect l="l" t="t" r="r" b="b"/>
              <a:pathLst>
                <a:path w="4358" h="3823" extrusionOk="0">
                  <a:moveTo>
                    <a:pt x="1131" y="0"/>
                  </a:moveTo>
                  <a:cubicBezTo>
                    <a:pt x="500" y="0"/>
                    <a:pt x="0" y="512"/>
                    <a:pt x="0" y="1131"/>
                  </a:cubicBezTo>
                  <a:lnTo>
                    <a:pt x="0" y="2679"/>
                  </a:lnTo>
                  <a:cubicBezTo>
                    <a:pt x="0" y="3310"/>
                    <a:pt x="500" y="3810"/>
                    <a:pt x="1131" y="3822"/>
                  </a:cubicBezTo>
                  <a:lnTo>
                    <a:pt x="3215" y="3822"/>
                  </a:lnTo>
                  <a:cubicBezTo>
                    <a:pt x="3846" y="3810"/>
                    <a:pt x="4346" y="3310"/>
                    <a:pt x="4358" y="2679"/>
                  </a:cubicBezTo>
                  <a:lnTo>
                    <a:pt x="4358" y="1131"/>
                  </a:lnTo>
                  <a:cubicBezTo>
                    <a:pt x="4346" y="512"/>
                    <a:pt x="3846" y="0"/>
                    <a:pt x="3215" y="0"/>
                  </a:cubicBezTo>
                  <a:close/>
                </a:path>
              </a:pathLst>
            </a:custGeom>
            <a:solidFill>
              <a:srgbClr val="821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7" name="Google Shape;947;p10"/>
            <p:cNvSpPr/>
            <p:nvPr/>
          </p:nvSpPr>
          <p:spPr>
            <a:xfrm>
              <a:off x="2435621" y="277825"/>
              <a:ext cx="142539" cy="124648"/>
            </a:xfrm>
            <a:custGeom>
              <a:avLst/>
              <a:gdLst/>
              <a:ahLst/>
              <a:cxnLst/>
              <a:rect l="l" t="t" r="r" b="b"/>
              <a:pathLst>
                <a:path w="4358" h="3811" extrusionOk="0">
                  <a:moveTo>
                    <a:pt x="1131" y="0"/>
                  </a:moveTo>
                  <a:cubicBezTo>
                    <a:pt x="500" y="0"/>
                    <a:pt x="0" y="512"/>
                    <a:pt x="0" y="1132"/>
                  </a:cubicBezTo>
                  <a:lnTo>
                    <a:pt x="0" y="2679"/>
                  </a:lnTo>
                  <a:cubicBezTo>
                    <a:pt x="0" y="3310"/>
                    <a:pt x="500" y="3810"/>
                    <a:pt x="1131" y="3810"/>
                  </a:cubicBezTo>
                  <a:lnTo>
                    <a:pt x="3215" y="3810"/>
                  </a:lnTo>
                  <a:cubicBezTo>
                    <a:pt x="3846" y="3810"/>
                    <a:pt x="4346" y="3310"/>
                    <a:pt x="4358" y="2679"/>
                  </a:cubicBezTo>
                  <a:lnTo>
                    <a:pt x="4358" y="1132"/>
                  </a:lnTo>
                  <a:cubicBezTo>
                    <a:pt x="4346" y="512"/>
                    <a:pt x="3846" y="0"/>
                    <a:pt x="3215" y="0"/>
                  </a:cubicBezTo>
                  <a:close/>
                </a:path>
              </a:pathLst>
            </a:custGeom>
            <a:solidFill>
              <a:srgbClr val="821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8" name="Google Shape;948;p10"/>
            <p:cNvSpPr/>
            <p:nvPr/>
          </p:nvSpPr>
          <p:spPr>
            <a:xfrm>
              <a:off x="2458189" y="-148189"/>
              <a:ext cx="80264" cy="529240"/>
            </a:xfrm>
            <a:custGeom>
              <a:avLst/>
              <a:gdLst/>
              <a:ahLst/>
              <a:cxnLst/>
              <a:rect l="l" t="t" r="r" b="b"/>
              <a:pathLst>
                <a:path w="2454" h="16181" extrusionOk="0">
                  <a:moveTo>
                    <a:pt x="1227" y="0"/>
                  </a:moveTo>
                  <a:cubicBezTo>
                    <a:pt x="930" y="0"/>
                    <a:pt x="632" y="119"/>
                    <a:pt x="418" y="310"/>
                  </a:cubicBezTo>
                  <a:lnTo>
                    <a:pt x="394" y="333"/>
                  </a:lnTo>
                  <a:cubicBezTo>
                    <a:pt x="358" y="369"/>
                    <a:pt x="334" y="393"/>
                    <a:pt x="299" y="429"/>
                  </a:cubicBezTo>
                  <a:cubicBezTo>
                    <a:pt x="287" y="452"/>
                    <a:pt x="263" y="476"/>
                    <a:pt x="251" y="500"/>
                  </a:cubicBezTo>
                  <a:cubicBezTo>
                    <a:pt x="227" y="524"/>
                    <a:pt x="203" y="560"/>
                    <a:pt x="179" y="595"/>
                  </a:cubicBezTo>
                  <a:cubicBezTo>
                    <a:pt x="168" y="631"/>
                    <a:pt x="144" y="655"/>
                    <a:pt x="132" y="691"/>
                  </a:cubicBezTo>
                  <a:cubicBezTo>
                    <a:pt x="120" y="726"/>
                    <a:pt x="96" y="750"/>
                    <a:pt x="84" y="786"/>
                  </a:cubicBezTo>
                  <a:cubicBezTo>
                    <a:pt x="72" y="833"/>
                    <a:pt x="60" y="869"/>
                    <a:pt x="49" y="917"/>
                  </a:cubicBezTo>
                  <a:cubicBezTo>
                    <a:pt x="49" y="941"/>
                    <a:pt x="37" y="964"/>
                    <a:pt x="25" y="1000"/>
                  </a:cubicBezTo>
                  <a:cubicBezTo>
                    <a:pt x="13" y="1072"/>
                    <a:pt x="1" y="1143"/>
                    <a:pt x="1" y="1226"/>
                  </a:cubicBezTo>
                  <a:lnTo>
                    <a:pt x="1" y="14954"/>
                  </a:lnTo>
                  <a:cubicBezTo>
                    <a:pt x="1" y="15633"/>
                    <a:pt x="549" y="16181"/>
                    <a:pt x="1227" y="16181"/>
                  </a:cubicBezTo>
                  <a:cubicBezTo>
                    <a:pt x="1311" y="16181"/>
                    <a:pt x="1394" y="16169"/>
                    <a:pt x="1477" y="16157"/>
                  </a:cubicBezTo>
                  <a:lnTo>
                    <a:pt x="1513" y="16145"/>
                  </a:lnTo>
                  <a:cubicBezTo>
                    <a:pt x="1584" y="16121"/>
                    <a:pt x="1656" y="16097"/>
                    <a:pt x="1715" y="16073"/>
                  </a:cubicBezTo>
                  <a:lnTo>
                    <a:pt x="1739" y="16073"/>
                  </a:lnTo>
                  <a:cubicBezTo>
                    <a:pt x="1882" y="16002"/>
                    <a:pt x="2013" y="15907"/>
                    <a:pt x="2120" y="15788"/>
                  </a:cubicBezTo>
                  <a:cubicBezTo>
                    <a:pt x="2335" y="15561"/>
                    <a:pt x="2442" y="15276"/>
                    <a:pt x="2454" y="14966"/>
                  </a:cubicBezTo>
                  <a:lnTo>
                    <a:pt x="2454" y="1226"/>
                  </a:lnTo>
                  <a:cubicBezTo>
                    <a:pt x="2454" y="548"/>
                    <a:pt x="1906" y="0"/>
                    <a:pt x="1227" y="0"/>
                  </a:cubicBezTo>
                  <a:close/>
                </a:path>
              </a:pathLst>
            </a:custGeom>
            <a:solidFill>
              <a:srgbClr val="272425">
                <a:alpha val="200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9" name="Google Shape;949;p10"/>
            <p:cNvSpPr/>
            <p:nvPr/>
          </p:nvSpPr>
          <p:spPr>
            <a:xfrm>
              <a:off x="2470258" y="-148189"/>
              <a:ext cx="79087" cy="529240"/>
            </a:xfrm>
            <a:custGeom>
              <a:avLst/>
              <a:gdLst/>
              <a:ahLst/>
              <a:cxnLst/>
              <a:rect l="l" t="t" r="r" b="b"/>
              <a:pathLst>
                <a:path w="2418" h="16181" extrusionOk="0">
                  <a:moveTo>
                    <a:pt x="1132" y="0"/>
                  </a:moveTo>
                  <a:cubicBezTo>
                    <a:pt x="1037" y="0"/>
                    <a:pt x="953" y="24"/>
                    <a:pt x="870" y="48"/>
                  </a:cubicBezTo>
                  <a:cubicBezTo>
                    <a:pt x="823" y="60"/>
                    <a:pt x="775" y="71"/>
                    <a:pt x="739" y="83"/>
                  </a:cubicBezTo>
                  <a:cubicBezTo>
                    <a:pt x="703" y="107"/>
                    <a:pt x="668" y="119"/>
                    <a:pt x="644" y="131"/>
                  </a:cubicBezTo>
                  <a:cubicBezTo>
                    <a:pt x="608" y="155"/>
                    <a:pt x="584" y="167"/>
                    <a:pt x="561" y="179"/>
                  </a:cubicBezTo>
                  <a:cubicBezTo>
                    <a:pt x="537" y="202"/>
                    <a:pt x="513" y="214"/>
                    <a:pt x="489" y="226"/>
                  </a:cubicBezTo>
                  <a:cubicBezTo>
                    <a:pt x="465" y="238"/>
                    <a:pt x="442" y="262"/>
                    <a:pt x="430" y="274"/>
                  </a:cubicBezTo>
                  <a:lnTo>
                    <a:pt x="370" y="322"/>
                  </a:lnTo>
                  <a:lnTo>
                    <a:pt x="322" y="369"/>
                  </a:lnTo>
                  <a:cubicBezTo>
                    <a:pt x="311" y="381"/>
                    <a:pt x="299" y="393"/>
                    <a:pt x="287" y="417"/>
                  </a:cubicBezTo>
                  <a:lnTo>
                    <a:pt x="239" y="464"/>
                  </a:lnTo>
                  <a:lnTo>
                    <a:pt x="215" y="512"/>
                  </a:lnTo>
                  <a:lnTo>
                    <a:pt x="180" y="560"/>
                  </a:lnTo>
                  <a:cubicBezTo>
                    <a:pt x="168" y="572"/>
                    <a:pt x="156" y="583"/>
                    <a:pt x="144" y="607"/>
                  </a:cubicBezTo>
                  <a:cubicBezTo>
                    <a:pt x="144" y="619"/>
                    <a:pt x="132" y="631"/>
                    <a:pt x="120" y="655"/>
                  </a:cubicBezTo>
                  <a:lnTo>
                    <a:pt x="96" y="703"/>
                  </a:lnTo>
                  <a:lnTo>
                    <a:pt x="72" y="750"/>
                  </a:lnTo>
                  <a:cubicBezTo>
                    <a:pt x="72" y="762"/>
                    <a:pt x="61" y="774"/>
                    <a:pt x="61" y="786"/>
                  </a:cubicBezTo>
                  <a:lnTo>
                    <a:pt x="37" y="833"/>
                  </a:lnTo>
                  <a:lnTo>
                    <a:pt x="25" y="881"/>
                  </a:lnTo>
                  <a:lnTo>
                    <a:pt x="13" y="929"/>
                  </a:lnTo>
                  <a:cubicBezTo>
                    <a:pt x="13" y="953"/>
                    <a:pt x="13" y="964"/>
                    <a:pt x="1" y="976"/>
                  </a:cubicBezTo>
                  <a:cubicBezTo>
                    <a:pt x="1" y="1000"/>
                    <a:pt x="1" y="1012"/>
                    <a:pt x="1" y="1024"/>
                  </a:cubicBezTo>
                  <a:cubicBezTo>
                    <a:pt x="1" y="1048"/>
                    <a:pt x="1" y="1060"/>
                    <a:pt x="1" y="1072"/>
                  </a:cubicBezTo>
                  <a:lnTo>
                    <a:pt x="1" y="1119"/>
                  </a:lnTo>
                  <a:lnTo>
                    <a:pt x="1" y="1167"/>
                  </a:lnTo>
                  <a:lnTo>
                    <a:pt x="1" y="1214"/>
                  </a:lnTo>
                  <a:lnTo>
                    <a:pt x="1" y="14954"/>
                  </a:lnTo>
                  <a:lnTo>
                    <a:pt x="1" y="14990"/>
                  </a:lnTo>
                  <a:lnTo>
                    <a:pt x="1" y="15050"/>
                  </a:lnTo>
                  <a:lnTo>
                    <a:pt x="1" y="15097"/>
                  </a:lnTo>
                  <a:cubicBezTo>
                    <a:pt x="1" y="15109"/>
                    <a:pt x="1" y="15121"/>
                    <a:pt x="1" y="15145"/>
                  </a:cubicBezTo>
                  <a:cubicBezTo>
                    <a:pt x="13" y="15157"/>
                    <a:pt x="1" y="15169"/>
                    <a:pt x="1" y="15192"/>
                  </a:cubicBezTo>
                  <a:cubicBezTo>
                    <a:pt x="1" y="15204"/>
                    <a:pt x="1" y="15216"/>
                    <a:pt x="13" y="15240"/>
                  </a:cubicBezTo>
                  <a:cubicBezTo>
                    <a:pt x="25" y="15252"/>
                    <a:pt x="13" y="15276"/>
                    <a:pt x="25" y="15288"/>
                  </a:cubicBezTo>
                  <a:cubicBezTo>
                    <a:pt x="37" y="15300"/>
                    <a:pt x="37" y="15323"/>
                    <a:pt x="49" y="15335"/>
                  </a:cubicBezTo>
                  <a:cubicBezTo>
                    <a:pt x="49" y="15347"/>
                    <a:pt x="49" y="15371"/>
                    <a:pt x="61" y="15383"/>
                  </a:cubicBezTo>
                  <a:cubicBezTo>
                    <a:pt x="61" y="15407"/>
                    <a:pt x="72" y="15419"/>
                    <a:pt x="84" y="15431"/>
                  </a:cubicBezTo>
                  <a:cubicBezTo>
                    <a:pt x="84" y="15454"/>
                    <a:pt x="96" y="15466"/>
                    <a:pt x="96" y="15478"/>
                  </a:cubicBezTo>
                  <a:cubicBezTo>
                    <a:pt x="108" y="15502"/>
                    <a:pt x="120" y="15514"/>
                    <a:pt x="120" y="15526"/>
                  </a:cubicBezTo>
                  <a:cubicBezTo>
                    <a:pt x="168" y="15597"/>
                    <a:pt x="144" y="15573"/>
                    <a:pt x="180" y="15633"/>
                  </a:cubicBezTo>
                  <a:cubicBezTo>
                    <a:pt x="191" y="15645"/>
                    <a:pt x="203" y="15669"/>
                    <a:pt x="215" y="15681"/>
                  </a:cubicBezTo>
                  <a:lnTo>
                    <a:pt x="251" y="15728"/>
                  </a:lnTo>
                  <a:lnTo>
                    <a:pt x="299" y="15776"/>
                  </a:lnTo>
                  <a:lnTo>
                    <a:pt x="346" y="15823"/>
                  </a:lnTo>
                  <a:lnTo>
                    <a:pt x="394" y="15871"/>
                  </a:lnTo>
                  <a:cubicBezTo>
                    <a:pt x="418" y="15895"/>
                    <a:pt x="442" y="15907"/>
                    <a:pt x="453" y="15931"/>
                  </a:cubicBezTo>
                  <a:lnTo>
                    <a:pt x="525" y="15978"/>
                  </a:lnTo>
                  <a:cubicBezTo>
                    <a:pt x="584" y="16014"/>
                    <a:pt x="644" y="16050"/>
                    <a:pt x="715" y="16073"/>
                  </a:cubicBezTo>
                  <a:cubicBezTo>
                    <a:pt x="751" y="16097"/>
                    <a:pt x="799" y="16109"/>
                    <a:pt x="846" y="16121"/>
                  </a:cubicBezTo>
                  <a:cubicBezTo>
                    <a:pt x="953" y="16157"/>
                    <a:pt x="1073" y="16181"/>
                    <a:pt x="1192" y="16181"/>
                  </a:cubicBezTo>
                  <a:lnTo>
                    <a:pt x="1204" y="16181"/>
                  </a:lnTo>
                  <a:cubicBezTo>
                    <a:pt x="1311" y="16181"/>
                    <a:pt x="1418" y="16169"/>
                    <a:pt x="1525" y="16133"/>
                  </a:cubicBezTo>
                  <a:cubicBezTo>
                    <a:pt x="1573" y="16121"/>
                    <a:pt x="1620" y="16109"/>
                    <a:pt x="1668" y="16085"/>
                  </a:cubicBezTo>
                  <a:cubicBezTo>
                    <a:pt x="1704" y="16073"/>
                    <a:pt x="1739" y="16062"/>
                    <a:pt x="1763" y="16038"/>
                  </a:cubicBezTo>
                  <a:lnTo>
                    <a:pt x="1846" y="15990"/>
                  </a:lnTo>
                  <a:lnTo>
                    <a:pt x="1918" y="15942"/>
                  </a:lnTo>
                  <a:cubicBezTo>
                    <a:pt x="1942" y="15931"/>
                    <a:pt x="1966" y="15919"/>
                    <a:pt x="1989" y="15907"/>
                  </a:cubicBezTo>
                  <a:lnTo>
                    <a:pt x="2037" y="15859"/>
                  </a:lnTo>
                  <a:cubicBezTo>
                    <a:pt x="2049" y="15835"/>
                    <a:pt x="2073" y="15823"/>
                    <a:pt x="2085" y="15812"/>
                  </a:cubicBezTo>
                  <a:lnTo>
                    <a:pt x="2132" y="15752"/>
                  </a:lnTo>
                  <a:cubicBezTo>
                    <a:pt x="2144" y="15740"/>
                    <a:pt x="2156" y="15728"/>
                    <a:pt x="2168" y="15704"/>
                  </a:cubicBezTo>
                  <a:cubicBezTo>
                    <a:pt x="2180" y="15692"/>
                    <a:pt x="2192" y="15681"/>
                    <a:pt x="2204" y="15657"/>
                  </a:cubicBezTo>
                  <a:cubicBezTo>
                    <a:pt x="2216" y="15645"/>
                    <a:pt x="2227" y="15633"/>
                    <a:pt x="2239" y="15609"/>
                  </a:cubicBezTo>
                  <a:lnTo>
                    <a:pt x="2263" y="15561"/>
                  </a:lnTo>
                  <a:lnTo>
                    <a:pt x="2287" y="15514"/>
                  </a:lnTo>
                  <a:cubicBezTo>
                    <a:pt x="2299" y="15502"/>
                    <a:pt x="2311" y="15478"/>
                    <a:pt x="2311" y="15466"/>
                  </a:cubicBezTo>
                  <a:cubicBezTo>
                    <a:pt x="2323" y="15454"/>
                    <a:pt x="2335" y="15431"/>
                    <a:pt x="2335" y="15419"/>
                  </a:cubicBezTo>
                  <a:cubicBezTo>
                    <a:pt x="2347" y="15407"/>
                    <a:pt x="2347" y="15383"/>
                    <a:pt x="2358" y="15371"/>
                  </a:cubicBezTo>
                  <a:cubicBezTo>
                    <a:pt x="2358" y="15359"/>
                    <a:pt x="2370" y="15335"/>
                    <a:pt x="2370" y="15323"/>
                  </a:cubicBezTo>
                  <a:cubicBezTo>
                    <a:pt x="2382" y="15311"/>
                    <a:pt x="2382" y="15288"/>
                    <a:pt x="2382" y="15276"/>
                  </a:cubicBezTo>
                  <a:lnTo>
                    <a:pt x="2394" y="15228"/>
                  </a:lnTo>
                  <a:lnTo>
                    <a:pt x="2406" y="15180"/>
                  </a:lnTo>
                  <a:cubicBezTo>
                    <a:pt x="2406" y="15157"/>
                    <a:pt x="2418" y="15145"/>
                    <a:pt x="2418" y="15133"/>
                  </a:cubicBezTo>
                  <a:lnTo>
                    <a:pt x="2418" y="15085"/>
                  </a:lnTo>
                  <a:lnTo>
                    <a:pt x="2418" y="15026"/>
                  </a:lnTo>
                  <a:lnTo>
                    <a:pt x="2418" y="14978"/>
                  </a:lnTo>
                  <a:lnTo>
                    <a:pt x="2418" y="14954"/>
                  </a:lnTo>
                  <a:lnTo>
                    <a:pt x="2418" y="1214"/>
                  </a:lnTo>
                  <a:lnTo>
                    <a:pt x="2406" y="1214"/>
                  </a:lnTo>
                  <a:lnTo>
                    <a:pt x="2406" y="1167"/>
                  </a:lnTo>
                  <a:lnTo>
                    <a:pt x="2406" y="1119"/>
                  </a:lnTo>
                  <a:lnTo>
                    <a:pt x="2406" y="1072"/>
                  </a:lnTo>
                  <a:cubicBezTo>
                    <a:pt x="2406" y="1060"/>
                    <a:pt x="2406" y="1036"/>
                    <a:pt x="2406" y="1024"/>
                  </a:cubicBezTo>
                  <a:lnTo>
                    <a:pt x="2406" y="976"/>
                  </a:lnTo>
                  <a:cubicBezTo>
                    <a:pt x="2406" y="964"/>
                    <a:pt x="2394" y="941"/>
                    <a:pt x="2394" y="929"/>
                  </a:cubicBezTo>
                  <a:cubicBezTo>
                    <a:pt x="2382" y="917"/>
                    <a:pt x="2382" y="893"/>
                    <a:pt x="2370" y="881"/>
                  </a:cubicBezTo>
                  <a:cubicBezTo>
                    <a:pt x="2370" y="869"/>
                    <a:pt x="2370" y="845"/>
                    <a:pt x="2358" y="833"/>
                  </a:cubicBezTo>
                  <a:lnTo>
                    <a:pt x="2347" y="786"/>
                  </a:lnTo>
                  <a:lnTo>
                    <a:pt x="2323" y="738"/>
                  </a:lnTo>
                  <a:cubicBezTo>
                    <a:pt x="2323" y="714"/>
                    <a:pt x="2311" y="703"/>
                    <a:pt x="2299" y="691"/>
                  </a:cubicBezTo>
                  <a:cubicBezTo>
                    <a:pt x="2299" y="667"/>
                    <a:pt x="2287" y="655"/>
                    <a:pt x="2275" y="643"/>
                  </a:cubicBezTo>
                  <a:lnTo>
                    <a:pt x="2251" y="595"/>
                  </a:lnTo>
                  <a:lnTo>
                    <a:pt x="2216" y="548"/>
                  </a:lnTo>
                  <a:cubicBezTo>
                    <a:pt x="2204" y="524"/>
                    <a:pt x="2192" y="512"/>
                    <a:pt x="2180" y="500"/>
                  </a:cubicBezTo>
                  <a:cubicBezTo>
                    <a:pt x="2168" y="476"/>
                    <a:pt x="2156" y="464"/>
                    <a:pt x="2144" y="452"/>
                  </a:cubicBezTo>
                  <a:lnTo>
                    <a:pt x="2108" y="393"/>
                  </a:lnTo>
                  <a:lnTo>
                    <a:pt x="2061" y="345"/>
                  </a:lnTo>
                  <a:lnTo>
                    <a:pt x="2001" y="298"/>
                  </a:lnTo>
                  <a:cubicBezTo>
                    <a:pt x="1989" y="286"/>
                    <a:pt x="1966" y="274"/>
                    <a:pt x="1942" y="250"/>
                  </a:cubicBezTo>
                  <a:lnTo>
                    <a:pt x="1882" y="202"/>
                  </a:lnTo>
                  <a:lnTo>
                    <a:pt x="1799" y="155"/>
                  </a:lnTo>
                  <a:cubicBezTo>
                    <a:pt x="1763" y="143"/>
                    <a:pt x="1739" y="119"/>
                    <a:pt x="1704" y="107"/>
                  </a:cubicBezTo>
                  <a:cubicBezTo>
                    <a:pt x="1668" y="95"/>
                    <a:pt x="1620" y="71"/>
                    <a:pt x="1573" y="60"/>
                  </a:cubicBezTo>
                  <a:cubicBezTo>
                    <a:pt x="1501" y="36"/>
                    <a:pt x="1418" y="12"/>
                    <a:pt x="1334" y="12"/>
                  </a:cubicBezTo>
                  <a:cubicBezTo>
                    <a:pt x="1287" y="0"/>
                    <a:pt x="1251" y="0"/>
                    <a:pt x="120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0" name="Google Shape;950;p10"/>
            <p:cNvSpPr/>
            <p:nvPr/>
          </p:nvSpPr>
          <p:spPr>
            <a:xfrm>
              <a:off x="4059511" y="-169612"/>
              <a:ext cx="142572" cy="125041"/>
            </a:xfrm>
            <a:custGeom>
              <a:avLst/>
              <a:gdLst/>
              <a:ahLst/>
              <a:cxnLst/>
              <a:rect l="l" t="t" r="r" b="b"/>
              <a:pathLst>
                <a:path w="4359" h="3823" extrusionOk="0">
                  <a:moveTo>
                    <a:pt x="1131" y="0"/>
                  </a:moveTo>
                  <a:cubicBezTo>
                    <a:pt x="512" y="0"/>
                    <a:pt x="0" y="512"/>
                    <a:pt x="0" y="1131"/>
                  </a:cubicBezTo>
                  <a:lnTo>
                    <a:pt x="0" y="2679"/>
                  </a:lnTo>
                  <a:cubicBezTo>
                    <a:pt x="0" y="3310"/>
                    <a:pt x="512" y="3810"/>
                    <a:pt x="1131" y="3822"/>
                  </a:cubicBezTo>
                  <a:lnTo>
                    <a:pt x="3215" y="3822"/>
                  </a:lnTo>
                  <a:cubicBezTo>
                    <a:pt x="3846" y="3810"/>
                    <a:pt x="4358" y="3310"/>
                    <a:pt x="4358" y="2679"/>
                  </a:cubicBezTo>
                  <a:lnTo>
                    <a:pt x="4358" y="1131"/>
                  </a:lnTo>
                  <a:cubicBezTo>
                    <a:pt x="4358" y="512"/>
                    <a:pt x="3846" y="0"/>
                    <a:pt x="3215" y="0"/>
                  </a:cubicBezTo>
                  <a:close/>
                </a:path>
              </a:pathLst>
            </a:custGeom>
            <a:solidFill>
              <a:srgbClr val="821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1" name="Google Shape;951;p10"/>
            <p:cNvSpPr/>
            <p:nvPr/>
          </p:nvSpPr>
          <p:spPr>
            <a:xfrm>
              <a:off x="4059511" y="277825"/>
              <a:ext cx="142572" cy="124648"/>
            </a:xfrm>
            <a:custGeom>
              <a:avLst/>
              <a:gdLst/>
              <a:ahLst/>
              <a:cxnLst/>
              <a:rect l="l" t="t" r="r" b="b"/>
              <a:pathLst>
                <a:path w="4359" h="3811" extrusionOk="0">
                  <a:moveTo>
                    <a:pt x="1131" y="0"/>
                  </a:moveTo>
                  <a:cubicBezTo>
                    <a:pt x="512" y="0"/>
                    <a:pt x="0" y="512"/>
                    <a:pt x="0" y="1132"/>
                  </a:cubicBezTo>
                  <a:lnTo>
                    <a:pt x="0" y="2679"/>
                  </a:lnTo>
                  <a:cubicBezTo>
                    <a:pt x="0" y="3310"/>
                    <a:pt x="512" y="3810"/>
                    <a:pt x="1131" y="3810"/>
                  </a:cubicBezTo>
                  <a:lnTo>
                    <a:pt x="3215" y="3810"/>
                  </a:lnTo>
                  <a:cubicBezTo>
                    <a:pt x="3846" y="3810"/>
                    <a:pt x="4358" y="3310"/>
                    <a:pt x="4358" y="2679"/>
                  </a:cubicBezTo>
                  <a:lnTo>
                    <a:pt x="4358" y="1132"/>
                  </a:lnTo>
                  <a:cubicBezTo>
                    <a:pt x="4358" y="512"/>
                    <a:pt x="3846" y="0"/>
                    <a:pt x="3215" y="0"/>
                  </a:cubicBezTo>
                  <a:close/>
                </a:path>
              </a:pathLst>
            </a:custGeom>
            <a:solidFill>
              <a:srgbClr val="821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2" name="Google Shape;952;p10"/>
            <p:cNvSpPr/>
            <p:nvPr/>
          </p:nvSpPr>
          <p:spPr>
            <a:xfrm>
              <a:off x="4082079" y="-148189"/>
              <a:ext cx="80264" cy="529240"/>
            </a:xfrm>
            <a:custGeom>
              <a:avLst/>
              <a:gdLst/>
              <a:ahLst/>
              <a:cxnLst/>
              <a:rect l="l" t="t" r="r" b="b"/>
              <a:pathLst>
                <a:path w="2454" h="16181" extrusionOk="0">
                  <a:moveTo>
                    <a:pt x="1227" y="0"/>
                  </a:moveTo>
                  <a:cubicBezTo>
                    <a:pt x="930" y="0"/>
                    <a:pt x="632" y="119"/>
                    <a:pt x="418" y="310"/>
                  </a:cubicBezTo>
                  <a:lnTo>
                    <a:pt x="394" y="333"/>
                  </a:lnTo>
                  <a:cubicBezTo>
                    <a:pt x="358" y="369"/>
                    <a:pt x="334" y="393"/>
                    <a:pt x="299" y="429"/>
                  </a:cubicBezTo>
                  <a:cubicBezTo>
                    <a:pt x="275" y="452"/>
                    <a:pt x="263" y="476"/>
                    <a:pt x="251" y="500"/>
                  </a:cubicBezTo>
                  <a:cubicBezTo>
                    <a:pt x="227" y="524"/>
                    <a:pt x="203" y="560"/>
                    <a:pt x="180" y="595"/>
                  </a:cubicBezTo>
                  <a:cubicBezTo>
                    <a:pt x="156" y="631"/>
                    <a:pt x="144" y="655"/>
                    <a:pt x="132" y="691"/>
                  </a:cubicBezTo>
                  <a:cubicBezTo>
                    <a:pt x="108" y="726"/>
                    <a:pt x="96" y="750"/>
                    <a:pt x="84" y="786"/>
                  </a:cubicBezTo>
                  <a:cubicBezTo>
                    <a:pt x="72" y="833"/>
                    <a:pt x="60" y="869"/>
                    <a:pt x="49" y="917"/>
                  </a:cubicBezTo>
                  <a:cubicBezTo>
                    <a:pt x="49" y="941"/>
                    <a:pt x="37" y="964"/>
                    <a:pt x="25" y="1000"/>
                  </a:cubicBezTo>
                  <a:cubicBezTo>
                    <a:pt x="13" y="1072"/>
                    <a:pt x="1" y="1143"/>
                    <a:pt x="1" y="1226"/>
                  </a:cubicBezTo>
                  <a:lnTo>
                    <a:pt x="1" y="14954"/>
                  </a:lnTo>
                  <a:cubicBezTo>
                    <a:pt x="1" y="15633"/>
                    <a:pt x="549" y="16181"/>
                    <a:pt x="1227" y="16181"/>
                  </a:cubicBezTo>
                  <a:cubicBezTo>
                    <a:pt x="1311" y="16181"/>
                    <a:pt x="1394" y="16169"/>
                    <a:pt x="1477" y="16157"/>
                  </a:cubicBezTo>
                  <a:lnTo>
                    <a:pt x="1525" y="16145"/>
                  </a:lnTo>
                  <a:cubicBezTo>
                    <a:pt x="1584" y="16121"/>
                    <a:pt x="1656" y="16097"/>
                    <a:pt x="1727" y="16073"/>
                  </a:cubicBezTo>
                  <a:lnTo>
                    <a:pt x="1739" y="16073"/>
                  </a:lnTo>
                  <a:cubicBezTo>
                    <a:pt x="1882" y="16002"/>
                    <a:pt x="2013" y="15907"/>
                    <a:pt x="2120" y="15788"/>
                  </a:cubicBezTo>
                  <a:cubicBezTo>
                    <a:pt x="2335" y="15561"/>
                    <a:pt x="2454" y="15276"/>
                    <a:pt x="2454" y="14966"/>
                  </a:cubicBezTo>
                  <a:lnTo>
                    <a:pt x="2454" y="1226"/>
                  </a:lnTo>
                  <a:cubicBezTo>
                    <a:pt x="2454" y="548"/>
                    <a:pt x="1906" y="0"/>
                    <a:pt x="1227" y="0"/>
                  </a:cubicBezTo>
                  <a:close/>
                </a:path>
              </a:pathLst>
            </a:custGeom>
            <a:solidFill>
              <a:srgbClr val="272425">
                <a:alpha val="200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3" name="Google Shape;953;p10"/>
            <p:cNvSpPr/>
            <p:nvPr/>
          </p:nvSpPr>
          <p:spPr>
            <a:xfrm>
              <a:off x="4093003" y="-148189"/>
              <a:ext cx="79872" cy="529240"/>
            </a:xfrm>
            <a:custGeom>
              <a:avLst/>
              <a:gdLst/>
              <a:ahLst/>
              <a:cxnLst/>
              <a:rect l="l" t="t" r="r" b="b"/>
              <a:pathLst>
                <a:path w="2442" h="16181" extrusionOk="0">
                  <a:moveTo>
                    <a:pt x="1143" y="0"/>
                  </a:moveTo>
                  <a:cubicBezTo>
                    <a:pt x="1048" y="0"/>
                    <a:pt x="965" y="24"/>
                    <a:pt x="881" y="48"/>
                  </a:cubicBezTo>
                  <a:cubicBezTo>
                    <a:pt x="834" y="60"/>
                    <a:pt x="798" y="71"/>
                    <a:pt x="750" y="83"/>
                  </a:cubicBezTo>
                  <a:cubicBezTo>
                    <a:pt x="715" y="107"/>
                    <a:pt x="679" y="119"/>
                    <a:pt x="655" y="131"/>
                  </a:cubicBezTo>
                  <a:cubicBezTo>
                    <a:pt x="619" y="155"/>
                    <a:pt x="596" y="167"/>
                    <a:pt x="572" y="179"/>
                  </a:cubicBezTo>
                  <a:cubicBezTo>
                    <a:pt x="548" y="202"/>
                    <a:pt x="524" y="214"/>
                    <a:pt x="500" y="226"/>
                  </a:cubicBezTo>
                  <a:lnTo>
                    <a:pt x="441" y="274"/>
                  </a:lnTo>
                  <a:lnTo>
                    <a:pt x="393" y="322"/>
                  </a:lnTo>
                  <a:cubicBezTo>
                    <a:pt x="369" y="333"/>
                    <a:pt x="358" y="357"/>
                    <a:pt x="346" y="369"/>
                  </a:cubicBezTo>
                  <a:cubicBezTo>
                    <a:pt x="322" y="381"/>
                    <a:pt x="310" y="393"/>
                    <a:pt x="298" y="417"/>
                  </a:cubicBezTo>
                  <a:cubicBezTo>
                    <a:pt x="286" y="429"/>
                    <a:pt x="274" y="441"/>
                    <a:pt x="262" y="464"/>
                  </a:cubicBezTo>
                  <a:cubicBezTo>
                    <a:pt x="250" y="476"/>
                    <a:pt x="238" y="488"/>
                    <a:pt x="227" y="512"/>
                  </a:cubicBezTo>
                  <a:lnTo>
                    <a:pt x="191" y="560"/>
                  </a:lnTo>
                  <a:lnTo>
                    <a:pt x="167" y="607"/>
                  </a:lnTo>
                  <a:lnTo>
                    <a:pt x="131" y="655"/>
                  </a:lnTo>
                  <a:lnTo>
                    <a:pt x="107" y="703"/>
                  </a:lnTo>
                  <a:cubicBezTo>
                    <a:pt x="107" y="714"/>
                    <a:pt x="96" y="726"/>
                    <a:pt x="96" y="750"/>
                  </a:cubicBezTo>
                  <a:cubicBezTo>
                    <a:pt x="84" y="762"/>
                    <a:pt x="84" y="774"/>
                    <a:pt x="72" y="786"/>
                  </a:cubicBezTo>
                  <a:lnTo>
                    <a:pt x="60" y="833"/>
                  </a:lnTo>
                  <a:lnTo>
                    <a:pt x="36" y="881"/>
                  </a:lnTo>
                  <a:cubicBezTo>
                    <a:pt x="36" y="905"/>
                    <a:pt x="36" y="917"/>
                    <a:pt x="24" y="929"/>
                  </a:cubicBezTo>
                  <a:cubicBezTo>
                    <a:pt x="24" y="953"/>
                    <a:pt x="24" y="964"/>
                    <a:pt x="12" y="976"/>
                  </a:cubicBezTo>
                  <a:cubicBezTo>
                    <a:pt x="12" y="1000"/>
                    <a:pt x="12" y="1012"/>
                    <a:pt x="12" y="1024"/>
                  </a:cubicBezTo>
                  <a:cubicBezTo>
                    <a:pt x="0" y="1048"/>
                    <a:pt x="12" y="1060"/>
                    <a:pt x="12" y="1072"/>
                  </a:cubicBezTo>
                  <a:lnTo>
                    <a:pt x="12" y="1119"/>
                  </a:lnTo>
                  <a:lnTo>
                    <a:pt x="12" y="1167"/>
                  </a:lnTo>
                  <a:lnTo>
                    <a:pt x="12" y="1214"/>
                  </a:lnTo>
                  <a:lnTo>
                    <a:pt x="12" y="14954"/>
                  </a:lnTo>
                  <a:cubicBezTo>
                    <a:pt x="12" y="14966"/>
                    <a:pt x="12" y="14978"/>
                    <a:pt x="12" y="14990"/>
                  </a:cubicBezTo>
                  <a:lnTo>
                    <a:pt x="12" y="15050"/>
                  </a:lnTo>
                  <a:cubicBezTo>
                    <a:pt x="12" y="15061"/>
                    <a:pt x="12" y="15073"/>
                    <a:pt x="12" y="15097"/>
                  </a:cubicBezTo>
                  <a:cubicBezTo>
                    <a:pt x="12" y="15109"/>
                    <a:pt x="12" y="15121"/>
                    <a:pt x="12" y="15145"/>
                  </a:cubicBezTo>
                  <a:cubicBezTo>
                    <a:pt x="12" y="15157"/>
                    <a:pt x="12" y="15169"/>
                    <a:pt x="12" y="15192"/>
                  </a:cubicBezTo>
                  <a:cubicBezTo>
                    <a:pt x="12" y="15204"/>
                    <a:pt x="12" y="15216"/>
                    <a:pt x="24" y="15240"/>
                  </a:cubicBezTo>
                  <a:cubicBezTo>
                    <a:pt x="36" y="15252"/>
                    <a:pt x="36" y="15276"/>
                    <a:pt x="36" y="15288"/>
                  </a:cubicBezTo>
                  <a:cubicBezTo>
                    <a:pt x="48" y="15300"/>
                    <a:pt x="48" y="15323"/>
                    <a:pt x="60" y="15335"/>
                  </a:cubicBezTo>
                  <a:lnTo>
                    <a:pt x="72" y="15383"/>
                  </a:lnTo>
                  <a:cubicBezTo>
                    <a:pt x="72" y="15407"/>
                    <a:pt x="84" y="15419"/>
                    <a:pt x="96" y="15431"/>
                  </a:cubicBezTo>
                  <a:cubicBezTo>
                    <a:pt x="96" y="15454"/>
                    <a:pt x="107" y="15466"/>
                    <a:pt x="119" y="15478"/>
                  </a:cubicBezTo>
                  <a:cubicBezTo>
                    <a:pt x="119" y="15502"/>
                    <a:pt x="131" y="15514"/>
                    <a:pt x="143" y="15526"/>
                  </a:cubicBezTo>
                  <a:cubicBezTo>
                    <a:pt x="143" y="15550"/>
                    <a:pt x="155" y="15561"/>
                    <a:pt x="167" y="15585"/>
                  </a:cubicBezTo>
                  <a:cubicBezTo>
                    <a:pt x="179" y="15597"/>
                    <a:pt x="191" y="15609"/>
                    <a:pt x="191" y="15633"/>
                  </a:cubicBezTo>
                  <a:lnTo>
                    <a:pt x="227" y="15681"/>
                  </a:lnTo>
                  <a:lnTo>
                    <a:pt x="262" y="15728"/>
                  </a:lnTo>
                  <a:lnTo>
                    <a:pt x="310" y="15776"/>
                  </a:lnTo>
                  <a:lnTo>
                    <a:pt x="358" y="15823"/>
                  </a:lnTo>
                  <a:lnTo>
                    <a:pt x="417" y="15871"/>
                  </a:lnTo>
                  <a:cubicBezTo>
                    <a:pt x="429" y="15895"/>
                    <a:pt x="453" y="15907"/>
                    <a:pt x="477" y="15931"/>
                  </a:cubicBezTo>
                  <a:cubicBezTo>
                    <a:pt x="500" y="15942"/>
                    <a:pt x="512" y="15954"/>
                    <a:pt x="536" y="15978"/>
                  </a:cubicBezTo>
                  <a:cubicBezTo>
                    <a:pt x="596" y="16014"/>
                    <a:pt x="655" y="16050"/>
                    <a:pt x="727" y="16073"/>
                  </a:cubicBezTo>
                  <a:cubicBezTo>
                    <a:pt x="762" y="16097"/>
                    <a:pt x="810" y="16109"/>
                    <a:pt x="858" y="16121"/>
                  </a:cubicBezTo>
                  <a:cubicBezTo>
                    <a:pt x="965" y="16157"/>
                    <a:pt x="1084" y="16181"/>
                    <a:pt x="1215" y="16181"/>
                  </a:cubicBezTo>
                  <a:lnTo>
                    <a:pt x="1227" y="16181"/>
                  </a:lnTo>
                  <a:cubicBezTo>
                    <a:pt x="1334" y="16181"/>
                    <a:pt x="1441" y="16169"/>
                    <a:pt x="1536" y="16133"/>
                  </a:cubicBezTo>
                  <a:cubicBezTo>
                    <a:pt x="1584" y="16121"/>
                    <a:pt x="1631" y="16109"/>
                    <a:pt x="1679" y="16085"/>
                  </a:cubicBezTo>
                  <a:cubicBezTo>
                    <a:pt x="1715" y="16073"/>
                    <a:pt x="1751" y="16062"/>
                    <a:pt x="1786" y="16038"/>
                  </a:cubicBezTo>
                  <a:cubicBezTo>
                    <a:pt x="1810" y="16026"/>
                    <a:pt x="1834" y="16014"/>
                    <a:pt x="1858" y="15990"/>
                  </a:cubicBezTo>
                  <a:lnTo>
                    <a:pt x="1929" y="15942"/>
                  </a:lnTo>
                  <a:cubicBezTo>
                    <a:pt x="1953" y="15931"/>
                    <a:pt x="1977" y="15919"/>
                    <a:pt x="2001" y="15907"/>
                  </a:cubicBezTo>
                  <a:cubicBezTo>
                    <a:pt x="2012" y="15883"/>
                    <a:pt x="2036" y="15871"/>
                    <a:pt x="2048" y="15859"/>
                  </a:cubicBezTo>
                  <a:lnTo>
                    <a:pt x="2096" y="15812"/>
                  </a:lnTo>
                  <a:lnTo>
                    <a:pt x="2143" y="15752"/>
                  </a:lnTo>
                  <a:cubicBezTo>
                    <a:pt x="2155" y="15740"/>
                    <a:pt x="2167" y="15728"/>
                    <a:pt x="2179" y="15704"/>
                  </a:cubicBezTo>
                  <a:lnTo>
                    <a:pt x="2215" y="15657"/>
                  </a:lnTo>
                  <a:lnTo>
                    <a:pt x="2251" y="15609"/>
                  </a:lnTo>
                  <a:lnTo>
                    <a:pt x="2274" y="15561"/>
                  </a:lnTo>
                  <a:cubicBezTo>
                    <a:pt x="2286" y="15550"/>
                    <a:pt x="2298" y="15538"/>
                    <a:pt x="2310" y="15514"/>
                  </a:cubicBezTo>
                  <a:cubicBezTo>
                    <a:pt x="2310" y="15502"/>
                    <a:pt x="2322" y="15478"/>
                    <a:pt x="2334" y="15466"/>
                  </a:cubicBezTo>
                  <a:cubicBezTo>
                    <a:pt x="2334" y="15454"/>
                    <a:pt x="2346" y="15431"/>
                    <a:pt x="2346" y="15419"/>
                  </a:cubicBezTo>
                  <a:cubicBezTo>
                    <a:pt x="2358" y="15407"/>
                    <a:pt x="2358" y="15383"/>
                    <a:pt x="2370" y="15371"/>
                  </a:cubicBezTo>
                  <a:cubicBezTo>
                    <a:pt x="2370" y="15359"/>
                    <a:pt x="2382" y="15335"/>
                    <a:pt x="2382" y="15323"/>
                  </a:cubicBezTo>
                  <a:cubicBezTo>
                    <a:pt x="2393" y="15311"/>
                    <a:pt x="2393" y="15288"/>
                    <a:pt x="2393" y="15276"/>
                  </a:cubicBezTo>
                  <a:cubicBezTo>
                    <a:pt x="2405" y="15264"/>
                    <a:pt x="2405" y="15240"/>
                    <a:pt x="2405" y="15228"/>
                  </a:cubicBezTo>
                  <a:cubicBezTo>
                    <a:pt x="2417" y="15204"/>
                    <a:pt x="2417" y="15192"/>
                    <a:pt x="2417" y="15180"/>
                  </a:cubicBezTo>
                  <a:cubicBezTo>
                    <a:pt x="2429" y="15157"/>
                    <a:pt x="2417" y="15145"/>
                    <a:pt x="2417" y="15133"/>
                  </a:cubicBezTo>
                  <a:lnTo>
                    <a:pt x="2417" y="15085"/>
                  </a:lnTo>
                  <a:lnTo>
                    <a:pt x="2417" y="15026"/>
                  </a:lnTo>
                  <a:lnTo>
                    <a:pt x="2417" y="14978"/>
                  </a:lnTo>
                  <a:lnTo>
                    <a:pt x="2417" y="1214"/>
                  </a:lnTo>
                  <a:lnTo>
                    <a:pt x="2441" y="1214"/>
                  </a:lnTo>
                  <a:lnTo>
                    <a:pt x="2441" y="1167"/>
                  </a:lnTo>
                  <a:lnTo>
                    <a:pt x="2441" y="1119"/>
                  </a:lnTo>
                  <a:cubicBezTo>
                    <a:pt x="2441" y="1107"/>
                    <a:pt x="2441" y="1084"/>
                    <a:pt x="2441" y="1072"/>
                  </a:cubicBezTo>
                  <a:cubicBezTo>
                    <a:pt x="2441" y="1060"/>
                    <a:pt x="2441" y="1036"/>
                    <a:pt x="2441" y="1024"/>
                  </a:cubicBezTo>
                  <a:cubicBezTo>
                    <a:pt x="2441" y="1012"/>
                    <a:pt x="2441" y="988"/>
                    <a:pt x="2441" y="976"/>
                  </a:cubicBezTo>
                  <a:cubicBezTo>
                    <a:pt x="2441" y="964"/>
                    <a:pt x="2429" y="941"/>
                    <a:pt x="2429" y="929"/>
                  </a:cubicBezTo>
                  <a:cubicBezTo>
                    <a:pt x="2429" y="905"/>
                    <a:pt x="2429" y="893"/>
                    <a:pt x="2417" y="881"/>
                  </a:cubicBezTo>
                  <a:cubicBezTo>
                    <a:pt x="2417" y="869"/>
                    <a:pt x="2405" y="845"/>
                    <a:pt x="2405" y="833"/>
                  </a:cubicBezTo>
                  <a:cubicBezTo>
                    <a:pt x="2405" y="810"/>
                    <a:pt x="2393" y="798"/>
                    <a:pt x="2382" y="786"/>
                  </a:cubicBezTo>
                  <a:cubicBezTo>
                    <a:pt x="2382" y="762"/>
                    <a:pt x="2370" y="750"/>
                    <a:pt x="2370" y="738"/>
                  </a:cubicBezTo>
                  <a:cubicBezTo>
                    <a:pt x="2358" y="714"/>
                    <a:pt x="2346" y="703"/>
                    <a:pt x="2346" y="691"/>
                  </a:cubicBezTo>
                  <a:lnTo>
                    <a:pt x="2298" y="643"/>
                  </a:lnTo>
                  <a:cubicBezTo>
                    <a:pt x="2286" y="619"/>
                    <a:pt x="2274" y="607"/>
                    <a:pt x="2263" y="595"/>
                  </a:cubicBezTo>
                  <a:cubicBezTo>
                    <a:pt x="2251" y="572"/>
                    <a:pt x="2251" y="560"/>
                    <a:pt x="2239" y="548"/>
                  </a:cubicBezTo>
                  <a:lnTo>
                    <a:pt x="2203" y="500"/>
                  </a:lnTo>
                  <a:lnTo>
                    <a:pt x="2167" y="452"/>
                  </a:lnTo>
                  <a:lnTo>
                    <a:pt x="2120" y="393"/>
                  </a:lnTo>
                  <a:lnTo>
                    <a:pt x="2072" y="345"/>
                  </a:lnTo>
                  <a:lnTo>
                    <a:pt x="2024" y="298"/>
                  </a:lnTo>
                  <a:cubicBezTo>
                    <a:pt x="2001" y="286"/>
                    <a:pt x="1977" y="274"/>
                    <a:pt x="1965" y="250"/>
                  </a:cubicBezTo>
                  <a:lnTo>
                    <a:pt x="1893" y="202"/>
                  </a:lnTo>
                  <a:lnTo>
                    <a:pt x="1810" y="155"/>
                  </a:lnTo>
                  <a:cubicBezTo>
                    <a:pt x="1786" y="143"/>
                    <a:pt x="1751" y="119"/>
                    <a:pt x="1715" y="107"/>
                  </a:cubicBezTo>
                  <a:cubicBezTo>
                    <a:pt x="1679" y="95"/>
                    <a:pt x="1631" y="71"/>
                    <a:pt x="1596" y="60"/>
                  </a:cubicBezTo>
                  <a:cubicBezTo>
                    <a:pt x="1512" y="36"/>
                    <a:pt x="1429" y="12"/>
                    <a:pt x="1346" y="12"/>
                  </a:cubicBezTo>
                  <a:cubicBezTo>
                    <a:pt x="1298" y="0"/>
                    <a:pt x="1262" y="0"/>
                    <a:pt x="121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4" name="Google Shape;954;p10"/>
            <p:cNvSpPr/>
            <p:nvPr/>
          </p:nvSpPr>
          <p:spPr>
            <a:xfrm>
              <a:off x="3688772" y="-169612"/>
              <a:ext cx="142572" cy="125041"/>
            </a:xfrm>
            <a:custGeom>
              <a:avLst/>
              <a:gdLst/>
              <a:ahLst/>
              <a:cxnLst/>
              <a:rect l="l" t="t" r="r" b="b"/>
              <a:pathLst>
                <a:path w="4359" h="3823" extrusionOk="0">
                  <a:moveTo>
                    <a:pt x="1144" y="0"/>
                  </a:moveTo>
                  <a:cubicBezTo>
                    <a:pt x="513" y="0"/>
                    <a:pt x="1" y="512"/>
                    <a:pt x="1" y="1131"/>
                  </a:cubicBezTo>
                  <a:lnTo>
                    <a:pt x="1" y="2679"/>
                  </a:lnTo>
                  <a:cubicBezTo>
                    <a:pt x="1" y="3310"/>
                    <a:pt x="513" y="3810"/>
                    <a:pt x="1144" y="3822"/>
                  </a:cubicBezTo>
                  <a:lnTo>
                    <a:pt x="3227" y="3822"/>
                  </a:lnTo>
                  <a:cubicBezTo>
                    <a:pt x="3846" y="3810"/>
                    <a:pt x="4358" y="3310"/>
                    <a:pt x="4358" y="2679"/>
                  </a:cubicBezTo>
                  <a:lnTo>
                    <a:pt x="4358" y="1131"/>
                  </a:lnTo>
                  <a:cubicBezTo>
                    <a:pt x="4358" y="512"/>
                    <a:pt x="3846" y="0"/>
                    <a:pt x="3227" y="0"/>
                  </a:cubicBezTo>
                  <a:close/>
                </a:path>
              </a:pathLst>
            </a:custGeom>
            <a:solidFill>
              <a:srgbClr val="821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5" name="Google Shape;955;p10"/>
            <p:cNvSpPr/>
            <p:nvPr/>
          </p:nvSpPr>
          <p:spPr>
            <a:xfrm>
              <a:off x="3688772" y="277825"/>
              <a:ext cx="142572" cy="124648"/>
            </a:xfrm>
            <a:custGeom>
              <a:avLst/>
              <a:gdLst/>
              <a:ahLst/>
              <a:cxnLst/>
              <a:rect l="l" t="t" r="r" b="b"/>
              <a:pathLst>
                <a:path w="4359" h="3811" extrusionOk="0">
                  <a:moveTo>
                    <a:pt x="1144" y="0"/>
                  </a:moveTo>
                  <a:cubicBezTo>
                    <a:pt x="513" y="0"/>
                    <a:pt x="1" y="512"/>
                    <a:pt x="1" y="1132"/>
                  </a:cubicBezTo>
                  <a:lnTo>
                    <a:pt x="1" y="2679"/>
                  </a:lnTo>
                  <a:cubicBezTo>
                    <a:pt x="1" y="3310"/>
                    <a:pt x="513" y="3810"/>
                    <a:pt x="1144" y="3810"/>
                  </a:cubicBezTo>
                  <a:lnTo>
                    <a:pt x="3227" y="3810"/>
                  </a:lnTo>
                  <a:cubicBezTo>
                    <a:pt x="3846" y="3810"/>
                    <a:pt x="4358" y="3310"/>
                    <a:pt x="4358" y="2679"/>
                  </a:cubicBezTo>
                  <a:lnTo>
                    <a:pt x="4358" y="1132"/>
                  </a:lnTo>
                  <a:cubicBezTo>
                    <a:pt x="4358" y="512"/>
                    <a:pt x="3846" y="0"/>
                    <a:pt x="3227" y="0"/>
                  </a:cubicBezTo>
                  <a:close/>
                </a:path>
              </a:pathLst>
            </a:custGeom>
            <a:solidFill>
              <a:srgbClr val="821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6" name="Google Shape;956;p10"/>
            <p:cNvSpPr/>
            <p:nvPr/>
          </p:nvSpPr>
          <p:spPr>
            <a:xfrm>
              <a:off x="3711766" y="-148189"/>
              <a:ext cx="80231" cy="529240"/>
            </a:xfrm>
            <a:custGeom>
              <a:avLst/>
              <a:gdLst/>
              <a:ahLst/>
              <a:cxnLst/>
              <a:rect l="l" t="t" r="r" b="b"/>
              <a:pathLst>
                <a:path w="2453" h="16181" extrusionOk="0">
                  <a:moveTo>
                    <a:pt x="1226" y="0"/>
                  </a:moveTo>
                  <a:cubicBezTo>
                    <a:pt x="917" y="0"/>
                    <a:pt x="631" y="107"/>
                    <a:pt x="405" y="310"/>
                  </a:cubicBezTo>
                  <a:lnTo>
                    <a:pt x="381" y="333"/>
                  </a:lnTo>
                  <a:cubicBezTo>
                    <a:pt x="357" y="369"/>
                    <a:pt x="322" y="393"/>
                    <a:pt x="286" y="429"/>
                  </a:cubicBezTo>
                  <a:cubicBezTo>
                    <a:pt x="274" y="452"/>
                    <a:pt x="250" y="476"/>
                    <a:pt x="238" y="500"/>
                  </a:cubicBezTo>
                  <a:cubicBezTo>
                    <a:pt x="214" y="524"/>
                    <a:pt x="191" y="560"/>
                    <a:pt x="179" y="595"/>
                  </a:cubicBezTo>
                  <a:cubicBezTo>
                    <a:pt x="155" y="631"/>
                    <a:pt x="131" y="655"/>
                    <a:pt x="119" y="691"/>
                  </a:cubicBezTo>
                  <a:cubicBezTo>
                    <a:pt x="107" y="726"/>
                    <a:pt x="95" y="750"/>
                    <a:pt x="83" y="786"/>
                  </a:cubicBezTo>
                  <a:cubicBezTo>
                    <a:pt x="60" y="833"/>
                    <a:pt x="48" y="869"/>
                    <a:pt x="36" y="917"/>
                  </a:cubicBezTo>
                  <a:cubicBezTo>
                    <a:pt x="36" y="941"/>
                    <a:pt x="24" y="964"/>
                    <a:pt x="12" y="1000"/>
                  </a:cubicBezTo>
                  <a:cubicBezTo>
                    <a:pt x="0" y="1072"/>
                    <a:pt x="0" y="1143"/>
                    <a:pt x="0" y="1226"/>
                  </a:cubicBezTo>
                  <a:lnTo>
                    <a:pt x="0" y="14954"/>
                  </a:lnTo>
                  <a:cubicBezTo>
                    <a:pt x="0" y="15633"/>
                    <a:pt x="548" y="16181"/>
                    <a:pt x="1215" y="16181"/>
                  </a:cubicBezTo>
                  <a:lnTo>
                    <a:pt x="1226" y="16181"/>
                  </a:lnTo>
                  <a:cubicBezTo>
                    <a:pt x="1310" y="16181"/>
                    <a:pt x="1393" y="16169"/>
                    <a:pt x="1476" y="16157"/>
                  </a:cubicBezTo>
                  <a:lnTo>
                    <a:pt x="1512" y="16145"/>
                  </a:lnTo>
                  <a:cubicBezTo>
                    <a:pt x="1584" y="16121"/>
                    <a:pt x="1655" y="16097"/>
                    <a:pt x="1715" y="16073"/>
                  </a:cubicBezTo>
                  <a:lnTo>
                    <a:pt x="1738" y="16073"/>
                  </a:lnTo>
                  <a:cubicBezTo>
                    <a:pt x="1881" y="16002"/>
                    <a:pt x="2012" y="15907"/>
                    <a:pt x="2119" y="15788"/>
                  </a:cubicBezTo>
                  <a:cubicBezTo>
                    <a:pt x="2334" y="15561"/>
                    <a:pt x="2441" y="15276"/>
                    <a:pt x="2453" y="14966"/>
                  </a:cubicBezTo>
                  <a:lnTo>
                    <a:pt x="2453" y="1226"/>
                  </a:lnTo>
                  <a:cubicBezTo>
                    <a:pt x="2453" y="548"/>
                    <a:pt x="1905" y="0"/>
                    <a:pt x="1226" y="0"/>
                  </a:cubicBezTo>
                  <a:close/>
                </a:path>
              </a:pathLst>
            </a:custGeom>
            <a:solidFill>
              <a:srgbClr val="272425">
                <a:alpha val="200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7" name="Google Shape;957;p10"/>
            <p:cNvSpPr/>
            <p:nvPr/>
          </p:nvSpPr>
          <p:spPr>
            <a:xfrm>
              <a:off x="3723442" y="-148189"/>
              <a:ext cx="79087" cy="529240"/>
            </a:xfrm>
            <a:custGeom>
              <a:avLst/>
              <a:gdLst/>
              <a:ahLst/>
              <a:cxnLst/>
              <a:rect l="l" t="t" r="r" b="b"/>
              <a:pathLst>
                <a:path w="2418" h="16181" extrusionOk="0">
                  <a:moveTo>
                    <a:pt x="1131" y="0"/>
                  </a:moveTo>
                  <a:cubicBezTo>
                    <a:pt x="1048" y="0"/>
                    <a:pt x="965" y="24"/>
                    <a:pt x="881" y="48"/>
                  </a:cubicBezTo>
                  <a:cubicBezTo>
                    <a:pt x="834" y="60"/>
                    <a:pt x="786" y="71"/>
                    <a:pt x="738" y="83"/>
                  </a:cubicBezTo>
                  <a:cubicBezTo>
                    <a:pt x="715" y="107"/>
                    <a:pt x="679" y="119"/>
                    <a:pt x="643" y="131"/>
                  </a:cubicBezTo>
                  <a:cubicBezTo>
                    <a:pt x="608" y="155"/>
                    <a:pt x="596" y="167"/>
                    <a:pt x="572" y="179"/>
                  </a:cubicBezTo>
                  <a:cubicBezTo>
                    <a:pt x="536" y="202"/>
                    <a:pt x="524" y="214"/>
                    <a:pt x="500" y="226"/>
                  </a:cubicBezTo>
                  <a:cubicBezTo>
                    <a:pt x="477" y="238"/>
                    <a:pt x="453" y="262"/>
                    <a:pt x="429" y="274"/>
                  </a:cubicBezTo>
                  <a:lnTo>
                    <a:pt x="381" y="322"/>
                  </a:lnTo>
                  <a:lnTo>
                    <a:pt x="334" y="369"/>
                  </a:lnTo>
                  <a:cubicBezTo>
                    <a:pt x="322" y="381"/>
                    <a:pt x="298" y="393"/>
                    <a:pt x="286" y="417"/>
                  </a:cubicBezTo>
                  <a:lnTo>
                    <a:pt x="250" y="464"/>
                  </a:lnTo>
                  <a:lnTo>
                    <a:pt x="215" y="512"/>
                  </a:lnTo>
                  <a:lnTo>
                    <a:pt x="179" y="560"/>
                  </a:lnTo>
                  <a:cubicBezTo>
                    <a:pt x="179" y="572"/>
                    <a:pt x="167" y="583"/>
                    <a:pt x="155" y="607"/>
                  </a:cubicBezTo>
                  <a:cubicBezTo>
                    <a:pt x="143" y="619"/>
                    <a:pt x="131" y="631"/>
                    <a:pt x="131" y="655"/>
                  </a:cubicBezTo>
                  <a:cubicBezTo>
                    <a:pt x="119" y="667"/>
                    <a:pt x="119" y="679"/>
                    <a:pt x="107" y="703"/>
                  </a:cubicBezTo>
                  <a:lnTo>
                    <a:pt x="84" y="750"/>
                  </a:lnTo>
                  <a:cubicBezTo>
                    <a:pt x="84" y="762"/>
                    <a:pt x="72" y="774"/>
                    <a:pt x="72" y="786"/>
                  </a:cubicBezTo>
                  <a:lnTo>
                    <a:pt x="48" y="833"/>
                  </a:lnTo>
                  <a:lnTo>
                    <a:pt x="36" y="881"/>
                  </a:lnTo>
                  <a:lnTo>
                    <a:pt x="24" y="929"/>
                  </a:lnTo>
                  <a:cubicBezTo>
                    <a:pt x="24" y="953"/>
                    <a:pt x="12" y="964"/>
                    <a:pt x="12" y="976"/>
                  </a:cubicBezTo>
                  <a:cubicBezTo>
                    <a:pt x="12" y="1000"/>
                    <a:pt x="12" y="1012"/>
                    <a:pt x="12" y="1024"/>
                  </a:cubicBezTo>
                  <a:cubicBezTo>
                    <a:pt x="12" y="1048"/>
                    <a:pt x="12" y="1060"/>
                    <a:pt x="0" y="1072"/>
                  </a:cubicBezTo>
                  <a:lnTo>
                    <a:pt x="0" y="1119"/>
                  </a:lnTo>
                  <a:lnTo>
                    <a:pt x="0" y="1167"/>
                  </a:lnTo>
                  <a:lnTo>
                    <a:pt x="0" y="1214"/>
                  </a:lnTo>
                  <a:lnTo>
                    <a:pt x="0" y="14954"/>
                  </a:lnTo>
                  <a:lnTo>
                    <a:pt x="0" y="14990"/>
                  </a:lnTo>
                  <a:lnTo>
                    <a:pt x="0" y="15050"/>
                  </a:lnTo>
                  <a:lnTo>
                    <a:pt x="0" y="15097"/>
                  </a:lnTo>
                  <a:cubicBezTo>
                    <a:pt x="0" y="15109"/>
                    <a:pt x="0" y="15121"/>
                    <a:pt x="12" y="15145"/>
                  </a:cubicBezTo>
                  <a:cubicBezTo>
                    <a:pt x="12" y="15157"/>
                    <a:pt x="12" y="15169"/>
                    <a:pt x="12" y="15192"/>
                  </a:cubicBezTo>
                  <a:cubicBezTo>
                    <a:pt x="12" y="15204"/>
                    <a:pt x="12" y="15216"/>
                    <a:pt x="24" y="15240"/>
                  </a:cubicBezTo>
                  <a:cubicBezTo>
                    <a:pt x="36" y="15252"/>
                    <a:pt x="24" y="15276"/>
                    <a:pt x="36" y="15288"/>
                  </a:cubicBezTo>
                  <a:cubicBezTo>
                    <a:pt x="48" y="15300"/>
                    <a:pt x="48" y="15323"/>
                    <a:pt x="48" y="15335"/>
                  </a:cubicBezTo>
                  <a:cubicBezTo>
                    <a:pt x="60" y="15347"/>
                    <a:pt x="60" y="15371"/>
                    <a:pt x="72" y="15383"/>
                  </a:cubicBezTo>
                  <a:cubicBezTo>
                    <a:pt x="72" y="15407"/>
                    <a:pt x="84" y="15419"/>
                    <a:pt x="84" y="15431"/>
                  </a:cubicBezTo>
                  <a:cubicBezTo>
                    <a:pt x="96" y="15454"/>
                    <a:pt x="96" y="15466"/>
                    <a:pt x="107" y="15478"/>
                  </a:cubicBezTo>
                  <a:lnTo>
                    <a:pt x="131" y="15526"/>
                  </a:lnTo>
                  <a:lnTo>
                    <a:pt x="167" y="15585"/>
                  </a:lnTo>
                  <a:cubicBezTo>
                    <a:pt x="167" y="15597"/>
                    <a:pt x="179" y="15609"/>
                    <a:pt x="191" y="15633"/>
                  </a:cubicBezTo>
                  <a:cubicBezTo>
                    <a:pt x="203" y="15645"/>
                    <a:pt x="215" y="15669"/>
                    <a:pt x="227" y="15681"/>
                  </a:cubicBezTo>
                  <a:lnTo>
                    <a:pt x="262" y="15728"/>
                  </a:lnTo>
                  <a:lnTo>
                    <a:pt x="310" y="15776"/>
                  </a:lnTo>
                  <a:lnTo>
                    <a:pt x="357" y="15823"/>
                  </a:lnTo>
                  <a:lnTo>
                    <a:pt x="405" y="15871"/>
                  </a:lnTo>
                  <a:cubicBezTo>
                    <a:pt x="429" y="15895"/>
                    <a:pt x="453" y="15907"/>
                    <a:pt x="465" y="15931"/>
                  </a:cubicBezTo>
                  <a:lnTo>
                    <a:pt x="536" y="15978"/>
                  </a:lnTo>
                  <a:cubicBezTo>
                    <a:pt x="596" y="16014"/>
                    <a:pt x="655" y="16050"/>
                    <a:pt x="715" y="16073"/>
                  </a:cubicBezTo>
                  <a:cubicBezTo>
                    <a:pt x="762" y="16097"/>
                    <a:pt x="810" y="16109"/>
                    <a:pt x="846" y="16121"/>
                  </a:cubicBezTo>
                  <a:cubicBezTo>
                    <a:pt x="965" y="16157"/>
                    <a:pt x="1084" y="16181"/>
                    <a:pt x="1203" y="16181"/>
                  </a:cubicBezTo>
                  <a:lnTo>
                    <a:pt x="1215" y="16181"/>
                  </a:lnTo>
                  <a:cubicBezTo>
                    <a:pt x="1322" y="16181"/>
                    <a:pt x="1429" y="16169"/>
                    <a:pt x="1536" y="16133"/>
                  </a:cubicBezTo>
                  <a:cubicBezTo>
                    <a:pt x="1584" y="16121"/>
                    <a:pt x="1631" y="16109"/>
                    <a:pt x="1679" y="16085"/>
                  </a:cubicBezTo>
                  <a:cubicBezTo>
                    <a:pt x="1715" y="16073"/>
                    <a:pt x="1739" y="16062"/>
                    <a:pt x="1774" y="16038"/>
                  </a:cubicBezTo>
                  <a:lnTo>
                    <a:pt x="1858" y="15990"/>
                  </a:lnTo>
                  <a:lnTo>
                    <a:pt x="1929" y="15942"/>
                  </a:lnTo>
                  <a:cubicBezTo>
                    <a:pt x="1953" y="15931"/>
                    <a:pt x="1977" y="15919"/>
                    <a:pt x="1989" y="15907"/>
                  </a:cubicBezTo>
                  <a:lnTo>
                    <a:pt x="2048" y="15859"/>
                  </a:lnTo>
                  <a:lnTo>
                    <a:pt x="2096" y="15812"/>
                  </a:lnTo>
                  <a:lnTo>
                    <a:pt x="2143" y="15752"/>
                  </a:lnTo>
                  <a:cubicBezTo>
                    <a:pt x="2155" y="15740"/>
                    <a:pt x="2167" y="15728"/>
                    <a:pt x="2179" y="15704"/>
                  </a:cubicBezTo>
                  <a:cubicBezTo>
                    <a:pt x="2191" y="15692"/>
                    <a:pt x="2203" y="15681"/>
                    <a:pt x="2215" y="15657"/>
                  </a:cubicBezTo>
                  <a:cubicBezTo>
                    <a:pt x="2227" y="15645"/>
                    <a:pt x="2239" y="15633"/>
                    <a:pt x="2251" y="15609"/>
                  </a:cubicBezTo>
                  <a:lnTo>
                    <a:pt x="2274" y="15561"/>
                  </a:lnTo>
                  <a:lnTo>
                    <a:pt x="2298" y="15514"/>
                  </a:lnTo>
                  <a:cubicBezTo>
                    <a:pt x="2310" y="15502"/>
                    <a:pt x="2322" y="15478"/>
                    <a:pt x="2322" y="15466"/>
                  </a:cubicBezTo>
                  <a:cubicBezTo>
                    <a:pt x="2334" y="15454"/>
                    <a:pt x="2334" y="15431"/>
                    <a:pt x="2346" y="15419"/>
                  </a:cubicBezTo>
                  <a:cubicBezTo>
                    <a:pt x="2346" y="15407"/>
                    <a:pt x="2358" y="15383"/>
                    <a:pt x="2358" y="15371"/>
                  </a:cubicBezTo>
                  <a:cubicBezTo>
                    <a:pt x="2358" y="15359"/>
                    <a:pt x="2382" y="15335"/>
                    <a:pt x="2382" y="15323"/>
                  </a:cubicBezTo>
                  <a:cubicBezTo>
                    <a:pt x="2382" y="15311"/>
                    <a:pt x="2393" y="15288"/>
                    <a:pt x="2393" y="15276"/>
                  </a:cubicBezTo>
                  <a:lnTo>
                    <a:pt x="2405" y="15228"/>
                  </a:lnTo>
                  <a:lnTo>
                    <a:pt x="2417" y="15180"/>
                  </a:lnTo>
                  <a:cubicBezTo>
                    <a:pt x="2417" y="15157"/>
                    <a:pt x="2417" y="15145"/>
                    <a:pt x="2417" y="15133"/>
                  </a:cubicBezTo>
                  <a:lnTo>
                    <a:pt x="2417" y="15085"/>
                  </a:lnTo>
                  <a:lnTo>
                    <a:pt x="2417" y="15026"/>
                  </a:lnTo>
                  <a:lnTo>
                    <a:pt x="2417" y="14978"/>
                  </a:lnTo>
                  <a:lnTo>
                    <a:pt x="2417" y="14954"/>
                  </a:lnTo>
                  <a:lnTo>
                    <a:pt x="2417" y="1214"/>
                  </a:lnTo>
                  <a:lnTo>
                    <a:pt x="2417" y="1167"/>
                  </a:lnTo>
                  <a:lnTo>
                    <a:pt x="2417" y="1119"/>
                  </a:lnTo>
                  <a:lnTo>
                    <a:pt x="2417" y="1072"/>
                  </a:lnTo>
                  <a:cubicBezTo>
                    <a:pt x="2417" y="1060"/>
                    <a:pt x="2417" y="1036"/>
                    <a:pt x="2405" y="1024"/>
                  </a:cubicBezTo>
                  <a:lnTo>
                    <a:pt x="2405" y="976"/>
                  </a:lnTo>
                  <a:cubicBezTo>
                    <a:pt x="2405" y="964"/>
                    <a:pt x="2405" y="941"/>
                    <a:pt x="2393" y="929"/>
                  </a:cubicBezTo>
                  <a:cubicBezTo>
                    <a:pt x="2393" y="917"/>
                    <a:pt x="2393" y="893"/>
                    <a:pt x="2382" y="881"/>
                  </a:cubicBezTo>
                  <a:cubicBezTo>
                    <a:pt x="2382" y="869"/>
                    <a:pt x="2370" y="845"/>
                    <a:pt x="2370" y="833"/>
                  </a:cubicBezTo>
                  <a:lnTo>
                    <a:pt x="2346" y="786"/>
                  </a:lnTo>
                  <a:lnTo>
                    <a:pt x="2334" y="738"/>
                  </a:lnTo>
                  <a:cubicBezTo>
                    <a:pt x="2322" y="714"/>
                    <a:pt x="2310" y="703"/>
                    <a:pt x="2310" y="691"/>
                  </a:cubicBezTo>
                  <a:cubicBezTo>
                    <a:pt x="2298" y="667"/>
                    <a:pt x="2298" y="655"/>
                    <a:pt x="2286" y="643"/>
                  </a:cubicBezTo>
                  <a:lnTo>
                    <a:pt x="2251" y="595"/>
                  </a:lnTo>
                  <a:lnTo>
                    <a:pt x="2227" y="548"/>
                  </a:lnTo>
                  <a:cubicBezTo>
                    <a:pt x="2215" y="524"/>
                    <a:pt x="2203" y="512"/>
                    <a:pt x="2191" y="500"/>
                  </a:cubicBezTo>
                  <a:cubicBezTo>
                    <a:pt x="2179" y="476"/>
                    <a:pt x="2167" y="464"/>
                    <a:pt x="2155" y="452"/>
                  </a:cubicBezTo>
                  <a:lnTo>
                    <a:pt x="2108" y="393"/>
                  </a:lnTo>
                  <a:lnTo>
                    <a:pt x="2072" y="345"/>
                  </a:lnTo>
                  <a:lnTo>
                    <a:pt x="2012" y="298"/>
                  </a:lnTo>
                  <a:cubicBezTo>
                    <a:pt x="2001" y="286"/>
                    <a:pt x="1977" y="274"/>
                    <a:pt x="1953" y="250"/>
                  </a:cubicBezTo>
                  <a:lnTo>
                    <a:pt x="1893" y="202"/>
                  </a:lnTo>
                  <a:lnTo>
                    <a:pt x="1810" y="155"/>
                  </a:lnTo>
                  <a:cubicBezTo>
                    <a:pt x="1774" y="143"/>
                    <a:pt x="1739" y="119"/>
                    <a:pt x="1715" y="107"/>
                  </a:cubicBezTo>
                  <a:cubicBezTo>
                    <a:pt x="1667" y="95"/>
                    <a:pt x="1631" y="71"/>
                    <a:pt x="1584" y="60"/>
                  </a:cubicBezTo>
                  <a:cubicBezTo>
                    <a:pt x="1500" y="36"/>
                    <a:pt x="1417" y="12"/>
                    <a:pt x="1346" y="12"/>
                  </a:cubicBezTo>
                  <a:cubicBezTo>
                    <a:pt x="1298" y="0"/>
                    <a:pt x="1250" y="0"/>
                    <a:pt x="121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8" name="Google Shape;958;p10"/>
            <p:cNvSpPr/>
            <p:nvPr/>
          </p:nvSpPr>
          <p:spPr>
            <a:xfrm>
              <a:off x="5312662" y="-169612"/>
              <a:ext cx="142572" cy="125041"/>
            </a:xfrm>
            <a:custGeom>
              <a:avLst/>
              <a:gdLst/>
              <a:ahLst/>
              <a:cxnLst/>
              <a:rect l="l" t="t" r="r" b="b"/>
              <a:pathLst>
                <a:path w="4359" h="3823" extrusionOk="0">
                  <a:moveTo>
                    <a:pt x="1132" y="0"/>
                  </a:moveTo>
                  <a:cubicBezTo>
                    <a:pt x="501" y="0"/>
                    <a:pt x="1" y="500"/>
                    <a:pt x="1" y="1131"/>
                  </a:cubicBezTo>
                  <a:lnTo>
                    <a:pt x="1" y="2679"/>
                  </a:lnTo>
                  <a:cubicBezTo>
                    <a:pt x="1" y="3310"/>
                    <a:pt x="501" y="3822"/>
                    <a:pt x="1132" y="3822"/>
                  </a:cubicBezTo>
                  <a:lnTo>
                    <a:pt x="3227" y="3822"/>
                  </a:lnTo>
                  <a:cubicBezTo>
                    <a:pt x="3846" y="3822"/>
                    <a:pt x="4358" y="3310"/>
                    <a:pt x="4358" y="2679"/>
                  </a:cubicBezTo>
                  <a:lnTo>
                    <a:pt x="4358" y="1131"/>
                  </a:lnTo>
                  <a:cubicBezTo>
                    <a:pt x="4358" y="500"/>
                    <a:pt x="3846" y="0"/>
                    <a:pt x="3227" y="0"/>
                  </a:cubicBezTo>
                  <a:close/>
                </a:path>
              </a:pathLst>
            </a:custGeom>
            <a:solidFill>
              <a:srgbClr val="821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9" name="Google Shape;959;p10"/>
            <p:cNvSpPr/>
            <p:nvPr/>
          </p:nvSpPr>
          <p:spPr>
            <a:xfrm>
              <a:off x="5312662" y="277825"/>
              <a:ext cx="142572" cy="124648"/>
            </a:xfrm>
            <a:custGeom>
              <a:avLst/>
              <a:gdLst/>
              <a:ahLst/>
              <a:cxnLst/>
              <a:rect l="l" t="t" r="r" b="b"/>
              <a:pathLst>
                <a:path w="4359" h="3811" extrusionOk="0">
                  <a:moveTo>
                    <a:pt x="1144" y="0"/>
                  </a:moveTo>
                  <a:cubicBezTo>
                    <a:pt x="513" y="0"/>
                    <a:pt x="1" y="512"/>
                    <a:pt x="1" y="1132"/>
                  </a:cubicBezTo>
                  <a:lnTo>
                    <a:pt x="1" y="2679"/>
                  </a:lnTo>
                  <a:cubicBezTo>
                    <a:pt x="1" y="3310"/>
                    <a:pt x="513" y="3810"/>
                    <a:pt x="1144" y="3810"/>
                  </a:cubicBezTo>
                  <a:lnTo>
                    <a:pt x="3227" y="3810"/>
                  </a:lnTo>
                  <a:cubicBezTo>
                    <a:pt x="3846" y="3810"/>
                    <a:pt x="4358" y="3310"/>
                    <a:pt x="4358" y="2679"/>
                  </a:cubicBezTo>
                  <a:lnTo>
                    <a:pt x="4358" y="1132"/>
                  </a:lnTo>
                  <a:cubicBezTo>
                    <a:pt x="4358" y="512"/>
                    <a:pt x="3846" y="0"/>
                    <a:pt x="3227" y="0"/>
                  </a:cubicBezTo>
                  <a:close/>
                </a:path>
              </a:pathLst>
            </a:custGeom>
            <a:solidFill>
              <a:srgbClr val="821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0" name="Google Shape;960;p10"/>
            <p:cNvSpPr/>
            <p:nvPr/>
          </p:nvSpPr>
          <p:spPr>
            <a:xfrm>
              <a:off x="5335655" y="-148189"/>
              <a:ext cx="79839" cy="529240"/>
            </a:xfrm>
            <a:custGeom>
              <a:avLst/>
              <a:gdLst/>
              <a:ahLst/>
              <a:cxnLst/>
              <a:rect l="l" t="t" r="r" b="b"/>
              <a:pathLst>
                <a:path w="2441" h="16181" extrusionOk="0">
                  <a:moveTo>
                    <a:pt x="1215" y="0"/>
                  </a:moveTo>
                  <a:cubicBezTo>
                    <a:pt x="917" y="0"/>
                    <a:pt x="631" y="119"/>
                    <a:pt x="405" y="310"/>
                  </a:cubicBezTo>
                  <a:lnTo>
                    <a:pt x="393" y="333"/>
                  </a:lnTo>
                  <a:cubicBezTo>
                    <a:pt x="357" y="369"/>
                    <a:pt x="322" y="393"/>
                    <a:pt x="298" y="429"/>
                  </a:cubicBezTo>
                  <a:cubicBezTo>
                    <a:pt x="274" y="452"/>
                    <a:pt x="262" y="476"/>
                    <a:pt x="238" y="500"/>
                  </a:cubicBezTo>
                  <a:cubicBezTo>
                    <a:pt x="214" y="524"/>
                    <a:pt x="191" y="560"/>
                    <a:pt x="179" y="595"/>
                  </a:cubicBezTo>
                  <a:cubicBezTo>
                    <a:pt x="155" y="631"/>
                    <a:pt x="143" y="655"/>
                    <a:pt x="119" y="691"/>
                  </a:cubicBezTo>
                  <a:cubicBezTo>
                    <a:pt x="107" y="726"/>
                    <a:pt x="95" y="750"/>
                    <a:pt x="84" y="786"/>
                  </a:cubicBezTo>
                  <a:cubicBezTo>
                    <a:pt x="72" y="833"/>
                    <a:pt x="48" y="869"/>
                    <a:pt x="36" y="917"/>
                  </a:cubicBezTo>
                  <a:cubicBezTo>
                    <a:pt x="36" y="941"/>
                    <a:pt x="24" y="964"/>
                    <a:pt x="24" y="1000"/>
                  </a:cubicBezTo>
                  <a:cubicBezTo>
                    <a:pt x="0" y="1072"/>
                    <a:pt x="0" y="1143"/>
                    <a:pt x="0" y="1226"/>
                  </a:cubicBezTo>
                  <a:lnTo>
                    <a:pt x="0" y="14954"/>
                  </a:lnTo>
                  <a:cubicBezTo>
                    <a:pt x="0" y="15633"/>
                    <a:pt x="548" y="16181"/>
                    <a:pt x="1215" y="16181"/>
                  </a:cubicBezTo>
                  <a:lnTo>
                    <a:pt x="1227" y="16181"/>
                  </a:lnTo>
                  <a:cubicBezTo>
                    <a:pt x="1310" y="16181"/>
                    <a:pt x="1393" y="16169"/>
                    <a:pt x="1477" y="16157"/>
                  </a:cubicBezTo>
                  <a:lnTo>
                    <a:pt x="1512" y="16145"/>
                  </a:lnTo>
                  <a:cubicBezTo>
                    <a:pt x="1584" y="16121"/>
                    <a:pt x="1655" y="16097"/>
                    <a:pt x="1715" y="16073"/>
                  </a:cubicBezTo>
                  <a:lnTo>
                    <a:pt x="1727" y="16073"/>
                  </a:lnTo>
                  <a:cubicBezTo>
                    <a:pt x="1881" y="16002"/>
                    <a:pt x="2012" y="15907"/>
                    <a:pt x="2119" y="15788"/>
                  </a:cubicBezTo>
                  <a:cubicBezTo>
                    <a:pt x="2322" y="15561"/>
                    <a:pt x="2441" y="15276"/>
                    <a:pt x="2441" y="14966"/>
                  </a:cubicBezTo>
                  <a:lnTo>
                    <a:pt x="2441" y="1226"/>
                  </a:lnTo>
                  <a:cubicBezTo>
                    <a:pt x="2441" y="548"/>
                    <a:pt x="1893" y="0"/>
                    <a:pt x="1215" y="0"/>
                  </a:cubicBezTo>
                  <a:close/>
                </a:path>
              </a:pathLst>
            </a:custGeom>
            <a:solidFill>
              <a:srgbClr val="272425">
                <a:alpha val="200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1" name="Google Shape;961;p10"/>
            <p:cNvSpPr/>
            <p:nvPr/>
          </p:nvSpPr>
          <p:spPr>
            <a:xfrm>
              <a:off x="5346939" y="-148189"/>
              <a:ext cx="79872" cy="529240"/>
            </a:xfrm>
            <a:custGeom>
              <a:avLst/>
              <a:gdLst/>
              <a:ahLst/>
              <a:cxnLst/>
              <a:rect l="l" t="t" r="r" b="b"/>
              <a:pathLst>
                <a:path w="2442" h="16181" extrusionOk="0">
                  <a:moveTo>
                    <a:pt x="1143" y="0"/>
                  </a:moveTo>
                  <a:cubicBezTo>
                    <a:pt x="1060" y="0"/>
                    <a:pt x="965" y="24"/>
                    <a:pt x="882" y="48"/>
                  </a:cubicBezTo>
                  <a:cubicBezTo>
                    <a:pt x="846" y="60"/>
                    <a:pt x="798" y="71"/>
                    <a:pt x="751" y="83"/>
                  </a:cubicBezTo>
                  <a:cubicBezTo>
                    <a:pt x="715" y="107"/>
                    <a:pt x="691" y="119"/>
                    <a:pt x="655" y="131"/>
                  </a:cubicBezTo>
                  <a:cubicBezTo>
                    <a:pt x="620" y="155"/>
                    <a:pt x="596" y="167"/>
                    <a:pt x="572" y="179"/>
                  </a:cubicBezTo>
                  <a:cubicBezTo>
                    <a:pt x="548" y="202"/>
                    <a:pt x="524" y="214"/>
                    <a:pt x="501" y="226"/>
                  </a:cubicBezTo>
                  <a:lnTo>
                    <a:pt x="441" y="274"/>
                  </a:lnTo>
                  <a:lnTo>
                    <a:pt x="393" y="322"/>
                  </a:lnTo>
                  <a:cubicBezTo>
                    <a:pt x="370" y="333"/>
                    <a:pt x="358" y="357"/>
                    <a:pt x="346" y="369"/>
                  </a:cubicBezTo>
                  <a:cubicBezTo>
                    <a:pt x="334" y="381"/>
                    <a:pt x="310" y="393"/>
                    <a:pt x="298" y="417"/>
                  </a:cubicBezTo>
                  <a:cubicBezTo>
                    <a:pt x="286" y="429"/>
                    <a:pt x="274" y="441"/>
                    <a:pt x="262" y="464"/>
                  </a:cubicBezTo>
                  <a:lnTo>
                    <a:pt x="227" y="512"/>
                  </a:lnTo>
                  <a:lnTo>
                    <a:pt x="191" y="560"/>
                  </a:lnTo>
                  <a:lnTo>
                    <a:pt x="167" y="607"/>
                  </a:lnTo>
                  <a:lnTo>
                    <a:pt x="131" y="655"/>
                  </a:lnTo>
                  <a:lnTo>
                    <a:pt x="120" y="703"/>
                  </a:lnTo>
                  <a:cubicBezTo>
                    <a:pt x="120" y="714"/>
                    <a:pt x="96" y="726"/>
                    <a:pt x="96" y="750"/>
                  </a:cubicBezTo>
                  <a:cubicBezTo>
                    <a:pt x="84" y="762"/>
                    <a:pt x="84" y="774"/>
                    <a:pt x="72" y="786"/>
                  </a:cubicBezTo>
                  <a:lnTo>
                    <a:pt x="60" y="833"/>
                  </a:lnTo>
                  <a:lnTo>
                    <a:pt x="48" y="881"/>
                  </a:lnTo>
                  <a:cubicBezTo>
                    <a:pt x="48" y="905"/>
                    <a:pt x="36" y="917"/>
                    <a:pt x="36" y="929"/>
                  </a:cubicBezTo>
                  <a:cubicBezTo>
                    <a:pt x="24" y="953"/>
                    <a:pt x="24" y="964"/>
                    <a:pt x="24" y="976"/>
                  </a:cubicBezTo>
                  <a:lnTo>
                    <a:pt x="24" y="1024"/>
                  </a:lnTo>
                  <a:cubicBezTo>
                    <a:pt x="24" y="1048"/>
                    <a:pt x="24" y="1060"/>
                    <a:pt x="12" y="1072"/>
                  </a:cubicBezTo>
                  <a:cubicBezTo>
                    <a:pt x="0" y="1095"/>
                    <a:pt x="12" y="1107"/>
                    <a:pt x="12" y="1119"/>
                  </a:cubicBezTo>
                  <a:lnTo>
                    <a:pt x="12" y="1167"/>
                  </a:lnTo>
                  <a:lnTo>
                    <a:pt x="12" y="1214"/>
                  </a:lnTo>
                  <a:lnTo>
                    <a:pt x="12" y="14954"/>
                  </a:lnTo>
                  <a:cubicBezTo>
                    <a:pt x="12" y="14966"/>
                    <a:pt x="12" y="14978"/>
                    <a:pt x="12" y="14990"/>
                  </a:cubicBezTo>
                  <a:lnTo>
                    <a:pt x="12" y="15050"/>
                  </a:lnTo>
                  <a:cubicBezTo>
                    <a:pt x="12" y="15061"/>
                    <a:pt x="12" y="15073"/>
                    <a:pt x="12" y="15097"/>
                  </a:cubicBezTo>
                  <a:cubicBezTo>
                    <a:pt x="12" y="15109"/>
                    <a:pt x="12" y="15121"/>
                    <a:pt x="24" y="15145"/>
                  </a:cubicBezTo>
                  <a:cubicBezTo>
                    <a:pt x="24" y="15157"/>
                    <a:pt x="24" y="15169"/>
                    <a:pt x="24" y="15192"/>
                  </a:cubicBezTo>
                  <a:cubicBezTo>
                    <a:pt x="24" y="15204"/>
                    <a:pt x="24" y="15216"/>
                    <a:pt x="36" y="15240"/>
                  </a:cubicBezTo>
                  <a:cubicBezTo>
                    <a:pt x="36" y="15252"/>
                    <a:pt x="36" y="15276"/>
                    <a:pt x="48" y="15288"/>
                  </a:cubicBezTo>
                  <a:cubicBezTo>
                    <a:pt x="60" y="15300"/>
                    <a:pt x="48" y="15323"/>
                    <a:pt x="60" y="15335"/>
                  </a:cubicBezTo>
                  <a:lnTo>
                    <a:pt x="72" y="15383"/>
                  </a:lnTo>
                  <a:lnTo>
                    <a:pt x="96" y="15431"/>
                  </a:lnTo>
                  <a:cubicBezTo>
                    <a:pt x="96" y="15454"/>
                    <a:pt x="108" y="15466"/>
                    <a:pt x="120" y="15478"/>
                  </a:cubicBezTo>
                  <a:cubicBezTo>
                    <a:pt x="120" y="15502"/>
                    <a:pt x="131" y="15514"/>
                    <a:pt x="143" y="15526"/>
                  </a:cubicBezTo>
                  <a:cubicBezTo>
                    <a:pt x="143" y="15550"/>
                    <a:pt x="155" y="15561"/>
                    <a:pt x="167" y="15585"/>
                  </a:cubicBezTo>
                  <a:cubicBezTo>
                    <a:pt x="179" y="15597"/>
                    <a:pt x="191" y="15609"/>
                    <a:pt x="203" y="15633"/>
                  </a:cubicBezTo>
                  <a:cubicBezTo>
                    <a:pt x="203" y="15645"/>
                    <a:pt x="227" y="15657"/>
                    <a:pt x="239" y="15681"/>
                  </a:cubicBezTo>
                  <a:cubicBezTo>
                    <a:pt x="250" y="15692"/>
                    <a:pt x="262" y="15716"/>
                    <a:pt x="274" y="15728"/>
                  </a:cubicBezTo>
                  <a:cubicBezTo>
                    <a:pt x="286" y="15740"/>
                    <a:pt x="298" y="15764"/>
                    <a:pt x="310" y="15776"/>
                  </a:cubicBezTo>
                  <a:lnTo>
                    <a:pt x="358" y="15823"/>
                  </a:lnTo>
                  <a:lnTo>
                    <a:pt x="417" y="15871"/>
                  </a:lnTo>
                  <a:cubicBezTo>
                    <a:pt x="429" y="15895"/>
                    <a:pt x="453" y="15907"/>
                    <a:pt x="477" y="15931"/>
                  </a:cubicBezTo>
                  <a:lnTo>
                    <a:pt x="536" y="15978"/>
                  </a:lnTo>
                  <a:cubicBezTo>
                    <a:pt x="572" y="15990"/>
                    <a:pt x="596" y="16014"/>
                    <a:pt x="620" y="16026"/>
                  </a:cubicBezTo>
                  <a:cubicBezTo>
                    <a:pt x="655" y="16050"/>
                    <a:pt x="691" y="16062"/>
                    <a:pt x="727" y="16073"/>
                  </a:cubicBezTo>
                  <a:cubicBezTo>
                    <a:pt x="774" y="16097"/>
                    <a:pt x="810" y="16109"/>
                    <a:pt x="858" y="16121"/>
                  </a:cubicBezTo>
                  <a:cubicBezTo>
                    <a:pt x="977" y="16157"/>
                    <a:pt x="1096" y="16181"/>
                    <a:pt x="1215" y="16181"/>
                  </a:cubicBezTo>
                  <a:lnTo>
                    <a:pt x="1227" y="16181"/>
                  </a:lnTo>
                  <a:cubicBezTo>
                    <a:pt x="1334" y="16181"/>
                    <a:pt x="1441" y="16169"/>
                    <a:pt x="1548" y="16133"/>
                  </a:cubicBezTo>
                  <a:cubicBezTo>
                    <a:pt x="1584" y="16121"/>
                    <a:pt x="1632" y="16109"/>
                    <a:pt x="1679" y="16085"/>
                  </a:cubicBezTo>
                  <a:cubicBezTo>
                    <a:pt x="1715" y="16073"/>
                    <a:pt x="1751" y="16062"/>
                    <a:pt x="1786" y="16038"/>
                  </a:cubicBezTo>
                  <a:cubicBezTo>
                    <a:pt x="1822" y="16026"/>
                    <a:pt x="1834" y="16014"/>
                    <a:pt x="1870" y="15990"/>
                  </a:cubicBezTo>
                  <a:lnTo>
                    <a:pt x="1941" y="15942"/>
                  </a:lnTo>
                  <a:cubicBezTo>
                    <a:pt x="1953" y="15931"/>
                    <a:pt x="1977" y="15919"/>
                    <a:pt x="2001" y="15907"/>
                  </a:cubicBezTo>
                  <a:cubicBezTo>
                    <a:pt x="2025" y="15883"/>
                    <a:pt x="2036" y="15871"/>
                    <a:pt x="2048" y="15859"/>
                  </a:cubicBezTo>
                  <a:lnTo>
                    <a:pt x="2108" y="15812"/>
                  </a:lnTo>
                  <a:lnTo>
                    <a:pt x="2144" y="15752"/>
                  </a:lnTo>
                  <a:cubicBezTo>
                    <a:pt x="2155" y="15740"/>
                    <a:pt x="2167" y="15728"/>
                    <a:pt x="2179" y="15704"/>
                  </a:cubicBezTo>
                  <a:lnTo>
                    <a:pt x="2215" y="15657"/>
                  </a:lnTo>
                  <a:lnTo>
                    <a:pt x="2251" y="15609"/>
                  </a:lnTo>
                  <a:cubicBezTo>
                    <a:pt x="2263" y="15597"/>
                    <a:pt x="2275" y="15585"/>
                    <a:pt x="2286" y="15561"/>
                  </a:cubicBezTo>
                  <a:cubicBezTo>
                    <a:pt x="2286" y="15550"/>
                    <a:pt x="2298" y="15538"/>
                    <a:pt x="2310" y="15514"/>
                  </a:cubicBezTo>
                  <a:cubicBezTo>
                    <a:pt x="2310" y="15502"/>
                    <a:pt x="2322" y="15478"/>
                    <a:pt x="2334" y="15466"/>
                  </a:cubicBezTo>
                  <a:lnTo>
                    <a:pt x="2358" y="15419"/>
                  </a:lnTo>
                  <a:cubicBezTo>
                    <a:pt x="2358" y="15407"/>
                    <a:pt x="2370" y="15383"/>
                    <a:pt x="2370" y="15371"/>
                  </a:cubicBezTo>
                  <a:cubicBezTo>
                    <a:pt x="2370" y="15359"/>
                    <a:pt x="2382" y="15335"/>
                    <a:pt x="2394" y="15323"/>
                  </a:cubicBezTo>
                  <a:cubicBezTo>
                    <a:pt x="2394" y="15311"/>
                    <a:pt x="2394" y="15288"/>
                    <a:pt x="2406" y="15276"/>
                  </a:cubicBezTo>
                  <a:cubicBezTo>
                    <a:pt x="2406" y="15264"/>
                    <a:pt x="2406" y="15240"/>
                    <a:pt x="2417" y="15228"/>
                  </a:cubicBezTo>
                  <a:cubicBezTo>
                    <a:pt x="2417" y="15204"/>
                    <a:pt x="2417" y="15192"/>
                    <a:pt x="2417" y="15180"/>
                  </a:cubicBezTo>
                  <a:cubicBezTo>
                    <a:pt x="2429" y="15157"/>
                    <a:pt x="2417" y="15145"/>
                    <a:pt x="2429" y="15133"/>
                  </a:cubicBezTo>
                  <a:cubicBezTo>
                    <a:pt x="2441" y="15109"/>
                    <a:pt x="2429" y="15097"/>
                    <a:pt x="2429" y="15085"/>
                  </a:cubicBezTo>
                  <a:lnTo>
                    <a:pt x="2429" y="15026"/>
                  </a:lnTo>
                  <a:lnTo>
                    <a:pt x="2429" y="14978"/>
                  </a:lnTo>
                  <a:lnTo>
                    <a:pt x="2429" y="1214"/>
                  </a:lnTo>
                  <a:lnTo>
                    <a:pt x="2429" y="1167"/>
                  </a:lnTo>
                  <a:lnTo>
                    <a:pt x="2429" y="1119"/>
                  </a:lnTo>
                  <a:cubicBezTo>
                    <a:pt x="2429" y="1107"/>
                    <a:pt x="2429" y="1084"/>
                    <a:pt x="2429" y="1072"/>
                  </a:cubicBezTo>
                  <a:cubicBezTo>
                    <a:pt x="2417" y="1060"/>
                    <a:pt x="2417" y="1036"/>
                    <a:pt x="2417" y="1024"/>
                  </a:cubicBezTo>
                  <a:cubicBezTo>
                    <a:pt x="2417" y="1012"/>
                    <a:pt x="2417" y="988"/>
                    <a:pt x="2417" y="976"/>
                  </a:cubicBezTo>
                  <a:cubicBezTo>
                    <a:pt x="2417" y="964"/>
                    <a:pt x="2406" y="941"/>
                    <a:pt x="2406" y="929"/>
                  </a:cubicBezTo>
                  <a:cubicBezTo>
                    <a:pt x="2406" y="905"/>
                    <a:pt x="2406" y="893"/>
                    <a:pt x="2394" y="881"/>
                  </a:cubicBezTo>
                  <a:cubicBezTo>
                    <a:pt x="2394" y="869"/>
                    <a:pt x="2382" y="845"/>
                    <a:pt x="2382" y="833"/>
                  </a:cubicBezTo>
                  <a:cubicBezTo>
                    <a:pt x="2382" y="810"/>
                    <a:pt x="2370" y="798"/>
                    <a:pt x="2358" y="786"/>
                  </a:cubicBezTo>
                  <a:cubicBezTo>
                    <a:pt x="2358" y="762"/>
                    <a:pt x="2346" y="750"/>
                    <a:pt x="2346" y="738"/>
                  </a:cubicBezTo>
                  <a:cubicBezTo>
                    <a:pt x="2346" y="714"/>
                    <a:pt x="2322" y="703"/>
                    <a:pt x="2322" y="691"/>
                  </a:cubicBezTo>
                  <a:lnTo>
                    <a:pt x="2298" y="643"/>
                  </a:lnTo>
                  <a:cubicBezTo>
                    <a:pt x="2286" y="619"/>
                    <a:pt x="2275" y="607"/>
                    <a:pt x="2263" y="595"/>
                  </a:cubicBezTo>
                  <a:cubicBezTo>
                    <a:pt x="2263" y="572"/>
                    <a:pt x="2251" y="560"/>
                    <a:pt x="2239" y="548"/>
                  </a:cubicBezTo>
                  <a:lnTo>
                    <a:pt x="2203" y="500"/>
                  </a:lnTo>
                  <a:lnTo>
                    <a:pt x="2167" y="452"/>
                  </a:lnTo>
                  <a:lnTo>
                    <a:pt x="2120" y="393"/>
                  </a:lnTo>
                  <a:cubicBezTo>
                    <a:pt x="2108" y="381"/>
                    <a:pt x="2096" y="369"/>
                    <a:pt x="2072" y="345"/>
                  </a:cubicBezTo>
                  <a:lnTo>
                    <a:pt x="2025" y="298"/>
                  </a:lnTo>
                  <a:cubicBezTo>
                    <a:pt x="2001" y="286"/>
                    <a:pt x="1989" y="274"/>
                    <a:pt x="1965" y="250"/>
                  </a:cubicBezTo>
                  <a:lnTo>
                    <a:pt x="1894" y="202"/>
                  </a:lnTo>
                  <a:lnTo>
                    <a:pt x="1822" y="155"/>
                  </a:lnTo>
                  <a:cubicBezTo>
                    <a:pt x="1786" y="143"/>
                    <a:pt x="1751" y="119"/>
                    <a:pt x="1715" y="107"/>
                  </a:cubicBezTo>
                  <a:cubicBezTo>
                    <a:pt x="1679" y="95"/>
                    <a:pt x="1632" y="71"/>
                    <a:pt x="1596" y="60"/>
                  </a:cubicBezTo>
                  <a:cubicBezTo>
                    <a:pt x="1513" y="36"/>
                    <a:pt x="1429" y="12"/>
                    <a:pt x="1346" y="12"/>
                  </a:cubicBezTo>
                  <a:cubicBezTo>
                    <a:pt x="1310" y="0"/>
                    <a:pt x="1263" y="0"/>
                    <a:pt x="121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2" name="Google Shape;962;p10"/>
            <p:cNvSpPr/>
            <p:nvPr/>
          </p:nvSpPr>
          <p:spPr>
            <a:xfrm>
              <a:off x="4941924" y="-169612"/>
              <a:ext cx="142964" cy="125041"/>
            </a:xfrm>
            <a:custGeom>
              <a:avLst/>
              <a:gdLst/>
              <a:ahLst/>
              <a:cxnLst/>
              <a:rect l="l" t="t" r="r" b="b"/>
              <a:pathLst>
                <a:path w="4371" h="3823" extrusionOk="0">
                  <a:moveTo>
                    <a:pt x="1144" y="0"/>
                  </a:moveTo>
                  <a:cubicBezTo>
                    <a:pt x="513" y="0"/>
                    <a:pt x="1" y="512"/>
                    <a:pt x="1" y="1131"/>
                  </a:cubicBezTo>
                  <a:lnTo>
                    <a:pt x="1" y="2679"/>
                  </a:lnTo>
                  <a:cubicBezTo>
                    <a:pt x="1" y="3310"/>
                    <a:pt x="513" y="3822"/>
                    <a:pt x="1144" y="3822"/>
                  </a:cubicBezTo>
                  <a:lnTo>
                    <a:pt x="3228" y="3822"/>
                  </a:lnTo>
                  <a:cubicBezTo>
                    <a:pt x="3859" y="3810"/>
                    <a:pt x="4371" y="3310"/>
                    <a:pt x="4371" y="2679"/>
                  </a:cubicBezTo>
                  <a:lnTo>
                    <a:pt x="4359" y="1131"/>
                  </a:lnTo>
                  <a:cubicBezTo>
                    <a:pt x="4359" y="512"/>
                    <a:pt x="3847" y="0"/>
                    <a:pt x="3228" y="0"/>
                  </a:cubicBezTo>
                  <a:close/>
                </a:path>
              </a:pathLst>
            </a:custGeom>
            <a:solidFill>
              <a:srgbClr val="821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3" name="Google Shape;963;p10"/>
            <p:cNvSpPr/>
            <p:nvPr/>
          </p:nvSpPr>
          <p:spPr>
            <a:xfrm>
              <a:off x="4942316" y="277825"/>
              <a:ext cx="142572" cy="124648"/>
            </a:xfrm>
            <a:custGeom>
              <a:avLst/>
              <a:gdLst/>
              <a:ahLst/>
              <a:cxnLst/>
              <a:rect l="l" t="t" r="r" b="b"/>
              <a:pathLst>
                <a:path w="4359" h="3811" extrusionOk="0">
                  <a:moveTo>
                    <a:pt x="1132" y="0"/>
                  </a:moveTo>
                  <a:cubicBezTo>
                    <a:pt x="513" y="0"/>
                    <a:pt x="1" y="512"/>
                    <a:pt x="1" y="1132"/>
                  </a:cubicBezTo>
                  <a:lnTo>
                    <a:pt x="1" y="2679"/>
                  </a:lnTo>
                  <a:cubicBezTo>
                    <a:pt x="1" y="3310"/>
                    <a:pt x="513" y="3810"/>
                    <a:pt x="1132" y="3810"/>
                  </a:cubicBezTo>
                  <a:lnTo>
                    <a:pt x="3216" y="3810"/>
                  </a:lnTo>
                  <a:cubicBezTo>
                    <a:pt x="3847" y="3810"/>
                    <a:pt x="4359" y="3310"/>
                    <a:pt x="4359" y="2679"/>
                  </a:cubicBezTo>
                  <a:lnTo>
                    <a:pt x="4359" y="1132"/>
                  </a:lnTo>
                  <a:cubicBezTo>
                    <a:pt x="4359" y="512"/>
                    <a:pt x="3847" y="0"/>
                    <a:pt x="3216" y="0"/>
                  </a:cubicBezTo>
                  <a:close/>
                </a:path>
              </a:pathLst>
            </a:custGeom>
            <a:solidFill>
              <a:srgbClr val="821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4" name="Google Shape;964;p10"/>
            <p:cNvSpPr/>
            <p:nvPr/>
          </p:nvSpPr>
          <p:spPr>
            <a:xfrm>
              <a:off x="4965309" y="-148189"/>
              <a:ext cx="79872" cy="529240"/>
            </a:xfrm>
            <a:custGeom>
              <a:avLst/>
              <a:gdLst/>
              <a:ahLst/>
              <a:cxnLst/>
              <a:rect l="l" t="t" r="r" b="b"/>
              <a:pathLst>
                <a:path w="2442" h="16181" extrusionOk="0">
                  <a:moveTo>
                    <a:pt x="1227" y="0"/>
                  </a:moveTo>
                  <a:cubicBezTo>
                    <a:pt x="917" y="0"/>
                    <a:pt x="631" y="119"/>
                    <a:pt x="405" y="310"/>
                  </a:cubicBezTo>
                  <a:lnTo>
                    <a:pt x="393" y="333"/>
                  </a:lnTo>
                  <a:cubicBezTo>
                    <a:pt x="358" y="369"/>
                    <a:pt x="322" y="393"/>
                    <a:pt x="298" y="429"/>
                  </a:cubicBezTo>
                  <a:cubicBezTo>
                    <a:pt x="274" y="452"/>
                    <a:pt x="262" y="476"/>
                    <a:pt x="238" y="500"/>
                  </a:cubicBezTo>
                  <a:cubicBezTo>
                    <a:pt x="215" y="524"/>
                    <a:pt x="191" y="560"/>
                    <a:pt x="179" y="595"/>
                  </a:cubicBezTo>
                  <a:cubicBezTo>
                    <a:pt x="155" y="631"/>
                    <a:pt x="143" y="655"/>
                    <a:pt x="119" y="691"/>
                  </a:cubicBezTo>
                  <a:cubicBezTo>
                    <a:pt x="107" y="726"/>
                    <a:pt x="96" y="750"/>
                    <a:pt x="84" y="786"/>
                  </a:cubicBezTo>
                  <a:cubicBezTo>
                    <a:pt x="72" y="833"/>
                    <a:pt x="48" y="869"/>
                    <a:pt x="36" y="917"/>
                  </a:cubicBezTo>
                  <a:cubicBezTo>
                    <a:pt x="36" y="941"/>
                    <a:pt x="24" y="964"/>
                    <a:pt x="24" y="1000"/>
                  </a:cubicBezTo>
                  <a:cubicBezTo>
                    <a:pt x="0" y="1072"/>
                    <a:pt x="0" y="1143"/>
                    <a:pt x="0" y="1226"/>
                  </a:cubicBezTo>
                  <a:lnTo>
                    <a:pt x="0" y="14954"/>
                  </a:lnTo>
                  <a:cubicBezTo>
                    <a:pt x="0" y="15633"/>
                    <a:pt x="548" y="16181"/>
                    <a:pt x="1227" y="16181"/>
                  </a:cubicBezTo>
                  <a:cubicBezTo>
                    <a:pt x="1310" y="16181"/>
                    <a:pt x="1393" y="16169"/>
                    <a:pt x="1477" y="16157"/>
                  </a:cubicBezTo>
                  <a:lnTo>
                    <a:pt x="1512" y="16145"/>
                  </a:lnTo>
                  <a:cubicBezTo>
                    <a:pt x="1584" y="16121"/>
                    <a:pt x="1643" y="16097"/>
                    <a:pt x="1715" y="16073"/>
                  </a:cubicBezTo>
                  <a:lnTo>
                    <a:pt x="1727" y="16073"/>
                  </a:lnTo>
                  <a:cubicBezTo>
                    <a:pt x="1882" y="16002"/>
                    <a:pt x="2012" y="15907"/>
                    <a:pt x="2120" y="15788"/>
                  </a:cubicBezTo>
                  <a:cubicBezTo>
                    <a:pt x="2322" y="15561"/>
                    <a:pt x="2441" y="15276"/>
                    <a:pt x="2441" y="14966"/>
                  </a:cubicBezTo>
                  <a:lnTo>
                    <a:pt x="2441" y="1226"/>
                  </a:lnTo>
                  <a:cubicBezTo>
                    <a:pt x="2441" y="548"/>
                    <a:pt x="1893" y="0"/>
                    <a:pt x="1227" y="0"/>
                  </a:cubicBezTo>
                  <a:close/>
                </a:path>
              </a:pathLst>
            </a:custGeom>
            <a:solidFill>
              <a:srgbClr val="272425">
                <a:alpha val="200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5" name="Google Shape;965;p10"/>
            <p:cNvSpPr/>
            <p:nvPr/>
          </p:nvSpPr>
          <p:spPr>
            <a:xfrm>
              <a:off x="4977378" y="-148189"/>
              <a:ext cx="78694" cy="529240"/>
            </a:xfrm>
            <a:custGeom>
              <a:avLst/>
              <a:gdLst/>
              <a:ahLst/>
              <a:cxnLst/>
              <a:rect l="l" t="t" r="r" b="b"/>
              <a:pathLst>
                <a:path w="2406" h="16181" extrusionOk="0">
                  <a:moveTo>
                    <a:pt x="1132" y="0"/>
                  </a:moveTo>
                  <a:cubicBezTo>
                    <a:pt x="1036" y="0"/>
                    <a:pt x="953" y="24"/>
                    <a:pt x="870" y="48"/>
                  </a:cubicBezTo>
                  <a:cubicBezTo>
                    <a:pt x="822" y="60"/>
                    <a:pt x="774" y="71"/>
                    <a:pt x="739" y="83"/>
                  </a:cubicBezTo>
                  <a:cubicBezTo>
                    <a:pt x="703" y="107"/>
                    <a:pt x="667" y="119"/>
                    <a:pt x="631" y="131"/>
                  </a:cubicBezTo>
                  <a:cubicBezTo>
                    <a:pt x="608" y="155"/>
                    <a:pt x="584" y="167"/>
                    <a:pt x="560" y="179"/>
                  </a:cubicBezTo>
                  <a:cubicBezTo>
                    <a:pt x="536" y="202"/>
                    <a:pt x="512" y="214"/>
                    <a:pt x="489" y="226"/>
                  </a:cubicBezTo>
                  <a:cubicBezTo>
                    <a:pt x="465" y="238"/>
                    <a:pt x="441" y="262"/>
                    <a:pt x="429" y="274"/>
                  </a:cubicBezTo>
                  <a:lnTo>
                    <a:pt x="370" y="322"/>
                  </a:lnTo>
                  <a:lnTo>
                    <a:pt x="322" y="369"/>
                  </a:lnTo>
                  <a:cubicBezTo>
                    <a:pt x="310" y="381"/>
                    <a:pt x="298" y="393"/>
                    <a:pt x="286" y="417"/>
                  </a:cubicBezTo>
                  <a:lnTo>
                    <a:pt x="239" y="464"/>
                  </a:lnTo>
                  <a:lnTo>
                    <a:pt x="203" y="512"/>
                  </a:lnTo>
                  <a:lnTo>
                    <a:pt x="179" y="560"/>
                  </a:lnTo>
                  <a:cubicBezTo>
                    <a:pt x="167" y="572"/>
                    <a:pt x="155" y="583"/>
                    <a:pt x="143" y="607"/>
                  </a:cubicBezTo>
                  <a:cubicBezTo>
                    <a:pt x="131" y="619"/>
                    <a:pt x="131" y="631"/>
                    <a:pt x="119" y="655"/>
                  </a:cubicBezTo>
                  <a:cubicBezTo>
                    <a:pt x="108" y="667"/>
                    <a:pt x="108" y="679"/>
                    <a:pt x="96" y="703"/>
                  </a:cubicBezTo>
                  <a:lnTo>
                    <a:pt x="72" y="750"/>
                  </a:lnTo>
                  <a:cubicBezTo>
                    <a:pt x="72" y="762"/>
                    <a:pt x="60" y="774"/>
                    <a:pt x="60" y="786"/>
                  </a:cubicBezTo>
                  <a:lnTo>
                    <a:pt x="36" y="833"/>
                  </a:lnTo>
                  <a:lnTo>
                    <a:pt x="24" y="881"/>
                  </a:lnTo>
                  <a:cubicBezTo>
                    <a:pt x="24" y="905"/>
                    <a:pt x="12" y="917"/>
                    <a:pt x="12" y="929"/>
                  </a:cubicBezTo>
                  <a:cubicBezTo>
                    <a:pt x="12" y="953"/>
                    <a:pt x="0" y="964"/>
                    <a:pt x="0" y="976"/>
                  </a:cubicBezTo>
                  <a:lnTo>
                    <a:pt x="0" y="1024"/>
                  </a:lnTo>
                  <a:lnTo>
                    <a:pt x="0" y="1072"/>
                  </a:lnTo>
                  <a:lnTo>
                    <a:pt x="0" y="1119"/>
                  </a:lnTo>
                  <a:lnTo>
                    <a:pt x="0" y="1167"/>
                  </a:lnTo>
                  <a:lnTo>
                    <a:pt x="0" y="1214"/>
                  </a:lnTo>
                  <a:lnTo>
                    <a:pt x="0" y="14954"/>
                  </a:lnTo>
                  <a:lnTo>
                    <a:pt x="0" y="14990"/>
                  </a:lnTo>
                  <a:lnTo>
                    <a:pt x="0" y="15050"/>
                  </a:lnTo>
                  <a:lnTo>
                    <a:pt x="0" y="15097"/>
                  </a:lnTo>
                  <a:lnTo>
                    <a:pt x="0" y="15145"/>
                  </a:lnTo>
                  <a:lnTo>
                    <a:pt x="0" y="15192"/>
                  </a:lnTo>
                  <a:cubicBezTo>
                    <a:pt x="0" y="15204"/>
                    <a:pt x="12" y="15216"/>
                    <a:pt x="12" y="15240"/>
                  </a:cubicBezTo>
                  <a:cubicBezTo>
                    <a:pt x="24" y="15252"/>
                    <a:pt x="12" y="15276"/>
                    <a:pt x="24" y="15288"/>
                  </a:cubicBezTo>
                  <a:cubicBezTo>
                    <a:pt x="36" y="15300"/>
                    <a:pt x="36" y="15323"/>
                    <a:pt x="36" y="15335"/>
                  </a:cubicBezTo>
                  <a:cubicBezTo>
                    <a:pt x="48" y="15347"/>
                    <a:pt x="48" y="15371"/>
                    <a:pt x="60" y="15383"/>
                  </a:cubicBezTo>
                  <a:cubicBezTo>
                    <a:pt x="60" y="15407"/>
                    <a:pt x="72" y="15419"/>
                    <a:pt x="72" y="15431"/>
                  </a:cubicBezTo>
                  <a:cubicBezTo>
                    <a:pt x="84" y="15454"/>
                    <a:pt x="96" y="15466"/>
                    <a:pt x="96" y="15478"/>
                  </a:cubicBezTo>
                  <a:cubicBezTo>
                    <a:pt x="108" y="15502"/>
                    <a:pt x="119" y="15514"/>
                    <a:pt x="119" y="15526"/>
                  </a:cubicBezTo>
                  <a:cubicBezTo>
                    <a:pt x="131" y="15550"/>
                    <a:pt x="143" y="15561"/>
                    <a:pt x="155" y="15585"/>
                  </a:cubicBezTo>
                  <a:cubicBezTo>
                    <a:pt x="167" y="15597"/>
                    <a:pt x="167" y="15609"/>
                    <a:pt x="179" y="15633"/>
                  </a:cubicBezTo>
                  <a:cubicBezTo>
                    <a:pt x="191" y="15645"/>
                    <a:pt x="203" y="15669"/>
                    <a:pt x="215" y="15681"/>
                  </a:cubicBezTo>
                  <a:lnTo>
                    <a:pt x="250" y="15728"/>
                  </a:lnTo>
                  <a:lnTo>
                    <a:pt x="298" y="15776"/>
                  </a:lnTo>
                  <a:lnTo>
                    <a:pt x="346" y="15823"/>
                  </a:lnTo>
                  <a:lnTo>
                    <a:pt x="393" y="15871"/>
                  </a:lnTo>
                  <a:cubicBezTo>
                    <a:pt x="417" y="15895"/>
                    <a:pt x="441" y="15907"/>
                    <a:pt x="453" y="15931"/>
                  </a:cubicBezTo>
                  <a:lnTo>
                    <a:pt x="524" y="15978"/>
                  </a:lnTo>
                  <a:cubicBezTo>
                    <a:pt x="584" y="16014"/>
                    <a:pt x="643" y="16050"/>
                    <a:pt x="715" y="16073"/>
                  </a:cubicBezTo>
                  <a:cubicBezTo>
                    <a:pt x="751" y="16097"/>
                    <a:pt x="798" y="16109"/>
                    <a:pt x="846" y="16121"/>
                  </a:cubicBezTo>
                  <a:cubicBezTo>
                    <a:pt x="953" y="16157"/>
                    <a:pt x="1072" y="16181"/>
                    <a:pt x="1191" y="16181"/>
                  </a:cubicBezTo>
                  <a:lnTo>
                    <a:pt x="1203" y="16181"/>
                  </a:lnTo>
                  <a:cubicBezTo>
                    <a:pt x="1310" y="16181"/>
                    <a:pt x="1417" y="16169"/>
                    <a:pt x="1524" y="16133"/>
                  </a:cubicBezTo>
                  <a:cubicBezTo>
                    <a:pt x="1572" y="16121"/>
                    <a:pt x="1620" y="16109"/>
                    <a:pt x="1667" y="16085"/>
                  </a:cubicBezTo>
                  <a:cubicBezTo>
                    <a:pt x="1703" y="16073"/>
                    <a:pt x="1739" y="16062"/>
                    <a:pt x="1763" y="16038"/>
                  </a:cubicBezTo>
                  <a:lnTo>
                    <a:pt x="1846" y="15990"/>
                  </a:lnTo>
                  <a:lnTo>
                    <a:pt x="1917" y="15942"/>
                  </a:lnTo>
                  <a:cubicBezTo>
                    <a:pt x="1941" y="15931"/>
                    <a:pt x="1965" y="15919"/>
                    <a:pt x="1989" y="15907"/>
                  </a:cubicBezTo>
                  <a:lnTo>
                    <a:pt x="2036" y="15859"/>
                  </a:lnTo>
                  <a:lnTo>
                    <a:pt x="2084" y="15812"/>
                  </a:lnTo>
                  <a:lnTo>
                    <a:pt x="2132" y="15752"/>
                  </a:lnTo>
                  <a:cubicBezTo>
                    <a:pt x="2144" y="15740"/>
                    <a:pt x="2155" y="15728"/>
                    <a:pt x="2167" y="15704"/>
                  </a:cubicBezTo>
                  <a:cubicBezTo>
                    <a:pt x="2179" y="15692"/>
                    <a:pt x="2191" y="15681"/>
                    <a:pt x="2203" y="15657"/>
                  </a:cubicBezTo>
                  <a:lnTo>
                    <a:pt x="2239" y="15609"/>
                  </a:lnTo>
                  <a:lnTo>
                    <a:pt x="2263" y="15561"/>
                  </a:lnTo>
                  <a:cubicBezTo>
                    <a:pt x="2275" y="15550"/>
                    <a:pt x="2286" y="15538"/>
                    <a:pt x="2286" y="15514"/>
                  </a:cubicBezTo>
                  <a:cubicBezTo>
                    <a:pt x="2298" y="15502"/>
                    <a:pt x="2310" y="15478"/>
                    <a:pt x="2310" y="15466"/>
                  </a:cubicBezTo>
                  <a:cubicBezTo>
                    <a:pt x="2310" y="15454"/>
                    <a:pt x="2334" y="15431"/>
                    <a:pt x="2334" y="15419"/>
                  </a:cubicBezTo>
                  <a:cubicBezTo>
                    <a:pt x="2346" y="15407"/>
                    <a:pt x="2346" y="15383"/>
                    <a:pt x="2358" y="15371"/>
                  </a:cubicBezTo>
                  <a:cubicBezTo>
                    <a:pt x="2358" y="15359"/>
                    <a:pt x="2370" y="15335"/>
                    <a:pt x="2370" y="15323"/>
                  </a:cubicBezTo>
                  <a:lnTo>
                    <a:pt x="2382" y="15276"/>
                  </a:lnTo>
                  <a:cubicBezTo>
                    <a:pt x="2382" y="15264"/>
                    <a:pt x="2394" y="15240"/>
                    <a:pt x="2394" y="15228"/>
                  </a:cubicBezTo>
                  <a:lnTo>
                    <a:pt x="2405" y="15180"/>
                  </a:lnTo>
                  <a:cubicBezTo>
                    <a:pt x="2405" y="15157"/>
                    <a:pt x="2405" y="15145"/>
                    <a:pt x="2405" y="15133"/>
                  </a:cubicBezTo>
                  <a:lnTo>
                    <a:pt x="2405" y="15085"/>
                  </a:lnTo>
                  <a:lnTo>
                    <a:pt x="2405" y="15026"/>
                  </a:lnTo>
                  <a:lnTo>
                    <a:pt x="2405" y="14978"/>
                  </a:lnTo>
                  <a:lnTo>
                    <a:pt x="2405" y="14954"/>
                  </a:lnTo>
                  <a:lnTo>
                    <a:pt x="2405" y="1214"/>
                  </a:lnTo>
                  <a:lnTo>
                    <a:pt x="2405" y="1167"/>
                  </a:lnTo>
                  <a:lnTo>
                    <a:pt x="2405" y="1119"/>
                  </a:lnTo>
                  <a:lnTo>
                    <a:pt x="2405" y="1072"/>
                  </a:lnTo>
                  <a:cubicBezTo>
                    <a:pt x="2405" y="1060"/>
                    <a:pt x="2405" y="1036"/>
                    <a:pt x="2405" y="1024"/>
                  </a:cubicBezTo>
                  <a:lnTo>
                    <a:pt x="2405" y="976"/>
                  </a:lnTo>
                  <a:cubicBezTo>
                    <a:pt x="2405" y="964"/>
                    <a:pt x="2394" y="941"/>
                    <a:pt x="2394" y="929"/>
                  </a:cubicBezTo>
                  <a:cubicBezTo>
                    <a:pt x="2382" y="917"/>
                    <a:pt x="2382" y="893"/>
                    <a:pt x="2370" y="881"/>
                  </a:cubicBezTo>
                  <a:cubicBezTo>
                    <a:pt x="2370" y="869"/>
                    <a:pt x="2370" y="845"/>
                    <a:pt x="2358" y="833"/>
                  </a:cubicBezTo>
                  <a:lnTo>
                    <a:pt x="2346" y="786"/>
                  </a:lnTo>
                  <a:lnTo>
                    <a:pt x="2322" y="738"/>
                  </a:lnTo>
                  <a:cubicBezTo>
                    <a:pt x="2322" y="714"/>
                    <a:pt x="2310" y="703"/>
                    <a:pt x="2298" y="691"/>
                  </a:cubicBezTo>
                  <a:lnTo>
                    <a:pt x="2275" y="643"/>
                  </a:lnTo>
                  <a:lnTo>
                    <a:pt x="2251" y="595"/>
                  </a:lnTo>
                  <a:lnTo>
                    <a:pt x="2215" y="548"/>
                  </a:lnTo>
                  <a:cubicBezTo>
                    <a:pt x="2203" y="524"/>
                    <a:pt x="2191" y="512"/>
                    <a:pt x="2179" y="500"/>
                  </a:cubicBezTo>
                  <a:cubicBezTo>
                    <a:pt x="2167" y="476"/>
                    <a:pt x="2155" y="464"/>
                    <a:pt x="2144" y="452"/>
                  </a:cubicBezTo>
                  <a:lnTo>
                    <a:pt x="2108" y="393"/>
                  </a:lnTo>
                  <a:lnTo>
                    <a:pt x="2060" y="345"/>
                  </a:lnTo>
                  <a:lnTo>
                    <a:pt x="2001" y="298"/>
                  </a:lnTo>
                  <a:cubicBezTo>
                    <a:pt x="1989" y="286"/>
                    <a:pt x="1965" y="274"/>
                    <a:pt x="1941" y="250"/>
                  </a:cubicBezTo>
                  <a:lnTo>
                    <a:pt x="1882" y="202"/>
                  </a:lnTo>
                  <a:lnTo>
                    <a:pt x="1798" y="155"/>
                  </a:lnTo>
                  <a:cubicBezTo>
                    <a:pt x="1763" y="143"/>
                    <a:pt x="1739" y="119"/>
                    <a:pt x="1703" y="107"/>
                  </a:cubicBezTo>
                  <a:cubicBezTo>
                    <a:pt x="1655" y="95"/>
                    <a:pt x="1620" y="71"/>
                    <a:pt x="1572" y="60"/>
                  </a:cubicBezTo>
                  <a:cubicBezTo>
                    <a:pt x="1489" y="36"/>
                    <a:pt x="1417" y="12"/>
                    <a:pt x="1334" y="12"/>
                  </a:cubicBezTo>
                  <a:cubicBezTo>
                    <a:pt x="1286" y="0"/>
                    <a:pt x="1251" y="0"/>
                    <a:pt x="12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6" name="Google Shape;966;p10"/>
            <p:cNvSpPr/>
            <p:nvPr/>
          </p:nvSpPr>
          <p:spPr>
            <a:xfrm>
              <a:off x="6566206" y="-169612"/>
              <a:ext cx="142572" cy="125041"/>
            </a:xfrm>
            <a:custGeom>
              <a:avLst/>
              <a:gdLst/>
              <a:ahLst/>
              <a:cxnLst/>
              <a:rect l="l" t="t" r="r" b="b"/>
              <a:pathLst>
                <a:path w="4359" h="3823" extrusionOk="0">
                  <a:moveTo>
                    <a:pt x="1132" y="0"/>
                  </a:moveTo>
                  <a:cubicBezTo>
                    <a:pt x="501" y="0"/>
                    <a:pt x="1" y="512"/>
                    <a:pt x="1" y="1131"/>
                  </a:cubicBezTo>
                  <a:lnTo>
                    <a:pt x="1" y="2679"/>
                  </a:lnTo>
                  <a:cubicBezTo>
                    <a:pt x="1" y="3310"/>
                    <a:pt x="501" y="3810"/>
                    <a:pt x="1132" y="3822"/>
                  </a:cubicBezTo>
                  <a:lnTo>
                    <a:pt x="3216" y="3822"/>
                  </a:lnTo>
                  <a:cubicBezTo>
                    <a:pt x="3847" y="3810"/>
                    <a:pt x="4359" y="3310"/>
                    <a:pt x="4359" y="2679"/>
                  </a:cubicBezTo>
                  <a:lnTo>
                    <a:pt x="4359" y="1131"/>
                  </a:lnTo>
                  <a:cubicBezTo>
                    <a:pt x="4359" y="512"/>
                    <a:pt x="3847" y="0"/>
                    <a:pt x="3216" y="0"/>
                  </a:cubicBezTo>
                  <a:close/>
                </a:path>
              </a:pathLst>
            </a:custGeom>
            <a:solidFill>
              <a:srgbClr val="821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7" name="Google Shape;967;p10"/>
            <p:cNvSpPr/>
            <p:nvPr/>
          </p:nvSpPr>
          <p:spPr>
            <a:xfrm>
              <a:off x="6566206" y="277825"/>
              <a:ext cx="142572" cy="124648"/>
            </a:xfrm>
            <a:custGeom>
              <a:avLst/>
              <a:gdLst/>
              <a:ahLst/>
              <a:cxnLst/>
              <a:rect l="l" t="t" r="r" b="b"/>
              <a:pathLst>
                <a:path w="4359" h="3811" extrusionOk="0">
                  <a:moveTo>
                    <a:pt x="1132" y="0"/>
                  </a:moveTo>
                  <a:cubicBezTo>
                    <a:pt x="501" y="0"/>
                    <a:pt x="1" y="512"/>
                    <a:pt x="1" y="1132"/>
                  </a:cubicBezTo>
                  <a:lnTo>
                    <a:pt x="1" y="2679"/>
                  </a:lnTo>
                  <a:cubicBezTo>
                    <a:pt x="1" y="3310"/>
                    <a:pt x="501" y="3810"/>
                    <a:pt x="1132" y="3810"/>
                  </a:cubicBezTo>
                  <a:lnTo>
                    <a:pt x="3216" y="3810"/>
                  </a:lnTo>
                  <a:cubicBezTo>
                    <a:pt x="3847" y="3810"/>
                    <a:pt x="4359" y="3310"/>
                    <a:pt x="4359" y="2679"/>
                  </a:cubicBezTo>
                  <a:lnTo>
                    <a:pt x="4359" y="1132"/>
                  </a:lnTo>
                  <a:cubicBezTo>
                    <a:pt x="4359" y="512"/>
                    <a:pt x="3847" y="0"/>
                    <a:pt x="3216" y="0"/>
                  </a:cubicBezTo>
                  <a:close/>
                </a:path>
              </a:pathLst>
            </a:custGeom>
            <a:solidFill>
              <a:srgbClr val="821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8" name="Google Shape;968;p10"/>
            <p:cNvSpPr/>
            <p:nvPr/>
          </p:nvSpPr>
          <p:spPr>
            <a:xfrm>
              <a:off x="6588806" y="-148189"/>
              <a:ext cx="80264" cy="529240"/>
            </a:xfrm>
            <a:custGeom>
              <a:avLst/>
              <a:gdLst/>
              <a:ahLst/>
              <a:cxnLst/>
              <a:rect l="l" t="t" r="r" b="b"/>
              <a:pathLst>
                <a:path w="2454" h="16181" extrusionOk="0">
                  <a:moveTo>
                    <a:pt x="1227" y="0"/>
                  </a:moveTo>
                  <a:cubicBezTo>
                    <a:pt x="929" y="0"/>
                    <a:pt x="643" y="119"/>
                    <a:pt x="417" y="310"/>
                  </a:cubicBezTo>
                  <a:lnTo>
                    <a:pt x="393" y="333"/>
                  </a:lnTo>
                  <a:cubicBezTo>
                    <a:pt x="370" y="369"/>
                    <a:pt x="334" y="393"/>
                    <a:pt x="298" y="429"/>
                  </a:cubicBezTo>
                  <a:cubicBezTo>
                    <a:pt x="286" y="452"/>
                    <a:pt x="262" y="476"/>
                    <a:pt x="251" y="500"/>
                  </a:cubicBezTo>
                  <a:cubicBezTo>
                    <a:pt x="227" y="524"/>
                    <a:pt x="203" y="560"/>
                    <a:pt x="179" y="595"/>
                  </a:cubicBezTo>
                  <a:cubicBezTo>
                    <a:pt x="167" y="631"/>
                    <a:pt x="143" y="655"/>
                    <a:pt x="131" y="691"/>
                  </a:cubicBezTo>
                  <a:cubicBezTo>
                    <a:pt x="120" y="726"/>
                    <a:pt x="108" y="750"/>
                    <a:pt x="96" y="786"/>
                  </a:cubicBezTo>
                  <a:cubicBezTo>
                    <a:pt x="72" y="833"/>
                    <a:pt x="60" y="869"/>
                    <a:pt x="48" y="917"/>
                  </a:cubicBezTo>
                  <a:cubicBezTo>
                    <a:pt x="36" y="941"/>
                    <a:pt x="36" y="964"/>
                    <a:pt x="24" y="1000"/>
                  </a:cubicBezTo>
                  <a:cubicBezTo>
                    <a:pt x="12" y="1072"/>
                    <a:pt x="0" y="1143"/>
                    <a:pt x="0" y="1226"/>
                  </a:cubicBezTo>
                  <a:lnTo>
                    <a:pt x="0" y="14954"/>
                  </a:lnTo>
                  <a:cubicBezTo>
                    <a:pt x="0" y="15633"/>
                    <a:pt x="548" y="16181"/>
                    <a:pt x="1227" y="16181"/>
                  </a:cubicBezTo>
                  <a:cubicBezTo>
                    <a:pt x="1322" y="16181"/>
                    <a:pt x="1405" y="16169"/>
                    <a:pt x="1489" y="16157"/>
                  </a:cubicBezTo>
                  <a:lnTo>
                    <a:pt x="1524" y="16145"/>
                  </a:lnTo>
                  <a:cubicBezTo>
                    <a:pt x="1596" y="16121"/>
                    <a:pt x="1655" y="16097"/>
                    <a:pt x="1727" y="16073"/>
                  </a:cubicBezTo>
                  <a:lnTo>
                    <a:pt x="1739" y="16073"/>
                  </a:lnTo>
                  <a:cubicBezTo>
                    <a:pt x="1882" y="16002"/>
                    <a:pt x="2013" y="15907"/>
                    <a:pt x="2132" y="15788"/>
                  </a:cubicBezTo>
                  <a:cubicBezTo>
                    <a:pt x="2334" y="15561"/>
                    <a:pt x="2453" y="15276"/>
                    <a:pt x="2453" y="14966"/>
                  </a:cubicBezTo>
                  <a:lnTo>
                    <a:pt x="2453" y="1226"/>
                  </a:lnTo>
                  <a:cubicBezTo>
                    <a:pt x="2453" y="548"/>
                    <a:pt x="1905" y="0"/>
                    <a:pt x="1227" y="0"/>
                  </a:cubicBezTo>
                  <a:close/>
                </a:path>
              </a:pathLst>
            </a:custGeom>
            <a:solidFill>
              <a:srgbClr val="272425">
                <a:alpha val="200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9" name="Google Shape;969;p10"/>
            <p:cNvSpPr/>
            <p:nvPr/>
          </p:nvSpPr>
          <p:spPr>
            <a:xfrm>
              <a:off x="6600483" y="-148189"/>
              <a:ext cx="79872" cy="529240"/>
            </a:xfrm>
            <a:custGeom>
              <a:avLst/>
              <a:gdLst/>
              <a:ahLst/>
              <a:cxnLst/>
              <a:rect l="l" t="t" r="r" b="b"/>
              <a:pathLst>
                <a:path w="2442" h="16181" extrusionOk="0">
                  <a:moveTo>
                    <a:pt x="1144" y="0"/>
                  </a:moveTo>
                  <a:cubicBezTo>
                    <a:pt x="1060" y="0"/>
                    <a:pt x="965" y="24"/>
                    <a:pt x="882" y="48"/>
                  </a:cubicBezTo>
                  <a:cubicBezTo>
                    <a:pt x="834" y="60"/>
                    <a:pt x="798" y="71"/>
                    <a:pt x="751" y="83"/>
                  </a:cubicBezTo>
                  <a:cubicBezTo>
                    <a:pt x="715" y="107"/>
                    <a:pt x="691" y="119"/>
                    <a:pt x="656" y="131"/>
                  </a:cubicBezTo>
                  <a:cubicBezTo>
                    <a:pt x="620" y="155"/>
                    <a:pt x="596" y="167"/>
                    <a:pt x="572" y="179"/>
                  </a:cubicBezTo>
                  <a:cubicBezTo>
                    <a:pt x="548" y="202"/>
                    <a:pt x="525" y="214"/>
                    <a:pt x="501" y="226"/>
                  </a:cubicBezTo>
                  <a:lnTo>
                    <a:pt x="441" y="274"/>
                  </a:lnTo>
                  <a:lnTo>
                    <a:pt x="394" y="322"/>
                  </a:lnTo>
                  <a:cubicBezTo>
                    <a:pt x="370" y="333"/>
                    <a:pt x="358" y="357"/>
                    <a:pt x="346" y="369"/>
                  </a:cubicBezTo>
                  <a:cubicBezTo>
                    <a:pt x="322" y="381"/>
                    <a:pt x="310" y="393"/>
                    <a:pt x="298" y="417"/>
                  </a:cubicBezTo>
                  <a:cubicBezTo>
                    <a:pt x="286" y="429"/>
                    <a:pt x="275" y="441"/>
                    <a:pt x="263" y="464"/>
                  </a:cubicBezTo>
                  <a:lnTo>
                    <a:pt x="227" y="512"/>
                  </a:lnTo>
                  <a:lnTo>
                    <a:pt x="191" y="560"/>
                  </a:lnTo>
                  <a:lnTo>
                    <a:pt x="167" y="607"/>
                  </a:lnTo>
                  <a:lnTo>
                    <a:pt x="132" y="655"/>
                  </a:lnTo>
                  <a:lnTo>
                    <a:pt x="108" y="703"/>
                  </a:lnTo>
                  <a:cubicBezTo>
                    <a:pt x="108" y="714"/>
                    <a:pt x="96" y="726"/>
                    <a:pt x="96" y="750"/>
                  </a:cubicBezTo>
                  <a:cubicBezTo>
                    <a:pt x="84" y="762"/>
                    <a:pt x="84" y="774"/>
                    <a:pt x="72" y="786"/>
                  </a:cubicBezTo>
                  <a:lnTo>
                    <a:pt x="60" y="833"/>
                  </a:lnTo>
                  <a:lnTo>
                    <a:pt x="48" y="881"/>
                  </a:lnTo>
                  <a:cubicBezTo>
                    <a:pt x="48" y="905"/>
                    <a:pt x="36" y="917"/>
                    <a:pt x="36" y="929"/>
                  </a:cubicBezTo>
                  <a:cubicBezTo>
                    <a:pt x="24" y="953"/>
                    <a:pt x="24" y="964"/>
                    <a:pt x="24" y="976"/>
                  </a:cubicBezTo>
                  <a:lnTo>
                    <a:pt x="24" y="1024"/>
                  </a:lnTo>
                  <a:cubicBezTo>
                    <a:pt x="24" y="1048"/>
                    <a:pt x="24" y="1060"/>
                    <a:pt x="13" y="1072"/>
                  </a:cubicBezTo>
                  <a:cubicBezTo>
                    <a:pt x="1" y="1095"/>
                    <a:pt x="13" y="1107"/>
                    <a:pt x="13" y="1119"/>
                  </a:cubicBezTo>
                  <a:lnTo>
                    <a:pt x="13" y="1167"/>
                  </a:lnTo>
                  <a:lnTo>
                    <a:pt x="13" y="1214"/>
                  </a:lnTo>
                  <a:lnTo>
                    <a:pt x="13" y="14954"/>
                  </a:lnTo>
                  <a:cubicBezTo>
                    <a:pt x="13" y="14966"/>
                    <a:pt x="13" y="14978"/>
                    <a:pt x="13" y="14990"/>
                  </a:cubicBezTo>
                  <a:lnTo>
                    <a:pt x="13" y="15050"/>
                  </a:lnTo>
                  <a:cubicBezTo>
                    <a:pt x="13" y="15061"/>
                    <a:pt x="13" y="15073"/>
                    <a:pt x="13" y="15097"/>
                  </a:cubicBezTo>
                  <a:cubicBezTo>
                    <a:pt x="13" y="15109"/>
                    <a:pt x="13" y="15121"/>
                    <a:pt x="24" y="15145"/>
                  </a:cubicBezTo>
                  <a:lnTo>
                    <a:pt x="24" y="15192"/>
                  </a:lnTo>
                  <a:cubicBezTo>
                    <a:pt x="24" y="15204"/>
                    <a:pt x="24" y="15216"/>
                    <a:pt x="24" y="15240"/>
                  </a:cubicBezTo>
                  <a:cubicBezTo>
                    <a:pt x="36" y="15252"/>
                    <a:pt x="24" y="15276"/>
                    <a:pt x="36" y="15288"/>
                  </a:cubicBezTo>
                  <a:cubicBezTo>
                    <a:pt x="48" y="15300"/>
                    <a:pt x="48" y="15323"/>
                    <a:pt x="60" y="15335"/>
                  </a:cubicBezTo>
                  <a:lnTo>
                    <a:pt x="72" y="15383"/>
                  </a:lnTo>
                  <a:lnTo>
                    <a:pt x="96" y="15431"/>
                  </a:lnTo>
                  <a:cubicBezTo>
                    <a:pt x="96" y="15454"/>
                    <a:pt x="108" y="15466"/>
                    <a:pt x="120" y="15478"/>
                  </a:cubicBezTo>
                  <a:cubicBezTo>
                    <a:pt x="120" y="15502"/>
                    <a:pt x="132" y="15514"/>
                    <a:pt x="144" y="15526"/>
                  </a:cubicBezTo>
                  <a:cubicBezTo>
                    <a:pt x="144" y="15550"/>
                    <a:pt x="155" y="15561"/>
                    <a:pt x="167" y="15585"/>
                  </a:cubicBezTo>
                  <a:cubicBezTo>
                    <a:pt x="179" y="15597"/>
                    <a:pt x="191" y="15609"/>
                    <a:pt x="203" y="15633"/>
                  </a:cubicBezTo>
                  <a:cubicBezTo>
                    <a:pt x="203" y="15645"/>
                    <a:pt x="227" y="15657"/>
                    <a:pt x="239" y="15681"/>
                  </a:cubicBezTo>
                  <a:cubicBezTo>
                    <a:pt x="239" y="15692"/>
                    <a:pt x="263" y="15716"/>
                    <a:pt x="275" y="15728"/>
                  </a:cubicBezTo>
                  <a:cubicBezTo>
                    <a:pt x="286" y="15740"/>
                    <a:pt x="298" y="15764"/>
                    <a:pt x="310" y="15776"/>
                  </a:cubicBezTo>
                  <a:lnTo>
                    <a:pt x="358" y="15823"/>
                  </a:lnTo>
                  <a:lnTo>
                    <a:pt x="417" y="15871"/>
                  </a:lnTo>
                  <a:cubicBezTo>
                    <a:pt x="429" y="15895"/>
                    <a:pt x="453" y="15907"/>
                    <a:pt x="477" y="15931"/>
                  </a:cubicBezTo>
                  <a:lnTo>
                    <a:pt x="536" y="15978"/>
                  </a:lnTo>
                  <a:cubicBezTo>
                    <a:pt x="572" y="15990"/>
                    <a:pt x="596" y="16014"/>
                    <a:pt x="620" y="16026"/>
                  </a:cubicBezTo>
                  <a:cubicBezTo>
                    <a:pt x="656" y="16050"/>
                    <a:pt x="691" y="16062"/>
                    <a:pt x="727" y="16073"/>
                  </a:cubicBezTo>
                  <a:cubicBezTo>
                    <a:pt x="763" y="16097"/>
                    <a:pt x="810" y="16109"/>
                    <a:pt x="858" y="16121"/>
                  </a:cubicBezTo>
                  <a:cubicBezTo>
                    <a:pt x="977" y="16157"/>
                    <a:pt x="1096" y="16181"/>
                    <a:pt x="1215" y="16181"/>
                  </a:cubicBezTo>
                  <a:lnTo>
                    <a:pt x="1227" y="16181"/>
                  </a:lnTo>
                  <a:cubicBezTo>
                    <a:pt x="1334" y="16181"/>
                    <a:pt x="1441" y="16169"/>
                    <a:pt x="1537" y="16133"/>
                  </a:cubicBezTo>
                  <a:cubicBezTo>
                    <a:pt x="1584" y="16121"/>
                    <a:pt x="1632" y="16109"/>
                    <a:pt x="1679" y="16085"/>
                  </a:cubicBezTo>
                  <a:lnTo>
                    <a:pt x="1787" y="16038"/>
                  </a:lnTo>
                  <a:cubicBezTo>
                    <a:pt x="1810" y="16026"/>
                    <a:pt x="1834" y="16014"/>
                    <a:pt x="1870" y="15990"/>
                  </a:cubicBezTo>
                  <a:lnTo>
                    <a:pt x="1941" y="15942"/>
                  </a:lnTo>
                  <a:cubicBezTo>
                    <a:pt x="1953" y="15931"/>
                    <a:pt x="1977" y="15919"/>
                    <a:pt x="2001" y="15907"/>
                  </a:cubicBezTo>
                  <a:cubicBezTo>
                    <a:pt x="2013" y="15883"/>
                    <a:pt x="2037" y="15871"/>
                    <a:pt x="2049" y="15859"/>
                  </a:cubicBezTo>
                  <a:lnTo>
                    <a:pt x="2096" y="15812"/>
                  </a:lnTo>
                  <a:lnTo>
                    <a:pt x="2144" y="15752"/>
                  </a:lnTo>
                  <a:lnTo>
                    <a:pt x="2180" y="15704"/>
                  </a:lnTo>
                  <a:lnTo>
                    <a:pt x="2215" y="15657"/>
                  </a:lnTo>
                  <a:lnTo>
                    <a:pt x="2251" y="15609"/>
                  </a:lnTo>
                  <a:cubicBezTo>
                    <a:pt x="2263" y="15597"/>
                    <a:pt x="2275" y="15585"/>
                    <a:pt x="2287" y="15561"/>
                  </a:cubicBezTo>
                  <a:cubicBezTo>
                    <a:pt x="2287" y="15550"/>
                    <a:pt x="2299" y="15538"/>
                    <a:pt x="2310" y="15514"/>
                  </a:cubicBezTo>
                  <a:cubicBezTo>
                    <a:pt x="2310" y="15502"/>
                    <a:pt x="2322" y="15478"/>
                    <a:pt x="2334" y="15466"/>
                  </a:cubicBezTo>
                  <a:lnTo>
                    <a:pt x="2358" y="15419"/>
                  </a:lnTo>
                  <a:cubicBezTo>
                    <a:pt x="2358" y="15407"/>
                    <a:pt x="2358" y="15383"/>
                    <a:pt x="2370" y="15371"/>
                  </a:cubicBezTo>
                  <a:cubicBezTo>
                    <a:pt x="2370" y="15359"/>
                    <a:pt x="2382" y="15335"/>
                    <a:pt x="2382" y="15323"/>
                  </a:cubicBezTo>
                  <a:cubicBezTo>
                    <a:pt x="2394" y="15311"/>
                    <a:pt x="2394" y="15288"/>
                    <a:pt x="2406" y="15276"/>
                  </a:cubicBezTo>
                  <a:cubicBezTo>
                    <a:pt x="2406" y="15264"/>
                    <a:pt x="2406" y="15240"/>
                    <a:pt x="2406" y="15228"/>
                  </a:cubicBezTo>
                  <a:cubicBezTo>
                    <a:pt x="2418" y="15204"/>
                    <a:pt x="2406" y="15192"/>
                    <a:pt x="2418" y="15180"/>
                  </a:cubicBezTo>
                  <a:cubicBezTo>
                    <a:pt x="2430" y="15157"/>
                    <a:pt x="2418" y="15145"/>
                    <a:pt x="2430" y="15133"/>
                  </a:cubicBezTo>
                  <a:cubicBezTo>
                    <a:pt x="2441" y="15109"/>
                    <a:pt x="2430" y="15097"/>
                    <a:pt x="2430" y="15085"/>
                  </a:cubicBezTo>
                  <a:lnTo>
                    <a:pt x="2430" y="15026"/>
                  </a:lnTo>
                  <a:lnTo>
                    <a:pt x="2430" y="14978"/>
                  </a:lnTo>
                  <a:lnTo>
                    <a:pt x="2430" y="1214"/>
                  </a:lnTo>
                  <a:lnTo>
                    <a:pt x="2430" y="1167"/>
                  </a:lnTo>
                  <a:lnTo>
                    <a:pt x="2430" y="1119"/>
                  </a:lnTo>
                  <a:cubicBezTo>
                    <a:pt x="2430" y="1107"/>
                    <a:pt x="2430" y="1084"/>
                    <a:pt x="2430" y="1072"/>
                  </a:cubicBezTo>
                  <a:cubicBezTo>
                    <a:pt x="2418" y="1060"/>
                    <a:pt x="2418" y="1036"/>
                    <a:pt x="2418" y="1024"/>
                  </a:cubicBezTo>
                  <a:cubicBezTo>
                    <a:pt x="2418" y="1012"/>
                    <a:pt x="2418" y="988"/>
                    <a:pt x="2418" y="976"/>
                  </a:cubicBezTo>
                  <a:cubicBezTo>
                    <a:pt x="2418" y="964"/>
                    <a:pt x="2406" y="941"/>
                    <a:pt x="2406" y="929"/>
                  </a:cubicBezTo>
                  <a:cubicBezTo>
                    <a:pt x="2406" y="905"/>
                    <a:pt x="2406" y="893"/>
                    <a:pt x="2394" y="881"/>
                  </a:cubicBezTo>
                  <a:cubicBezTo>
                    <a:pt x="2382" y="869"/>
                    <a:pt x="2382" y="845"/>
                    <a:pt x="2382" y="833"/>
                  </a:cubicBezTo>
                  <a:cubicBezTo>
                    <a:pt x="2382" y="810"/>
                    <a:pt x="2370" y="798"/>
                    <a:pt x="2358" y="786"/>
                  </a:cubicBezTo>
                  <a:cubicBezTo>
                    <a:pt x="2358" y="762"/>
                    <a:pt x="2346" y="750"/>
                    <a:pt x="2346" y="738"/>
                  </a:cubicBezTo>
                  <a:cubicBezTo>
                    <a:pt x="2346" y="714"/>
                    <a:pt x="2322" y="703"/>
                    <a:pt x="2322" y="691"/>
                  </a:cubicBezTo>
                  <a:lnTo>
                    <a:pt x="2299" y="643"/>
                  </a:lnTo>
                  <a:cubicBezTo>
                    <a:pt x="2287" y="619"/>
                    <a:pt x="2275" y="607"/>
                    <a:pt x="2263" y="595"/>
                  </a:cubicBezTo>
                  <a:cubicBezTo>
                    <a:pt x="2251" y="572"/>
                    <a:pt x="2251" y="560"/>
                    <a:pt x="2239" y="548"/>
                  </a:cubicBezTo>
                  <a:lnTo>
                    <a:pt x="2203" y="500"/>
                  </a:lnTo>
                  <a:lnTo>
                    <a:pt x="2168" y="452"/>
                  </a:lnTo>
                  <a:lnTo>
                    <a:pt x="2120" y="393"/>
                  </a:lnTo>
                  <a:cubicBezTo>
                    <a:pt x="2108" y="381"/>
                    <a:pt x="2096" y="369"/>
                    <a:pt x="2072" y="345"/>
                  </a:cubicBezTo>
                  <a:lnTo>
                    <a:pt x="2025" y="298"/>
                  </a:lnTo>
                  <a:cubicBezTo>
                    <a:pt x="2001" y="286"/>
                    <a:pt x="1989" y="274"/>
                    <a:pt x="1965" y="250"/>
                  </a:cubicBezTo>
                  <a:lnTo>
                    <a:pt x="1894" y="202"/>
                  </a:lnTo>
                  <a:lnTo>
                    <a:pt x="1822" y="155"/>
                  </a:lnTo>
                  <a:cubicBezTo>
                    <a:pt x="1787" y="143"/>
                    <a:pt x="1751" y="119"/>
                    <a:pt x="1715" y="107"/>
                  </a:cubicBezTo>
                  <a:cubicBezTo>
                    <a:pt x="1679" y="95"/>
                    <a:pt x="1632" y="71"/>
                    <a:pt x="1596" y="60"/>
                  </a:cubicBezTo>
                  <a:cubicBezTo>
                    <a:pt x="1513" y="36"/>
                    <a:pt x="1429" y="12"/>
                    <a:pt x="1346" y="12"/>
                  </a:cubicBezTo>
                  <a:cubicBezTo>
                    <a:pt x="1310" y="0"/>
                    <a:pt x="1263" y="0"/>
                    <a:pt x="121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0" name="Google Shape;970;p10"/>
            <p:cNvSpPr/>
            <p:nvPr/>
          </p:nvSpPr>
          <p:spPr>
            <a:xfrm>
              <a:off x="6195500" y="-169612"/>
              <a:ext cx="142932" cy="125041"/>
            </a:xfrm>
            <a:custGeom>
              <a:avLst/>
              <a:gdLst/>
              <a:ahLst/>
              <a:cxnLst/>
              <a:rect l="l" t="t" r="r" b="b"/>
              <a:pathLst>
                <a:path w="4370" h="3823" extrusionOk="0">
                  <a:moveTo>
                    <a:pt x="1143" y="0"/>
                  </a:moveTo>
                  <a:cubicBezTo>
                    <a:pt x="512" y="0"/>
                    <a:pt x="12" y="512"/>
                    <a:pt x="0" y="1131"/>
                  </a:cubicBezTo>
                  <a:lnTo>
                    <a:pt x="0" y="2679"/>
                  </a:lnTo>
                  <a:cubicBezTo>
                    <a:pt x="12" y="3310"/>
                    <a:pt x="512" y="3810"/>
                    <a:pt x="1143" y="3822"/>
                  </a:cubicBezTo>
                  <a:lnTo>
                    <a:pt x="3227" y="3822"/>
                  </a:lnTo>
                  <a:cubicBezTo>
                    <a:pt x="3858" y="3810"/>
                    <a:pt x="4358" y="3310"/>
                    <a:pt x="4370" y="2679"/>
                  </a:cubicBezTo>
                  <a:lnTo>
                    <a:pt x="4370" y="1131"/>
                  </a:lnTo>
                  <a:cubicBezTo>
                    <a:pt x="4358" y="512"/>
                    <a:pt x="3858" y="0"/>
                    <a:pt x="3227" y="0"/>
                  </a:cubicBezTo>
                  <a:close/>
                </a:path>
              </a:pathLst>
            </a:custGeom>
            <a:solidFill>
              <a:srgbClr val="821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1" name="Google Shape;971;p10"/>
            <p:cNvSpPr/>
            <p:nvPr/>
          </p:nvSpPr>
          <p:spPr>
            <a:xfrm>
              <a:off x="6195500" y="277825"/>
              <a:ext cx="142932" cy="124648"/>
            </a:xfrm>
            <a:custGeom>
              <a:avLst/>
              <a:gdLst/>
              <a:ahLst/>
              <a:cxnLst/>
              <a:rect l="l" t="t" r="r" b="b"/>
              <a:pathLst>
                <a:path w="4370" h="3811" extrusionOk="0">
                  <a:moveTo>
                    <a:pt x="1143" y="0"/>
                  </a:moveTo>
                  <a:cubicBezTo>
                    <a:pt x="512" y="0"/>
                    <a:pt x="12" y="512"/>
                    <a:pt x="0" y="1132"/>
                  </a:cubicBezTo>
                  <a:lnTo>
                    <a:pt x="0" y="2679"/>
                  </a:lnTo>
                  <a:cubicBezTo>
                    <a:pt x="12" y="3310"/>
                    <a:pt x="512" y="3810"/>
                    <a:pt x="1143" y="3810"/>
                  </a:cubicBezTo>
                  <a:lnTo>
                    <a:pt x="3227" y="3810"/>
                  </a:lnTo>
                  <a:cubicBezTo>
                    <a:pt x="3858" y="3810"/>
                    <a:pt x="4358" y="3310"/>
                    <a:pt x="4370" y="2679"/>
                  </a:cubicBezTo>
                  <a:lnTo>
                    <a:pt x="4370" y="1132"/>
                  </a:lnTo>
                  <a:cubicBezTo>
                    <a:pt x="4358" y="512"/>
                    <a:pt x="3858" y="0"/>
                    <a:pt x="3227" y="0"/>
                  </a:cubicBezTo>
                  <a:close/>
                </a:path>
              </a:pathLst>
            </a:custGeom>
            <a:solidFill>
              <a:srgbClr val="821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2" name="Google Shape;972;p10"/>
            <p:cNvSpPr/>
            <p:nvPr/>
          </p:nvSpPr>
          <p:spPr>
            <a:xfrm>
              <a:off x="6218461" y="-148189"/>
              <a:ext cx="80264" cy="529240"/>
            </a:xfrm>
            <a:custGeom>
              <a:avLst/>
              <a:gdLst/>
              <a:ahLst/>
              <a:cxnLst/>
              <a:rect l="l" t="t" r="r" b="b"/>
              <a:pathLst>
                <a:path w="2454" h="16181" extrusionOk="0">
                  <a:moveTo>
                    <a:pt x="1227" y="0"/>
                  </a:moveTo>
                  <a:cubicBezTo>
                    <a:pt x="929" y="0"/>
                    <a:pt x="632" y="119"/>
                    <a:pt x="417" y="310"/>
                  </a:cubicBezTo>
                  <a:lnTo>
                    <a:pt x="394" y="333"/>
                  </a:lnTo>
                  <a:cubicBezTo>
                    <a:pt x="358" y="369"/>
                    <a:pt x="334" y="393"/>
                    <a:pt x="298" y="429"/>
                  </a:cubicBezTo>
                  <a:cubicBezTo>
                    <a:pt x="286" y="452"/>
                    <a:pt x="263" y="476"/>
                    <a:pt x="251" y="500"/>
                  </a:cubicBezTo>
                  <a:cubicBezTo>
                    <a:pt x="227" y="524"/>
                    <a:pt x="203" y="560"/>
                    <a:pt x="179" y="595"/>
                  </a:cubicBezTo>
                  <a:cubicBezTo>
                    <a:pt x="167" y="631"/>
                    <a:pt x="144" y="655"/>
                    <a:pt x="132" y="691"/>
                  </a:cubicBezTo>
                  <a:cubicBezTo>
                    <a:pt x="120" y="726"/>
                    <a:pt x="96" y="750"/>
                    <a:pt x="84" y="786"/>
                  </a:cubicBezTo>
                  <a:cubicBezTo>
                    <a:pt x="72" y="833"/>
                    <a:pt x="60" y="869"/>
                    <a:pt x="48" y="917"/>
                  </a:cubicBezTo>
                  <a:cubicBezTo>
                    <a:pt x="48" y="941"/>
                    <a:pt x="36" y="964"/>
                    <a:pt x="24" y="1000"/>
                  </a:cubicBezTo>
                  <a:cubicBezTo>
                    <a:pt x="13" y="1072"/>
                    <a:pt x="1" y="1143"/>
                    <a:pt x="1" y="1226"/>
                  </a:cubicBezTo>
                  <a:lnTo>
                    <a:pt x="1" y="14954"/>
                  </a:lnTo>
                  <a:cubicBezTo>
                    <a:pt x="1" y="15633"/>
                    <a:pt x="548" y="16181"/>
                    <a:pt x="1227" y="16181"/>
                  </a:cubicBezTo>
                  <a:cubicBezTo>
                    <a:pt x="1310" y="16181"/>
                    <a:pt x="1406" y="16169"/>
                    <a:pt x="1489" y="16157"/>
                  </a:cubicBezTo>
                  <a:lnTo>
                    <a:pt x="1525" y="16145"/>
                  </a:lnTo>
                  <a:cubicBezTo>
                    <a:pt x="1596" y="16121"/>
                    <a:pt x="1656" y="16097"/>
                    <a:pt x="1727" y="16073"/>
                  </a:cubicBezTo>
                  <a:lnTo>
                    <a:pt x="1739" y="16073"/>
                  </a:lnTo>
                  <a:cubicBezTo>
                    <a:pt x="1882" y="16002"/>
                    <a:pt x="2013" y="15907"/>
                    <a:pt x="2120" y="15788"/>
                  </a:cubicBezTo>
                  <a:cubicBezTo>
                    <a:pt x="2334" y="15561"/>
                    <a:pt x="2453" y="15276"/>
                    <a:pt x="2453" y="14966"/>
                  </a:cubicBezTo>
                  <a:lnTo>
                    <a:pt x="2453" y="1226"/>
                  </a:lnTo>
                  <a:cubicBezTo>
                    <a:pt x="2453" y="548"/>
                    <a:pt x="1906" y="0"/>
                    <a:pt x="1227" y="0"/>
                  </a:cubicBezTo>
                  <a:close/>
                </a:path>
              </a:pathLst>
            </a:custGeom>
            <a:solidFill>
              <a:srgbClr val="272425">
                <a:alpha val="200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3" name="Google Shape;973;p10"/>
            <p:cNvSpPr/>
            <p:nvPr/>
          </p:nvSpPr>
          <p:spPr>
            <a:xfrm>
              <a:off x="6230922" y="-148189"/>
              <a:ext cx="78694" cy="529240"/>
            </a:xfrm>
            <a:custGeom>
              <a:avLst/>
              <a:gdLst/>
              <a:ahLst/>
              <a:cxnLst/>
              <a:rect l="l" t="t" r="r" b="b"/>
              <a:pathLst>
                <a:path w="2406" h="16181" extrusionOk="0">
                  <a:moveTo>
                    <a:pt x="1120" y="0"/>
                  </a:moveTo>
                  <a:cubicBezTo>
                    <a:pt x="1036" y="0"/>
                    <a:pt x="941" y="24"/>
                    <a:pt x="858" y="48"/>
                  </a:cubicBezTo>
                  <a:cubicBezTo>
                    <a:pt x="822" y="60"/>
                    <a:pt x="775" y="71"/>
                    <a:pt x="727" y="83"/>
                  </a:cubicBezTo>
                  <a:cubicBezTo>
                    <a:pt x="703" y="107"/>
                    <a:pt x="667" y="119"/>
                    <a:pt x="632" y="131"/>
                  </a:cubicBezTo>
                  <a:cubicBezTo>
                    <a:pt x="596" y="155"/>
                    <a:pt x="584" y="167"/>
                    <a:pt x="548" y="179"/>
                  </a:cubicBezTo>
                  <a:cubicBezTo>
                    <a:pt x="525" y="202"/>
                    <a:pt x="501" y="214"/>
                    <a:pt x="489" y="226"/>
                  </a:cubicBezTo>
                  <a:lnTo>
                    <a:pt x="417" y="274"/>
                  </a:lnTo>
                  <a:lnTo>
                    <a:pt x="370" y="322"/>
                  </a:lnTo>
                  <a:lnTo>
                    <a:pt x="322" y="369"/>
                  </a:lnTo>
                  <a:cubicBezTo>
                    <a:pt x="310" y="381"/>
                    <a:pt x="286" y="393"/>
                    <a:pt x="274" y="417"/>
                  </a:cubicBezTo>
                  <a:lnTo>
                    <a:pt x="239" y="464"/>
                  </a:lnTo>
                  <a:lnTo>
                    <a:pt x="203" y="512"/>
                  </a:lnTo>
                  <a:lnTo>
                    <a:pt x="167" y="560"/>
                  </a:lnTo>
                  <a:cubicBezTo>
                    <a:pt x="155" y="572"/>
                    <a:pt x="155" y="583"/>
                    <a:pt x="144" y="607"/>
                  </a:cubicBezTo>
                  <a:lnTo>
                    <a:pt x="120" y="655"/>
                  </a:lnTo>
                  <a:cubicBezTo>
                    <a:pt x="108" y="667"/>
                    <a:pt x="96" y="679"/>
                    <a:pt x="96" y="703"/>
                  </a:cubicBezTo>
                  <a:cubicBezTo>
                    <a:pt x="84" y="714"/>
                    <a:pt x="72" y="726"/>
                    <a:pt x="72" y="750"/>
                  </a:cubicBezTo>
                  <a:cubicBezTo>
                    <a:pt x="60" y="762"/>
                    <a:pt x="60" y="774"/>
                    <a:pt x="48" y="786"/>
                  </a:cubicBezTo>
                  <a:lnTo>
                    <a:pt x="36" y="833"/>
                  </a:lnTo>
                  <a:lnTo>
                    <a:pt x="24" y="881"/>
                  </a:lnTo>
                  <a:cubicBezTo>
                    <a:pt x="24" y="905"/>
                    <a:pt x="13" y="917"/>
                    <a:pt x="13" y="929"/>
                  </a:cubicBezTo>
                  <a:cubicBezTo>
                    <a:pt x="1" y="953"/>
                    <a:pt x="1" y="964"/>
                    <a:pt x="1" y="976"/>
                  </a:cubicBezTo>
                  <a:lnTo>
                    <a:pt x="1" y="1024"/>
                  </a:lnTo>
                  <a:lnTo>
                    <a:pt x="1" y="1072"/>
                  </a:lnTo>
                  <a:lnTo>
                    <a:pt x="1" y="1119"/>
                  </a:lnTo>
                  <a:lnTo>
                    <a:pt x="1" y="1167"/>
                  </a:lnTo>
                  <a:lnTo>
                    <a:pt x="1" y="1214"/>
                  </a:lnTo>
                  <a:lnTo>
                    <a:pt x="1" y="14954"/>
                  </a:lnTo>
                  <a:lnTo>
                    <a:pt x="1" y="14990"/>
                  </a:lnTo>
                  <a:lnTo>
                    <a:pt x="1" y="15050"/>
                  </a:lnTo>
                  <a:lnTo>
                    <a:pt x="1" y="15097"/>
                  </a:lnTo>
                  <a:lnTo>
                    <a:pt x="1" y="15145"/>
                  </a:lnTo>
                  <a:lnTo>
                    <a:pt x="1" y="15192"/>
                  </a:lnTo>
                  <a:cubicBezTo>
                    <a:pt x="1" y="15204"/>
                    <a:pt x="1" y="15216"/>
                    <a:pt x="13" y="15240"/>
                  </a:cubicBezTo>
                  <a:cubicBezTo>
                    <a:pt x="13" y="15252"/>
                    <a:pt x="13" y="15276"/>
                    <a:pt x="24" y="15288"/>
                  </a:cubicBezTo>
                  <a:cubicBezTo>
                    <a:pt x="36" y="15300"/>
                    <a:pt x="36" y="15323"/>
                    <a:pt x="36" y="15335"/>
                  </a:cubicBezTo>
                  <a:cubicBezTo>
                    <a:pt x="36" y="15347"/>
                    <a:pt x="48" y="15371"/>
                    <a:pt x="60" y="15383"/>
                  </a:cubicBezTo>
                  <a:cubicBezTo>
                    <a:pt x="60" y="15407"/>
                    <a:pt x="60" y="15419"/>
                    <a:pt x="72" y="15431"/>
                  </a:cubicBezTo>
                  <a:cubicBezTo>
                    <a:pt x="84" y="15454"/>
                    <a:pt x="84" y="15466"/>
                    <a:pt x="96" y="15478"/>
                  </a:cubicBezTo>
                  <a:cubicBezTo>
                    <a:pt x="108" y="15502"/>
                    <a:pt x="108" y="15514"/>
                    <a:pt x="120" y="15526"/>
                  </a:cubicBezTo>
                  <a:cubicBezTo>
                    <a:pt x="132" y="15550"/>
                    <a:pt x="144" y="15561"/>
                    <a:pt x="144" y="15585"/>
                  </a:cubicBezTo>
                  <a:cubicBezTo>
                    <a:pt x="155" y="15597"/>
                    <a:pt x="167" y="15609"/>
                    <a:pt x="179" y="15633"/>
                  </a:cubicBezTo>
                  <a:cubicBezTo>
                    <a:pt x="191" y="15645"/>
                    <a:pt x="203" y="15669"/>
                    <a:pt x="215" y="15681"/>
                  </a:cubicBezTo>
                  <a:lnTo>
                    <a:pt x="251" y="15728"/>
                  </a:lnTo>
                  <a:lnTo>
                    <a:pt x="298" y="15776"/>
                  </a:lnTo>
                  <a:lnTo>
                    <a:pt x="334" y="15823"/>
                  </a:lnTo>
                  <a:lnTo>
                    <a:pt x="394" y="15871"/>
                  </a:lnTo>
                  <a:cubicBezTo>
                    <a:pt x="417" y="15895"/>
                    <a:pt x="429" y="15907"/>
                    <a:pt x="453" y="15931"/>
                  </a:cubicBezTo>
                  <a:cubicBezTo>
                    <a:pt x="477" y="15942"/>
                    <a:pt x="501" y="15966"/>
                    <a:pt x="525" y="15978"/>
                  </a:cubicBezTo>
                  <a:cubicBezTo>
                    <a:pt x="584" y="16014"/>
                    <a:pt x="644" y="16050"/>
                    <a:pt x="703" y="16073"/>
                  </a:cubicBezTo>
                  <a:cubicBezTo>
                    <a:pt x="751" y="16097"/>
                    <a:pt x="798" y="16109"/>
                    <a:pt x="834" y="16121"/>
                  </a:cubicBezTo>
                  <a:cubicBezTo>
                    <a:pt x="953" y="16157"/>
                    <a:pt x="1072" y="16181"/>
                    <a:pt x="1191" y="16181"/>
                  </a:cubicBezTo>
                  <a:lnTo>
                    <a:pt x="1203" y="16181"/>
                  </a:lnTo>
                  <a:cubicBezTo>
                    <a:pt x="1310" y="16181"/>
                    <a:pt x="1417" y="16169"/>
                    <a:pt x="1525" y="16133"/>
                  </a:cubicBezTo>
                  <a:cubicBezTo>
                    <a:pt x="1572" y="16121"/>
                    <a:pt x="1620" y="16109"/>
                    <a:pt x="1656" y="16085"/>
                  </a:cubicBezTo>
                  <a:cubicBezTo>
                    <a:pt x="1691" y="16073"/>
                    <a:pt x="1727" y="16062"/>
                    <a:pt x="1763" y="16038"/>
                  </a:cubicBezTo>
                  <a:lnTo>
                    <a:pt x="1846" y="15990"/>
                  </a:lnTo>
                  <a:lnTo>
                    <a:pt x="1918" y="15942"/>
                  </a:lnTo>
                  <a:cubicBezTo>
                    <a:pt x="1941" y="15931"/>
                    <a:pt x="1953" y="15919"/>
                    <a:pt x="1977" y="15907"/>
                  </a:cubicBezTo>
                  <a:lnTo>
                    <a:pt x="2037" y="15859"/>
                  </a:lnTo>
                  <a:lnTo>
                    <a:pt x="2084" y="15812"/>
                  </a:lnTo>
                  <a:lnTo>
                    <a:pt x="2120" y="15752"/>
                  </a:lnTo>
                  <a:cubicBezTo>
                    <a:pt x="2144" y="15740"/>
                    <a:pt x="2156" y="15728"/>
                    <a:pt x="2168" y="15704"/>
                  </a:cubicBezTo>
                  <a:cubicBezTo>
                    <a:pt x="2179" y="15692"/>
                    <a:pt x="2191" y="15681"/>
                    <a:pt x="2203" y="15657"/>
                  </a:cubicBezTo>
                  <a:lnTo>
                    <a:pt x="2227" y="15609"/>
                  </a:lnTo>
                  <a:lnTo>
                    <a:pt x="2263" y="15561"/>
                  </a:lnTo>
                  <a:cubicBezTo>
                    <a:pt x="2275" y="15550"/>
                    <a:pt x="2275" y="15538"/>
                    <a:pt x="2287" y="15514"/>
                  </a:cubicBezTo>
                  <a:cubicBezTo>
                    <a:pt x="2299" y="15502"/>
                    <a:pt x="2299" y="15478"/>
                    <a:pt x="2310" y="15466"/>
                  </a:cubicBezTo>
                  <a:cubicBezTo>
                    <a:pt x="2310" y="15454"/>
                    <a:pt x="2322" y="15431"/>
                    <a:pt x="2334" y="15419"/>
                  </a:cubicBezTo>
                  <a:cubicBezTo>
                    <a:pt x="2334" y="15407"/>
                    <a:pt x="2346" y="15383"/>
                    <a:pt x="2346" y="15371"/>
                  </a:cubicBezTo>
                  <a:cubicBezTo>
                    <a:pt x="2346" y="15359"/>
                    <a:pt x="2358" y="15335"/>
                    <a:pt x="2370" y="15323"/>
                  </a:cubicBezTo>
                  <a:lnTo>
                    <a:pt x="2382" y="15276"/>
                  </a:lnTo>
                  <a:cubicBezTo>
                    <a:pt x="2382" y="15264"/>
                    <a:pt x="2394" y="15240"/>
                    <a:pt x="2394" y="15228"/>
                  </a:cubicBezTo>
                  <a:lnTo>
                    <a:pt x="2406" y="15180"/>
                  </a:lnTo>
                  <a:cubicBezTo>
                    <a:pt x="2406" y="15157"/>
                    <a:pt x="2406" y="15145"/>
                    <a:pt x="2406" y="15133"/>
                  </a:cubicBezTo>
                  <a:lnTo>
                    <a:pt x="2406" y="15085"/>
                  </a:lnTo>
                  <a:lnTo>
                    <a:pt x="2406" y="15026"/>
                  </a:lnTo>
                  <a:lnTo>
                    <a:pt x="2406" y="14978"/>
                  </a:lnTo>
                  <a:cubicBezTo>
                    <a:pt x="2406" y="14978"/>
                    <a:pt x="2406" y="14966"/>
                    <a:pt x="2406" y="14954"/>
                  </a:cubicBezTo>
                  <a:lnTo>
                    <a:pt x="2406" y="1214"/>
                  </a:lnTo>
                  <a:lnTo>
                    <a:pt x="2394" y="1214"/>
                  </a:lnTo>
                  <a:lnTo>
                    <a:pt x="2394" y="1167"/>
                  </a:lnTo>
                  <a:lnTo>
                    <a:pt x="2394" y="1119"/>
                  </a:lnTo>
                  <a:lnTo>
                    <a:pt x="2394" y="1072"/>
                  </a:lnTo>
                  <a:cubicBezTo>
                    <a:pt x="2394" y="1060"/>
                    <a:pt x="2394" y="1036"/>
                    <a:pt x="2394" y="1024"/>
                  </a:cubicBezTo>
                  <a:lnTo>
                    <a:pt x="2394" y="976"/>
                  </a:lnTo>
                  <a:cubicBezTo>
                    <a:pt x="2394" y="964"/>
                    <a:pt x="2382" y="941"/>
                    <a:pt x="2382" y="929"/>
                  </a:cubicBezTo>
                  <a:cubicBezTo>
                    <a:pt x="2382" y="917"/>
                    <a:pt x="2382" y="893"/>
                    <a:pt x="2370" y="881"/>
                  </a:cubicBezTo>
                  <a:cubicBezTo>
                    <a:pt x="2370" y="869"/>
                    <a:pt x="2358" y="845"/>
                    <a:pt x="2358" y="833"/>
                  </a:cubicBezTo>
                  <a:lnTo>
                    <a:pt x="2334" y="786"/>
                  </a:lnTo>
                  <a:lnTo>
                    <a:pt x="2322" y="738"/>
                  </a:lnTo>
                  <a:cubicBezTo>
                    <a:pt x="2322" y="714"/>
                    <a:pt x="2299" y="703"/>
                    <a:pt x="2299" y="691"/>
                  </a:cubicBezTo>
                  <a:lnTo>
                    <a:pt x="2275" y="643"/>
                  </a:lnTo>
                  <a:cubicBezTo>
                    <a:pt x="2263" y="619"/>
                    <a:pt x="2251" y="607"/>
                    <a:pt x="2239" y="595"/>
                  </a:cubicBezTo>
                  <a:lnTo>
                    <a:pt x="2215" y="548"/>
                  </a:lnTo>
                  <a:cubicBezTo>
                    <a:pt x="2203" y="524"/>
                    <a:pt x="2191" y="512"/>
                    <a:pt x="2179" y="500"/>
                  </a:cubicBezTo>
                  <a:cubicBezTo>
                    <a:pt x="2168" y="476"/>
                    <a:pt x="2156" y="464"/>
                    <a:pt x="2144" y="452"/>
                  </a:cubicBezTo>
                  <a:lnTo>
                    <a:pt x="2096" y="393"/>
                  </a:lnTo>
                  <a:lnTo>
                    <a:pt x="2060" y="345"/>
                  </a:lnTo>
                  <a:lnTo>
                    <a:pt x="2001" y="298"/>
                  </a:lnTo>
                  <a:cubicBezTo>
                    <a:pt x="1977" y="286"/>
                    <a:pt x="1965" y="274"/>
                    <a:pt x="1941" y="250"/>
                  </a:cubicBezTo>
                  <a:lnTo>
                    <a:pt x="1882" y="202"/>
                  </a:lnTo>
                  <a:lnTo>
                    <a:pt x="1798" y="155"/>
                  </a:lnTo>
                  <a:cubicBezTo>
                    <a:pt x="1763" y="143"/>
                    <a:pt x="1727" y="119"/>
                    <a:pt x="1703" y="107"/>
                  </a:cubicBezTo>
                  <a:cubicBezTo>
                    <a:pt x="1656" y="95"/>
                    <a:pt x="1608" y="71"/>
                    <a:pt x="1572" y="60"/>
                  </a:cubicBezTo>
                  <a:cubicBezTo>
                    <a:pt x="1489" y="36"/>
                    <a:pt x="1406" y="12"/>
                    <a:pt x="1322" y="12"/>
                  </a:cubicBezTo>
                  <a:cubicBezTo>
                    <a:pt x="1287" y="0"/>
                    <a:pt x="1239" y="0"/>
                    <a:pt x="12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4" name="Google Shape;974;p10"/>
            <p:cNvSpPr/>
            <p:nvPr/>
          </p:nvSpPr>
          <p:spPr>
            <a:xfrm>
              <a:off x="7819390" y="-169612"/>
              <a:ext cx="142539" cy="125041"/>
            </a:xfrm>
            <a:custGeom>
              <a:avLst/>
              <a:gdLst/>
              <a:ahLst/>
              <a:cxnLst/>
              <a:rect l="l" t="t" r="r" b="b"/>
              <a:pathLst>
                <a:path w="4358" h="3823" extrusionOk="0">
                  <a:moveTo>
                    <a:pt x="1143" y="0"/>
                  </a:moveTo>
                  <a:cubicBezTo>
                    <a:pt x="512" y="0"/>
                    <a:pt x="0" y="512"/>
                    <a:pt x="0" y="1131"/>
                  </a:cubicBezTo>
                  <a:lnTo>
                    <a:pt x="0" y="2679"/>
                  </a:lnTo>
                  <a:cubicBezTo>
                    <a:pt x="0" y="3310"/>
                    <a:pt x="512" y="3810"/>
                    <a:pt x="1143" y="3822"/>
                  </a:cubicBezTo>
                  <a:lnTo>
                    <a:pt x="3227" y="3822"/>
                  </a:lnTo>
                  <a:cubicBezTo>
                    <a:pt x="3858" y="3810"/>
                    <a:pt x="4358" y="3310"/>
                    <a:pt x="4358" y="2679"/>
                  </a:cubicBezTo>
                  <a:lnTo>
                    <a:pt x="4358" y="1131"/>
                  </a:lnTo>
                  <a:cubicBezTo>
                    <a:pt x="4358" y="512"/>
                    <a:pt x="3858" y="0"/>
                    <a:pt x="3227" y="0"/>
                  </a:cubicBezTo>
                  <a:close/>
                </a:path>
              </a:pathLst>
            </a:custGeom>
            <a:solidFill>
              <a:srgbClr val="821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5" name="Google Shape;975;p10"/>
            <p:cNvSpPr/>
            <p:nvPr/>
          </p:nvSpPr>
          <p:spPr>
            <a:xfrm>
              <a:off x="7819390" y="277825"/>
              <a:ext cx="142539" cy="124648"/>
            </a:xfrm>
            <a:custGeom>
              <a:avLst/>
              <a:gdLst/>
              <a:ahLst/>
              <a:cxnLst/>
              <a:rect l="l" t="t" r="r" b="b"/>
              <a:pathLst>
                <a:path w="4358" h="3811" extrusionOk="0">
                  <a:moveTo>
                    <a:pt x="1143" y="0"/>
                  </a:moveTo>
                  <a:cubicBezTo>
                    <a:pt x="512" y="0"/>
                    <a:pt x="0" y="512"/>
                    <a:pt x="0" y="1132"/>
                  </a:cubicBezTo>
                  <a:lnTo>
                    <a:pt x="0" y="2679"/>
                  </a:lnTo>
                  <a:cubicBezTo>
                    <a:pt x="0" y="3298"/>
                    <a:pt x="512" y="3810"/>
                    <a:pt x="1143" y="3810"/>
                  </a:cubicBezTo>
                  <a:lnTo>
                    <a:pt x="3227" y="3810"/>
                  </a:lnTo>
                  <a:cubicBezTo>
                    <a:pt x="3846" y="3810"/>
                    <a:pt x="4358" y="3298"/>
                    <a:pt x="4358" y="2679"/>
                  </a:cubicBezTo>
                  <a:lnTo>
                    <a:pt x="4358" y="1132"/>
                  </a:lnTo>
                  <a:cubicBezTo>
                    <a:pt x="4358" y="512"/>
                    <a:pt x="3846" y="0"/>
                    <a:pt x="3227" y="0"/>
                  </a:cubicBezTo>
                  <a:close/>
                </a:path>
              </a:pathLst>
            </a:custGeom>
            <a:solidFill>
              <a:srgbClr val="821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6" name="Google Shape;976;p10"/>
            <p:cNvSpPr/>
            <p:nvPr/>
          </p:nvSpPr>
          <p:spPr>
            <a:xfrm>
              <a:off x="7842350" y="-148189"/>
              <a:ext cx="80264" cy="529240"/>
            </a:xfrm>
            <a:custGeom>
              <a:avLst/>
              <a:gdLst/>
              <a:ahLst/>
              <a:cxnLst/>
              <a:rect l="l" t="t" r="r" b="b"/>
              <a:pathLst>
                <a:path w="2454" h="16181" extrusionOk="0">
                  <a:moveTo>
                    <a:pt x="1227" y="0"/>
                  </a:moveTo>
                  <a:cubicBezTo>
                    <a:pt x="929" y="0"/>
                    <a:pt x="632" y="119"/>
                    <a:pt x="417" y="310"/>
                  </a:cubicBezTo>
                  <a:lnTo>
                    <a:pt x="394" y="333"/>
                  </a:lnTo>
                  <a:cubicBezTo>
                    <a:pt x="358" y="369"/>
                    <a:pt x="322" y="393"/>
                    <a:pt x="298" y="429"/>
                  </a:cubicBezTo>
                  <a:cubicBezTo>
                    <a:pt x="275" y="452"/>
                    <a:pt x="263" y="476"/>
                    <a:pt x="239" y="500"/>
                  </a:cubicBezTo>
                  <a:cubicBezTo>
                    <a:pt x="227" y="524"/>
                    <a:pt x="203" y="560"/>
                    <a:pt x="179" y="595"/>
                  </a:cubicBezTo>
                  <a:cubicBezTo>
                    <a:pt x="155" y="631"/>
                    <a:pt x="144" y="655"/>
                    <a:pt x="132" y="691"/>
                  </a:cubicBezTo>
                  <a:cubicBezTo>
                    <a:pt x="108" y="726"/>
                    <a:pt x="96" y="750"/>
                    <a:pt x="84" y="786"/>
                  </a:cubicBezTo>
                  <a:cubicBezTo>
                    <a:pt x="72" y="833"/>
                    <a:pt x="60" y="869"/>
                    <a:pt x="48" y="917"/>
                  </a:cubicBezTo>
                  <a:cubicBezTo>
                    <a:pt x="36" y="941"/>
                    <a:pt x="25" y="964"/>
                    <a:pt x="25" y="1000"/>
                  </a:cubicBezTo>
                  <a:cubicBezTo>
                    <a:pt x="13" y="1072"/>
                    <a:pt x="1" y="1143"/>
                    <a:pt x="1" y="1226"/>
                  </a:cubicBezTo>
                  <a:lnTo>
                    <a:pt x="1" y="14954"/>
                  </a:lnTo>
                  <a:cubicBezTo>
                    <a:pt x="1" y="15633"/>
                    <a:pt x="548" y="16181"/>
                    <a:pt x="1227" y="16181"/>
                  </a:cubicBezTo>
                  <a:cubicBezTo>
                    <a:pt x="1310" y="16181"/>
                    <a:pt x="1394" y="16169"/>
                    <a:pt x="1477" y="16157"/>
                  </a:cubicBezTo>
                  <a:lnTo>
                    <a:pt x="1525" y="16145"/>
                  </a:lnTo>
                  <a:cubicBezTo>
                    <a:pt x="1584" y="16121"/>
                    <a:pt x="1656" y="16097"/>
                    <a:pt x="1727" y="16073"/>
                  </a:cubicBezTo>
                  <a:lnTo>
                    <a:pt x="1739" y="16073"/>
                  </a:lnTo>
                  <a:cubicBezTo>
                    <a:pt x="1882" y="16002"/>
                    <a:pt x="2013" y="15907"/>
                    <a:pt x="2120" y="15788"/>
                  </a:cubicBezTo>
                  <a:cubicBezTo>
                    <a:pt x="2334" y="15561"/>
                    <a:pt x="2453" y="15276"/>
                    <a:pt x="2453" y="14966"/>
                  </a:cubicBezTo>
                  <a:lnTo>
                    <a:pt x="2453" y="1226"/>
                  </a:lnTo>
                  <a:cubicBezTo>
                    <a:pt x="2453" y="548"/>
                    <a:pt x="1906" y="0"/>
                    <a:pt x="1227" y="0"/>
                  </a:cubicBezTo>
                  <a:close/>
                </a:path>
              </a:pathLst>
            </a:custGeom>
            <a:solidFill>
              <a:srgbClr val="272425">
                <a:alpha val="200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7" name="Google Shape;977;p10"/>
            <p:cNvSpPr/>
            <p:nvPr/>
          </p:nvSpPr>
          <p:spPr>
            <a:xfrm>
              <a:off x="7854027" y="-148189"/>
              <a:ext cx="79087" cy="529240"/>
            </a:xfrm>
            <a:custGeom>
              <a:avLst/>
              <a:gdLst/>
              <a:ahLst/>
              <a:cxnLst/>
              <a:rect l="l" t="t" r="r" b="b"/>
              <a:pathLst>
                <a:path w="2418" h="16181" extrusionOk="0">
                  <a:moveTo>
                    <a:pt x="1132" y="0"/>
                  </a:moveTo>
                  <a:cubicBezTo>
                    <a:pt x="1049" y="0"/>
                    <a:pt x="965" y="24"/>
                    <a:pt x="882" y="48"/>
                  </a:cubicBezTo>
                  <a:cubicBezTo>
                    <a:pt x="834" y="60"/>
                    <a:pt x="787" y="71"/>
                    <a:pt x="739" y="83"/>
                  </a:cubicBezTo>
                  <a:cubicBezTo>
                    <a:pt x="715" y="107"/>
                    <a:pt x="680" y="119"/>
                    <a:pt x="644" y="131"/>
                  </a:cubicBezTo>
                  <a:cubicBezTo>
                    <a:pt x="620" y="155"/>
                    <a:pt x="596" y="167"/>
                    <a:pt x="572" y="179"/>
                  </a:cubicBezTo>
                  <a:cubicBezTo>
                    <a:pt x="537" y="202"/>
                    <a:pt x="525" y="214"/>
                    <a:pt x="501" y="226"/>
                  </a:cubicBezTo>
                  <a:lnTo>
                    <a:pt x="430" y="274"/>
                  </a:lnTo>
                  <a:lnTo>
                    <a:pt x="382" y="322"/>
                  </a:lnTo>
                  <a:cubicBezTo>
                    <a:pt x="370" y="333"/>
                    <a:pt x="346" y="357"/>
                    <a:pt x="334" y="369"/>
                  </a:cubicBezTo>
                  <a:lnTo>
                    <a:pt x="287" y="417"/>
                  </a:lnTo>
                  <a:cubicBezTo>
                    <a:pt x="275" y="429"/>
                    <a:pt x="263" y="441"/>
                    <a:pt x="251" y="464"/>
                  </a:cubicBezTo>
                  <a:lnTo>
                    <a:pt x="215" y="512"/>
                  </a:lnTo>
                  <a:lnTo>
                    <a:pt x="179" y="560"/>
                  </a:lnTo>
                  <a:lnTo>
                    <a:pt x="156" y="607"/>
                  </a:lnTo>
                  <a:lnTo>
                    <a:pt x="132" y="655"/>
                  </a:lnTo>
                  <a:lnTo>
                    <a:pt x="108" y="703"/>
                  </a:lnTo>
                  <a:cubicBezTo>
                    <a:pt x="108" y="714"/>
                    <a:pt x="96" y="726"/>
                    <a:pt x="84" y="750"/>
                  </a:cubicBezTo>
                  <a:cubicBezTo>
                    <a:pt x="72" y="762"/>
                    <a:pt x="72" y="774"/>
                    <a:pt x="60" y="786"/>
                  </a:cubicBezTo>
                  <a:lnTo>
                    <a:pt x="49" y="833"/>
                  </a:lnTo>
                  <a:lnTo>
                    <a:pt x="37" y="881"/>
                  </a:lnTo>
                  <a:cubicBezTo>
                    <a:pt x="37" y="905"/>
                    <a:pt x="25" y="917"/>
                    <a:pt x="25" y="929"/>
                  </a:cubicBezTo>
                  <a:cubicBezTo>
                    <a:pt x="13" y="953"/>
                    <a:pt x="13" y="964"/>
                    <a:pt x="13" y="976"/>
                  </a:cubicBezTo>
                  <a:lnTo>
                    <a:pt x="13" y="1024"/>
                  </a:lnTo>
                  <a:cubicBezTo>
                    <a:pt x="13" y="1048"/>
                    <a:pt x="13" y="1060"/>
                    <a:pt x="1" y="1072"/>
                  </a:cubicBezTo>
                  <a:cubicBezTo>
                    <a:pt x="1" y="1095"/>
                    <a:pt x="1" y="1107"/>
                    <a:pt x="1" y="1119"/>
                  </a:cubicBezTo>
                  <a:lnTo>
                    <a:pt x="1" y="1167"/>
                  </a:lnTo>
                  <a:lnTo>
                    <a:pt x="1" y="1214"/>
                  </a:lnTo>
                  <a:lnTo>
                    <a:pt x="1" y="14954"/>
                  </a:lnTo>
                  <a:cubicBezTo>
                    <a:pt x="1" y="14966"/>
                    <a:pt x="1" y="14978"/>
                    <a:pt x="1" y="14990"/>
                  </a:cubicBezTo>
                  <a:lnTo>
                    <a:pt x="1" y="15050"/>
                  </a:lnTo>
                  <a:cubicBezTo>
                    <a:pt x="1" y="15061"/>
                    <a:pt x="1" y="15073"/>
                    <a:pt x="1" y="15097"/>
                  </a:cubicBezTo>
                  <a:cubicBezTo>
                    <a:pt x="1" y="15109"/>
                    <a:pt x="13" y="15121"/>
                    <a:pt x="13" y="15145"/>
                  </a:cubicBezTo>
                  <a:lnTo>
                    <a:pt x="13" y="15192"/>
                  </a:lnTo>
                  <a:cubicBezTo>
                    <a:pt x="13" y="15204"/>
                    <a:pt x="13" y="15216"/>
                    <a:pt x="25" y="15240"/>
                  </a:cubicBezTo>
                  <a:cubicBezTo>
                    <a:pt x="37" y="15252"/>
                    <a:pt x="25" y="15276"/>
                    <a:pt x="37" y="15288"/>
                  </a:cubicBezTo>
                  <a:cubicBezTo>
                    <a:pt x="49" y="15300"/>
                    <a:pt x="49" y="15323"/>
                    <a:pt x="49" y="15335"/>
                  </a:cubicBezTo>
                  <a:lnTo>
                    <a:pt x="60" y="15383"/>
                  </a:lnTo>
                  <a:lnTo>
                    <a:pt x="84" y="15431"/>
                  </a:lnTo>
                  <a:cubicBezTo>
                    <a:pt x="84" y="15454"/>
                    <a:pt x="96" y="15466"/>
                    <a:pt x="108" y="15478"/>
                  </a:cubicBezTo>
                  <a:cubicBezTo>
                    <a:pt x="120" y="15502"/>
                    <a:pt x="120" y="15514"/>
                    <a:pt x="132" y="15526"/>
                  </a:cubicBezTo>
                  <a:cubicBezTo>
                    <a:pt x="144" y="15550"/>
                    <a:pt x="156" y="15561"/>
                    <a:pt x="156" y="15585"/>
                  </a:cubicBezTo>
                  <a:cubicBezTo>
                    <a:pt x="168" y="15597"/>
                    <a:pt x="179" y="15609"/>
                    <a:pt x="191" y="15633"/>
                  </a:cubicBezTo>
                  <a:cubicBezTo>
                    <a:pt x="203" y="15645"/>
                    <a:pt x="215" y="15657"/>
                    <a:pt x="227" y="15681"/>
                  </a:cubicBezTo>
                  <a:cubicBezTo>
                    <a:pt x="239" y="15692"/>
                    <a:pt x="251" y="15716"/>
                    <a:pt x="263" y="15728"/>
                  </a:cubicBezTo>
                  <a:cubicBezTo>
                    <a:pt x="275" y="15740"/>
                    <a:pt x="287" y="15764"/>
                    <a:pt x="310" y="15776"/>
                  </a:cubicBezTo>
                  <a:lnTo>
                    <a:pt x="358" y="15823"/>
                  </a:lnTo>
                  <a:lnTo>
                    <a:pt x="406" y="15871"/>
                  </a:lnTo>
                  <a:cubicBezTo>
                    <a:pt x="430" y="15895"/>
                    <a:pt x="441" y="15907"/>
                    <a:pt x="465" y="15931"/>
                  </a:cubicBezTo>
                  <a:lnTo>
                    <a:pt x="537" y="15978"/>
                  </a:lnTo>
                  <a:cubicBezTo>
                    <a:pt x="560" y="15990"/>
                    <a:pt x="584" y="16014"/>
                    <a:pt x="620" y="16026"/>
                  </a:cubicBezTo>
                  <a:cubicBezTo>
                    <a:pt x="644" y="16050"/>
                    <a:pt x="680" y="16062"/>
                    <a:pt x="715" y="16073"/>
                  </a:cubicBezTo>
                  <a:cubicBezTo>
                    <a:pt x="763" y="16097"/>
                    <a:pt x="811" y="16109"/>
                    <a:pt x="846" y="16121"/>
                  </a:cubicBezTo>
                  <a:cubicBezTo>
                    <a:pt x="965" y="16157"/>
                    <a:pt x="1084" y="16181"/>
                    <a:pt x="1203" y="16181"/>
                  </a:cubicBezTo>
                  <a:lnTo>
                    <a:pt x="1215" y="16181"/>
                  </a:lnTo>
                  <a:cubicBezTo>
                    <a:pt x="1322" y="16181"/>
                    <a:pt x="1430" y="16169"/>
                    <a:pt x="1537" y="16133"/>
                  </a:cubicBezTo>
                  <a:cubicBezTo>
                    <a:pt x="1584" y="16121"/>
                    <a:pt x="1632" y="16109"/>
                    <a:pt x="1680" y="16085"/>
                  </a:cubicBezTo>
                  <a:lnTo>
                    <a:pt x="1751" y="16050"/>
                  </a:lnTo>
                  <a:cubicBezTo>
                    <a:pt x="1775" y="16026"/>
                    <a:pt x="1811" y="16014"/>
                    <a:pt x="1834" y="16002"/>
                  </a:cubicBezTo>
                  <a:lnTo>
                    <a:pt x="1906" y="15954"/>
                  </a:lnTo>
                  <a:cubicBezTo>
                    <a:pt x="1930" y="15931"/>
                    <a:pt x="1954" y="15919"/>
                    <a:pt x="1965" y="15907"/>
                  </a:cubicBezTo>
                  <a:cubicBezTo>
                    <a:pt x="1989" y="15883"/>
                    <a:pt x="2001" y="15871"/>
                    <a:pt x="2025" y="15859"/>
                  </a:cubicBezTo>
                  <a:lnTo>
                    <a:pt x="2073" y="15812"/>
                  </a:lnTo>
                  <a:lnTo>
                    <a:pt x="2108" y="15752"/>
                  </a:lnTo>
                  <a:lnTo>
                    <a:pt x="2156" y="15704"/>
                  </a:lnTo>
                  <a:lnTo>
                    <a:pt x="2192" y="15657"/>
                  </a:lnTo>
                  <a:lnTo>
                    <a:pt x="2215" y="15609"/>
                  </a:lnTo>
                  <a:cubicBezTo>
                    <a:pt x="2227" y="15597"/>
                    <a:pt x="2239" y="15585"/>
                    <a:pt x="2251" y="15561"/>
                  </a:cubicBezTo>
                  <a:cubicBezTo>
                    <a:pt x="2263" y="15550"/>
                    <a:pt x="2263" y="15538"/>
                    <a:pt x="2275" y="15514"/>
                  </a:cubicBezTo>
                  <a:cubicBezTo>
                    <a:pt x="2287" y="15502"/>
                    <a:pt x="2287" y="15478"/>
                    <a:pt x="2299" y="15466"/>
                  </a:cubicBezTo>
                  <a:lnTo>
                    <a:pt x="2323" y="15419"/>
                  </a:lnTo>
                  <a:cubicBezTo>
                    <a:pt x="2323" y="15407"/>
                    <a:pt x="2335" y="15383"/>
                    <a:pt x="2335" y="15371"/>
                  </a:cubicBezTo>
                  <a:cubicBezTo>
                    <a:pt x="2335" y="15359"/>
                    <a:pt x="2346" y="15335"/>
                    <a:pt x="2358" y="15323"/>
                  </a:cubicBezTo>
                  <a:cubicBezTo>
                    <a:pt x="2358" y="15311"/>
                    <a:pt x="2370" y="15288"/>
                    <a:pt x="2370" y="15276"/>
                  </a:cubicBezTo>
                  <a:cubicBezTo>
                    <a:pt x="2370" y="15264"/>
                    <a:pt x="2382" y="15240"/>
                    <a:pt x="2382" y="15228"/>
                  </a:cubicBezTo>
                  <a:cubicBezTo>
                    <a:pt x="2382" y="15204"/>
                    <a:pt x="2382" y="15192"/>
                    <a:pt x="2394" y="15180"/>
                  </a:cubicBezTo>
                  <a:cubicBezTo>
                    <a:pt x="2406" y="15157"/>
                    <a:pt x="2394" y="15145"/>
                    <a:pt x="2394" y="15133"/>
                  </a:cubicBezTo>
                  <a:cubicBezTo>
                    <a:pt x="2406" y="15109"/>
                    <a:pt x="2394" y="15097"/>
                    <a:pt x="2394" y="15085"/>
                  </a:cubicBezTo>
                  <a:lnTo>
                    <a:pt x="2394" y="15026"/>
                  </a:lnTo>
                  <a:lnTo>
                    <a:pt x="2394" y="14978"/>
                  </a:lnTo>
                  <a:lnTo>
                    <a:pt x="2394" y="14954"/>
                  </a:lnTo>
                  <a:lnTo>
                    <a:pt x="2394" y="1226"/>
                  </a:lnTo>
                  <a:cubicBezTo>
                    <a:pt x="2394" y="1226"/>
                    <a:pt x="2418" y="1214"/>
                    <a:pt x="2418" y="1214"/>
                  </a:cubicBezTo>
                  <a:lnTo>
                    <a:pt x="2418" y="1167"/>
                  </a:lnTo>
                  <a:lnTo>
                    <a:pt x="2418" y="1119"/>
                  </a:lnTo>
                  <a:cubicBezTo>
                    <a:pt x="2418" y="1107"/>
                    <a:pt x="2418" y="1084"/>
                    <a:pt x="2418" y="1072"/>
                  </a:cubicBezTo>
                  <a:cubicBezTo>
                    <a:pt x="2418" y="1060"/>
                    <a:pt x="2418" y="1036"/>
                    <a:pt x="2406" y="1024"/>
                  </a:cubicBezTo>
                  <a:cubicBezTo>
                    <a:pt x="2406" y="1012"/>
                    <a:pt x="2406" y="988"/>
                    <a:pt x="2406" y="976"/>
                  </a:cubicBezTo>
                  <a:cubicBezTo>
                    <a:pt x="2406" y="964"/>
                    <a:pt x="2406" y="941"/>
                    <a:pt x="2394" y="929"/>
                  </a:cubicBezTo>
                  <a:cubicBezTo>
                    <a:pt x="2394" y="905"/>
                    <a:pt x="2394" y="893"/>
                    <a:pt x="2382" y="881"/>
                  </a:cubicBezTo>
                  <a:cubicBezTo>
                    <a:pt x="2382" y="869"/>
                    <a:pt x="2370" y="845"/>
                    <a:pt x="2370" y="833"/>
                  </a:cubicBezTo>
                  <a:cubicBezTo>
                    <a:pt x="2370" y="810"/>
                    <a:pt x="2358" y="798"/>
                    <a:pt x="2358" y="786"/>
                  </a:cubicBezTo>
                  <a:cubicBezTo>
                    <a:pt x="2346" y="762"/>
                    <a:pt x="2346" y="750"/>
                    <a:pt x="2335" y="738"/>
                  </a:cubicBezTo>
                  <a:cubicBezTo>
                    <a:pt x="2323" y="714"/>
                    <a:pt x="2323" y="703"/>
                    <a:pt x="2311" y="691"/>
                  </a:cubicBezTo>
                  <a:lnTo>
                    <a:pt x="2287" y="643"/>
                  </a:lnTo>
                  <a:cubicBezTo>
                    <a:pt x="2275" y="619"/>
                    <a:pt x="2263" y="607"/>
                    <a:pt x="2263" y="595"/>
                  </a:cubicBezTo>
                  <a:cubicBezTo>
                    <a:pt x="2251" y="572"/>
                    <a:pt x="2239" y="560"/>
                    <a:pt x="2227" y="548"/>
                  </a:cubicBezTo>
                  <a:lnTo>
                    <a:pt x="2192" y="500"/>
                  </a:lnTo>
                  <a:lnTo>
                    <a:pt x="2156" y="452"/>
                  </a:lnTo>
                  <a:lnTo>
                    <a:pt x="2108" y="393"/>
                  </a:lnTo>
                  <a:cubicBezTo>
                    <a:pt x="2096" y="381"/>
                    <a:pt x="2084" y="369"/>
                    <a:pt x="2073" y="345"/>
                  </a:cubicBezTo>
                  <a:lnTo>
                    <a:pt x="2013" y="298"/>
                  </a:lnTo>
                  <a:cubicBezTo>
                    <a:pt x="2001" y="286"/>
                    <a:pt x="1977" y="274"/>
                    <a:pt x="1954" y="250"/>
                  </a:cubicBezTo>
                  <a:lnTo>
                    <a:pt x="1894" y="202"/>
                  </a:lnTo>
                  <a:lnTo>
                    <a:pt x="1811" y="155"/>
                  </a:lnTo>
                  <a:cubicBezTo>
                    <a:pt x="1775" y="143"/>
                    <a:pt x="1739" y="119"/>
                    <a:pt x="1715" y="107"/>
                  </a:cubicBezTo>
                  <a:cubicBezTo>
                    <a:pt x="1668" y="95"/>
                    <a:pt x="1632" y="71"/>
                    <a:pt x="1584" y="60"/>
                  </a:cubicBezTo>
                  <a:cubicBezTo>
                    <a:pt x="1501" y="36"/>
                    <a:pt x="1418" y="12"/>
                    <a:pt x="1346" y="12"/>
                  </a:cubicBezTo>
                  <a:cubicBezTo>
                    <a:pt x="1299" y="0"/>
                    <a:pt x="1251" y="0"/>
                    <a:pt x="121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8" name="Google Shape;978;p10"/>
            <p:cNvSpPr/>
            <p:nvPr/>
          </p:nvSpPr>
          <p:spPr>
            <a:xfrm>
              <a:off x="7449044" y="-169612"/>
              <a:ext cx="142572" cy="125041"/>
            </a:xfrm>
            <a:custGeom>
              <a:avLst/>
              <a:gdLst/>
              <a:ahLst/>
              <a:cxnLst/>
              <a:rect l="l" t="t" r="r" b="b"/>
              <a:pathLst>
                <a:path w="4359" h="3823" extrusionOk="0">
                  <a:moveTo>
                    <a:pt x="1131" y="0"/>
                  </a:moveTo>
                  <a:cubicBezTo>
                    <a:pt x="500" y="0"/>
                    <a:pt x="0" y="512"/>
                    <a:pt x="0" y="1131"/>
                  </a:cubicBezTo>
                  <a:lnTo>
                    <a:pt x="0" y="2679"/>
                  </a:lnTo>
                  <a:cubicBezTo>
                    <a:pt x="0" y="3310"/>
                    <a:pt x="512" y="3822"/>
                    <a:pt x="1143" y="3822"/>
                  </a:cubicBezTo>
                  <a:lnTo>
                    <a:pt x="3227" y="3822"/>
                  </a:lnTo>
                  <a:cubicBezTo>
                    <a:pt x="3846" y="3810"/>
                    <a:pt x="4358" y="3310"/>
                    <a:pt x="4358" y="2679"/>
                  </a:cubicBezTo>
                  <a:lnTo>
                    <a:pt x="4358" y="1131"/>
                  </a:lnTo>
                  <a:cubicBezTo>
                    <a:pt x="4346" y="512"/>
                    <a:pt x="3846" y="0"/>
                    <a:pt x="3215" y="0"/>
                  </a:cubicBezTo>
                  <a:close/>
                </a:path>
              </a:pathLst>
            </a:custGeom>
            <a:solidFill>
              <a:srgbClr val="821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9" name="Google Shape;979;p10"/>
            <p:cNvSpPr/>
            <p:nvPr/>
          </p:nvSpPr>
          <p:spPr>
            <a:xfrm>
              <a:off x="7448651" y="277825"/>
              <a:ext cx="142964" cy="124648"/>
            </a:xfrm>
            <a:custGeom>
              <a:avLst/>
              <a:gdLst/>
              <a:ahLst/>
              <a:cxnLst/>
              <a:rect l="l" t="t" r="r" b="b"/>
              <a:pathLst>
                <a:path w="4371" h="3811" extrusionOk="0">
                  <a:moveTo>
                    <a:pt x="1143" y="0"/>
                  </a:moveTo>
                  <a:cubicBezTo>
                    <a:pt x="512" y="0"/>
                    <a:pt x="0" y="501"/>
                    <a:pt x="12" y="1132"/>
                  </a:cubicBezTo>
                  <a:lnTo>
                    <a:pt x="12" y="2679"/>
                  </a:lnTo>
                  <a:cubicBezTo>
                    <a:pt x="12" y="3310"/>
                    <a:pt x="524" y="3810"/>
                    <a:pt x="1143" y="3810"/>
                  </a:cubicBezTo>
                  <a:lnTo>
                    <a:pt x="3227" y="3810"/>
                  </a:lnTo>
                  <a:cubicBezTo>
                    <a:pt x="3858" y="3810"/>
                    <a:pt x="4370" y="3298"/>
                    <a:pt x="4370" y="2679"/>
                  </a:cubicBezTo>
                  <a:lnTo>
                    <a:pt x="4370" y="1132"/>
                  </a:lnTo>
                  <a:cubicBezTo>
                    <a:pt x="4370" y="512"/>
                    <a:pt x="3858" y="0"/>
                    <a:pt x="3227" y="0"/>
                  </a:cubicBezTo>
                  <a:close/>
                </a:path>
              </a:pathLst>
            </a:custGeom>
            <a:solidFill>
              <a:srgbClr val="821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0" name="Google Shape;980;p10"/>
            <p:cNvSpPr/>
            <p:nvPr/>
          </p:nvSpPr>
          <p:spPr>
            <a:xfrm>
              <a:off x="7472004" y="-148189"/>
              <a:ext cx="80264" cy="529240"/>
            </a:xfrm>
            <a:custGeom>
              <a:avLst/>
              <a:gdLst/>
              <a:ahLst/>
              <a:cxnLst/>
              <a:rect l="l" t="t" r="r" b="b"/>
              <a:pathLst>
                <a:path w="2454" h="16181" extrusionOk="0">
                  <a:moveTo>
                    <a:pt x="1227" y="0"/>
                  </a:moveTo>
                  <a:cubicBezTo>
                    <a:pt x="930" y="0"/>
                    <a:pt x="632" y="119"/>
                    <a:pt x="418" y="310"/>
                  </a:cubicBezTo>
                  <a:lnTo>
                    <a:pt x="394" y="333"/>
                  </a:lnTo>
                  <a:cubicBezTo>
                    <a:pt x="358" y="369"/>
                    <a:pt x="334" y="393"/>
                    <a:pt x="299" y="429"/>
                  </a:cubicBezTo>
                  <a:cubicBezTo>
                    <a:pt x="287" y="452"/>
                    <a:pt x="263" y="476"/>
                    <a:pt x="251" y="500"/>
                  </a:cubicBezTo>
                  <a:cubicBezTo>
                    <a:pt x="227" y="524"/>
                    <a:pt x="203" y="560"/>
                    <a:pt x="179" y="595"/>
                  </a:cubicBezTo>
                  <a:cubicBezTo>
                    <a:pt x="168" y="631"/>
                    <a:pt x="144" y="655"/>
                    <a:pt x="132" y="691"/>
                  </a:cubicBezTo>
                  <a:cubicBezTo>
                    <a:pt x="120" y="726"/>
                    <a:pt x="96" y="750"/>
                    <a:pt x="84" y="786"/>
                  </a:cubicBezTo>
                  <a:cubicBezTo>
                    <a:pt x="72" y="833"/>
                    <a:pt x="60" y="869"/>
                    <a:pt x="48" y="917"/>
                  </a:cubicBezTo>
                  <a:cubicBezTo>
                    <a:pt x="48" y="941"/>
                    <a:pt x="37" y="964"/>
                    <a:pt x="25" y="1000"/>
                  </a:cubicBezTo>
                  <a:cubicBezTo>
                    <a:pt x="13" y="1072"/>
                    <a:pt x="1" y="1143"/>
                    <a:pt x="1" y="1226"/>
                  </a:cubicBezTo>
                  <a:lnTo>
                    <a:pt x="1" y="14954"/>
                  </a:lnTo>
                  <a:cubicBezTo>
                    <a:pt x="1" y="15633"/>
                    <a:pt x="549" y="16181"/>
                    <a:pt x="1227" y="16181"/>
                  </a:cubicBezTo>
                  <a:cubicBezTo>
                    <a:pt x="1311" y="16181"/>
                    <a:pt x="1394" y="16169"/>
                    <a:pt x="1477" y="16157"/>
                  </a:cubicBezTo>
                  <a:lnTo>
                    <a:pt x="1525" y="16145"/>
                  </a:lnTo>
                  <a:cubicBezTo>
                    <a:pt x="1584" y="16121"/>
                    <a:pt x="1656" y="16097"/>
                    <a:pt x="1715" y="16073"/>
                  </a:cubicBezTo>
                  <a:lnTo>
                    <a:pt x="1739" y="16073"/>
                  </a:lnTo>
                  <a:cubicBezTo>
                    <a:pt x="1882" y="16002"/>
                    <a:pt x="2013" y="15907"/>
                    <a:pt x="2120" y="15788"/>
                  </a:cubicBezTo>
                  <a:cubicBezTo>
                    <a:pt x="2334" y="15561"/>
                    <a:pt x="2442" y="15276"/>
                    <a:pt x="2442" y="14966"/>
                  </a:cubicBezTo>
                  <a:lnTo>
                    <a:pt x="2442" y="1226"/>
                  </a:lnTo>
                  <a:cubicBezTo>
                    <a:pt x="2454" y="548"/>
                    <a:pt x="1906" y="0"/>
                    <a:pt x="1227" y="0"/>
                  </a:cubicBezTo>
                  <a:close/>
                </a:path>
              </a:pathLst>
            </a:custGeom>
            <a:solidFill>
              <a:srgbClr val="272425">
                <a:alpha val="200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1" name="Google Shape;981;p10"/>
            <p:cNvSpPr/>
            <p:nvPr/>
          </p:nvSpPr>
          <p:spPr>
            <a:xfrm>
              <a:off x="7484073" y="-148189"/>
              <a:ext cx="78694" cy="529240"/>
            </a:xfrm>
            <a:custGeom>
              <a:avLst/>
              <a:gdLst/>
              <a:ahLst/>
              <a:cxnLst/>
              <a:rect l="l" t="t" r="r" b="b"/>
              <a:pathLst>
                <a:path w="2406" h="16181" extrusionOk="0">
                  <a:moveTo>
                    <a:pt x="1132" y="0"/>
                  </a:moveTo>
                  <a:cubicBezTo>
                    <a:pt x="1037" y="0"/>
                    <a:pt x="953" y="24"/>
                    <a:pt x="870" y="48"/>
                  </a:cubicBezTo>
                  <a:cubicBezTo>
                    <a:pt x="822" y="60"/>
                    <a:pt x="787" y="71"/>
                    <a:pt x="739" y="83"/>
                  </a:cubicBezTo>
                  <a:cubicBezTo>
                    <a:pt x="703" y="107"/>
                    <a:pt x="668" y="119"/>
                    <a:pt x="644" y="131"/>
                  </a:cubicBezTo>
                  <a:cubicBezTo>
                    <a:pt x="608" y="155"/>
                    <a:pt x="584" y="167"/>
                    <a:pt x="561" y="179"/>
                  </a:cubicBezTo>
                  <a:cubicBezTo>
                    <a:pt x="537" y="202"/>
                    <a:pt x="513" y="214"/>
                    <a:pt x="489" y="226"/>
                  </a:cubicBezTo>
                  <a:lnTo>
                    <a:pt x="430" y="274"/>
                  </a:lnTo>
                  <a:lnTo>
                    <a:pt x="382" y="322"/>
                  </a:lnTo>
                  <a:cubicBezTo>
                    <a:pt x="358" y="333"/>
                    <a:pt x="346" y="357"/>
                    <a:pt x="334" y="369"/>
                  </a:cubicBezTo>
                  <a:cubicBezTo>
                    <a:pt x="311" y="381"/>
                    <a:pt x="299" y="393"/>
                    <a:pt x="287" y="417"/>
                  </a:cubicBezTo>
                  <a:lnTo>
                    <a:pt x="251" y="464"/>
                  </a:lnTo>
                  <a:lnTo>
                    <a:pt x="215" y="512"/>
                  </a:lnTo>
                  <a:lnTo>
                    <a:pt x="180" y="560"/>
                  </a:lnTo>
                  <a:cubicBezTo>
                    <a:pt x="168" y="572"/>
                    <a:pt x="156" y="583"/>
                    <a:pt x="156" y="607"/>
                  </a:cubicBezTo>
                  <a:lnTo>
                    <a:pt x="120" y="655"/>
                  </a:lnTo>
                  <a:cubicBezTo>
                    <a:pt x="120" y="667"/>
                    <a:pt x="108" y="679"/>
                    <a:pt x="96" y="703"/>
                  </a:cubicBezTo>
                  <a:cubicBezTo>
                    <a:pt x="96" y="714"/>
                    <a:pt x="84" y="726"/>
                    <a:pt x="72" y="750"/>
                  </a:cubicBezTo>
                  <a:cubicBezTo>
                    <a:pt x="72" y="762"/>
                    <a:pt x="72" y="774"/>
                    <a:pt x="60" y="786"/>
                  </a:cubicBezTo>
                  <a:lnTo>
                    <a:pt x="49" y="833"/>
                  </a:lnTo>
                  <a:lnTo>
                    <a:pt x="25" y="881"/>
                  </a:lnTo>
                  <a:cubicBezTo>
                    <a:pt x="25" y="905"/>
                    <a:pt x="25" y="917"/>
                    <a:pt x="13" y="929"/>
                  </a:cubicBezTo>
                  <a:cubicBezTo>
                    <a:pt x="13" y="953"/>
                    <a:pt x="13" y="964"/>
                    <a:pt x="1" y="976"/>
                  </a:cubicBezTo>
                  <a:lnTo>
                    <a:pt x="1" y="1024"/>
                  </a:lnTo>
                  <a:lnTo>
                    <a:pt x="1" y="1072"/>
                  </a:lnTo>
                  <a:lnTo>
                    <a:pt x="1" y="1119"/>
                  </a:lnTo>
                  <a:lnTo>
                    <a:pt x="1" y="1167"/>
                  </a:lnTo>
                  <a:lnTo>
                    <a:pt x="1" y="1214"/>
                  </a:lnTo>
                  <a:lnTo>
                    <a:pt x="1" y="14954"/>
                  </a:lnTo>
                  <a:lnTo>
                    <a:pt x="1" y="14990"/>
                  </a:lnTo>
                  <a:lnTo>
                    <a:pt x="1" y="15050"/>
                  </a:lnTo>
                  <a:lnTo>
                    <a:pt x="1" y="15097"/>
                  </a:lnTo>
                  <a:lnTo>
                    <a:pt x="1" y="15145"/>
                  </a:lnTo>
                  <a:lnTo>
                    <a:pt x="1" y="15192"/>
                  </a:lnTo>
                  <a:cubicBezTo>
                    <a:pt x="1" y="15204"/>
                    <a:pt x="13" y="15216"/>
                    <a:pt x="13" y="15240"/>
                  </a:cubicBezTo>
                  <a:cubicBezTo>
                    <a:pt x="25" y="15252"/>
                    <a:pt x="13" y="15276"/>
                    <a:pt x="25" y="15288"/>
                  </a:cubicBezTo>
                  <a:cubicBezTo>
                    <a:pt x="37" y="15300"/>
                    <a:pt x="37" y="15323"/>
                    <a:pt x="49" y="15335"/>
                  </a:cubicBezTo>
                  <a:cubicBezTo>
                    <a:pt x="49" y="15347"/>
                    <a:pt x="60" y="15371"/>
                    <a:pt x="60" y="15383"/>
                  </a:cubicBezTo>
                  <a:cubicBezTo>
                    <a:pt x="72" y="15407"/>
                    <a:pt x="72" y="15419"/>
                    <a:pt x="84" y="15431"/>
                  </a:cubicBezTo>
                  <a:cubicBezTo>
                    <a:pt x="84" y="15454"/>
                    <a:pt x="96" y="15466"/>
                    <a:pt x="108" y="15478"/>
                  </a:cubicBezTo>
                  <a:cubicBezTo>
                    <a:pt x="108" y="15502"/>
                    <a:pt x="120" y="15514"/>
                    <a:pt x="132" y="15526"/>
                  </a:cubicBezTo>
                  <a:cubicBezTo>
                    <a:pt x="132" y="15550"/>
                    <a:pt x="144" y="15561"/>
                    <a:pt x="156" y="15585"/>
                  </a:cubicBezTo>
                  <a:cubicBezTo>
                    <a:pt x="168" y="15597"/>
                    <a:pt x="180" y="15609"/>
                    <a:pt x="191" y="15633"/>
                  </a:cubicBezTo>
                  <a:cubicBezTo>
                    <a:pt x="191" y="15645"/>
                    <a:pt x="203" y="15669"/>
                    <a:pt x="227" y="15681"/>
                  </a:cubicBezTo>
                  <a:lnTo>
                    <a:pt x="263" y="15728"/>
                  </a:lnTo>
                  <a:lnTo>
                    <a:pt x="299" y="15776"/>
                  </a:lnTo>
                  <a:lnTo>
                    <a:pt x="346" y="15823"/>
                  </a:lnTo>
                  <a:lnTo>
                    <a:pt x="406" y="15871"/>
                  </a:lnTo>
                  <a:cubicBezTo>
                    <a:pt x="418" y="15895"/>
                    <a:pt x="441" y="15907"/>
                    <a:pt x="465" y="15931"/>
                  </a:cubicBezTo>
                  <a:cubicBezTo>
                    <a:pt x="489" y="15942"/>
                    <a:pt x="501" y="15966"/>
                    <a:pt x="525" y="15978"/>
                  </a:cubicBezTo>
                  <a:cubicBezTo>
                    <a:pt x="584" y="16014"/>
                    <a:pt x="644" y="16050"/>
                    <a:pt x="715" y="16073"/>
                  </a:cubicBezTo>
                  <a:cubicBezTo>
                    <a:pt x="751" y="16097"/>
                    <a:pt x="799" y="16109"/>
                    <a:pt x="846" y="16121"/>
                  </a:cubicBezTo>
                  <a:cubicBezTo>
                    <a:pt x="965" y="16157"/>
                    <a:pt x="1084" y="16181"/>
                    <a:pt x="1203" y="16181"/>
                  </a:cubicBezTo>
                  <a:lnTo>
                    <a:pt x="1215" y="16181"/>
                  </a:lnTo>
                  <a:cubicBezTo>
                    <a:pt x="1323" y="16181"/>
                    <a:pt x="1430" y="16169"/>
                    <a:pt x="1525" y="16133"/>
                  </a:cubicBezTo>
                  <a:cubicBezTo>
                    <a:pt x="1573" y="16121"/>
                    <a:pt x="1620" y="16109"/>
                    <a:pt x="1668" y="16085"/>
                  </a:cubicBezTo>
                  <a:cubicBezTo>
                    <a:pt x="1704" y="16073"/>
                    <a:pt x="1739" y="16062"/>
                    <a:pt x="1775" y="16038"/>
                  </a:cubicBezTo>
                  <a:lnTo>
                    <a:pt x="1858" y="15990"/>
                  </a:lnTo>
                  <a:lnTo>
                    <a:pt x="1918" y="15942"/>
                  </a:lnTo>
                  <a:cubicBezTo>
                    <a:pt x="1942" y="15931"/>
                    <a:pt x="1965" y="15919"/>
                    <a:pt x="1989" y="15907"/>
                  </a:cubicBezTo>
                  <a:lnTo>
                    <a:pt x="2037" y="15859"/>
                  </a:lnTo>
                  <a:lnTo>
                    <a:pt x="2085" y="15812"/>
                  </a:lnTo>
                  <a:lnTo>
                    <a:pt x="2132" y="15752"/>
                  </a:lnTo>
                  <a:cubicBezTo>
                    <a:pt x="2144" y="15740"/>
                    <a:pt x="2156" y="15728"/>
                    <a:pt x="2168" y="15704"/>
                  </a:cubicBezTo>
                  <a:cubicBezTo>
                    <a:pt x="2180" y="15692"/>
                    <a:pt x="2192" y="15681"/>
                    <a:pt x="2204" y="15657"/>
                  </a:cubicBezTo>
                  <a:lnTo>
                    <a:pt x="2239" y="15609"/>
                  </a:lnTo>
                  <a:lnTo>
                    <a:pt x="2275" y="15561"/>
                  </a:lnTo>
                  <a:cubicBezTo>
                    <a:pt x="2275" y="15550"/>
                    <a:pt x="2287" y="15538"/>
                    <a:pt x="2299" y="15514"/>
                  </a:cubicBezTo>
                  <a:cubicBezTo>
                    <a:pt x="2299" y="15502"/>
                    <a:pt x="2311" y="15478"/>
                    <a:pt x="2323" y="15466"/>
                  </a:cubicBezTo>
                  <a:cubicBezTo>
                    <a:pt x="2323" y="15454"/>
                    <a:pt x="2335" y="15431"/>
                    <a:pt x="2335" y="15419"/>
                  </a:cubicBezTo>
                  <a:cubicBezTo>
                    <a:pt x="2346" y="15407"/>
                    <a:pt x="2346" y="15383"/>
                    <a:pt x="2358" y="15371"/>
                  </a:cubicBezTo>
                  <a:cubicBezTo>
                    <a:pt x="2358" y="15359"/>
                    <a:pt x="2370" y="15335"/>
                    <a:pt x="2370" y="15323"/>
                  </a:cubicBezTo>
                  <a:lnTo>
                    <a:pt x="2394" y="15276"/>
                  </a:lnTo>
                  <a:cubicBezTo>
                    <a:pt x="2394" y="15264"/>
                    <a:pt x="2394" y="15240"/>
                    <a:pt x="2406" y="15228"/>
                  </a:cubicBezTo>
                  <a:lnTo>
                    <a:pt x="2406" y="15180"/>
                  </a:lnTo>
                  <a:cubicBezTo>
                    <a:pt x="2406" y="15157"/>
                    <a:pt x="2406" y="15145"/>
                    <a:pt x="2406" y="15133"/>
                  </a:cubicBezTo>
                  <a:lnTo>
                    <a:pt x="2406" y="15085"/>
                  </a:lnTo>
                  <a:lnTo>
                    <a:pt x="2406" y="15026"/>
                  </a:lnTo>
                  <a:lnTo>
                    <a:pt x="2406" y="14978"/>
                  </a:lnTo>
                  <a:cubicBezTo>
                    <a:pt x="2406" y="14978"/>
                    <a:pt x="2406" y="14966"/>
                    <a:pt x="2406" y="14954"/>
                  </a:cubicBezTo>
                  <a:lnTo>
                    <a:pt x="2406" y="1214"/>
                  </a:lnTo>
                  <a:lnTo>
                    <a:pt x="2406" y="1167"/>
                  </a:lnTo>
                  <a:lnTo>
                    <a:pt x="2406" y="1119"/>
                  </a:lnTo>
                  <a:lnTo>
                    <a:pt x="2406" y="1072"/>
                  </a:lnTo>
                  <a:cubicBezTo>
                    <a:pt x="2406" y="1060"/>
                    <a:pt x="2406" y="1036"/>
                    <a:pt x="2406" y="1024"/>
                  </a:cubicBezTo>
                  <a:lnTo>
                    <a:pt x="2406" y="976"/>
                  </a:lnTo>
                  <a:cubicBezTo>
                    <a:pt x="2406" y="964"/>
                    <a:pt x="2394" y="941"/>
                    <a:pt x="2394" y="929"/>
                  </a:cubicBezTo>
                  <a:cubicBezTo>
                    <a:pt x="2394" y="917"/>
                    <a:pt x="2382" y="893"/>
                    <a:pt x="2382" y="881"/>
                  </a:cubicBezTo>
                  <a:cubicBezTo>
                    <a:pt x="2370" y="869"/>
                    <a:pt x="2370" y="845"/>
                    <a:pt x="2358" y="833"/>
                  </a:cubicBezTo>
                  <a:cubicBezTo>
                    <a:pt x="2358" y="822"/>
                    <a:pt x="2358" y="798"/>
                    <a:pt x="2346" y="786"/>
                  </a:cubicBezTo>
                  <a:lnTo>
                    <a:pt x="2323" y="738"/>
                  </a:lnTo>
                  <a:cubicBezTo>
                    <a:pt x="2323" y="714"/>
                    <a:pt x="2311" y="703"/>
                    <a:pt x="2299" y="691"/>
                  </a:cubicBezTo>
                  <a:lnTo>
                    <a:pt x="2287" y="643"/>
                  </a:lnTo>
                  <a:cubicBezTo>
                    <a:pt x="2275" y="619"/>
                    <a:pt x="2263" y="607"/>
                    <a:pt x="2251" y="595"/>
                  </a:cubicBezTo>
                  <a:lnTo>
                    <a:pt x="2227" y="548"/>
                  </a:lnTo>
                  <a:cubicBezTo>
                    <a:pt x="2216" y="524"/>
                    <a:pt x="2204" y="512"/>
                    <a:pt x="2192" y="500"/>
                  </a:cubicBezTo>
                  <a:cubicBezTo>
                    <a:pt x="2180" y="476"/>
                    <a:pt x="2168" y="464"/>
                    <a:pt x="2156" y="452"/>
                  </a:cubicBezTo>
                  <a:lnTo>
                    <a:pt x="2108" y="393"/>
                  </a:lnTo>
                  <a:lnTo>
                    <a:pt x="2061" y="345"/>
                  </a:lnTo>
                  <a:lnTo>
                    <a:pt x="2013" y="298"/>
                  </a:lnTo>
                  <a:cubicBezTo>
                    <a:pt x="1989" y="286"/>
                    <a:pt x="1965" y="274"/>
                    <a:pt x="1954" y="250"/>
                  </a:cubicBezTo>
                  <a:lnTo>
                    <a:pt x="1882" y="202"/>
                  </a:lnTo>
                  <a:lnTo>
                    <a:pt x="1799" y="155"/>
                  </a:lnTo>
                  <a:cubicBezTo>
                    <a:pt x="1775" y="143"/>
                    <a:pt x="1739" y="119"/>
                    <a:pt x="1704" y="107"/>
                  </a:cubicBezTo>
                  <a:cubicBezTo>
                    <a:pt x="1668" y="95"/>
                    <a:pt x="1620" y="71"/>
                    <a:pt x="1573" y="60"/>
                  </a:cubicBezTo>
                  <a:cubicBezTo>
                    <a:pt x="1501" y="36"/>
                    <a:pt x="1418" y="12"/>
                    <a:pt x="1334" y="12"/>
                  </a:cubicBezTo>
                  <a:cubicBezTo>
                    <a:pt x="1287" y="0"/>
                    <a:pt x="1251" y="0"/>
                    <a:pt x="12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82" name="Google Shape;982;p10"/>
          <p:cNvSpPr txBox="1">
            <a:spLocks noGrp="1"/>
          </p:cNvSpPr>
          <p:nvPr>
            <p:ph type="title"/>
          </p:nvPr>
        </p:nvSpPr>
        <p:spPr>
          <a:xfrm>
            <a:off x="1197352" y="563872"/>
            <a:ext cx="7141976" cy="496832"/>
          </a:xfrm>
          <a:prstGeom prst="rect">
            <a:avLst/>
          </a:prstGeom>
        </p:spPr>
        <p:txBody>
          <a:bodyPr spcFirstLastPara="1" wrap="square" lIns="91425" tIns="91425" rIns="91425" bIns="91425" anchor="ctr" anchorCtr="0">
            <a:noAutofit/>
          </a:bodyPr>
          <a:lstStyle>
            <a:lvl1pPr lvl="0" rtl="0">
              <a:spcBef>
                <a:spcPts val="0"/>
              </a:spcBef>
              <a:spcAft>
                <a:spcPts val="0"/>
              </a:spcAft>
              <a:buSzPts val="3600"/>
              <a:buNone/>
              <a:defRPr sz="3600">
                <a:latin typeface="Times New Roman" panose="02020603050405020304" pitchFamily="18" charset="0"/>
                <a:cs typeface="Times New Roman" panose="02020603050405020304" pitchFamily="18" charset="0"/>
              </a:defRPr>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rgbClr val="FFECC6"/>
        </a:solidFill>
        <a:effectLst/>
      </p:bgPr>
    </p:bg>
    <p:spTree>
      <p:nvGrpSpPr>
        <p:cNvPr id="1" name="Shape 983"/>
        <p:cNvGrpSpPr/>
        <p:nvPr/>
      </p:nvGrpSpPr>
      <p:grpSpPr>
        <a:xfrm>
          <a:off x="0" y="0"/>
          <a:ext cx="0" cy="0"/>
          <a:chOff x="0" y="0"/>
          <a:chExt cx="0" cy="0"/>
        </a:xfrm>
      </p:grpSpPr>
      <p:grpSp>
        <p:nvGrpSpPr>
          <p:cNvPr id="984" name="Google Shape;984;p11"/>
          <p:cNvGrpSpPr/>
          <p:nvPr/>
        </p:nvGrpSpPr>
        <p:grpSpPr>
          <a:xfrm>
            <a:off x="162150" y="-169612"/>
            <a:ext cx="8819708" cy="5143516"/>
            <a:chOff x="162150" y="-169612"/>
            <a:chExt cx="8819708" cy="5143516"/>
          </a:xfrm>
        </p:grpSpPr>
        <p:sp>
          <p:nvSpPr>
            <p:cNvPr id="985" name="Google Shape;985;p11"/>
            <p:cNvSpPr/>
            <p:nvPr/>
          </p:nvSpPr>
          <p:spPr>
            <a:xfrm>
              <a:off x="162150" y="-107305"/>
              <a:ext cx="8819708" cy="5081208"/>
            </a:xfrm>
            <a:custGeom>
              <a:avLst/>
              <a:gdLst/>
              <a:ahLst/>
              <a:cxnLst/>
              <a:rect l="l" t="t" r="r" b="b"/>
              <a:pathLst>
                <a:path w="269654" h="155353" extrusionOk="0">
                  <a:moveTo>
                    <a:pt x="1394" y="0"/>
                  </a:moveTo>
                  <a:cubicBezTo>
                    <a:pt x="2537" y="2298"/>
                    <a:pt x="3227" y="5358"/>
                    <a:pt x="3227" y="8739"/>
                  </a:cubicBezTo>
                  <a:cubicBezTo>
                    <a:pt x="3227" y="13323"/>
                    <a:pt x="1941" y="17348"/>
                    <a:pt x="1" y="19622"/>
                  </a:cubicBezTo>
                  <a:lnTo>
                    <a:pt x="1" y="152769"/>
                  </a:lnTo>
                  <a:cubicBezTo>
                    <a:pt x="1" y="154138"/>
                    <a:pt x="1072" y="155257"/>
                    <a:pt x="2394" y="155257"/>
                  </a:cubicBezTo>
                  <a:lnTo>
                    <a:pt x="51245" y="155257"/>
                  </a:lnTo>
                  <a:cubicBezTo>
                    <a:pt x="51459" y="155317"/>
                    <a:pt x="51686" y="155353"/>
                    <a:pt x="51912" y="155353"/>
                  </a:cubicBezTo>
                  <a:lnTo>
                    <a:pt x="267260" y="155353"/>
                  </a:lnTo>
                  <a:cubicBezTo>
                    <a:pt x="268582" y="155353"/>
                    <a:pt x="269653" y="154233"/>
                    <a:pt x="269653" y="152864"/>
                  </a:cubicBezTo>
                  <a:lnTo>
                    <a:pt x="269653" y="20038"/>
                  </a:lnTo>
                  <a:cubicBezTo>
                    <a:pt x="267558" y="17860"/>
                    <a:pt x="266129" y="13657"/>
                    <a:pt x="266129" y="8835"/>
                  </a:cubicBezTo>
                  <a:cubicBezTo>
                    <a:pt x="266129" y="5406"/>
                    <a:pt x="266844" y="2298"/>
                    <a:pt x="26801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6" name="Google Shape;986;p11"/>
            <p:cNvSpPr/>
            <p:nvPr/>
          </p:nvSpPr>
          <p:spPr>
            <a:xfrm>
              <a:off x="164505" y="-107305"/>
              <a:ext cx="8814639" cy="662033"/>
            </a:xfrm>
            <a:custGeom>
              <a:avLst/>
              <a:gdLst/>
              <a:ahLst/>
              <a:cxnLst/>
              <a:rect l="l" t="t" r="r" b="b"/>
              <a:pathLst>
                <a:path w="269499" h="20241" extrusionOk="0">
                  <a:moveTo>
                    <a:pt x="1405" y="0"/>
                  </a:moveTo>
                  <a:cubicBezTo>
                    <a:pt x="2524" y="2250"/>
                    <a:pt x="3239" y="5334"/>
                    <a:pt x="3239" y="8739"/>
                  </a:cubicBezTo>
                  <a:cubicBezTo>
                    <a:pt x="3239" y="13395"/>
                    <a:pt x="1881" y="17431"/>
                    <a:pt x="0" y="19622"/>
                  </a:cubicBezTo>
                  <a:lnTo>
                    <a:pt x="49828" y="19622"/>
                  </a:lnTo>
                  <a:cubicBezTo>
                    <a:pt x="49649" y="19836"/>
                    <a:pt x="49482" y="20050"/>
                    <a:pt x="49292" y="20241"/>
                  </a:cubicBezTo>
                  <a:lnTo>
                    <a:pt x="269498" y="20241"/>
                  </a:lnTo>
                  <a:lnTo>
                    <a:pt x="269498" y="20074"/>
                  </a:lnTo>
                  <a:cubicBezTo>
                    <a:pt x="267486" y="17848"/>
                    <a:pt x="265974" y="13776"/>
                    <a:pt x="265974" y="9085"/>
                  </a:cubicBezTo>
                  <a:cubicBezTo>
                    <a:pt x="265974" y="5632"/>
                    <a:pt x="266593" y="2477"/>
                    <a:pt x="267867" y="0"/>
                  </a:cubicBezTo>
                  <a:close/>
                </a:path>
              </a:pathLst>
            </a:custGeom>
            <a:solidFill>
              <a:srgbClr val="272425">
                <a:alpha val="2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7" name="Google Shape;987;p11"/>
            <p:cNvSpPr/>
            <p:nvPr/>
          </p:nvSpPr>
          <p:spPr>
            <a:xfrm>
              <a:off x="356072" y="219409"/>
              <a:ext cx="8241407" cy="4567962"/>
            </a:xfrm>
            <a:custGeom>
              <a:avLst/>
              <a:gdLst/>
              <a:ahLst/>
              <a:cxnLst/>
              <a:rect l="l" t="t" r="r" b="b"/>
              <a:pathLst>
                <a:path w="251973" h="139661" extrusionOk="0">
                  <a:moveTo>
                    <a:pt x="1" y="1"/>
                  </a:moveTo>
                  <a:lnTo>
                    <a:pt x="1" y="139661"/>
                  </a:lnTo>
                  <a:lnTo>
                    <a:pt x="251973" y="139661"/>
                  </a:lnTo>
                  <a:lnTo>
                    <a:pt x="251973" y="1"/>
                  </a:lnTo>
                  <a:close/>
                </a:path>
              </a:pathLst>
            </a:custGeom>
            <a:solidFill>
              <a:srgbClr val="272425">
                <a:alpha val="2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8" name="Google Shape;988;p11"/>
            <p:cNvSpPr/>
            <p:nvPr/>
          </p:nvSpPr>
          <p:spPr>
            <a:xfrm>
              <a:off x="472151" y="215910"/>
              <a:ext cx="8199705" cy="4458523"/>
            </a:xfrm>
            <a:custGeom>
              <a:avLst/>
              <a:gdLst/>
              <a:ahLst/>
              <a:cxnLst/>
              <a:rect l="l" t="t" r="r" b="b"/>
              <a:pathLst>
                <a:path w="250698" h="136315" extrusionOk="0">
                  <a:moveTo>
                    <a:pt x="0" y="0"/>
                  </a:moveTo>
                  <a:lnTo>
                    <a:pt x="0" y="136315"/>
                  </a:lnTo>
                  <a:lnTo>
                    <a:pt x="250698" y="136315"/>
                  </a:lnTo>
                  <a:lnTo>
                    <a:pt x="250698"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989" name="Google Shape;989;p11"/>
            <p:cNvPicPr preferRelativeResize="0"/>
            <p:nvPr/>
          </p:nvPicPr>
          <p:blipFill>
            <a:blip r:embed="rId2">
              <a:alphaModFix/>
            </a:blip>
            <a:stretch>
              <a:fillRect/>
            </a:stretch>
          </p:blipFill>
          <p:spPr>
            <a:xfrm>
              <a:off x="468438" y="223775"/>
              <a:ext cx="8207124" cy="4442774"/>
            </a:xfrm>
            <a:prstGeom prst="rect">
              <a:avLst/>
            </a:prstGeom>
            <a:noFill/>
            <a:ln>
              <a:noFill/>
            </a:ln>
          </p:spPr>
        </p:pic>
        <p:sp>
          <p:nvSpPr>
            <p:cNvPr id="990" name="Google Shape;990;p11"/>
            <p:cNvSpPr/>
            <p:nvPr/>
          </p:nvSpPr>
          <p:spPr>
            <a:xfrm>
              <a:off x="1544390" y="-169612"/>
              <a:ext cx="142572" cy="125041"/>
            </a:xfrm>
            <a:custGeom>
              <a:avLst/>
              <a:gdLst/>
              <a:ahLst/>
              <a:cxnLst/>
              <a:rect l="l" t="t" r="r" b="b"/>
              <a:pathLst>
                <a:path w="4359" h="3823" extrusionOk="0">
                  <a:moveTo>
                    <a:pt x="1144" y="0"/>
                  </a:moveTo>
                  <a:cubicBezTo>
                    <a:pt x="513" y="0"/>
                    <a:pt x="1" y="500"/>
                    <a:pt x="1" y="1131"/>
                  </a:cubicBezTo>
                  <a:lnTo>
                    <a:pt x="1" y="2679"/>
                  </a:lnTo>
                  <a:cubicBezTo>
                    <a:pt x="1" y="3310"/>
                    <a:pt x="513" y="3822"/>
                    <a:pt x="1144" y="3822"/>
                  </a:cubicBezTo>
                  <a:lnTo>
                    <a:pt x="3228" y="3822"/>
                  </a:lnTo>
                  <a:cubicBezTo>
                    <a:pt x="3859" y="3822"/>
                    <a:pt x="4359" y="3310"/>
                    <a:pt x="4359" y="2679"/>
                  </a:cubicBezTo>
                  <a:lnTo>
                    <a:pt x="4359" y="1131"/>
                  </a:lnTo>
                  <a:cubicBezTo>
                    <a:pt x="4359" y="500"/>
                    <a:pt x="3859" y="0"/>
                    <a:pt x="3228" y="0"/>
                  </a:cubicBezTo>
                  <a:close/>
                </a:path>
              </a:pathLst>
            </a:custGeom>
            <a:solidFill>
              <a:srgbClr val="821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1" name="Google Shape;991;p11"/>
            <p:cNvSpPr/>
            <p:nvPr/>
          </p:nvSpPr>
          <p:spPr>
            <a:xfrm>
              <a:off x="1544390" y="277825"/>
              <a:ext cx="142964" cy="124648"/>
            </a:xfrm>
            <a:custGeom>
              <a:avLst/>
              <a:gdLst/>
              <a:ahLst/>
              <a:cxnLst/>
              <a:rect l="l" t="t" r="r" b="b"/>
              <a:pathLst>
                <a:path w="4371" h="3811" extrusionOk="0">
                  <a:moveTo>
                    <a:pt x="1144" y="0"/>
                  </a:moveTo>
                  <a:cubicBezTo>
                    <a:pt x="513" y="0"/>
                    <a:pt x="13" y="512"/>
                    <a:pt x="1" y="1132"/>
                  </a:cubicBezTo>
                  <a:lnTo>
                    <a:pt x="1" y="2679"/>
                  </a:lnTo>
                  <a:cubicBezTo>
                    <a:pt x="13" y="3310"/>
                    <a:pt x="513" y="3810"/>
                    <a:pt x="1144" y="3810"/>
                  </a:cubicBezTo>
                  <a:lnTo>
                    <a:pt x="3228" y="3810"/>
                  </a:lnTo>
                  <a:cubicBezTo>
                    <a:pt x="3859" y="3810"/>
                    <a:pt x="4359" y="3310"/>
                    <a:pt x="4371" y="2679"/>
                  </a:cubicBezTo>
                  <a:lnTo>
                    <a:pt x="4371" y="1132"/>
                  </a:lnTo>
                  <a:cubicBezTo>
                    <a:pt x="4359" y="512"/>
                    <a:pt x="3859" y="0"/>
                    <a:pt x="3228" y="0"/>
                  </a:cubicBezTo>
                  <a:close/>
                </a:path>
              </a:pathLst>
            </a:custGeom>
            <a:solidFill>
              <a:srgbClr val="821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2" name="Google Shape;992;p11"/>
            <p:cNvSpPr/>
            <p:nvPr/>
          </p:nvSpPr>
          <p:spPr>
            <a:xfrm>
              <a:off x="1575776" y="-148189"/>
              <a:ext cx="79872" cy="529240"/>
            </a:xfrm>
            <a:custGeom>
              <a:avLst/>
              <a:gdLst/>
              <a:ahLst/>
              <a:cxnLst/>
              <a:rect l="l" t="t" r="r" b="b"/>
              <a:pathLst>
                <a:path w="2442" h="16181" extrusionOk="0">
                  <a:moveTo>
                    <a:pt x="1215" y="0"/>
                  </a:moveTo>
                  <a:cubicBezTo>
                    <a:pt x="917" y="0"/>
                    <a:pt x="631" y="119"/>
                    <a:pt x="405" y="310"/>
                  </a:cubicBezTo>
                  <a:lnTo>
                    <a:pt x="381" y="333"/>
                  </a:lnTo>
                  <a:cubicBezTo>
                    <a:pt x="358" y="369"/>
                    <a:pt x="322" y="393"/>
                    <a:pt x="298" y="429"/>
                  </a:cubicBezTo>
                  <a:cubicBezTo>
                    <a:pt x="274" y="452"/>
                    <a:pt x="250" y="476"/>
                    <a:pt x="238" y="500"/>
                  </a:cubicBezTo>
                  <a:cubicBezTo>
                    <a:pt x="215" y="524"/>
                    <a:pt x="191" y="560"/>
                    <a:pt x="179" y="595"/>
                  </a:cubicBezTo>
                  <a:cubicBezTo>
                    <a:pt x="155" y="631"/>
                    <a:pt x="143" y="655"/>
                    <a:pt x="119" y="691"/>
                  </a:cubicBezTo>
                  <a:cubicBezTo>
                    <a:pt x="107" y="726"/>
                    <a:pt x="96" y="750"/>
                    <a:pt x="84" y="786"/>
                  </a:cubicBezTo>
                  <a:cubicBezTo>
                    <a:pt x="60" y="833"/>
                    <a:pt x="48" y="869"/>
                    <a:pt x="36" y="917"/>
                  </a:cubicBezTo>
                  <a:cubicBezTo>
                    <a:pt x="36" y="941"/>
                    <a:pt x="24" y="964"/>
                    <a:pt x="24" y="1000"/>
                  </a:cubicBezTo>
                  <a:cubicBezTo>
                    <a:pt x="0" y="1072"/>
                    <a:pt x="0" y="1143"/>
                    <a:pt x="0" y="1226"/>
                  </a:cubicBezTo>
                  <a:lnTo>
                    <a:pt x="0" y="14954"/>
                  </a:lnTo>
                  <a:cubicBezTo>
                    <a:pt x="0" y="15633"/>
                    <a:pt x="548" y="16181"/>
                    <a:pt x="1215" y="16181"/>
                  </a:cubicBezTo>
                  <a:cubicBezTo>
                    <a:pt x="1298" y="16181"/>
                    <a:pt x="1381" y="16169"/>
                    <a:pt x="1465" y="16157"/>
                  </a:cubicBezTo>
                  <a:lnTo>
                    <a:pt x="1501" y="16145"/>
                  </a:lnTo>
                  <a:cubicBezTo>
                    <a:pt x="1572" y="16121"/>
                    <a:pt x="1643" y="16097"/>
                    <a:pt x="1715" y="16073"/>
                  </a:cubicBezTo>
                  <a:lnTo>
                    <a:pt x="1727" y="16073"/>
                  </a:lnTo>
                  <a:cubicBezTo>
                    <a:pt x="1882" y="16002"/>
                    <a:pt x="2012" y="15907"/>
                    <a:pt x="2120" y="15788"/>
                  </a:cubicBezTo>
                  <a:cubicBezTo>
                    <a:pt x="2322" y="15561"/>
                    <a:pt x="2441" y="15276"/>
                    <a:pt x="2441" y="14966"/>
                  </a:cubicBezTo>
                  <a:lnTo>
                    <a:pt x="2441" y="1226"/>
                  </a:lnTo>
                  <a:cubicBezTo>
                    <a:pt x="2441" y="548"/>
                    <a:pt x="1893" y="0"/>
                    <a:pt x="1215" y="0"/>
                  </a:cubicBezTo>
                  <a:close/>
                </a:path>
              </a:pathLst>
            </a:custGeom>
            <a:solidFill>
              <a:srgbClr val="272425">
                <a:alpha val="200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3" name="Google Shape;993;p11"/>
            <p:cNvSpPr/>
            <p:nvPr/>
          </p:nvSpPr>
          <p:spPr>
            <a:xfrm>
              <a:off x="1585883" y="-148189"/>
              <a:ext cx="80264" cy="529240"/>
            </a:xfrm>
            <a:custGeom>
              <a:avLst/>
              <a:gdLst/>
              <a:ahLst/>
              <a:cxnLst/>
              <a:rect l="l" t="t" r="r" b="b"/>
              <a:pathLst>
                <a:path w="2454" h="16181" extrusionOk="0">
                  <a:moveTo>
                    <a:pt x="1144" y="0"/>
                  </a:moveTo>
                  <a:cubicBezTo>
                    <a:pt x="1061" y="0"/>
                    <a:pt x="977" y="24"/>
                    <a:pt x="882" y="48"/>
                  </a:cubicBezTo>
                  <a:cubicBezTo>
                    <a:pt x="846" y="60"/>
                    <a:pt x="799" y="71"/>
                    <a:pt x="751" y="83"/>
                  </a:cubicBezTo>
                  <a:cubicBezTo>
                    <a:pt x="727" y="107"/>
                    <a:pt x="691" y="119"/>
                    <a:pt x="656" y="131"/>
                  </a:cubicBezTo>
                  <a:cubicBezTo>
                    <a:pt x="620" y="155"/>
                    <a:pt x="608" y="167"/>
                    <a:pt x="572" y="179"/>
                  </a:cubicBezTo>
                  <a:cubicBezTo>
                    <a:pt x="549" y="202"/>
                    <a:pt x="525" y="214"/>
                    <a:pt x="513" y="226"/>
                  </a:cubicBezTo>
                  <a:lnTo>
                    <a:pt x="441" y="274"/>
                  </a:lnTo>
                  <a:lnTo>
                    <a:pt x="394" y="322"/>
                  </a:lnTo>
                  <a:cubicBezTo>
                    <a:pt x="382" y="333"/>
                    <a:pt x="358" y="357"/>
                    <a:pt x="346" y="369"/>
                  </a:cubicBezTo>
                  <a:cubicBezTo>
                    <a:pt x="334" y="381"/>
                    <a:pt x="310" y="393"/>
                    <a:pt x="299" y="417"/>
                  </a:cubicBezTo>
                  <a:cubicBezTo>
                    <a:pt x="287" y="429"/>
                    <a:pt x="275" y="441"/>
                    <a:pt x="263" y="464"/>
                  </a:cubicBezTo>
                  <a:cubicBezTo>
                    <a:pt x="251" y="476"/>
                    <a:pt x="239" y="488"/>
                    <a:pt x="227" y="512"/>
                  </a:cubicBezTo>
                  <a:lnTo>
                    <a:pt x="191" y="560"/>
                  </a:lnTo>
                  <a:lnTo>
                    <a:pt x="168" y="607"/>
                  </a:lnTo>
                  <a:lnTo>
                    <a:pt x="144" y="655"/>
                  </a:lnTo>
                  <a:cubicBezTo>
                    <a:pt x="132" y="667"/>
                    <a:pt x="120" y="679"/>
                    <a:pt x="120" y="703"/>
                  </a:cubicBezTo>
                  <a:cubicBezTo>
                    <a:pt x="108" y="714"/>
                    <a:pt x="96" y="726"/>
                    <a:pt x="96" y="750"/>
                  </a:cubicBezTo>
                  <a:cubicBezTo>
                    <a:pt x="84" y="762"/>
                    <a:pt x="84" y="774"/>
                    <a:pt x="72" y="786"/>
                  </a:cubicBezTo>
                  <a:lnTo>
                    <a:pt x="60" y="833"/>
                  </a:lnTo>
                  <a:lnTo>
                    <a:pt x="49" y="881"/>
                  </a:lnTo>
                  <a:cubicBezTo>
                    <a:pt x="49" y="905"/>
                    <a:pt x="37" y="917"/>
                    <a:pt x="37" y="929"/>
                  </a:cubicBezTo>
                  <a:cubicBezTo>
                    <a:pt x="25" y="953"/>
                    <a:pt x="25" y="964"/>
                    <a:pt x="25" y="976"/>
                  </a:cubicBezTo>
                  <a:cubicBezTo>
                    <a:pt x="25" y="1000"/>
                    <a:pt x="25" y="1012"/>
                    <a:pt x="13" y="1024"/>
                  </a:cubicBezTo>
                  <a:cubicBezTo>
                    <a:pt x="13" y="1048"/>
                    <a:pt x="13" y="1060"/>
                    <a:pt x="13" y="1072"/>
                  </a:cubicBezTo>
                  <a:cubicBezTo>
                    <a:pt x="1" y="1095"/>
                    <a:pt x="13" y="1107"/>
                    <a:pt x="13" y="1119"/>
                  </a:cubicBezTo>
                  <a:lnTo>
                    <a:pt x="13" y="1167"/>
                  </a:lnTo>
                  <a:lnTo>
                    <a:pt x="13" y="1214"/>
                  </a:lnTo>
                  <a:lnTo>
                    <a:pt x="13" y="14954"/>
                  </a:lnTo>
                  <a:cubicBezTo>
                    <a:pt x="13" y="14966"/>
                    <a:pt x="13" y="14978"/>
                    <a:pt x="13" y="14990"/>
                  </a:cubicBezTo>
                  <a:lnTo>
                    <a:pt x="13" y="15050"/>
                  </a:lnTo>
                  <a:lnTo>
                    <a:pt x="13" y="15097"/>
                  </a:lnTo>
                  <a:cubicBezTo>
                    <a:pt x="13" y="15109"/>
                    <a:pt x="13" y="15121"/>
                    <a:pt x="13" y="15145"/>
                  </a:cubicBezTo>
                  <a:cubicBezTo>
                    <a:pt x="25" y="15157"/>
                    <a:pt x="13" y="15169"/>
                    <a:pt x="25" y="15192"/>
                  </a:cubicBezTo>
                  <a:cubicBezTo>
                    <a:pt x="25" y="15204"/>
                    <a:pt x="25" y="15216"/>
                    <a:pt x="37" y="15240"/>
                  </a:cubicBezTo>
                  <a:cubicBezTo>
                    <a:pt x="49" y="15252"/>
                    <a:pt x="37" y="15276"/>
                    <a:pt x="49" y="15288"/>
                  </a:cubicBezTo>
                  <a:cubicBezTo>
                    <a:pt x="49" y="15300"/>
                    <a:pt x="60" y="15323"/>
                    <a:pt x="60" y="15335"/>
                  </a:cubicBezTo>
                  <a:cubicBezTo>
                    <a:pt x="72" y="15347"/>
                    <a:pt x="72" y="15371"/>
                    <a:pt x="84" y="15383"/>
                  </a:cubicBezTo>
                  <a:cubicBezTo>
                    <a:pt x="84" y="15407"/>
                    <a:pt x="96" y="15419"/>
                    <a:pt x="96" y="15431"/>
                  </a:cubicBezTo>
                  <a:cubicBezTo>
                    <a:pt x="96" y="15454"/>
                    <a:pt x="108" y="15466"/>
                    <a:pt x="120" y="15478"/>
                  </a:cubicBezTo>
                  <a:cubicBezTo>
                    <a:pt x="132" y="15502"/>
                    <a:pt x="132" y="15514"/>
                    <a:pt x="144" y="15526"/>
                  </a:cubicBezTo>
                  <a:cubicBezTo>
                    <a:pt x="156" y="15550"/>
                    <a:pt x="168" y="15561"/>
                    <a:pt x="179" y="15585"/>
                  </a:cubicBezTo>
                  <a:cubicBezTo>
                    <a:pt x="179" y="15597"/>
                    <a:pt x="191" y="15609"/>
                    <a:pt x="203" y="15633"/>
                  </a:cubicBezTo>
                  <a:cubicBezTo>
                    <a:pt x="215" y="15645"/>
                    <a:pt x="227" y="15657"/>
                    <a:pt x="239" y="15681"/>
                  </a:cubicBezTo>
                  <a:cubicBezTo>
                    <a:pt x="251" y="15692"/>
                    <a:pt x="263" y="15716"/>
                    <a:pt x="275" y="15728"/>
                  </a:cubicBezTo>
                  <a:lnTo>
                    <a:pt x="322" y="15776"/>
                  </a:lnTo>
                  <a:lnTo>
                    <a:pt x="370" y="15823"/>
                  </a:lnTo>
                  <a:lnTo>
                    <a:pt x="418" y="15871"/>
                  </a:lnTo>
                  <a:cubicBezTo>
                    <a:pt x="441" y="15895"/>
                    <a:pt x="453" y="15907"/>
                    <a:pt x="477" y="15931"/>
                  </a:cubicBezTo>
                  <a:cubicBezTo>
                    <a:pt x="501" y="15942"/>
                    <a:pt x="525" y="15954"/>
                    <a:pt x="549" y="15978"/>
                  </a:cubicBezTo>
                  <a:cubicBezTo>
                    <a:pt x="608" y="16014"/>
                    <a:pt x="668" y="16050"/>
                    <a:pt x="727" y="16073"/>
                  </a:cubicBezTo>
                  <a:cubicBezTo>
                    <a:pt x="775" y="16097"/>
                    <a:pt x="822" y="16109"/>
                    <a:pt x="870" y="16121"/>
                  </a:cubicBezTo>
                  <a:cubicBezTo>
                    <a:pt x="977" y="16157"/>
                    <a:pt x="1096" y="16181"/>
                    <a:pt x="1215" y="16181"/>
                  </a:cubicBezTo>
                  <a:lnTo>
                    <a:pt x="1227" y="16181"/>
                  </a:lnTo>
                  <a:cubicBezTo>
                    <a:pt x="1334" y="16181"/>
                    <a:pt x="1442" y="16169"/>
                    <a:pt x="1549" y="16133"/>
                  </a:cubicBezTo>
                  <a:cubicBezTo>
                    <a:pt x="1596" y="16121"/>
                    <a:pt x="1644" y="16109"/>
                    <a:pt x="1692" y="16085"/>
                  </a:cubicBezTo>
                  <a:cubicBezTo>
                    <a:pt x="1727" y="16073"/>
                    <a:pt x="1751" y="16062"/>
                    <a:pt x="1787" y="16038"/>
                  </a:cubicBezTo>
                  <a:cubicBezTo>
                    <a:pt x="1823" y="16026"/>
                    <a:pt x="1846" y="16014"/>
                    <a:pt x="1870" y="15990"/>
                  </a:cubicBezTo>
                  <a:lnTo>
                    <a:pt x="1942" y="15942"/>
                  </a:lnTo>
                  <a:lnTo>
                    <a:pt x="2001" y="15895"/>
                  </a:lnTo>
                  <a:lnTo>
                    <a:pt x="2061" y="15847"/>
                  </a:lnTo>
                  <a:lnTo>
                    <a:pt x="2108" y="15800"/>
                  </a:lnTo>
                  <a:lnTo>
                    <a:pt x="2144" y="15752"/>
                  </a:lnTo>
                  <a:cubicBezTo>
                    <a:pt x="2156" y="15740"/>
                    <a:pt x="2168" y="15716"/>
                    <a:pt x="2192" y="15704"/>
                  </a:cubicBezTo>
                  <a:lnTo>
                    <a:pt x="2227" y="15657"/>
                  </a:lnTo>
                  <a:lnTo>
                    <a:pt x="2251" y="15609"/>
                  </a:lnTo>
                  <a:lnTo>
                    <a:pt x="2287" y="15561"/>
                  </a:lnTo>
                  <a:cubicBezTo>
                    <a:pt x="2299" y="15538"/>
                    <a:pt x="2299" y="15526"/>
                    <a:pt x="2311" y="15514"/>
                  </a:cubicBezTo>
                  <a:cubicBezTo>
                    <a:pt x="2323" y="15490"/>
                    <a:pt x="2323" y="15478"/>
                    <a:pt x="2335" y="15466"/>
                  </a:cubicBezTo>
                  <a:cubicBezTo>
                    <a:pt x="2346" y="15442"/>
                    <a:pt x="2346" y="15431"/>
                    <a:pt x="2358" y="15419"/>
                  </a:cubicBezTo>
                  <a:cubicBezTo>
                    <a:pt x="2358" y="15395"/>
                    <a:pt x="2370" y="15383"/>
                    <a:pt x="2370" y="15371"/>
                  </a:cubicBezTo>
                  <a:cubicBezTo>
                    <a:pt x="2370" y="15347"/>
                    <a:pt x="2382" y="15335"/>
                    <a:pt x="2394" y="15311"/>
                  </a:cubicBezTo>
                  <a:cubicBezTo>
                    <a:pt x="2394" y="15300"/>
                    <a:pt x="2394" y="15288"/>
                    <a:pt x="2406" y="15264"/>
                  </a:cubicBezTo>
                  <a:cubicBezTo>
                    <a:pt x="2406" y="15252"/>
                    <a:pt x="2418" y="15240"/>
                    <a:pt x="2418" y="15216"/>
                  </a:cubicBezTo>
                  <a:cubicBezTo>
                    <a:pt x="2418" y="15204"/>
                    <a:pt x="2418" y="15192"/>
                    <a:pt x="2430" y="15169"/>
                  </a:cubicBezTo>
                  <a:cubicBezTo>
                    <a:pt x="2430" y="15157"/>
                    <a:pt x="2430" y="15133"/>
                    <a:pt x="2430" y="15121"/>
                  </a:cubicBezTo>
                  <a:cubicBezTo>
                    <a:pt x="2430" y="15109"/>
                    <a:pt x="2430" y="15085"/>
                    <a:pt x="2442" y="15073"/>
                  </a:cubicBezTo>
                  <a:cubicBezTo>
                    <a:pt x="2442" y="15061"/>
                    <a:pt x="2442" y="15038"/>
                    <a:pt x="2442" y="15026"/>
                  </a:cubicBezTo>
                  <a:lnTo>
                    <a:pt x="2442" y="14978"/>
                  </a:lnTo>
                  <a:lnTo>
                    <a:pt x="2442" y="1214"/>
                  </a:lnTo>
                  <a:lnTo>
                    <a:pt x="2454" y="1214"/>
                  </a:lnTo>
                  <a:lnTo>
                    <a:pt x="2454" y="1167"/>
                  </a:lnTo>
                  <a:lnTo>
                    <a:pt x="2454" y="1119"/>
                  </a:lnTo>
                  <a:lnTo>
                    <a:pt x="2454" y="1072"/>
                  </a:lnTo>
                  <a:cubicBezTo>
                    <a:pt x="2442" y="1060"/>
                    <a:pt x="2442" y="1036"/>
                    <a:pt x="2442" y="1024"/>
                  </a:cubicBezTo>
                  <a:lnTo>
                    <a:pt x="2442" y="976"/>
                  </a:lnTo>
                  <a:cubicBezTo>
                    <a:pt x="2442" y="964"/>
                    <a:pt x="2430" y="941"/>
                    <a:pt x="2430" y="929"/>
                  </a:cubicBezTo>
                  <a:cubicBezTo>
                    <a:pt x="2430" y="905"/>
                    <a:pt x="2430" y="893"/>
                    <a:pt x="2418" y="881"/>
                  </a:cubicBezTo>
                  <a:cubicBezTo>
                    <a:pt x="2406" y="869"/>
                    <a:pt x="2406" y="845"/>
                    <a:pt x="2406" y="833"/>
                  </a:cubicBezTo>
                  <a:cubicBezTo>
                    <a:pt x="2394" y="822"/>
                    <a:pt x="2394" y="798"/>
                    <a:pt x="2382" y="786"/>
                  </a:cubicBezTo>
                  <a:cubicBezTo>
                    <a:pt x="2382" y="762"/>
                    <a:pt x="2370" y="750"/>
                    <a:pt x="2370" y="738"/>
                  </a:cubicBezTo>
                  <a:cubicBezTo>
                    <a:pt x="2370" y="714"/>
                    <a:pt x="2346" y="703"/>
                    <a:pt x="2346" y="691"/>
                  </a:cubicBezTo>
                  <a:lnTo>
                    <a:pt x="2299" y="643"/>
                  </a:lnTo>
                  <a:cubicBezTo>
                    <a:pt x="2287" y="619"/>
                    <a:pt x="2275" y="607"/>
                    <a:pt x="2275" y="595"/>
                  </a:cubicBezTo>
                  <a:cubicBezTo>
                    <a:pt x="2263" y="572"/>
                    <a:pt x="2251" y="560"/>
                    <a:pt x="2239" y="548"/>
                  </a:cubicBezTo>
                  <a:cubicBezTo>
                    <a:pt x="2227" y="524"/>
                    <a:pt x="2215" y="512"/>
                    <a:pt x="2204" y="500"/>
                  </a:cubicBezTo>
                  <a:lnTo>
                    <a:pt x="2168" y="452"/>
                  </a:lnTo>
                  <a:lnTo>
                    <a:pt x="2120" y="393"/>
                  </a:lnTo>
                  <a:lnTo>
                    <a:pt x="2084" y="345"/>
                  </a:lnTo>
                  <a:lnTo>
                    <a:pt x="2025" y="298"/>
                  </a:lnTo>
                  <a:cubicBezTo>
                    <a:pt x="2013" y="286"/>
                    <a:pt x="1989" y="274"/>
                    <a:pt x="1965" y="250"/>
                  </a:cubicBezTo>
                  <a:lnTo>
                    <a:pt x="1906" y="202"/>
                  </a:lnTo>
                  <a:lnTo>
                    <a:pt x="1823" y="155"/>
                  </a:lnTo>
                  <a:cubicBezTo>
                    <a:pt x="1787" y="143"/>
                    <a:pt x="1751" y="119"/>
                    <a:pt x="1727" y="107"/>
                  </a:cubicBezTo>
                  <a:cubicBezTo>
                    <a:pt x="1680" y="95"/>
                    <a:pt x="1644" y="71"/>
                    <a:pt x="1596" y="60"/>
                  </a:cubicBezTo>
                  <a:cubicBezTo>
                    <a:pt x="1513" y="36"/>
                    <a:pt x="1430" y="12"/>
                    <a:pt x="1346" y="12"/>
                  </a:cubicBezTo>
                  <a:cubicBezTo>
                    <a:pt x="1311" y="0"/>
                    <a:pt x="1263" y="0"/>
                    <a:pt x="122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4" name="Google Shape;994;p11"/>
            <p:cNvSpPr/>
            <p:nvPr/>
          </p:nvSpPr>
          <p:spPr>
            <a:xfrm>
              <a:off x="1174077" y="-169612"/>
              <a:ext cx="142539" cy="125041"/>
            </a:xfrm>
            <a:custGeom>
              <a:avLst/>
              <a:gdLst/>
              <a:ahLst/>
              <a:cxnLst/>
              <a:rect l="l" t="t" r="r" b="b"/>
              <a:pathLst>
                <a:path w="4358" h="3823" extrusionOk="0">
                  <a:moveTo>
                    <a:pt x="1143" y="0"/>
                  </a:moveTo>
                  <a:cubicBezTo>
                    <a:pt x="512" y="0"/>
                    <a:pt x="0" y="512"/>
                    <a:pt x="0" y="1131"/>
                  </a:cubicBezTo>
                  <a:lnTo>
                    <a:pt x="0" y="2679"/>
                  </a:lnTo>
                  <a:cubicBezTo>
                    <a:pt x="0" y="3310"/>
                    <a:pt x="512" y="3810"/>
                    <a:pt x="1143" y="3822"/>
                  </a:cubicBezTo>
                  <a:lnTo>
                    <a:pt x="3227" y="3822"/>
                  </a:lnTo>
                  <a:cubicBezTo>
                    <a:pt x="3846" y="3810"/>
                    <a:pt x="4358" y="3310"/>
                    <a:pt x="4358" y="2679"/>
                  </a:cubicBezTo>
                  <a:lnTo>
                    <a:pt x="4358" y="1131"/>
                  </a:lnTo>
                  <a:cubicBezTo>
                    <a:pt x="4358" y="512"/>
                    <a:pt x="3846" y="0"/>
                    <a:pt x="3227" y="0"/>
                  </a:cubicBezTo>
                  <a:close/>
                </a:path>
              </a:pathLst>
            </a:custGeom>
            <a:solidFill>
              <a:srgbClr val="821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5" name="Google Shape;995;p11"/>
            <p:cNvSpPr/>
            <p:nvPr/>
          </p:nvSpPr>
          <p:spPr>
            <a:xfrm>
              <a:off x="1174077" y="277825"/>
              <a:ext cx="142539" cy="124648"/>
            </a:xfrm>
            <a:custGeom>
              <a:avLst/>
              <a:gdLst/>
              <a:ahLst/>
              <a:cxnLst/>
              <a:rect l="l" t="t" r="r" b="b"/>
              <a:pathLst>
                <a:path w="4358" h="3811" extrusionOk="0">
                  <a:moveTo>
                    <a:pt x="1131" y="0"/>
                  </a:moveTo>
                  <a:cubicBezTo>
                    <a:pt x="500" y="0"/>
                    <a:pt x="0" y="501"/>
                    <a:pt x="0" y="1132"/>
                  </a:cubicBezTo>
                  <a:lnTo>
                    <a:pt x="0" y="2679"/>
                  </a:lnTo>
                  <a:cubicBezTo>
                    <a:pt x="0" y="3298"/>
                    <a:pt x="500" y="3810"/>
                    <a:pt x="1131" y="3810"/>
                  </a:cubicBezTo>
                  <a:lnTo>
                    <a:pt x="3215" y="3810"/>
                  </a:lnTo>
                  <a:cubicBezTo>
                    <a:pt x="3846" y="3810"/>
                    <a:pt x="4358" y="3298"/>
                    <a:pt x="4358" y="2679"/>
                  </a:cubicBezTo>
                  <a:lnTo>
                    <a:pt x="4358" y="1132"/>
                  </a:lnTo>
                  <a:cubicBezTo>
                    <a:pt x="4358" y="512"/>
                    <a:pt x="3846" y="0"/>
                    <a:pt x="3215" y="0"/>
                  </a:cubicBezTo>
                  <a:close/>
                </a:path>
              </a:pathLst>
            </a:custGeom>
            <a:solidFill>
              <a:srgbClr val="821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6" name="Google Shape;996;p11"/>
            <p:cNvSpPr/>
            <p:nvPr/>
          </p:nvSpPr>
          <p:spPr>
            <a:xfrm>
              <a:off x="1205038" y="-148189"/>
              <a:ext cx="79872" cy="529240"/>
            </a:xfrm>
            <a:custGeom>
              <a:avLst/>
              <a:gdLst/>
              <a:ahLst/>
              <a:cxnLst/>
              <a:rect l="l" t="t" r="r" b="b"/>
              <a:pathLst>
                <a:path w="2442" h="16181" extrusionOk="0">
                  <a:moveTo>
                    <a:pt x="1227" y="0"/>
                  </a:moveTo>
                  <a:cubicBezTo>
                    <a:pt x="917" y="0"/>
                    <a:pt x="632" y="119"/>
                    <a:pt x="405" y="310"/>
                  </a:cubicBezTo>
                  <a:lnTo>
                    <a:pt x="393" y="333"/>
                  </a:lnTo>
                  <a:cubicBezTo>
                    <a:pt x="358" y="369"/>
                    <a:pt x="322" y="393"/>
                    <a:pt x="298" y="429"/>
                  </a:cubicBezTo>
                  <a:cubicBezTo>
                    <a:pt x="274" y="452"/>
                    <a:pt x="263" y="476"/>
                    <a:pt x="239" y="500"/>
                  </a:cubicBezTo>
                  <a:cubicBezTo>
                    <a:pt x="215" y="524"/>
                    <a:pt x="191" y="560"/>
                    <a:pt x="179" y="595"/>
                  </a:cubicBezTo>
                  <a:cubicBezTo>
                    <a:pt x="155" y="631"/>
                    <a:pt x="143" y="655"/>
                    <a:pt x="120" y="691"/>
                  </a:cubicBezTo>
                  <a:cubicBezTo>
                    <a:pt x="108" y="726"/>
                    <a:pt x="96" y="750"/>
                    <a:pt x="84" y="786"/>
                  </a:cubicBezTo>
                  <a:cubicBezTo>
                    <a:pt x="72" y="833"/>
                    <a:pt x="48" y="869"/>
                    <a:pt x="36" y="917"/>
                  </a:cubicBezTo>
                  <a:cubicBezTo>
                    <a:pt x="36" y="941"/>
                    <a:pt x="24" y="964"/>
                    <a:pt x="24" y="1000"/>
                  </a:cubicBezTo>
                  <a:cubicBezTo>
                    <a:pt x="1" y="1072"/>
                    <a:pt x="1" y="1143"/>
                    <a:pt x="1" y="1226"/>
                  </a:cubicBezTo>
                  <a:lnTo>
                    <a:pt x="1" y="14954"/>
                  </a:lnTo>
                  <a:cubicBezTo>
                    <a:pt x="1" y="15633"/>
                    <a:pt x="548" y="16181"/>
                    <a:pt x="1227" y="16181"/>
                  </a:cubicBezTo>
                  <a:cubicBezTo>
                    <a:pt x="1310" y="16181"/>
                    <a:pt x="1394" y="16169"/>
                    <a:pt x="1477" y="16157"/>
                  </a:cubicBezTo>
                  <a:lnTo>
                    <a:pt x="1513" y="16145"/>
                  </a:lnTo>
                  <a:cubicBezTo>
                    <a:pt x="1584" y="16121"/>
                    <a:pt x="1656" y="16097"/>
                    <a:pt x="1715" y="16073"/>
                  </a:cubicBezTo>
                  <a:lnTo>
                    <a:pt x="1739" y="16073"/>
                  </a:lnTo>
                  <a:cubicBezTo>
                    <a:pt x="1882" y="16002"/>
                    <a:pt x="2013" y="15907"/>
                    <a:pt x="2120" y="15788"/>
                  </a:cubicBezTo>
                  <a:cubicBezTo>
                    <a:pt x="2322" y="15561"/>
                    <a:pt x="2441" y="15276"/>
                    <a:pt x="2441" y="14966"/>
                  </a:cubicBezTo>
                  <a:lnTo>
                    <a:pt x="2441" y="1226"/>
                  </a:lnTo>
                  <a:cubicBezTo>
                    <a:pt x="2441" y="548"/>
                    <a:pt x="1894" y="0"/>
                    <a:pt x="1227" y="0"/>
                  </a:cubicBezTo>
                  <a:close/>
                </a:path>
              </a:pathLst>
            </a:custGeom>
            <a:solidFill>
              <a:srgbClr val="272425">
                <a:alpha val="200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7" name="Google Shape;997;p11"/>
            <p:cNvSpPr/>
            <p:nvPr/>
          </p:nvSpPr>
          <p:spPr>
            <a:xfrm>
              <a:off x="1216322" y="-148189"/>
              <a:ext cx="79479" cy="529240"/>
            </a:xfrm>
            <a:custGeom>
              <a:avLst/>
              <a:gdLst/>
              <a:ahLst/>
              <a:cxnLst/>
              <a:rect l="l" t="t" r="r" b="b"/>
              <a:pathLst>
                <a:path w="2430" h="16181" extrusionOk="0">
                  <a:moveTo>
                    <a:pt x="1132" y="0"/>
                  </a:moveTo>
                  <a:cubicBezTo>
                    <a:pt x="1049" y="0"/>
                    <a:pt x="965" y="24"/>
                    <a:pt x="882" y="48"/>
                  </a:cubicBezTo>
                  <a:cubicBezTo>
                    <a:pt x="834" y="60"/>
                    <a:pt x="787" y="71"/>
                    <a:pt x="739" y="83"/>
                  </a:cubicBezTo>
                  <a:cubicBezTo>
                    <a:pt x="715" y="107"/>
                    <a:pt x="680" y="119"/>
                    <a:pt x="644" y="131"/>
                  </a:cubicBezTo>
                  <a:lnTo>
                    <a:pt x="560" y="179"/>
                  </a:lnTo>
                  <a:lnTo>
                    <a:pt x="501" y="226"/>
                  </a:lnTo>
                  <a:cubicBezTo>
                    <a:pt x="477" y="238"/>
                    <a:pt x="453" y="262"/>
                    <a:pt x="429" y="274"/>
                  </a:cubicBezTo>
                  <a:lnTo>
                    <a:pt x="382" y="322"/>
                  </a:lnTo>
                  <a:lnTo>
                    <a:pt x="334" y="369"/>
                  </a:lnTo>
                  <a:cubicBezTo>
                    <a:pt x="322" y="381"/>
                    <a:pt x="310" y="393"/>
                    <a:pt x="287" y="417"/>
                  </a:cubicBezTo>
                  <a:lnTo>
                    <a:pt x="251" y="464"/>
                  </a:lnTo>
                  <a:lnTo>
                    <a:pt x="215" y="512"/>
                  </a:lnTo>
                  <a:lnTo>
                    <a:pt x="179" y="560"/>
                  </a:lnTo>
                  <a:cubicBezTo>
                    <a:pt x="179" y="572"/>
                    <a:pt x="168" y="583"/>
                    <a:pt x="156" y="607"/>
                  </a:cubicBezTo>
                  <a:cubicBezTo>
                    <a:pt x="144" y="619"/>
                    <a:pt x="144" y="631"/>
                    <a:pt x="132" y="655"/>
                  </a:cubicBezTo>
                  <a:lnTo>
                    <a:pt x="108" y="703"/>
                  </a:lnTo>
                  <a:lnTo>
                    <a:pt x="84" y="750"/>
                  </a:lnTo>
                  <a:cubicBezTo>
                    <a:pt x="84" y="762"/>
                    <a:pt x="72" y="774"/>
                    <a:pt x="72" y="786"/>
                  </a:cubicBezTo>
                  <a:lnTo>
                    <a:pt x="48" y="833"/>
                  </a:lnTo>
                  <a:lnTo>
                    <a:pt x="37" y="881"/>
                  </a:lnTo>
                  <a:lnTo>
                    <a:pt x="25" y="929"/>
                  </a:lnTo>
                  <a:cubicBezTo>
                    <a:pt x="25" y="953"/>
                    <a:pt x="13" y="964"/>
                    <a:pt x="13" y="976"/>
                  </a:cubicBezTo>
                  <a:cubicBezTo>
                    <a:pt x="13" y="1000"/>
                    <a:pt x="13" y="1012"/>
                    <a:pt x="13" y="1024"/>
                  </a:cubicBezTo>
                  <a:cubicBezTo>
                    <a:pt x="13" y="1048"/>
                    <a:pt x="13" y="1060"/>
                    <a:pt x="1" y="1072"/>
                  </a:cubicBezTo>
                  <a:lnTo>
                    <a:pt x="1" y="1119"/>
                  </a:lnTo>
                  <a:lnTo>
                    <a:pt x="1" y="1167"/>
                  </a:lnTo>
                  <a:lnTo>
                    <a:pt x="1" y="1214"/>
                  </a:lnTo>
                  <a:lnTo>
                    <a:pt x="1" y="14954"/>
                  </a:lnTo>
                  <a:lnTo>
                    <a:pt x="1" y="14990"/>
                  </a:lnTo>
                  <a:lnTo>
                    <a:pt x="1" y="15050"/>
                  </a:lnTo>
                  <a:lnTo>
                    <a:pt x="1" y="15097"/>
                  </a:lnTo>
                  <a:lnTo>
                    <a:pt x="1" y="15145"/>
                  </a:lnTo>
                  <a:cubicBezTo>
                    <a:pt x="1" y="15157"/>
                    <a:pt x="1" y="15169"/>
                    <a:pt x="13" y="15192"/>
                  </a:cubicBezTo>
                  <a:cubicBezTo>
                    <a:pt x="25" y="15204"/>
                    <a:pt x="25" y="15216"/>
                    <a:pt x="25" y="15240"/>
                  </a:cubicBezTo>
                  <a:cubicBezTo>
                    <a:pt x="25" y="15252"/>
                    <a:pt x="25" y="15276"/>
                    <a:pt x="37" y="15288"/>
                  </a:cubicBezTo>
                  <a:cubicBezTo>
                    <a:pt x="48" y="15300"/>
                    <a:pt x="48" y="15323"/>
                    <a:pt x="48" y="15335"/>
                  </a:cubicBezTo>
                  <a:cubicBezTo>
                    <a:pt x="60" y="15347"/>
                    <a:pt x="60" y="15371"/>
                    <a:pt x="72" y="15383"/>
                  </a:cubicBezTo>
                  <a:cubicBezTo>
                    <a:pt x="72" y="15407"/>
                    <a:pt x="84" y="15419"/>
                    <a:pt x="84" y="15431"/>
                  </a:cubicBezTo>
                  <a:cubicBezTo>
                    <a:pt x="96" y="15454"/>
                    <a:pt x="96" y="15466"/>
                    <a:pt x="108" y="15478"/>
                  </a:cubicBezTo>
                  <a:cubicBezTo>
                    <a:pt x="120" y="15502"/>
                    <a:pt x="120" y="15514"/>
                    <a:pt x="132" y="15526"/>
                  </a:cubicBezTo>
                  <a:cubicBezTo>
                    <a:pt x="168" y="15597"/>
                    <a:pt x="156" y="15573"/>
                    <a:pt x="191" y="15633"/>
                  </a:cubicBezTo>
                  <a:cubicBezTo>
                    <a:pt x="203" y="15645"/>
                    <a:pt x="215" y="15669"/>
                    <a:pt x="227" y="15681"/>
                  </a:cubicBezTo>
                  <a:lnTo>
                    <a:pt x="263" y="15728"/>
                  </a:lnTo>
                  <a:lnTo>
                    <a:pt x="310" y="15776"/>
                  </a:lnTo>
                  <a:lnTo>
                    <a:pt x="358" y="15823"/>
                  </a:lnTo>
                  <a:lnTo>
                    <a:pt x="406" y="15871"/>
                  </a:lnTo>
                  <a:cubicBezTo>
                    <a:pt x="429" y="15895"/>
                    <a:pt x="453" y="15907"/>
                    <a:pt x="465" y="15931"/>
                  </a:cubicBezTo>
                  <a:lnTo>
                    <a:pt x="537" y="15978"/>
                  </a:lnTo>
                  <a:cubicBezTo>
                    <a:pt x="596" y="16014"/>
                    <a:pt x="656" y="16050"/>
                    <a:pt x="715" y="16073"/>
                  </a:cubicBezTo>
                  <a:cubicBezTo>
                    <a:pt x="763" y="16097"/>
                    <a:pt x="810" y="16109"/>
                    <a:pt x="846" y="16121"/>
                  </a:cubicBezTo>
                  <a:cubicBezTo>
                    <a:pt x="965" y="16157"/>
                    <a:pt x="1084" y="16181"/>
                    <a:pt x="1203" y="16181"/>
                  </a:cubicBezTo>
                  <a:lnTo>
                    <a:pt x="1215" y="16181"/>
                  </a:lnTo>
                  <a:cubicBezTo>
                    <a:pt x="1322" y="16181"/>
                    <a:pt x="1430" y="16169"/>
                    <a:pt x="1537" y="16133"/>
                  </a:cubicBezTo>
                  <a:cubicBezTo>
                    <a:pt x="1584" y="16121"/>
                    <a:pt x="1632" y="16109"/>
                    <a:pt x="1680" y="16085"/>
                  </a:cubicBezTo>
                  <a:lnTo>
                    <a:pt x="1775" y="16038"/>
                  </a:lnTo>
                  <a:lnTo>
                    <a:pt x="1858" y="15990"/>
                  </a:lnTo>
                  <a:lnTo>
                    <a:pt x="1930" y="15942"/>
                  </a:lnTo>
                  <a:cubicBezTo>
                    <a:pt x="1953" y="15931"/>
                    <a:pt x="1977" y="15919"/>
                    <a:pt x="1989" y="15907"/>
                  </a:cubicBezTo>
                  <a:lnTo>
                    <a:pt x="2049" y="15859"/>
                  </a:lnTo>
                  <a:cubicBezTo>
                    <a:pt x="2061" y="15835"/>
                    <a:pt x="2084" y="15823"/>
                    <a:pt x="2096" y="15812"/>
                  </a:cubicBezTo>
                  <a:lnTo>
                    <a:pt x="2144" y="15752"/>
                  </a:lnTo>
                  <a:cubicBezTo>
                    <a:pt x="2156" y="15740"/>
                    <a:pt x="2168" y="15728"/>
                    <a:pt x="2180" y="15704"/>
                  </a:cubicBezTo>
                  <a:cubicBezTo>
                    <a:pt x="2192" y="15692"/>
                    <a:pt x="2204" y="15681"/>
                    <a:pt x="2215" y="15657"/>
                  </a:cubicBezTo>
                  <a:lnTo>
                    <a:pt x="2251" y="15609"/>
                  </a:lnTo>
                  <a:lnTo>
                    <a:pt x="2275" y="15561"/>
                  </a:lnTo>
                  <a:cubicBezTo>
                    <a:pt x="2287" y="15550"/>
                    <a:pt x="2287" y="15538"/>
                    <a:pt x="2299" y="15514"/>
                  </a:cubicBezTo>
                  <a:cubicBezTo>
                    <a:pt x="2311" y="15502"/>
                    <a:pt x="2323" y="15478"/>
                    <a:pt x="2323" y="15466"/>
                  </a:cubicBezTo>
                  <a:cubicBezTo>
                    <a:pt x="2334" y="15454"/>
                    <a:pt x="2334" y="15431"/>
                    <a:pt x="2346" y="15419"/>
                  </a:cubicBezTo>
                  <a:cubicBezTo>
                    <a:pt x="2358" y="15407"/>
                    <a:pt x="2358" y="15383"/>
                    <a:pt x="2358" y="15371"/>
                  </a:cubicBezTo>
                  <a:cubicBezTo>
                    <a:pt x="2358" y="15359"/>
                    <a:pt x="2382" y="15335"/>
                    <a:pt x="2382" y="15323"/>
                  </a:cubicBezTo>
                  <a:cubicBezTo>
                    <a:pt x="2382" y="15311"/>
                    <a:pt x="2394" y="15288"/>
                    <a:pt x="2394" y="15276"/>
                  </a:cubicBezTo>
                  <a:lnTo>
                    <a:pt x="2406" y="15228"/>
                  </a:lnTo>
                  <a:lnTo>
                    <a:pt x="2418" y="15180"/>
                  </a:lnTo>
                  <a:cubicBezTo>
                    <a:pt x="2418" y="15157"/>
                    <a:pt x="2418" y="15145"/>
                    <a:pt x="2418" y="15133"/>
                  </a:cubicBezTo>
                  <a:cubicBezTo>
                    <a:pt x="2418" y="15109"/>
                    <a:pt x="2418" y="15097"/>
                    <a:pt x="2418" y="15085"/>
                  </a:cubicBezTo>
                  <a:cubicBezTo>
                    <a:pt x="2430" y="15061"/>
                    <a:pt x="2418" y="15050"/>
                    <a:pt x="2418" y="15026"/>
                  </a:cubicBezTo>
                  <a:lnTo>
                    <a:pt x="2418" y="14978"/>
                  </a:lnTo>
                  <a:lnTo>
                    <a:pt x="2418" y="14954"/>
                  </a:lnTo>
                  <a:lnTo>
                    <a:pt x="2418" y="1214"/>
                  </a:lnTo>
                  <a:lnTo>
                    <a:pt x="2430" y="1214"/>
                  </a:lnTo>
                  <a:lnTo>
                    <a:pt x="2430" y="1167"/>
                  </a:lnTo>
                  <a:lnTo>
                    <a:pt x="2430" y="1119"/>
                  </a:lnTo>
                  <a:lnTo>
                    <a:pt x="2430" y="1072"/>
                  </a:lnTo>
                  <a:cubicBezTo>
                    <a:pt x="2418" y="1060"/>
                    <a:pt x="2418" y="1036"/>
                    <a:pt x="2418" y="1024"/>
                  </a:cubicBezTo>
                  <a:cubicBezTo>
                    <a:pt x="2418" y="1000"/>
                    <a:pt x="2418" y="988"/>
                    <a:pt x="2406" y="976"/>
                  </a:cubicBezTo>
                  <a:cubicBezTo>
                    <a:pt x="2406" y="964"/>
                    <a:pt x="2406" y="941"/>
                    <a:pt x="2394" y="929"/>
                  </a:cubicBezTo>
                  <a:cubicBezTo>
                    <a:pt x="2394" y="917"/>
                    <a:pt x="2394" y="893"/>
                    <a:pt x="2382" y="881"/>
                  </a:cubicBezTo>
                  <a:cubicBezTo>
                    <a:pt x="2382" y="869"/>
                    <a:pt x="2370" y="845"/>
                    <a:pt x="2370" y="833"/>
                  </a:cubicBezTo>
                  <a:lnTo>
                    <a:pt x="2358" y="786"/>
                  </a:lnTo>
                  <a:lnTo>
                    <a:pt x="2334" y="738"/>
                  </a:lnTo>
                  <a:lnTo>
                    <a:pt x="2311" y="691"/>
                  </a:lnTo>
                  <a:cubicBezTo>
                    <a:pt x="2299" y="667"/>
                    <a:pt x="2299" y="655"/>
                    <a:pt x="2287" y="643"/>
                  </a:cubicBezTo>
                  <a:lnTo>
                    <a:pt x="2263" y="595"/>
                  </a:lnTo>
                  <a:lnTo>
                    <a:pt x="2227" y="548"/>
                  </a:lnTo>
                  <a:cubicBezTo>
                    <a:pt x="2215" y="524"/>
                    <a:pt x="2204" y="512"/>
                    <a:pt x="2192" y="500"/>
                  </a:cubicBezTo>
                  <a:cubicBezTo>
                    <a:pt x="2180" y="476"/>
                    <a:pt x="2168" y="464"/>
                    <a:pt x="2156" y="452"/>
                  </a:cubicBezTo>
                  <a:lnTo>
                    <a:pt x="2108" y="393"/>
                  </a:lnTo>
                  <a:lnTo>
                    <a:pt x="2073" y="345"/>
                  </a:lnTo>
                  <a:lnTo>
                    <a:pt x="2013" y="298"/>
                  </a:lnTo>
                  <a:cubicBezTo>
                    <a:pt x="2001" y="286"/>
                    <a:pt x="1977" y="274"/>
                    <a:pt x="1953" y="250"/>
                  </a:cubicBezTo>
                  <a:lnTo>
                    <a:pt x="1894" y="202"/>
                  </a:lnTo>
                  <a:lnTo>
                    <a:pt x="1811" y="155"/>
                  </a:lnTo>
                  <a:cubicBezTo>
                    <a:pt x="1775" y="143"/>
                    <a:pt x="1739" y="119"/>
                    <a:pt x="1715" y="107"/>
                  </a:cubicBezTo>
                  <a:cubicBezTo>
                    <a:pt x="1668" y="95"/>
                    <a:pt x="1632" y="71"/>
                    <a:pt x="1584" y="60"/>
                  </a:cubicBezTo>
                  <a:cubicBezTo>
                    <a:pt x="1501" y="36"/>
                    <a:pt x="1430" y="12"/>
                    <a:pt x="1346" y="12"/>
                  </a:cubicBezTo>
                  <a:cubicBezTo>
                    <a:pt x="1299" y="0"/>
                    <a:pt x="1251" y="0"/>
                    <a:pt x="121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8" name="Google Shape;998;p11"/>
            <p:cNvSpPr/>
            <p:nvPr/>
          </p:nvSpPr>
          <p:spPr>
            <a:xfrm>
              <a:off x="2797967" y="-169612"/>
              <a:ext cx="142539" cy="125041"/>
            </a:xfrm>
            <a:custGeom>
              <a:avLst/>
              <a:gdLst/>
              <a:ahLst/>
              <a:cxnLst/>
              <a:rect l="l" t="t" r="r" b="b"/>
              <a:pathLst>
                <a:path w="4358" h="3823" extrusionOk="0">
                  <a:moveTo>
                    <a:pt x="1131" y="0"/>
                  </a:moveTo>
                  <a:cubicBezTo>
                    <a:pt x="512" y="0"/>
                    <a:pt x="0" y="512"/>
                    <a:pt x="0" y="1131"/>
                  </a:cubicBezTo>
                  <a:lnTo>
                    <a:pt x="0" y="2679"/>
                  </a:lnTo>
                  <a:cubicBezTo>
                    <a:pt x="0" y="3310"/>
                    <a:pt x="512" y="3810"/>
                    <a:pt x="1131" y="3822"/>
                  </a:cubicBezTo>
                  <a:lnTo>
                    <a:pt x="3215" y="3822"/>
                  </a:lnTo>
                  <a:cubicBezTo>
                    <a:pt x="3846" y="3810"/>
                    <a:pt x="4358" y="3310"/>
                    <a:pt x="4358" y="2679"/>
                  </a:cubicBezTo>
                  <a:lnTo>
                    <a:pt x="4358" y="1131"/>
                  </a:lnTo>
                  <a:cubicBezTo>
                    <a:pt x="4358" y="512"/>
                    <a:pt x="3846" y="0"/>
                    <a:pt x="3215" y="0"/>
                  </a:cubicBezTo>
                  <a:close/>
                </a:path>
              </a:pathLst>
            </a:custGeom>
            <a:solidFill>
              <a:srgbClr val="821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9" name="Google Shape;999;p11"/>
            <p:cNvSpPr/>
            <p:nvPr/>
          </p:nvSpPr>
          <p:spPr>
            <a:xfrm>
              <a:off x="2805967" y="277825"/>
              <a:ext cx="142539" cy="124648"/>
            </a:xfrm>
            <a:custGeom>
              <a:avLst/>
              <a:gdLst/>
              <a:ahLst/>
              <a:cxnLst/>
              <a:rect l="l" t="t" r="r" b="b"/>
              <a:pathLst>
                <a:path w="4358" h="3811" extrusionOk="0">
                  <a:moveTo>
                    <a:pt x="1131" y="0"/>
                  </a:moveTo>
                  <a:cubicBezTo>
                    <a:pt x="512" y="0"/>
                    <a:pt x="0" y="512"/>
                    <a:pt x="0" y="1132"/>
                  </a:cubicBezTo>
                  <a:lnTo>
                    <a:pt x="0" y="2679"/>
                  </a:lnTo>
                  <a:cubicBezTo>
                    <a:pt x="0" y="3310"/>
                    <a:pt x="512" y="3810"/>
                    <a:pt x="1131" y="3810"/>
                  </a:cubicBezTo>
                  <a:lnTo>
                    <a:pt x="3215" y="3810"/>
                  </a:lnTo>
                  <a:cubicBezTo>
                    <a:pt x="3846" y="3810"/>
                    <a:pt x="4358" y="3310"/>
                    <a:pt x="4358" y="2679"/>
                  </a:cubicBezTo>
                  <a:lnTo>
                    <a:pt x="4358" y="1132"/>
                  </a:lnTo>
                  <a:cubicBezTo>
                    <a:pt x="4358" y="512"/>
                    <a:pt x="3846" y="0"/>
                    <a:pt x="3215" y="0"/>
                  </a:cubicBezTo>
                  <a:close/>
                </a:path>
              </a:pathLst>
            </a:custGeom>
            <a:solidFill>
              <a:srgbClr val="821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0" name="Google Shape;1000;p11"/>
            <p:cNvSpPr/>
            <p:nvPr/>
          </p:nvSpPr>
          <p:spPr>
            <a:xfrm>
              <a:off x="2828927" y="-148189"/>
              <a:ext cx="79872" cy="529240"/>
            </a:xfrm>
            <a:custGeom>
              <a:avLst/>
              <a:gdLst/>
              <a:ahLst/>
              <a:cxnLst/>
              <a:rect l="l" t="t" r="r" b="b"/>
              <a:pathLst>
                <a:path w="2442" h="16181" extrusionOk="0">
                  <a:moveTo>
                    <a:pt x="1215" y="0"/>
                  </a:moveTo>
                  <a:cubicBezTo>
                    <a:pt x="917" y="0"/>
                    <a:pt x="632" y="119"/>
                    <a:pt x="405" y="310"/>
                  </a:cubicBezTo>
                  <a:lnTo>
                    <a:pt x="382" y="333"/>
                  </a:lnTo>
                  <a:cubicBezTo>
                    <a:pt x="358" y="369"/>
                    <a:pt x="322" y="393"/>
                    <a:pt x="298" y="429"/>
                  </a:cubicBezTo>
                  <a:cubicBezTo>
                    <a:pt x="274" y="452"/>
                    <a:pt x="251" y="476"/>
                    <a:pt x="239" y="500"/>
                  </a:cubicBezTo>
                  <a:cubicBezTo>
                    <a:pt x="215" y="524"/>
                    <a:pt x="191" y="560"/>
                    <a:pt x="179" y="595"/>
                  </a:cubicBezTo>
                  <a:cubicBezTo>
                    <a:pt x="155" y="631"/>
                    <a:pt x="144" y="655"/>
                    <a:pt x="120" y="691"/>
                  </a:cubicBezTo>
                  <a:cubicBezTo>
                    <a:pt x="108" y="726"/>
                    <a:pt x="96" y="750"/>
                    <a:pt x="84" y="786"/>
                  </a:cubicBezTo>
                  <a:cubicBezTo>
                    <a:pt x="60" y="833"/>
                    <a:pt x="48" y="869"/>
                    <a:pt x="36" y="917"/>
                  </a:cubicBezTo>
                  <a:cubicBezTo>
                    <a:pt x="36" y="941"/>
                    <a:pt x="24" y="964"/>
                    <a:pt x="24" y="1000"/>
                  </a:cubicBezTo>
                  <a:cubicBezTo>
                    <a:pt x="1" y="1072"/>
                    <a:pt x="1" y="1143"/>
                    <a:pt x="1" y="1226"/>
                  </a:cubicBezTo>
                  <a:lnTo>
                    <a:pt x="1" y="14954"/>
                  </a:lnTo>
                  <a:cubicBezTo>
                    <a:pt x="1" y="15633"/>
                    <a:pt x="548" y="16181"/>
                    <a:pt x="1215" y="16181"/>
                  </a:cubicBezTo>
                  <a:lnTo>
                    <a:pt x="1227" y="16181"/>
                  </a:lnTo>
                  <a:cubicBezTo>
                    <a:pt x="1310" y="16181"/>
                    <a:pt x="1394" y="16169"/>
                    <a:pt x="1477" y="16157"/>
                  </a:cubicBezTo>
                  <a:lnTo>
                    <a:pt x="1513" y="16145"/>
                  </a:lnTo>
                  <a:cubicBezTo>
                    <a:pt x="1584" y="16121"/>
                    <a:pt x="1656" y="16097"/>
                    <a:pt x="1715" y="16073"/>
                  </a:cubicBezTo>
                  <a:lnTo>
                    <a:pt x="1727" y="16073"/>
                  </a:lnTo>
                  <a:cubicBezTo>
                    <a:pt x="1882" y="16002"/>
                    <a:pt x="2013" y="15907"/>
                    <a:pt x="2120" y="15788"/>
                  </a:cubicBezTo>
                  <a:cubicBezTo>
                    <a:pt x="2322" y="15561"/>
                    <a:pt x="2441" y="15276"/>
                    <a:pt x="2441" y="14966"/>
                  </a:cubicBezTo>
                  <a:lnTo>
                    <a:pt x="2441" y="1226"/>
                  </a:lnTo>
                  <a:cubicBezTo>
                    <a:pt x="2441" y="548"/>
                    <a:pt x="1894" y="0"/>
                    <a:pt x="1215" y="0"/>
                  </a:cubicBezTo>
                  <a:close/>
                </a:path>
              </a:pathLst>
            </a:custGeom>
            <a:solidFill>
              <a:srgbClr val="272425">
                <a:alpha val="200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1" name="Google Shape;1001;p11"/>
            <p:cNvSpPr/>
            <p:nvPr/>
          </p:nvSpPr>
          <p:spPr>
            <a:xfrm>
              <a:off x="2840212" y="-148189"/>
              <a:ext cx="79479" cy="529240"/>
            </a:xfrm>
            <a:custGeom>
              <a:avLst/>
              <a:gdLst/>
              <a:ahLst/>
              <a:cxnLst/>
              <a:rect l="l" t="t" r="r" b="b"/>
              <a:pathLst>
                <a:path w="2430" h="16181" extrusionOk="0">
                  <a:moveTo>
                    <a:pt x="1144" y="0"/>
                  </a:moveTo>
                  <a:cubicBezTo>
                    <a:pt x="1049" y="0"/>
                    <a:pt x="965" y="24"/>
                    <a:pt x="882" y="48"/>
                  </a:cubicBezTo>
                  <a:cubicBezTo>
                    <a:pt x="834" y="60"/>
                    <a:pt x="799" y="71"/>
                    <a:pt x="751" y="83"/>
                  </a:cubicBezTo>
                  <a:cubicBezTo>
                    <a:pt x="715" y="107"/>
                    <a:pt x="680" y="119"/>
                    <a:pt x="656" y="131"/>
                  </a:cubicBezTo>
                  <a:cubicBezTo>
                    <a:pt x="620" y="155"/>
                    <a:pt x="596" y="167"/>
                    <a:pt x="572" y="179"/>
                  </a:cubicBezTo>
                  <a:cubicBezTo>
                    <a:pt x="549" y="202"/>
                    <a:pt x="525" y="214"/>
                    <a:pt x="501" y="226"/>
                  </a:cubicBezTo>
                  <a:lnTo>
                    <a:pt x="441" y="274"/>
                  </a:lnTo>
                  <a:lnTo>
                    <a:pt x="394" y="322"/>
                  </a:lnTo>
                  <a:cubicBezTo>
                    <a:pt x="370" y="333"/>
                    <a:pt x="358" y="357"/>
                    <a:pt x="346" y="369"/>
                  </a:cubicBezTo>
                  <a:cubicBezTo>
                    <a:pt x="322" y="381"/>
                    <a:pt x="310" y="393"/>
                    <a:pt x="299" y="417"/>
                  </a:cubicBezTo>
                  <a:cubicBezTo>
                    <a:pt x="287" y="429"/>
                    <a:pt x="275" y="441"/>
                    <a:pt x="263" y="464"/>
                  </a:cubicBezTo>
                  <a:cubicBezTo>
                    <a:pt x="251" y="476"/>
                    <a:pt x="239" y="488"/>
                    <a:pt x="227" y="512"/>
                  </a:cubicBezTo>
                  <a:lnTo>
                    <a:pt x="191" y="560"/>
                  </a:lnTo>
                  <a:lnTo>
                    <a:pt x="156" y="607"/>
                  </a:lnTo>
                  <a:lnTo>
                    <a:pt x="132" y="655"/>
                  </a:lnTo>
                  <a:lnTo>
                    <a:pt x="108" y="703"/>
                  </a:lnTo>
                  <a:cubicBezTo>
                    <a:pt x="108" y="714"/>
                    <a:pt x="96" y="726"/>
                    <a:pt x="96" y="750"/>
                  </a:cubicBezTo>
                  <a:cubicBezTo>
                    <a:pt x="84" y="762"/>
                    <a:pt x="84" y="774"/>
                    <a:pt x="72" y="786"/>
                  </a:cubicBezTo>
                  <a:lnTo>
                    <a:pt x="60" y="833"/>
                  </a:lnTo>
                  <a:lnTo>
                    <a:pt x="37" y="881"/>
                  </a:lnTo>
                  <a:cubicBezTo>
                    <a:pt x="37" y="905"/>
                    <a:pt x="37" y="917"/>
                    <a:pt x="25" y="929"/>
                  </a:cubicBezTo>
                  <a:cubicBezTo>
                    <a:pt x="25" y="953"/>
                    <a:pt x="25" y="964"/>
                    <a:pt x="13" y="976"/>
                  </a:cubicBezTo>
                  <a:cubicBezTo>
                    <a:pt x="13" y="1000"/>
                    <a:pt x="13" y="1012"/>
                    <a:pt x="13" y="1024"/>
                  </a:cubicBezTo>
                  <a:cubicBezTo>
                    <a:pt x="1" y="1048"/>
                    <a:pt x="13" y="1060"/>
                    <a:pt x="13" y="1072"/>
                  </a:cubicBezTo>
                  <a:lnTo>
                    <a:pt x="13" y="1119"/>
                  </a:lnTo>
                  <a:lnTo>
                    <a:pt x="13" y="1167"/>
                  </a:lnTo>
                  <a:lnTo>
                    <a:pt x="13" y="1214"/>
                  </a:lnTo>
                  <a:lnTo>
                    <a:pt x="13" y="14954"/>
                  </a:lnTo>
                  <a:cubicBezTo>
                    <a:pt x="13" y="14966"/>
                    <a:pt x="13" y="14978"/>
                    <a:pt x="13" y="14990"/>
                  </a:cubicBezTo>
                  <a:lnTo>
                    <a:pt x="13" y="15050"/>
                  </a:lnTo>
                  <a:cubicBezTo>
                    <a:pt x="13" y="15061"/>
                    <a:pt x="13" y="15073"/>
                    <a:pt x="13" y="15097"/>
                  </a:cubicBezTo>
                  <a:cubicBezTo>
                    <a:pt x="13" y="15109"/>
                    <a:pt x="13" y="15121"/>
                    <a:pt x="13" y="15145"/>
                  </a:cubicBezTo>
                  <a:cubicBezTo>
                    <a:pt x="13" y="15157"/>
                    <a:pt x="13" y="15169"/>
                    <a:pt x="13" y="15192"/>
                  </a:cubicBezTo>
                  <a:cubicBezTo>
                    <a:pt x="13" y="15204"/>
                    <a:pt x="13" y="15216"/>
                    <a:pt x="25" y="15240"/>
                  </a:cubicBezTo>
                  <a:cubicBezTo>
                    <a:pt x="37" y="15252"/>
                    <a:pt x="37" y="15276"/>
                    <a:pt x="37" y="15288"/>
                  </a:cubicBezTo>
                  <a:cubicBezTo>
                    <a:pt x="49" y="15300"/>
                    <a:pt x="49" y="15323"/>
                    <a:pt x="60" y="15335"/>
                  </a:cubicBezTo>
                  <a:lnTo>
                    <a:pt x="72" y="15383"/>
                  </a:lnTo>
                  <a:cubicBezTo>
                    <a:pt x="72" y="15407"/>
                    <a:pt x="84" y="15419"/>
                    <a:pt x="96" y="15431"/>
                  </a:cubicBezTo>
                  <a:cubicBezTo>
                    <a:pt x="96" y="15454"/>
                    <a:pt x="108" y="15466"/>
                    <a:pt x="120" y="15478"/>
                  </a:cubicBezTo>
                  <a:cubicBezTo>
                    <a:pt x="120" y="15502"/>
                    <a:pt x="132" y="15514"/>
                    <a:pt x="144" y="15526"/>
                  </a:cubicBezTo>
                  <a:cubicBezTo>
                    <a:pt x="144" y="15550"/>
                    <a:pt x="156" y="15561"/>
                    <a:pt x="168" y="15585"/>
                  </a:cubicBezTo>
                  <a:cubicBezTo>
                    <a:pt x="180" y="15597"/>
                    <a:pt x="191" y="15609"/>
                    <a:pt x="191" y="15633"/>
                  </a:cubicBezTo>
                  <a:lnTo>
                    <a:pt x="227" y="15681"/>
                  </a:lnTo>
                  <a:lnTo>
                    <a:pt x="263" y="15728"/>
                  </a:lnTo>
                  <a:lnTo>
                    <a:pt x="310" y="15776"/>
                  </a:lnTo>
                  <a:lnTo>
                    <a:pt x="358" y="15823"/>
                  </a:lnTo>
                  <a:lnTo>
                    <a:pt x="418" y="15871"/>
                  </a:lnTo>
                  <a:cubicBezTo>
                    <a:pt x="430" y="15895"/>
                    <a:pt x="453" y="15907"/>
                    <a:pt x="477" y="15931"/>
                  </a:cubicBezTo>
                  <a:cubicBezTo>
                    <a:pt x="489" y="15942"/>
                    <a:pt x="513" y="15954"/>
                    <a:pt x="537" y="15978"/>
                  </a:cubicBezTo>
                  <a:cubicBezTo>
                    <a:pt x="596" y="16014"/>
                    <a:pt x="656" y="16050"/>
                    <a:pt x="727" y="16073"/>
                  </a:cubicBezTo>
                  <a:cubicBezTo>
                    <a:pt x="763" y="16097"/>
                    <a:pt x="811" y="16109"/>
                    <a:pt x="858" y="16121"/>
                  </a:cubicBezTo>
                  <a:cubicBezTo>
                    <a:pt x="965" y="16157"/>
                    <a:pt x="1084" y="16181"/>
                    <a:pt x="1215" y="16181"/>
                  </a:cubicBezTo>
                  <a:lnTo>
                    <a:pt x="1227" y="16181"/>
                  </a:lnTo>
                  <a:cubicBezTo>
                    <a:pt x="1323" y="16181"/>
                    <a:pt x="1430" y="16169"/>
                    <a:pt x="1537" y="16133"/>
                  </a:cubicBezTo>
                  <a:cubicBezTo>
                    <a:pt x="1584" y="16121"/>
                    <a:pt x="1632" y="16109"/>
                    <a:pt x="1680" y="16085"/>
                  </a:cubicBezTo>
                  <a:cubicBezTo>
                    <a:pt x="1715" y="16073"/>
                    <a:pt x="1751" y="16062"/>
                    <a:pt x="1787" y="16038"/>
                  </a:cubicBezTo>
                  <a:cubicBezTo>
                    <a:pt x="1811" y="16026"/>
                    <a:pt x="1834" y="16014"/>
                    <a:pt x="1858" y="15990"/>
                  </a:cubicBezTo>
                  <a:lnTo>
                    <a:pt x="1930" y="15942"/>
                  </a:lnTo>
                  <a:cubicBezTo>
                    <a:pt x="1954" y="15931"/>
                    <a:pt x="1977" y="15919"/>
                    <a:pt x="2001" y="15907"/>
                  </a:cubicBezTo>
                  <a:cubicBezTo>
                    <a:pt x="2013" y="15883"/>
                    <a:pt x="2037" y="15871"/>
                    <a:pt x="2049" y="15859"/>
                  </a:cubicBezTo>
                  <a:lnTo>
                    <a:pt x="2096" y="15812"/>
                  </a:lnTo>
                  <a:lnTo>
                    <a:pt x="2144" y="15752"/>
                  </a:lnTo>
                  <a:cubicBezTo>
                    <a:pt x="2156" y="15740"/>
                    <a:pt x="2168" y="15728"/>
                    <a:pt x="2180" y="15704"/>
                  </a:cubicBezTo>
                  <a:lnTo>
                    <a:pt x="2215" y="15657"/>
                  </a:lnTo>
                  <a:lnTo>
                    <a:pt x="2251" y="15609"/>
                  </a:lnTo>
                  <a:lnTo>
                    <a:pt x="2275" y="15561"/>
                  </a:lnTo>
                  <a:cubicBezTo>
                    <a:pt x="2287" y="15550"/>
                    <a:pt x="2299" y="15538"/>
                    <a:pt x="2311" y="15514"/>
                  </a:cubicBezTo>
                  <a:cubicBezTo>
                    <a:pt x="2311" y="15502"/>
                    <a:pt x="2323" y="15478"/>
                    <a:pt x="2335" y="15466"/>
                  </a:cubicBezTo>
                  <a:cubicBezTo>
                    <a:pt x="2335" y="15454"/>
                    <a:pt x="2346" y="15431"/>
                    <a:pt x="2346" y="15419"/>
                  </a:cubicBezTo>
                  <a:cubicBezTo>
                    <a:pt x="2358" y="15407"/>
                    <a:pt x="2358" y="15383"/>
                    <a:pt x="2370" y="15371"/>
                  </a:cubicBezTo>
                  <a:cubicBezTo>
                    <a:pt x="2370" y="15359"/>
                    <a:pt x="2382" y="15335"/>
                    <a:pt x="2382" y="15323"/>
                  </a:cubicBezTo>
                  <a:cubicBezTo>
                    <a:pt x="2394" y="15311"/>
                    <a:pt x="2394" y="15288"/>
                    <a:pt x="2394" y="15276"/>
                  </a:cubicBezTo>
                  <a:cubicBezTo>
                    <a:pt x="2406" y="15264"/>
                    <a:pt x="2406" y="15240"/>
                    <a:pt x="2406" y="15228"/>
                  </a:cubicBezTo>
                  <a:cubicBezTo>
                    <a:pt x="2418" y="15204"/>
                    <a:pt x="2418" y="15192"/>
                    <a:pt x="2418" y="15180"/>
                  </a:cubicBezTo>
                  <a:cubicBezTo>
                    <a:pt x="2430" y="15157"/>
                    <a:pt x="2418" y="15145"/>
                    <a:pt x="2418" y="15133"/>
                  </a:cubicBezTo>
                  <a:lnTo>
                    <a:pt x="2418" y="15085"/>
                  </a:lnTo>
                  <a:lnTo>
                    <a:pt x="2418" y="15026"/>
                  </a:lnTo>
                  <a:lnTo>
                    <a:pt x="2418" y="14978"/>
                  </a:lnTo>
                  <a:lnTo>
                    <a:pt x="2418" y="1214"/>
                  </a:lnTo>
                  <a:lnTo>
                    <a:pt x="2418" y="1167"/>
                  </a:lnTo>
                  <a:lnTo>
                    <a:pt x="2418" y="1119"/>
                  </a:lnTo>
                  <a:cubicBezTo>
                    <a:pt x="2418" y="1107"/>
                    <a:pt x="2418" y="1084"/>
                    <a:pt x="2418" y="1072"/>
                  </a:cubicBezTo>
                  <a:cubicBezTo>
                    <a:pt x="2418" y="1060"/>
                    <a:pt x="2418" y="1036"/>
                    <a:pt x="2418" y="1024"/>
                  </a:cubicBezTo>
                  <a:cubicBezTo>
                    <a:pt x="2418" y="1012"/>
                    <a:pt x="2418" y="988"/>
                    <a:pt x="2418" y="976"/>
                  </a:cubicBezTo>
                  <a:cubicBezTo>
                    <a:pt x="2406" y="964"/>
                    <a:pt x="2406" y="941"/>
                    <a:pt x="2406" y="929"/>
                  </a:cubicBezTo>
                  <a:cubicBezTo>
                    <a:pt x="2406" y="905"/>
                    <a:pt x="2406" y="893"/>
                    <a:pt x="2394" y="881"/>
                  </a:cubicBezTo>
                  <a:cubicBezTo>
                    <a:pt x="2382" y="869"/>
                    <a:pt x="2382" y="845"/>
                    <a:pt x="2370" y="833"/>
                  </a:cubicBezTo>
                  <a:cubicBezTo>
                    <a:pt x="2370" y="822"/>
                    <a:pt x="2358" y="798"/>
                    <a:pt x="2358" y="786"/>
                  </a:cubicBezTo>
                  <a:cubicBezTo>
                    <a:pt x="2346" y="762"/>
                    <a:pt x="2346" y="750"/>
                    <a:pt x="2335" y="738"/>
                  </a:cubicBezTo>
                  <a:cubicBezTo>
                    <a:pt x="2335" y="714"/>
                    <a:pt x="2323" y="703"/>
                    <a:pt x="2311" y="691"/>
                  </a:cubicBezTo>
                  <a:lnTo>
                    <a:pt x="2299" y="643"/>
                  </a:lnTo>
                  <a:cubicBezTo>
                    <a:pt x="2287" y="619"/>
                    <a:pt x="2275" y="607"/>
                    <a:pt x="2263" y="595"/>
                  </a:cubicBezTo>
                  <a:cubicBezTo>
                    <a:pt x="2251" y="572"/>
                    <a:pt x="2239" y="560"/>
                    <a:pt x="2239" y="548"/>
                  </a:cubicBezTo>
                  <a:lnTo>
                    <a:pt x="2204" y="500"/>
                  </a:lnTo>
                  <a:lnTo>
                    <a:pt x="2168" y="452"/>
                  </a:lnTo>
                  <a:lnTo>
                    <a:pt x="2120" y="393"/>
                  </a:lnTo>
                  <a:lnTo>
                    <a:pt x="2073" y="345"/>
                  </a:lnTo>
                  <a:lnTo>
                    <a:pt x="2025" y="298"/>
                  </a:lnTo>
                  <a:cubicBezTo>
                    <a:pt x="2001" y="286"/>
                    <a:pt x="1977" y="274"/>
                    <a:pt x="1965" y="250"/>
                  </a:cubicBezTo>
                  <a:lnTo>
                    <a:pt x="1894" y="202"/>
                  </a:lnTo>
                  <a:lnTo>
                    <a:pt x="1811" y="155"/>
                  </a:lnTo>
                  <a:cubicBezTo>
                    <a:pt x="1787" y="143"/>
                    <a:pt x="1751" y="119"/>
                    <a:pt x="1715" y="107"/>
                  </a:cubicBezTo>
                  <a:cubicBezTo>
                    <a:pt x="1680" y="95"/>
                    <a:pt x="1632" y="71"/>
                    <a:pt x="1584" y="60"/>
                  </a:cubicBezTo>
                  <a:cubicBezTo>
                    <a:pt x="1513" y="36"/>
                    <a:pt x="1430" y="12"/>
                    <a:pt x="1346" y="12"/>
                  </a:cubicBezTo>
                  <a:cubicBezTo>
                    <a:pt x="1299" y="0"/>
                    <a:pt x="1263" y="0"/>
                    <a:pt x="121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2" name="Google Shape;1002;p11"/>
            <p:cNvSpPr/>
            <p:nvPr/>
          </p:nvSpPr>
          <p:spPr>
            <a:xfrm>
              <a:off x="2427621" y="-169612"/>
              <a:ext cx="142539" cy="125041"/>
            </a:xfrm>
            <a:custGeom>
              <a:avLst/>
              <a:gdLst/>
              <a:ahLst/>
              <a:cxnLst/>
              <a:rect l="l" t="t" r="r" b="b"/>
              <a:pathLst>
                <a:path w="4358" h="3823" extrusionOk="0">
                  <a:moveTo>
                    <a:pt x="1131" y="0"/>
                  </a:moveTo>
                  <a:cubicBezTo>
                    <a:pt x="500" y="0"/>
                    <a:pt x="0" y="512"/>
                    <a:pt x="0" y="1131"/>
                  </a:cubicBezTo>
                  <a:lnTo>
                    <a:pt x="0" y="2679"/>
                  </a:lnTo>
                  <a:cubicBezTo>
                    <a:pt x="0" y="3310"/>
                    <a:pt x="500" y="3810"/>
                    <a:pt x="1131" y="3822"/>
                  </a:cubicBezTo>
                  <a:lnTo>
                    <a:pt x="3215" y="3822"/>
                  </a:lnTo>
                  <a:cubicBezTo>
                    <a:pt x="3846" y="3810"/>
                    <a:pt x="4346" y="3310"/>
                    <a:pt x="4358" y="2679"/>
                  </a:cubicBezTo>
                  <a:lnTo>
                    <a:pt x="4358" y="1131"/>
                  </a:lnTo>
                  <a:cubicBezTo>
                    <a:pt x="4346" y="512"/>
                    <a:pt x="3846" y="0"/>
                    <a:pt x="3215" y="0"/>
                  </a:cubicBezTo>
                  <a:close/>
                </a:path>
              </a:pathLst>
            </a:custGeom>
            <a:solidFill>
              <a:srgbClr val="821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3" name="Google Shape;1003;p11"/>
            <p:cNvSpPr/>
            <p:nvPr/>
          </p:nvSpPr>
          <p:spPr>
            <a:xfrm>
              <a:off x="2435621" y="277825"/>
              <a:ext cx="142539" cy="124648"/>
            </a:xfrm>
            <a:custGeom>
              <a:avLst/>
              <a:gdLst/>
              <a:ahLst/>
              <a:cxnLst/>
              <a:rect l="l" t="t" r="r" b="b"/>
              <a:pathLst>
                <a:path w="4358" h="3811" extrusionOk="0">
                  <a:moveTo>
                    <a:pt x="1131" y="0"/>
                  </a:moveTo>
                  <a:cubicBezTo>
                    <a:pt x="500" y="0"/>
                    <a:pt x="0" y="512"/>
                    <a:pt x="0" y="1132"/>
                  </a:cubicBezTo>
                  <a:lnTo>
                    <a:pt x="0" y="2679"/>
                  </a:lnTo>
                  <a:cubicBezTo>
                    <a:pt x="0" y="3310"/>
                    <a:pt x="500" y="3810"/>
                    <a:pt x="1131" y="3810"/>
                  </a:cubicBezTo>
                  <a:lnTo>
                    <a:pt x="3215" y="3810"/>
                  </a:lnTo>
                  <a:cubicBezTo>
                    <a:pt x="3846" y="3810"/>
                    <a:pt x="4346" y="3310"/>
                    <a:pt x="4358" y="2679"/>
                  </a:cubicBezTo>
                  <a:lnTo>
                    <a:pt x="4358" y="1132"/>
                  </a:lnTo>
                  <a:cubicBezTo>
                    <a:pt x="4346" y="512"/>
                    <a:pt x="3846" y="0"/>
                    <a:pt x="3215" y="0"/>
                  </a:cubicBezTo>
                  <a:close/>
                </a:path>
              </a:pathLst>
            </a:custGeom>
            <a:solidFill>
              <a:srgbClr val="821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4" name="Google Shape;1004;p11"/>
            <p:cNvSpPr/>
            <p:nvPr/>
          </p:nvSpPr>
          <p:spPr>
            <a:xfrm>
              <a:off x="2458189" y="-148189"/>
              <a:ext cx="80264" cy="529240"/>
            </a:xfrm>
            <a:custGeom>
              <a:avLst/>
              <a:gdLst/>
              <a:ahLst/>
              <a:cxnLst/>
              <a:rect l="l" t="t" r="r" b="b"/>
              <a:pathLst>
                <a:path w="2454" h="16181" extrusionOk="0">
                  <a:moveTo>
                    <a:pt x="1227" y="0"/>
                  </a:moveTo>
                  <a:cubicBezTo>
                    <a:pt x="930" y="0"/>
                    <a:pt x="632" y="119"/>
                    <a:pt x="418" y="310"/>
                  </a:cubicBezTo>
                  <a:lnTo>
                    <a:pt x="394" y="333"/>
                  </a:lnTo>
                  <a:cubicBezTo>
                    <a:pt x="358" y="369"/>
                    <a:pt x="334" y="393"/>
                    <a:pt x="299" y="429"/>
                  </a:cubicBezTo>
                  <a:cubicBezTo>
                    <a:pt x="287" y="452"/>
                    <a:pt x="263" y="476"/>
                    <a:pt x="251" y="500"/>
                  </a:cubicBezTo>
                  <a:cubicBezTo>
                    <a:pt x="227" y="524"/>
                    <a:pt x="203" y="560"/>
                    <a:pt x="179" y="595"/>
                  </a:cubicBezTo>
                  <a:cubicBezTo>
                    <a:pt x="168" y="631"/>
                    <a:pt x="144" y="655"/>
                    <a:pt x="132" y="691"/>
                  </a:cubicBezTo>
                  <a:cubicBezTo>
                    <a:pt x="120" y="726"/>
                    <a:pt x="96" y="750"/>
                    <a:pt x="84" y="786"/>
                  </a:cubicBezTo>
                  <a:cubicBezTo>
                    <a:pt x="72" y="833"/>
                    <a:pt x="60" y="869"/>
                    <a:pt x="49" y="917"/>
                  </a:cubicBezTo>
                  <a:cubicBezTo>
                    <a:pt x="49" y="941"/>
                    <a:pt x="37" y="964"/>
                    <a:pt x="25" y="1000"/>
                  </a:cubicBezTo>
                  <a:cubicBezTo>
                    <a:pt x="13" y="1072"/>
                    <a:pt x="1" y="1143"/>
                    <a:pt x="1" y="1226"/>
                  </a:cubicBezTo>
                  <a:lnTo>
                    <a:pt x="1" y="14954"/>
                  </a:lnTo>
                  <a:cubicBezTo>
                    <a:pt x="1" y="15633"/>
                    <a:pt x="549" y="16181"/>
                    <a:pt x="1227" y="16181"/>
                  </a:cubicBezTo>
                  <a:cubicBezTo>
                    <a:pt x="1311" y="16181"/>
                    <a:pt x="1394" y="16169"/>
                    <a:pt x="1477" y="16157"/>
                  </a:cubicBezTo>
                  <a:lnTo>
                    <a:pt x="1513" y="16145"/>
                  </a:lnTo>
                  <a:cubicBezTo>
                    <a:pt x="1584" y="16121"/>
                    <a:pt x="1656" y="16097"/>
                    <a:pt x="1715" y="16073"/>
                  </a:cubicBezTo>
                  <a:lnTo>
                    <a:pt x="1739" y="16073"/>
                  </a:lnTo>
                  <a:cubicBezTo>
                    <a:pt x="1882" y="16002"/>
                    <a:pt x="2013" y="15907"/>
                    <a:pt x="2120" y="15788"/>
                  </a:cubicBezTo>
                  <a:cubicBezTo>
                    <a:pt x="2335" y="15561"/>
                    <a:pt x="2442" y="15276"/>
                    <a:pt x="2454" y="14966"/>
                  </a:cubicBezTo>
                  <a:lnTo>
                    <a:pt x="2454" y="1226"/>
                  </a:lnTo>
                  <a:cubicBezTo>
                    <a:pt x="2454" y="548"/>
                    <a:pt x="1906" y="0"/>
                    <a:pt x="1227" y="0"/>
                  </a:cubicBezTo>
                  <a:close/>
                </a:path>
              </a:pathLst>
            </a:custGeom>
            <a:solidFill>
              <a:srgbClr val="272425">
                <a:alpha val="200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5" name="Google Shape;1005;p11"/>
            <p:cNvSpPr/>
            <p:nvPr/>
          </p:nvSpPr>
          <p:spPr>
            <a:xfrm>
              <a:off x="2470258" y="-148189"/>
              <a:ext cx="79087" cy="529240"/>
            </a:xfrm>
            <a:custGeom>
              <a:avLst/>
              <a:gdLst/>
              <a:ahLst/>
              <a:cxnLst/>
              <a:rect l="l" t="t" r="r" b="b"/>
              <a:pathLst>
                <a:path w="2418" h="16181" extrusionOk="0">
                  <a:moveTo>
                    <a:pt x="1132" y="0"/>
                  </a:moveTo>
                  <a:cubicBezTo>
                    <a:pt x="1037" y="0"/>
                    <a:pt x="953" y="24"/>
                    <a:pt x="870" y="48"/>
                  </a:cubicBezTo>
                  <a:cubicBezTo>
                    <a:pt x="823" y="60"/>
                    <a:pt x="775" y="71"/>
                    <a:pt x="739" y="83"/>
                  </a:cubicBezTo>
                  <a:cubicBezTo>
                    <a:pt x="703" y="107"/>
                    <a:pt x="668" y="119"/>
                    <a:pt x="644" y="131"/>
                  </a:cubicBezTo>
                  <a:cubicBezTo>
                    <a:pt x="608" y="155"/>
                    <a:pt x="584" y="167"/>
                    <a:pt x="561" y="179"/>
                  </a:cubicBezTo>
                  <a:cubicBezTo>
                    <a:pt x="537" y="202"/>
                    <a:pt x="513" y="214"/>
                    <a:pt x="489" y="226"/>
                  </a:cubicBezTo>
                  <a:cubicBezTo>
                    <a:pt x="465" y="238"/>
                    <a:pt x="442" y="262"/>
                    <a:pt x="430" y="274"/>
                  </a:cubicBezTo>
                  <a:lnTo>
                    <a:pt x="370" y="322"/>
                  </a:lnTo>
                  <a:lnTo>
                    <a:pt x="322" y="369"/>
                  </a:lnTo>
                  <a:cubicBezTo>
                    <a:pt x="311" y="381"/>
                    <a:pt x="299" y="393"/>
                    <a:pt x="287" y="417"/>
                  </a:cubicBezTo>
                  <a:lnTo>
                    <a:pt x="239" y="464"/>
                  </a:lnTo>
                  <a:lnTo>
                    <a:pt x="215" y="512"/>
                  </a:lnTo>
                  <a:lnTo>
                    <a:pt x="180" y="560"/>
                  </a:lnTo>
                  <a:cubicBezTo>
                    <a:pt x="168" y="572"/>
                    <a:pt x="156" y="583"/>
                    <a:pt x="144" y="607"/>
                  </a:cubicBezTo>
                  <a:cubicBezTo>
                    <a:pt x="144" y="619"/>
                    <a:pt x="132" y="631"/>
                    <a:pt x="120" y="655"/>
                  </a:cubicBezTo>
                  <a:lnTo>
                    <a:pt x="96" y="703"/>
                  </a:lnTo>
                  <a:lnTo>
                    <a:pt x="72" y="750"/>
                  </a:lnTo>
                  <a:cubicBezTo>
                    <a:pt x="72" y="762"/>
                    <a:pt x="61" y="774"/>
                    <a:pt x="61" y="786"/>
                  </a:cubicBezTo>
                  <a:lnTo>
                    <a:pt x="37" y="833"/>
                  </a:lnTo>
                  <a:lnTo>
                    <a:pt x="25" y="881"/>
                  </a:lnTo>
                  <a:lnTo>
                    <a:pt x="13" y="929"/>
                  </a:lnTo>
                  <a:cubicBezTo>
                    <a:pt x="13" y="953"/>
                    <a:pt x="13" y="964"/>
                    <a:pt x="1" y="976"/>
                  </a:cubicBezTo>
                  <a:cubicBezTo>
                    <a:pt x="1" y="1000"/>
                    <a:pt x="1" y="1012"/>
                    <a:pt x="1" y="1024"/>
                  </a:cubicBezTo>
                  <a:cubicBezTo>
                    <a:pt x="1" y="1048"/>
                    <a:pt x="1" y="1060"/>
                    <a:pt x="1" y="1072"/>
                  </a:cubicBezTo>
                  <a:lnTo>
                    <a:pt x="1" y="1119"/>
                  </a:lnTo>
                  <a:lnTo>
                    <a:pt x="1" y="1167"/>
                  </a:lnTo>
                  <a:lnTo>
                    <a:pt x="1" y="1214"/>
                  </a:lnTo>
                  <a:lnTo>
                    <a:pt x="1" y="14954"/>
                  </a:lnTo>
                  <a:lnTo>
                    <a:pt x="1" y="14990"/>
                  </a:lnTo>
                  <a:lnTo>
                    <a:pt x="1" y="15050"/>
                  </a:lnTo>
                  <a:lnTo>
                    <a:pt x="1" y="15097"/>
                  </a:lnTo>
                  <a:cubicBezTo>
                    <a:pt x="1" y="15109"/>
                    <a:pt x="1" y="15121"/>
                    <a:pt x="1" y="15145"/>
                  </a:cubicBezTo>
                  <a:cubicBezTo>
                    <a:pt x="13" y="15157"/>
                    <a:pt x="1" y="15169"/>
                    <a:pt x="1" y="15192"/>
                  </a:cubicBezTo>
                  <a:cubicBezTo>
                    <a:pt x="1" y="15204"/>
                    <a:pt x="1" y="15216"/>
                    <a:pt x="13" y="15240"/>
                  </a:cubicBezTo>
                  <a:cubicBezTo>
                    <a:pt x="25" y="15252"/>
                    <a:pt x="13" y="15276"/>
                    <a:pt x="25" y="15288"/>
                  </a:cubicBezTo>
                  <a:cubicBezTo>
                    <a:pt x="37" y="15300"/>
                    <a:pt x="37" y="15323"/>
                    <a:pt x="49" y="15335"/>
                  </a:cubicBezTo>
                  <a:cubicBezTo>
                    <a:pt x="49" y="15347"/>
                    <a:pt x="49" y="15371"/>
                    <a:pt x="61" y="15383"/>
                  </a:cubicBezTo>
                  <a:cubicBezTo>
                    <a:pt x="61" y="15407"/>
                    <a:pt x="72" y="15419"/>
                    <a:pt x="84" y="15431"/>
                  </a:cubicBezTo>
                  <a:cubicBezTo>
                    <a:pt x="84" y="15454"/>
                    <a:pt x="96" y="15466"/>
                    <a:pt x="96" y="15478"/>
                  </a:cubicBezTo>
                  <a:cubicBezTo>
                    <a:pt x="108" y="15502"/>
                    <a:pt x="120" y="15514"/>
                    <a:pt x="120" y="15526"/>
                  </a:cubicBezTo>
                  <a:cubicBezTo>
                    <a:pt x="168" y="15597"/>
                    <a:pt x="144" y="15573"/>
                    <a:pt x="180" y="15633"/>
                  </a:cubicBezTo>
                  <a:cubicBezTo>
                    <a:pt x="191" y="15645"/>
                    <a:pt x="203" y="15669"/>
                    <a:pt x="215" y="15681"/>
                  </a:cubicBezTo>
                  <a:lnTo>
                    <a:pt x="251" y="15728"/>
                  </a:lnTo>
                  <a:lnTo>
                    <a:pt x="299" y="15776"/>
                  </a:lnTo>
                  <a:lnTo>
                    <a:pt x="346" y="15823"/>
                  </a:lnTo>
                  <a:lnTo>
                    <a:pt x="394" y="15871"/>
                  </a:lnTo>
                  <a:cubicBezTo>
                    <a:pt x="418" y="15895"/>
                    <a:pt x="442" y="15907"/>
                    <a:pt x="453" y="15931"/>
                  </a:cubicBezTo>
                  <a:lnTo>
                    <a:pt x="525" y="15978"/>
                  </a:lnTo>
                  <a:cubicBezTo>
                    <a:pt x="584" y="16014"/>
                    <a:pt x="644" y="16050"/>
                    <a:pt x="715" y="16073"/>
                  </a:cubicBezTo>
                  <a:cubicBezTo>
                    <a:pt x="751" y="16097"/>
                    <a:pt x="799" y="16109"/>
                    <a:pt x="846" y="16121"/>
                  </a:cubicBezTo>
                  <a:cubicBezTo>
                    <a:pt x="953" y="16157"/>
                    <a:pt x="1073" y="16181"/>
                    <a:pt x="1192" y="16181"/>
                  </a:cubicBezTo>
                  <a:lnTo>
                    <a:pt x="1204" y="16181"/>
                  </a:lnTo>
                  <a:cubicBezTo>
                    <a:pt x="1311" y="16181"/>
                    <a:pt x="1418" y="16169"/>
                    <a:pt x="1525" y="16133"/>
                  </a:cubicBezTo>
                  <a:cubicBezTo>
                    <a:pt x="1573" y="16121"/>
                    <a:pt x="1620" y="16109"/>
                    <a:pt x="1668" y="16085"/>
                  </a:cubicBezTo>
                  <a:cubicBezTo>
                    <a:pt x="1704" y="16073"/>
                    <a:pt x="1739" y="16062"/>
                    <a:pt x="1763" y="16038"/>
                  </a:cubicBezTo>
                  <a:lnTo>
                    <a:pt x="1846" y="15990"/>
                  </a:lnTo>
                  <a:lnTo>
                    <a:pt x="1918" y="15942"/>
                  </a:lnTo>
                  <a:cubicBezTo>
                    <a:pt x="1942" y="15931"/>
                    <a:pt x="1966" y="15919"/>
                    <a:pt x="1989" y="15907"/>
                  </a:cubicBezTo>
                  <a:lnTo>
                    <a:pt x="2037" y="15859"/>
                  </a:lnTo>
                  <a:cubicBezTo>
                    <a:pt x="2049" y="15835"/>
                    <a:pt x="2073" y="15823"/>
                    <a:pt x="2085" y="15812"/>
                  </a:cubicBezTo>
                  <a:lnTo>
                    <a:pt x="2132" y="15752"/>
                  </a:lnTo>
                  <a:cubicBezTo>
                    <a:pt x="2144" y="15740"/>
                    <a:pt x="2156" y="15728"/>
                    <a:pt x="2168" y="15704"/>
                  </a:cubicBezTo>
                  <a:cubicBezTo>
                    <a:pt x="2180" y="15692"/>
                    <a:pt x="2192" y="15681"/>
                    <a:pt x="2204" y="15657"/>
                  </a:cubicBezTo>
                  <a:cubicBezTo>
                    <a:pt x="2216" y="15645"/>
                    <a:pt x="2227" y="15633"/>
                    <a:pt x="2239" y="15609"/>
                  </a:cubicBezTo>
                  <a:lnTo>
                    <a:pt x="2263" y="15561"/>
                  </a:lnTo>
                  <a:lnTo>
                    <a:pt x="2287" y="15514"/>
                  </a:lnTo>
                  <a:cubicBezTo>
                    <a:pt x="2299" y="15502"/>
                    <a:pt x="2311" y="15478"/>
                    <a:pt x="2311" y="15466"/>
                  </a:cubicBezTo>
                  <a:cubicBezTo>
                    <a:pt x="2323" y="15454"/>
                    <a:pt x="2335" y="15431"/>
                    <a:pt x="2335" y="15419"/>
                  </a:cubicBezTo>
                  <a:cubicBezTo>
                    <a:pt x="2347" y="15407"/>
                    <a:pt x="2347" y="15383"/>
                    <a:pt x="2358" y="15371"/>
                  </a:cubicBezTo>
                  <a:cubicBezTo>
                    <a:pt x="2358" y="15359"/>
                    <a:pt x="2370" y="15335"/>
                    <a:pt x="2370" y="15323"/>
                  </a:cubicBezTo>
                  <a:cubicBezTo>
                    <a:pt x="2382" y="15311"/>
                    <a:pt x="2382" y="15288"/>
                    <a:pt x="2382" y="15276"/>
                  </a:cubicBezTo>
                  <a:lnTo>
                    <a:pt x="2394" y="15228"/>
                  </a:lnTo>
                  <a:lnTo>
                    <a:pt x="2406" y="15180"/>
                  </a:lnTo>
                  <a:cubicBezTo>
                    <a:pt x="2406" y="15157"/>
                    <a:pt x="2418" y="15145"/>
                    <a:pt x="2418" y="15133"/>
                  </a:cubicBezTo>
                  <a:lnTo>
                    <a:pt x="2418" y="15085"/>
                  </a:lnTo>
                  <a:lnTo>
                    <a:pt x="2418" y="15026"/>
                  </a:lnTo>
                  <a:lnTo>
                    <a:pt x="2418" y="14978"/>
                  </a:lnTo>
                  <a:lnTo>
                    <a:pt x="2418" y="14954"/>
                  </a:lnTo>
                  <a:lnTo>
                    <a:pt x="2418" y="1214"/>
                  </a:lnTo>
                  <a:lnTo>
                    <a:pt x="2406" y="1214"/>
                  </a:lnTo>
                  <a:lnTo>
                    <a:pt x="2406" y="1167"/>
                  </a:lnTo>
                  <a:lnTo>
                    <a:pt x="2406" y="1119"/>
                  </a:lnTo>
                  <a:lnTo>
                    <a:pt x="2406" y="1072"/>
                  </a:lnTo>
                  <a:cubicBezTo>
                    <a:pt x="2406" y="1060"/>
                    <a:pt x="2406" y="1036"/>
                    <a:pt x="2406" y="1024"/>
                  </a:cubicBezTo>
                  <a:lnTo>
                    <a:pt x="2406" y="976"/>
                  </a:lnTo>
                  <a:cubicBezTo>
                    <a:pt x="2406" y="964"/>
                    <a:pt x="2394" y="941"/>
                    <a:pt x="2394" y="929"/>
                  </a:cubicBezTo>
                  <a:cubicBezTo>
                    <a:pt x="2382" y="917"/>
                    <a:pt x="2382" y="893"/>
                    <a:pt x="2370" y="881"/>
                  </a:cubicBezTo>
                  <a:cubicBezTo>
                    <a:pt x="2370" y="869"/>
                    <a:pt x="2370" y="845"/>
                    <a:pt x="2358" y="833"/>
                  </a:cubicBezTo>
                  <a:lnTo>
                    <a:pt x="2347" y="786"/>
                  </a:lnTo>
                  <a:lnTo>
                    <a:pt x="2323" y="738"/>
                  </a:lnTo>
                  <a:cubicBezTo>
                    <a:pt x="2323" y="714"/>
                    <a:pt x="2311" y="703"/>
                    <a:pt x="2299" y="691"/>
                  </a:cubicBezTo>
                  <a:cubicBezTo>
                    <a:pt x="2299" y="667"/>
                    <a:pt x="2287" y="655"/>
                    <a:pt x="2275" y="643"/>
                  </a:cubicBezTo>
                  <a:lnTo>
                    <a:pt x="2251" y="595"/>
                  </a:lnTo>
                  <a:lnTo>
                    <a:pt x="2216" y="548"/>
                  </a:lnTo>
                  <a:cubicBezTo>
                    <a:pt x="2204" y="524"/>
                    <a:pt x="2192" y="512"/>
                    <a:pt x="2180" y="500"/>
                  </a:cubicBezTo>
                  <a:cubicBezTo>
                    <a:pt x="2168" y="476"/>
                    <a:pt x="2156" y="464"/>
                    <a:pt x="2144" y="452"/>
                  </a:cubicBezTo>
                  <a:lnTo>
                    <a:pt x="2108" y="393"/>
                  </a:lnTo>
                  <a:lnTo>
                    <a:pt x="2061" y="345"/>
                  </a:lnTo>
                  <a:lnTo>
                    <a:pt x="2001" y="298"/>
                  </a:lnTo>
                  <a:cubicBezTo>
                    <a:pt x="1989" y="286"/>
                    <a:pt x="1966" y="274"/>
                    <a:pt x="1942" y="250"/>
                  </a:cubicBezTo>
                  <a:lnTo>
                    <a:pt x="1882" y="202"/>
                  </a:lnTo>
                  <a:lnTo>
                    <a:pt x="1799" y="155"/>
                  </a:lnTo>
                  <a:cubicBezTo>
                    <a:pt x="1763" y="143"/>
                    <a:pt x="1739" y="119"/>
                    <a:pt x="1704" y="107"/>
                  </a:cubicBezTo>
                  <a:cubicBezTo>
                    <a:pt x="1668" y="95"/>
                    <a:pt x="1620" y="71"/>
                    <a:pt x="1573" y="60"/>
                  </a:cubicBezTo>
                  <a:cubicBezTo>
                    <a:pt x="1501" y="36"/>
                    <a:pt x="1418" y="12"/>
                    <a:pt x="1334" y="12"/>
                  </a:cubicBezTo>
                  <a:cubicBezTo>
                    <a:pt x="1287" y="0"/>
                    <a:pt x="1251" y="0"/>
                    <a:pt x="120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6" name="Google Shape;1006;p11"/>
            <p:cNvSpPr/>
            <p:nvPr/>
          </p:nvSpPr>
          <p:spPr>
            <a:xfrm>
              <a:off x="4059511" y="-169612"/>
              <a:ext cx="142572" cy="125041"/>
            </a:xfrm>
            <a:custGeom>
              <a:avLst/>
              <a:gdLst/>
              <a:ahLst/>
              <a:cxnLst/>
              <a:rect l="l" t="t" r="r" b="b"/>
              <a:pathLst>
                <a:path w="4359" h="3823" extrusionOk="0">
                  <a:moveTo>
                    <a:pt x="1131" y="0"/>
                  </a:moveTo>
                  <a:cubicBezTo>
                    <a:pt x="512" y="0"/>
                    <a:pt x="0" y="512"/>
                    <a:pt x="0" y="1131"/>
                  </a:cubicBezTo>
                  <a:lnTo>
                    <a:pt x="0" y="2679"/>
                  </a:lnTo>
                  <a:cubicBezTo>
                    <a:pt x="0" y="3310"/>
                    <a:pt x="512" y="3810"/>
                    <a:pt x="1131" y="3822"/>
                  </a:cubicBezTo>
                  <a:lnTo>
                    <a:pt x="3215" y="3822"/>
                  </a:lnTo>
                  <a:cubicBezTo>
                    <a:pt x="3846" y="3810"/>
                    <a:pt x="4358" y="3310"/>
                    <a:pt x="4358" y="2679"/>
                  </a:cubicBezTo>
                  <a:lnTo>
                    <a:pt x="4358" y="1131"/>
                  </a:lnTo>
                  <a:cubicBezTo>
                    <a:pt x="4358" y="512"/>
                    <a:pt x="3846" y="0"/>
                    <a:pt x="3215" y="0"/>
                  </a:cubicBezTo>
                  <a:close/>
                </a:path>
              </a:pathLst>
            </a:custGeom>
            <a:solidFill>
              <a:srgbClr val="821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7" name="Google Shape;1007;p11"/>
            <p:cNvSpPr/>
            <p:nvPr/>
          </p:nvSpPr>
          <p:spPr>
            <a:xfrm>
              <a:off x="4059511" y="277825"/>
              <a:ext cx="142572" cy="124648"/>
            </a:xfrm>
            <a:custGeom>
              <a:avLst/>
              <a:gdLst/>
              <a:ahLst/>
              <a:cxnLst/>
              <a:rect l="l" t="t" r="r" b="b"/>
              <a:pathLst>
                <a:path w="4359" h="3811" extrusionOk="0">
                  <a:moveTo>
                    <a:pt x="1131" y="0"/>
                  </a:moveTo>
                  <a:cubicBezTo>
                    <a:pt x="512" y="0"/>
                    <a:pt x="0" y="512"/>
                    <a:pt x="0" y="1132"/>
                  </a:cubicBezTo>
                  <a:lnTo>
                    <a:pt x="0" y="2679"/>
                  </a:lnTo>
                  <a:cubicBezTo>
                    <a:pt x="0" y="3310"/>
                    <a:pt x="512" y="3810"/>
                    <a:pt x="1131" y="3810"/>
                  </a:cubicBezTo>
                  <a:lnTo>
                    <a:pt x="3215" y="3810"/>
                  </a:lnTo>
                  <a:cubicBezTo>
                    <a:pt x="3846" y="3810"/>
                    <a:pt x="4358" y="3310"/>
                    <a:pt x="4358" y="2679"/>
                  </a:cubicBezTo>
                  <a:lnTo>
                    <a:pt x="4358" y="1132"/>
                  </a:lnTo>
                  <a:cubicBezTo>
                    <a:pt x="4358" y="512"/>
                    <a:pt x="3846" y="0"/>
                    <a:pt x="3215" y="0"/>
                  </a:cubicBezTo>
                  <a:close/>
                </a:path>
              </a:pathLst>
            </a:custGeom>
            <a:solidFill>
              <a:srgbClr val="821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8" name="Google Shape;1008;p11"/>
            <p:cNvSpPr/>
            <p:nvPr/>
          </p:nvSpPr>
          <p:spPr>
            <a:xfrm>
              <a:off x="4082079" y="-148189"/>
              <a:ext cx="80264" cy="529240"/>
            </a:xfrm>
            <a:custGeom>
              <a:avLst/>
              <a:gdLst/>
              <a:ahLst/>
              <a:cxnLst/>
              <a:rect l="l" t="t" r="r" b="b"/>
              <a:pathLst>
                <a:path w="2454" h="16181" extrusionOk="0">
                  <a:moveTo>
                    <a:pt x="1227" y="0"/>
                  </a:moveTo>
                  <a:cubicBezTo>
                    <a:pt x="930" y="0"/>
                    <a:pt x="632" y="119"/>
                    <a:pt x="418" y="310"/>
                  </a:cubicBezTo>
                  <a:lnTo>
                    <a:pt x="394" y="333"/>
                  </a:lnTo>
                  <a:cubicBezTo>
                    <a:pt x="358" y="369"/>
                    <a:pt x="334" y="393"/>
                    <a:pt x="299" y="429"/>
                  </a:cubicBezTo>
                  <a:cubicBezTo>
                    <a:pt x="275" y="452"/>
                    <a:pt x="263" y="476"/>
                    <a:pt x="251" y="500"/>
                  </a:cubicBezTo>
                  <a:cubicBezTo>
                    <a:pt x="227" y="524"/>
                    <a:pt x="203" y="560"/>
                    <a:pt x="180" y="595"/>
                  </a:cubicBezTo>
                  <a:cubicBezTo>
                    <a:pt x="156" y="631"/>
                    <a:pt x="144" y="655"/>
                    <a:pt x="132" y="691"/>
                  </a:cubicBezTo>
                  <a:cubicBezTo>
                    <a:pt x="108" y="726"/>
                    <a:pt x="96" y="750"/>
                    <a:pt x="84" y="786"/>
                  </a:cubicBezTo>
                  <a:cubicBezTo>
                    <a:pt x="72" y="833"/>
                    <a:pt x="60" y="869"/>
                    <a:pt x="49" y="917"/>
                  </a:cubicBezTo>
                  <a:cubicBezTo>
                    <a:pt x="49" y="941"/>
                    <a:pt x="37" y="964"/>
                    <a:pt x="25" y="1000"/>
                  </a:cubicBezTo>
                  <a:cubicBezTo>
                    <a:pt x="13" y="1072"/>
                    <a:pt x="1" y="1143"/>
                    <a:pt x="1" y="1226"/>
                  </a:cubicBezTo>
                  <a:lnTo>
                    <a:pt x="1" y="14954"/>
                  </a:lnTo>
                  <a:cubicBezTo>
                    <a:pt x="1" y="15633"/>
                    <a:pt x="549" y="16181"/>
                    <a:pt x="1227" y="16181"/>
                  </a:cubicBezTo>
                  <a:cubicBezTo>
                    <a:pt x="1311" y="16181"/>
                    <a:pt x="1394" y="16169"/>
                    <a:pt x="1477" y="16157"/>
                  </a:cubicBezTo>
                  <a:lnTo>
                    <a:pt x="1525" y="16145"/>
                  </a:lnTo>
                  <a:cubicBezTo>
                    <a:pt x="1584" y="16121"/>
                    <a:pt x="1656" y="16097"/>
                    <a:pt x="1727" y="16073"/>
                  </a:cubicBezTo>
                  <a:lnTo>
                    <a:pt x="1739" y="16073"/>
                  </a:lnTo>
                  <a:cubicBezTo>
                    <a:pt x="1882" y="16002"/>
                    <a:pt x="2013" y="15907"/>
                    <a:pt x="2120" y="15788"/>
                  </a:cubicBezTo>
                  <a:cubicBezTo>
                    <a:pt x="2335" y="15561"/>
                    <a:pt x="2454" y="15276"/>
                    <a:pt x="2454" y="14966"/>
                  </a:cubicBezTo>
                  <a:lnTo>
                    <a:pt x="2454" y="1226"/>
                  </a:lnTo>
                  <a:cubicBezTo>
                    <a:pt x="2454" y="548"/>
                    <a:pt x="1906" y="0"/>
                    <a:pt x="1227" y="0"/>
                  </a:cubicBezTo>
                  <a:close/>
                </a:path>
              </a:pathLst>
            </a:custGeom>
            <a:solidFill>
              <a:srgbClr val="272425">
                <a:alpha val="200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9" name="Google Shape;1009;p11"/>
            <p:cNvSpPr/>
            <p:nvPr/>
          </p:nvSpPr>
          <p:spPr>
            <a:xfrm>
              <a:off x="4093003" y="-148189"/>
              <a:ext cx="79872" cy="529240"/>
            </a:xfrm>
            <a:custGeom>
              <a:avLst/>
              <a:gdLst/>
              <a:ahLst/>
              <a:cxnLst/>
              <a:rect l="l" t="t" r="r" b="b"/>
              <a:pathLst>
                <a:path w="2442" h="16181" extrusionOk="0">
                  <a:moveTo>
                    <a:pt x="1143" y="0"/>
                  </a:moveTo>
                  <a:cubicBezTo>
                    <a:pt x="1048" y="0"/>
                    <a:pt x="965" y="24"/>
                    <a:pt x="881" y="48"/>
                  </a:cubicBezTo>
                  <a:cubicBezTo>
                    <a:pt x="834" y="60"/>
                    <a:pt x="798" y="71"/>
                    <a:pt x="750" y="83"/>
                  </a:cubicBezTo>
                  <a:cubicBezTo>
                    <a:pt x="715" y="107"/>
                    <a:pt x="679" y="119"/>
                    <a:pt x="655" y="131"/>
                  </a:cubicBezTo>
                  <a:cubicBezTo>
                    <a:pt x="619" y="155"/>
                    <a:pt x="596" y="167"/>
                    <a:pt x="572" y="179"/>
                  </a:cubicBezTo>
                  <a:cubicBezTo>
                    <a:pt x="548" y="202"/>
                    <a:pt x="524" y="214"/>
                    <a:pt x="500" y="226"/>
                  </a:cubicBezTo>
                  <a:lnTo>
                    <a:pt x="441" y="274"/>
                  </a:lnTo>
                  <a:lnTo>
                    <a:pt x="393" y="322"/>
                  </a:lnTo>
                  <a:cubicBezTo>
                    <a:pt x="369" y="333"/>
                    <a:pt x="358" y="357"/>
                    <a:pt x="346" y="369"/>
                  </a:cubicBezTo>
                  <a:cubicBezTo>
                    <a:pt x="322" y="381"/>
                    <a:pt x="310" y="393"/>
                    <a:pt x="298" y="417"/>
                  </a:cubicBezTo>
                  <a:cubicBezTo>
                    <a:pt x="286" y="429"/>
                    <a:pt x="274" y="441"/>
                    <a:pt x="262" y="464"/>
                  </a:cubicBezTo>
                  <a:cubicBezTo>
                    <a:pt x="250" y="476"/>
                    <a:pt x="238" y="488"/>
                    <a:pt x="227" y="512"/>
                  </a:cubicBezTo>
                  <a:lnTo>
                    <a:pt x="191" y="560"/>
                  </a:lnTo>
                  <a:lnTo>
                    <a:pt x="167" y="607"/>
                  </a:lnTo>
                  <a:lnTo>
                    <a:pt x="131" y="655"/>
                  </a:lnTo>
                  <a:lnTo>
                    <a:pt x="107" y="703"/>
                  </a:lnTo>
                  <a:cubicBezTo>
                    <a:pt x="107" y="714"/>
                    <a:pt x="96" y="726"/>
                    <a:pt x="96" y="750"/>
                  </a:cubicBezTo>
                  <a:cubicBezTo>
                    <a:pt x="84" y="762"/>
                    <a:pt x="84" y="774"/>
                    <a:pt x="72" y="786"/>
                  </a:cubicBezTo>
                  <a:lnTo>
                    <a:pt x="60" y="833"/>
                  </a:lnTo>
                  <a:lnTo>
                    <a:pt x="36" y="881"/>
                  </a:lnTo>
                  <a:cubicBezTo>
                    <a:pt x="36" y="905"/>
                    <a:pt x="36" y="917"/>
                    <a:pt x="24" y="929"/>
                  </a:cubicBezTo>
                  <a:cubicBezTo>
                    <a:pt x="24" y="953"/>
                    <a:pt x="24" y="964"/>
                    <a:pt x="12" y="976"/>
                  </a:cubicBezTo>
                  <a:cubicBezTo>
                    <a:pt x="12" y="1000"/>
                    <a:pt x="12" y="1012"/>
                    <a:pt x="12" y="1024"/>
                  </a:cubicBezTo>
                  <a:cubicBezTo>
                    <a:pt x="0" y="1048"/>
                    <a:pt x="12" y="1060"/>
                    <a:pt x="12" y="1072"/>
                  </a:cubicBezTo>
                  <a:lnTo>
                    <a:pt x="12" y="1119"/>
                  </a:lnTo>
                  <a:lnTo>
                    <a:pt x="12" y="1167"/>
                  </a:lnTo>
                  <a:lnTo>
                    <a:pt x="12" y="1214"/>
                  </a:lnTo>
                  <a:lnTo>
                    <a:pt x="12" y="14954"/>
                  </a:lnTo>
                  <a:cubicBezTo>
                    <a:pt x="12" y="14966"/>
                    <a:pt x="12" y="14978"/>
                    <a:pt x="12" y="14990"/>
                  </a:cubicBezTo>
                  <a:lnTo>
                    <a:pt x="12" y="15050"/>
                  </a:lnTo>
                  <a:cubicBezTo>
                    <a:pt x="12" y="15061"/>
                    <a:pt x="12" y="15073"/>
                    <a:pt x="12" y="15097"/>
                  </a:cubicBezTo>
                  <a:cubicBezTo>
                    <a:pt x="12" y="15109"/>
                    <a:pt x="12" y="15121"/>
                    <a:pt x="12" y="15145"/>
                  </a:cubicBezTo>
                  <a:cubicBezTo>
                    <a:pt x="12" y="15157"/>
                    <a:pt x="12" y="15169"/>
                    <a:pt x="12" y="15192"/>
                  </a:cubicBezTo>
                  <a:cubicBezTo>
                    <a:pt x="12" y="15204"/>
                    <a:pt x="12" y="15216"/>
                    <a:pt x="24" y="15240"/>
                  </a:cubicBezTo>
                  <a:cubicBezTo>
                    <a:pt x="36" y="15252"/>
                    <a:pt x="36" y="15276"/>
                    <a:pt x="36" y="15288"/>
                  </a:cubicBezTo>
                  <a:cubicBezTo>
                    <a:pt x="48" y="15300"/>
                    <a:pt x="48" y="15323"/>
                    <a:pt x="60" y="15335"/>
                  </a:cubicBezTo>
                  <a:lnTo>
                    <a:pt x="72" y="15383"/>
                  </a:lnTo>
                  <a:cubicBezTo>
                    <a:pt x="72" y="15407"/>
                    <a:pt x="84" y="15419"/>
                    <a:pt x="96" y="15431"/>
                  </a:cubicBezTo>
                  <a:cubicBezTo>
                    <a:pt x="96" y="15454"/>
                    <a:pt x="107" y="15466"/>
                    <a:pt x="119" y="15478"/>
                  </a:cubicBezTo>
                  <a:cubicBezTo>
                    <a:pt x="119" y="15502"/>
                    <a:pt x="131" y="15514"/>
                    <a:pt x="143" y="15526"/>
                  </a:cubicBezTo>
                  <a:cubicBezTo>
                    <a:pt x="143" y="15550"/>
                    <a:pt x="155" y="15561"/>
                    <a:pt x="167" y="15585"/>
                  </a:cubicBezTo>
                  <a:cubicBezTo>
                    <a:pt x="179" y="15597"/>
                    <a:pt x="191" y="15609"/>
                    <a:pt x="191" y="15633"/>
                  </a:cubicBezTo>
                  <a:lnTo>
                    <a:pt x="227" y="15681"/>
                  </a:lnTo>
                  <a:lnTo>
                    <a:pt x="262" y="15728"/>
                  </a:lnTo>
                  <a:lnTo>
                    <a:pt x="310" y="15776"/>
                  </a:lnTo>
                  <a:lnTo>
                    <a:pt x="358" y="15823"/>
                  </a:lnTo>
                  <a:lnTo>
                    <a:pt x="417" y="15871"/>
                  </a:lnTo>
                  <a:cubicBezTo>
                    <a:pt x="429" y="15895"/>
                    <a:pt x="453" y="15907"/>
                    <a:pt x="477" y="15931"/>
                  </a:cubicBezTo>
                  <a:cubicBezTo>
                    <a:pt x="500" y="15942"/>
                    <a:pt x="512" y="15954"/>
                    <a:pt x="536" y="15978"/>
                  </a:cubicBezTo>
                  <a:cubicBezTo>
                    <a:pt x="596" y="16014"/>
                    <a:pt x="655" y="16050"/>
                    <a:pt x="727" y="16073"/>
                  </a:cubicBezTo>
                  <a:cubicBezTo>
                    <a:pt x="762" y="16097"/>
                    <a:pt x="810" y="16109"/>
                    <a:pt x="858" y="16121"/>
                  </a:cubicBezTo>
                  <a:cubicBezTo>
                    <a:pt x="965" y="16157"/>
                    <a:pt x="1084" y="16181"/>
                    <a:pt x="1215" y="16181"/>
                  </a:cubicBezTo>
                  <a:lnTo>
                    <a:pt x="1227" y="16181"/>
                  </a:lnTo>
                  <a:cubicBezTo>
                    <a:pt x="1334" y="16181"/>
                    <a:pt x="1441" y="16169"/>
                    <a:pt x="1536" y="16133"/>
                  </a:cubicBezTo>
                  <a:cubicBezTo>
                    <a:pt x="1584" y="16121"/>
                    <a:pt x="1631" y="16109"/>
                    <a:pt x="1679" y="16085"/>
                  </a:cubicBezTo>
                  <a:cubicBezTo>
                    <a:pt x="1715" y="16073"/>
                    <a:pt x="1751" y="16062"/>
                    <a:pt x="1786" y="16038"/>
                  </a:cubicBezTo>
                  <a:cubicBezTo>
                    <a:pt x="1810" y="16026"/>
                    <a:pt x="1834" y="16014"/>
                    <a:pt x="1858" y="15990"/>
                  </a:cubicBezTo>
                  <a:lnTo>
                    <a:pt x="1929" y="15942"/>
                  </a:lnTo>
                  <a:cubicBezTo>
                    <a:pt x="1953" y="15931"/>
                    <a:pt x="1977" y="15919"/>
                    <a:pt x="2001" y="15907"/>
                  </a:cubicBezTo>
                  <a:cubicBezTo>
                    <a:pt x="2012" y="15883"/>
                    <a:pt x="2036" y="15871"/>
                    <a:pt x="2048" y="15859"/>
                  </a:cubicBezTo>
                  <a:lnTo>
                    <a:pt x="2096" y="15812"/>
                  </a:lnTo>
                  <a:lnTo>
                    <a:pt x="2143" y="15752"/>
                  </a:lnTo>
                  <a:cubicBezTo>
                    <a:pt x="2155" y="15740"/>
                    <a:pt x="2167" y="15728"/>
                    <a:pt x="2179" y="15704"/>
                  </a:cubicBezTo>
                  <a:lnTo>
                    <a:pt x="2215" y="15657"/>
                  </a:lnTo>
                  <a:lnTo>
                    <a:pt x="2251" y="15609"/>
                  </a:lnTo>
                  <a:lnTo>
                    <a:pt x="2274" y="15561"/>
                  </a:lnTo>
                  <a:cubicBezTo>
                    <a:pt x="2286" y="15550"/>
                    <a:pt x="2298" y="15538"/>
                    <a:pt x="2310" y="15514"/>
                  </a:cubicBezTo>
                  <a:cubicBezTo>
                    <a:pt x="2310" y="15502"/>
                    <a:pt x="2322" y="15478"/>
                    <a:pt x="2334" y="15466"/>
                  </a:cubicBezTo>
                  <a:cubicBezTo>
                    <a:pt x="2334" y="15454"/>
                    <a:pt x="2346" y="15431"/>
                    <a:pt x="2346" y="15419"/>
                  </a:cubicBezTo>
                  <a:cubicBezTo>
                    <a:pt x="2358" y="15407"/>
                    <a:pt x="2358" y="15383"/>
                    <a:pt x="2370" y="15371"/>
                  </a:cubicBezTo>
                  <a:cubicBezTo>
                    <a:pt x="2370" y="15359"/>
                    <a:pt x="2382" y="15335"/>
                    <a:pt x="2382" y="15323"/>
                  </a:cubicBezTo>
                  <a:cubicBezTo>
                    <a:pt x="2393" y="15311"/>
                    <a:pt x="2393" y="15288"/>
                    <a:pt x="2393" y="15276"/>
                  </a:cubicBezTo>
                  <a:cubicBezTo>
                    <a:pt x="2405" y="15264"/>
                    <a:pt x="2405" y="15240"/>
                    <a:pt x="2405" y="15228"/>
                  </a:cubicBezTo>
                  <a:cubicBezTo>
                    <a:pt x="2417" y="15204"/>
                    <a:pt x="2417" y="15192"/>
                    <a:pt x="2417" y="15180"/>
                  </a:cubicBezTo>
                  <a:cubicBezTo>
                    <a:pt x="2429" y="15157"/>
                    <a:pt x="2417" y="15145"/>
                    <a:pt x="2417" y="15133"/>
                  </a:cubicBezTo>
                  <a:lnTo>
                    <a:pt x="2417" y="15085"/>
                  </a:lnTo>
                  <a:lnTo>
                    <a:pt x="2417" y="15026"/>
                  </a:lnTo>
                  <a:lnTo>
                    <a:pt x="2417" y="14978"/>
                  </a:lnTo>
                  <a:lnTo>
                    <a:pt x="2417" y="1214"/>
                  </a:lnTo>
                  <a:lnTo>
                    <a:pt x="2441" y="1214"/>
                  </a:lnTo>
                  <a:lnTo>
                    <a:pt x="2441" y="1167"/>
                  </a:lnTo>
                  <a:lnTo>
                    <a:pt x="2441" y="1119"/>
                  </a:lnTo>
                  <a:cubicBezTo>
                    <a:pt x="2441" y="1107"/>
                    <a:pt x="2441" y="1084"/>
                    <a:pt x="2441" y="1072"/>
                  </a:cubicBezTo>
                  <a:cubicBezTo>
                    <a:pt x="2441" y="1060"/>
                    <a:pt x="2441" y="1036"/>
                    <a:pt x="2441" y="1024"/>
                  </a:cubicBezTo>
                  <a:cubicBezTo>
                    <a:pt x="2441" y="1012"/>
                    <a:pt x="2441" y="988"/>
                    <a:pt x="2441" y="976"/>
                  </a:cubicBezTo>
                  <a:cubicBezTo>
                    <a:pt x="2441" y="964"/>
                    <a:pt x="2429" y="941"/>
                    <a:pt x="2429" y="929"/>
                  </a:cubicBezTo>
                  <a:cubicBezTo>
                    <a:pt x="2429" y="905"/>
                    <a:pt x="2429" y="893"/>
                    <a:pt x="2417" y="881"/>
                  </a:cubicBezTo>
                  <a:cubicBezTo>
                    <a:pt x="2417" y="869"/>
                    <a:pt x="2405" y="845"/>
                    <a:pt x="2405" y="833"/>
                  </a:cubicBezTo>
                  <a:cubicBezTo>
                    <a:pt x="2405" y="810"/>
                    <a:pt x="2393" y="798"/>
                    <a:pt x="2382" y="786"/>
                  </a:cubicBezTo>
                  <a:cubicBezTo>
                    <a:pt x="2382" y="762"/>
                    <a:pt x="2370" y="750"/>
                    <a:pt x="2370" y="738"/>
                  </a:cubicBezTo>
                  <a:cubicBezTo>
                    <a:pt x="2358" y="714"/>
                    <a:pt x="2346" y="703"/>
                    <a:pt x="2346" y="691"/>
                  </a:cubicBezTo>
                  <a:lnTo>
                    <a:pt x="2298" y="643"/>
                  </a:lnTo>
                  <a:cubicBezTo>
                    <a:pt x="2286" y="619"/>
                    <a:pt x="2274" y="607"/>
                    <a:pt x="2263" y="595"/>
                  </a:cubicBezTo>
                  <a:cubicBezTo>
                    <a:pt x="2251" y="572"/>
                    <a:pt x="2251" y="560"/>
                    <a:pt x="2239" y="548"/>
                  </a:cubicBezTo>
                  <a:lnTo>
                    <a:pt x="2203" y="500"/>
                  </a:lnTo>
                  <a:lnTo>
                    <a:pt x="2167" y="452"/>
                  </a:lnTo>
                  <a:lnTo>
                    <a:pt x="2120" y="393"/>
                  </a:lnTo>
                  <a:lnTo>
                    <a:pt x="2072" y="345"/>
                  </a:lnTo>
                  <a:lnTo>
                    <a:pt x="2024" y="298"/>
                  </a:lnTo>
                  <a:cubicBezTo>
                    <a:pt x="2001" y="286"/>
                    <a:pt x="1977" y="274"/>
                    <a:pt x="1965" y="250"/>
                  </a:cubicBezTo>
                  <a:lnTo>
                    <a:pt x="1893" y="202"/>
                  </a:lnTo>
                  <a:lnTo>
                    <a:pt x="1810" y="155"/>
                  </a:lnTo>
                  <a:cubicBezTo>
                    <a:pt x="1786" y="143"/>
                    <a:pt x="1751" y="119"/>
                    <a:pt x="1715" y="107"/>
                  </a:cubicBezTo>
                  <a:cubicBezTo>
                    <a:pt x="1679" y="95"/>
                    <a:pt x="1631" y="71"/>
                    <a:pt x="1596" y="60"/>
                  </a:cubicBezTo>
                  <a:cubicBezTo>
                    <a:pt x="1512" y="36"/>
                    <a:pt x="1429" y="12"/>
                    <a:pt x="1346" y="12"/>
                  </a:cubicBezTo>
                  <a:cubicBezTo>
                    <a:pt x="1298" y="0"/>
                    <a:pt x="1262" y="0"/>
                    <a:pt x="121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0" name="Google Shape;1010;p11"/>
            <p:cNvSpPr/>
            <p:nvPr/>
          </p:nvSpPr>
          <p:spPr>
            <a:xfrm>
              <a:off x="3688772" y="-169612"/>
              <a:ext cx="142572" cy="125041"/>
            </a:xfrm>
            <a:custGeom>
              <a:avLst/>
              <a:gdLst/>
              <a:ahLst/>
              <a:cxnLst/>
              <a:rect l="l" t="t" r="r" b="b"/>
              <a:pathLst>
                <a:path w="4359" h="3823" extrusionOk="0">
                  <a:moveTo>
                    <a:pt x="1144" y="0"/>
                  </a:moveTo>
                  <a:cubicBezTo>
                    <a:pt x="513" y="0"/>
                    <a:pt x="1" y="512"/>
                    <a:pt x="1" y="1131"/>
                  </a:cubicBezTo>
                  <a:lnTo>
                    <a:pt x="1" y="2679"/>
                  </a:lnTo>
                  <a:cubicBezTo>
                    <a:pt x="1" y="3310"/>
                    <a:pt x="513" y="3810"/>
                    <a:pt x="1144" y="3822"/>
                  </a:cubicBezTo>
                  <a:lnTo>
                    <a:pt x="3227" y="3822"/>
                  </a:lnTo>
                  <a:cubicBezTo>
                    <a:pt x="3846" y="3810"/>
                    <a:pt x="4358" y="3310"/>
                    <a:pt x="4358" y="2679"/>
                  </a:cubicBezTo>
                  <a:lnTo>
                    <a:pt x="4358" y="1131"/>
                  </a:lnTo>
                  <a:cubicBezTo>
                    <a:pt x="4358" y="512"/>
                    <a:pt x="3846" y="0"/>
                    <a:pt x="3227" y="0"/>
                  </a:cubicBezTo>
                  <a:close/>
                </a:path>
              </a:pathLst>
            </a:custGeom>
            <a:solidFill>
              <a:srgbClr val="821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1" name="Google Shape;1011;p11"/>
            <p:cNvSpPr/>
            <p:nvPr/>
          </p:nvSpPr>
          <p:spPr>
            <a:xfrm>
              <a:off x="3688772" y="277825"/>
              <a:ext cx="142572" cy="124648"/>
            </a:xfrm>
            <a:custGeom>
              <a:avLst/>
              <a:gdLst/>
              <a:ahLst/>
              <a:cxnLst/>
              <a:rect l="l" t="t" r="r" b="b"/>
              <a:pathLst>
                <a:path w="4359" h="3811" extrusionOk="0">
                  <a:moveTo>
                    <a:pt x="1144" y="0"/>
                  </a:moveTo>
                  <a:cubicBezTo>
                    <a:pt x="513" y="0"/>
                    <a:pt x="1" y="512"/>
                    <a:pt x="1" y="1132"/>
                  </a:cubicBezTo>
                  <a:lnTo>
                    <a:pt x="1" y="2679"/>
                  </a:lnTo>
                  <a:cubicBezTo>
                    <a:pt x="1" y="3310"/>
                    <a:pt x="513" y="3810"/>
                    <a:pt x="1144" y="3810"/>
                  </a:cubicBezTo>
                  <a:lnTo>
                    <a:pt x="3227" y="3810"/>
                  </a:lnTo>
                  <a:cubicBezTo>
                    <a:pt x="3846" y="3810"/>
                    <a:pt x="4358" y="3310"/>
                    <a:pt x="4358" y="2679"/>
                  </a:cubicBezTo>
                  <a:lnTo>
                    <a:pt x="4358" y="1132"/>
                  </a:lnTo>
                  <a:cubicBezTo>
                    <a:pt x="4358" y="512"/>
                    <a:pt x="3846" y="0"/>
                    <a:pt x="3227" y="0"/>
                  </a:cubicBezTo>
                  <a:close/>
                </a:path>
              </a:pathLst>
            </a:custGeom>
            <a:solidFill>
              <a:srgbClr val="821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2" name="Google Shape;1012;p11"/>
            <p:cNvSpPr/>
            <p:nvPr/>
          </p:nvSpPr>
          <p:spPr>
            <a:xfrm>
              <a:off x="3711766" y="-148189"/>
              <a:ext cx="80231" cy="529240"/>
            </a:xfrm>
            <a:custGeom>
              <a:avLst/>
              <a:gdLst/>
              <a:ahLst/>
              <a:cxnLst/>
              <a:rect l="l" t="t" r="r" b="b"/>
              <a:pathLst>
                <a:path w="2453" h="16181" extrusionOk="0">
                  <a:moveTo>
                    <a:pt x="1226" y="0"/>
                  </a:moveTo>
                  <a:cubicBezTo>
                    <a:pt x="917" y="0"/>
                    <a:pt x="631" y="107"/>
                    <a:pt x="405" y="310"/>
                  </a:cubicBezTo>
                  <a:lnTo>
                    <a:pt x="381" y="333"/>
                  </a:lnTo>
                  <a:cubicBezTo>
                    <a:pt x="357" y="369"/>
                    <a:pt x="322" y="393"/>
                    <a:pt x="286" y="429"/>
                  </a:cubicBezTo>
                  <a:cubicBezTo>
                    <a:pt x="274" y="452"/>
                    <a:pt x="250" y="476"/>
                    <a:pt x="238" y="500"/>
                  </a:cubicBezTo>
                  <a:cubicBezTo>
                    <a:pt x="214" y="524"/>
                    <a:pt x="191" y="560"/>
                    <a:pt x="179" y="595"/>
                  </a:cubicBezTo>
                  <a:cubicBezTo>
                    <a:pt x="155" y="631"/>
                    <a:pt x="131" y="655"/>
                    <a:pt x="119" y="691"/>
                  </a:cubicBezTo>
                  <a:cubicBezTo>
                    <a:pt x="107" y="726"/>
                    <a:pt x="95" y="750"/>
                    <a:pt x="83" y="786"/>
                  </a:cubicBezTo>
                  <a:cubicBezTo>
                    <a:pt x="60" y="833"/>
                    <a:pt x="48" y="869"/>
                    <a:pt x="36" y="917"/>
                  </a:cubicBezTo>
                  <a:cubicBezTo>
                    <a:pt x="36" y="941"/>
                    <a:pt x="24" y="964"/>
                    <a:pt x="12" y="1000"/>
                  </a:cubicBezTo>
                  <a:cubicBezTo>
                    <a:pt x="0" y="1072"/>
                    <a:pt x="0" y="1143"/>
                    <a:pt x="0" y="1226"/>
                  </a:cubicBezTo>
                  <a:lnTo>
                    <a:pt x="0" y="14954"/>
                  </a:lnTo>
                  <a:cubicBezTo>
                    <a:pt x="0" y="15633"/>
                    <a:pt x="548" y="16181"/>
                    <a:pt x="1215" y="16181"/>
                  </a:cubicBezTo>
                  <a:lnTo>
                    <a:pt x="1226" y="16181"/>
                  </a:lnTo>
                  <a:cubicBezTo>
                    <a:pt x="1310" y="16181"/>
                    <a:pt x="1393" y="16169"/>
                    <a:pt x="1476" y="16157"/>
                  </a:cubicBezTo>
                  <a:lnTo>
                    <a:pt x="1512" y="16145"/>
                  </a:lnTo>
                  <a:cubicBezTo>
                    <a:pt x="1584" y="16121"/>
                    <a:pt x="1655" y="16097"/>
                    <a:pt x="1715" y="16073"/>
                  </a:cubicBezTo>
                  <a:lnTo>
                    <a:pt x="1738" y="16073"/>
                  </a:lnTo>
                  <a:cubicBezTo>
                    <a:pt x="1881" y="16002"/>
                    <a:pt x="2012" y="15907"/>
                    <a:pt x="2119" y="15788"/>
                  </a:cubicBezTo>
                  <a:cubicBezTo>
                    <a:pt x="2334" y="15561"/>
                    <a:pt x="2441" y="15276"/>
                    <a:pt x="2453" y="14966"/>
                  </a:cubicBezTo>
                  <a:lnTo>
                    <a:pt x="2453" y="1226"/>
                  </a:lnTo>
                  <a:cubicBezTo>
                    <a:pt x="2453" y="548"/>
                    <a:pt x="1905" y="0"/>
                    <a:pt x="1226" y="0"/>
                  </a:cubicBezTo>
                  <a:close/>
                </a:path>
              </a:pathLst>
            </a:custGeom>
            <a:solidFill>
              <a:srgbClr val="272425">
                <a:alpha val="200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3" name="Google Shape;1013;p11"/>
            <p:cNvSpPr/>
            <p:nvPr/>
          </p:nvSpPr>
          <p:spPr>
            <a:xfrm>
              <a:off x="3723442" y="-148189"/>
              <a:ext cx="79087" cy="529240"/>
            </a:xfrm>
            <a:custGeom>
              <a:avLst/>
              <a:gdLst/>
              <a:ahLst/>
              <a:cxnLst/>
              <a:rect l="l" t="t" r="r" b="b"/>
              <a:pathLst>
                <a:path w="2418" h="16181" extrusionOk="0">
                  <a:moveTo>
                    <a:pt x="1131" y="0"/>
                  </a:moveTo>
                  <a:cubicBezTo>
                    <a:pt x="1048" y="0"/>
                    <a:pt x="965" y="24"/>
                    <a:pt x="881" y="48"/>
                  </a:cubicBezTo>
                  <a:cubicBezTo>
                    <a:pt x="834" y="60"/>
                    <a:pt x="786" y="71"/>
                    <a:pt x="738" y="83"/>
                  </a:cubicBezTo>
                  <a:cubicBezTo>
                    <a:pt x="715" y="107"/>
                    <a:pt x="679" y="119"/>
                    <a:pt x="643" y="131"/>
                  </a:cubicBezTo>
                  <a:cubicBezTo>
                    <a:pt x="608" y="155"/>
                    <a:pt x="596" y="167"/>
                    <a:pt x="572" y="179"/>
                  </a:cubicBezTo>
                  <a:cubicBezTo>
                    <a:pt x="536" y="202"/>
                    <a:pt x="524" y="214"/>
                    <a:pt x="500" y="226"/>
                  </a:cubicBezTo>
                  <a:cubicBezTo>
                    <a:pt x="477" y="238"/>
                    <a:pt x="453" y="262"/>
                    <a:pt x="429" y="274"/>
                  </a:cubicBezTo>
                  <a:lnTo>
                    <a:pt x="381" y="322"/>
                  </a:lnTo>
                  <a:lnTo>
                    <a:pt x="334" y="369"/>
                  </a:lnTo>
                  <a:cubicBezTo>
                    <a:pt x="322" y="381"/>
                    <a:pt x="298" y="393"/>
                    <a:pt x="286" y="417"/>
                  </a:cubicBezTo>
                  <a:lnTo>
                    <a:pt x="250" y="464"/>
                  </a:lnTo>
                  <a:lnTo>
                    <a:pt x="215" y="512"/>
                  </a:lnTo>
                  <a:lnTo>
                    <a:pt x="179" y="560"/>
                  </a:lnTo>
                  <a:cubicBezTo>
                    <a:pt x="179" y="572"/>
                    <a:pt x="167" y="583"/>
                    <a:pt x="155" y="607"/>
                  </a:cubicBezTo>
                  <a:cubicBezTo>
                    <a:pt x="143" y="619"/>
                    <a:pt x="131" y="631"/>
                    <a:pt x="131" y="655"/>
                  </a:cubicBezTo>
                  <a:cubicBezTo>
                    <a:pt x="119" y="667"/>
                    <a:pt x="119" y="679"/>
                    <a:pt x="107" y="703"/>
                  </a:cubicBezTo>
                  <a:lnTo>
                    <a:pt x="84" y="750"/>
                  </a:lnTo>
                  <a:cubicBezTo>
                    <a:pt x="84" y="762"/>
                    <a:pt x="72" y="774"/>
                    <a:pt x="72" y="786"/>
                  </a:cubicBezTo>
                  <a:lnTo>
                    <a:pt x="48" y="833"/>
                  </a:lnTo>
                  <a:lnTo>
                    <a:pt x="36" y="881"/>
                  </a:lnTo>
                  <a:lnTo>
                    <a:pt x="24" y="929"/>
                  </a:lnTo>
                  <a:cubicBezTo>
                    <a:pt x="24" y="953"/>
                    <a:pt x="12" y="964"/>
                    <a:pt x="12" y="976"/>
                  </a:cubicBezTo>
                  <a:cubicBezTo>
                    <a:pt x="12" y="1000"/>
                    <a:pt x="12" y="1012"/>
                    <a:pt x="12" y="1024"/>
                  </a:cubicBezTo>
                  <a:cubicBezTo>
                    <a:pt x="12" y="1048"/>
                    <a:pt x="12" y="1060"/>
                    <a:pt x="0" y="1072"/>
                  </a:cubicBezTo>
                  <a:lnTo>
                    <a:pt x="0" y="1119"/>
                  </a:lnTo>
                  <a:lnTo>
                    <a:pt x="0" y="1167"/>
                  </a:lnTo>
                  <a:lnTo>
                    <a:pt x="0" y="1214"/>
                  </a:lnTo>
                  <a:lnTo>
                    <a:pt x="0" y="14954"/>
                  </a:lnTo>
                  <a:lnTo>
                    <a:pt x="0" y="14990"/>
                  </a:lnTo>
                  <a:lnTo>
                    <a:pt x="0" y="15050"/>
                  </a:lnTo>
                  <a:lnTo>
                    <a:pt x="0" y="15097"/>
                  </a:lnTo>
                  <a:cubicBezTo>
                    <a:pt x="0" y="15109"/>
                    <a:pt x="0" y="15121"/>
                    <a:pt x="12" y="15145"/>
                  </a:cubicBezTo>
                  <a:cubicBezTo>
                    <a:pt x="12" y="15157"/>
                    <a:pt x="12" y="15169"/>
                    <a:pt x="12" y="15192"/>
                  </a:cubicBezTo>
                  <a:cubicBezTo>
                    <a:pt x="12" y="15204"/>
                    <a:pt x="12" y="15216"/>
                    <a:pt x="24" y="15240"/>
                  </a:cubicBezTo>
                  <a:cubicBezTo>
                    <a:pt x="36" y="15252"/>
                    <a:pt x="24" y="15276"/>
                    <a:pt x="36" y="15288"/>
                  </a:cubicBezTo>
                  <a:cubicBezTo>
                    <a:pt x="48" y="15300"/>
                    <a:pt x="48" y="15323"/>
                    <a:pt x="48" y="15335"/>
                  </a:cubicBezTo>
                  <a:cubicBezTo>
                    <a:pt x="60" y="15347"/>
                    <a:pt x="60" y="15371"/>
                    <a:pt x="72" y="15383"/>
                  </a:cubicBezTo>
                  <a:cubicBezTo>
                    <a:pt x="72" y="15407"/>
                    <a:pt x="84" y="15419"/>
                    <a:pt x="84" y="15431"/>
                  </a:cubicBezTo>
                  <a:cubicBezTo>
                    <a:pt x="96" y="15454"/>
                    <a:pt x="96" y="15466"/>
                    <a:pt x="107" y="15478"/>
                  </a:cubicBezTo>
                  <a:lnTo>
                    <a:pt x="131" y="15526"/>
                  </a:lnTo>
                  <a:lnTo>
                    <a:pt x="167" y="15585"/>
                  </a:lnTo>
                  <a:cubicBezTo>
                    <a:pt x="167" y="15597"/>
                    <a:pt x="179" y="15609"/>
                    <a:pt x="191" y="15633"/>
                  </a:cubicBezTo>
                  <a:cubicBezTo>
                    <a:pt x="203" y="15645"/>
                    <a:pt x="215" y="15669"/>
                    <a:pt x="227" y="15681"/>
                  </a:cubicBezTo>
                  <a:lnTo>
                    <a:pt x="262" y="15728"/>
                  </a:lnTo>
                  <a:lnTo>
                    <a:pt x="310" y="15776"/>
                  </a:lnTo>
                  <a:lnTo>
                    <a:pt x="357" y="15823"/>
                  </a:lnTo>
                  <a:lnTo>
                    <a:pt x="405" y="15871"/>
                  </a:lnTo>
                  <a:cubicBezTo>
                    <a:pt x="429" y="15895"/>
                    <a:pt x="453" y="15907"/>
                    <a:pt x="465" y="15931"/>
                  </a:cubicBezTo>
                  <a:lnTo>
                    <a:pt x="536" y="15978"/>
                  </a:lnTo>
                  <a:cubicBezTo>
                    <a:pt x="596" y="16014"/>
                    <a:pt x="655" y="16050"/>
                    <a:pt x="715" y="16073"/>
                  </a:cubicBezTo>
                  <a:cubicBezTo>
                    <a:pt x="762" y="16097"/>
                    <a:pt x="810" y="16109"/>
                    <a:pt x="846" y="16121"/>
                  </a:cubicBezTo>
                  <a:cubicBezTo>
                    <a:pt x="965" y="16157"/>
                    <a:pt x="1084" y="16181"/>
                    <a:pt x="1203" y="16181"/>
                  </a:cubicBezTo>
                  <a:lnTo>
                    <a:pt x="1215" y="16181"/>
                  </a:lnTo>
                  <a:cubicBezTo>
                    <a:pt x="1322" y="16181"/>
                    <a:pt x="1429" y="16169"/>
                    <a:pt x="1536" y="16133"/>
                  </a:cubicBezTo>
                  <a:cubicBezTo>
                    <a:pt x="1584" y="16121"/>
                    <a:pt x="1631" y="16109"/>
                    <a:pt x="1679" y="16085"/>
                  </a:cubicBezTo>
                  <a:cubicBezTo>
                    <a:pt x="1715" y="16073"/>
                    <a:pt x="1739" y="16062"/>
                    <a:pt x="1774" y="16038"/>
                  </a:cubicBezTo>
                  <a:lnTo>
                    <a:pt x="1858" y="15990"/>
                  </a:lnTo>
                  <a:lnTo>
                    <a:pt x="1929" y="15942"/>
                  </a:lnTo>
                  <a:cubicBezTo>
                    <a:pt x="1953" y="15931"/>
                    <a:pt x="1977" y="15919"/>
                    <a:pt x="1989" y="15907"/>
                  </a:cubicBezTo>
                  <a:lnTo>
                    <a:pt x="2048" y="15859"/>
                  </a:lnTo>
                  <a:lnTo>
                    <a:pt x="2096" y="15812"/>
                  </a:lnTo>
                  <a:lnTo>
                    <a:pt x="2143" y="15752"/>
                  </a:lnTo>
                  <a:cubicBezTo>
                    <a:pt x="2155" y="15740"/>
                    <a:pt x="2167" y="15728"/>
                    <a:pt x="2179" y="15704"/>
                  </a:cubicBezTo>
                  <a:cubicBezTo>
                    <a:pt x="2191" y="15692"/>
                    <a:pt x="2203" y="15681"/>
                    <a:pt x="2215" y="15657"/>
                  </a:cubicBezTo>
                  <a:cubicBezTo>
                    <a:pt x="2227" y="15645"/>
                    <a:pt x="2239" y="15633"/>
                    <a:pt x="2251" y="15609"/>
                  </a:cubicBezTo>
                  <a:lnTo>
                    <a:pt x="2274" y="15561"/>
                  </a:lnTo>
                  <a:lnTo>
                    <a:pt x="2298" y="15514"/>
                  </a:lnTo>
                  <a:cubicBezTo>
                    <a:pt x="2310" y="15502"/>
                    <a:pt x="2322" y="15478"/>
                    <a:pt x="2322" y="15466"/>
                  </a:cubicBezTo>
                  <a:cubicBezTo>
                    <a:pt x="2334" y="15454"/>
                    <a:pt x="2334" y="15431"/>
                    <a:pt x="2346" y="15419"/>
                  </a:cubicBezTo>
                  <a:cubicBezTo>
                    <a:pt x="2346" y="15407"/>
                    <a:pt x="2358" y="15383"/>
                    <a:pt x="2358" y="15371"/>
                  </a:cubicBezTo>
                  <a:cubicBezTo>
                    <a:pt x="2358" y="15359"/>
                    <a:pt x="2382" y="15335"/>
                    <a:pt x="2382" y="15323"/>
                  </a:cubicBezTo>
                  <a:cubicBezTo>
                    <a:pt x="2382" y="15311"/>
                    <a:pt x="2393" y="15288"/>
                    <a:pt x="2393" y="15276"/>
                  </a:cubicBezTo>
                  <a:lnTo>
                    <a:pt x="2405" y="15228"/>
                  </a:lnTo>
                  <a:lnTo>
                    <a:pt x="2417" y="15180"/>
                  </a:lnTo>
                  <a:cubicBezTo>
                    <a:pt x="2417" y="15157"/>
                    <a:pt x="2417" y="15145"/>
                    <a:pt x="2417" y="15133"/>
                  </a:cubicBezTo>
                  <a:lnTo>
                    <a:pt x="2417" y="15085"/>
                  </a:lnTo>
                  <a:lnTo>
                    <a:pt x="2417" y="15026"/>
                  </a:lnTo>
                  <a:lnTo>
                    <a:pt x="2417" y="14978"/>
                  </a:lnTo>
                  <a:lnTo>
                    <a:pt x="2417" y="14954"/>
                  </a:lnTo>
                  <a:lnTo>
                    <a:pt x="2417" y="1214"/>
                  </a:lnTo>
                  <a:lnTo>
                    <a:pt x="2417" y="1167"/>
                  </a:lnTo>
                  <a:lnTo>
                    <a:pt x="2417" y="1119"/>
                  </a:lnTo>
                  <a:lnTo>
                    <a:pt x="2417" y="1072"/>
                  </a:lnTo>
                  <a:cubicBezTo>
                    <a:pt x="2417" y="1060"/>
                    <a:pt x="2417" y="1036"/>
                    <a:pt x="2405" y="1024"/>
                  </a:cubicBezTo>
                  <a:lnTo>
                    <a:pt x="2405" y="976"/>
                  </a:lnTo>
                  <a:cubicBezTo>
                    <a:pt x="2405" y="964"/>
                    <a:pt x="2405" y="941"/>
                    <a:pt x="2393" y="929"/>
                  </a:cubicBezTo>
                  <a:cubicBezTo>
                    <a:pt x="2393" y="917"/>
                    <a:pt x="2393" y="893"/>
                    <a:pt x="2382" y="881"/>
                  </a:cubicBezTo>
                  <a:cubicBezTo>
                    <a:pt x="2382" y="869"/>
                    <a:pt x="2370" y="845"/>
                    <a:pt x="2370" y="833"/>
                  </a:cubicBezTo>
                  <a:lnTo>
                    <a:pt x="2346" y="786"/>
                  </a:lnTo>
                  <a:lnTo>
                    <a:pt x="2334" y="738"/>
                  </a:lnTo>
                  <a:cubicBezTo>
                    <a:pt x="2322" y="714"/>
                    <a:pt x="2310" y="703"/>
                    <a:pt x="2310" y="691"/>
                  </a:cubicBezTo>
                  <a:cubicBezTo>
                    <a:pt x="2298" y="667"/>
                    <a:pt x="2298" y="655"/>
                    <a:pt x="2286" y="643"/>
                  </a:cubicBezTo>
                  <a:lnTo>
                    <a:pt x="2251" y="595"/>
                  </a:lnTo>
                  <a:lnTo>
                    <a:pt x="2227" y="548"/>
                  </a:lnTo>
                  <a:cubicBezTo>
                    <a:pt x="2215" y="524"/>
                    <a:pt x="2203" y="512"/>
                    <a:pt x="2191" y="500"/>
                  </a:cubicBezTo>
                  <a:cubicBezTo>
                    <a:pt x="2179" y="476"/>
                    <a:pt x="2167" y="464"/>
                    <a:pt x="2155" y="452"/>
                  </a:cubicBezTo>
                  <a:lnTo>
                    <a:pt x="2108" y="393"/>
                  </a:lnTo>
                  <a:lnTo>
                    <a:pt x="2072" y="345"/>
                  </a:lnTo>
                  <a:lnTo>
                    <a:pt x="2012" y="298"/>
                  </a:lnTo>
                  <a:cubicBezTo>
                    <a:pt x="2001" y="286"/>
                    <a:pt x="1977" y="274"/>
                    <a:pt x="1953" y="250"/>
                  </a:cubicBezTo>
                  <a:lnTo>
                    <a:pt x="1893" y="202"/>
                  </a:lnTo>
                  <a:lnTo>
                    <a:pt x="1810" y="155"/>
                  </a:lnTo>
                  <a:cubicBezTo>
                    <a:pt x="1774" y="143"/>
                    <a:pt x="1739" y="119"/>
                    <a:pt x="1715" y="107"/>
                  </a:cubicBezTo>
                  <a:cubicBezTo>
                    <a:pt x="1667" y="95"/>
                    <a:pt x="1631" y="71"/>
                    <a:pt x="1584" y="60"/>
                  </a:cubicBezTo>
                  <a:cubicBezTo>
                    <a:pt x="1500" y="36"/>
                    <a:pt x="1417" y="12"/>
                    <a:pt x="1346" y="12"/>
                  </a:cubicBezTo>
                  <a:cubicBezTo>
                    <a:pt x="1298" y="0"/>
                    <a:pt x="1250" y="0"/>
                    <a:pt x="121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4" name="Google Shape;1014;p11"/>
            <p:cNvSpPr/>
            <p:nvPr/>
          </p:nvSpPr>
          <p:spPr>
            <a:xfrm>
              <a:off x="5312662" y="-169612"/>
              <a:ext cx="142572" cy="125041"/>
            </a:xfrm>
            <a:custGeom>
              <a:avLst/>
              <a:gdLst/>
              <a:ahLst/>
              <a:cxnLst/>
              <a:rect l="l" t="t" r="r" b="b"/>
              <a:pathLst>
                <a:path w="4359" h="3823" extrusionOk="0">
                  <a:moveTo>
                    <a:pt x="1132" y="0"/>
                  </a:moveTo>
                  <a:cubicBezTo>
                    <a:pt x="501" y="0"/>
                    <a:pt x="1" y="500"/>
                    <a:pt x="1" y="1131"/>
                  </a:cubicBezTo>
                  <a:lnTo>
                    <a:pt x="1" y="2679"/>
                  </a:lnTo>
                  <a:cubicBezTo>
                    <a:pt x="1" y="3310"/>
                    <a:pt x="501" y="3822"/>
                    <a:pt x="1132" y="3822"/>
                  </a:cubicBezTo>
                  <a:lnTo>
                    <a:pt x="3227" y="3822"/>
                  </a:lnTo>
                  <a:cubicBezTo>
                    <a:pt x="3846" y="3822"/>
                    <a:pt x="4358" y="3310"/>
                    <a:pt x="4358" y="2679"/>
                  </a:cubicBezTo>
                  <a:lnTo>
                    <a:pt x="4358" y="1131"/>
                  </a:lnTo>
                  <a:cubicBezTo>
                    <a:pt x="4358" y="500"/>
                    <a:pt x="3846" y="0"/>
                    <a:pt x="3227" y="0"/>
                  </a:cubicBezTo>
                  <a:close/>
                </a:path>
              </a:pathLst>
            </a:custGeom>
            <a:solidFill>
              <a:srgbClr val="821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5" name="Google Shape;1015;p11"/>
            <p:cNvSpPr/>
            <p:nvPr/>
          </p:nvSpPr>
          <p:spPr>
            <a:xfrm>
              <a:off x="5312662" y="277825"/>
              <a:ext cx="142572" cy="124648"/>
            </a:xfrm>
            <a:custGeom>
              <a:avLst/>
              <a:gdLst/>
              <a:ahLst/>
              <a:cxnLst/>
              <a:rect l="l" t="t" r="r" b="b"/>
              <a:pathLst>
                <a:path w="4359" h="3811" extrusionOk="0">
                  <a:moveTo>
                    <a:pt x="1144" y="0"/>
                  </a:moveTo>
                  <a:cubicBezTo>
                    <a:pt x="513" y="0"/>
                    <a:pt x="1" y="512"/>
                    <a:pt x="1" y="1132"/>
                  </a:cubicBezTo>
                  <a:lnTo>
                    <a:pt x="1" y="2679"/>
                  </a:lnTo>
                  <a:cubicBezTo>
                    <a:pt x="1" y="3310"/>
                    <a:pt x="513" y="3810"/>
                    <a:pt x="1144" y="3810"/>
                  </a:cubicBezTo>
                  <a:lnTo>
                    <a:pt x="3227" y="3810"/>
                  </a:lnTo>
                  <a:cubicBezTo>
                    <a:pt x="3846" y="3810"/>
                    <a:pt x="4358" y="3310"/>
                    <a:pt x="4358" y="2679"/>
                  </a:cubicBezTo>
                  <a:lnTo>
                    <a:pt x="4358" y="1132"/>
                  </a:lnTo>
                  <a:cubicBezTo>
                    <a:pt x="4358" y="512"/>
                    <a:pt x="3846" y="0"/>
                    <a:pt x="3227" y="0"/>
                  </a:cubicBezTo>
                  <a:close/>
                </a:path>
              </a:pathLst>
            </a:custGeom>
            <a:solidFill>
              <a:srgbClr val="821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6" name="Google Shape;1016;p11"/>
            <p:cNvSpPr/>
            <p:nvPr/>
          </p:nvSpPr>
          <p:spPr>
            <a:xfrm>
              <a:off x="5335655" y="-148189"/>
              <a:ext cx="79839" cy="529240"/>
            </a:xfrm>
            <a:custGeom>
              <a:avLst/>
              <a:gdLst/>
              <a:ahLst/>
              <a:cxnLst/>
              <a:rect l="l" t="t" r="r" b="b"/>
              <a:pathLst>
                <a:path w="2441" h="16181" extrusionOk="0">
                  <a:moveTo>
                    <a:pt x="1215" y="0"/>
                  </a:moveTo>
                  <a:cubicBezTo>
                    <a:pt x="917" y="0"/>
                    <a:pt x="631" y="119"/>
                    <a:pt x="405" y="310"/>
                  </a:cubicBezTo>
                  <a:lnTo>
                    <a:pt x="393" y="333"/>
                  </a:lnTo>
                  <a:cubicBezTo>
                    <a:pt x="357" y="369"/>
                    <a:pt x="322" y="393"/>
                    <a:pt x="298" y="429"/>
                  </a:cubicBezTo>
                  <a:cubicBezTo>
                    <a:pt x="274" y="452"/>
                    <a:pt x="262" y="476"/>
                    <a:pt x="238" y="500"/>
                  </a:cubicBezTo>
                  <a:cubicBezTo>
                    <a:pt x="214" y="524"/>
                    <a:pt x="191" y="560"/>
                    <a:pt x="179" y="595"/>
                  </a:cubicBezTo>
                  <a:cubicBezTo>
                    <a:pt x="155" y="631"/>
                    <a:pt x="143" y="655"/>
                    <a:pt x="119" y="691"/>
                  </a:cubicBezTo>
                  <a:cubicBezTo>
                    <a:pt x="107" y="726"/>
                    <a:pt x="95" y="750"/>
                    <a:pt x="84" y="786"/>
                  </a:cubicBezTo>
                  <a:cubicBezTo>
                    <a:pt x="72" y="833"/>
                    <a:pt x="48" y="869"/>
                    <a:pt x="36" y="917"/>
                  </a:cubicBezTo>
                  <a:cubicBezTo>
                    <a:pt x="36" y="941"/>
                    <a:pt x="24" y="964"/>
                    <a:pt x="24" y="1000"/>
                  </a:cubicBezTo>
                  <a:cubicBezTo>
                    <a:pt x="0" y="1072"/>
                    <a:pt x="0" y="1143"/>
                    <a:pt x="0" y="1226"/>
                  </a:cubicBezTo>
                  <a:lnTo>
                    <a:pt x="0" y="14954"/>
                  </a:lnTo>
                  <a:cubicBezTo>
                    <a:pt x="0" y="15633"/>
                    <a:pt x="548" y="16181"/>
                    <a:pt x="1215" y="16181"/>
                  </a:cubicBezTo>
                  <a:lnTo>
                    <a:pt x="1227" y="16181"/>
                  </a:lnTo>
                  <a:cubicBezTo>
                    <a:pt x="1310" y="16181"/>
                    <a:pt x="1393" y="16169"/>
                    <a:pt x="1477" y="16157"/>
                  </a:cubicBezTo>
                  <a:lnTo>
                    <a:pt x="1512" y="16145"/>
                  </a:lnTo>
                  <a:cubicBezTo>
                    <a:pt x="1584" y="16121"/>
                    <a:pt x="1655" y="16097"/>
                    <a:pt x="1715" y="16073"/>
                  </a:cubicBezTo>
                  <a:lnTo>
                    <a:pt x="1727" y="16073"/>
                  </a:lnTo>
                  <a:cubicBezTo>
                    <a:pt x="1881" y="16002"/>
                    <a:pt x="2012" y="15907"/>
                    <a:pt x="2119" y="15788"/>
                  </a:cubicBezTo>
                  <a:cubicBezTo>
                    <a:pt x="2322" y="15561"/>
                    <a:pt x="2441" y="15276"/>
                    <a:pt x="2441" y="14966"/>
                  </a:cubicBezTo>
                  <a:lnTo>
                    <a:pt x="2441" y="1226"/>
                  </a:lnTo>
                  <a:cubicBezTo>
                    <a:pt x="2441" y="548"/>
                    <a:pt x="1893" y="0"/>
                    <a:pt x="1215" y="0"/>
                  </a:cubicBezTo>
                  <a:close/>
                </a:path>
              </a:pathLst>
            </a:custGeom>
            <a:solidFill>
              <a:srgbClr val="272425">
                <a:alpha val="200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7" name="Google Shape;1017;p11"/>
            <p:cNvSpPr/>
            <p:nvPr/>
          </p:nvSpPr>
          <p:spPr>
            <a:xfrm>
              <a:off x="5346939" y="-148189"/>
              <a:ext cx="79872" cy="529240"/>
            </a:xfrm>
            <a:custGeom>
              <a:avLst/>
              <a:gdLst/>
              <a:ahLst/>
              <a:cxnLst/>
              <a:rect l="l" t="t" r="r" b="b"/>
              <a:pathLst>
                <a:path w="2442" h="16181" extrusionOk="0">
                  <a:moveTo>
                    <a:pt x="1143" y="0"/>
                  </a:moveTo>
                  <a:cubicBezTo>
                    <a:pt x="1060" y="0"/>
                    <a:pt x="965" y="24"/>
                    <a:pt x="882" y="48"/>
                  </a:cubicBezTo>
                  <a:cubicBezTo>
                    <a:pt x="846" y="60"/>
                    <a:pt x="798" y="71"/>
                    <a:pt x="751" y="83"/>
                  </a:cubicBezTo>
                  <a:cubicBezTo>
                    <a:pt x="715" y="107"/>
                    <a:pt x="691" y="119"/>
                    <a:pt x="655" y="131"/>
                  </a:cubicBezTo>
                  <a:cubicBezTo>
                    <a:pt x="620" y="155"/>
                    <a:pt x="596" y="167"/>
                    <a:pt x="572" y="179"/>
                  </a:cubicBezTo>
                  <a:cubicBezTo>
                    <a:pt x="548" y="202"/>
                    <a:pt x="524" y="214"/>
                    <a:pt x="501" y="226"/>
                  </a:cubicBezTo>
                  <a:lnTo>
                    <a:pt x="441" y="274"/>
                  </a:lnTo>
                  <a:lnTo>
                    <a:pt x="393" y="322"/>
                  </a:lnTo>
                  <a:cubicBezTo>
                    <a:pt x="370" y="333"/>
                    <a:pt x="358" y="357"/>
                    <a:pt x="346" y="369"/>
                  </a:cubicBezTo>
                  <a:cubicBezTo>
                    <a:pt x="334" y="381"/>
                    <a:pt x="310" y="393"/>
                    <a:pt x="298" y="417"/>
                  </a:cubicBezTo>
                  <a:cubicBezTo>
                    <a:pt x="286" y="429"/>
                    <a:pt x="274" y="441"/>
                    <a:pt x="262" y="464"/>
                  </a:cubicBezTo>
                  <a:lnTo>
                    <a:pt x="227" y="512"/>
                  </a:lnTo>
                  <a:lnTo>
                    <a:pt x="191" y="560"/>
                  </a:lnTo>
                  <a:lnTo>
                    <a:pt x="167" y="607"/>
                  </a:lnTo>
                  <a:lnTo>
                    <a:pt x="131" y="655"/>
                  </a:lnTo>
                  <a:lnTo>
                    <a:pt x="120" y="703"/>
                  </a:lnTo>
                  <a:cubicBezTo>
                    <a:pt x="120" y="714"/>
                    <a:pt x="96" y="726"/>
                    <a:pt x="96" y="750"/>
                  </a:cubicBezTo>
                  <a:cubicBezTo>
                    <a:pt x="84" y="762"/>
                    <a:pt x="84" y="774"/>
                    <a:pt x="72" y="786"/>
                  </a:cubicBezTo>
                  <a:lnTo>
                    <a:pt x="60" y="833"/>
                  </a:lnTo>
                  <a:lnTo>
                    <a:pt x="48" y="881"/>
                  </a:lnTo>
                  <a:cubicBezTo>
                    <a:pt x="48" y="905"/>
                    <a:pt x="36" y="917"/>
                    <a:pt x="36" y="929"/>
                  </a:cubicBezTo>
                  <a:cubicBezTo>
                    <a:pt x="24" y="953"/>
                    <a:pt x="24" y="964"/>
                    <a:pt x="24" y="976"/>
                  </a:cubicBezTo>
                  <a:lnTo>
                    <a:pt x="24" y="1024"/>
                  </a:lnTo>
                  <a:cubicBezTo>
                    <a:pt x="24" y="1048"/>
                    <a:pt x="24" y="1060"/>
                    <a:pt x="12" y="1072"/>
                  </a:cubicBezTo>
                  <a:cubicBezTo>
                    <a:pt x="0" y="1095"/>
                    <a:pt x="12" y="1107"/>
                    <a:pt x="12" y="1119"/>
                  </a:cubicBezTo>
                  <a:lnTo>
                    <a:pt x="12" y="1167"/>
                  </a:lnTo>
                  <a:lnTo>
                    <a:pt x="12" y="1214"/>
                  </a:lnTo>
                  <a:lnTo>
                    <a:pt x="12" y="14954"/>
                  </a:lnTo>
                  <a:cubicBezTo>
                    <a:pt x="12" y="14966"/>
                    <a:pt x="12" y="14978"/>
                    <a:pt x="12" y="14990"/>
                  </a:cubicBezTo>
                  <a:lnTo>
                    <a:pt x="12" y="15050"/>
                  </a:lnTo>
                  <a:cubicBezTo>
                    <a:pt x="12" y="15061"/>
                    <a:pt x="12" y="15073"/>
                    <a:pt x="12" y="15097"/>
                  </a:cubicBezTo>
                  <a:cubicBezTo>
                    <a:pt x="12" y="15109"/>
                    <a:pt x="12" y="15121"/>
                    <a:pt x="24" y="15145"/>
                  </a:cubicBezTo>
                  <a:cubicBezTo>
                    <a:pt x="24" y="15157"/>
                    <a:pt x="24" y="15169"/>
                    <a:pt x="24" y="15192"/>
                  </a:cubicBezTo>
                  <a:cubicBezTo>
                    <a:pt x="24" y="15204"/>
                    <a:pt x="24" y="15216"/>
                    <a:pt x="36" y="15240"/>
                  </a:cubicBezTo>
                  <a:cubicBezTo>
                    <a:pt x="36" y="15252"/>
                    <a:pt x="36" y="15276"/>
                    <a:pt x="48" y="15288"/>
                  </a:cubicBezTo>
                  <a:cubicBezTo>
                    <a:pt x="60" y="15300"/>
                    <a:pt x="48" y="15323"/>
                    <a:pt x="60" y="15335"/>
                  </a:cubicBezTo>
                  <a:lnTo>
                    <a:pt x="72" y="15383"/>
                  </a:lnTo>
                  <a:lnTo>
                    <a:pt x="96" y="15431"/>
                  </a:lnTo>
                  <a:cubicBezTo>
                    <a:pt x="96" y="15454"/>
                    <a:pt x="108" y="15466"/>
                    <a:pt x="120" y="15478"/>
                  </a:cubicBezTo>
                  <a:cubicBezTo>
                    <a:pt x="120" y="15502"/>
                    <a:pt x="131" y="15514"/>
                    <a:pt x="143" y="15526"/>
                  </a:cubicBezTo>
                  <a:cubicBezTo>
                    <a:pt x="143" y="15550"/>
                    <a:pt x="155" y="15561"/>
                    <a:pt x="167" y="15585"/>
                  </a:cubicBezTo>
                  <a:cubicBezTo>
                    <a:pt x="179" y="15597"/>
                    <a:pt x="191" y="15609"/>
                    <a:pt x="203" y="15633"/>
                  </a:cubicBezTo>
                  <a:cubicBezTo>
                    <a:pt x="203" y="15645"/>
                    <a:pt x="227" y="15657"/>
                    <a:pt x="239" y="15681"/>
                  </a:cubicBezTo>
                  <a:cubicBezTo>
                    <a:pt x="250" y="15692"/>
                    <a:pt x="262" y="15716"/>
                    <a:pt x="274" y="15728"/>
                  </a:cubicBezTo>
                  <a:cubicBezTo>
                    <a:pt x="286" y="15740"/>
                    <a:pt x="298" y="15764"/>
                    <a:pt x="310" y="15776"/>
                  </a:cubicBezTo>
                  <a:lnTo>
                    <a:pt x="358" y="15823"/>
                  </a:lnTo>
                  <a:lnTo>
                    <a:pt x="417" y="15871"/>
                  </a:lnTo>
                  <a:cubicBezTo>
                    <a:pt x="429" y="15895"/>
                    <a:pt x="453" y="15907"/>
                    <a:pt x="477" y="15931"/>
                  </a:cubicBezTo>
                  <a:lnTo>
                    <a:pt x="536" y="15978"/>
                  </a:lnTo>
                  <a:cubicBezTo>
                    <a:pt x="572" y="15990"/>
                    <a:pt x="596" y="16014"/>
                    <a:pt x="620" y="16026"/>
                  </a:cubicBezTo>
                  <a:cubicBezTo>
                    <a:pt x="655" y="16050"/>
                    <a:pt x="691" y="16062"/>
                    <a:pt x="727" y="16073"/>
                  </a:cubicBezTo>
                  <a:cubicBezTo>
                    <a:pt x="774" y="16097"/>
                    <a:pt x="810" y="16109"/>
                    <a:pt x="858" y="16121"/>
                  </a:cubicBezTo>
                  <a:cubicBezTo>
                    <a:pt x="977" y="16157"/>
                    <a:pt x="1096" y="16181"/>
                    <a:pt x="1215" y="16181"/>
                  </a:cubicBezTo>
                  <a:lnTo>
                    <a:pt x="1227" y="16181"/>
                  </a:lnTo>
                  <a:cubicBezTo>
                    <a:pt x="1334" y="16181"/>
                    <a:pt x="1441" y="16169"/>
                    <a:pt x="1548" y="16133"/>
                  </a:cubicBezTo>
                  <a:cubicBezTo>
                    <a:pt x="1584" y="16121"/>
                    <a:pt x="1632" y="16109"/>
                    <a:pt x="1679" y="16085"/>
                  </a:cubicBezTo>
                  <a:cubicBezTo>
                    <a:pt x="1715" y="16073"/>
                    <a:pt x="1751" y="16062"/>
                    <a:pt x="1786" y="16038"/>
                  </a:cubicBezTo>
                  <a:cubicBezTo>
                    <a:pt x="1822" y="16026"/>
                    <a:pt x="1834" y="16014"/>
                    <a:pt x="1870" y="15990"/>
                  </a:cubicBezTo>
                  <a:lnTo>
                    <a:pt x="1941" y="15942"/>
                  </a:lnTo>
                  <a:cubicBezTo>
                    <a:pt x="1953" y="15931"/>
                    <a:pt x="1977" y="15919"/>
                    <a:pt x="2001" y="15907"/>
                  </a:cubicBezTo>
                  <a:cubicBezTo>
                    <a:pt x="2025" y="15883"/>
                    <a:pt x="2036" y="15871"/>
                    <a:pt x="2048" y="15859"/>
                  </a:cubicBezTo>
                  <a:lnTo>
                    <a:pt x="2108" y="15812"/>
                  </a:lnTo>
                  <a:lnTo>
                    <a:pt x="2144" y="15752"/>
                  </a:lnTo>
                  <a:cubicBezTo>
                    <a:pt x="2155" y="15740"/>
                    <a:pt x="2167" y="15728"/>
                    <a:pt x="2179" y="15704"/>
                  </a:cubicBezTo>
                  <a:lnTo>
                    <a:pt x="2215" y="15657"/>
                  </a:lnTo>
                  <a:lnTo>
                    <a:pt x="2251" y="15609"/>
                  </a:lnTo>
                  <a:cubicBezTo>
                    <a:pt x="2263" y="15597"/>
                    <a:pt x="2275" y="15585"/>
                    <a:pt x="2286" y="15561"/>
                  </a:cubicBezTo>
                  <a:cubicBezTo>
                    <a:pt x="2286" y="15550"/>
                    <a:pt x="2298" y="15538"/>
                    <a:pt x="2310" y="15514"/>
                  </a:cubicBezTo>
                  <a:cubicBezTo>
                    <a:pt x="2310" y="15502"/>
                    <a:pt x="2322" y="15478"/>
                    <a:pt x="2334" y="15466"/>
                  </a:cubicBezTo>
                  <a:lnTo>
                    <a:pt x="2358" y="15419"/>
                  </a:lnTo>
                  <a:cubicBezTo>
                    <a:pt x="2358" y="15407"/>
                    <a:pt x="2370" y="15383"/>
                    <a:pt x="2370" y="15371"/>
                  </a:cubicBezTo>
                  <a:cubicBezTo>
                    <a:pt x="2370" y="15359"/>
                    <a:pt x="2382" y="15335"/>
                    <a:pt x="2394" y="15323"/>
                  </a:cubicBezTo>
                  <a:cubicBezTo>
                    <a:pt x="2394" y="15311"/>
                    <a:pt x="2394" y="15288"/>
                    <a:pt x="2406" y="15276"/>
                  </a:cubicBezTo>
                  <a:cubicBezTo>
                    <a:pt x="2406" y="15264"/>
                    <a:pt x="2406" y="15240"/>
                    <a:pt x="2417" y="15228"/>
                  </a:cubicBezTo>
                  <a:cubicBezTo>
                    <a:pt x="2417" y="15204"/>
                    <a:pt x="2417" y="15192"/>
                    <a:pt x="2417" y="15180"/>
                  </a:cubicBezTo>
                  <a:cubicBezTo>
                    <a:pt x="2429" y="15157"/>
                    <a:pt x="2417" y="15145"/>
                    <a:pt x="2429" y="15133"/>
                  </a:cubicBezTo>
                  <a:cubicBezTo>
                    <a:pt x="2441" y="15109"/>
                    <a:pt x="2429" y="15097"/>
                    <a:pt x="2429" y="15085"/>
                  </a:cubicBezTo>
                  <a:lnTo>
                    <a:pt x="2429" y="15026"/>
                  </a:lnTo>
                  <a:lnTo>
                    <a:pt x="2429" y="14978"/>
                  </a:lnTo>
                  <a:lnTo>
                    <a:pt x="2429" y="1214"/>
                  </a:lnTo>
                  <a:lnTo>
                    <a:pt x="2429" y="1167"/>
                  </a:lnTo>
                  <a:lnTo>
                    <a:pt x="2429" y="1119"/>
                  </a:lnTo>
                  <a:cubicBezTo>
                    <a:pt x="2429" y="1107"/>
                    <a:pt x="2429" y="1084"/>
                    <a:pt x="2429" y="1072"/>
                  </a:cubicBezTo>
                  <a:cubicBezTo>
                    <a:pt x="2417" y="1060"/>
                    <a:pt x="2417" y="1036"/>
                    <a:pt x="2417" y="1024"/>
                  </a:cubicBezTo>
                  <a:cubicBezTo>
                    <a:pt x="2417" y="1012"/>
                    <a:pt x="2417" y="988"/>
                    <a:pt x="2417" y="976"/>
                  </a:cubicBezTo>
                  <a:cubicBezTo>
                    <a:pt x="2417" y="964"/>
                    <a:pt x="2406" y="941"/>
                    <a:pt x="2406" y="929"/>
                  </a:cubicBezTo>
                  <a:cubicBezTo>
                    <a:pt x="2406" y="905"/>
                    <a:pt x="2406" y="893"/>
                    <a:pt x="2394" y="881"/>
                  </a:cubicBezTo>
                  <a:cubicBezTo>
                    <a:pt x="2394" y="869"/>
                    <a:pt x="2382" y="845"/>
                    <a:pt x="2382" y="833"/>
                  </a:cubicBezTo>
                  <a:cubicBezTo>
                    <a:pt x="2382" y="810"/>
                    <a:pt x="2370" y="798"/>
                    <a:pt x="2358" y="786"/>
                  </a:cubicBezTo>
                  <a:cubicBezTo>
                    <a:pt x="2358" y="762"/>
                    <a:pt x="2346" y="750"/>
                    <a:pt x="2346" y="738"/>
                  </a:cubicBezTo>
                  <a:cubicBezTo>
                    <a:pt x="2346" y="714"/>
                    <a:pt x="2322" y="703"/>
                    <a:pt x="2322" y="691"/>
                  </a:cubicBezTo>
                  <a:lnTo>
                    <a:pt x="2298" y="643"/>
                  </a:lnTo>
                  <a:cubicBezTo>
                    <a:pt x="2286" y="619"/>
                    <a:pt x="2275" y="607"/>
                    <a:pt x="2263" y="595"/>
                  </a:cubicBezTo>
                  <a:cubicBezTo>
                    <a:pt x="2263" y="572"/>
                    <a:pt x="2251" y="560"/>
                    <a:pt x="2239" y="548"/>
                  </a:cubicBezTo>
                  <a:lnTo>
                    <a:pt x="2203" y="500"/>
                  </a:lnTo>
                  <a:lnTo>
                    <a:pt x="2167" y="452"/>
                  </a:lnTo>
                  <a:lnTo>
                    <a:pt x="2120" y="393"/>
                  </a:lnTo>
                  <a:cubicBezTo>
                    <a:pt x="2108" y="381"/>
                    <a:pt x="2096" y="369"/>
                    <a:pt x="2072" y="345"/>
                  </a:cubicBezTo>
                  <a:lnTo>
                    <a:pt x="2025" y="298"/>
                  </a:lnTo>
                  <a:cubicBezTo>
                    <a:pt x="2001" y="286"/>
                    <a:pt x="1989" y="274"/>
                    <a:pt x="1965" y="250"/>
                  </a:cubicBezTo>
                  <a:lnTo>
                    <a:pt x="1894" y="202"/>
                  </a:lnTo>
                  <a:lnTo>
                    <a:pt x="1822" y="155"/>
                  </a:lnTo>
                  <a:cubicBezTo>
                    <a:pt x="1786" y="143"/>
                    <a:pt x="1751" y="119"/>
                    <a:pt x="1715" y="107"/>
                  </a:cubicBezTo>
                  <a:cubicBezTo>
                    <a:pt x="1679" y="95"/>
                    <a:pt x="1632" y="71"/>
                    <a:pt x="1596" y="60"/>
                  </a:cubicBezTo>
                  <a:cubicBezTo>
                    <a:pt x="1513" y="36"/>
                    <a:pt x="1429" y="12"/>
                    <a:pt x="1346" y="12"/>
                  </a:cubicBezTo>
                  <a:cubicBezTo>
                    <a:pt x="1310" y="0"/>
                    <a:pt x="1263" y="0"/>
                    <a:pt x="121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8" name="Google Shape;1018;p11"/>
            <p:cNvSpPr/>
            <p:nvPr/>
          </p:nvSpPr>
          <p:spPr>
            <a:xfrm>
              <a:off x="4941924" y="-169612"/>
              <a:ext cx="142964" cy="125041"/>
            </a:xfrm>
            <a:custGeom>
              <a:avLst/>
              <a:gdLst/>
              <a:ahLst/>
              <a:cxnLst/>
              <a:rect l="l" t="t" r="r" b="b"/>
              <a:pathLst>
                <a:path w="4371" h="3823" extrusionOk="0">
                  <a:moveTo>
                    <a:pt x="1144" y="0"/>
                  </a:moveTo>
                  <a:cubicBezTo>
                    <a:pt x="513" y="0"/>
                    <a:pt x="1" y="512"/>
                    <a:pt x="1" y="1131"/>
                  </a:cubicBezTo>
                  <a:lnTo>
                    <a:pt x="1" y="2679"/>
                  </a:lnTo>
                  <a:cubicBezTo>
                    <a:pt x="1" y="3310"/>
                    <a:pt x="513" y="3822"/>
                    <a:pt x="1144" y="3822"/>
                  </a:cubicBezTo>
                  <a:lnTo>
                    <a:pt x="3228" y="3822"/>
                  </a:lnTo>
                  <a:cubicBezTo>
                    <a:pt x="3859" y="3810"/>
                    <a:pt x="4371" y="3310"/>
                    <a:pt x="4371" y="2679"/>
                  </a:cubicBezTo>
                  <a:lnTo>
                    <a:pt x="4359" y="1131"/>
                  </a:lnTo>
                  <a:cubicBezTo>
                    <a:pt x="4359" y="512"/>
                    <a:pt x="3847" y="0"/>
                    <a:pt x="3228" y="0"/>
                  </a:cubicBezTo>
                  <a:close/>
                </a:path>
              </a:pathLst>
            </a:custGeom>
            <a:solidFill>
              <a:srgbClr val="821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9" name="Google Shape;1019;p11"/>
            <p:cNvSpPr/>
            <p:nvPr/>
          </p:nvSpPr>
          <p:spPr>
            <a:xfrm>
              <a:off x="4942316" y="277825"/>
              <a:ext cx="142572" cy="124648"/>
            </a:xfrm>
            <a:custGeom>
              <a:avLst/>
              <a:gdLst/>
              <a:ahLst/>
              <a:cxnLst/>
              <a:rect l="l" t="t" r="r" b="b"/>
              <a:pathLst>
                <a:path w="4359" h="3811" extrusionOk="0">
                  <a:moveTo>
                    <a:pt x="1132" y="0"/>
                  </a:moveTo>
                  <a:cubicBezTo>
                    <a:pt x="513" y="0"/>
                    <a:pt x="1" y="512"/>
                    <a:pt x="1" y="1132"/>
                  </a:cubicBezTo>
                  <a:lnTo>
                    <a:pt x="1" y="2679"/>
                  </a:lnTo>
                  <a:cubicBezTo>
                    <a:pt x="1" y="3310"/>
                    <a:pt x="513" y="3810"/>
                    <a:pt x="1132" y="3810"/>
                  </a:cubicBezTo>
                  <a:lnTo>
                    <a:pt x="3216" y="3810"/>
                  </a:lnTo>
                  <a:cubicBezTo>
                    <a:pt x="3847" y="3810"/>
                    <a:pt x="4359" y="3310"/>
                    <a:pt x="4359" y="2679"/>
                  </a:cubicBezTo>
                  <a:lnTo>
                    <a:pt x="4359" y="1132"/>
                  </a:lnTo>
                  <a:cubicBezTo>
                    <a:pt x="4359" y="512"/>
                    <a:pt x="3847" y="0"/>
                    <a:pt x="3216" y="0"/>
                  </a:cubicBezTo>
                  <a:close/>
                </a:path>
              </a:pathLst>
            </a:custGeom>
            <a:solidFill>
              <a:srgbClr val="821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0" name="Google Shape;1020;p11"/>
            <p:cNvSpPr/>
            <p:nvPr/>
          </p:nvSpPr>
          <p:spPr>
            <a:xfrm>
              <a:off x="4965309" y="-148189"/>
              <a:ext cx="79872" cy="529240"/>
            </a:xfrm>
            <a:custGeom>
              <a:avLst/>
              <a:gdLst/>
              <a:ahLst/>
              <a:cxnLst/>
              <a:rect l="l" t="t" r="r" b="b"/>
              <a:pathLst>
                <a:path w="2442" h="16181" extrusionOk="0">
                  <a:moveTo>
                    <a:pt x="1227" y="0"/>
                  </a:moveTo>
                  <a:cubicBezTo>
                    <a:pt x="917" y="0"/>
                    <a:pt x="631" y="119"/>
                    <a:pt x="405" y="310"/>
                  </a:cubicBezTo>
                  <a:lnTo>
                    <a:pt x="393" y="333"/>
                  </a:lnTo>
                  <a:cubicBezTo>
                    <a:pt x="358" y="369"/>
                    <a:pt x="322" y="393"/>
                    <a:pt x="298" y="429"/>
                  </a:cubicBezTo>
                  <a:cubicBezTo>
                    <a:pt x="274" y="452"/>
                    <a:pt x="262" y="476"/>
                    <a:pt x="238" y="500"/>
                  </a:cubicBezTo>
                  <a:cubicBezTo>
                    <a:pt x="215" y="524"/>
                    <a:pt x="191" y="560"/>
                    <a:pt x="179" y="595"/>
                  </a:cubicBezTo>
                  <a:cubicBezTo>
                    <a:pt x="155" y="631"/>
                    <a:pt x="143" y="655"/>
                    <a:pt x="119" y="691"/>
                  </a:cubicBezTo>
                  <a:cubicBezTo>
                    <a:pt x="107" y="726"/>
                    <a:pt x="96" y="750"/>
                    <a:pt x="84" y="786"/>
                  </a:cubicBezTo>
                  <a:cubicBezTo>
                    <a:pt x="72" y="833"/>
                    <a:pt x="48" y="869"/>
                    <a:pt x="36" y="917"/>
                  </a:cubicBezTo>
                  <a:cubicBezTo>
                    <a:pt x="36" y="941"/>
                    <a:pt x="24" y="964"/>
                    <a:pt x="24" y="1000"/>
                  </a:cubicBezTo>
                  <a:cubicBezTo>
                    <a:pt x="0" y="1072"/>
                    <a:pt x="0" y="1143"/>
                    <a:pt x="0" y="1226"/>
                  </a:cubicBezTo>
                  <a:lnTo>
                    <a:pt x="0" y="14954"/>
                  </a:lnTo>
                  <a:cubicBezTo>
                    <a:pt x="0" y="15633"/>
                    <a:pt x="548" y="16181"/>
                    <a:pt x="1227" y="16181"/>
                  </a:cubicBezTo>
                  <a:cubicBezTo>
                    <a:pt x="1310" y="16181"/>
                    <a:pt x="1393" y="16169"/>
                    <a:pt x="1477" y="16157"/>
                  </a:cubicBezTo>
                  <a:lnTo>
                    <a:pt x="1512" y="16145"/>
                  </a:lnTo>
                  <a:cubicBezTo>
                    <a:pt x="1584" y="16121"/>
                    <a:pt x="1643" y="16097"/>
                    <a:pt x="1715" y="16073"/>
                  </a:cubicBezTo>
                  <a:lnTo>
                    <a:pt x="1727" y="16073"/>
                  </a:lnTo>
                  <a:cubicBezTo>
                    <a:pt x="1882" y="16002"/>
                    <a:pt x="2012" y="15907"/>
                    <a:pt x="2120" y="15788"/>
                  </a:cubicBezTo>
                  <a:cubicBezTo>
                    <a:pt x="2322" y="15561"/>
                    <a:pt x="2441" y="15276"/>
                    <a:pt x="2441" y="14966"/>
                  </a:cubicBezTo>
                  <a:lnTo>
                    <a:pt x="2441" y="1226"/>
                  </a:lnTo>
                  <a:cubicBezTo>
                    <a:pt x="2441" y="548"/>
                    <a:pt x="1893" y="0"/>
                    <a:pt x="1227" y="0"/>
                  </a:cubicBezTo>
                  <a:close/>
                </a:path>
              </a:pathLst>
            </a:custGeom>
            <a:solidFill>
              <a:srgbClr val="272425">
                <a:alpha val="200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1" name="Google Shape;1021;p11"/>
            <p:cNvSpPr/>
            <p:nvPr/>
          </p:nvSpPr>
          <p:spPr>
            <a:xfrm>
              <a:off x="4977378" y="-148189"/>
              <a:ext cx="78694" cy="529240"/>
            </a:xfrm>
            <a:custGeom>
              <a:avLst/>
              <a:gdLst/>
              <a:ahLst/>
              <a:cxnLst/>
              <a:rect l="l" t="t" r="r" b="b"/>
              <a:pathLst>
                <a:path w="2406" h="16181" extrusionOk="0">
                  <a:moveTo>
                    <a:pt x="1132" y="0"/>
                  </a:moveTo>
                  <a:cubicBezTo>
                    <a:pt x="1036" y="0"/>
                    <a:pt x="953" y="24"/>
                    <a:pt x="870" y="48"/>
                  </a:cubicBezTo>
                  <a:cubicBezTo>
                    <a:pt x="822" y="60"/>
                    <a:pt x="774" y="71"/>
                    <a:pt x="739" y="83"/>
                  </a:cubicBezTo>
                  <a:cubicBezTo>
                    <a:pt x="703" y="107"/>
                    <a:pt x="667" y="119"/>
                    <a:pt x="631" y="131"/>
                  </a:cubicBezTo>
                  <a:cubicBezTo>
                    <a:pt x="608" y="155"/>
                    <a:pt x="584" y="167"/>
                    <a:pt x="560" y="179"/>
                  </a:cubicBezTo>
                  <a:cubicBezTo>
                    <a:pt x="536" y="202"/>
                    <a:pt x="512" y="214"/>
                    <a:pt x="489" y="226"/>
                  </a:cubicBezTo>
                  <a:cubicBezTo>
                    <a:pt x="465" y="238"/>
                    <a:pt x="441" y="262"/>
                    <a:pt x="429" y="274"/>
                  </a:cubicBezTo>
                  <a:lnTo>
                    <a:pt x="370" y="322"/>
                  </a:lnTo>
                  <a:lnTo>
                    <a:pt x="322" y="369"/>
                  </a:lnTo>
                  <a:cubicBezTo>
                    <a:pt x="310" y="381"/>
                    <a:pt x="298" y="393"/>
                    <a:pt x="286" y="417"/>
                  </a:cubicBezTo>
                  <a:lnTo>
                    <a:pt x="239" y="464"/>
                  </a:lnTo>
                  <a:lnTo>
                    <a:pt x="203" y="512"/>
                  </a:lnTo>
                  <a:lnTo>
                    <a:pt x="179" y="560"/>
                  </a:lnTo>
                  <a:cubicBezTo>
                    <a:pt x="167" y="572"/>
                    <a:pt x="155" y="583"/>
                    <a:pt x="143" y="607"/>
                  </a:cubicBezTo>
                  <a:cubicBezTo>
                    <a:pt x="131" y="619"/>
                    <a:pt x="131" y="631"/>
                    <a:pt x="119" y="655"/>
                  </a:cubicBezTo>
                  <a:cubicBezTo>
                    <a:pt x="108" y="667"/>
                    <a:pt x="108" y="679"/>
                    <a:pt x="96" y="703"/>
                  </a:cubicBezTo>
                  <a:lnTo>
                    <a:pt x="72" y="750"/>
                  </a:lnTo>
                  <a:cubicBezTo>
                    <a:pt x="72" y="762"/>
                    <a:pt x="60" y="774"/>
                    <a:pt x="60" y="786"/>
                  </a:cubicBezTo>
                  <a:lnTo>
                    <a:pt x="36" y="833"/>
                  </a:lnTo>
                  <a:lnTo>
                    <a:pt x="24" y="881"/>
                  </a:lnTo>
                  <a:cubicBezTo>
                    <a:pt x="24" y="905"/>
                    <a:pt x="12" y="917"/>
                    <a:pt x="12" y="929"/>
                  </a:cubicBezTo>
                  <a:cubicBezTo>
                    <a:pt x="12" y="953"/>
                    <a:pt x="0" y="964"/>
                    <a:pt x="0" y="976"/>
                  </a:cubicBezTo>
                  <a:lnTo>
                    <a:pt x="0" y="1024"/>
                  </a:lnTo>
                  <a:lnTo>
                    <a:pt x="0" y="1072"/>
                  </a:lnTo>
                  <a:lnTo>
                    <a:pt x="0" y="1119"/>
                  </a:lnTo>
                  <a:lnTo>
                    <a:pt x="0" y="1167"/>
                  </a:lnTo>
                  <a:lnTo>
                    <a:pt x="0" y="1214"/>
                  </a:lnTo>
                  <a:lnTo>
                    <a:pt x="0" y="14954"/>
                  </a:lnTo>
                  <a:lnTo>
                    <a:pt x="0" y="14990"/>
                  </a:lnTo>
                  <a:lnTo>
                    <a:pt x="0" y="15050"/>
                  </a:lnTo>
                  <a:lnTo>
                    <a:pt x="0" y="15097"/>
                  </a:lnTo>
                  <a:lnTo>
                    <a:pt x="0" y="15145"/>
                  </a:lnTo>
                  <a:lnTo>
                    <a:pt x="0" y="15192"/>
                  </a:lnTo>
                  <a:cubicBezTo>
                    <a:pt x="0" y="15204"/>
                    <a:pt x="12" y="15216"/>
                    <a:pt x="12" y="15240"/>
                  </a:cubicBezTo>
                  <a:cubicBezTo>
                    <a:pt x="24" y="15252"/>
                    <a:pt x="12" y="15276"/>
                    <a:pt x="24" y="15288"/>
                  </a:cubicBezTo>
                  <a:cubicBezTo>
                    <a:pt x="36" y="15300"/>
                    <a:pt x="36" y="15323"/>
                    <a:pt x="36" y="15335"/>
                  </a:cubicBezTo>
                  <a:cubicBezTo>
                    <a:pt x="48" y="15347"/>
                    <a:pt x="48" y="15371"/>
                    <a:pt x="60" y="15383"/>
                  </a:cubicBezTo>
                  <a:cubicBezTo>
                    <a:pt x="60" y="15407"/>
                    <a:pt x="72" y="15419"/>
                    <a:pt x="72" y="15431"/>
                  </a:cubicBezTo>
                  <a:cubicBezTo>
                    <a:pt x="84" y="15454"/>
                    <a:pt x="96" y="15466"/>
                    <a:pt x="96" y="15478"/>
                  </a:cubicBezTo>
                  <a:cubicBezTo>
                    <a:pt x="108" y="15502"/>
                    <a:pt x="119" y="15514"/>
                    <a:pt x="119" y="15526"/>
                  </a:cubicBezTo>
                  <a:cubicBezTo>
                    <a:pt x="131" y="15550"/>
                    <a:pt x="143" y="15561"/>
                    <a:pt x="155" y="15585"/>
                  </a:cubicBezTo>
                  <a:cubicBezTo>
                    <a:pt x="167" y="15597"/>
                    <a:pt x="167" y="15609"/>
                    <a:pt x="179" y="15633"/>
                  </a:cubicBezTo>
                  <a:cubicBezTo>
                    <a:pt x="191" y="15645"/>
                    <a:pt x="203" y="15669"/>
                    <a:pt x="215" y="15681"/>
                  </a:cubicBezTo>
                  <a:lnTo>
                    <a:pt x="250" y="15728"/>
                  </a:lnTo>
                  <a:lnTo>
                    <a:pt x="298" y="15776"/>
                  </a:lnTo>
                  <a:lnTo>
                    <a:pt x="346" y="15823"/>
                  </a:lnTo>
                  <a:lnTo>
                    <a:pt x="393" y="15871"/>
                  </a:lnTo>
                  <a:cubicBezTo>
                    <a:pt x="417" y="15895"/>
                    <a:pt x="441" y="15907"/>
                    <a:pt x="453" y="15931"/>
                  </a:cubicBezTo>
                  <a:lnTo>
                    <a:pt x="524" y="15978"/>
                  </a:lnTo>
                  <a:cubicBezTo>
                    <a:pt x="584" y="16014"/>
                    <a:pt x="643" y="16050"/>
                    <a:pt x="715" y="16073"/>
                  </a:cubicBezTo>
                  <a:cubicBezTo>
                    <a:pt x="751" y="16097"/>
                    <a:pt x="798" y="16109"/>
                    <a:pt x="846" y="16121"/>
                  </a:cubicBezTo>
                  <a:cubicBezTo>
                    <a:pt x="953" y="16157"/>
                    <a:pt x="1072" y="16181"/>
                    <a:pt x="1191" y="16181"/>
                  </a:cubicBezTo>
                  <a:lnTo>
                    <a:pt x="1203" y="16181"/>
                  </a:lnTo>
                  <a:cubicBezTo>
                    <a:pt x="1310" y="16181"/>
                    <a:pt x="1417" y="16169"/>
                    <a:pt x="1524" y="16133"/>
                  </a:cubicBezTo>
                  <a:cubicBezTo>
                    <a:pt x="1572" y="16121"/>
                    <a:pt x="1620" y="16109"/>
                    <a:pt x="1667" y="16085"/>
                  </a:cubicBezTo>
                  <a:cubicBezTo>
                    <a:pt x="1703" y="16073"/>
                    <a:pt x="1739" y="16062"/>
                    <a:pt x="1763" y="16038"/>
                  </a:cubicBezTo>
                  <a:lnTo>
                    <a:pt x="1846" y="15990"/>
                  </a:lnTo>
                  <a:lnTo>
                    <a:pt x="1917" y="15942"/>
                  </a:lnTo>
                  <a:cubicBezTo>
                    <a:pt x="1941" y="15931"/>
                    <a:pt x="1965" y="15919"/>
                    <a:pt x="1989" y="15907"/>
                  </a:cubicBezTo>
                  <a:lnTo>
                    <a:pt x="2036" y="15859"/>
                  </a:lnTo>
                  <a:lnTo>
                    <a:pt x="2084" y="15812"/>
                  </a:lnTo>
                  <a:lnTo>
                    <a:pt x="2132" y="15752"/>
                  </a:lnTo>
                  <a:cubicBezTo>
                    <a:pt x="2144" y="15740"/>
                    <a:pt x="2155" y="15728"/>
                    <a:pt x="2167" y="15704"/>
                  </a:cubicBezTo>
                  <a:cubicBezTo>
                    <a:pt x="2179" y="15692"/>
                    <a:pt x="2191" y="15681"/>
                    <a:pt x="2203" y="15657"/>
                  </a:cubicBezTo>
                  <a:lnTo>
                    <a:pt x="2239" y="15609"/>
                  </a:lnTo>
                  <a:lnTo>
                    <a:pt x="2263" y="15561"/>
                  </a:lnTo>
                  <a:cubicBezTo>
                    <a:pt x="2275" y="15550"/>
                    <a:pt x="2286" y="15538"/>
                    <a:pt x="2286" y="15514"/>
                  </a:cubicBezTo>
                  <a:cubicBezTo>
                    <a:pt x="2298" y="15502"/>
                    <a:pt x="2310" y="15478"/>
                    <a:pt x="2310" y="15466"/>
                  </a:cubicBezTo>
                  <a:cubicBezTo>
                    <a:pt x="2310" y="15454"/>
                    <a:pt x="2334" y="15431"/>
                    <a:pt x="2334" y="15419"/>
                  </a:cubicBezTo>
                  <a:cubicBezTo>
                    <a:pt x="2346" y="15407"/>
                    <a:pt x="2346" y="15383"/>
                    <a:pt x="2358" y="15371"/>
                  </a:cubicBezTo>
                  <a:cubicBezTo>
                    <a:pt x="2358" y="15359"/>
                    <a:pt x="2370" y="15335"/>
                    <a:pt x="2370" y="15323"/>
                  </a:cubicBezTo>
                  <a:lnTo>
                    <a:pt x="2382" y="15276"/>
                  </a:lnTo>
                  <a:cubicBezTo>
                    <a:pt x="2382" y="15264"/>
                    <a:pt x="2394" y="15240"/>
                    <a:pt x="2394" y="15228"/>
                  </a:cubicBezTo>
                  <a:lnTo>
                    <a:pt x="2405" y="15180"/>
                  </a:lnTo>
                  <a:cubicBezTo>
                    <a:pt x="2405" y="15157"/>
                    <a:pt x="2405" y="15145"/>
                    <a:pt x="2405" y="15133"/>
                  </a:cubicBezTo>
                  <a:lnTo>
                    <a:pt x="2405" y="15085"/>
                  </a:lnTo>
                  <a:lnTo>
                    <a:pt x="2405" y="15026"/>
                  </a:lnTo>
                  <a:lnTo>
                    <a:pt x="2405" y="14978"/>
                  </a:lnTo>
                  <a:lnTo>
                    <a:pt x="2405" y="14954"/>
                  </a:lnTo>
                  <a:lnTo>
                    <a:pt x="2405" y="1214"/>
                  </a:lnTo>
                  <a:lnTo>
                    <a:pt x="2405" y="1167"/>
                  </a:lnTo>
                  <a:lnTo>
                    <a:pt x="2405" y="1119"/>
                  </a:lnTo>
                  <a:lnTo>
                    <a:pt x="2405" y="1072"/>
                  </a:lnTo>
                  <a:cubicBezTo>
                    <a:pt x="2405" y="1060"/>
                    <a:pt x="2405" y="1036"/>
                    <a:pt x="2405" y="1024"/>
                  </a:cubicBezTo>
                  <a:lnTo>
                    <a:pt x="2405" y="976"/>
                  </a:lnTo>
                  <a:cubicBezTo>
                    <a:pt x="2405" y="964"/>
                    <a:pt x="2394" y="941"/>
                    <a:pt x="2394" y="929"/>
                  </a:cubicBezTo>
                  <a:cubicBezTo>
                    <a:pt x="2382" y="917"/>
                    <a:pt x="2382" y="893"/>
                    <a:pt x="2370" y="881"/>
                  </a:cubicBezTo>
                  <a:cubicBezTo>
                    <a:pt x="2370" y="869"/>
                    <a:pt x="2370" y="845"/>
                    <a:pt x="2358" y="833"/>
                  </a:cubicBezTo>
                  <a:lnTo>
                    <a:pt x="2346" y="786"/>
                  </a:lnTo>
                  <a:lnTo>
                    <a:pt x="2322" y="738"/>
                  </a:lnTo>
                  <a:cubicBezTo>
                    <a:pt x="2322" y="714"/>
                    <a:pt x="2310" y="703"/>
                    <a:pt x="2298" y="691"/>
                  </a:cubicBezTo>
                  <a:lnTo>
                    <a:pt x="2275" y="643"/>
                  </a:lnTo>
                  <a:lnTo>
                    <a:pt x="2251" y="595"/>
                  </a:lnTo>
                  <a:lnTo>
                    <a:pt x="2215" y="548"/>
                  </a:lnTo>
                  <a:cubicBezTo>
                    <a:pt x="2203" y="524"/>
                    <a:pt x="2191" y="512"/>
                    <a:pt x="2179" y="500"/>
                  </a:cubicBezTo>
                  <a:cubicBezTo>
                    <a:pt x="2167" y="476"/>
                    <a:pt x="2155" y="464"/>
                    <a:pt x="2144" y="452"/>
                  </a:cubicBezTo>
                  <a:lnTo>
                    <a:pt x="2108" y="393"/>
                  </a:lnTo>
                  <a:lnTo>
                    <a:pt x="2060" y="345"/>
                  </a:lnTo>
                  <a:lnTo>
                    <a:pt x="2001" y="298"/>
                  </a:lnTo>
                  <a:cubicBezTo>
                    <a:pt x="1989" y="286"/>
                    <a:pt x="1965" y="274"/>
                    <a:pt x="1941" y="250"/>
                  </a:cubicBezTo>
                  <a:lnTo>
                    <a:pt x="1882" y="202"/>
                  </a:lnTo>
                  <a:lnTo>
                    <a:pt x="1798" y="155"/>
                  </a:lnTo>
                  <a:cubicBezTo>
                    <a:pt x="1763" y="143"/>
                    <a:pt x="1739" y="119"/>
                    <a:pt x="1703" y="107"/>
                  </a:cubicBezTo>
                  <a:cubicBezTo>
                    <a:pt x="1655" y="95"/>
                    <a:pt x="1620" y="71"/>
                    <a:pt x="1572" y="60"/>
                  </a:cubicBezTo>
                  <a:cubicBezTo>
                    <a:pt x="1489" y="36"/>
                    <a:pt x="1417" y="12"/>
                    <a:pt x="1334" y="12"/>
                  </a:cubicBezTo>
                  <a:cubicBezTo>
                    <a:pt x="1286" y="0"/>
                    <a:pt x="1251" y="0"/>
                    <a:pt x="12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2" name="Google Shape;1022;p11"/>
            <p:cNvSpPr/>
            <p:nvPr/>
          </p:nvSpPr>
          <p:spPr>
            <a:xfrm>
              <a:off x="6566206" y="-169612"/>
              <a:ext cx="142572" cy="125041"/>
            </a:xfrm>
            <a:custGeom>
              <a:avLst/>
              <a:gdLst/>
              <a:ahLst/>
              <a:cxnLst/>
              <a:rect l="l" t="t" r="r" b="b"/>
              <a:pathLst>
                <a:path w="4359" h="3823" extrusionOk="0">
                  <a:moveTo>
                    <a:pt x="1132" y="0"/>
                  </a:moveTo>
                  <a:cubicBezTo>
                    <a:pt x="501" y="0"/>
                    <a:pt x="1" y="512"/>
                    <a:pt x="1" y="1131"/>
                  </a:cubicBezTo>
                  <a:lnTo>
                    <a:pt x="1" y="2679"/>
                  </a:lnTo>
                  <a:cubicBezTo>
                    <a:pt x="1" y="3310"/>
                    <a:pt x="501" y="3810"/>
                    <a:pt x="1132" y="3822"/>
                  </a:cubicBezTo>
                  <a:lnTo>
                    <a:pt x="3216" y="3822"/>
                  </a:lnTo>
                  <a:cubicBezTo>
                    <a:pt x="3847" y="3810"/>
                    <a:pt x="4359" y="3310"/>
                    <a:pt x="4359" y="2679"/>
                  </a:cubicBezTo>
                  <a:lnTo>
                    <a:pt x="4359" y="1131"/>
                  </a:lnTo>
                  <a:cubicBezTo>
                    <a:pt x="4359" y="512"/>
                    <a:pt x="3847" y="0"/>
                    <a:pt x="3216" y="0"/>
                  </a:cubicBezTo>
                  <a:close/>
                </a:path>
              </a:pathLst>
            </a:custGeom>
            <a:solidFill>
              <a:srgbClr val="821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3" name="Google Shape;1023;p11"/>
            <p:cNvSpPr/>
            <p:nvPr/>
          </p:nvSpPr>
          <p:spPr>
            <a:xfrm>
              <a:off x="6566206" y="277825"/>
              <a:ext cx="142572" cy="124648"/>
            </a:xfrm>
            <a:custGeom>
              <a:avLst/>
              <a:gdLst/>
              <a:ahLst/>
              <a:cxnLst/>
              <a:rect l="l" t="t" r="r" b="b"/>
              <a:pathLst>
                <a:path w="4359" h="3811" extrusionOk="0">
                  <a:moveTo>
                    <a:pt x="1132" y="0"/>
                  </a:moveTo>
                  <a:cubicBezTo>
                    <a:pt x="501" y="0"/>
                    <a:pt x="1" y="512"/>
                    <a:pt x="1" y="1132"/>
                  </a:cubicBezTo>
                  <a:lnTo>
                    <a:pt x="1" y="2679"/>
                  </a:lnTo>
                  <a:cubicBezTo>
                    <a:pt x="1" y="3310"/>
                    <a:pt x="501" y="3810"/>
                    <a:pt x="1132" y="3810"/>
                  </a:cubicBezTo>
                  <a:lnTo>
                    <a:pt x="3216" y="3810"/>
                  </a:lnTo>
                  <a:cubicBezTo>
                    <a:pt x="3847" y="3810"/>
                    <a:pt x="4359" y="3310"/>
                    <a:pt x="4359" y="2679"/>
                  </a:cubicBezTo>
                  <a:lnTo>
                    <a:pt x="4359" y="1132"/>
                  </a:lnTo>
                  <a:cubicBezTo>
                    <a:pt x="4359" y="512"/>
                    <a:pt x="3847" y="0"/>
                    <a:pt x="3216" y="0"/>
                  </a:cubicBezTo>
                  <a:close/>
                </a:path>
              </a:pathLst>
            </a:custGeom>
            <a:solidFill>
              <a:srgbClr val="821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4" name="Google Shape;1024;p11"/>
            <p:cNvSpPr/>
            <p:nvPr/>
          </p:nvSpPr>
          <p:spPr>
            <a:xfrm>
              <a:off x="6588806" y="-148189"/>
              <a:ext cx="80264" cy="529240"/>
            </a:xfrm>
            <a:custGeom>
              <a:avLst/>
              <a:gdLst/>
              <a:ahLst/>
              <a:cxnLst/>
              <a:rect l="l" t="t" r="r" b="b"/>
              <a:pathLst>
                <a:path w="2454" h="16181" extrusionOk="0">
                  <a:moveTo>
                    <a:pt x="1227" y="0"/>
                  </a:moveTo>
                  <a:cubicBezTo>
                    <a:pt x="929" y="0"/>
                    <a:pt x="643" y="119"/>
                    <a:pt x="417" y="310"/>
                  </a:cubicBezTo>
                  <a:lnTo>
                    <a:pt x="393" y="333"/>
                  </a:lnTo>
                  <a:cubicBezTo>
                    <a:pt x="370" y="369"/>
                    <a:pt x="334" y="393"/>
                    <a:pt x="298" y="429"/>
                  </a:cubicBezTo>
                  <a:cubicBezTo>
                    <a:pt x="286" y="452"/>
                    <a:pt x="262" y="476"/>
                    <a:pt x="251" y="500"/>
                  </a:cubicBezTo>
                  <a:cubicBezTo>
                    <a:pt x="227" y="524"/>
                    <a:pt x="203" y="560"/>
                    <a:pt x="179" y="595"/>
                  </a:cubicBezTo>
                  <a:cubicBezTo>
                    <a:pt x="167" y="631"/>
                    <a:pt x="143" y="655"/>
                    <a:pt x="131" y="691"/>
                  </a:cubicBezTo>
                  <a:cubicBezTo>
                    <a:pt x="120" y="726"/>
                    <a:pt x="108" y="750"/>
                    <a:pt x="96" y="786"/>
                  </a:cubicBezTo>
                  <a:cubicBezTo>
                    <a:pt x="72" y="833"/>
                    <a:pt x="60" y="869"/>
                    <a:pt x="48" y="917"/>
                  </a:cubicBezTo>
                  <a:cubicBezTo>
                    <a:pt x="36" y="941"/>
                    <a:pt x="36" y="964"/>
                    <a:pt x="24" y="1000"/>
                  </a:cubicBezTo>
                  <a:cubicBezTo>
                    <a:pt x="12" y="1072"/>
                    <a:pt x="0" y="1143"/>
                    <a:pt x="0" y="1226"/>
                  </a:cubicBezTo>
                  <a:lnTo>
                    <a:pt x="0" y="14954"/>
                  </a:lnTo>
                  <a:cubicBezTo>
                    <a:pt x="0" y="15633"/>
                    <a:pt x="548" y="16181"/>
                    <a:pt x="1227" y="16181"/>
                  </a:cubicBezTo>
                  <a:cubicBezTo>
                    <a:pt x="1322" y="16181"/>
                    <a:pt x="1405" y="16169"/>
                    <a:pt x="1489" y="16157"/>
                  </a:cubicBezTo>
                  <a:lnTo>
                    <a:pt x="1524" y="16145"/>
                  </a:lnTo>
                  <a:cubicBezTo>
                    <a:pt x="1596" y="16121"/>
                    <a:pt x="1655" y="16097"/>
                    <a:pt x="1727" y="16073"/>
                  </a:cubicBezTo>
                  <a:lnTo>
                    <a:pt x="1739" y="16073"/>
                  </a:lnTo>
                  <a:cubicBezTo>
                    <a:pt x="1882" y="16002"/>
                    <a:pt x="2013" y="15907"/>
                    <a:pt x="2132" y="15788"/>
                  </a:cubicBezTo>
                  <a:cubicBezTo>
                    <a:pt x="2334" y="15561"/>
                    <a:pt x="2453" y="15276"/>
                    <a:pt x="2453" y="14966"/>
                  </a:cubicBezTo>
                  <a:lnTo>
                    <a:pt x="2453" y="1226"/>
                  </a:lnTo>
                  <a:cubicBezTo>
                    <a:pt x="2453" y="548"/>
                    <a:pt x="1905" y="0"/>
                    <a:pt x="1227" y="0"/>
                  </a:cubicBezTo>
                  <a:close/>
                </a:path>
              </a:pathLst>
            </a:custGeom>
            <a:solidFill>
              <a:srgbClr val="272425">
                <a:alpha val="200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5" name="Google Shape;1025;p11"/>
            <p:cNvSpPr/>
            <p:nvPr/>
          </p:nvSpPr>
          <p:spPr>
            <a:xfrm>
              <a:off x="6600483" y="-148189"/>
              <a:ext cx="79872" cy="529240"/>
            </a:xfrm>
            <a:custGeom>
              <a:avLst/>
              <a:gdLst/>
              <a:ahLst/>
              <a:cxnLst/>
              <a:rect l="l" t="t" r="r" b="b"/>
              <a:pathLst>
                <a:path w="2442" h="16181" extrusionOk="0">
                  <a:moveTo>
                    <a:pt x="1144" y="0"/>
                  </a:moveTo>
                  <a:cubicBezTo>
                    <a:pt x="1060" y="0"/>
                    <a:pt x="965" y="24"/>
                    <a:pt x="882" y="48"/>
                  </a:cubicBezTo>
                  <a:cubicBezTo>
                    <a:pt x="834" y="60"/>
                    <a:pt x="798" y="71"/>
                    <a:pt x="751" y="83"/>
                  </a:cubicBezTo>
                  <a:cubicBezTo>
                    <a:pt x="715" y="107"/>
                    <a:pt x="691" y="119"/>
                    <a:pt x="656" y="131"/>
                  </a:cubicBezTo>
                  <a:cubicBezTo>
                    <a:pt x="620" y="155"/>
                    <a:pt x="596" y="167"/>
                    <a:pt x="572" y="179"/>
                  </a:cubicBezTo>
                  <a:cubicBezTo>
                    <a:pt x="548" y="202"/>
                    <a:pt x="525" y="214"/>
                    <a:pt x="501" y="226"/>
                  </a:cubicBezTo>
                  <a:lnTo>
                    <a:pt x="441" y="274"/>
                  </a:lnTo>
                  <a:lnTo>
                    <a:pt x="394" y="322"/>
                  </a:lnTo>
                  <a:cubicBezTo>
                    <a:pt x="370" y="333"/>
                    <a:pt x="358" y="357"/>
                    <a:pt x="346" y="369"/>
                  </a:cubicBezTo>
                  <a:cubicBezTo>
                    <a:pt x="322" y="381"/>
                    <a:pt x="310" y="393"/>
                    <a:pt x="298" y="417"/>
                  </a:cubicBezTo>
                  <a:cubicBezTo>
                    <a:pt x="286" y="429"/>
                    <a:pt x="275" y="441"/>
                    <a:pt x="263" y="464"/>
                  </a:cubicBezTo>
                  <a:lnTo>
                    <a:pt x="227" y="512"/>
                  </a:lnTo>
                  <a:lnTo>
                    <a:pt x="191" y="560"/>
                  </a:lnTo>
                  <a:lnTo>
                    <a:pt x="167" y="607"/>
                  </a:lnTo>
                  <a:lnTo>
                    <a:pt x="132" y="655"/>
                  </a:lnTo>
                  <a:lnTo>
                    <a:pt x="108" y="703"/>
                  </a:lnTo>
                  <a:cubicBezTo>
                    <a:pt x="108" y="714"/>
                    <a:pt x="96" y="726"/>
                    <a:pt x="96" y="750"/>
                  </a:cubicBezTo>
                  <a:cubicBezTo>
                    <a:pt x="84" y="762"/>
                    <a:pt x="84" y="774"/>
                    <a:pt x="72" y="786"/>
                  </a:cubicBezTo>
                  <a:lnTo>
                    <a:pt x="60" y="833"/>
                  </a:lnTo>
                  <a:lnTo>
                    <a:pt x="48" y="881"/>
                  </a:lnTo>
                  <a:cubicBezTo>
                    <a:pt x="48" y="905"/>
                    <a:pt x="36" y="917"/>
                    <a:pt x="36" y="929"/>
                  </a:cubicBezTo>
                  <a:cubicBezTo>
                    <a:pt x="24" y="953"/>
                    <a:pt x="24" y="964"/>
                    <a:pt x="24" y="976"/>
                  </a:cubicBezTo>
                  <a:lnTo>
                    <a:pt x="24" y="1024"/>
                  </a:lnTo>
                  <a:cubicBezTo>
                    <a:pt x="24" y="1048"/>
                    <a:pt x="24" y="1060"/>
                    <a:pt x="13" y="1072"/>
                  </a:cubicBezTo>
                  <a:cubicBezTo>
                    <a:pt x="1" y="1095"/>
                    <a:pt x="13" y="1107"/>
                    <a:pt x="13" y="1119"/>
                  </a:cubicBezTo>
                  <a:lnTo>
                    <a:pt x="13" y="1167"/>
                  </a:lnTo>
                  <a:lnTo>
                    <a:pt x="13" y="1214"/>
                  </a:lnTo>
                  <a:lnTo>
                    <a:pt x="13" y="14954"/>
                  </a:lnTo>
                  <a:cubicBezTo>
                    <a:pt x="13" y="14966"/>
                    <a:pt x="13" y="14978"/>
                    <a:pt x="13" y="14990"/>
                  </a:cubicBezTo>
                  <a:lnTo>
                    <a:pt x="13" y="15050"/>
                  </a:lnTo>
                  <a:cubicBezTo>
                    <a:pt x="13" y="15061"/>
                    <a:pt x="13" y="15073"/>
                    <a:pt x="13" y="15097"/>
                  </a:cubicBezTo>
                  <a:cubicBezTo>
                    <a:pt x="13" y="15109"/>
                    <a:pt x="13" y="15121"/>
                    <a:pt x="24" y="15145"/>
                  </a:cubicBezTo>
                  <a:lnTo>
                    <a:pt x="24" y="15192"/>
                  </a:lnTo>
                  <a:cubicBezTo>
                    <a:pt x="24" y="15204"/>
                    <a:pt x="24" y="15216"/>
                    <a:pt x="24" y="15240"/>
                  </a:cubicBezTo>
                  <a:cubicBezTo>
                    <a:pt x="36" y="15252"/>
                    <a:pt x="24" y="15276"/>
                    <a:pt x="36" y="15288"/>
                  </a:cubicBezTo>
                  <a:cubicBezTo>
                    <a:pt x="48" y="15300"/>
                    <a:pt x="48" y="15323"/>
                    <a:pt x="60" y="15335"/>
                  </a:cubicBezTo>
                  <a:lnTo>
                    <a:pt x="72" y="15383"/>
                  </a:lnTo>
                  <a:lnTo>
                    <a:pt x="96" y="15431"/>
                  </a:lnTo>
                  <a:cubicBezTo>
                    <a:pt x="96" y="15454"/>
                    <a:pt x="108" y="15466"/>
                    <a:pt x="120" y="15478"/>
                  </a:cubicBezTo>
                  <a:cubicBezTo>
                    <a:pt x="120" y="15502"/>
                    <a:pt x="132" y="15514"/>
                    <a:pt x="144" y="15526"/>
                  </a:cubicBezTo>
                  <a:cubicBezTo>
                    <a:pt x="144" y="15550"/>
                    <a:pt x="155" y="15561"/>
                    <a:pt x="167" y="15585"/>
                  </a:cubicBezTo>
                  <a:cubicBezTo>
                    <a:pt x="179" y="15597"/>
                    <a:pt x="191" y="15609"/>
                    <a:pt x="203" y="15633"/>
                  </a:cubicBezTo>
                  <a:cubicBezTo>
                    <a:pt x="203" y="15645"/>
                    <a:pt x="227" y="15657"/>
                    <a:pt x="239" y="15681"/>
                  </a:cubicBezTo>
                  <a:cubicBezTo>
                    <a:pt x="239" y="15692"/>
                    <a:pt x="263" y="15716"/>
                    <a:pt x="275" y="15728"/>
                  </a:cubicBezTo>
                  <a:cubicBezTo>
                    <a:pt x="286" y="15740"/>
                    <a:pt x="298" y="15764"/>
                    <a:pt x="310" y="15776"/>
                  </a:cubicBezTo>
                  <a:lnTo>
                    <a:pt x="358" y="15823"/>
                  </a:lnTo>
                  <a:lnTo>
                    <a:pt x="417" y="15871"/>
                  </a:lnTo>
                  <a:cubicBezTo>
                    <a:pt x="429" y="15895"/>
                    <a:pt x="453" y="15907"/>
                    <a:pt x="477" y="15931"/>
                  </a:cubicBezTo>
                  <a:lnTo>
                    <a:pt x="536" y="15978"/>
                  </a:lnTo>
                  <a:cubicBezTo>
                    <a:pt x="572" y="15990"/>
                    <a:pt x="596" y="16014"/>
                    <a:pt x="620" y="16026"/>
                  </a:cubicBezTo>
                  <a:cubicBezTo>
                    <a:pt x="656" y="16050"/>
                    <a:pt x="691" y="16062"/>
                    <a:pt x="727" y="16073"/>
                  </a:cubicBezTo>
                  <a:cubicBezTo>
                    <a:pt x="763" y="16097"/>
                    <a:pt x="810" y="16109"/>
                    <a:pt x="858" y="16121"/>
                  </a:cubicBezTo>
                  <a:cubicBezTo>
                    <a:pt x="977" y="16157"/>
                    <a:pt x="1096" y="16181"/>
                    <a:pt x="1215" y="16181"/>
                  </a:cubicBezTo>
                  <a:lnTo>
                    <a:pt x="1227" y="16181"/>
                  </a:lnTo>
                  <a:cubicBezTo>
                    <a:pt x="1334" y="16181"/>
                    <a:pt x="1441" y="16169"/>
                    <a:pt x="1537" y="16133"/>
                  </a:cubicBezTo>
                  <a:cubicBezTo>
                    <a:pt x="1584" y="16121"/>
                    <a:pt x="1632" y="16109"/>
                    <a:pt x="1679" y="16085"/>
                  </a:cubicBezTo>
                  <a:lnTo>
                    <a:pt x="1787" y="16038"/>
                  </a:lnTo>
                  <a:cubicBezTo>
                    <a:pt x="1810" y="16026"/>
                    <a:pt x="1834" y="16014"/>
                    <a:pt x="1870" y="15990"/>
                  </a:cubicBezTo>
                  <a:lnTo>
                    <a:pt x="1941" y="15942"/>
                  </a:lnTo>
                  <a:cubicBezTo>
                    <a:pt x="1953" y="15931"/>
                    <a:pt x="1977" y="15919"/>
                    <a:pt x="2001" y="15907"/>
                  </a:cubicBezTo>
                  <a:cubicBezTo>
                    <a:pt x="2013" y="15883"/>
                    <a:pt x="2037" y="15871"/>
                    <a:pt x="2049" y="15859"/>
                  </a:cubicBezTo>
                  <a:lnTo>
                    <a:pt x="2096" y="15812"/>
                  </a:lnTo>
                  <a:lnTo>
                    <a:pt x="2144" y="15752"/>
                  </a:lnTo>
                  <a:lnTo>
                    <a:pt x="2180" y="15704"/>
                  </a:lnTo>
                  <a:lnTo>
                    <a:pt x="2215" y="15657"/>
                  </a:lnTo>
                  <a:lnTo>
                    <a:pt x="2251" y="15609"/>
                  </a:lnTo>
                  <a:cubicBezTo>
                    <a:pt x="2263" y="15597"/>
                    <a:pt x="2275" y="15585"/>
                    <a:pt x="2287" y="15561"/>
                  </a:cubicBezTo>
                  <a:cubicBezTo>
                    <a:pt x="2287" y="15550"/>
                    <a:pt x="2299" y="15538"/>
                    <a:pt x="2310" y="15514"/>
                  </a:cubicBezTo>
                  <a:cubicBezTo>
                    <a:pt x="2310" y="15502"/>
                    <a:pt x="2322" y="15478"/>
                    <a:pt x="2334" y="15466"/>
                  </a:cubicBezTo>
                  <a:lnTo>
                    <a:pt x="2358" y="15419"/>
                  </a:lnTo>
                  <a:cubicBezTo>
                    <a:pt x="2358" y="15407"/>
                    <a:pt x="2358" y="15383"/>
                    <a:pt x="2370" y="15371"/>
                  </a:cubicBezTo>
                  <a:cubicBezTo>
                    <a:pt x="2370" y="15359"/>
                    <a:pt x="2382" y="15335"/>
                    <a:pt x="2382" y="15323"/>
                  </a:cubicBezTo>
                  <a:cubicBezTo>
                    <a:pt x="2394" y="15311"/>
                    <a:pt x="2394" y="15288"/>
                    <a:pt x="2406" y="15276"/>
                  </a:cubicBezTo>
                  <a:cubicBezTo>
                    <a:pt x="2406" y="15264"/>
                    <a:pt x="2406" y="15240"/>
                    <a:pt x="2406" y="15228"/>
                  </a:cubicBezTo>
                  <a:cubicBezTo>
                    <a:pt x="2418" y="15204"/>
                    <a:pt x="2406" y="15192"/>
                    <a:pt x="2418" y="15180"/>
                  </a:cubicBezTo>
                  <a:cubicBezTo>
                    <a:pt x="2430" y="15157"/>
                    <a:pt x="2418" y="15145"/>
                    <a:pt x="2430" y="15133"/>
                  </a:cubicBezTo>
                  <a:cubicBezTo>
                    <a:pt x="2441" y="15109"/>
                    <a:pt x="2430" y="15097"/>
                    <a:pt x="2430" y="15085"/>
                  </a:cubicBezTo>
                  <a:lnTo>
                    <a:pt x="2430" y="15026"/>
                  </a:lnTo>
                  <a:lnTo>
                    <a:pt x="2430" y="14978"/>
                  </a:lnTo>
                  <a:lnTo>
                    <a:pt x="2430" y="1214"/>
                  </a:lnTo>
                  <a:lnTo>
                    <a:pt x="2430" y="1167"/>
                  </a:lnTo>
                  <a:lnTo>
                    <a:pt x="2430" y="1119"/>
                  </a:lnTo>
                  <a:cubicBezTo>
                    <a:pt x="2430" y="1107"/>
                    <a:pt x="2430" y="1084"/>
                    <a:pt x="2430" y="1072"/>
                  </a:cubicBezTo>
                  <a:cubicBezTo>
                    <a:pt x="2418" y="1060"/>
                    <a:pt x="2418" y="1036"/>
                    <a:pt x="2418" y="1024"/>
                  </a:cubicBezTo>
                  <a:cubicBezTo>
                    <a:pt x="2418" y="1012"/>
                    <a:pt x="2418" y="988"/>
                    <a:pt x="2418" y="976"/>
                  </a:cubicBezTo>
                  <a:cubicBezTo>
                    <a:pt x="2418" y="964"/>
                    <a:pt x="2406" y="941"/>
                    <a:pt x="2406" y="929"/>
                  </a:cubicBezTo>
                  <a:cubicBezTo>
                    <a:pt x="2406" y="905"/>
                    <a:pt x="2406" y="893"/>
                    <a:pt x="2394" y="881"/>
                  </a:cubicBezTo>
                  <a:cubicBezTo>
                    <a:pt x="2382" y="869"/>
                    <a:pt x="2382" y="845"/>
                    <a:pt x="2382" y="833"/>
                  </a:cubicBezTo>
                  <a:cubicBezTo>
                    <a:pt x="2382" y="810"/>
                    <a:pt x="2370" y="798"/>
                    <a:pt x="2358" y="786"/>
                  </a:cubicBezTo>
                  <a:cubicBezTo>
                    <a:pt x="2358" y="762"/>
                    <a:pt x="2346" y="750"/>
                    <a:pt x="2346" y="738"/>
                  </a:cubicBezTo>
                  <a:cubicBezTo>
                    <a:pt x="2346" y="714"/>
                    <a:pt x="2322" y="703"/>
                    <a:pt x="2322" y="691"/>
                  </a:cubicBezTo>
                  <a:lnTo>
                    <a:pt x="2299" y="643"/>
                  </a:lnTo>
                  <a:cubicBezTo>
                    <a:pt x="2287" y="619"/>
                    <a:pt x="2275" y="607"/>
                    <a:pt x="2263" y="595"/>
                  </a:cubicBezTo>
                  <a:cubicBezTo>
                    <a:pt x="2251" y="572"/>
                    <a:pt x="2251" y="560"/>
                    <a:pt x="2239" y="548"/>
                  </a:cubicBezTo>
                  <a:lnTo>
                    <a:pt x="2203" y="500"/>
                  </a:lnTo>
                  <a:lnTo>
                    <a:pt x="2168" y="452"/>
                  </a:lnTo>
                  <a:lnTo>
                    <a:pt x="2120" y="393"/>
                  </a:lnTo>
                  <a:cubicBezTo>
                    <a:pt x="2108" y="381"/>
                    <a:pt x="2096" y="369"/>
                    <a:pt x="2072" y="345"/>
                  </a:cubicBezTo>
                  <a:lnTo>
                    <a:pt x="2025" y="298"/>
                  </a:lnTo>
                  <a:cubicBezTo>
                    <a:pt x="2001" y="286"/>
                    <a:pt x="1989" y="274"/>
                    <a:pt x="1965" y="250"/>
                  </a:cubicBezTo>
                  <a:lnTo>
                    <a:pt x="1894" y="202"/>
                  </a:lnTo>
                  <a:lnTo>
                    <a:pt x="1822" y="155"/>
                  </a:lnTo>
                  <a:cubicBezTo>
                    <a:pt x="1787" y="143"/>
                    <a:pt x="1751" y="119"/>
                    <a:pt x="1715" y="107"/>
                  </a:cubicBezTo>
                  <a:cubicBezTo>
                    <a:pt x="1679" y="95"/>
                    <a:pt x="1632" y="71"/>
                    <a:pt x="1596" y="60"/>
                  </a:cubicBezTo>
                  <a:cubicBezTo>
                    <a:pt x="1513" y="36"/>
                    <a:pt x="1429" y="12"/>
                    <a:pt x="1346" y="12"/>
                  </a:cubicBezTo>
                  <a:cubicBezTo>
                    <a:pt x="1310" y="0"/>
                    <a:pt x="1263" y="0"/>
                    <a:pt x="121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6" name="Google Shape;1026;p11"/>
            <p:cNvSpPr/>
            <p:nvPr/>
          </p:nvSpPr>
          <p:spPr>
            <a:xfrm>
              <a:off x="6195500" y="-169612"/>
              <a:ext cx="142932" cy="125041"/>
            </a:xfrm>
            <a:custGeom>
              <a:avLst/>
              <a:gdLst/>
              <a:ahLst/>
              <a:cxnLst/>
              <a:rect l="l" t="t" r="r" b="b"/>
              <a:pathLst>
                <a:path w="4370" h="3823" extrusionOk="0">
                  <a:moveTo>
                    <a:pt x="1143" y="0"/>
                  </a:moveTo>
                  <a:cubicBezTo>
                    <a:pt x="512" y="0"/>
                    <a:pt x="12" y="512"/>
                    <a:pt x="0" y="1131"/>
                  </a:cubicBezTo>
                  <a:lnTo>
                    <a:pt x="0" y="2679"/>
                  </a:lnTo>
                  <a:cubicBezTo>
                    <a:pt x="12" y="3310"/>
                    <a:pt x="512" y="3810"/>
                    <a:pt x="1143" y="3822"/>
                  </a:cubicBezTo>
                  <a:lnTo>
                    <a:pt x="3227" y="3822"/>
                  </a:lnTo>
                  <a:cubicBezTo>
                    <a:pt x="3858" y="3810"/>
                    <a:pt x="4358" y="3310"/>
                    <a:pt x="4370" y="2679"/>
                  </a:cubicBezTo>
                  <a:lnTo>
                    <a:pt x="4370" y="1131"/>
                  </a:lnTo>
                  <a:cubicBezTo>
                    <a:pt x="4358" y="512"/>
                    <a:pt x="3858" y="0"/>
                    <a:pt x="3227" y="0"/>
                  </a:cubicBezTo>
                  <a:close/>
                </a:path>
              </a:pathLst>
            </a:custGeom>
            <a:solidFill>
              <a:srgbClr val="821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7" name="Google Shape;1027;p11"/>
            <p:cNvSpPr/>
            <p:nvPr/>
          </p:nvSpPr>
          <p:spPr>
            <a:xfrm>
              <a:off x="6195500" y="277825"/>
              <a:ext cx="142932" cy="124648"/>
            </a:xfrm>
            <a:custGeom>
              <a:avLst/>
              <a:gdLst/>
              <a:ahLst/>
              <a:cxnLst/>
              <a:rect l="l" t="t" r="r" b="b"/>
              <a:pathLst>
                <a:path w="4370" h="3811" extrusionOk="0">
                  <a:moveTo>
                    <a:pt x="1143" y="0"/>
                  </a:moveTo>
                  <a:cubicBezTo>
                    <a:pt x="512" y="0"/>
                    <a:pt x="12" y="512"/>
                    <a:pt x="0" y="1132"/>
                  </a:cubicBezTo>
                  <a:lnTo>
                    <a:pt x="0" y="2679"/>
                  </a:lnTo>
                  <a:cubicBezTo>
                    <a:pt x="12" y="3310"/>
                    <a:pt x="512" y="3810"/>
                    <a:pt x="1143" y="3810"/>
                  </a:cubicBezTo>
                  <a:lnTo>
                    <a:pt x="3227" y="3810"/>
                  </a:lnTo>
                  <a:cubicBezTo>
                    <a:pt x="3858" y="3810"/>
                    <a:pt x="4358" y="3310"/>
                    <a:pt x="4370" y="2679"/>
                  </a:cubicBezTo>
                  <a:lnTo>
                    <a:pt x="4370" y="1132"/>
                  </a:lnTo>
                  <a:cubicBezTo>
                    <a:pt x="4358" y="512"/>
                    <a:pt x="3858" y="0"/>
                    <a:pt x="3227" y="0"/>
                  </a:cubicBezTo>
                  <a:close/>
                </a:path>
              </a:pathLst>
            </a:custGeom>
            <a:solidFill>
              <a:srgbClr val="821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8" name="Google Shape;1028;p11"/>
            <p:cNvSpPr/>
            <p:nvPr/>
          </p:nvSpPr>
          <p:spPr>
            <a:xfrm>
              <a:off x="6218461" y="-148189"/>
              <a:ext cx="80264" cy="529240"/>
            </a:xfrm>
            <a:custGeom>
              <a:avLst/>
              <a:gdLst/>
              <a:ahLst/>
              <a:cxnLst/>
              <a:rect l="l" t="t" r="r" b="b"/>
              <a:pathLst>
                <a:path w="2454" h="16181" extrusionOk="0">
                  <a:moveTo>
                    <a:pt x="1227" y="0"/>
                  </a:moveTo>
                  <a:cubicBezTo>
                    <a:pt x="929" y="0"/>
                    <a:pt x="632" y="119"/>
                    <a:pt x="417" y="310"/>
                  </a:cubicBezTo>
                  <a:lnTo>
                    <a:pt x="394" y="333"/>
                  </a:lnTo>
                  <a:cubicBezTo>
                    <a:pt x="358" y="369"/>
                    <a:pt x="334" y="393"/>
                    <a:pt x="298" y="429"/>
                  </a:cubicBezTo>
                  <a:cubicBezTo>
                    <a:pt x="286" y="452"/>
                    <a:pt x="263" y="476"/>
                    <a:pt x="251" y="500"/>
                  </a:cubicBezTo>
                  <a:cubicBezTo>
                    <a:pt x="227" y="524"/>
                    <a:pt x="203" y="560"/>
                    <a:pt x="179" y="595"/>
                  </a:cubicBezTo>
                  <a:cubicBezTo>
                    <a:pt x="167" y="631"/>
                    <a:pt x="144" y="655"/>
                    <a:pt x="132" y="691"/>
                  </a:cubicBezTo>
                  <a:cubicBezTo>
                    <a:pt x="120" y="726"/>
                    <a:pt x="96" y="750"/>
                    <a:pt x="84" y="786"/>
                  </a:cubicBezTo>
                  <a:cubicBezTo>
                    <a:pt x="72" y="833"/>
                    <a:pt x="60" y="869"/>
                    <a:pt x="48" y="917"/>
                  </a:cubicBezTo>
                  <a:cubicBezTo>
                    <a:pt x="48" y="941"/>
                    <a:pt x="36" y="964"/>
                    <a:pt x="24" y="1000"/>
                  </a:cubicBezTo>
                  <a:cubicBezTo>
                    <a:pt x="13" y="1072"/>
                    <a:pt x="1" y="1143"/>
                    <a:pt x="1" y="1226"/>
                  </a:cubicBezTo>
                  <a:lnTo>
                    <a:pt x="1" y="14954"/>
                  </a:lnTo>
                  <a:cubicBezTo>
                    <a:pt x="1" y="15633"/>
                    <a:pt x="548" y="16181"/>
                    <a:pt x="1227" y="16181"/>
                  </a:cubicBezTo>
                  <a:cubicBezTo>
                    <a:pt x="1310" y="16181"/>
                    <a:pt x="1406" y="16169"/>
                    <a:pt x="1489" y="16157"/>
                  </a:cubicBezTo>
                  <a:lnTo>
                    <a:pt x="1525" y="16145"/>
                  </a:lnTo>
                  <a:cubicBezTo>
                    <a:pt x="1596" y="16121"/>
                    <a:pt x="1656" y="16097"/>
                    <a:pt x="1727" y="16073"/>
                  </a:cubicBezTo>
                  <a:lnTo>
                    <a:pt x="1739" y="16073"/>
                  </a:lnTo>
                  <a:cubicBezTo>
                    <a:pt x="1882" y="16002"/>
                    <a:pt x="2013" y="15907"/>
                    <a:pt x="2120" y="15788"/>
                  </a:cubicBezTo>
                  <a:cubicBezTo>
                    <a:pt x="2334" y="15561"/>
                    <a:pt x="2453" y="15276"/>
                    <a:pt x="2453" y="14966"/>
                  </a:cubicBezTo>
                  <a:lnTo>
                    <a:pt x="2453" y="1226"/>
                  </a:lnTo>
                  <a:cubicBezTo>
                    <a:pt x="2453" y="548"/>
                    <a:pt x="1906" y="0"/>
                    <a:pt x="1227" y="0"/>
                  </a:cubicBezTo>
                  <a:close/>
                </a:path>
              </a:pathLst>
            </a:custGeom>
            <a:solidFill>
              <a:srgbClr val="272425">
                <a:alpha val="200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9" name="Google Shape;1029;p11"/>
            <p:cNvSpPr/>
            <p:nvPr/>
          </p:nvSpPr>
          <p:spPr>
            <a:xfrm>
              <a:off x="6230922" y="-148189"/>
              <a:ext cx="78694" cy="529240"/>
            </a:xfrm>
            <a:custGeom>
              <a:avLst/>
              <a:gdLst/>
              <a:ahLst/>
              <a:cxnLst/>
              <a:rect l="l" t="t" r="r" b="b"/>
              <a:pathLst>
                <a:path w="2406" h="16181" extrusionOk="0">
                  <a:moveTo>
                    <a:pt x="1120" y="0"/>
                  </a:moveTo>
                  <a:cubicBezTo>
                    <a:pt x="1036" y="0"/>
                    <a:pt x="941" y="24"/>
                    <a:pt x="858" y="48"/>
                  </a:cubicBezTo>
                  <a:cubicBezTo>
                    <a:pt x="822" y="60"/>
                    <a:pt x="775" y="71"/>
                    <a:pt x="727" y="83"/>
                  </a:cubicBezTo>
                  <a:cubicBezTo>
                    <a:pt x="703" y="107"/>
                    <a:pt x="667" y="119"/>
                    <a:pt x="632" y="131"/>
                  </a:cubicBezTo>
                  <a:cubicBezTo>
                    <a:pt x="596" y="155"/>
                    <a:pt x="584" y="167"/>
                    <a:pt x="548" y="179"/>
                  </a:cubicBezTo>
                  <a:cubicBezTo>
                    <a:pt x="525" y="202"/>
                    <a:pt x="501" y="214"/>
                    <a:pt x="489" y="226"/>
                  </a:cubicBezTo>
                  <a:lnTo>
                    <a:pt x="417" y="274"/>
                  </a:lnTo>
                  <a:lnTo>
                    <a:pt x="370" y="322"/>
                  </a:lnTo>
                  <a:lnTo>
                    <a:pt x="322" y="369"/>
                  </a:lnTo>
                  <a:cubicBezTo>
                    <a:pt x="310" y="381"/>
                    <a:pt x="286" y="393"/>
                    <a:pt x="274" y="417"/>
                  </a:cubicBezTo>
                  <a:lnTo>
                    <a:pt x="239" y="464"/>
                  </a:lnTo>
                  <a:lnTo>
                    <a:pt x="203" y="512"/>
                  </a:lnTo>
                  <a:lnTo>
                    <a:pt x="167" y="560"/>
                  </a:lnTo>
                  <a:cubicBezTo>
                    <a:pt x="155" y="572"/>
                    <a:pt x="155" y="583"/>
                    <a:pt x="144" y="607"/>
                  </a:cubicBezTo>
                  <a:lnTo>
                    <a:pt x="120" y="655"/>
                  </a:lnTo>
                  <a:cubicBezTo>
                    <a:pt x="108" y="667"/>
                    <a:pt x="96" y="679"/>
                    <a:pt x="96" y="703"/>
                  </a:cubicBezTo>
                  <a:cubicBezTo>
                    <a:pt x="84" y="714"/>
                    <a:pt x="72" y="726"/>
                    <a:pt x="72" y="750"/>
                  </a:cubicBezTo>
                  <a:cubicBezTo>
                    <a:pt x="60" y="762"/>
                    <a:pt x="60" y="774"/>
                    <a:pt x="48" y="786"/>
                  </a:cubicBezTo>
                  <a:lnTo>
                    <a:pt x="36" y="833"/>
                  </a:lnTo>
                  <a:lnTo>
                    <a:pt x="24" y="881"/>
                  </a:lnTo>
                  <a:cubicBezTo>
                    <a:pt x="24" y="905"/>
                    <a:pt x="13" y="917"/>
                    <a:pt x="13" y="929"/>
                  </a:cubicBezTo>
                  <a:cubicBezTo>
                    <a:pt x="1" y="953"/>
                    <a:pt x="1" y="964"/>
                    <a:pt x="1" y="976"/>
                  </a:cubicBezTo>
                  <a:lnTo>
                    <a:pt x="1" y="1024"/>
                  </a:lnTo>
                  <a:lnTo>
                    <a:pt x="1" y="1072"/>
                  </a:lnTo>
                  <a:lnTo>
                    <a:pt x="1" y="1119"/>
                  </a:lnTo>
                  <a:lnTo>
                    <a:pt x="1" y="1167"/>
                  </a:lnTo>
                  <a:lnTo>
                    <a:pt x="1" y="1214"/>
                  </a:lnTo>
                  <a:lnTo>
                    <a:pt x="1" y="14954"/>
                  </a:lnTo>
                  <a:lnTo>
                    <a:pt x="1" y="14990"/>
                  </a:lnTo>
                  <a:lnTo>
                    <a:pt x="1" y="15050"/>
                  </a:lnTo>
                  <a:lnTo>
                    <a:pt x="1" y="15097"/>
                  </a:lnTo>
                  <a:lnTo>
                    <a:pt x="1" y="15145"/>
                  </a:lnTo>
                  <a:lnTo>
                    <a:pt x="1" y="15192"/>
                  </a:lnTo>
                  <a:cubicBezTo>
                    <a:pt x="1" y="15204"/>
                    <a:pt x="1" y="15216"/>
                    <a:pt x="13" y="15240"/>
                  </a:cubicBezTo>
                  <a:cubicBezTo>
                    <a:pt x="13" y="15252"/>
                    <a:pt x="13" y="15276"/>
                    <a:pt x="24" y="15288"/>
                  </a:cubicBezTo>
                  <a:cubicBezTo>
                    <a:pt x="36" y="15300"/>
                    <a:pt x="36" y="15323"/>
                    <a:pt x="36" y="15335"/>
                  </a:cubicBezTo>
                  <a:cubicBezTo>
                    <a:pt x="36" y="15347"/>
                    <a:pt x="48" y="15371"/>
                    <a:pt x="60" y="15383"/>
                  </a:cubicBezTo>
                  <a:cubicBezTo>
                    <a:pt x="60" y="15407"/>
                    <a:pt x="60" y="15419"/>
                    <a:pt x="72" y="15431"/>
                  </a:cubicBezTo>
                  <a:cubicBezTo>
                    <a:pt x="84" y="15454"/>
                    <a:pt x="84" y="15466"/>
                    <a:pt x="96" y="15478"/>
                  </a:cubicBezTo>
                  <a:cubicBezTo>
                    <a:pt x="108" y="15502"/>
                    <a:pt x="108" y="15514"/>
                    <a:pt x="120" y="15526"/>
                  </a:cubicBezTo>
                  <a:cubicBezTo>
                    <a:pt x="132" y="15550"/>
                    <a:pt x="144" y="15561"/>
                    <a:pt x="144" y="15585"/>
                  </a:cubicBezTo>
                  <a:cubicBezTo>
                    <a:pt x="155" y="15597"/>
                    <a:pt x="167" y="15609"/>
                    <a:pt x="179" y="15633"/>
                  </a:cubicBezTo>
                  <a:cubicBezTo>
                    <a:pt x="191" y="15645"/>
                    <a:pt x="203" y="15669"/>
                    <a:pt x="215" y="15681"/>
                  </a:cubicBezTo>
                  <a:lnTo>
                    <a:pt x="251" y="15728"/>
                  </a:lnTo>
                  <a:lnTo>
                    <a:pt x="298" y="15776"/>
                  </a:lnTo>
                  <a:lnTo>
                    <a:pt x="334" y="15823"/>
                  </a:lnTo>
                  <a:lnTo>
                    <a:pt x="394" y="15871"/>
                  </a:lnTo>
                  <a:cubicBezTo>
                    <a:pt x="417" y="15895"/>
                    <a:pt x="429" y="15907"/>
                    <a:pt x="453" y="15931"/>
                  </a:cubicBezTo>
                  <a:cubicBezTo>
                    <a:pt x="477" y="15942"/>
                    <a:pt x="501" y="15966"/>
                    <a:pt x="525" y="15978"/>
                  </a:cubicBezTo>
                  <a:cubicBezTo>
                    <a:pt x="584" y="16014"/>
                    <a:pt x="644" y="16050"/>
                    <a:pt x="703" y="16073"/>
                  </a:cubicBezTo>
                  <a:cubicBezTo>
                    <a:pt x="751" y="16097"/>
                    <a:pt x="798" y="16109"/>
                    <a:pt x="834" y="16121"/>
                  </a:cubicBezTo>
                  <a:cubicBezTo>
                    <a:pt x="953" y="16157"/>
                    <a:pt x="1072" y="16181"/>
                    <a:pt x="1191" y="16181"/>
                  </a:cubicBezTo>
                  <a:lnTo>
                    <a:pt x="1203" y="16181"/>
                  </a:lnTo>
                  <a:cubicBezTo>
                    <a:pt x="1310" y="16181"/>
                    <a:pt x="1417" y="16169"/>
                    <a:pt x="1525" y="16133"/>
                  </a:cubicBezTo>
                  <a:cubicBezTo>
                    <a:pt x="1572" y="16121"/>
                    <a:pt x="1620" y="16109"/>
                    <a:pt x="1656" y="16085"/>
                  </a:cubicBezTo>
                  <a:cubicBezTo>
                    <a:pt x="1691" y="16073"/>
                    <a:pt x="1727" y="16062"/>
                    <a:pt x="1763" y="16038"/>
                  </a:cubicBezTo>
                  <a:lnTo>
                    <a:pt x="1846" y="15990"/>
                  </a:lnTo>
                  <a:lnTo>
                    <a:pt x="1918" y="15942"/>
                  </a:lnTo>
                  <a:cubicBezTo>
                    <a:pt x="1941" y="15931"/>
                    <a:pt x="1953" y="15919"/>
                    <a:pt x="1977" y="15907"/>
                  </a:cubicBezTo>
                  <a:lnTo>
                    <a:pt x="2037" y="15859"/>
                  </a:lnTo>
                  <a:lnTo>
                    <a:pt x="2084" y="15812"/>
                  </a:lnTo>
                  <a:lnTo>
                    <a:pt x="2120" y="15752"/>
                  </a:lnTo>
                  <a:cubicBezTo>
                    <a:pt x="2144" y="15740"/>
                    <a:pt x="2156" y="15728"/>
                    <a:pt x="2168" y="15704"/>
                  </a:cubicBezTo>
                  <a:cubicBezTo>
                    <a:pt x="2179" y="15692"/>
                    <a:pt x="2191" y="15681"/>
                    <a:pt x="2203" y="15657"/>
                  </a:cubicBezTo>
                  <a:lnTo>
                    <a:pt x="2227" y="15609"/>
                  </a:lnTo>
                  <a:lnTo>
                    <a:pt x="2263" y="15561"/>
                  </a:lnTo>
                  <a:cubicBezTo>
                    <a:pt x="2275" y="15550"/>
                    <a:pt x="2275" y="15538"/>
                    <a:pt x="2287" y="15514"/>
                  </a:cubicBezTo>
                  <a:cubicBezTo>
                    <a:pt x="2299" y="15502"/>
                    <a:pt x="2299" y="15478"/>
                    <a:pt x="2310" y="15466"/>
                  </a:cubicBezTo>
                  <a:cubicBezTo>
                    <a:pt x="2310" y="15454"/>
                    <a:pt x="2322" y="15431"/>
                    <a:pt x="2334" y="15419"/>
                  </a:cubicBezTo>
                  <a:cubicBezTo>
                    <a:pt x="2334" y="15407"/>
                    <a:pt x="2346" y="15383"/>
                    <a:pt x="2346" y="15371"/>
                  </a:cubicBezTo>
                  <a:cubicBezTo>
                    <a:pt x="2346" y="15359"/>
                    <a:pt x="2358" y="15335"/>
                    <a:pt x="2370" y="15323"/>
                  </a:cubicBezTo>
                  <a:lnTo>
                    <a:pt x="2382" y="15276"/>
                  </a:lnTo>
                  <a:cubicBezTo>
                    <a:pt x="2382" y="15264"/>
                    <a:pt x="2394" y="15240"/>
                    <a:pt x="2394" y="15228"/>
                  </a:cubicBezTo>
                  <a:lnTo>
                    <a:pt x="2406" y="15180"/>
                  </a:lnTo>
                  <a:cubicBezTo>
                    <a:pt x="2406" y="15157"/>
                    <a:pt x="2406" y="15145"/>
                    <a:pt x="2406" y="15133"/>
                  </a:cubicBezTo>
                  <a:lnTo>
                    <a:pt x="2406" y="15085"/>
                  </a:lnTo>
                  <a:lnTo>
                    <a:pt x="2406" y="15026"/>
                  </a:lnTo>
                  <a:lnTo>
                    <a:pt x="2406" y="14978"/>
                  </a:lnTo>
                  <a:cubicBezTo>
                    <a:pt x="2406" y="14978"/>
                    <a:pt x="2406" y="14966"/>
                    <a:pt x="2406" y="14954"/>
                  </a:cubicBezTo>
                  <a:lnTo>
                    <a:pt x="2406" y="1214"/>
                  </a:lnTo>
                  <a:lnTo>
                    <a:pt x="2394" y="1214"/>
                  </a:lnTo>
                  <a:lnTo>
                    <a:pt x="2394" y="1167"/>
                  </a:lnTo>
                  <a:lnTo>
                    <a:pt x="2394" y="1119"/>
                  </a:lnTo>
                  <a:lnTo>
                    <a:pt x="2394" y="1072"/>
                  </a:lnTo>
                  <a:cubicBezTo>
                    <a:pt x="2394" y="1060"/>
                    <a:pt x="2394" y="1036"/>
                    <a:pt x="2394" y="1024"/>
                  </a:cubicBezTo>
                  <a:lnTo>
                    <a:pt x="2394" y="976"/>
                  </a:lnTo>
                  <a:cubicBezTo>
                    <a:pt x="2394" y="964"/>
                    <a:pt x="2382" y="941"/>
                    <a:pt x="2382" y="929"/>
                  </a:cubicBezTo>
                  <a:cubicBezTo>
                    <a:pt x="2382" y="917"/>
                    <a:pt x="2382" y="893"/>
                    <a:pt x="2370" y="881"/>
                  </a:cubicBezTo>
                  <a:cubicBezTo>
                    <a:pt x="2370" y="869"/>
                    <a:pt x="2358" y="845"/>
                    <a:pt x="2358" y="833"/>
                  </a:cubicBezTo>
                  <a:lnTo>
                    <a:pt x="2334" y="786"/>
                  </a:lnTo>
                  <a:lnTo>
                    <a:pt x="2322" y="738"/>
                  </a:lnTo>
                  <a:cubicBezTo>
                    <a:pt x="2322" y="714"/>
                    <a:pt x="2299" y="703"/>
                    <a:pt x="2299" y="691"/>
                  </a:cubicBezTo>
                  <a:lnTo>
                    <a:pt x="2275" y="643"/>
                  </a:lnTo>
                  <a:cubicBezTo>
                    <a:pt x="2263" y="619"/>
                    <a:pt x="2251" y="607"/>
                    <a:pt x="2239" y="595"/>
                  </a:cubicBezTo>
                  <a:lnTo>
                    <a:pt x="2215" y="548"/>
                  </a:lnTo>
                  <a:cubicBezTo>
                    <a:pt x="2203" y="524"/>
                    <a:pt x="2191" y="512"/>
                    <a:pt x="2179" y="500"/>
                  </a:cubicBezTo>
                  <a:cubicBezTo>
                    <a:pt x="2168" y="476"/>
                    <a:pt x="2156" y="464"/>
                    <a:pt x="2144" y="452"/>
                  </a:cubicBezTo>
                  <a:lnTo>
                    <a:pt x="2096" y="393"/>
                  </a:lnTo>
                  <a:lnTo>
                    <a:pt x="2060" y="345"/>
                  </a:lnTo>
                  <a:lnTo>
                    <a:pt x="2001" y="298"/>
                  </a:lnTo>
                  <a:cubicBezTo>
                    <a:pt x="1977" y="286"/>
                    <a:pt x="1965" y="274"/>
                    <a:pt x="1941" y="250"/>
                  </a:cubicBezTo>
                  <a:lnTo>
                    <a:pt x="1882" y="202"/>
                  </a:lnTo>
                  <a:lnTo>
                    <a:pt x="1798" y="155"/>
                  </a:lnTo>
                  <a:cubicBezTo>
                    <a:pt x="1763" y="143"/>
                    <a:pt x="1727" y="119"/>
                    <a:pt x="1703" y="107"/>
                  </a:cubicBezTo>
                  <a:cubicBezTo>
                    <a:pt x="1656" y="95"/>
                    <a:pt x="1608" y="71"/>
                    <a:pt x="1572" y="60"/>
                  </a:cubicBezTo>
                  <a:cubicBezTo>
                    <a:pt x="1489" y="36"/>
                    <a:pt x="1406" y="12"/>
                    <a:pt x="1322" y="12"/>
                  </a:cubicBezTo>
                  <a:cubicBezTo>
                    <a:pt x="1287" y="0"/>
                    <a:pt x="1239" y="0"/>
                    <a:pt x="12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0" name="Google Shape;1030;p11"/>
            <p:cNvSpPr/>
            <p:nvPr/>
          </p:nvSpPr>
          <p:spPr>
            <a:xfrm>
              <a:off x="7819390" y="-169612"/>
              <a:ext cx="142539" cy="125041"/>
            </a:xfrm>
            <a:custGeom>
              <a:avLst/>
              <a:gdLst/>
              <a:ahLst/>
              <a:cxnLst/>
              <a:rect l="l" t="t" r="r" b="b"/>
              <a:pathLst>
                <a:path w="4358" h="3823" extrusionOk="0">
                  <a:moveTo>
                    <a:pt x="1143" y="0"/>
                  </a:moveTo>
                  <a:cubicBezTo>
                    <a:pt x="512" y="0"/>
                    <a:pt x="0" y="512"/>
                    <a:pt x="0" y="1131"/>
                  </a:cubicBezTo>
                  <a:lnTo>
                    <a:pt x="0" y="2679"/>
                  </a:lnTo>
                  <a:cubicBezTo>
                    <a:pt x="0" y="3310"/>
                    <a:pt x="512" y="3810"/>
                    <a:pt x="1143" y="3822"/>
                  </a:cubicBezTo>
                  <a:lnTo>
                    <a:pt x="3227" y="3822"/>
                  </a:lnTo>
                  <a:cubicBezTo>
                    <a:pt x="3858" y="3810"/>
                    <a:pt x="4358" y="3310"/>
                    <a:pt x="4358" y="2679"/>
                  </a:cubicBezTo>
                  <a:lnTo>
                    <a:pt x="4358" y="1131"/>
                  </a:lnTo>
                  <a:cubicBezTo>
                    <a:pt x="4358" y="512"/>
                    <a:pt x="3858" y="0"/>
                    <a:pt x="3227" y="0"/>
                  </a:cubicBezTo>
                  <a:close/>
                </a:path>
              </a:pathLst>
            </a:custGeom>
            <a:solidFill>
              <a:srgbClr val="821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1" name="Google Shape;1031;p11"/>
            <p:cNvSpPr/>
            <p:nvPr/>
          </p:nvSpPr>
          <p:spPr>
            <a:xfrm>
              <a:off x="7819390" y="277825"/>
              <a:ext cx="142539" cy="124648"/>
            </a:xfrm>
            <a:custGeom>
              <a:avLst/>
              <a:gdLst/>
              <a:ahLst/>
              <a:cxnLst/>
              <a:rect l="l" t="t" r="r" b="b"/>
              <a:pathLst>
                <a:path w="4358" h="3811" extrusionOk="0">
                  <a:moveTo>
                    <a:pt x="1143" y="0"/>
                  </a:moveTo>
                  <a:cubicBezTo>
                    <a:pt x="512" y="0"/>
                    <a:pt x="0" y="512"/>
                    <a:pt x="0" y="1132"/>
                  </a:cubicBezTo>
                  <a:lnTo>
                    <a:pt x="0" y="2679"/>
                  </a:lnTo>
                  <a:cubicBezTo>
                    <a:pt x="0" y="3298"/>
                    <a:pt x="512" y="3810"/>
                    <a:pt x="1143" y="3810"/>
                  </a:cubicBezTo>
                  <a:lnTo>
                    <a:pt x="3227" y="3810"/>
                  </a:lnTo>
                  <a:cubicBezTo>
                    <a:pt x="3846" y="3810"/>
                    <a:pt x="4358" y="3298"/>
                    <a:pt x="4358" y="2679"/>
                  </a:cubicBezTo>
                  <a:lnTo>
                    <a:pt x="4358" y="1132"/>
                  </a:lnTo>
                  <a:cubicBezTo>
                    <a:pt x="4358" y="512"/>
                    <a:pt x="3846" y="0"/>
                    <a:pt x="3227" y="0"/>
                  </a:cubicBezTo>
                  <a:close/>
                </a:path>
              </a:pathLst>
            </a:custGeom>
            <a:solidFill>
              <a:srgbClr val="821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2" name="Google Shape;1032;p11"/>
            <p:cNvSpPr/>
            <p:nvPr/>
          </p:nvSpPr>
          <p:spPr>
            <a:xfrm>
              <a:off x="7842350" y="-148189"/>
              <a:ext cx="80264" cy="529240"/>
            </a:xfrm>
            <a:custGeom>
              <a:avLst/>
              <a:gdLst/>
              <a:ahLst/>
              <a:cxnLst/>
              <a:rect l="l" t="t" r="r" b="b"/>
              <a:pathLst>
                <a:path w="2454" h="16181" extrusionOk="0">
                  <a:moveTo>
                    <a:pt x="1227" y="0"/>
                  </a:moveTo>
                  <a:cubicBezTo>
                    <a:pt x="929" y="0"/>
                    <a:pt x="632" y="119"/>
                    <a:pt x="417" y="310"/>
                  </a:cubicBezTo>
                  <a:lnTo>
                    <a:pt x="394" y="333"/>
                  </a:lnTo>
                  <a:cubicBezTo>
                    <a:pt x="358" y="369"/>
                    <a:pt x="322" y="393"/>
                    <a:pt x="298" y="429"/>
                  </a:cubicBezTo>
                  <a:cubicBezTo>
                    <a:pt x="275" y="452"/>
                    <a:pt x="263" y="476"/>
                    <a:pt x="239" y="500"/>
                  </a:cubicBezTo>
                  <a:cubicBezTo>
                    <a:pt x="227" y="524"/>
                    <a:pt x="203" y="560"/>
                    <a:pt x="179" y="595"/>
                  </a:cubicBezTo>
                  <a:cubicBezTo>
                    <a:pt x="155" y="631"/>
                    <a:pt x="144" y="655"/>
                    <a:pt x="132" y="691"/>
                  </a:cubicBezTo>
                  <a:cubicBezTo>
                    <a:pt x="108" y="726"/>
                    <a:pt x="96" y="750"/>
                    <a:pt x="84" y="786"/>
                  </a:cubicBezTo>
                  <a:cubicBezTo>
                    <a:pt x="72" y="833"/>
                    <a:pt x="60" y="869"/>
                    <a:pt x="48" y="917"/>
                  </a:cubicBezTo>
                  <a:cubicBezTo>
                    <a:pt x="36" y="941"/>
                    <a:pt x="25" y="964"/>
                    <a:pt x="25" y="1000"/>
                  </a:cubicBezTo>
                  <a:cubicBezTo>
                    <a:pt x="13" y="1072"/>
                    <a:pt x="1" y="1143"/>
                    <a:pt x="1" y="1226"/>
                  </a:cubicBezTo>
                  <a:lnTo>
                    <a:pt x="1" y="14954"/>
                  </a:lnTo>
                  <a:cubicBezTo>
                    <a:pt x="1" y="15633"/>
                    <a:pt x="548" y="16181"/>
                    <a:pt x="1227" y="16181"/>
                  </a:cubicBezTo>
                  <a:cubicBezTo>
                    <a:pt x="1310" y="16181"/>
                    <a:pt x="1394" y="16169"/>
                    <a:pt x="1477" y="16157"/>
                  </a:cubicBezTo>
                  <a:lnTo>
                    <a:pt x="1525" y="16145"/>
                  </a:lnTo>
                  <a:cubicBezTo>
                    <a:pt x="1584" y="16121"/>
                    <a:pt x="1656" y="16097"/>
                    <a:pt x="1727" y="16073"/>
                  </a:cubicBezTo>
                  <a:lnTo>
                    <a:pt x="1739" y="16073"/>
                  </a:lnTo>
                  <a:cubicBezTo>
                    <a:pt x="1882" y="16002"/>
                    <a:pt x="2013" y="15907"/>
                    <a:pt x="2120" y="15788"/>
                  </a:cubicBezTo>
                  <a:cubicBezTo>
                    <a:pt x="2334" y="15561"/>
                    <a:pt x="2453" y="15276"/>
                    <a:pt x="2453" y="14966"/>
                  </a:cubicBezTo>
                  <a:lnTo>
                    <a:pt x="2453" y="1226"/>
                  </a:lnTo>
                  <a:cubicBezTo>
                    <a:pt x="2453" y="548"/>
                    <a:pt x="1906" y="0"/>
                    <a:pt x="1227" y="0"/>
                  </a:cubicBezTo>
                  <a:close/>
                </a:path>
              </a:pathLst>
            </a:custGeom>
            <a:solidFill>
              <a:srgbClr val="272425">
                <a:alpha val="200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3" name="Google Shape;1033;p11"/>
            <p:cNvSpPr/>
            <p:nvPr/>
          </p:nvSpPr>
          <p:spPr>
            <a:xfrm>
              <a:off x="7854027" y="-148189"/>
              <a:ext cx="79087" cy="529240"/>
            </a:xfrm>
            <a:custGeom>
              <a:avLst/>
              <a:gdLst/>
              <a:ahLst/>
              <a:cxnLst/>
              <a:rect l="l" t="t" r="r" b="b"/>
              <a:pathLst>
                <a:path w="2418" h="16181" extrusionOk="0">
                  <a:moveTo>
                    <a:pt x="1132" y="0"/>
                  </a:moveTo>
                  <a:cubicBezTo>
                    <a:pt x="1049" y="0"/>
                    <a:pt x="965" y="24"/>
                    <a:pt x="882" y="48"/>
                  </a:cubicBezTo>
                  <a:cubicBezTo>
                    <a:pt x="834" y="60"/>
                    <a:pt x="787" y="71"/>
                    <a:pt x="739" y="83"/>
                  </a:cubicBezTo>
                  <a:cubicBezTo>
                    <a:pt x="715" y="107"/>
                    <a:pt x="680" y="119"/>
                    <a:pt x="644" y="131"/>
                  </a:cubicBezTo>
                  <a:cubicBezTo>
                    <a:pt x="620" y="155"/>
                    <a:pt x="596" y="167"/>
                    <a:pt x="572" y="179"/>
                  </a:cubicBezTo>
                  <a:cubicBezTo>
                    <a:pt x="537" y="202"/>
                    <a:pt x="525" y="214"/>
                    <a:pt x="501" y="226"/>
                  </a:cubicBezTo>
                  <a:lnTo>
                    <a:pt x="430" y="274"/>
                  </a:lnTo>
                  <a:lnTo>
                    <a:pt x="382" y="322"/>
                  </a:lnTo>
                  <a:cubicBezTo>
                    <a:pt x="370" y="333"/>
                    <a:pt x="346" y="357"/>
                    <a:pt x="334" y="369"/>
                  </a:cubicBezTo>
                  <a:lnTo>
                    <a:pt x="287" y="417"/>
                  </a:lnTo>
                  <a:cubicBezTo>
                    <a:pt x="275" y="429"/>
                    <a:pt x="263" y="441"/>
                    <a:pt x="251" y="464"/>
                  </a:cubicBezTo>
                  <a:lnTo>
                    <a:pt x="215" y="512"/>
                  </a:lnTo>
                  <a:lnTo>
                    <a:pt x="179" y="560"/>
                  </a:lnTo>
                  <a:lnTo>
                    <a:pt x="156" y="607"/>
                  </a:lnTo>
                  <a:lnTo>
                    <a:pt x="132" y="655"/>
                  </a:lnTo>
                  <a:lnTo>
                    <a:pt x="108" y="703"/>
                  </a:lnTo>
                  <a:cubicBezTo>
                    <a:pt x="108" y="714"/>
                    <a:pt x="96" y="726"/>
                    <a:pt x="84" y="750"/>
                  </a:cubicBezTo>
                  <a:cubicBezTo>
                    <a:pt x="72" y="762"/>
                    <a:pt x="72" y="774"/>
                    <a:pt x="60" y="786"/>
                  </a:cubicBezTo>
                  <a:lnTo>
                    <a:pt x="49" y="833"/>
                  </a:lnTo>
                  <a:lnTo>
                    <a:pt x="37" y="881"/>
                  </a:lnTo>
                  <a:cubicBezTo>
                    <a:pt x="37" y="905"/>
                    <a:pt x="25" y="917"/>
                    <a:pt x="25" y="929"/>
                  </a:cubicBezTo>
                  <a:cubicBezTo>
                    <a:pt x="13" y="953"/>
                    <a:pt x="13" y="964"/>
                    <a:pt x="13" y="976"/>
                  </a:cubicBezTo>
                  <a:lnTo>
                    <a:pt x="13" y="1024"/>
                  </a:lnTo>
                  <a:cubicBezTo>
                    <a:pt x="13" y="1048"/>
                    <a:pt x="13" y="1060"/>
                    <a:pt x="1" y="1072"/>
                  </a:cubicBezTo>
                  <a:cubicBezTo>
                    <a:pt x="1" y="1095"/>
                    <a:pt x="1" y="1107"/>
                    <a:pt x="1" y="1119"/>
                  </a:cubicBezTo>
                  <a:lnTo>
                    <a:pt x="1" y="1167"/>
                  </a:lnTo>
                  <a:lnTo>
                    <a:pt x="1" y="1214"/>
                  </a:lnTo>
                  <a:lnTo>
                    <a:pt x="1" y="14954"/>
                  </a:lnTo>
                  <a:cubicBezTo>
                    <a:pt x="1" y="14966"/>
                    <a:pt x="1" y="14978"/>
                    <a:pt x="1" y="14990"/>
                  </a:cubicBezTo>
                  <a:lnTo>
                    <a:pt x="1" y="15050"/>
                  </a:lnTo>
                  <a:cubicBezTo>
                    <a:pt x="1" y="15061"/>
                    <a:pt x="1" y="15073"/>
                    <a:pt x="1" y="15097"/>
                  </a:cubicBezTo>
                  <a:cubicBezTo>
                    <a:pt x="1" y="15109"/>
                    <a:pt x="13" y="15121"/>
                    <a:pt x="13" y="15145"/>
                  </a:cubicBezTo>
                  <a:lnTo>
                    <a:pt x="13" y="15192"/>
                  </a:lnTo>
                  <a:cubicBezTo>
                    <a:pt x="13" y="15204"/>
                    <a:pt x="13" y="15216"/>
                    <a:pt x="25" y="15240"/>
                  </a:cubicBezTo>
                  <a:cubicBezTo>
                    <a:pt x="37" y="15252"/>
                    <a:pt x="25" y="15276"/>
                    <a:pt x="37" y="15288"/>
                  </a:cubicBezTo>
                  <a:cubicBezTo>
                    <a:pt x="49" y="15300"/>
                    <a:pt x="49" y="15323"/>
                    <a:pt x="49" y="15335"/>
                  </a:cubicBezTo>
                  <a:lnTo>
                    <a:pt x="60" y="15383"/>
                  </a:lnTo>
                  <a:lnTo>
                    <a:pt x="84" y="15431"/>
                  </a:lnTo>
                  <a:cubicBezTo>
                    <a:pt x="84" y="15454"/>
                    <a:pt x="96" y="15466"/>
                    <a:pt x="108" y="15478"/>
                  </a:cubicBezTo>
                  <a:cubicBezTo>
                    <a:pt x="120" y="15502"/>
                    <a:pt x="120" y="15514"/>
                    <a:pt x="132" y="15526"/>
                  </a:cubicBezTo>
                  <a:cubicBezTo>
                    <a:pt x="144" y="15550"/>
                    <a:pt x="156" y="15561"/>
                    <a:pt x="156" y="15585"/>
                  </a:cubicBezTo>
                  <a:cubicBezTo>
                    <a:pt x="168" y="15597"/>
                    <a:pt x="179" y="15609"/>
                    <a:pt x="191" y="15633"/>
                  </a:cubicBezTo>
                  <a:cubicBezTo>
                    <a:pt x="203" y="15645"/>
                    <a:pt x="215" y="15657"/>
                    <a:pt x="227" y="15681"/>
                  </a:cubicBezTo>
                  <a:cubicBezTo>
                    <a:pt x="239" y="15692"/>
                    <a:pt x="251" y="15716"/>
                    <a:pt x="263" y="15728"/>
                  </a:cubicBezTo>
                  <a:cubicBezTo>
                    <a:pt x="275" y="15740"/>
                    <a:pt x="287" y="15764"/>
                    <a:pt x="310" y="15776"/>
                  </a:cubicBezTo>
                  <a:lnTo>
                    <a:pt x="358" y="15823"/>
                  </a:lnTo>
                  <a:lnTo>
                    <a:pt x="406" y="15871"/>
                  </a:lnTo>
                  <a:cubicBezTo>
                    <a:pt x="430" y="15895"/>
                    <a:pt x="441" y="15907"/>
                    <a:pt x="465" y="15931"/>
                  </a:cubicBezTo>
                  <a:lnTo>
                    <a:pt x="537" y="15978"/>
                  </a:lnTo>
                  <a:cubicBezTo>
                    <a:pt x="560" y="15990"/>
                    <a:pt x="584" y="16014"/>
                    <a:pt x="620" y="16026"/>
                  </a:cubicBezTo>
                  <a:cubicBezTo>
                    <a:pt x="644" y="16050"/>
                    <a:pt x="680" y="16062"/>
                    <a:pt x="715" y="16073"/>
                  </a:cubicBezTo>
                  <a:cubicBezTo>
                    <a:pt x="763" y="16097"/>
                    <a:pt x="811" y="16109"/>
                    <a:pt x="846" y="16121"/>
                  </a:cubicBezTo>
                  <a:cubicBezTo>
                    <a:pt x="965" y="16157"/>
                    <a:pt x="1084" y="16181"/>
                    <a:pt x="1203" y="16181"/>
                  </a:cubicBezTo>
                  <a:lnTo>
                    <a:pt x="1215" y="16181"/>
                  </a:lnTo>
                  <a:cubicBezTo>
                    <a:pt x="1322" y="16181"/>
                    <a:pt x="1430" y="16169"/>
                    <a:pt x="1537" y="16133"/>
                  </a:cubicBezTo>
                  <a:cubicBezTo>
                    <a:pt x="1584" y="16121"/>
                    <a:pt x="1632" y="16109"/>
                    <a:pt x="1680" y="16085"/>
                  </a:cubicBezTo>
                  <a:lnTo>
                    <a:pt x="1751" y="16050"/>
                  </a:lnTo>
                  <a:cubicBezTo>
                    <a:pt x="1775" y="16026"/>
                    <a:pt x="1811" y="16014"/>
                    <a:pt x="1834" y="16002"/>
                  </a:cubicBezTo>
                  <a:lnTo>
                    <a:pt x="1906" y="15954"/>
                  </a:lnTo>
                  <a:cubicBezTo>
                    <a:pt x="1930" y="15931"/>
                    <a:pt x="1954" y="15919"/>
                    <a:pt x="1965" y="15907"/>
                  </a:cubicBezTo>
                  <a:cubicBezTo>
                    <a:pt x="1989" y="15883"/>
                    <a:pt x="2001" y="15871"/>
                    <a:pt x="2025" y="15859"/>
                  </a:cubicBezTo>
                  <a:lnTo>
                    <a:pt x="2073" y="15812"/>
                  </a:lnTo>
                  <a:lnTo>
                    <a:pt x="2108" y="15752"/>
                  </a:lnTo>
                  <a:lnTo>
                    <a:pt x="2156" y="15704"/>
                  </a:lnTo>
                  <a:lnTo>
                    <a:pt x="2192" y="15657"/>
                  </a:lnTo>
                  <a:lnTo>
                    <a:pt x="2215" y="15609"/>
                  </a:lnTo>
                  <a:cubicBezTo>
                    <a:pt x="2227" y="15597"/>
                    <a:pt x="2239" y="15585"/>
                    <a:pt x="2251" y="15561"/>
                  </a:cubicBezTo>
                  <a:cubicBezTo>
                    <a:pt x="2263" y="15550"/>
                    <a:pt x="2263" y="15538"/>
                    <a:pt x="2275" y="15514"/>
                  </a:cubicBezTo>
                  <a:cubicBezTo>
                    <a:pt x="2287" y="15502"/>
                    <a:pt x="2287" y="15478"/>
                    <a:pt x="2299" y="15466"/>
                  </a:cubicBezTo>
                  <a:lnTo>
                    <a:pt x="2323" y="15419"/>
                  </a:lnTo>
                  <a:cubicBezTo>
                    <a:pt x="2323" y="15407"/>
                    <a:pt x="2335" y="15383"/>
                    <a:pt x="2335" y="15371"/>
                  </a:cubicBezTo>
                  <a:cubicBezTo>
                    <a:pt x="2335" y="15359"/>
                    <a:pt x="2346" y="15335"/>
                    <a:pt x="2358" y="15323"/>
                  </a:cubicBezTo>
                  <a:cubicBezTo>
                    <a:pt x="2358" y="15311"/>
                    <a:pt x="2370" y="15288"/>
                    <a:pt x="2370" y="15276"/>
                  </a:cubicBezTo>
                  <a:cubicBezTo>
                    <a:pt x="2370" y="15264"/>
                    <a:pt x="2382" y="15240"/>
                    <a:pt x="2382" y="15228"/>
                  </a:cubicBezTo>
                  <a:cubicBezTo>
                    <a:pt x="2382" y="15204"/>
                    <a:pt x="2382" y="15192"/>
                    <a:pt x="2394" y="15180"/>
                  </a:cubicBezTo>
                  <a:cubicBezTo>
                    <a:pt x="2406" y="15157"/>
                    <a:pt x="2394" y="15145"/>
                    <a:pt x="2394" y="15133"/>
                  </a:cubicBezTo>
                  <a:cubicBezTo>
                    <a:pt x="2406" y="15109"/>
                    <a:pt x="2394" y="15097"/>
                    <a:pt x="2394" y="15085"/>
                  </a:cubicBezTo>
                  <a:lnTo>
                    <a:pt x="2394" y="15026"/>
                  </a:lnTo>
                  <a:lnTo>
                    <a:pt x="2394" y="14978"/>
                  </a:lnTo>
                  <a:lnTo>
                    <a:pt x="2394" y="14954"/>
                  </a:lnTo>
                  <a:lnTo>
                    <a:pt x="2394" y="1226"/>
                  </a:lnTo>
                  <a:cubicBezTo>
                    <a:pt x="2394" y="1226"/>
                    <a:pt x="2418" y="1214"/>
                    <a:pt x="2418" y="1214"/>
                  </a:cubicBezTo>
                  <a:lnTo>
                    <a:pt x="2418" y="1167"/>
                  </a:lnTo>
                  <a:lnTo>
                    <a:pt x="2418" y="1119"/>
                  </a:lnTo>
                  <a:cubicBezTo>
                    <a:pt x="2418" y="1107"/>
                    <a:pt x="2418" y="1084"/>
                    <a:pt x="2418" y="1072"/>
                  </a:cubicBezTo>
                  <a:cubicBezTo>
                    <a:pt x="2418" y="1060"/>
                    <a:pt x="2418" y="1036"/>
                    <a:pt x="2406" y="1024"/>
                  </a:cubicBezTo>
                  <a:cubicBezTo>
                    <a:pt x="2406" y="1012"/>
                    <a:pt x="2406" y="988"/>
                    <a:pt x="2406" y="976"/>
                  </a:cubicBezTo>
                  <a:cubicBezTo>
                    <a:pt x="2406" y="964"/>
                    <a:pt x="2406" y="941"/>
                    <a:pt x="2394" y="929"/>
                  </a:cubicBezTo>
                  <a:cubicBezTo>
                    <a:pt x="2394" y="905"/>
                    <a:pt x="2394" y="893"/>
                    <a:pt x="2382" y="881"/>
                  </a:cubicBezTo>
                  <a:cubicBezTo>
                    <a:pt x="2382" y="869"/>
                    <a:pt x="2370" y="845"/>
                    <a:pt x="2370" y="833"/>
                  </a:cubicBezTo>
                  <a:cubicBezTo>
                    <a:pt x="2370" y="810"/>
                    <a:pt x="2358" y="798"/>
                    <a:pt x="2358" y="786"/>
                  </a:cubicBezTo>
                  <a:cubicBezTo>
                    <a:pt x="2346" y="762"/>
                    <a:pt x="2346" y="750"/>
                    <a:pt x="2335" y="738"/>
                  </a:cubicBezTo>
                  <a:cubicBezTo>
                    <a:pt x="2323" y="714"/>
                    <a:pt x="2323" y="703"/>
                    <a:pt x="2311" y="691"/>
                  </a:cubicBezTo>
                  <a:lnTo>
                    <a:pt x="2287" y="643"/>
                  </a:lnTo>
                  <a:cubicBezTo>
                    <a:pt x="2275" y="619"/>
                    <a:pt x="2263" y="607"/>
                    <a:pt x="2263" y="595"/>
                  </a:cubicBezTo>
                  <a:cubicBezTo>
                    <a:pt x="2251" y="572"/>
                    <a:pt x="2239" y="560"/>
                    <a:pt x="2227" y="548"/>
                  </a:cubicBezTo>
                  <a:lnTo>
                    <a:pt x="2192" y="500"/>
                  </a:lnTo>
                  <a:lnTo>
                    <a:pt x="2156" y="452"/>
                  </a:lnTo>
                  <a:lnTo>
                    <a:pt x="2108" y="393"/>
                  </a:lnTo>
                  <a:cubicBezTo>
                    <a:pt x="2096" y="381"/>
                    <a:pt x="2084" y="369"/>
                    <a:pt x="2073" y="345"/>
                  </a:cubicBezTo>
                  <a:lnTo>
                    <a:pt x="2013" y="298"/>
                  </a:lnTo>
                  <a:cubicBezTo>
                    <a:pt x="2001" y="286"/>
                    <a:pt x="1977" y="274"/>
                    <a:pt x="1954" y="250"/>
                  </a:cubicBezTo>
                  <a:lnTo>
                    <a:pt x="1894" y="202"/>
                  </a:lnTo>
                  <a:lnTo>
                    <a:pt x="1811" y="155"/>
                  </a:lnTo>
                  <a:cubicBezTo>
                    <a:pt x="1775" y="143"/>
                    <a:pt x="1739" y="119"/>
                    <a:pt x="1715" y="107"/>
                  </a:cubicBezTo>
                  <a:cubicBezTo>
                    <a:pt x="1668" y="95"/>
                    <a:pt x="1632" y="71"/>
                    <a:pt x="1584" y="60"/>
                  </a:cubicBezTo>
                  <a:cubicBezTo>
                    <a:pt x="1501" y="36"/>
                    <a:pt x="1418" y="12"/>
                    <a:pt x="1346" y="12"/>
                  </a:cubicBezTo>
                  <a:cubicBezTo>
                    <a:pt x="1299" y="0"/>
                    <a:pt x="1251" y="0"/>
                    <a:pt x="121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4" name="Google Shape;1034;p11"/>
            <p:cNvSpPr/>
            <p:nvPr/>
          </p:nvSpPr>
          <p:spPr>
            <a:xfrm>
              <a:off x="7449044" y="-169612"/>
              <a:ext cx="142572" cy="125041"/>
            </a:xfrm>
            <a:custGeom>
              <a:avLst/>
              <a:gdLst/>
              <a:ahLst/>
              <a:cxnLst/>
              <a:rect l="l" t="t" r="r" b="b"/>
              <a:pathLst>
                <a:path w="4359" h="3823" extrusionOk="0">
                  <a:moveTo>
                    <a:pt x="1131" y="0"/>
                  </a:moveTo>
                  <a:cubicBezTo>
                    <a:pt x="500" y="0"/>
                    <a:pt x="0" y="512"/>
                    <a:pt x="0" y="1131"/>
                  </a:cubicBezTo>
                  <a:lnTo>
                    <a:pt x="0" y="2679"/>
                  </a:lnTo>
                  <a:cubicBezTo>
                    <a:pt x="0" y="3310"/>
                    <a:pt x="512" y="3822"/>
                    <a:pt x="1143" y="3822"/>
                  </a:cubicBezTo>
                  <a:lnTo>
                    <a:pt x="3227" y="3822"/>
                  </a:lnTo>
                  <a:cubicBezTo>
                    <a:pt x="3846" y="3810"/>
                    <a:pt x="4358" y="3310"/>
                    <a:pt x="4358" y="2679"/>
                  </a:cubicBezTo>
                  <a:lnTo>
                    <a:pt x="4358" y="1131"/>
                  </a:lnTo>
                  <a:cubicBezTo>
                    <a:pt x="4346" y="512"/>
                    <a:pt x="3846" y="0"/>
                    <a:pt x="3215" y="0"/>
                  </a:cubicBezTo>
                  <a:close/>
                </a:path>
              </a:pathLst>
            </a:custGeom>
            <a:solidFill>
              <a:srgbClr val="821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5" name="Google Shape;1035;p11"/>
            <p:cNvSpPr/>
            <p:nvPr/>
          </p:nvSpPr>
          <p:spPr>
            <a:xfrm>
              <a:off x="7448651" y="277825"/>
              <a:ext cx="142964" cy="124648"/>
            </a:xfrm>
            <a:custGeom>
              <a:avLst/>
              <a:gdLst/>
              <a:ahLst/>
              <a:cxnLst/>
              <a:rect l="l" t="t" r="r" b="b"/>
              <a:pathLst>
                <a:path w="4371" h="3811" extrusionOk="0">
                  <a:moveTo>
                    <a:pt x="1143" y="0"/>
                  </a:moveTo>
                  <a:cubicBezTo>
                    <a:pt x="512" y="0"/>
                    <a:pt x="0" y="501"/>
                    <a:pt x="12" y="1132"/>
                  </a:cubicBezTo>
                  <a:lnTo>
                    <a:pt x="12" y="2679"/>
                  </a:lnTo>
                  <a:cubicBezTo>
                    <a:pt x="12" y="3310"/>
                    <a:pt x="524" y="3810"/>
                    <a:pt x="1143" y="3810"/>
                  </a:cubicBezTo>
                  <a:lnTo>
                    <a:pt x="3227" y="3810"/>
                  </a:lnTo>
                  <a:cubicBezTo>
                    <a:pt x="3858" y="3810"/>
                    <a:pt x="4370" y="3298"/>
                    <a:pt x="4370" y="2679"/>
                  </a:cubicBezTo>
                  <a:lnTo>
                    <a:pt x="4370" y="1132"/>
                  </a:lnTo>
                  <a:cubicBezTo>
                    <a:pt x="4370" y="512"/>
                    <a:pt x="3858" y="0"/>
                    <a:pt x="3227" y="0"/>
                  </a:cubicBezTo>
                  <a:close/>
                </a:path>
              </a:pathLst>
            </a:custGeom>
            <a:solidFill>
              <a:srgbClr val="821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6" name="Google Shape;1036;p11"/>
            <p:cNvSpPr/>
            <p:nvPr/>
          </p:nvSpPr>
          <p:spPr>
            <a:xfrm>
              <a:off x="7472004" y="-148189"/>
              <a:ext cx="80264" cy="529240"/>
            </a:xfrm>
            <a:custGeom>
              <a:avLst/>
              <a:gdLst/>
              <a:ahLst/>
              <a:cxnLst/>
              <a:rect l="l" t="t" r="r" b="b"/>
              <a:pathLst>
                <a:path w="2454" h="16181" extrusionOk="0">
                  <a:moveTo>
                    <a:pt x="1227" y="0"/>
                  </a:moveTo>
                  <a:cubicBezTo>
                    <a:pt x="930" y="0"/>
                    <a:pt x="632" y="119"/>
                    <a:pt x="418" y="310"/>
                  </a:cubicBezTo>
                  <a:lnTo>
                    <a:pt x="394" y="333"/>
                  </a:lnTo>
                  <a:cubicBezTo>
                    <a:pt x="358" y="369"/>
                    <a:pt x="334" y="393"/>
                    <a:pt x="299" y="429"/>
                  </a:cubicBezTo>
                  <a:cubicBezTo>
                    <a:pt x="287" y="452"/>
                    <a:pt x="263" y="476"/>
                    <a:pt x="251" y="500"/>
                  </a:cubicBezTo>
                  <a:cubicBezTo>
                    <a:pt x="227" y="524"/>
                    <a:pt x="203" y="560"/>
                    <a:pt x="179" y="595"/>
                  </a:cubicBezTo>
                  <a:cubicBezTo>
                    <a:pt x="168" y="631"/>
                    <a:pt x="144" y="655"/>
                    <a:pt x="132" y="691"/>
                  </a:cubicBezTo>
                  <a:cubicBezTo>
                    <a:pt x="120" y="726"/>
                    <a:pt x="96" y="750"/>
                    <a:pt x="84" y="786"/>
                  </a:cubicBezTo>
                  <a:cubicBezTo>
                    <a:pt x="72" y="833"/>
                    <a:pt x="60" y="869"/>
                    <a:pt x="48" y="917"/>
                  </a:cubicBezTo>
                  <a:cubicBezTo>
                    <a:pt x="48" y="941"/>
                    <a:pt x="37" y="964"/>
                    <a:pt x="25" y="1000"/>
                  </a:cubicBezTo>
                  <a:cubicBezTo>
                    <a:pt x="13" y="1072"/>
                    <a:pt x="1" y="1143"/>
                    <a:pt x="1" y="1226"/>
                  </a:cubicBezTo>
                  <a:lnTo>
                    <a:pt x="1" y="14954"/>
                  </a:lnTo>
                  <a:cubicBezTo>
                    <a:pt x="1" y="15633"/>
                    <a:pt x="549" y="16181"/>
                    <a:pt x="1227" y="16181"/>
                  </a:cubicBezTo>
                  <a:cubicBezTo>
                    <a:pt x="1311" y="16181"/>
                    <a:pt x="1394" y="16169"/>
                    <a:pt x="1477" y="16157"/>
                  </a:cubicBezTo>
                  <a:lnTo>
                    <a:pt x="1525" y="16145"/>
                  </a:lnTo>
                  <a:cubicBezTo>
                    <a:pt x="1584" y="16121"/>
                    <a:pt x="1656" y="16097"/>
                    <a:pt x="1715" y="16073"/>
                  </a:cubicBezTo>
                  <a:lnTo>
                    <a:pt x="1739" y="16073"/>
                  </a:lnTo>
                  <a:cubicBezTo>
                    <a:pt x="1882" y="16002"/>
                    <a:pt x="2013" y="15907"/>
                    <a:pt x="2120" y="15788"/>
                  </a:cubicBezTo>
                  <a:cubicBezTo>
                    <a:pt x="2334" y="15561"/>
                    <a:pt x="2442" y="15276"/>
                    <a:pt x="2442" y="14966"/>
                  </a:cubicBezTo>
                  <a:lnTo>
                    <a:pt x="2442" y="1226"/>
                  </a:lnTo>
                  <a:cubicBezTo>
                    <a:pt x="2454" y="548"/>
                    <a:pt x="1906" y="0"/>
                    <a:pt x="1227" y="0"/>
                  </a:cubicBezTo>
                  <a:close/>
                </a:path>
              </a:pathLst>
            </a:custGeom>
            <a:solidFill>
              <a:srgbClr val="272425">
                <a:alpha val="200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7" name="Google Shape;1037;p11"/>
            <p:cNvSpPr/>
            <p:nvPr/>
          </p:nvSpPr>
          <p:spPr>
            <a:xfrm>
              <a:off x="7484073" y="-148189"/>
              <a:ext cx="78694" cy="529240"/>
            </a:xfrm>
            <a:custGeom>
              <a:avLst/>
              <a:gdLst/>
              <a:ahLst/>
              <a:cxnLst/>
              <a:rect l="l" t="t" r="r" b="b"/>
              <a:pathLst>
                <a:path w="2406" h="16181" extrusionOk="0">
                  <a:moveTo>
                    <a:pt x="1132" y="0"/>
                  </a:moveTo>
                  <a:cubicBezTo>
                    <a:pt x="1037" y="0"/>
                    <a:pt x="953" y="24"/>
                    <a:pt x="870" y="48"/>
                  </a:cubicBezTo>
                  <a:cubicBezTo>
                    <a:pt x="822" y="60"/>
                    <a:pt x="787" y="71"/>
                    <a:pt x="739" y="83"/>
                  </a:cubicBezTo>
                  <a:cubicBezTo>
                    <a:pt x="703" y="107"/>
                    <a:pt x="668" y="119"/>
                    <a:pt x="644" y="131"/>
                  </a:cubicBezTo>
                  <a:cubicBezTo>
                    <a:pt x="608" y="155"/>
                    <a:pt x="584" y="167"/>
                    <a:pt x="561" y="179"/>
                  </a:cubicBezTo>
                  <a:cubicBezTo>
                    <a:pt x="537" y="202"/>
                    <a:pt x="513" y="214"/>
                    <a:pt x="489" y="226"/>
                  </a:cubicBezTo>
                  <a:lnTo>
                    <a:pt x="430" y="274"/>
                  </a:lnTo>
                  <a:lnTo>
                    <a:pt x="382" y="322"/>
                  </a:lnTo>
                  <a:cubicBezTo>
                    <a:pt x="358" y="333"/>
                    <a:pt x="346" y="357"/>
                    <a:pt x="334" y="369"/>
                  </a:cubicBezTo>
                  <a:cubicBezTo>
                    <a:pt x="311" y="381"/>
                    <a:pt x="299" y="393"/>
                    <a:pt x="287" y="417"/>
                  </a:cubicBezTo>
                  <a:lnTo>
                    <a:pt x="251" y="464"/>
                  </a:lnTo>
                  <a:lnTo>
                    <a:pt x="215" y="512"/>
                  </a:lnTo>
                  <a:lnTo>
                    <a:pt x="180" y="560"/>
                  </a:lnTo>
                  <a:cubicBezTo>
                    <a:pt x="168" y="572"/>
                    <a:pt x="156" y="583"/>
                    <a:pt x="156" y="607"/>
                  </a:cubicBezTo>
                  <a:lnTo>
                    <a:pt x="120" y="655"/>
                  </a:lnTo>
                  <a:cubicBezTo>
                    <a:pt x="120" y="667"/>
                    <a:pt x="108" y="679"/>
                    <a:pt x="96" y="703"/>
                  </a:cubicBezTo>
                  <a:cubicBezTo>
                    <a:pt x="96" y="714"/>
                    <a:pt x="84" y="726"/>
                    <a:pt x="72" y="750"/>
                  </a:cubicBezTo>
                  <a:cubicBezTo>
                    <a:pt x="72" y="762"/>
                    <a:pt x="72" y="774"/>
                    <a:pt x="60" y="786"/>
                  </a:cubicBezTo>
                  <a:lnTo>
                    <a:pt x="49" y="833"/>
                  </a:lnTo>
                  <a:lnTo>
                    <a:pt x="25" y="881"/>
                  </a:lnTo>
                  <a:cubicBezTo>
                    <a:pt x="25" y="905"/>
                    <a:pt x="25" y="917"/>
                    <a:pt x="13" y="929"/>
                  </a:cubicBezTo>
                  <a:cubicBezTo>
                    <a:pt x="13" y="953"/>
                    <a:pt x="13" y="964"/>
                    <a:pt x="1" y="976"/>
                  </a:cubicBezTo>
                  <a:lnTo>
                    <a:pt x="1" y="1024"/>
                  </a:lnTo>
                  <a:lnTo>
                    <a:pt x="1" y="1072"/>
                  </a:lnTo>
                  <a:lnTo>
                    <a:pt x="1" y="1119"/>
                  </a:lnTo>
                  <a:lnTo>
                    <a:pt x="1" y="1167"/>
                  </a:lnTo>
                  <a:lnTo>
                    <a:pt x="1" y="1214"/>
                  </a:lnTo>
                  <a:lnTo>
                    <a:pt x="1" y="14954"/>
                  </a:lnTo>
                  <a:lnTo>
                    <a:pt x="1" y="14990"/>
                  </a:lnTo>
                  <a:lnTo>
                    <a:pt x="1" y="15050"/>
                  </a:lnTo>
                  <a:lnTo>
                    <a:pt x="1" y="15097"/>
                  </a:lnTo>
                  <a:lnTo>
                    <a:pt x="1" y="15145"/>
                  </a:lnTo>
                  <a:lnTo>
                    <a:pt x="1" y="15192"/>
                  </a:lnTo>
                  <a:cubicBezTo>
                    <a:pt x="1" y="15204"/>
                    <a:pt x="13" y="15216"/>
                    <a:pt x="13" y="15240"/>
                  </a:cubicBezTo>
                  <a:cubicBezTo>
                    <a:pt x="25" y="15252"/>
                    <a:pt x="13" y="15276"/>
                    <a:pt x="25" y="15288"/>
                  </a:cubicBezTo>
                  <a:cubicBezTo>
                    <a:pt x="37" y="15300"/>
                    <a:pt x="37" y="15323"/>
                    <a:pt x="49" y="15335"/>
                  </a:cubicBezTo>
                  <a:cubicBezTo>
                    <a:pt x="49" y="15347"/>
                    <a:pt x="60" y="15371"/>
                    <a:pt x="60" y="15383"/>
                  </a:cubicBezTo>
                  <a:cubicBezTo>
                    <a:pt x="72" y="15407"/>
                    <a:pt x="72" y="15419"/>
                    <a:pt x="84" y="15431"/>
                  </a:cubicBezTo>
                  <a:cubicBezTo>
                    <a:pt x="84" y="15454"/>
                    <a:pt x="96" y="15466"/>
                    <a:pt x="108" y="15478"/>
                  </a:cubicBezTo>
                  <a:cubicBezTo>
                    <a:pt x="108" y="15502"/>
                    <a:pt x="120" y="15514"/>
                    <a:pt x="132" y="15526"/>
                  </a:cubicBezTo>
                  <a:cubicBezTo>
                    <a:pt x="132" y="15550"/>
                    <a:pt x="144" y="15561"/>
                    <a:pt x="156" y="15585"/>
                  </a:cubicBezTo>
                  <a:cubicBezTo>
                    <a:pt x="168" y="15597"/>
                    <a:pt x="180" y="15609"/>
                    <a:pt x="191" y="15633"/>
                  </a:cubicBezTo>
                  <a:cubicBezTo>
                    <a:pt x="191" y="15645"/>
                    <a:pt x="203" y="15669"/>
                    <a:pt x="227" y="15681"/>
                  </a:cubicBezTo>
                  <a:lnTo>
                    <a:pt x="263" y="15728"/>
                  </a:lnTo>
                  <a:lnTo>
                    <a:pt x="299" y="15776"/>
                  </a:lnTo>
                  <a:lnTo>
                    <a:pt x="346" y="15823"/>
                  </a:lnTo>
                  <a:lnTo>
                    <a:pt x="406" y="15871"/>
                  </a:lnTo>
                  <a:cubicBezTo>
                    <a:pt x="418" y="15895"/>
                    <a:pt x="441" y="15907"/>
                    <a:pt x="465" y="15931"/>
                  </a:cubicBezTo>
                  <a:cubicBezTo>
                    <a:pt x="489" y="15942"/>
                    <a:pt x="501" y="15966"/>
                    <a:pt x="525" y="15978"/>
                  </a:cubicBezTo>
                  <a:cubicBezTo>
                    <a:pt x="584" y="16014"/>
                    <a:pt x="644" y="16050"/>
                    <a:pt x="715" y="16073"/>
                  </a:cubicBezTo>
                  <a:cubicBezTo>
                    <a:pt x="751" y="16097"/>
                    <a:pt x="799" y="16109"/>
                    <a:pt x="846" y="16121"/>
                  </a:cubicBezTo>
                  <a:cubicBezTo>
                    <a:pt x="965" y="16157"/>
                    <a:pt x="1084" y="16181"/>
                    <a:pt x="1203" y="16181"/>
                  </a:cubicBezTo>
                  <a:lnTo>
                    <a:pt x="1215" y="16181"/>
                  </a:lnTo>
                  <a:cubicBezTo>
                    <a:pt x="1323" y="16181"/>
                    <a:pt x="1430" y="16169"/>
                    <a:pt x="1525" y="16133"/>
                  </a:cubicBezTo>
                  <a:cubicBezTo>
                    <a:pt x="1573" y="16121"/>
                    <a:pt x="1620" y="16109"/>
                    <a:pt x="1668" y="16085"/>
                  </a:cubicBezTo>
                  <a:cubicBezTo>
                    <a:pt x="1704" y="16073"/>
                    <a:pt x="1739" y="16062"/>
                    <a:pt x="1775" y="16038"/>
                  </a:cubicBezTo>
                  <a:lnTo>
                    <a:pt x="1858" y="15990"/>
                  </a:lnTo>
                  <a:lnTo>
                    <a:pt x="1918" y="15942"/>
                  </a:lnTo>
                  <a:cubicBezTo>
                    <a:pt x="1942" y="15931"/>
                    <a:pt x="1965" y="15919"/>
                    <a:pt x="1989" y="15907"/>
                  </a:cubicBezTo>
                  <a:lnTo>
                    <a:pt x="2037" y="15859"/>
                  </a:lnTo>
                  <a:lnTo>
                    <a:pt x="2085" y="15812"/>
                  </a:lnTo>
                  <a:lnTo>
                    <a:pt x="2132" y="15752"/>
                  </a:lnTo>
                  <a:cubicBezTo>
                    <a:pt x="2144" y="15740"/>
                    <a:pt x="2156" y="15728"/>
                    <a:pt x="2168" y="15704"/>
                  </a:cubicBezTo>
                  <a:cubicBezTo>
                    <a:pt x="2180" y="15692"/>
                    <a:pt x="2192" y="15681"/>
                    <a:pt x="2204" y="15657"/>
                  </a:cubicBezTo>
                  <a:lnTo>
                    <a:pt x="2239" y="15609"/>
                  </a:lnTo>
                  <a:lnTo>
                    <a:pt x="2275" y="15561"/>
                  </a:lnTo>
                  <a:cubicBezTo>
                    <a:pt x="2275" y="15550"/>
                    <a:pt x="2287" y="15538"/>
                    <a:pt x="2299" y="15514"/>
                  </a:cubicBezTo>
                  <a:cubicBezTo>
                    <a:pt x="2299" y="15502"/>
                    <a:pt x="2311" y="15478"/>
                    <a:pt x="2323" y="15466"/>
                  </a:cubicBezTo>
                  <a:cubicBezTo>
                    <a:pt x="2323" y="15454"/>
                    <a:pt x="2335" y="15431"/>
                    <a:pt x="2335" y="15419"/>
                  </a:cubicBezTo>
                  <a:cubicBezTo>
                    <a:pt x="2346" y="15407"/>
                    <a:pt x="2346" y="15383"/>
                    <a:pt x="2358" y="15371"/>
                  </a:cubicBezTo>
                  <a:cubicBezTo>
                    <a:pt x="2358" y="15359"/>
                    <a:pt x="2370" y="15335"/>
                    <a:pt x="2370" y="15323"/>
                  </a:cubicBezTo>
                  <a:lnTo>
                    <a:pt x="2394" y="15276"/>
                  </a:lnTo>
                  <a:cubicBezTo>
                    <a:pt x="2394" y="15264"/>
                    <a:pt x="2394" y="15240"/>
                    <a:pt x="2406" y="15228"/>
                  </a:cubicBezTo>
                  <a:lnTo>
                    <a:pt x="2406" y="15180"/>
                  </a:lnTo>
                  <a:cubicBezTo>
                    <a:pt x="2406" y="15157"/>
                    <a:pt x="2406" y="15145"/>
                    <a:pt x="2406" y="15133"/>
                  </a:cubicBezTo>
                  <a:lnTo>
                    <a:pt x="2406" y="15085"/>
                  </a:lnTo>
                  <a:lnTo>
                    <a:pt x="2406" y="15026"/>
                  </a:lnTo>
                  <a:lnTo>
                    <a:pt x="2406" y="14978"/>
                  </a:lnTo>
                  <a:cubicBezTo>
                    <a:pt x="2406" y="14978"/>
                    <a:pt x="2406" y="14966"/>
                    <a:pt x="2406" y="14954"/>
                  </a:cubicBezTo>
                  <a:lnTo>
                    <a:pt x="2406" y="1214"/>
                  </a:lnTo>
                  <a:lnTo>
                    <a:pt x="2406" y="1167"/>
                  </a:lnTo>
                  <a:lnTo>
                    <a:pt x="2406" y="1119"/>
                  </a:lnTo>
                  <a:lnTo>
                    <a:pt x="2406" y="1072"/>
                  </a:lnTo>
                  <a:cubicBezTo>
                    <a:pt x="2406" y="1060"/>
                    <a:pt x="2406" y="1036"/>
                    <a:pt x="2406" y="1024"/>
                  </a:cubicBezTo>
                  <a:lnTo>
                    <a:pt x="2406" y="976"/>
                  </a:lnTo>
                  <a:cubicBezTo>
                    <a:pt x="2406" y="964"/>
                    <a:pt x="2394" y="941"/>
                    <a:pt x="2394" y="929"/>
                  </a:cubicBezTo>
                  <a:cubicBezTo>
                    <a:pt x="2394" y="917"/>
                    <a:pt x="2382" y="893"/>
                    <a:pt x="2382" y="881"/>
                  </a:cubicBezTo>
                  <a:cubicBezTo>
                    <a:pt x="2370" y="869"/>
                    <a:pt x="2370" y="845"/>
                    <a:pt x="2358" y="833"/>
                  </a:cubicBezTo>
                  <a:cubicBezTo>
                    <a:pt x="2358" y="822"/>
                    <a:pt x="2358" y="798"/>
                    <a:pt x="2346" y="786"/>
                  </a:cubicBezTo>
                  <a:lnTo>
                    <a:pt x="2323" y="738"/>
                  </a:lnTo>
                  <a:cubicBezTo>
                    <a:pt x="2323" y="714"/>
                    <a:pt x="2311" y="703"/>
                    <a:pt x="2299" y="691"/>
                  </a:cubicBezTo>
                  <a:lnTo>
                    <a:pt x="2287" y="643"/>
                  </a:lnTo>
                  <a:cubicBezTo>
                    <a:pt x="2275" y="619"/>
                    <a:pt x="2263" y="607"/>
                    <a:pt x="2251" y="595"/>
                  </a:cubicBezTo>
                  <a:lnTo>
                    <a:pt x="2227" y="548"/>
                  </a:lnTo>
                  <a:cubicBezTo>
                    <a:pt x="2216" y="524"/>
                    <a:pt x="2204" y="512"/>
                    <a:pt x="2192" y="500"/>
                  </a:cubicBezTo>
                  <a:cubicBezTo>
                    <a:pt x="2180" y="476"/>
                    <a:pt x="2168" y="464"/>
                    <a:pt x="2156" y="452"/>
                  </a:cubicBezTo>
                  <a:lnTo>
                    <a:pt x="2108" y="393"/>
                  </a:lnTo>
                  <a:lnTo>
                    <a:pt x="2061" y="345"/>
                  </a:lnTo>
                  <a:lnTo>
                    <a:pt x="2013" y="298"/>
                  </a:lnTo>
                  <a:cubicBezTo>
                    <a:pt x="1989" y="286"/>
                    <a:pt x="1965" y="274"/>
                    <a:pt x="1954" y="250"/>
                  </a:cubicBezTo>
                  <a:lnTo>
                    <a:pt x="1882" y="202"/>
                  </a:lnTo>
                  <a:lnTo>
                    <a:pt x="1799" y="155"/>
                  </a:lnTo>
                  <a:cubicBezTo>
                    <a:pt x="1775" y="143"/>
                    <a:pt x="1739" y="119"/>
                    <a:pt x="1704" y="107"/>
                  </a:cubicBezTo>
                  <a:cubicBezTo>
                    <a:pt x="1668" y="95"/>
                    <a:pt x="1620" y="71"/>
                    <a:pt x="1573" y="60"/>
                  </a:cubicBezTo>
                  <a:cubicBezTo>
                    <a:pt x="1501" y="36"/>
                    <a:pt x="1418" y="12"/>
                    <a:pt x="1334" y="12"/>
                  </a:cubicBezTo>
                  <a:cubicBezTo>
                    <a:pt x="1287" y="0"/>
                    <a:pt x="1251" y="0"/>
                    <a:pt x="12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38" name="Google Shape;1038;p11"/>
          <p:cNvSpPr txBox="1">
            <a:spLocks noGrp="1"/>
          </p:cNvSpPr>
          <p:nvPr>
            <p:ph type="title" hasCustomPrompt="1"/>
          </p:nvPr>
        </p:nvSpPr>
        <p:spPr>
          <a:xfrm>
            <a:off x="1144350" y="1656225"/>
            <a:ext cx="6855300" cy="1290900"/>
          </a:xfrm>
          <a:prstGeom prst="rect">
            <a:avLst/>
          </a:prstGeom>
        </p:spPr>
        <p:txBody>
          <a:bodyPr spcFirstLastPara="1" wrap="square" lIns="91425" tIns="91425" rIns="91425" bIns="91425" anchor="ctr" anchorCtr="0">
            <a:noAutofit/>
          </a:bodyPr>
          <a:lstStyle>
            <a:lvl1pPr lvl="0" algn="ctr">
              <a:spcBef>
                <a:spcPts val="0"/>
              </a:spcBef>
              <a:spcAft>
                <a:spcPts val="0"/>
              </a:spcAft>
              <a:buClr>
                <a:schemeClr val="dk2"/>
              </a:buClr>
              <a:buSzPts val="12000"/>
              <a:buNone/>
              <a:defRPr sz="12000"/>
            </a:lvl1pPr>
            <a:lvl2pPr lvl="1" algn="ctr">
              <a:spcBef>
                <a:spcPts val="0"/>
              </a:spcBef>
              <a:spcAft>
                <a:spcPts val="0"/>
              </a:spcAft>
              <a:buClr>
                <a:schemeClr val="dk2"/>
              </a:buClr>
              <a:buSzPts val="12000"/>
              <a:buNone/>
              <a:defRPr sz="12000">
                <a:solidFill>
                  <a:schemeClr val="dk2"/>
                </a:solidFill>
              </a:defRPr>
            </a:lvl2pPr>
            <a:lvl3pPr lvl="2" algn="ctr">
              <a:spcBef>
                <a:spcPts val="0"/>
              </a:spcBef>
              <a:spcAft>
                <a:spcPts val="0"/>
              </a:spcAft>
              <a:buClr>
                <a:schemeClr val="dk2"/>
              </a:buClr>
              <a:buSzPts val="12000"/>
              <a:buNone/>
              <a:defRPr sz="12000">
                <a:solidFill>
                  <a:schemeClr val="dk2"/>
                </a:solidFill>
              </a:defRPr>
            </a:lvl3pPr>
            <a:lvl4pPr lvl="3" algn="ctr">
              <a:spcBef>
                <a:spcPts val="0"/>
              </a:spcBef>
              <a:spcAft>
                <a:spcPts val="0"/>
              </a:spcAft>
              <a:buClr>
                <a:schemeClr val="dk2"/>
              </a:buClr>
              <a:buSzPts val="12000"/>
              <a:buNone/>
              <a:defRPr sz="12000">
                <a:solidFill>
                  <a:schemeClr val="dk2"/>
                </a:solidFill>
              </a:defRPr>
            </a:lvl4pPr>
            <a:lvl5pPr lvl="4" algn="ctr">
              <a:spcBef>
                <a:spcPts val="0"/>
              </a:spcBef>
              <a:spcAft>
                <a:spcPts val="0"/>
              </a:spcAft>
              <a:buClr>
                <a:schemeClr val="dk2"/>
              </a:buClr>
              <a:buSzPts val="12000"/>
              <a:buNone/>
              <a:defRPr sz="12000">
                <a:solidFill>
                  <a:schemeClr val="dk2"/>
                </a:solidFill>
              </a:defRPr>
            </a:lvl5pPr>
            <a:lvl6pPr lvl="5" algn="ctr">
              <a:spcBef>
                <a:spcPts val="0"/>
              </a:spcBef>
              <a:spcAft>
                <a:spcPts val="0"/>
              </a:spcAft>
              <a:buClr>
                <a:schemeClr val="dk2"/>
              </a:buClr>
              <a:buSzPts val="12000"/>
              <a:buNone/>
              <a:defRPr sz="12000">
                <a:solidFill>
                  <a:schemeClr val="dk2"/>
                </a:solidFill>
              </a:defRPr>
            </a:lvl6pPr>
            <a:lvl7pPr lvl="6" algn="ctr">
              <a:spcBef>
                <a:spcPts val="0"/>
              </a:spcBef>
              <a:spcAft>
                <a:spcPts val="0"/>
              </a:spcAft>
              <a:buClr>
                <a:schemeClr val="dk2"/>
              </a:buClr>
              <a:buSzPts val="12000"/>
              <a:buNone/>
              <a:defRPr sz="12000">
                <a:solidFill>
                  <a:schemeClr val="dk2"/>
                </a:solidFill>
              </a:defRPr>
            </a:lvl7pPr>
            <a:lvl8pPr lvl="7" algn="ctr">
              <a:spcBef>
                <a:spcPts val="0"/>
              </a:spcBef>
              <a:spcAft>
                <a:spcPts val="0"/>
              </a:spcAft>
              <a:buClr>
                <a:schemeClr val="dk2"/>
              </a:buClr>
              <a:buSzPts val="12000"/>
              <a:buNone/>
              <a:defRPr sz="12000">
                <a:solidFill>
                  <a:schemeClr val="dk2"/>
                </a:solidFill>
              </a:defRPr>
            </a:lvl8pPr>
            <a:lvl9pPr lvl="8" algn="ctr">
              <a:spcBef>
                <a:spcPts val="0"/>
              </a:spcBef>
              <a:spcAft>
                <a:spcPts val="0"/>
              </a:spcAft>
              <a:buClr>
                <a:schemeClr val="dk2"/>
              </a:buClr>
              <a:buSzPts val="12000"/>
              <a:buNone/>
              <a:defRPr sz="12000">
                <a:solidFill>
                  <a:schemeClr val="dk2"/>
                </a:solidFill>
              </a:defRPr>
            </a:lvl9pPr>
          </a:lstStyle>
          <a:p>
            <a:r>
              <a:t>xx%</a:t>
            </a:r>
          </a:p>
        </p:txBody>
      </p:sp>
      <p:sp>
        <p:nvSpPr>
          <p:cNvPr id="1039" name="Google Shape;1039;p11"/>
          <p:cNvSpPr txBox="1">
            <a:spLocks noGrp="1"/>
          </p:cNvSpPr>
          <p:nvPr>
            <p:ph type="body" idx="1"/>
          </p:nvPr>
        </p:nvSpPr>
        <p:spPr>
          <a:xfrm>
            <a:off x="1756650" y="3211788"/>
            <a:ext cx="5630700" cy="379500"/>
          </a:xfrm>
          <a:prstGeom prst="rect">
            <a:avLst/>
          </a:prstGeom>
        </p:spPr>
        <p:txBody>
          <a:bodyPr spcFirstLastPara="1" wrap="square" lIns="91425" tIns="91425" rIns="91425" bIns="91425" anchor="ctr" anchorCtr="0">
            <a:noAutofit/>
          </a:bodyPr>
          <a:lstStyle>
            <a:lvl1pPr marL="457200" lvl="0" indent="-317500" algn="ctr">
              <a:spcBef>
                <a:spcPts val="0"/>
              </a:spcBef>
              <a:spcAft>
                <a:spcPts val="0"/>
              </a:spcAft>
              <a:buSzPts val="1400"/>
              <a:buChar char="●"/>
              <a:defRPr sz="1800"/>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1040"/>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able of contents">
  <p:cSld name="CUSTOM">
    <p:bg>
      <p:bgPr>
        <a:solidFill>
          <a:srgbClr val="FFECC6"/>
        </a:solidFill>
        <a:effectLst/>
      </p:bgPr>
    </p:bg>
    <p:spTree>
      <p:nvGrpSpPr>
        <p:cNvPr id="1" name="Shape 1041"/>
        <p:cNvGrpSpPr/>
        <p:nvPr/>
      </p:nvGrpSpPr>
      <p:grpSpPr>
        <a:xfrm>
          <a:off x="0" y="0"/>
          <a:ext cx="0" cy="0"/>
          <a:chOff x="0" y="0"/>
          <a:chExt cx="0" cy="0"/>
        </a:xfrm>
      </p:grpSpPr>
      <p:grpSp>
        <p:nvGrpSpPr>
          <p:cNvPr id="1042" name="Google Shape;1042;p13"/>
          <p:cNvGrpSpPr/>
          <p:nvPr/>
        </p:nvGrpSpPr>
        <p:grpSpPr>
          <a:xfrm>
            <a:off x="162150" y="-169612"/>
            <a:ext cx="8819708" cy="5143516"/>
            <a:chOff x="162150" y="-169612"/>
            <a:chExt cx="8819708" cy="5143516"/>
          </a:xfrm>
        </p:grpSpPr>
        <p:sp>
          <p:nvSpPr>
            <p:cNvPr id="1043" name="Google Shape;1043;p13"/>
            <p:cNvSpPr/>
            <p:nvPr/>
          </p:nvSpPr>
          <p:spPr>
            <a:xfrm>
              <a:off x="162150" y="-107305"/>
              <a:ext cx="8819708" cy="5081208"/>
            </a:xfrm>
            <a:custGeom>
              <a:avLst/>
              <a:gdLst/>
              <a:ahLst/>
              <a:cxnLst/>
              <a:rect l="l" t="t" r="r" b="b"/>
              <a:pathLst>
                <a:path w="269654" h="155353" extrusionOk="0">
                  <a:moveTo>
                    <a:pt x="1394" y="0"/>
                  </a:moveTo>
                  <a:cubicBezTo>
                    <a:pt x="2537" y="2298"/>
                    <a:pt x="3227" y="5358"/>
                    <a:pt x="3227" y="8739"/>
                  </a:cubicBezTo>
                  <a:cubicBezTo>
                    <a:pt x="3227" y="13323"/>
                    <a:pt x="1941" y="17348"/>
                    <a:pt x="1" y="19622"/>
                  </a:cubicBezTo>
                  <a:lnTo>
                    <a:pt x="1" y="152769"/>
                  </a:lnTo>
                  <a:cubicBezTo>
                    <a:pt x="1" y="154138"/>
                    <a:pt x="1072" y="155257"/>
                    <a:pt x="2394" y="155257"/>
                  </a:cubicBezTo>
                  <a:lnTo>
                    <a:pt x="51245" y="155257"/>
                  </a:lnTo>
                  <a:cubicBezTo>
                    <a:pt x="51459" y="155317"/>
                    <a:pt x="51686" y="155353"/>
                    <a:pt x="51912" y="155353"/>
                  </a:cubicBezTo>
                  <a:lnTo>
                    <a:pt x="267260" y="155353"/>
                  </a:lnTo>
                  <a:cubicBezTo>
                    <a:pt x="268582" y="155353"/>
                    <a:pt x="269653" y="154233"/>
                    <a:pt x="269653" y="152864"/>
                  </a:cubicBezTo>
                  <a:lnTo>
                    <a:pt x="269653" y="20038"/>
                  </a:lnTo>
                  <a:cubicBezTo>
                    <a:pt x="267558" y="17860"/>
                    <a:pt x="266129" y="13657"/>
                    <a:pt x="266129" y="8835"/>
                  </a:cubicBezTo>
                  <a:cubicBezTo>
                    <a:pt x="266129" y="5406"/>
                    <a:pt x="266844" y="2298"/>
                    <a:pt x="26801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4" name="Google Shape;1044;p13"/>
            <p:cNvSpPr/>
            <p:nvPr/>
          </p:nvSpPr>
          <p:spPr>
            <a:xfrm>
              <a:off x="164505" y="-107305"/>
              <a:ext cx="8814639" cy="662033"/>
            </a:xfrm>
            <a:custGeom>
              <a:avLst/>
              <a:gdLst/>
              <a:ahLst/>
              <a:cxnLst/>
              <a:rect l="l" t="t" r="r" b="b"/>
              <a:pathLst>
                <a:path w="269499" h="20241" extrusionOk="0">
                  <a:moveTo>
                    <a:pt x="1405" y="0"/>
                  </a:moveTo>
                  <a:cubicBezTo>
                    <a:pt x="2524" y="2250"/>
                    <a:pt x="3239" y="5334"/>
                    <a:pt x="3239" y="8739"/>
                  </a:cubicBezTo>
                  <a:cubicBezTo>
                    <a:pt x="3239" y="13395"/>
                    <a:pt x="1881" y="17431"/>
                    <a:pt x="0" y="19622"/>
                  </a:cubicBezTo>
                  <a:lnTo>
                    <a:pt x="49828" y="19622"/>
                  </a:lnTo>
                  <a:cubicBezTo>
                    <a:pt x="49649" y="19836"/>
                    <a:pt x="49482" y="20050"/>
                    <a:pt x="49292" y="20241"/>
                  </a:cubicBezTo>
                  <a:lnTo>
                    <a:pt x="269498" y="20241"/>
                  </a:lnTo>
                  <a:lnTo>
                    <a:pt x="269498" y="20074"/>
                  </a:lnTo>
                  <a:cubicBezTo>
                    <a:pt x="267486" y="17848"/>
                    <a:pt x="265974" y="13776"/>
                    <a:pt x="265974" y="9085"/>
                  </a:cubicBezTo>
                  <a:cubicBezTo>
                    <a:pt x="265974" y="5632"/>
                    <a:pt x="266593" y="2477"/>
                    <a:pt x="267867" y="0"/>
                  </a:cubicBezTo>
                  <a:close/>
                </a:path>
              </a:pathLst>
            </a:custGeom>
            <a:solidFill>
              <a:srgbClr val="272425">
                <a:alpha val="2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5" name="Google Shape;1045;p13"/>
            <p:cNvSpPr/>
            <p:nvPr/>
          </p:nvSpPr>
          <p:spPr>
            <a:xfrm>
              <a:off x="356072" y="219409"/>
              <a:ext cx="8241407" cy="4567962"/>
            </a:xfrm>
            <a:custGeom>
              <a:avLst/>
              <a:gdLst/>
              <a:ahLst/>
              <a:cxnLst/>
              <a:rect l="l" t="t" r="r" b="b"/>
              <a:pathLst>
                <a:path w="251973" h="139661" extrusionOk="0">
                  <a:moveTo>
                    <a:pt x="1" y="1"/>
                  </a:moveTo>
                  <a:lnTo>
                    <a:pt x="1" y="139661"/>
                  </a:lnTo>
                  <a:lnTo>
                    <a:pt x="251973" y="139661"/>
                  </a:lnTo>
                  <a:lnTo>
                    <a:pt x="251973" y="1"/>
                  </a:lnTo>
                  <a:close/>
                </a:path>
              </a:pathLst>
            </a:custGeom>
            <a:solidFill>
              <a:srgbClr val="272425">
                <a:alpha val="2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6" name="Google Shape;1046;p13"/>
            <p:cNvSpPr/>
            <p:nvPr/>
          </p:nvSpPr>
          <p:spPr>
            <a:xfrm>
              <a:off x="472151" y="215910"/>
              <a:ext cx="8199705" cy="4458523"/>
            </a:xfrm>
            <a:custGeom>
              <a:avLst/>
              <a:gdLst/>
              <a:ahLst/>
              <a:cxnLst/>
              <a:rect l="l" t="t" r="r" b="b"/>
              <a:pathLst>
                <a:path w="250698" h="136315" extrusionOk="0">
                  <a:moveTo>
                    <a:pt x="0" y="0"/>
                  </a:moveTo>
                  <a:lnTo>
                    <a:pt x="0" y="136315"/>
                  </a:lnTo>
                  <a:lnTo>
                    <a:pt x="250698" y="136315"/>
                  </a:lnTo>
                  <a:lnTo>
                    <a:pt x="250698"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047" name="Google Shape;1047;p13"/>
            <p:cNvPicPr preferRelativeResize="0"/>
            <p:nvPr/>
          </p:nvPicPr>
          <p:blipFill>
            <a:blip r:embed="rId2">
              <a:alphaModFix/>
            </a:blip>
            <a:stretch>
              <a:fillRect/>
            </a:stretch>
          </p:blipFill>
          <p:spPr>
            <a:xfrm>
              <a:off x="468438" y="223775"/>
              <a:ext cx="8207124" cy="4442774"/>
            </a:xfrm>
            <a:prstGeom prst="rect">
              <a:avLst/>
            </a:prstGeom>
            <a:noFill/>
            <a:ln>
              <a:noFill/>
            </a:ln>
          </p:spPr>
        </p:pic>
        <p:sp>
          <p:nvSpPr>
            <p:cNvPr id="1048" name="Google Shape;1048;p13"/>
            <p:cNvSpPr/>
            <p:nvPr/>
          </p:nvSpPr>
          <p:spPr>
            <a:xfrm>
              <a:off x="1544390" y="-169612"/>
              <a:ext cx="142572" cy="125041"/>
            </a:xfrm>
            <a:custGeom>
              <a:avLst/>
              <a:gdLst/>
              <a:ahLst/>
              <a:cxnLst/>
              <a:rect l="l" t="t" r="r" b="b"/>
              <a:pathLst>
                <a:path w="4359" h="3823" extrusionOk="0">
                  <a:moveTo>
                    <a:pt x="1144" y="0"/>
                  </a:moveTo>
                  <a:cubicBezTo>
                    <a:pt x="513" y="0"/>
                    <a:pt x="1" y="500"/>
                    <a:pt x="1" y="1131"/>
                  </a:cubicBezTo>
                  <a:lnTo>
                    <a:pt x="1" y="2679"/>
                  </a:lnTo>
                  <a:cubicBezTo>
                    <a:pt x="1" y="3310"/>
                    <a:pt x="513" y="3822"/>
                    <a:pt x="1144" y="3822"/>
                  </a:cubicBezTo>
                  <a:lnTo>
                    <a:pt x="3228" y="3822"/>
                  </a:lnTo>
                  <a:cubicBezTo>
                    <a:pt x="3859" y="3822"/>
                    <a:pt x="4359" y="3310"/>
                    <a:pt x="4359" y="2679"/>
                  </a:cubicBezTo>
                  <a:lnTo>
                    <a:pt x="4359" y="1131"/>
                  </a:lnTo>
                  <a:cubicBezTo>
                    <a:pt x="4359" y="500"/>
                    <a:pt x="3859" y="0"/>
                    <a:pt x="3228" y="0"/>
                  </a:cubicBezTo>
                  <a:close/>
                </a:path>
              </a:pathLst>
            </a:custGeom>
            <a:solidFill>
              <a:srgbClr val="821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9" name="Google Shape;1049;p13"/>
            <p:cNvSpPr/>
            <p:nvPr/>
          </p:nvSpPr>
          <p:spPr>
            <a:xfrm>
              <a:off x="1544390" y="277825"/>
              <a:ext cx="142964" cy="124648"/>
            </a:xfrm>
            <a:custGeom>
              <a:avLst/>
              <a:gdLst/>
              <a:ahLst/>
              <a:cxnLst/>
              <a:rect l="l" t="t" r="r" b="b"/>
              <a:pathLst>
                <a:path w="4371" h="3811" extrusionOk="0">
                  <a:moveTo>
                    <a:pt x="1144" y="0"/>
                  </a:moveTo>
                  <a:cubicBezTo>
                    <a:pt x="513" y="0"/>
                    <a:pt x="13" y="512"/>
                    <a:pt x="1" y="1132"/>
                  </a:cubicBezTo>
                  <a:lnTo>
                    <a:pt x="1" y="2679"/>
                  </a:lnTo>
                  <a:cubicBezTo>
                    <a:pt x="13" y="3310"/>
                    <a:pt x="513" y="3810"/>
                    <a:pt x="1144" y="3810"/>
                  </a:cubicBezTo>
                  <a:lnTo>
                    <a:pt x="3228" y="3810"/>
                  </a:lnTo>
                  <a:cubicBezTo>
                    <a:pt x="3859" y="3810"/>
                    <a:pt x="4359" y="3310"/>
                    <a:pt x="4371" y="2679"/>
                  </a:cubicBezTo>
                  <a:lnTo>
                    <a:pt x="4371" y="1132"/>
                  </a:lnTo>
                  <a:cubicBezTo>
                    <a:pt x="4359" y="512"/>
                    <a:pt x="3859" y="0"/>
                    <a:pt x="3228" y="0"/>
                  </a:cubicBezTo>
                  <a:close/>
                </a:path>
              </a:pathLst>
            </a:custGeom>
            <a:solidFill>
              <a:srgbClr val="821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0" name="Google Shape;1050;p13"/>
            <p:cNvSpPr/>
            <p:nvPr/>
          </p:nvSpPr>
          <p:spPr>
            <a:xfrm>
              <a:off x="1575776" y="-148189"/>
              <a:ext cx="79872" cy="529240"/>
            </a:xfrm>
            <a:custGeom>
              <a:avLst/>
              <a:gdLst/>
              <a:ahLst/>
              <a:cxnLst/>
              <a:rect l="l" t="t" r="r" b="b"/>
              <a:pathLst>
                <a:path w="2442" h="16181" extrusionOk="0">
                  <a:moveTo>
                    <a:pt x="1215" y="0"/>
                  </a:moveTo>
                  <a:cubicBezTo>
                    <a:pt x="917" y="0"/>
                    <a:pt x="631" y="119"/>
                    <a:pt x="405" y="310"/>
                  </a:cubicBezTo>
                  <a:lnTo>
                    <a:pt x="381" y="333"/>
                  </a:lnTo>
                  <a:cubicBezTo>
                    <a:pt x="358" y="369"/>
                    <a:pt x="322" y="393"/>
                    <a:pt x="298" y="429"/>
                  </a:cubicBezTo>
                  <a:cubicBezTo>
                    <a:pt x="274" y="452"/>
                    <a:pt x="250" y="476"/>
                    <a:pt x="238" y="500"/>
                  </a:cubicBezTo>
                  <a:cubicBezTo>
                    <a:pt x="215" y="524"/>
                    <a:pt x="191" y="560"/>
                    <a:pt x="179" y="595"/>
                  </a:cubicBezTo>
                  <a:cubicBezTo>
                    <a:pt x="155" y="631"/>
                    <a:pt x="143" y="655"/>
                    <a:pt x="119" y="691"/>
                  </a:cubicBezTo>
                  <a:cubicBezTo>
                    <a:pt x="107" y="726"/>
                    <a:pt x="96" y="750"/>
                    <a:pt x="84" y="786"/>
                  </a:cubicBezTo>
                  <a:cubicBezTo>
                    <a:pt x="60" y="833"/>
                    <a:pt x="48" y="869"/>
                    <a:pt x="36" y="917"/>
                  </a:cubicBezTo>
                  <a:cubicBezTo>
                    <a:pt x="36" y="941"/>
                    <a:pt x="24" y="964"/>
                    <a:pt x="24" y="1000"/>
                  </a:cubicBezTo>
                  <a:cubicBezTo>
                    <a:pt x="0" y="1072"/>
                    <a:pt x="0" y="1143"/>
                    <a:pt x="0" y="1226"/>
                  </a:cubicBezTo>
                  <a:lnTo>
                    <a:pt x="0" y="14954"/>
                  </a:lnTo>
                  <a:cubicBezTo>
                    <a:pt x="0" y="15633"/>
                    <a:pt x="548" y="16181"/>
                    <a:pt x="1215" y="16181"/>
                  </a:cubicBezTo>
                  <a:cubicBezTo>
                    <a:pt x="1298" y="16181"/>
                    <a:pt x="1381" y="16169"/>
                    <a:pt x="1465" y="16157"/>
                  </a:cubicBezTo>
                  <a:lnTo>
                    <a:pt x="1501" y="16145"/>
                  </a:lnTo>
                  <a:cubicBezTo>
                    <a:pt x="1572" y="16121"/>
                    <a:pt x="1643" y="16097"/>
                    <a:pt x="1715" y="16073"/>
                  </a:cubicBezTo>
                  <a:lnTo>
                    <a:pt x="1727" y="16073"/>
                  </a:lnTo>
                  <a:cubicBezTo>
                    <a:pt x="1882" y="16002"/>
                    <a:pt x="2012" y="15907"/>
                    <a:pt x="2120" y="15788"/>
                  </a:cubicBezTo>
                  <a:cubicBezTo>
                    <a:pt x="2322" y="15561"/>
                    <a:pt x="2441" y="15276"/>
                    <a:pt x="2441" y="14966"/>
                  </a:cubicBezTo>
                  <a:lnTo>
                    <a:pt x="2441" y="1226"/>
                  </a:lnTo>
                  <a:cubicBezTo>
                    <a:pt x="2441" y="548"/>
                    <a:pt x="1893" y="0"/>
                    <a:pt x="1215" y="0"/>
                  </a:cubicBezTo>
                  <a:close/>
                </a:path>
              </a:pathLst>
            </a:custGeom>
            <a:solidFill>
              <a:srgbClr val="272425">
                <a:alpha val="200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1" name="Google Shape;1051;p13"/>
            <p:cNvSpPr/>
            <p:nvPr/>
          </p:nvSpPr>
          <p:spPr>
            <a:xfrm>
              <a:off x="1585883" y="-148189"/>
              <a:ext cx="80264" cy="529240"/>
            </a:xfrm>
            <a:custGeom>
              <a:avLst/>
              <a:gdLst/>
              <a:ahLst/>
              <a:cxnLst/>
              <a:rect l="l" t="t" r="r" b="b"/>
              <a:pathLst>
                <a:path w="2454" h="16181" extrusionOk="0">
                  <a:moveTo>
                    <a:pt x="1144" y="0"/>
                  </a:moveTo>
                  <a:cubicBezTo>
                    <a:pt x="1061" y="0"/>
                    <a:pt x="977" y="24"/>
                    <a:pt x="882" y="48"/>
                  </a:cubicBezTo>
                  <a:cubicBezTo>
                    <a:pt x="846" y="60"/>
                    <a:pt x="799" y="71"/>
                    <a:pt x="751" y="83"/>
                  </a:cubicBezTo>
                  <a:cubicBezTo>
                    <a:pt x="727" y="107"/>
                    <a:pt x="691" y="119"/>
                    <a:pt x="656" y="131"/>
                  </a:cubicBezTo>
                  <a:cubicBezTo>
                    <a:pt x="620" y="155"/>
                    <a:pt x="608" y="167"/>
                    <a:pt x="572" y="179"/>
                  </a:cubicBezTo>
                  <a:cubicBezTo>
                    <a:pt x="549" y="202"/>
                    <a:pt x="525" y="214"/>
                    <a:pt x="513" y="226"/>
                  </a:cubicBezTo>
                  <a:lnTo>
                    <a:pt x="441" y="274"/>
                  </a:lnTo>
                  <a:lnTo>
                    <a:pt x="394" y="322"/>
                  </a:lnTo>
                  <a:cubicBezTo>
                    <a:pt x="382" y="333"/>
                    <a:pt x="358" y="357"/>
                    <a:pt x="346" y="369"/>
                  </a:cubicBezTo>
                  <a:cubicBezTo>
                    <a:pt x="334" y="381"/>
                    <a:pt x="310" y="393"/>
                    <a:pt x="299" y="417"/>
                  </a:cubicBezTo>
                  <a:cubicBezTo>
                    <a:pt x="287" y="429"/>
                    <a:pt x="275" y="441"/>
                    <a:pt x="263" y="464"/>
                  </a:cubicBezTo>
                  <a:cubicBezTo>
                    <a:pt x="251" y="476"/>
                    <a:pt x="239" y="488"/>
                    <a:pt x="227" y="512"/>
                  </a:cubicBezTo>
                  <a:lnTo>
                    <a:pt x="191" y="560"/>
                  </a:lnTo>
                  <a:lnTo>
                    <a:pt x="168" y="607"/>
                  </a:lnTo>
                  <a:lnTo>
                    <a:pt x="144" y="655"/>
                  </a:lnTo>
                  <a:cubicBezTo>
                    <a:pt x="132" y="667"/>
                    <a:pt x="120" y="679"/>
                    <a:pt x="120" y="703"/>
                  </a:cubicBezTo>
                  <a:cubicBezTo>
                    <a:pt x="108" y="714"/>
                    <a:pt x="96" y="726"/>
                    <a:pt x="96" y="750"/>
                  </a:cubicBezTo>
                  <a:cubicBezTo>
                    <a:pt x="84" y="762"/>
                    <a:pt x="84" y="774"/>
                    <a:pt x="72" y="786"/>
                  </a:cubicBezTo>
                  <a:lnTo>
                    <a:pt x="60" y="833"/>
                  </a:lnTo>
                  <a:lnTo>
                    <a:pt x="49" y="881"/>
                  </a:lnTo>
                  <a:cubicBezTo>
                    <a:pt x="49" y="905"/>
                    <a:pt x="37" y="917"/>
                    <a:pt x="37" y="929"/>
                  </a:cubicBezTo>
                  <a:cubicBezTo>
                    <a:pt x="25" y="953"/>
                    <a:pt x="25" y="964"/>
                    <a:pt x="25" y="976"/>
                  </a:cubicBezTo>
                  <a:cubicBezTo>
                    <a:pt x="25" y="1000"/>
                    <a:pt x="25" y="1012"/>
                    <a:pt x="13" y="1024"/>
                  </a:cubicBezTo>
                  <a:cubicBezTo>
                    <a:pt x="13" y="1048"/>
                    <a:pt x="13" y="1060"/>
                    <a:pt x="13" y="1072"/>
                  </a:cubicBezTo>
                  <a:cubicBezTo>
                    <a:pt x="1" y="1095"/>
                    <a:pt x="13" y="1107"/>
                    <a:pt x="13" y="1119"/>
                  </a:cubicBezTo>
                  <a:lnTo>
                    <a:pt x="13" y="1167"/>
                  </a:lnTo>
                  <a:lnTo>
                    <a:pt x="13" y="1214"/>
                  </a:lnTo>
                  <a:lnTo>
                    <a:pt x="13" y="14954"/>
                  </a:lnTo>
                  <a:cubicBezTo>
                    <a:pt x="13" y="14966"/>
                    <a:pt x="13" y="14978"/>
                    <a:pt x="13" y="14990"/>
                  </a:cubicBezTo>
                  <a:lnTo>
                    <a:pt x="13" y="15050"/>
                  </a:lnTo>
                  <a:lnTo>
                    <a:pt x="13" y="15097"/>
                  </a:lnTo>
                  <a:cubicBezTo>
                    <a:pt x="13" y="15109"/>
                    <a:pt x="13" y="15121"/>
                    <a:pt x="13" y="15145"/>
                  </a:cubicBezTo>
                  <a:cubicBezTo>
                    <a:pt x="25" y="15157"/>
                    <a:pt x="13" y="15169"/>
                    <a:pt x="25" y="15192"/>
                  </a:cubicBezTo>
                  <a:cubicBezTo>
                    <a:pt x="25" y="15204"/>
                    <a:pt x="25" y="15216"/>
                    <a:pt x="37" y="15240"/>
                  </a:cubicBezTo>
                  <a:cubicBezTo>
                    <a:pt x="49" y="15252"/>
                    <a:pt x="37" y="15276"/>
                    <a:pt x="49" y="15288"/>
                  </a:cubicBezTo>
                  <a:cubicBezTo>
                    <a:pt x="49" y="15300"/>
                    <a:pt x="60" y="15323"/>
                    <a:pt x="60" y="15335"/>
                  </a:cubicBezTo>
                  <a:cubicBezTo>
                    <a:pt x="72" y="15347"/>
                    <a:pt x="72" y="15371"/>
                    <a:pt x="84" y="15383"/>
                  </a:cubicBezTo>
                  <a:cubicBezTo>
                    <a:pt x="84" y="15407"/>
                    <a:pt x="96" y="15419"/>
                    <a:pt x="96" y="15431"/>
                  </a:cubicBezTo>
                  <a:cubicBezTo>
                    <a:pt x="96" y="15454"/>
                    <a:pt x="108" y="15466"/>
                    <a:pt x="120" y="15478"/>
                  </a:cubicBezTo>
                  <a:cubicBezTo>
                    <a:pt x="132" y="15502"/>
                    <a:pt x="132" y="15514"/>
                    <a:pt x="144" y="15526"/>
                  </a:cubicBezTo>
                  <a:cubicBezTo>
                    <a:pt x="156" y="15550"/>
                    <a:pt x="168" y="15561"/>
                    <a:pt x="179" y="15585"/>
                  </a:cubicBezTo>
                  <a:cubicBezTo>
                    <a:pt x="179" y="15597"/>
                    <a:pt x="191" y="15609"/>
                    <a:pt x="203" y="15633"/>
                  </a:cubicBezTo>
                  <a:cubicBezTo>
                    <a:pt x="215" y="15645"/>
                    <a:pt x="227" y="15657"/>
                    <a:pt x="239" y="15681"/>
                  </a:cubicBezTo>
                  <a:cubicBezTo>
                    <a:pt x="251" y="15692"/>
                    <a:pt x="263" y="15716"/>
                    <a:pt x="275" y="15728"/>
                  </a:cubicBezTo>
                  <a:lnTo>
                    <a:pt x="322" y="15776"/>
                  </a:lnTo>
                  <a:lnTo>
                    <a:pt x="370" y="15823"/>
                  </a:lnTo>
                  <a:lnTo>
                    <a:pt x="418" y="15871"/>
                  </a:lnTo>
                  <a:cubicBezTo>
                    <a:pt x="441" y="15895"/>
                    <a:pt x="453" y="15907"/>
                    <a:pt x="477" y="15931"/>
                  </a:cubicBezTo>
                  <a:cubicBezTo>
                    <a:pt x="501" y="15942"/>
                    <a:pt x="525" y="15954"/>
                    <a:pt x="549" y="15978"/>
                  </a:cubicBezTo>
                  <a:cubicBezTo>
                    <a:pt x="608" y="16014"/>
                    <a:pt x="668" y="16050"/>
                    <a:pt x="727" y="16073"/>
                  </a:cubicBezTo>
                  <a:cubicBezTo>
                    <a:pt x="775" y="16097"/>
                    <a:pt x="822" y="16109"/>
                    <a:pt x="870" y="16121"/>
                  </a:cubicBezTo>
                  <a:cubicBezTo>
                    <a:pt x="977" y="16157"/>
                    <a:pt x="1096" y="16181"/>
                    <a:pt x="1215" y="16181"/>
                  </a:cubicBezTo>
                  <a:lnTo>
                    <a:pt x="1227" y="16181"/>
                  </a:lnTo>
                  <a:cubicBezTo>
                    <a:pt x="1334" y="16181"/>
                    <a:pt x="1442" y="16169"/>
                    <a:pt x="1549" y="16133"/>
                  </a:cubicBezTo>
                  <a:cubicBezTo>
                    <a:pt x="1596" y="16121"/>
                    <a:pt x="1644" y="16109"/>
                    <a:pt x="1692" y="16085"/>
                  </a:cubicBezTo>
                  <a:cubicBezTo>
                    <a:pt x="1727" y="16073"/>
                    <a:pt x="1751" y="16062"/>
                    <a:pt x="1787" y="16038"/>
                  </a:cubicBezTo>
                  <a:cubicBezTo>
                    <a:pt x="1823" y="16026"/>
                    <a:pt x="1846" y="16014"/>
                    <a:pt x="1870" y="15990"/>
                  </a:cubicBezTo>
                  <a:lnTo>
                    <a:pt x="1942" y="15942"/>
                  </a:lnTo>
                  <a:lnTo>
                    <a:pt x="2001" y="15895"/>
                  </a:lnTo>
                  <a:lnTo>
                    <a:pt x="2061" y="15847"/>
                  </a:lnTo>
                  <a:lnTo>
                    <a:pt x="2108" y="15800"/>
                  </a:lnTo>
                  <a:lnTo>
                    <a:pt x="2144" y="15752"/>
                  </a:lnTo>
                  <a:cubicBezTo>
                    <a:pt x="2156" y="15740"/>
                    <a:pt x="2168" y="15716"/>
                    <a:pt x="2192" y="15704"/>
                  </a:cubicBezTo>
                  <a:lnTo>
                    <a:pt x="2227" y="15657"/>
                  </a:lnTo>
                  <a:lnTo>
                    <a:pt x="2251" y="15609"/>
                  </a:lnTo>
                  <a:lnTo>
                    <a:pt x="2287" y="15561"/>
                  </a:lnTo>
                  <a:cubicBezTo>
                    <a:pt x="2299" y="15538"/>
                    <a:pt x="2299" y="15526"/>
                    <a:pt x="2311" y="15514"/>
                  </a:cubicBezTo>
                  <a:cubicBezTo>
                    <a:pt x="2323" y="15490"/>
                    <a:pt x="2323" y="15478"/>
                    <a:pt x="2335" y="15466"/>
                  </a:cubicBezTo>
                  <a:cubicBezTo>
                    <a:pt x="2346" y="15442"/>
                    <a:pt x="2346" y="15431"/>
                    <a:pt x="2358" y="15419"/>
                  </a:cubicBezTo>
                  <a:cubicBezTo>
                    <a:pt x="2358" y="15395"/>
                    <a:pt x="2370" y="15383"/>
                    <a:pt x="2370" y="15371"/>
                  </a:cubicBezTo>
                  <a:cubicBezTo>
                    <a:pt x="2370" y="15347"/>
                    <a:pt x="2382" y="15335"/>
                    <a:pt x="2394" y="15311"/>
                  </a:cubicBezTo>
                  <a:cubicBezTo>
                    <a:pt x="2394" y="15300"/>
                    <a:pt x="2394" y="15288"/>
                    <a:pt x="2406" y="15264"/>
                  </a:cubicBezTo>
                  <a:cubicBezTo>
                    <a:pt x="2406" y="15252"/>
                    <a:pt x="2418" y="15240"/>
                    <a:pt x="2418" y="15216"/>
                  </a:cubicBezTo>
                  <a:cubicBezTo>
                    <a:pt x="2418" y="15204"/>
                    <a:pt x="2418" y="15192"/>
                    <a:pt x="2430" y="15169"/>
                  </a:cubicBezTo>
                  <a:cubicBezTo>
                    <a:pt x="2430" y="15157"/>
                    <a:pt x="2430" y="15133"/>
                    <a:pt x="2430" y="15121"/>
                  </a:cubicBezTo>
                  <a:cubicBezTo>
                    <a:pt x="2430" y="15109"/>
                    <a:pt x="2430" y="15085"/>
                    <a:pt x="2442" y="15073"/>
                  </a:cubicBezTo>
                  <a:cubicBezTo>
                    <a:pt x="2442" y="15061"/>
                    <a:pt x="2442" y="15038"/>
                    <a:pt x="2442" y="15026"/>
                  </a:cubicBezTo>
                  <a:lnTo>
                    <a:pt x="2442" y="14978"/>
                  </a:lnTo>
                  <a:lnTo>
                    <a:pt x="2442" y="1214"/>
                  </a:lnTo>
                  <a:lnTo>
                    <a:pt x="2454" y="1214"/>
                  </a:lnTo>
                  <a:lnTo>
                    <a:pt x="2454" y="1167"/>
                  </a:lnTo>
                  <a:lnTo>
                    <a:pt x="2454" y="1119"/>
                  </a:lnTo>
                  <a:lnTo>
                    <a:pt x="2454" y="1072"/>
                  </a:lnTo>
                  <a:cubicBezTo>
                    <a:pt x="2442" y="1060"/>
                    <a:pt x="2442" y="1036"/>
                    <a:pt x="2442" y="1024"/>
                  </a:cubicBezTo>
                  <a:lnTo>
                    <a:pt x="2442" y="976"/>
                  </a:lnTo>
                  <a:cubicBezTo>
                    <a:pt x="2442" y="964"/>
                    <a:pt x="2430" y="941"/>
                    <a:pt x="2430" y="929"/>
                  </a:cubicBezTo>
                  <a:cubicBezTo>
                    <a:pt x="2430" y="905"/>
                    <a:pt x="2430" y="893"/>
                    <a:pt x="2418" y="881"/>
                  </a:cubicBezTo>
                  <a:cubicBezTo>
                    <a:pt x="2406" y="869"/>
                    <a:pt x="2406" y="845"/>
                    <a:pt x="2406" y="833"/>
                  </a:cubicBezTo>
                  <a:cubicBezTo>
                    <a:pt x="2394" y="822"/>
                    <a:pt x="2394" y="798"/>
                    <a:pt x="2382" y="786"/>
                  </a:cubicBezTo>
                  <a:cubicBezTo>
                    <a:pt x="2382" y="762"/>
                    <a:pt x="2370" y="750"/>
                    <a:pt x="2370" y="738"/>
                  </a:cubicBezTo>
                  <a:cubicBezTo>
                    <a:pt x="2370" y="714"/>
                    <a:pt x="2346" y="703"/>
                    <a:pt x="2346" y="691"/>
                  </a:cubicBezTo>
                  <a:lnTo>
                    <a:pt x="2299" y="643"/>
                  </a:lnTo>
                  <a:cubicBezTo>
                    <a:pt x="2287" y="619"/>
                    <a:pt x="2275" y="607"/>
                    <a:pt x="2275" y="595"/>
                  </a:cubicBezTo>
                  <a:cubicBezTo>
                    <a:pt x="2263" y="572"/>
                    <a:pt x="2251" y="560"/>
                    <a:pt x="2239" y="548"/>
                  </a:cubicBezTo>
                  <a:cubicBezTo>
                    <a:pt x="2227" y="524"/>
                    <a:pt x="2215" y="512"/>
                    <a:pt x="2204" y="500"/>
                  </a:cubicBezTo>
                  <a:lnTo>
                    <a:pt x="2168" y="452"/>
                  </a:lnTo>
                  <a:lnTo>
                    <a:pt x="2120" y="393"/>
                  </a:lnTo>
                  <a:lnTo>
                    <a:pt x="2084" y="345"/>
                  </a:lnTo>
                  <a:lnTo>
                    <a:pt x="2025" y="298"/>
                  </a:lnTo>
                  <a:cubicBezTo>
                    <a:pt x="2013" y="286"/>
                    <a:pt x="1989" y="274"/>
                    <a:pt x="1965" y="250"/>
                  </a:cubicBezTo>
                  <a:lnTo>
                    <a:pt x="1906" y="202"/>
                  </a:lnTo>
                  <a:lnTo>
                    <a:pt x="1823" y="155"/>
                  </a:lnTo>
                  <a:cubicBezTo>
                    <a:pt x="1787" y="143"/>
                    <a:pt x="1751" y="119"/>
                    <a:pt x="1727" y="107"/>
                  </a:cubicBezTo>
                  <a:cubicBezTo>
                    <a:pt x="1680" y="95"/>
                    <a:pt x="1644" y="71"/>
                    <a:pt x="1596" y="60"/>
                  </a:cubicBezTo>
                  <a:cubicBezTo>
                    <a:pt x="1513" y="36"/>
                    <a:pt x="1430" y="12"/>
                    <a:pt x="1346" y="12"/>
                  </a:cubicBezTo>
                  <a:cubicBezTo>
                    <a:pt x="1311" y="0"/>
                    <a:pt x="1263" y="0"/>
                    <a:pt x="122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2" name="Google Shape;1052;p13"/>
            <p:cNvSpPr/>
            <p:nvPr/>
          </p:nvSpPr>
          <p:spPr>
            <a:xfrm>
              <a:off x="1174077" y="-169612"/>
              <a:ext cx="142539" cy="125041"/>
            </a:xfrm>
            <a:custGeom>
              <a:avLst/>
              <a:gdLst/>
              <a:ahLst/>
              <a:cxnLst/>
              <a:rect l="l" t="t" r="r" b="b"/>
              <a:pathLst>
                <a:path w="4358" h="3823" extrusionOk="0">
                  <a:moveTo>
                    <a:pt x="1143" y="0"/>
                  </a:moveTo>
                  <a:cubicBezTo>
                    <a:pt x="512" y="0"/>
                    <a:pt x="0" y="512"/>
                    <a:pt x="0" y="1131"/>
                  </a:cubicBezTo>
                  <a:lnTo>
                    <a:pt x="0" y="2679"/>
                  </a:lnTo>
                  <a:cubicBezTo>
                    <a:pt x="0" y="3310"/>
                    <a:pt x="512" y="3810"/>
                    <a:pt x="1143" y="3822"/>
                  </a:cubicBezTo>
                  <a:lnTo>
                    <a:pt x="3227" y="3822"/>
                  </a:lnTo>
                  <a:cubicBezTo>
                    <a:pt x="3846" y="3810"/>
                    <a:pt x="4358" y="3310"/>
                    <a:pt x="4358" y="2679"/>
                  </a:cubicBezTo>
                  <a:lnTo>
                    <a:pt x="4358" y="1131"/>
                  </a:lnTo>
                  <a:cubicBezTo>
                    <a:pt x="4358" y="512"/>
                    <a:pt x="3846" y="0"/>
                    <a:pt x="3227" y="0"/>
                  </a:cubicBezTo>
                  <a:close/>
                </a:path>
              </a:pathLst>
            </a:custGeom>
            <a:solidFill>
              <a:srgbClr val="821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3" name="Google Shape;1053;p13"/>
            <p:cNvSpPr/>
            <p:nvPr/>
          </p:nvSpPr>
          <p:spPr>
            <a:xfrm>
              <a:off x="1174077" y="277825"/>
              <a:ext cx="142539" cy="124648"/>
            </a:xfrm>
            <a:custGeom>
              <a:avLst/>
              <a:gdLst/>
              <a:ahLst/>
              <a:cxnLst/>
              <a:rect l="l" t="t" r="r" b="b"/>
              <a:pathLst>
                <a:path w="4358" h="3811" extrusionOk="0">
                  <a:moveTo>
                    <a:pt x="1131" y="0"/>
                  </a:moveTo>
                  <a:cubicBezTo>
                    <a:pt x="500" y="0"/>
                    <a:pt x="0" y="501"/>
                    <a:pt x="0" y="1132"/>
                  </a:cubicBezTo>
                  <a:lnTo>
                    <a:pt x="0" y="2679"/>
                  </a:lnTo>
                  <a:cubicBezTo>
                    <a:pt x="0" y="3298"/>
                    <a:pt x="500" y="3810"/>
                    <a:pt x="1131" y="3810"/>
                  </a:cubicBezTo>
                  <a:lnTo>
                    <a:pt x="3215" y="3810"/>
                  </a:lnTo>
                  <a:cubicBezTo>
                    <a:pt x="3846" y="3810"/>
                    <a:pt x="4358" y="3298"/>
                    <a:pt x="4358" y="2679"/>
                  </a:cubicBezTo>
                  <a:lnTo>
                    <a:pt x="4358" y="1132"/>
                  </a:lnTo>
                  <a:cubicBezTo>
                    <a:pt x="4358" y="512"/>
                    <a:pt x="3846" y="0"/>
                    <a:pt x="3215" y="0"/>
                  </a:cubicBezTo>
                  <a:close/>
                </a:path>
              </a:pathLst>
            </a:custGeom>
            <a:solidFill>
              <a:srgbClr val="821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4" name="Google Shape;1054;p13"/>
            <p:cNvSpPr/>
            <p:nvPr/>
          </p:nvSpPr>
          <p:spPr>
            <a:xfrm>
              <a:off x="1205038" y="-148189"/>
              <a:ext cx="79872" cy="529240"/>
            </a:xfrm>
            <a:custGeom>
              <a:avLst/>
              <a:gdLst/>
              <a:ahLst/>
              <a:cxnLst/>
              <a:rect l="l" t="t" r="r" b="b"/>
              <a:pathLst>
                <a:path w="2442" h="16181" extrusionOk="0">
                  <a:moveTo>
                    <a:pt x="1227" y="0"/>
                  </a:moveTo>
                  <a:cubicBezTo>
                    <a:pt x="917" y="0"/>
                    <a:pt x="632" y="119"/>
                    <a:pt x="405" y="310"/>
                  </a:cubicBezTo>
                  <a:lnTo>
                    <a:pt x="393" y="333"/>
                  </a:lnTo>
                  <a:cubicBezTo>
                    <a:pt x="358" y="369"/>
                    <a:pt x="322" y="393"/>
                    <a:pt x="298" y="429"/>
                  </a:cubicBezTo>
                  <a:cubicBezTo>
                    <a:pt x="274" y="452"/>
                    <a:pt x="263" y="476"/>
                    <a:pt x="239" y="500"/>
                  </a:cubicBezTo>
                  <a:cubicBezTo>
                    <a:pt x="215" y="524"/>
                    <a:pt x="191" y="560"/>
                    <a:pt x="179" y="595"/>
                  </a:cubicBezTo>
                  <a:cubicBezTo>
                    <a:pt x="155" y="631"/>
                    <a:pt x="143" y="655"/>
                    <a:pt x="120" y="691"/>
                  </a:cubicBezTo>
                  <a:cubicBezTo>
                    <a:pt x="108" y="726"/>
                    <a:pt x="96" y="750"/>
                    <a:pt x="84" y="786"/>
                  </a:cubicBezTo>
                  <a:cubicBezTo>
                    <a:pt x="72" y="833"/>
                    <a:pt x="48" y="869"/>
                    <a:pt x="36" y="917"/>
                  </a:cubicBezTo>
                  <a:cubicBezTo>
                    <a:pt x="36" y="941"/>
                    <a:pt x="24" y="964"/>
                    <a:pt x="24" y="1000"/>
                  </a:cubicBezTo>
                  <a:cubicBezTo>
                    <a:pt x="1" y="1072"/>
                    <a:pt x="1" y="1143"/>
                    <a:pt x="1" y="1226"/>
                  </a:cubicBezTo>
                  <a:lnTo>
                    <a:pt x="1" y="14954"/>
                  </a:lnTo>
                  <a:cubicBezTo>
                    <a:pt x="1" y="15633"/>
                    <a:pt x="548" y="16181"/>
                    <a:pt x="1227" y="16181"/>
                  </a:cubicBezTo>
                  <a:cubicBezTo>
                    <a:pt x="1310" y="16181"/>
                    <a:pt x="1394" y="16169"/>
                    <a:pt x="1477" y="16157"/>
                  </a:cubicBezTo>
                  <a:lnTo>
                    <a:pt x="1513" y="16145"/>
                  </a:lnTo>
                  <a:cubicBezTo>
                    <a:pt x="1584" y="16121"/>
                    <a:pt x="1656" y="16097"/>
                    <a:pt x="1715" y="16073"/>
                  </a:cubicBezTo>
                  <a:lnTo>
                    <a:pt x="1739" y="16073"/>
                  </a:lnTo>
                  <a:cubicBezTo>
                    <a:pt x="1882" y="16002"/>
                    <a:pt x="2013" y="15907"/>
                    <a:pt x="2120" y="15788"/>
                  </a:cubicBezTo>
                  <a:cubicBezTo>
                    <a:pt x="2322" y="15561"/>
                    <a:pt x="2441" y="15276"/>
                    <a:pt x="2441" y="14966"/>
                  </a:cubicBezTo>
                  <a:lnTo>
                    <a:pt x="2441" y="1226"/>
                  </a:lnTo>
                  <a:cubicBezTo>
                    <a:pt x="2441" y="548"/>
                    <a:pt x="1894" y="0"/>
                    <a:pt x="1227" y="0"/>
                  </a:cubicBezTo>
                  <a:close/>
                </a:path>
              </a:pathLst>
            </a:custGeom>
            <a:solidFill>
              <a:srgbClr val="272425">
                <a:alpha val="200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5" name="Google Shape;1055;p13"/>
            <p:cNvSpPr/>
            <p:nvPr/>
          </p:nvSpPr>
          <p:spPr>
            <a:xfrm>
              <a:off x="1216322" y="-148189"/>
              <a:ext cx="79479" cy="529240"/>
            </a:xfrm>
            <a:custGeom>
              <a:avLst/>
              <a:gdLst/>
              <a:ahLst/>
              <a:cxnLst/>
              <a:rect l="l" t="t" r="r" b="b"/>
              <a:pathLst>
                <a:path w="2430" h="16181" extrusionOk="0">
                  <a:moveTo>
                    <a:pt x="1132" y="0"/>
                  </a:moveTo>
                  <a:cubicBezTo>
                    <a:pt x="1049" y="0"/>
                    <a:pt x="965" y="24"/>
                    <a:pt x="882" y="48"/>
                  </a:cubicBezTo>
                  <a:cubicBezTo>
                    <a:pt x="834" y="60"/>
                    <a:pt x="787" y="71"/>
                    <a:pt x="739" y="83"/>
                  </a:cubicBezTo>
                  <a:cubicBezTo>
                    <a:pt x="715" y="107"/>
                    <a:pt x="680" y="119"/>
                    <a:pt x="644" y="131"/>
                  </a:cubicBezTo>
                  <a:lnTo>
                    <a:pt x="560" y="179"/>
                  </a:lnTo>
                  <a:lnTo>
                    <a:pt x="501" y="226"/>
                  </a:lnTo>
                  <a:cubicBezTo>
                    <a:pt x="477" y="238"/>
                    <a:pt x="453" y="262"/>
                    <a:pt x="429" y="274"/>
                  </a:cubicBezTo>
                  <a:lnTo>
                    <a:pt x="382" y="322"/>
                  </a:lnTo>
                  <a:lnTo>
                    <a:pt x="334" y="369"/>
                  </a:lnTo>
                  <a:cubicBezTo>
                    <a:pt x="322" y="381"/>
                    <a:pt x="310" y="393"/>
                    <a:pt x="287" y="417"/>
                  </a:cubicBezTo>
                  <a:lnTo>
                    <a:pt x="251" y="464"/>
                  </a:lnTo>
                  <a:lnTo>
                    <a:pt x="215" y="512"/>
                  </a:lnTo>
                  <a:lnTo>
                    <a:pt x="179" y="560"/>
                  </a:lnTo>
                  <a:cubicBezTo>
                    <a:pt x="179" y="572"/>
                    <a:pt x="168" y="583"/>
                    <a:pt x="156" y="607"/>
                  </a:cubicBezTo>
                  <a:cubicBezTo>
                    <a:pt x="144" y="619"/>
                    <a:pt x="144" y="631"/>
                    <a:pt x="132" y="655"/>
                  </a:cubicBezTo>
                  <a:lnTo>
                    <a:pt x="108" y="703"/>
                  </a:lnTo>
                  <a:lnTo>
                    <a:pt x="84" y="750"/>
                  </a:lnTo>
                  <a:cubicBezTo>
                    <a:pt x="84" y="762"/>
                    <a:pt x="72" y="774"/>
                    <a:pt x="72" y="786"/>
                  </a:cubicBezTo>
                  <a:lnTo>
                    <a:pt x="48" y="833"/>
                  </a:lnTo>
                  <a:lnTo>
                    <a:pt x="37" y="881"/>
                  </a:lnTo>
                  <a:lnTo>
                    <a:pt x="25" y="929"/>
                  </a:lnTo>
                  <a:cubicBezTo>
                    <a:pt x="25" y="953"/>
                    <a:pt x="13" y="964"/>
                    <a:pt x="13" y="976"/>
                  </a:cubicBezTo>
                  <a:cubicBezTo>
                    <a:pt x="13" y="1000"/>
                    <a:pt x="13" y="1012"/>
                    <a:pt x="13" y="1024"/>
                  </a:cubicBezTo>
                  <a:cubicBezTo>
                    <a:pt x="13" y="1048"/>
                    <a:pt x="13" y="1060"/>
                    <a:pt x="1" y="1072"/>
                  </a:cubicBezTo>
                  <a:lnTo>
                    <a:pt x="1" y="1119"/>
                  </a:lnTo>
                  <a:lnTo>
                    <a:pt x="1" y="1167"/>
                  </a:lnTo>
                  <a:lnTo>
                    <a:pt x="1" y="1214"/>
                  </a:lnTo>
                  <a:lnTo>
                    <a:pt x="1" y="14954"/>
                  </a:lnTo>
                  <a:lnTo>
                    <a:pt x="1" y="14990"/>
                  </a:lnTo>
                  <a:lnTo>
                    <a:pt x="1" y="15050"/>
                  </a:lnTo>
                  <a:lnTo>
                    <a:pt x="1" y="15097"/>
                  </a:lnTo>
                  <a:lnTo>
                    <a:pt x="1" y="15145"/>
                  </a:lnTo>
                  <a:cubicBezTo>
                    <a:pt x="1" y="15157"/>
                    <a:pt x="1" y="15169"/>
                    <a:pt x="13" y="15192"/>
                  </a:cubicBezTo>
                  <a:cubicBezTo>
                    <a:pt x="25" y="15204"/>
                    <a:pt x="25" y="15216"/>
                    <a:pt x="25" y="15240"/>
                  </a:cubicBezTo>
                  <a:cubicBezTo>
                    <a:pt x="25" y="15252"/>
                    <a:pt x="25" y="15276"/>
                    <a:pt x="37" y="15288"/>
                  </a:cubicBezTo>
                  <a:cubicBezTo>
                    <a:pt x="48" y="15300"/>
                    <a:pt x="48" y="15323"/>
                    <a:pt x="48" y="15335"/>
                  </a:cubicBezTo>
                  <a:cubicBezTo>
                    <a:pt x="60" y="15347"/>
                    <a:pt x="60" y="15371"/>
                    <a:pt x="72" y="15383"/>
                  </a:cubicBezTo>
                  <a:cubicBezTo>
                    <a:pt x="72" y="15407"/>
                    <a:pt x="84" y="15419"/>
                    <a:pt x="84" y="15431"/>
                  </a:cubicBezTo>
                  <a:cubicBezTo>
                    <a:pt x="96" y="15454"/>
                    <a:pt x="96" y="15466"/>
                    <a:pt x="108" y="15478"/>
                  </a:cubicBezTo>
                  <a:cubicBezTo>
                    <a:pt x="120" y="15502"/>
                    <a:pt x="120" y="15514"/>
                    <a:pt x="132" y="15526"/>
                  </a:cubicBezTo>
                  <a:cubicBezTo>
                    <a:pt x="168" y="15597"/>
                    <a:pt x="156" y="15573"/>
                    <a:pt x="191" y="15633"/>
                  </a:cubicBezTo>
                  <a:cubicBezTo>
                    <a:pt x="203" y="15645"/>
                    <a:pt x="215" y="15669"/>
                    <a:pt x="227" y="15681"/>
                  </a:cubicBezTo>
                  <a:lnTo>
                    <a:pt x="263" y="15728"/>
                  </a:lnTo>
                  <a:lnTo>
                    <a:pt x="310" y="15776"/>
                  </a:lnTo>
                  <a:lnTo>
                    <a:pt x="358" y="15823"/>
                  </a:lnTo>
                  <a:lnTo>
                    <a:pt x="406" y="15871"/>
                  </a:lnTo>
                  <a:cubicBezTo>
                    <a:pt x="429" y="15895"/>
                    <a:pt x="453" y="15907"/>
                    <a:pt x="465" y="15931"/>
                  </a:cubicBezTo>
                  <a:lnTo>
                    <a:pt x="537" y="15978"/>
                  </a:lnTo>
                  <a:cubicBezTo>
                    <a:pt x="596" y="16014"/>
                    <a:pt x="656" y="16050"/>
                    <a:pt x="715" y="16073"/>
                  </a:cubicBezTo>
                  <a:cubicBezTo>
                    <a:pt x="763" y="16097"/>
                    <a:pt x="810" y="16109"/>
                    <a:pt x="846" y="16121"/>
                  </a:cubicBezTo>
                  <a:cubicBezTo>
                    <a:pt x="965" y="16157"/>
                    <a:pt x="1084" y="16181"/>
                    <a:pt x="1203" y="16181"/>
                  </a:cubicBezTo>
                  <a:lnTo>
                    <a:pt x="1215" y="16181"/>
                  </a:lnTo>
                  <a:cubicBezTo>
                    <a:pt x="1322" y="16181"/>
                    <a:pt x="1430" y="16169"/>
                    <a:pt x="1537" y="16133"/>
                  </a:cubicBezTo>
                  <a:cubicBezTo>
                    <a:pt x="1584" y="16121"/>
                    <a:pt x="1632" y="16109"/>
                    <a:pt x="1680" y="16085"/>
                  </a:cubicBezTo>
                  <a:lnTo>
                    <a:pt x="1775" y="16038"/>
                  </a:lnTo>
                  <a:lnTo>
                    <a:pt x="1858" y="15990"/>
                  </a:lnTo>
                  <a:lnTo>
                    <a:pt x="1930" y="15942"/>
                  </a:lnTo>
                  <a:cubicBezTo>
                    <a:pt x="1953" y="15931"/>
                    <a:pt x="1977" y="15919"/>
                    <a:pt x="1989" y="15907"/>
                  </a:cubicBezTo>
                  <a:lnTo>
                    <a:pt x="2049" y="15859"/>
                  </a:lnTo>
                  <a:cubicBezTo>
                    <a:pt x="2061" y="15835"/>
                    <a:pt x="2084" y="15823"/>
                    <a:pt x="2096" y="15812"/>
                  </a:cubicBezTo>
                  <a:lnTo>
                    <a:pt x="2144" y="15752"/>
                  </a:lnTo>
                  <a:cubicBezTo>
                    <a:pt x="2156" y="15740"/>
                    <a:pt x="2168" y="15728"/>
                    <a:pt x="2180" y="15704"/>
                  </a:cubicBezTo>
                  <a:cubicBezTo>
                    <a:pt x="2192" y="15692"/>
                    <a:pt x="2204" y="15681"/>
                    <a:pt x="2215" y="15657"/>
                  </a:cubicBezTo>
                  <a:lnTo>
                    <a:pt x="2251" y="15609"/>
                  </a:lnTo>
                  <a:lnTo>
                    <a:pt x="2275" y="15561"/>
                  </a:lnTo>
                  <a:cubicBezTo>
                    <a:pt x="2287" y="15550"/>
                    <a:pt x="2287" y="15538"/>
                    <a:pt x="2299" y="15514"/>
                  </a:cubicBezTo>
                  <a:cubicBezTo>
                    <a:pt x="2311" y="15502"/>
                    <a:pt x="2323" y="15478"/>
                    <a:pt x="2323" y="15466"/>
                  </a:cubicBezTo>
                  <a:cubicBezTo>
                    <a:pt x="2334" y="15454"/>
                    <a:pt x="2334" y="15431"/>
                    <a:pt x="2346" y="15419"/>
                  </a:cubicBezTo>
                  <a:cubicBezTo>
                    <a:pt x="2358" y="15407"/>
                    <a:pt x="2358" y="15383"/>
                    <a:pt x="2358" y="15371"/>
                  </a:cubicBezTo>
                  <a:cubicBezTo>
                    <a:pt x="2358" y="15359"/>
                    <a:pt x="2382" y="15335"/>
                    <a:pt x="2382" y="15323"/>
                  </a:cubicBezTo>
                  <a:cubicBezTo>
                    <a:pt x="2382" y="15311"/>
                    <a:pt x="2394" y="15288"/>
                    <a:pt x="2394" y="15276"/>
                  </a:cubicBezTo>
                  <a:lnTo>
                    <a:pt x="2406" y="15228"/>
                  </a:lnTo>
                  <a:lnTo>
                    <a:pt x="2418" y="15180"/>
                  </a:lnTo>
                  <a:cubicBezTo>
                    <a:pt x="2418" y="15157"/>
                    <a:pt x="2418" y="15145"/>
                    <a:pt x="2418" y="15133"/>
                  </a:cubicBezTo>
                  <a:cubicBezTo>
                    <a:pt x="2418" y="15109"/>
                    <a:pt x="2418" y="15097"/>
                    <a:pt x="2418" y="15085"/>
                  </a:cubicBezTo>
                  <a:cubicBezTo>
                    <a:pt x="2430" y="15061"/>
                    <a:pt x="2418" y="15050"/>
                    <a:pt x="2418" y="15026"/>
                  </a:cubicBezTo>
                  <a:lnTo>
                    <a:pt x="2418" y="14978"/>
                  </a:lnTo>
                  <a:lnTo>
                    <a:pt x="2418" y="14954"/>
                  </a:lnTo>
                  <a:lnTo>
                    <a:pt x="2418" y="1214"/>
                  </a:lnTo>
                  <a:lnTo>
                    <a:pt x="2430" y="1214"/>
                  </a:lnTo>
                  <a:lnTo>
                    <a:pt x="2430" y="1167"/>
                  </a:lnTo>
                  <a:lnTo>
                    <a:pt x="2430" y="1119"/>
                  </a:lnTo>
                  <a:lnTo>
                    <a:pt x="2430" y="1072"/>
                  </a:lnTo>
                  <a:cubicBezTo>
                    <a:pt x="2418" y="1060"/>
                    <a:pt x="2418" y="1036"/>
                    <a:pt x="2418" y="1024"/>
                  </a:cubicBezTo>
                  <a:cubicBezTo>
                    <a:pt x="2418" y="1000"/>
                    <a:pt x="2418" y="988"/>
                    <a:pt x="2406" y="976"/>
                  </a:cubicBezTo>
                  <a:cubicBezTo>
                    <a:pt x="2406" y="964"/>
                    <a:pt x="2406" y="941"/>
                    <a:pt x="2394" y="929"/>
                  </a:cubicBezTo>
                  <a:cubicBezTo>
                    <a:pt x="2394" y="917"/>
                    <a:pt x="2394" y="893"/>
                    <a:pt x="2382" y="881"/>
                  </a:cubicBezTo>
                  <a:cubicBezTo>
                    <a:pt x="2382" y="869"/>
                    <a:pt x="2370" y="845"/>
                    <a:pt x="2370" y="833"/>
                  </a:cubicBezTo>
                  <a:lnTo>
                    <a:pt x="2358" y="786"/>
                  </a:lnTo>
                  <a:lnTo>
                    <a:pt x="2334" y="738"/>
                  </a:lnTo>
                  <a:lnTo>
                    <a:pt x="2311" y="691"/>
                  </a:lnTo>
                  <a:cubicBezTo>
                    <a:pt x="2299" y="667"/>
                    <a:pt x="2299" y="655"/>
                    <a:pt x="2287" y="643"/>
                  </a:cubicBezTo>
                  <a:lnTo>
                    <a:pt x="2263" y="595"/>
                  </a:lnTo>
                  <a:lnTo>
                    <a:pt x="2227" y="548"/>
                  </a:lnTo>
                  <a:cubicBezTo>
                    <a:pt x="2215" y="524"/>
                    <a:pt x="2204" y="512"/>
                    <a:pt x="2192" y="500"/>
                  </a:cubicBezTo>
                  <a:cubicBezTo>
                    <a:pt x="2180" y="476"/>
                    <a:pt x="2168" y="464"/>
                    <a:pt x="2156" y="452"/>
                  </a:cubicBezTo>
                  <a:lnTo>
                    <a:pt x="2108" y="393"/>
                  </a:lnTo>
                  <a:lnTo>
                    <a:pt x="2073" y="345"/>
                  </a:lnTo>
                  <a:lnTo>
                    <a:pt x="2013" y="298"/>
                  </a:lnTo>
                  <a:cubicBezTo>
                    <a:pt x="2001" y="286"/>
                    <a:pt x="1977" y="274"/>
                    <a:pt x="1953" y="250"/>
                  </a:cubicBezTo>
                  <a:lnTo>
                    <a:pt x="1894" y="202"/>
                  </a:lnTo>
                  <a:lnTo>
                    <a:pt x="1811" y="155"/>
                  </a:lnTo>
                  <a:cubicBezTo>
                    <a:pt x="1775" y="143"/>
                    <a:pt x="1739" y="119"/>
                    <a:pt x="1715" y="107"/>
                  </a:cubicBezTo>
                  <a:cubicBezTo>
                    <a:pt x="1668" y="95"/>
                    <a:pt x="1632" y="71"/>
                    <a:pt x="1584" y="60"/>
                  </a:cubicBezTo>
                  <a:cubicBezTo>
                    <a:pt x="1501" y="36"/>
                    <a:pt x="1430" y="12"/>
                    <a:pt x="1346" y="12"/>
                  </a:cubicBezTo>
                  <a:cubicBezTo>
                    <a:pt x="1299" y="0"/>
                    <a:pt x="1251" y="0"/>
                    <a:pt x="121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6" name="Google Shape;1056;p13"/>
            <p:cNvSpPr/>
            <p:nvPr/>
          </p:nvSpPr>
          <p:spPr>
            <a:xfrm>
              <a:off x="2797967" y="-169612"/>
              <a:ext cx="142539" cy="125041"/>
            </a:xfrm>
            <a:custGeom>
              <a:avLst/>
              <a:gdLst/>
              <a:ahLst/>
              <a:cxnLst/>
              <a:rect l="l" t="t" r="r" b="b"/>
              <a:pathLst>
                <a:path w="4358" h="3823" extrusionOk="0">
                  <a:moveTo>
                    <a:pt x="1131" y="0"/>
                  </a:moveTo>
                  <a:cubicBezTo>
                    <a:pt x="512" y="0"/>
                    <a:pt x="0" y="512"/>
                    <a:pt x="0" y="1131"/>
                  </a:cubicBezTo>
                  <a:lnTo>
                    <a:pt x="0" y="2679"/>
                  </a:lnTo>
                  <a:cubicBezTo>
                    <a:pt x="0" y="3310"/>
                    <a:pt x="512" y="3810"/>
                    <a:pt x="1131" y="3822"/>
                  </a:cubicBezTo>
                  <a:lnTo>
                    <a:pt x="3215" y="3822"/>
                  </a:lnTo>
                  <a:cubicBezTo>
                    <a:pt x="3846" y="3810"/>
                    <a:pt x="4358" y="3310"/>
                    <a:pt x="4358" y="2679"/>
                  </a:cubicBezTo>
                  <a:lnTo>
                    <a:pt x="4358" y="1131"/>
                  </a:lnTo>
                  <a:cubicBezTo>
                    <a:pt x="4358" y="512"/>
                    <a:pt x="3846" y="0"/>
                    <a:pt x="3215" y="0"/>
                  </a:cubicBezTo>
                  <a:close/>
                </a:path>
              </a:pathLst>
            </a:custGeom>
            <a:solidFill>
              <a:srgbClr val="821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7" name="Google Shape;1057;p13"/>
            <p:cNvSpPr/>
            <p:nvPr/>
          </p:nvSpPr>
          <p:spPr>
            <a:xfrm>
              <a:off x="2805967" y="277825"/>
              <a:ext cx="142539" cy="124648"/>
            </a:xfrm>
            <a:custGeom>
              <a:avLst/>
              <a:gdLst/>
              <a:ahLst/>
              <a:cxnLst/>
              <a:rect l="l" t="t" r="r" b="b"/>
              <a:pathLst>
                <a:path w="4358" h="3811" extrusionOk="0">
                  <a:moveTo>
                    <a:pt x="1131" y="0"/>
                  </a:moveTo>
                  <a:cubicBezTo>
                    <a:pt x="512" y="0"/>
                    <a:pt x="0" y="512"/>
                    <a:pt x="0" y="1132"/>
                  </a:cubicBezTo>
                  <a:lnTo>
                    <a:pt x="0" y="2679"/>
                  </a:lnTo>
                  <a:cubicBezTo>
                    <a:pt x="0" y="3310"/>
                    <a:pt x="512" y="3810"/>
                    <a:pt x="1131" y="3810"/>
                  </a:cubicBezTo>
                  <a:lnTo>
                    <a:pt x="3215" y="3810"/>
                  </a:lnTo>
                  <a:cubicBezTo>
                    <a:pt x="3846" y="3810"/>
                    <a:pt x="4358" y="3310"/>
                    <a:pt x="4358" y="2679"/>
                  </a:cubicBezTo>
                  <a:lnTo>
                    <a:pt x="4358" y="1132"/>
                  </a:lnTo>
                  <a:cubicBezTo>
                    <a:pt x="4358" y="512"/>
                    <a:pt x="3846" y="0"/>
                    <a:pt x="3215" y="0"/>
                  </a:cubicBezTo>
                  <a:close/>
                </a:path>
              </a:pathLst>
            </a:custGeom>
            <a:solidFill>
              <a:srgbClr val="821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8" name="Google Shape;1058;p13"/>
            <p:cNvSpPr/>
            <p:nvPr/>
          </p:nvSpPr>
          <p:spPr>
            <a:xfrm>
              <a:off x="2828927" y="-148189"/>
              <a:ext cx="79872" cy="529240"/>
            </a:xfrm>
            <a:custGeom>
              <a:avLst/>
              <a:gdLst/>
              <a:ahLst/>
              <a:cxnLst/>
              <a:rect l="l" t="t" r="r" b="b"/>
              <a:pathLst>
                <a:path w="2442" h="16181" extrusionOk="0">
                  <a:moveTo>
                    <a:pt x="1215" y="0"/>
                  </a:moveTo>
                  <a:cubicBezTo>
                    <a:pt x="917" y="0"/>
                    <a:pt x="632" y="119"/>
                    <a:pt x="405" y="310"/>
                  </a:cubicBezTo>
                  <a:lnTo>
                    <a:pt x="382" y="333"/>
                  </a:lnTo>
                  <a:cubicBezTo>
                    <a:pt x="358" y="369"/>
                    <a:pt x="322" y="393"/>
                    <a:pt x="298" y="429"/>
                  </a:cubicBezTo>
                  <a:cubicBezTo>
                    <a:pt x="274" y="452"/>
                    <a:pt x="251" y="476"/>
                    <a:pt x="239" y="500"/>
                  </a:cubicBezTo>
                  <a:cubicBezTo>
                    <a:pt x="215" y="524"/>
                    <a:pt x="191" y="560"/>
                    <a:pt x="179" y="595"/>
                  </a:cubicBezTo>
                  <a:cubicBezTo>
                    <a:pt x="155" y="631"/>
                    <a:pt x="144" y="655"/>
                    <a:pt x="120" y="691"/>
                  </a:cubicBezTo>
                  <a:cubicBezTo>
                    <a:pt x="108" y="726"/>
                    <a:pt x="96" y="750"/>
                    <a:pt x="84" y="786"/>
                  </a:cubicBezTo>
                  <a:cubicBezTo>
                    <a:pt x="60" y="833"/>
                    <a:pt x="48" y="869"/>
                    <a:pt x="36" y="917"/>
                  </a:cubicBezTo>
                  <a:cubicBezTo>
                    <a:pt x="36" y="941"/>
                    <a:pt x="24" y="964"/>
                    <a:pt x="24" y="1000"/>
                  </a:cubicBezTo>
                  <a:cubicBezTo>
                    <a:pt x="1" y="1072"/>
                    <a:pt x="1" y="1143"/>
                    <a:pt x="1" y="1226"/>
                  </a:cubicBezTo>
                  <a:lnTo>
                    <a:pt x="1" y="14954"/>
                  </a:lnTo>
                  <a:cubicBezTo>
                    <a:pt x="1" y="15633"/>
                    <a:pt x="548" y="16181"/>
                    <a:pt x="1215" y="16181"/>
                  </a:cubicBezTo>
                  <a:lnTo>
                    <a:pt x="1227" y="16181"/>
                  </a:lnTo>
                  <a:cubicBezTo>
                    <a:pt x="1310" y="16181"/>
                    <a:pt x="1394" y="16169"/>
                    <a:pt x="1477" y="16157"/>
                  </a:cubicBezTo>
                  <a:lnTo>
                    <a:pt x="1513" y="16145"/>
                  </a:lnTo>
                  <a:cubicBezTo>
                    <a:pt x="1584" y="16121"/>
                    <a:pt x="1656" y="16097"/>
                    <a:pt x="1715" y="16073"/>
                  </a:cubicBezTo>
                  <a:lnTo>
                    <a:pt x="1727" y="16073"/>
                  </a:lnTo>
                  <a:cubicBezTo>
                    <a:pt x="1882" y="16002"/>
                    <a:pt x="2013" y="15907"/>
                    <a:pt x="2120" y="15788"/>
                  </a:cubicBezTo>
                  <a:cubicBezTo>
                    <a:pt x="2322" y="15561"/>
                    <a:pt x="2441" y="15276"/>
                    <a:pt x="2441" y="14966"/>
                  </a:cubicBezTo>
                  <a:lnTo>
                    <a:pt x="2441" y="1226"/>
                  </a:lnTo>
                  <a:cubicBezTo>
                    <a:pt x="2441" y="548"/>
                    <a:pt x="1894" y="0"/>
                    <a:pt x="1215" y="0"/>
                  </a:cubicBezTo>
                  <a:close/>
                </a:path>
              </a:pathLst>
            </a:custGeom>
            <a:solidFill>
              <a:srgbClr val="272425">
                <a:alpha val="200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9" name="Google Shape;1059;p13"/>
            <p:cNvSpPr/>
            <p:nvPr/>
          </p:nvSpPr>
          <p:spPr>
            <a:xfrm>
              <a:off x="2840212" y="-148189"/>
              <a:ext cx="79479" cy="529240"/>
            </a:xfrm>
            <a:custGeom>
              <a:avLst/>
              <a:gdLst/>
              <a:ahLst/>
              <a:cxnLst/>
              <a:rect l="l" t="t" r="r" b="b"/>
              <a:pathLst>
                <a:path w="2430" h="16181" extrusionOk="0">
                  <a:moveTo>
                    <a:pt x="1144" y="0"/>
                  </a:moveTo>
                  <a:cubicBezTo>
                    <a:pt x="1049" y="0"/>
                    <a:pt x="965" y="24"/>
                    <a:pt x="882" y="48"/>
                  </a:cubicBezTo>
                  <a:cubicBezTo>
                    <a:pt x="834" y="60"/>
                    <a:pt x="799" y="71"/>
                    <a:pt x="751" y="83"/>
                  </a:cubicBezTo>
                  <a:cubicBezTo>
                    <a:pt x="715" y="107"/>
                    <a:pt x="680" y="119"/>
                    <a:pt x="656" y="131"/>
                  </a:cubicBezTo>
                  <a:cubicBezTo>
                    <a:pt x="620" y="155"/>
                    <a:pt x="596" y="167"/>
                    <a:pt x="572" y="179"/>
                  </a:cubicBezTo>
                  <a:cubicBezTo>
                    <a:pt x="549" y="202"/>
                    <a:pt x="525" y="214"/>
                    <a:pt x="501" y="226"/>
                  </a:cubicBezTo>
                  <a:lnTo>
                    <a:pt x="441" y="274"/>
                  </a:lnTo>
                  <a:lnTo>
                    <a:pt x="394" y="322"/>
                  </a:lnTo>
                  <a:cubicBezTo>
                    <a:pt x="370" y="333"/>
                    <a:pt x="358" y="357"/>
                    <a:pt x="346" y="369"/>
                  </a:cubicBezTo>
                  <a:cubicBezTo>
                    <a:pt x="322" y="381"/>
                    <a:pt x="310" y="393"/>
                    <a:pt x="299" y="417"/>
                  </a:cubicBezTo>
                  <a:cubicBezTo>
                    <a:pt x="287" y="429"/>
                    <a:pt x="275" y="441"/>
                    <a:pt x="263" y="464"/>
                  </a:cubicBezTo>
                  <a:cubicBezTo>
                    <a:pt x="251" y="476"/>
                    <a:pt x="239" y="488"/>
                    <a:pt x="227" y="512"/>
                  </a:cubicBezTo>
                  <a:lnTo>
                    <a:pt x="191" y="560"/>
                  </a:lnTo>
                  <a:lnTo>
                    <a:pt x="156" y="607"/>
                  </a:lnTo>
                  <a:lnTo>
                    <a:pt x="132" y="655"/>
                  </a:lnTo>
                  <a:lnTo>
                    <a:pt x="108" y="703"/>
                  </a:lnTo>
                  <a:cubicBezTo>
                    <a:pt x="108" y="714"/>
                    <a:pt x="96" y="726"/>
                    <a:pt x="96" y="750"/>
                  </a:cubicBezTo>
                  <a:cubicBezTo>
                    <a:pt x="84" y="762"/>
                    <a:pt x="84" y="774"/>
                    <a:pt x="72" y="786"/>
                  </a:cubicBezTo>
                  <a:lnTo>
                    <a:pt x="60" y="833"/>
                  </a:lnTo>
                  <a:lnTo>
                    <a:pt x="37" y="881"/>
                  </a:lnTo>
                  <a:cubicBezTo>
                    <a:pt x="37" y="905"/>
                    <a:pt x="37" y="917"/>
                    <a:pt x="25" y="929"/>
                  </a:cubicBezTo>
                  <a:cubicBezTo>
                    <a:pt x="25" y="953"/>
                    <a:pt x="25" y="964"/>
                    <a:pt x="13" y="976"/>
                  </a:cubicBezTo>
                  <a:cubicBezTo>
                    <a:pt x="13" y="1000"/>
                    <a:pt x="13" y="1012"/>
                    <a:pt x="13" y="1024"/>
                  </a:cubicBezTo>
                  <a:cubicBezTo>
                    <a:pt x="1" y="1048"/>
                    <a:pt x="13" y="1060"/>
                    <a:pt x="13" y="1072"/>
                  </a:cubicBezTo>
                  <a:lnTo>
                    <a:pt x="13" y="1119"/>
                  </a:lnTo>
                  <a:lnTo>
                    <a:pt x="13" y="1167"/>
                  </a:lnTo>
                  <a:lnTo>
                    <a:pt x="13" y="1214"/>
                  </a:lnTo>
                  <a:lnTo>
                    <a:pt x="13" y="14954"/>
                  </a:lnTo>
                  <a:cubicBezTo>
                    <a:pt x="13" y="14966"/>
                    <a:pt x="13" y="14978"/>
                    <a:pt x="13" y="14990"/>
                  </a:cubicBezTo>
                  <a:lnTo>
                    <a:pt x="13" y="15050"/>
                  </a:lnTo>
                  <a:cubicBezTo>
                    <a:pt x="13" y="15061"/>
                    <a:pt x="13" y="15073"/>
                    <a:pt x="13" y="15097"/>
                  </a:cubicBezTo>
                  <a:cubicBezTo>
                    <a:pt x="13" y="15109"/>
                    <a:pt x="13" y="15121"/>
                    <a:pt x="13" y="15145"/>
                  </a:cubicBezTo>
                  <a:cubicBezTo>
                    <a:pt x="13" y="15157"/>
                    <a:pt x="13" y="15169"/>
                    <a:pt x="13" y="15192"/>
                  </a:cubicBezTo>
                  <a:cubicBezTo>
                    <a:pt x="13" y="15204"/>
                    <a:pt x="13" y="15216"/>
                    <a:pt x="25" y="15240"/>
                  </a:cubicBezTo>
                  <a:cubicBezTo>
                    <a:pt x="37" y="15252"/>
                    <a:pt x="37" y="15276"/>
                    <a:pt x="37" y="15288"/>
                  </a:cubicBezTo>
                  <a:cubicBezTo>
                    <a:pt x="49" y="15300"/>
                    <a:pt x="49" y="15323"/>
                    <a:pt x="60" y="15335"/>
                  </a:cubicBezTo>
                  <a:lnTo>
                    <a:pt x="72" y="15383"/>
                  </a:lnTo>
                  <a:cubicBezTo>
                    <a:pt x="72" y="15407"/>
                    <a:pt x="84" y="15419"/>
                    <a:pt x="96" y="15431"/>
                  </a:cubicBezTo>
                  <a:cubicBezTo>
                    <a:pt x="96" y="15454"/>
                    <a:pt x="108" y="15466"/>
                    <a:pt x="120" y="15478"/>
                  </a:cubicBezTo>
                  <a:cubicBezTo>
                    <a:pt x="120" y="15502"/>
                    <a:pt x="132" y="15514"/>
                    <a:pt x="144" y="15526"/>
                  </a:cubicBezTo>
                  <a:cubicBezTo>
                    <a:pt x="144" y="15550"/>
                    <a:pt x="156" y="15561"/>
                    <a:pt x="168" y="15585"/>
                  </a:cubicBezTo>
                  <a:cubicBezTo>
                    <a:pt x="180" y="15597"/>
                    <a:pt x="191" y="15609"/>
                    <a:pt x="191" y="15633"/>
                  </a:cubicBezTo>
                  <a:lnTo>
                    <a:pt x="227" y="15681"/>
                  </a:lnTo>
                  <a:lnTo>
                    <a:pt x="263" y="15728"/>
                  </a:lnTo>
                  <a:lnTo>
                    <a:pt x="310" y="15776"/>
                  </a:lnTo>
                  <a:lnTo>
                    <a:pt x="358" y="15823"/>
                  </a:lnTo>
                  <a:lnTo>
                    <a:pt x="418" y="15871"/>
                  </a:lnTo>
                  <a:cubicBezTo>
                    <a:pt x="430" y="15895"/>
                    <a:pt x="453" y="15907"/>
                    <a:pt x="477" y="15931"/>
                  </a:cubicBezTo>
                  <a:cubicBezTo>
                    <a:pt x="489" y="15942"/>
                    <a:pt x="513" y="15954"/>
                    <a:pt x="537" y="15978"/>
                  </a:cubicBezTo>
                  <a:cubicBezTo>
                    <a:pt x="596" y="16014"/>
                    <a:pt x="656" y="16050"/>
                    <a:pt x="727" y="16073"/>
                  </a:cubicBezTo>
                  <a:cubicBezTo>
                    <a:pt x="763" y="16097"/>
                    <a:pt x="811" y="16109"/>
                    <a:pt x="858" y="16121"/>
                  </a:cubicBezTo>
                  <a:cubicBezTo>
                    <a:pt x="965" y="16157"/>
                    <a:pt x="1084" y="16181"/>
                    <a:pt x="1215" y="16181"/>
                  </a:cubicBezTo>
                  <a:lnTo>
                    <a:pt x="1227" y="16181"/>
                  </a:lnTo>
                  <a:cubicBezTo>
                    <a:pt x="1323" y="16181"/>
                    <a:pt x="1430" y="16169"/>
                    <a:pt x="1537" y="16133"/>
                  </a:cubicBezTo>
                  <a:cubicBezTo>
                    <a:pt x="1584" y="16121"/>
                    <a:pt x="1632" y="16109"/>
                    <a:pt x="1680" y="16085"/>
                  </a:cubicBezTo>
                  <a:cubicBezTo>
                    <a:pt x="1715" y="16073"/>
                    <a:pt x="1751" y="16062"/>
                    <a:pt x="1787" y="16038"/>
                  </a:cubicBezTo>
                  <a:cubicBezTo>
                    <a:pt x="1811" y="16026"/>
                    <a:pt x="1834" y="16014"/>
                    <a:pt x="1858" y="15990"/>
                  </a:cubicBezTo>
                  <a:lnTo>
                    <a:pt x="1930" y="15942"/>
                  </a:lnTo>
                  <a:cubicBezTo>
                    <a:pt x="1954" y="15931"/>
                    <a:pt x="1977" y="15919"/>
                    <a:pt x="2001" y="15907"/>
                  </a:cubicBezTo>
                  <a:cubicBezTo>
                    <a:pt x="2013" y="15883"/>
                    <a:pt x="2037" y="15871"/>
                    <a:pt x="2049" y="15859"/>
                  </a:cubicBezTo>
                  <a:lnTo>
                    <a:pt x="2096" y="15812"/>
                  </a:lnTo>
                  <a:lnTo>
                    <a:pt x="2144" y="15752"/>
                  </a:lnTo>
                  <a:cubicBezTo>
                    <a:pt x="2156" y="15740"/>
                    <a:pt x="2168" y="15728"/>
                    <a:pt x="2180" y="15704"/>
                  </a:cubicBezTo>
                  <a:lnTo>
                    <a:pt x="2215" y="15657"/>
                  </a:lnTo>
                  <a:lnTo>
                    <a:pt x="2251" y="15609"/>
                  </a:lnTo>
                  <a:lnTo>
                    <a:pt x="2275" y="15561"/>
                  </a:lnTo>
                  <a:cubicBezTo>
                    <a:pt x="2287" y="15550"/>
                    <a:pt x="2299" y="15538"/>
                    <a:pt x="2311" y="15514"/>
                  </a:cubicBezTo>
                  <a:cubicBezTo>
                    <a:pt x="2311" y="15502"/>
                    <a:pt x="2323" y="15478"/>
                    <a:pt x="2335" y="15466"/>
                  </a:cubicBezTo>
                  <a:cubicBezTo>
                    <a:pt x="2335" y="15454"/>
                    <a:pt x="2346" y="15431"/>
                    <a:pt x="2346" y="15419"/>
                  </a:cubicBezTo>
                  <a:cubicBezTo>
                    <a:pt x="2358" y="15407"/>
                    <a:pt x="2358" y="15383"/>
                    <a:pt x="2370" y="15371"/>
                  </a:cubicBezTo>
                  <a:cubicBezTo>
                    <a:pt x="2370" y="15359"/>
                    <a:pt x="2382" y="15335"/>
                    <a:pt x="2382" y="15323"/>
                  </a:cubicBezTo>
                  <a:cubicBezTo>
                    <a:pt x="2394" y="15311"/>
                    <a:pt x="2394" y="15288"/>
                    <a:pt x="2394" y="15276"/>
                  </a:cubicBezTo>
                  <a:cubicBezTo>
                    <a:pt x="2406" y="15264"/>
                    <a:pt x="2406" y="15240"/>
                    <a:pt x="2406" y="15228"/>
                  </a:cubicBezTo>
                  <a:cubicBezTo>
                    <a:pt x="2418" y="15204"/>
                    <a:pt x="2418" y="15192"/>
                    <a:pt x="2418" y="15180"/>
                  </a:cubicBezTo>
                  <a:cubicBezTo>
                    <a:pt x="2430" y="15157"/>
                    <a:pt x="2418" y="15145"/>
                    <a:pt x="2418" y="15133"/>
                  </a:cubicBezTo>
                  <a:lnTo>
                    <a:pt x="2418" y="15085"/>
                  </a:lnTo>
                  <a:lnTo>
                    <a:pt x="2418" y="15026"/>
                  </a:lnTo>
                  <a:lnTo>
                    <a:pt x="2418" y="14978"/>
                  </a:lnTo>
                  <a:lnTo>
                    <a:pt x="2418" y="1214"/>
                  </a:lnTo>
                  <a:lnTo>
                    <a:pt x="2418" y="1167"/>
                  </a:lnTo>
                  <a:lnTo>
                    <a:pt x="2418" y="1119"/>
                  </a:lnTo>
                  <a:cubicBezTo>
                    <a:pt x="2418" y="1107"/>
                    <a:pt x="2418" y="1084"/>
                    <a:pt x="2418" y="1072"/>
                  </a:cubicBezTo>
                  <a:cubicBezTo>
                    <a:pt x="2418" y="1060"/>
                    <a:pt x="2418" y="1036"/>
                    <a:pt x="2418" y="1024"/>
                  </a:cubicBezTo>
                  <a:cubicBezTo>
                    <a:pt x="2418" y="1012"/>
                    <a:pt x="2418" y="988"/>
                    <a:pt x="2418" y="976"/>
                  </a:cubicBezTo>
                  <a:cubicBezTo>
                    <a:pt x="2406" y="964"/>
                    <a:pt x="2406" y="941"/>
                    <a:pt x="2406" y="929"/>
                  </a:cubicBezTo>
                  <a:cubicBezTo>
                    <a:pt x="2406" y="905"/>
                    <a:pt x="2406" y="893"/>
                    <a:pt x="2394" y="881"/>
                  </a:cubicBezTo>
                  <a:cubicBezTo>
                    <a:pt x="2382" y="869"/>
                    <a:pt x="2382" y="845"/>
                    <a:pt x="2370" y="833"/>
                  </a:cubicBezTo>
                  <a:cubicBezTo>
                    <a:pt x="2370" y="822"/>
                    <a:pt x="2358" y="798"/>
                    <a:pt x="2358" y="786"/>
                  </a:cubicBezTo>
                  <a:cubicBezTo>
                    <a:pt x="2346" y="762"/>
                    <a:pt x="2346" y="750"/>
                    <a:pt x="2335" y="738"/>
                  </a:cubicBezTo>
                  <a:cubicBezTo>
                    <a:pt x="2335" y="714"/>
                    <a:pt x="2323" y="703"/>
                    <a:pt x="2311" y="691"/>
                  </a:cubicBezTo>
                  <a:lnTo>
                    <a:pt x="2299" y="643"/>
                  </a:lnTo>
                  <a:cubicBezTo>
                    <a:pt x="2287" y="619"/>
                    <a:pt x="2275" y="607"/>
                    <a:pt x="2263" y="595"/>
                  </a:cubicBezTo>
                  <a:cubicBezTo>
                    <a:pt x="2251" y="572"/>
                    <a:pt x="2239" y="560"/>
                    <a:pt x="2239" y="548"/>
                  </a:cubicBezTo>
                  <a:lnTo>
                    <a:pt x="2204" y="500"/>
                  </a:lnTo>
                  <a:lnTo>
                    <a:pt x="2168" y="452"/>
                  </a:lnTo>
                  <a:lnTo>
                    <a:pt x="2120" y="393"/>
                  </a:lnTo>
                  <a:lnTo>
                    <a:pt x="2073" y="345"/>
                  </a:lnTo>
                  <a:lnTo>
                    <a:pt x="2025" y="298"/>
                  </a:lnTo>
                  <a:cubicBezTo>
                    <a:pt x="2001" y="286"/>
                    <a:pt x="1977" y="274"/>
                    <a:pt x="1965" y="250"/>
                  </a:cubicBezTo>
                  <a:lnTo>
                    <a:pt x="1894" y="202"/>
                  </a:lnTo>
                  <a:lnTo>
                    <a:pt x="1811" y="155"/>
                  </a:lnTo>
                  <a:cubicBezTo>
                    <a:pt x="1787" y="143"/>
                    <a:pt x="1751" y="119"/>
                    <a:pt x="1715" y="107"/>
                  </a:cubicBezTo>
                  <a:cubicBezTo>
                    <a:pt x="1680" y="95"/>
                    <a:pt x="1632" y="71"/>
                    <a:pt x="1584" y="60"/>
                  </a:cubicBezTo>
                  <a:cubicBezTo>
                    <a:pt x="1513" y="36"/>
                    <a:pt x="1430" y="12"/>
                    <a:pt x="1346" y="12"/>
                  </a:cubicBezTo>
                  <a:cubicBezTo>
                    <a:pt x="1299" y="0"/>
                    <a:pt x="1263" y="0"/>
                    <a:pt x="121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0" name="Google Shape;1060;p13"/>
            <p:cNvSpPr/>
            <p:nvPr/>
          </p:nvSpPr>
          <p:spPr>
            <a:xfrm>
              <a:off x="2427621" y="-169612"/>
              <a:ext cx="142539" cy="125041"/>
            </a:xfrm>
            <a:custGeom>
              <a:avLst/>
              <a:gdLst/>
              <a:ahLst/>
              <a:cxnLst/>
              <a:rect l="l" t="t" r="r" b="b"/>
              <a:pathLst>
                <a:path w="4358" h="3823" extrusionOk="0">
                  <a:moveTo>
                    <a:pt x="1131" y="0"/>
                  </a:moveTo>
                  <a:cubicBezTo>
                    <a:pt x="500" y="0"/>
                    <a:pt x="0" y="512"/>
                    <a:pt x="0" y="1131"/>
                  </a:cubicBezTo>
                  <a:lnTo>
                    <a:pt x="0" y="2679"/>
                  </a:lnTo>
                  <a:cubicBezTo>
                    <a:pt x="0" y="3310"/>
                    <a:pt x="500" y="3810"/>
                    <a:pt x="1131" y="3822"/>
                  </a:cubicBezTo>
                  <a:lnTo>
                    <a:pt x="3215" y="3822"/>
                  </a:lnTo>
                  <a:cubicBezTo>
                    <a:pt x="3846" y="3810"/>
                    <a:pt x="4346" y="3310"/>
                    <a:pt x="4358" y="2679"/>
                  </a:cubicBezTo>
                  <a:lnTo>
                    <a:pt x="4358" y="1131"/>
                  </a:lnTo>
                  <a:cubicBezTo>
                    <a:pt x="4346" y="512"/>
                    <a:pt x="3846" y="0"/>
                    <a:pt x="3215" y="0"/>
                  </a:cubicBezTo>
                  <a:close/>
                </a:path>
              </a:pathLst>
            </a:custGeom>
            <a:solidFill>
              <a:srgbClr val="821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1" name="Google Shape;1061;p13"/>
            <p:cNvSpPr/>
            <p:nvPr/>
          </p:nvSpPr>
          <p:spPr>
            <a:xfrm>
              <a:off x="2435621" y="277825"/>
              <a:ext cx="142539" cy="124648"/>
            </a:xfrm>
            <a:custGeom>
              <a:avLst/>
              <a:gdLst/>
              <a:ahLst/>
              <a:cxnLst/>
              <a:rect l="l" t="t" r="r" b="b"/>
              <a:pathLst>
                <a:path w="4358" h="3811" extrusionOk="0">
                  <a:moveTo>
                    <a:pt x="1131" y="0"/>
                  </a:moveTo>
                  <a:cubicBezTo>
                    <a:pt x="500" y="0"/>
                    <a:pt x="0" y="512"/>
                    <a:pt x="0" y="1132"/>
                  </a:cubicBezTo>
                  <a:lnTo>
                    <a:pt x="0" y="2679"/>
                  </a:lnTo>
                  <a:cubicBezTo>
                    <a:pt x="0" y="3310"/>
                    <a:pt x="500" y="3810"/>
                    <a:pt x="1131" y="3810"/>
                  </a:cubicBezTo>
                  <a:lnTo>
                    <a:pt x="3215" y="3810"/>
                  </a:lnTo>
                  <a:cubicBezTo>
                    <a:pt x="3846" y="3810"/>
                    <a:pt x="4346" y="3310"/>
                    <a:pt x="4358" y="2679"/>
                  </a:cubicBezTo>
                  <a:lnTo>
                    <a:pt x="4358" y="1132"/>
                  </a:lnTo>
                  <a:cubicBezTo>
                    <a:pt x="4346" y="512"/>
                    <a:pt x="3846" y="0"/>
                    <a:pt x="3215" y="0"/>
                  </a:cubicBezTo>
                  <a:close/>
                </a:path>
              </a:pathLst>
            </a:custGeom>
            <a:solidFill>
              <a:srgbClr val="821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2" name="Google Shape;1062;p13"/>
            <p:cNvSpPr/>
            <p:nvPr/>
          </p:nvSpPr>
          <p:spPr>
            <a:xfrm>
              <a:off x="2458189" y="-148189"/>
              <a:ext cx="80264" cy="529240"/>
            </a:xfrm>
            <a:custGeom>
              <a:avLst/>
              <a:gdLst/>
              <a:ahLst/>
              <a:cxnLst/>
              <a:rect l="l" t="t" r="r" b="b"/>
              <a:pathLst>
                <a:path w="2454" h="16181" extrusionOk="0">
                  <a:moveTo>
                    <a:pt x="1227" y="0"/>
                  </a:moveTo>
                  <a:cubicBezTo>
                    <a:pt x="930" y="0"/>
                    <a:pt x="632" y="119"/>
                    <a:pt x="418" y="310"/>
                  </a:cubicBezTo>
                  <a:lnTo>
                    <a:pt x="394" y="333"/>
                  </a:lnTo>
                  <a:cubicBezTo>
                    <a:pt x="358" y="369"/>
                    <a:pt x="334" y="393"/>
                    <a:pt x="299" y="429"/>
                  </a:cubicBezTo>
                  <a:cubicBezTo>
                    <a:pt x="287" y="452"/>
                    <a:pt x="263" y="476"/>
                    <a:pt x="251" y="500"/>
                  </a:cubicBezTo>
                  <a:cubicBezTo>
                    <a:pt x="227" y="524"/>
                    <a:pt x="203" y="560"/>
                    <a:pt x="179" y="595"/>
                  </a:cubicBezTo>
                  <a:cubicBezTo>
                    <a:pt x="168" y="631"/>
                    <a:pt x="144" y="655"/>
                    <a:pt x="132" y="691"/>
                  </a:cubicBezTo>
                  <a:cubicBezTo>
                    <a:pt x="120" y="726"/>
                    <a:pt x="96" y="750"/>
                    <a:pt x="84" y="786"/>
                  </a:cubicBezTo>
                  <a:cubicBezTo>
                    <a:pt x="72" y="833"/>
                    <a:pt x="60" y="869"/>
                    <a:pt x="49" y="917"/>
                  </a:cubicBezTo>
                  <a:cubicBezTo>
                    <a:pt x="49" y="941"/>
                    <a:pt x="37" y="964"/>
                    <a:pt x="25" y="1000"/>
                  </a:cubicBezTo>
                  <a:cubicBezTo>
                    <a:pt x="13" y="1072"/>
                    <a:pt x="1" y="1143"/>
                    <a:pt x="1" y="1226"/>
                  </a:cubicBezTo>
                  <a:lnTo>
                    <a:pt x="1" y="14954"/>
                  </a:lnTo>
                  <a:cubicBezTo>
                    <a:pt x="1" y="15633"/>
                    <a:pt x="549" y="16181"/>
                    <a:pt x="1227" y="16181"/>
                  </a:cubicBezTo>
                  <a:cubicBezTo>
                    <a:pt x="1311" y="16181"/>
                    <a:pt x="1394" y="16169"/>
                    <a:pt x="1477" y="16157"/>
                  </a:cubicBezTo>
                  <a:lnTo>
                    <a:pt x="1513" y="16145"/>
                  </a:lnTo>
                  <a:cubicBezTo>
                    <a:pt x="1584" y="16121"/>
                    <a:pt x="1656" y="16097"/>
                    <a:pt x="1715" y="16073"/>
                  </a:cubicBezTo>
                  <a:lnTo>
                    <a:pt x="1739" y="16073"/>
                  </a:lnTo>
                  <a:cubicBezTo>
                    <a:pt x="1882" y="16002"/>
                    <a:pt x="2013" y="15907"/>
                    <a:pt x="2120" y="15788"/>
                  </a:cubicBezTo>
                  <a:cubicBezTo>
                    <a:pt x="2335" y="15561"/>
                    <a:pt x="2442" y="15276"/>
                    <a:pt x="2454" y="14966"/>
                  </a:cubicBezTo>
                  <a:lnTo>
                    <a:pt x="2454" y="1226"/>
                  </a:lnTo>
                  <a:cubicBezTo>
                    <a:pt x="2454" y="548"/>
                    <a:pt x="1906" y="0"/>
                    <a:pt x="1227" y="0"/>
                  </a:cubicBezTo>
                  <a:close/>
                </a:path>
              </a:pathLst>
            </a:custGeom>
            <a:solidFill>
              <a:srgbClr val="272425">
                <a:alpha val="200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3" name="Google Shape;1063;p13"/>
            <p:cNvSpPr/>
            <p:nvPr/>
          </p:nvSpPr>
          <p:spPr>
            <a:xfrm>
              <a:off x="2470258" y="-148189"/>
              <a:ext cx="79087" cy="529240"/>
            </a:xfrm>
            <a:custGeom>
              <a:avLst/>
              <a:gdLst/>
              <a:ahLst/>
              <a:cxnLst/>
              <a:rect l="l" t="t" r="r" b="b"/>
              <a:pathLst>
                <a:path w="2418" h="16181" extrusionOk="0">
                  <a:moveTo>
                    <a:pt x="1132" y="0"/>
                  </a:moveTo>
                  <a:cubicBezTo>
                    <a:pt x="1037" y="0"/>
                    <a:pt x="953" y="24"/>
                    <a:pt x="870" y="48"/>
                  </a:cubicBezTo>
                  <a:cubicBezTo>
                    <a:pt x="823" y="60"/>
                    <a:pt x="775" y="71"/>
                    <a:pt x="739" y="83"/>
                  </a:cubicBezTo>
                  <a:cubicBezTo>
                    <a:pt x="703" y="107"/>
                    <a:pt x="668" y="119"/>
                    <a:pt x="644" y="131"/>
                  </a:cubicBezTo>
                  <a:cubicBezTo>
                    <a:pt x="608" y="155"/>
                    <a:pt x="584" y="167"/>
                    <a:pt x="561" y="179"/>
                  </a:cubicBezTo>
                  <a:cubicBezTo>
                    <a:pt x="537" y="202"/>
                    <a:pt x="513" y="214"/>
                    <a:pt x="489" y="226"/>
                  </a:cubicBezTo>
                  <a:cubicBezTo>
                    <a:pt x="465" y="238"/>
                    <a:pt x="442" y="262"/>
                    <a:pt x="430" y="274"/>
                  </a:cubicBezTo>
                  <a:lnTo>
                    <a:pt x="370" y="322"/>
                  </a:lnTo>
                  <a:lnTo>
                    <a:pt x="322" y="369"/>
                  </a:lnTo>
                  <a:cubicBezTo>
                    <a:pt x="311" y="381"/>
                    <a:pt x="299" y="393"/>
                    <a:pt x="287" y="417"/>
                  </a:cubicBezTo>
                  <a:lnTo>
                    <a:pt x="239" y="464"/>
                  </a:lnTo>
                  <a:lnTo>
                    <a:pt x="215" y="512"/>
                  </a:lnTo>
                  <a:lnTo>
                    <a:pt x="180" y="560"/>
                  </a:lnTo>
                  <a:cubicBezTo>
                    <a:pt x="168" y="572"/>
                    <a:pt x="156" y="583"/>
                    <a:pt x="144" y="607"/>
                  </a:cubicBezTo>
                  <a:cubicBezTo>
                    <a:pt x="144" y="619"/>
                    <a:pt x="132" y="631"/>
                    <a:pt x="120" y="655"/>
                  </a:cubicBezTo>
                  <a:lnTo>
                    <a:pt x="96" y="703"/>
                  </a:lnTo>
                  <a:lnTo>
                    <a:pt x="72" y="750"/>
                  </a:lnTo>
                  <a:cubicBezTo>
                    <a:pt x="72" y="762"/>
                    <a:pt x="61" y="774"/>
                    <a:pt x="61" y="786"/>
                  </a:cubicBezTo>
                  <a:lnTo>
                    <a:pt x="37" y="833"/>
                  </a:lnTo>
                  <a:lnTo>
                    <a:pt x="25" y="881"/>
                  </a:lnTo>
                  <a:lnTo>
                    <a:pt x="13" y="929"/>
                  </a:lnTo>
                  <a:cubicBezTo>
                    <a:pt x="13" y="953"/>
                    <a:pt x="13" y="964"/>
                    <a:pt x="1" y="976"/>
                  </a:cubicBezTo>
                  <a:cubicBezTo>
                    <a:pt x="1" y="1000"/>
                    <a:pt x="1" y="1012"/>
                    <a:pt x="1" y="1024"/>
                  </a:cubicBezTo>
                  <a:cubicBezTo>
                    <a:pt x="1" y="1048"/>
                    <a:pt x="1" y="1060"/>
                    <a:pt x="1" y="1072"/>
                  </a:cubicBezTo>
                  <a:lnTo>
                    <a:pt x="1" y="1119"/>
                  </a:lnTo>
                  <a:lnTo>
                    <a:pt x="1" y="1167"/>
                  </a:lnTo>
                  <a:lnTo>
                    <a:pt x="1" y="1214"/>
                  </a:lnTo>
                  <a:lnTo>
                    <a:pt x="1" y="14954"/>
                  </a:lnTo>
                  <a:lnTo>
                    <a:pt x="1" y="14990"/>
                  </a:lnTo>
                  <a:lnTo>
                    <a:pt x="1" y="15050"/>
                  </a:lnTo>
                  <a:lnTo>
                    <a:pt x="1" y="15097"/>
                  </a:lnTo>
                  <a:cubicBezTo>
                    <a:pt x="1" y="15109"/>
                    <a:pt x="1" y="15121"/>
                    <a:pt x="1" y="15145"/>
                  </a:cubicBezTo>
                  <a:cubicBezTo>
                    <a:pt x="13" y="15157"/>
                    <a:pt x="1" y="15169"/>
                    <a:pt x="1" y="15192"/>
                  </a:cubicBezTo>
                  <a:cubicBezTo>
                    <a:pt x="1" y="15204"/>
                    <a:pt x="1" y="15216"/>
                    <a:pt x="13" y="15240"/>
                  </a:cubicBezTo>
                  <a:cubicBezTo>
                    <a:pt x="25" y="15252"/>
                    <a:pt x="13" y="15276"/>
                    <a:pt x="25" y="15288"/>
                  </a:cubicBezTo>
                  <a:cubicBezTo>
                    <a:pt x="37" y="15300"/>
                    <a:pt x="37" y="15323"/>
                    <a:pt x="49" y="15335"/>
                  </a:cubicBezTo>
                  <a:cubicBezTo>
                    <a:pt x="49" y="15347"/>
                    <a:pt x="49" y="15371"/>
                    <a:pt x="61" y="15383"/>
                  </a:cubicBezTo>
                  <a:cubicBezTo>
                    <a:pt x="61" y="15407"/>
                    <a:pt x="72" y="15419"/>
                    <a:pt x="84" y="15431"/>
                  </a:cubicBezTo>
                  <a:cubicBezTo>
                    <a:pt x="84" y="15454"/>
                    <a:pt x="96" y="15466"/>
                    <a:pt x="96" y="15478"/>
                  </a:cubicBezTo>
                  <a:cubicBezTo>
                    <a:pt x="108" y="15502"/>
                    <a:pt x="120" y="15514"/>
                    <a:pt x="120" y="15526"/>
                  </a:cubicBezTo>
                  <a:cubicBezTo>
                    <a:pt x="168" y="15597"/>
                    <a:pt x="144" y="15573"/>
                    <a:pt x="180" y="15633"/>
                  </a:cubicBezTo>
                  <a:cubicBezTo>
                    <a:pt x="191" y="15645"/>
                    <a:pt x="203" y="15669"/>
                    <a:pt x="215" y="15681"/>
                  </a:cubicBezTo>
                  <a:lnTo>
                    <a:pt x="251" y="15728"/>
                  </a:lnTo>
                  <a:lnTo>
                    <a:pt x="299" y="15776"/>
                  </a:lnTo>
                  <a:lnTo>
                    <a:pt x="346" y="15823"/>
                  </a:lnTo>
                  <a:lnTo>
                    <a:pt x="394" y="15871"/>
                  </a:lnTo>
                  <a:cubicBezTo>
                    <a:pt x="418" y="15895"/>
                    <a:pt x="442" y="15907"/>
                    <a:pt x="453" y="15931"/>
                  </a:cubicBezTo>
                  <a:lnTo>
                    <a:pt x="525" y="15978"/>
                  </a:lnTo>
                  <a:cubicBezTo>
                    <a:pt x="584" y="16014"/>
                    <a:pt x="644" y="16050"/>
                    <a:pt x="715" y="16073"/>
                  </a:cubicBezTo>
                  <a:cubicBezTo>
                    <a:pt x="751" y="16097"/>
                    <a:pt x="799" y="16109"/>
                    <a:pt x="846" y="16121"/>
                  </a:cubicBezTo>
                  <a:cubicBezTo>
                    <a:pt x="953" y="16157"/>
                    <a:pt x="1073" y="16181"/>
                    <a:pt x="1192" y="16181"/>
                  </a:cubicBezTo>
                  <a:lnTo>
                    <a:pt x="1204" y="16181"/>
                  </a:lnTo>
                  <a:cubicBezTo>
                    <a:pt x="1311" y="16181"/>
                    <a:pt x="1418" y="16169"/>
                    <a:pt x="1525" y="16133"/>
                  </a:cubicBezTo>
                  <a:cubicBezTo>
                    <a:pt x="1573" y="16121"/>
                    <a:pt x="1620" y="16109"/>
                    <a:pt x="1668" y="16085"/>
                  </a:cubicBezTo>
                  <a:cubicBezTo>
                    <a:pt x="1704" y="16073"/>
                    <a:pt x="1739" y="16062"/>
                    <a:pt x="1763" y="16038"/>
                  </a:cubicBezTo>
                  <a:lnTo>
                    <a:pt x="1846" y="15990"/>
                  </a:lnTo>
                  <a:lnTo>
                    <a:pt x="1918" y="15942"/>
                  </a:lnTo>
                  <a:cubicBezTo>
                    <a:pt x="1942" y="15931"/>
                    <a:pt x="1966" y="15919"/>
                    <a:pt x="1989" y="15907"/>
                  </a:cubicBezTo>
                  <a:lnTo>
                    <a:pt x="2037" y="15859"/>
                  </a:lnTo>
                  <a:cubicBezTo>
                    <a:pt x="2049" y="15835"/>
                    <a:pt x="2073" y="15823"/>
                    <a:pt x="2085" y="15812"/>
                  </a:cubicBezTo>
                  <a:lnTo>
                    <a:pt x="2132" y="15752"/>
                  </a:lnTo>
                  <a:cubicBezTo>
                    <a:pt x="2144" y="15740"/>
                    <a:pt x="2156" y="15728"/>
                    <a:pt x="2168" y="15704"/>
                  </a:cubicBezTo>
                  <a:cubicBezTo>
                    <a:pt x="2180" y="15692"/>
                    <a:pt x="2192" y="15681"/>
                    <a:pt x="2204" y="15657"/>
                  </a:cubicBezTo>
                  <a:cubicBezTo>
                    <a:pt x="2216" y="15645"/>
                    <a:pt x="2227" y="15633"/>
                    <a:pt x="2239" y="15609"/>
                  </a:cubicBezTo>
                  <a:lnTo>
                    <a:pt x="2263" y="15561"/>
                  </a:lnTo>
                  <a:lnTo>
                    <a:pt x="2287" y="15514"/>
                  </a:lnTo>
                  <a:cubicBezTo>
                    <a:pt x="2299" y="15502"/>
                    <a:pt x="2311" y="15478"/>
                    <a:pt x="2311" y="15466"/>
                  </a:cubicBezTo>
                  <a:cubicBezTo>
                    <a:pt x="2323" y="15454"/>
                    <a:pt x="2335" y="15431"/>
                    <a:pt x="2335" y="15419"/>
                  </a:cubicBezTo>
                  <a:cubicBezTo>
                    <a:pt x="2347" y="15407"/>
                    <a:pt x="2347" y="15383"/>
                    <a:pt x="2358" y="15371"/>
                  </a:cubicBezTo>
                  <a:cubicBezTo>
                    <a:pt x="2358" y="15359"/>
                    <a:pt x="2370" y="15335"/>
                    <a:pt x="2370" y="15323"/>
                  </a:cubicBezTo>
                  <a:cubicBezTo>
                    <a:pt x="2382" y="15311"/>
                    <a:pt x="2382" y="15288"/>
                    <a:pt x="2382" y="15276"/>
                  </a:cubicBezTo>
                  <a:lnTo>
                    <a:pt x="2394" y="15228"/>
                  </a:lnTo>
                  <a:lnTo>
                    <a:pt x="2406" y="15180"/>
                  </a:lnTo>
                  <a:cubicBezTo>
                    <a:pt x="2406" y="15157"/>
                    <a:pt x="2418" y="15145"/>
                    <a:pt x="2418" y="15133"/>
                  </a:cubicBezTo>
                  <a:lnTo>
                    <a:pt x="2418" y="15085"/>
                  </a:lnTo>
                  <a:lnTo>
                    <a:pt x="2418" y="15026"/>
                  </a:lnTo>
                  <a:lnTo>
                    <a:pt x="2418" y="14978"/>
                  </a:lnTo>
                  <a:lnTo>
                    <a:pt x="2418" y="14954"/>
                  </a:lnTo>
                  <a:lnTo>
                    <a:pt x="2418" y="1214"/>
                  </a:lnTo>
                  <a:lnTo>
                    <a:pt x="2406" y="1214"/>
                  </a:lnTo>
                  <a:lnTo>
                    <a:pt x="2406" y="1167"/>
                  </a:lnTo>
                  <a:lnTo>
                    <a:pt x="2406" y="1119"/>
                  </a:lnTo>
                  <a:lnTo>
                    <a:pt x="2406" y="1072"/>
                  </a:lnTo>
                  <a:cubicBezTo>
                    <a:pt x="2406" y="1060"/>
                    <a:pt x="2406" y="1036"/>
                    <a:pt x="2406" y="1024"/>
                  </a:cubicBezTo>
                  <a:lnTo>
                    <a:pt x="2406" y="976"/>
                  </a:lnTo>
                  <a:cubicBezTo>
                    <a:pt x="2406" y="964"/>
                    <a:pt x="2394" y="941"/>
                    <a:pt x="2394" y="929"/>
                  </a:cubicBezTo>
                  <a:cubicBezTo>
                    <a:pt x="2382" y="917"/>
                    <a:pt x="2382" y="893"/>
                    <a:pt x="2370" y="881"/>
                  </a:cubicBezTo>
                  <a:cubicBezTo>
                    <a:pt x="2370" y="869"/>
                    <a:pt x="2370" y="845"/>
                    <a:pt x="2358" y="833"/>
                  </a:cubicBezTo>
                  <a:lnTo>
                    <a:pt x="2347" y="786"/>
                  </a:lnTo>
                  <a:lnTo>
                    <a:pt x="2323" y="738"/>
                  </a:lnTo>
                  <a:cubicBezTo>
                    <a:pt x="2323" y="714"/>
                    <a:pt x="2311" y="703"/>
                    <a:pt x="2299" y="691"/>
                  </a:cubicBezTo>
                  <a:cubicBezTo>
                    <a:pt x="2299" y="667"/>
                    <a:pt x="2287" y="655"/>
                    <a:pt x="2275" y="643"/>
                  </a:cubicBezTo>
                  <a:lnTo>
                    <a:pt x="2251" y="595"/>
                  </a:lnTo>
                  <a:lnTo>
                    <a:pt x="2216" y="548"/>
                  </a:lnTo>
                  <a:cubicBezTo>
                    <a:pt x="2204" y="524"/>
                    <a:pt x="2192" y="512"/>
                    <a:pt x="2180" y="500"/>
                  </a:cubicBezTo>
                  <a:cubicBezTo>
                    <a:pt x="2168" y="476"/>
                    <a:pt x="2156" y="464"/>
                    <a:pt x="2144" y="452"/>
                  </a:cubicBezTo>
                  <a:lnTo>
                    <a:pt x="2108" y="393"/>
                  </a:lnTo>
                  <a:lnTo>
                    <a:pt x="2061" y="345"/>
                  </a:lnTo>
                  <a:lnTo>
                    <a:pt x="2001" y="298"/>
                  </a:lnTo>
                  <a:cubicBezTo>
                    <a:pt x="1989" y="286"/>
                    <a:pt x="1966" y="274"/>
                    <a:pt x="1942" y="250"/>
                  </a:cubicBezTo>
                  <a:lnTo>
                    <a:pt x="1882" y="202"/>
                  </a:lnTo>
                  <a:lnTo>
                    <a:pt x="1799" y="155"/>
                  </a:lnTo>
                  <a:cubicBezTo>
                    <a:pt x="1763" y="143"/>
                    <a:pt x="1739" y="119"/>
                    <a:pt x="1704" y="107"/>
                  </a:cubicBezTo>
                  <a:cubicBezTo>
                    <a:pt x="1668" y="95"/>
                    <a:pt x="1620" y="71"/>
                    <a:pt x="1573" y="60"/>
                  </a:cubicBezTo>
                  <a:cubicBezTo>
                    <a:pt x="1501" y="36"/>
                    <a:pt x="1418" y="12"/>
                    <a:pt x="1334" y="12"/>
                  </a:cubicBezTo>
                  <a:cubicBezTo>
                    <a:pt x="1287" y="0"/>
                    <a:pt x="1251" y="0"/>
                    <a:pt x="120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4" name="Google Shape;1064;p13"/>
            <p:cNvSpPr/>
            <p:nvPr/>
          </p:nvSpPr>
          <p:spPr>
            <a:xfrm>
              <a:off x="4059511" y="-169612"/>
              <a:ext cx="142572" cy="125041"/>
            </a:xfrm>
            <a:custGeom>
              <a:avLst/>
              <a:gdLst/>
              <a:ahLst/>
              <a:cxnLst/>
              <a:rect l="l" t="t" r="r" b="b"/>
              <a:pathLst>
                <a:path w="4359" h="3823" extrusionOk="0">
                  <a:moveTo>
                    <a:pt x="1131" y="0"/>
                  </a:moveTo>
                  <a:cubicBezTo>
                    <a:pt x="512" y="0"/>
                    <a:pt x="0" y="512"/>
                    <a:pt x="0" y="1131"/>
                  </a:cubicBezTo>
                  <a:lnTo>
                    <a:pt x="0" y="2679"/>
                  </a:lnTo>
                  <a:cubicBezTo>
                    <a:pt x="0" y="3310"/>
                    <a:pt x="512" y="3810"/>
                    <a:pt x="1131" y="3822"/>
                  </a:cubicBezTo>
                  <a:lnTo>
                    <a:pt x="3215" y="3822"/>
                  </a:lnTo>
                  <a:cubicBezTo>
                    <a:pt x="3846" y="3810"/>
                    <a:pt x="4358" y="3310"/>
                    <a:pt x="4358" y="2679"/>
                  </a:cubicBezTo>
                  <a:lnTo>
                    <a:pt x="4358" y="1131"/>
                  </a:lnTo>
                  <a:cubicBezTo>
                    <a:pt x="4358" y="512"/>
                    <a:pt x="3846" y="0"/>
                    <a:pt x="3215" y="0"/>
                  </a:cubicBezTo>
                  <a:close/>
                </a:path>
              </a:pathLst>
            </a:custGeom>
            <a:solidFill>
              <a:srgbClr val="821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5" name="Google Shape;1065;p13"/>
            <p:cNvSpPr/>
            <p:nvPr/>
          </p:nvSpPr>
          <p:spPr>
            <a:xfrm>
              <a:off x="4059511" y="277825"/>
              <a:ext cx="142572" cy="124648"/>
            </a:xfrm>
            <a:custGeom>
              <a:avLst/>
              <a:gdLst/>
              <a:ahLst/>
              <a:cxnLst/>
              <a:rect l="l" t="t" r="r" b="b"/>
              <a:pathLst>
                <a:path w="4359" h="3811" extrusionOk="0">
                  <a:moveTo>
                    <a:pt x="1131" y="0"/>
                  </a:moveTo>
                  <a:cubicBezTo>
                    <a:pt x="512" y="0"/>
                    <a:pt x="0" y="512"/>
                    <a:pt x="0" y="1132"/>
                  </a:cubicBezTo>
                  <a:lnTo>
                    <a:pt x="0" y="2679"/>
                  </a:lnTo>
                  <a:cubicBezTo>
                    <a:pt x="0" y="3310"/>
                    <a:pt x="512" y="3810"/>
                    <a:pt x="1131" y="3810"/>
                  </a:cubicBezTo>
                  <a:lnTo>
                    <a:pt x="3215" y="3810"/>
                  </a:lnTo>
                  <a:cubicBezTo>
                    <a:pt x="3846" y="3810"/>
                    <a:pt x="4358" y="3310"/>
                    <a:pt x="4358" y="2679"/>
                  </a:cubicBezTo>
                  <a:lnTo>
                    <a:pt x="4358" y="1132"/>
                  </a:lnTo>
                  <a:cubicBezTo>
                    <a:pt x="4358" y="512"/>
                    <a:pt x="3846" y="0"/>
                    <a:pt x="3215" y="0"/>
                  </a:cubicBezTo>
                  <a:close/>
                </a:path>
              </a:pathLst>
            </a:custGeom>
            <a:solidFill>
              <a:srgbClr val="821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6" name="Google Shape;1066;p13"/>
            <p:cNvSpPr/>
            <p:nvPr/>
          </p:nvSpPr>
          <p:spPr>
            <a:xfrm>
              <a:off x="4082079" y="-148189"/>
              <a:ext cx="80264" cy="529240"/>
            </a:xfrm>
            <a:custGeom>
              <a:avLst/>
              <a:gdLst/>
              <a:ahLst/>
              <a:cxnLst/>
              <a:rect l="l" t="t" r="r" b="b"/>
              <a:pathLst>
                <a:path w="2454" h="16181" extrusionOk="0">
                  <a:moveTo>
                    <a:pt x="1227" y="0"/>
                  </a:moveTo>
                  <a:cubicBezTo>
                    <a:pt x="930" y="0"/>
                    <a:pt x="632" y="119"/>
                    <a:pt x="418" y="310"/>
                  </a:cubicBezTo>
                  <a:lnTo>
                    <a:pt x="394" y="333"/>
                  </a:lnTo>
                  <a:cubicBezTo>
                    <a:pt x="358" y="369"/>
                    <a:pt x="334" y="393"/>
                    <a:pt x="299" y="429"/>
                  </a:cubicBezTo>
                  <a:cubicBezTo>
                    <a:pt x="275" y="452"/>
                    <a:pt x="263" y="476"/>
                    <a:pt x="251" y="500"/>
                  </a:cubicBezTo>
                  <a:cubicBezTo>
                    <a:pt x="227" y="524"/>
                    <a:pt x="203" y="560"/>
                    <a:pt x="180" y="595"/>
                  </a:cubicBezTo>
                  <a:cubicBezTo>
                    <a:pt x="156" y="631"/>
                    <a:pt x="144" y="655"/>
                    <a:pt x="132" y="691"/>
                  </a:cubicBezTo>
                  <a:cubicBezTo>
                    <a:pt x="108" y="726"/>
                    <a:pt x="96" y="750"/>
                    <a:pt x="84" y="786"/>
                  </a:cubicBezTo>
                  <a:cubicBezTo>
                    <a:pt x="72" y="833"/>
                    <a:pt x="60" y="869"/>
                    <a:pt x="49" y="917"/>
                  </a:cubicBezTo>
                  <a:cubicBezTo>
                    <a:pt x="49" y="941"/>
                    <a:pt x="37" y="964"/>
                    <a:pt x="25" y="1000"/>
                  </a:cubicBezTo>
                  <a:cubicBezTo>
                    <a:pt x="13" y="1072"/>
                    <a:pt x="1" y="1143"/>
                    <a:pt x="1" y="1226"/>
                  </a:cubicBezTo>
                  <a:lnTo>
                    <a:pt x="1" y="14954"/>
                  </a:lnTo>
                  <a:cubicBezTo>
                    <a:pt x="1" y="15633"/>
                    <a:pt x="549" y="16181"/>
                    <a:pt x="1227" y="16181"/>
                  </a:cubicBezTo>
                  <a:cubicBezTo>
                    <a:pt x="1311" y="16181"/>
                    <a:pt x="1394" y="16169"/>
                    <a:pt x="1477" y="16157"/>
                  </a:cubicBezTo>
                  <a:lnTo>
                    <a:pt x="1525" y="16145"/>
                  </a:lnTo>
                  <a:cubicBezTo>
                    <a:pt x="1584" y="16121"/>
                    <a:pt x="1656" y="16097"/>
                    <a:pt x="1727" y="16073"/>
                  </a:cubicBezTo>
                  <a:lnTo>
                    <a:pt x="1739" y="16073"/>
                  </a:lnTo>
                  <a:cubicBezTo>
                    <a:pt x="1882" y="16002"/>
                    <a:pt x="2013" y="15907"/>
                    <a:pt x="2120" y="15788"/>
                  </a:cubicBezTo>
                  <a:cubicBezTo>
                    <a:pt x="2335" y="15561"/>
                    <a:pt x="2454" y="15276"/>
                    <a:pt x="2454" y="14966"/>
                  </a:cubicBezTo>
                  <a:lnTo>
                    <a:pt x="2454" y="1226"/>
                  </a:lnTo>
                  <a:cubicBezTo>
                    <a:pt x="2454" y="548"/>
                    <a:pt x="1906" y="0"/>
                    <a:pt x="1227" y="0"/>
                  </a:cubicBezTo>
                  <a:close/>
                </a:path>
              </a:pathLst>
            </a:custGeom>
            <a:solidFill>
              <a:srgbClr val="272425">
                <a:alpha val="200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7" name="Google Shape;1067;p13"/>
            <p:cNvSpPr/>
            <p:nvPr/>
          </p:nvSpPr>
          <p:spPr>
            <a:xfrm>
              <a:off x="4093003" y="-148189"/>
              <a:ext cx="79872" cy="529240"/>
            </a:xfrm>
            <a:custGeom>
              <a:avLst/>
              <a:gdLst/>
              <a:ahLst/>
              <a:cxnLst/>
              <a:rect l="l" t="t" r="r" b="b"/>
              <a:pathLst>
                <a:path w="2442" h="16181" extrusionOk="0">
                  <a:moveTo>
                    <a:pt x="1143" y="0"/>
                  </a:moveTo>
                  <a:cubicBezTo>
                    <a:pt x="1048" y="0"/>
                    <a:pt x="965" y="24"/>
                    <a:pt x="881" y="48"/>
                  </a:cubicBezTo>
                  <a:cubicBezTo>
                    <a:pt x="834" y="60"/>
                    <a:pt x="798" y="71"/>
                    <a:pt x="750" y="83"/>
                  </a:cubicBezTo>
                  <a:cubicBezTo>
                    <a:pt x="715" y="107"/>
                    <a:pt x="679" y="119"/>
                    <a:pt x="655" y="131"/>
                  </a:cubicBezTo>
                  <a:cubicBezTo>
                    <a:pt x="619" y="155"/>
                    <a:pt x="596" y="167"/>
                    <a:pt x="572" y="179"/>
                  </a:cubicBezTo>
                  <a:cubicBezTo>
                    <a:pt x="548" y="202"/>
                    <a:pt x="524" y="214"/>
                    <a:pt x="500" y="226"/>
                  </a:cubicBezTo>
                  <a:lnTo>
                    <a:pt x="441" y="274"/>
                  </a:lnTo>
                  <a:lnTo>
                    <a:pt x="393" y="322"/>
                  </a:lnTo>
                  <a:cubicBezTo>
                    <a:pt x="369" y="333"/>
                    <a:pt x="358" y="357"/>
                    <a:pt x="346" y="369"/>
                  </a:cubicBezTo>
                  <a:cubicBezTo>
                    <a:pt x="322" y="381"/>
                    <a:pt x="310" y="393"/>
                    <a:pt x="298" y="417"/>
                  </a:cubicBezTo>
                  <a:cubicBezTo>
                    <a:pt x="286" y="429"/>
                    <a:pt x="274" y="441"/>
                    <a:pt x="262" y="464"/>
                  </a:cubicBezTo>
                  <a:cubicBezTo>
                    <a:pt x="250" y="476"/>
                    <a:pt x="238" y="488"/>
                    <a:pt x="227" y="512"/>
                  </a:cubicBezTo>
                  <a:lnTo>
                    <a:pt x="191" y="560"/>
                  </a:lnTo>
                  <a:lnTo>
                    <a:pt x="167" y="607"/>
                  </a:lnTo>
                  <a:lnTo>
                    <a:pt x="131" y="655"/>
                  </a:lnTo>
                  <a:lnTo>
                    <a:pt x="107" y="703"/>
                  </a:lnTo>
                  <a:cubicBezTo>
                    <a:pt x="107" y="714"/>
                    <a:pt x="96" y="726"/>
                    <a:pt x="96" y="750"/>
                  </a:cubicBezTo>
                  <a:cubicBezTo>
                    <a:pt x="84" y="762"/>
                    <a:pt x="84" y="774"/>
                    <a:pt x="72" y="786"/>
                  </a:cubicBezTo>
                  <a:lnTo>
                    <a:pt x="60" y="833"/>
                  </a:lnTo>
                  <a:lnTo>
                    <a:pt x="36" y="881"/>
                  </a:lnTo>
                  <a:cubicBezTo>
                    <a:pt x="36" y="905"/>
                    <a:pt x="36" y="917"/>
                    <a:pt x="24" y="929"/>
                  </a:cubicBezTo>
                  <a:cubicBezTo>
                    <a:pt x="24" y="953"/>
                    <a:pt x="24" y="964"/>
                    <a:pt x="12" y="976"/>
                  </a:cubicBezTo>
                  <a:cubicBezTo>
                    <a:pt x="12" y="1000"/>
                    <a:pt x="12" y="1012"/>
                    <a:pt x="12" y="1024"/>
                  </a:cubicBezTo>
                  <a:cubicBezTo>
                    <a:pt x="0" y="1048"/>
                    <a:pt x="12" y="1060"/>
                    <a:pt x="12" y="1072"/>
                  </a:cubicBezTo>
                  <a:lnTo>
                    <a:pt x="12" y="1119"/>
                  </a:lnTo>
                  <a:lnTo>
                    <a:pt x="12" y="1167"/>
                  </a:lnTo>
                  <a:lnTo>
                    <a:pt x="12" y="1214"/>
                  </a:lnTo>
                  <a:lnTo>
                    <a:pt x="12" y="14954"/>
                  </a:lnTo>
                  <a:cubicBezTo>
                    <a:pt x="12" y="14966"/>
                    <a:pt x="12" y="14978"/>
                    <a:pt x="12" y="14990"/>
                  </a:cubicBezTo>
                  <a:lnTo>
                    <a:pt x="12" y="15050"/>
                  </a:lnTo>
                  <a:cubicBezTo>
                    <a:pt x="12" y="15061"/>
                    <a:pt x="12" y="15073"/>
                    <a:pt x="12" y="15097"/>
                  </a:cubicBezTo>
                  <a:cubicBezTo>
                    <a:pt x="12" y="15109"/>
                    <a:pt x="12" y="15121"/>
                    <a:pt x="12" y="15145"/>
                  </a:cubicBezTo>
                  <a:cubicBezTo>
                    <a:pt x="12" y="15157"/>
                    <a:pt x="12" y="15169"/>
                    <a:pt x="12" y="15192"/>
                  </a:cubicBezTo>
                  <a:cubicBezTo>
                    <a:pt x="12" y="15204"/>
                    <a:pt x="12" y="15216"/>
                    <a:pt x="24" y="15240"/>
                  </a:cubicBezTo>
                  <a:cubicBezTo>
                    <a:pt x="36" y="15252"/>
                    <a:pt x="36" y="15276"/>
                    <a:pt x="36" y="15288"/>
                  </a:cubicBezTo>
                  <a:cubicBezTo>
                    <a:pt x="48" y="15300"/>
                    <a:pt x="48" y="15323"/>
                    <a:pt x="60" y="15335"/>
                  </a:cubicBezTo>
                  <a:lnTo>
                    <a:pt x="72" y="15383"/>
                  </a:lnTo>
                  <a:cubicBezTo>
                    <a:pt x="72" y="15407"/>
                    <a:pt x="84" y="15419"/>
                    <a:pt x="96" y="15431"/>
                  </a:cubicBezTo>
                  <a:cubicBezTo>
                    <a:pt x="96" y="15454"/>
                    <a:pt x="107" y="15466"/>
                    <a:pt x="119" y="15478"/>
                  </a:cubicBezTo>
                  <a:cubicBezTo>
                    <a:pt x="119" y="15502"/>
                    <a:pt x="131" y="15514"/>
                    <a:pt x="143" y="15526"/>
                  </a:cubicBezTo>
                  <a:cubicBezTo>
                    <a:pt x="143" y="15550"/>
                    <a:pt x="155" y="15561"/>
                    <a:pt x="167" y="15585"/>
                  </a:cubicBezTo>
                  <a:cubicBezTo>
                    <a:pt x="179" y="15597"/>
                    <a:pt x="191" y="15609"/>
                    <a:pt x="191" y="15633"/>
                  </a:cubicBezTo>
                  <a:lnTo>
                    <a:pt x="227" y="15681"/>
                  </a:lnTo>
                  <a:lnTo>
                    <a:pt x="262" y="15728"/>
                  </a:lnTo>
                  <a:lnTo>
                    <a:pt x="310" y="15776"/>
                  </a:lnTo>
                  <a:lnTo>
                    <a:pt x="358" y="15823"/>
                  </a:lnTo>
                  <a:lnTo>
                    <a:pt x="417" y="15871"/>
                  </a:lnTo>
                  <a:cubicBezTo>
                    <a:pt x="429" y="15895"/>
                    <a:pt x="453" y="15907"/>
                    <a:pt x="477" y="15931"/>
                  </a:cubicBezTo>
                  <a:cubicBezTo>
                    <a:pt x="500" y="15942"/>
                    <a:pt x="512" y="15954"/>
                    <a:pt x="536" y="15978"/>
                  </a:cubicBezTo>
                  <a:cubicBezTo>
                    <a:pt x="596" y="16014"/>
                    <a:pt x="655" y="16050"/>
                    <a:pt x="727" y="16073"/>
                  </a:cubicBezTo>
                  <a:cubicBezTo>
                    <a:pt x="762" y="16097"/>
                    <a:pt x="810" y="16109"/>
                    <a:pt x="858" y="16121"/>
                  </a:cubicBezTo>
                  <a:cubicBezTo>
                    <a:pt x="965" y="16157"/>
                    <a:pt x="1084" y="16181"/>
                    <a:pt x="1215" y="16181"/>
                  </a:cubicBezTo>
                  <a:lnTo>
                    <a:pt x="1227" y="16181"/>
                  </a:lnTo>
                  <a:cubicBezTo>
                    <a:pt x="1334" y="16181"/>
                    <a:pt x="1441" y="16169"/>
                    <a:pt x="1536" y="16133"/>
                  </a:cubicBezTo>
                  <a:cubicBezTo>
                    <a:pt x="1584" y="16121"/>
                    <a:pt x="1631" y="16109"/>
                    <a:pt x="1679" y="16085"/>
                  </a:cubicBezTo>
                  <a:cubicBezTo>
                    <a:pt x="1715" y="16073"/>
                    <a:pt x="1751" y="16062"/>
                    <a:pt x="1786" y="16038"/>
                  </a:cubicBezTo>
                  <a:cubicBezTo>
                    <a:pt x="1810" y="16026"/>
                    <a:pt x="1834" y="16014"/>
                    <a:pt x="1858" y="15990"/>
                  </a:cubicBezTo>
                  <a:lnTo>
                    <a:pt x="1929" y="15942"/>
                  </a:lnTo>
                  <a:cubicBezTo>
                    <a:pt x="1953" y="15931"/>
                    <a:pt x="1977" y="15919"/>
                    <a:pt x="2001" y="15907"/>
                  </a:cubicBezTo>
                  <a:cubicBezTo>
                    <a:pt x="2012" y="15883"/>
                    <a:pt x="2036" y="15871"/>
                    <a:pt x="2048" y="15859"/>
                  </a:cubicBezTo>
                  <a:lnTo>
                    <a:pt x="2096" y="15812"/>
                  </a:lnTo>
                  <a:lnTo>
                    <a:pt x="2143" y="15752"/>
                  </a:lnTo>
                  <a:cubicBezTo>
                    <a:pt x="2155" y="15740"/>
                    <a:pt x="2167" y="15728"/>
                    <a:pt x="2179" y="15704"/>
                  </a:cubicBezTo>
                  <a:lnTo>
                    <a:pt x="2215" y="15657"/>
                  </a:lnTo>
                  <a:lnTo>
                    <a:pt x="2251" y="15609"/>
                  </a:lnTo>
                  <a:lnTo>
                    <a:pt x="2274" y="15561"/>
                  </a:lnTo>
                  <a:cubicBezTo>
                    <a:pt x="2286" y="15550"/>
                    <a:pt x="2298" y="15538"/>
                    <a:pt x="2310" y="15514"/>
                  </a:cubicBezTo>
                  <a:cubicBezTo>
                    <a:pt x="2310" y="15502"/>
                    <a:pt x="2322" y="15478"/>
                    <a:pt x="2334" y="15466"/>
                  </a:cubicBezTo>
                  <a:cubicBezTo>
                    <a:pt x="2334" y="15454"/>
                    <a:pt x="2346" y="15431"/>
                    <a:pt x="2346" y="15419"/>
                  </a:cubicBezTo>
                  <a:cubicBezTo>
                    <a:pt x="2358" y="15407"/>
                    <a:pt x="2358" y="15383"/>
                    <a:pt x="2370" y="15371"/>
                  </a:cubicBezTo>
                  <a:cubicBezTo>
                    <a:pt x="2370" y="15359"/>
                    <a:pt x="2382" y="15335"/>
                    <a:pt x="2382" y="15323"/>
                  </a:cubicBezTo>
                  <a:cubicBezTo>
                    <a:pt x="2393" y="15311"/>
                    <a:pt x="2393" y="15288"/>
                    <a:pt x="2393" y="15276"/>
                  </a:cubicBezTo>
                  <a:cubicBezTo>
                    <a:pt x="2405" y="15264"/>
                    <a:pt x="2405" y="15240"/>
                    <a:pt x="2405" y="15228"/>
                  </a:cubicBezTo>
                  <a:cubicBezTo>
                    <a:pt x="2417" y="15204"/>
                    <a:pt x="2417" y="15192"/>
                    <a:pt x="2417" y="15180"/>
                  </a:cubicBezTo>
                  <a:cubicBezTo>
                    <a:pt x="2429" y="15157"/>
                    <a:pt x="2417" y="15145"/>
                    <a:pt x="2417" y="15133"/>
                  </a:cubicBezTo>
                  <a:lnTo>
                    <a:pt x="2417" y="15085"/>
                  </a:lnTo>
                  <a:lnTo>
                    <a:pt x="2417" y="15026"/>
                  </a:lnTo>
                  <a:lnTo>
                    <a:pt x="2417" y="14978"/>
                  </a:lnTo>
                  <a:lnTo>
                    <a:pt x="2417" y="1214"/>
                  </a:lnTo>
                  <a:lnTo>
                    <a:pt x="2441" y="1214"/>
                  </a:lnTo>
                  <a:lnTo>
                    <a:pt x="2441" y="1167"/>
                  </a:lnTo>
                  <a:lnTo>
                    <a:pt x="2441" y="1119"/>
                  </a:lnTo>
                  <a:cubicBezTo>
                    <a:pt x="2441" y="1107"/>
                    <a:pt x="2441" y="1084"/>
                    <a:pt x="2441" y="1072"/>
                  </a:cubicBezTo>
                  <a:cubicBezTo>
                    <a:pt x="2441" y="1060"/>
                    <a:pt x="2441" y="1036"/>
                    <a:pt x="2441" y="1024"/>
                  </a:cubicBezTo>
                  <a:cubicBezTo>
                    <a:pt x="2441" y="1012"/>
                    <a:pt x="2441" y="988"/>
                    <a:pt x="2441" y="976"/>
                  </a:cubicBezTo>
                  <a:cubicBezTo>
                    <a:pt x="2441" y="964"/>
                    <a:pt x="2429" y="941"/>
                    <a:pt x="2429" y="929"/>
                  </a:cubicBezTo>
                  <a:cubicBezTo>
                    <a:pt x="2429" y="905"/>
                    <a:pt x="2429" y="893"/>
                    <a:pt x="2417" y="881"/>
                  </a:cubicBezTo>
                  <a:cubicBezTo>
                    <a:pt x="2417" y="869"/>
                    <a:pt x="2405" y="845"/>
                    <a:pt x="2405" y="833"/>
                  </a:cubicBezTo>
                  <a:cubicBezTo>
                    <a:pt x="2405" y="810"/>
                    <a:pt x="2393" y="798"/>
                    <a:pt x="2382" y="786"/>
                  </a:cubicBezTo>
                  <a:cubicBezTo>
                    <a:pt x="2382" y="762"/>
                    <a:pt x="2370" y="750"/>
                    <a:pt x="2370" y="738"/>
                  </a:cubicBezTo>
                  <a:cubicBezTo>
                    <a:pt x="2358" y="714"/>
                    <a:pt x="2346" y="703"/>
                    <a:pt x="2346" y="691"/>
                  </a:cubicBezTo>
                  <a:lnTo>
                    <a:pt x="2298" y="643"/>
                  </a:lnTo>
                  <a:cubicBezTo>
                    <a:pt x="2286" y="619"/>
                    <a:pt x="2274" y="607"/>
                    <a:pt x="2263" y="595"/>
                  </a:cubicBezTo>
                  <a:cubicBezTo>
                    <a:pt x="2251" y="572"/>
                    <a:pt x="2251" y="560"/>
                    <a:pt x="2239" y="548"/>
                  </a:cubicBezTo>
                  <a:lnTo>
                    <a:pt x="2203" y="500"/>
                  </a:lnTo>
                  <a:lnTo>
                    <a:pt x="2167" y="452"/>
                  </a:lnTo>
                  <a:lnTo>
                    <a:pt x="2120" y="393"/>
                  </a:lnTo>
                  <a:lnTo>
                    <a:pt x="2072" y="345"/>
                  </a:lnTo>
                  <a:lnTo>
                    <a:pt x="2024" y="298"/>
                  </a:lnTo>
                  <a:cubicBezTo>
                    <a:pt x="2001" y="286"/>
                    <a:pt x="1977" y="274"/>
                    <a:pt x="1965" y="250"/>
                  </a:cubicBezTo>
                  <a:lnTo>
                    <a:pt x="1893" y="202"/>
                  </a:lnTo>
                  <a:lnTo>
                    <a:pt x="1810" y="155"/>
                  </a:lnTo>
                  <a:cubicBezTo>
                    <a:pt x="1786" y="143"/>
                    <a:pt x="1751" y="119"/>
                    <a:pt x="1715" y="107"/>
                  </a:cubicBezTo>
                  <a:cubicBezTo>
                    <a:pt x="1679" y="95"/>
                    <a:pt x="1631" y="71"/>
                    <a:pt x="1596" y="60"/>
                  </a:cubicBezTo>
                  <a:cubicBezTo>
                    <a:pt x="1512" y="36"/>
                    <a:pt x="1429" y="12"/>
                    <a:pt x="1346" y="12"/>
                  </a:cubicBezTo>
                  <a:cubicBezTo>
                    <a:pt x="1298" y="0"/>
                    <a:pt x="1262" y="0"/>
                    <a:pt x="121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8" name="Google Shape;1068;p13"/>
            <p:cNvSpPr/>
            <p:nvPr/>
          </p:nvSpPr>
          <p:spPr>
            <a:xfrm>
              <a:off x="3688772" y="-169612"/>
              <a:ext cx="142572" cy="125041"/>
            </a:xfrm>
            <a:custGeom>
              <a:avLst/>
              <a:gdLst/>
              <a:ahLst/>
              <a:cxnLst/>
              <a:rect l="l" t="t" r="r" b="b"/>
              <a:pathLst>
                <a:path w="4359" h="3823" extrusionOk="0">
                  <a:moveTo>
                    <a:pt x="1144" y="0"/>
                  </a:moveTo>
                  <a:cubicBezTo>
                    <a:pt x="513" y="0"/>
                    <a:pt x="1" y="512"/>
                    <a:pt x="1" y="1131"/>
                  </a:cubicBezTo>
                  <a:lnTo>
                    <a:pt x="1" y="2679"/>
                  </a:lnTo>
                  <a:cubicBezTo>
                    <a:pt x="1" y="3310"/>
                    <a:pt x="513" y="3810"/>
                    <a:pt x="1144" y="3822"/>
                  </a:cubicBezTo>
                  <a:lnTo>
                    <a:pt x="3227" y="3822"/>
                  </a:lnTo>
                  <a:cubicBezTo>
                    <a:pt x="3846" y="3810"/>
                    <a:pt x="4358" y="3310"/>
                    <a:pt x="4358" y="2679"/>
                  </a:cubicBezTo>
                  <a:lnTo>
                    <a:pt x="4358" y="1131"/>
                  </a:lnTo>
                  <a:cubicBezTo>
                    <a:pt x="4358" y="512"/>
                    <a:pt x="3846" y="0"/>
                    <a:pt x="3227" y="0"/>
                  </a:cubicBezTo>
                  <a:close/>
                </a:path>
              </a:pathLst>
            </a:custGeom>
            <a:solidFill>
              <a:srgbClr val="821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9" name="Google Shape;1069;p13"/>
            <p:cNvSpPr/>
            <p:nvPr/>
          </p:nvSpPr>
          <p:spPr>
            <a:xfrm>
              <a:off x="3688772" y="277825"/>
              <a:ext cx="142572" cy="124648"/>
            </a:xfrm>
            <a:custGeom>
              <a:avLst/>
              <a:gdLst/>
              <a:ahLst/>
              <a:cxnLst/>
              <a:rect l="l" t="t" r="r" b="b"/>
              <a:pathLst>
                <a:path w="4359" h="3811" extrusionOk="0">
                  <a:moveTo>
                    <a:pt x="1144" y="0"/>
                  </a:moveTo>
                  <a:cubicBezTo>
                    <a:pt x="513" y="0"/>
                    <a:pt x="1" y="512"/>
                    <a:pt x="1" y="1132"/>
                  </a:cubicBezTo>
                  <a:lnTo>
                    <a:pt x="1" y="2679"/>
                  </a:lnTo>
                  <a:cubicBezTo>
                    <a:pt x="1" y="3310"/>
                    <a:pt x="513" y="3810"/>
                    <a:pt x="1144" y="3810"/>
                  </a:cubicBezTo>
                  <a:lnTo>
                    <a:pt x="3227" y="3810"/>
                  </a:lnTo>
                  <a:cubicBezTo>
                    <a:pt x="3846" y="3810"/>
                    <a:pt x="4358" y="3310"/>
                    <a:pt x="4358" y="2679"/>
                  </a:cubicBezTo>
                  <a:lnTo>
                    <a:pt x="4358" y="1132"/>
                  </a:lnTo>
                  <a:cubicBezTo>
                    <a:pt x="4358" y="512"/>
                    <a:pt x="3846" y="0"/>
                    <a:pt x="3227" y="0"/>
                  </a:cubicBezTo>
                  <a:close/>
                </a:path>
              </a:pathLst>
            </a:custGeom>
            <a:solidFill>
              <a:srgbClr val="821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0" name="Google Shape;1070;p13"/>
            <p:cNvSpPr/>
            <p:nvPr/>
          </p:nvSpPr>
          <p:spPr>
            <a:xfrm>
              <a:off x="3711766" y="-148189"/>
              <a:ext cx="80231" cy="529240"/>
            </a:xfrm>
            <a:custGeom>
              <a:avLst/>
              <a:gdLst/>
              <a:ahLst/>
              <a:cxnLst/>
              <a:rect l="l" t="t" r="r" b="b"/>
              <a:pathLst>
                <a:path w="2453" h="16181" extrusionOk="0">
                  <a:moveTo>
                    <a:pt x="1226" y="0"/>
                  </a:moveTo>
                  <a:cubicBezTo>
                    <a:pt x="917" y="0"/>
                    <a:pt x="631" y="107"/>
                    <a:pt x="405" y="310"/>
                  </a:cubicBezTo>
                  <a:lnTo>
                    <a:pt x="381" y="333"/>
                  </a:lnTo>
                  <a:cubicBezTo>
                    <a:pt x="357" y="369"/>
                    <a:pt x="322" y="393"/>
                    <a:pt x="286" y="429"/>
                  </a:cubicBezTo>
                  <a:cubicBezTo>
                    <a:pt x="274" y="452"/>
                    <a:pt x="250" y="476"/>
                    <a:pt x="238" y="500"/>
                  </a:cubicBezTo>
                  <a:cubicBezTo>
                    <a:pt x="214" y="524"/>
                    <a:pt x="191" y="560"/>
                    <a:pt x="179" y="595"/>
                  </a:cubicBezTo>
                  <a:cubicBezTo>
                    <a:pt x="155" y="631"/>
                    <a:pt x="131" y="655"/>
                    <a:pt x="119" y="691"/>
                  </a:cubicBezTo>
                  <a:cubicBezTo>
                    <a:pt x="107" y="726"/>
                    <a:pt x="95" y="750"/>
                    <a:pt x="83" y="786"/>
                  </a:cubicBezTo>
                  <a:cubicBezTo>
                    <a:pt x="60" y="833"/>
                    <a:pt x="48" y="869"/>
                    <a:pt x="36" y="917"/>
                  </a:cubicBezTo>
                  <a:cubicBezTo>
                    <a:pt x="36" y="941"/>
                    <a:pt x="24" y="964"/>
                    <a:pt x="12" y="1000"/>
                  </a:cubicBezTo>
                  <a:cubicBezTo>
                    <a:pt x="0" y="1072"/>
                    <a:pt x="0" y="1143"/>
                    <a:pt x="0" y="1226"/>
                  </a:cubicBezTo>
                  <a:lnTo>
                    <a:pt x="0" y="14954"/>
                  </a:lnTo>
                  <a:cubicBezTo>
                    <a:pt x="0" y="15633"/>
                    <a:pt x="548" y="16181"/>
                    <a:pt x="1215" y="16181"/>
                  </a:cubicBezTo>
                  <a:lnTo>
                    <a:pt x="1226" y="16181"/>
                  </a:lnTo>
                  <a:cubicBezTo>
                    <a:pt x="1310" y="16181"/>
                    <a:pt x="1393" y="16169"/>
                    <a:pt x="1476" y="16157"/>
                  </a:cubicBezTo>
                  <a:lnTo>
                    <a:pt x="1512" y="16145"/>
                  </a:lnTo>
                  <a:cubicBezTo>
                    <a:pt x="1584" y="16121"/>
                    <a:pt x="1655" y="16097"/>
                    <a:pt x="1715" y="16073"/>
                  </a:cubicBezTo>
                  <a:lnTo>
                    <a:pt x="1738" y="16073"/>
                  </a:lnTo>
                  <a:cubicBezTo>
                    <a:pt x="1881" y="16002"/>
                    <a:pt x="2012" y="15907"/>
                    <a:pt x="2119" y="15788"/>
                  </a:cubicBezTo>
                  <a:cubicBezTo>
                    <a:pt x="2334" y="15561"/>
                    <a:pt x="2441" y="15276"/>
                    <a:pt x="2453" y="14966"/>
                  </a:cubicBezTo>
                  <a:lnTo>
                    <a:pt x="2453" y="1226"/>
                  </a:lnTo>
                  <a:cubicBezTo>
                    <a:pt x="2453" y="548"/>
                    <a:pt x="1905" y="0"/>
                    <a:pt x="1226" y="0"/>
                  </a:cubicBezTo>
                  <a:close/>
                </a:path>
              </a:pathLst>
            </a:custGeom>
            <a:solidFill>
              <a:srgbClr val="272425">
                <a:alpha val="200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1" name="Google Shape;1071;p13"/>
            <p:cNvSpPr/>
            <p:nvPr/>
          </p:nvSpPr>
          <p:spPr>
            <a:xfrm>
              <a:off x="3723442" y="-148189"/>
              <a:ext cx="79087" cy="529240"/>
            </a:xfrm>
            <a:custGeom>
              <a:avLst/>
              <a:gdLst/>
              <a:ahLst/>
              <a:cxnLst/>
              <a:rect l="l" t="t" r="r" b="b"/>
              <a:pathLst>
                <a:path w="2418" h="16181" extrusionOk="0">
                  <a:moveTo>
                    <a:pt x="1131" y="0"/>
                  </a:moveTo>
                  <a:cubicBezTo>
                    <a:pt x="1048" y="0"/>
                    <a:pt x="965" y="24"/>
                    <a:pt x="881" y="48"/>
                  </a:cubicBezTo>
                  <a:cubicBezTo>
                    <a:pt x="834" y="60"/>
                    <a:pt x="786" y="71"/>
                    <a:pt x="738" y="83"/>
                  </a:cubicBezTo>
                  <a:cubicBezTo>
                    <a:pt x="715" y="107"/>
                    <a:pt x="679" y="119"/>
                    <a:pt x="643" y="131"/>
                  </a:cubicBezTo>
                  <a:cubicBezTo>
                    <a:pt x="608" y="155"/>
                    <a:pt x="596" y="167"/>
                    <a:pt x="572" y="179"/>
                  </a:cubicBezTo>
                  <a:cubicBezTo>
                    <a:pt x="536" y="202"/>
                    <a:pt x="524" y="214"/>
                    <a:pt x="500" y="226"/>
                  </a:cubicBezTo>
                  <a:cubicBezTo>
                    <a:pt x="477" y="238"/>
                    <a:pt x="453" y="262"/>
                    <a:pt x="429" y="274"/>
                  </a:cubicBezTo>
                  <a:lnTo>
                    <a:pt x="381" y="322"/>
                  </a:lnTo>
                  <a:lnTo>
                    <a:pt x="334" y="369"/>
                  </a:lnTo>
                  <a:cubicBezTo>
                    <a:pt x="322" y="381"/>
                    <a:pt x="298" y="393"/>
                    <a:pt x="286" y="417"/>
                  </a:cubicBezTo>
                  <a:lnTo>
                    <a:pt x="250" y="464"/>
                  </a:lnTo>
                  <a:lnTo>
                    <a:pt x="215" y="512"/>
                  </a:lnTo>
                  <a:lnTo>
                    <a:pt x="179" y="560"/>
                  </a:lnTo>
                  <a:cubicBezTo>
                    <a:pt x="179" y="572"/>
                    <a:pt x="167" y="583"/>
                    <a:pt x="155" y="607"/>
                  </a:cubicBezTo>
                  <a:cubicBezTo>
                    <a:pt x="143" y="619"/>
                    <a:pt x="131" y="631"/>
                    <a:pt x="131" y="655"/>
                  </a:cubicBezTo>
                  <a:cubicBezTo>
                    <a:pt x="119" y="667"/>
                    <a:pt x="119" y="679"/>
                    <a:pt x="107" y="703"/>
                  </a:cubicBezTo>
                  <a:lnTo>
                    <a:pt x="84" y="750"/>
                  </a:lnTo>
                  <a:cubicBezTo>
                    <a:pt x="84" y="762"/>
                    <a:pt x="72" y="774"/>
                    <a:pt x="72" y="786"/>
                  </a:cubicBezTo>
                  <a:lnTo>
                    <a:pt x="48" y="833"/>
                  </a:lnTo>
                  <a:lnTo>
                    <a:pt x="36" y="881"/>
                  </a:lnTo>
                  <a:lnTo>
                    <a:pt x="24" y="929"/>
                  </a:lnTo>
                  <a:cubicBezTo>
                    <a:pt x="24" y="953"/>
                    <a:pt x="12" y="964"/>
                    <a:pt x="12" y="976"/>
                  </a:cubicBezTo>
                  <a:cubicBezTo>
                    <a:pt x="12" y="1000"/>
                    <a:pt x="12" y="1012"/>
                    <a:pt x="12" y="1024"/>
                  </a:cubicBezTo>
                  <a:cubicBezTo>
                    <a:pt x="12" y="1048"/>
                    <a:pt x="12" y="1060"/>
                    <a:pt x="0" y="1072"/>
                  </a:cubicBezTo>
                  <a:lnTo>
                    <a:pt x="0" y="1119"/>
                  </a:lnTo>
                  <a:lnTo>
                    <a:pt x="0" y="1167"/>
                  </a:lnTo>
                  <a:lnTo>
                    <a:pt x="0" y="1214"/>
                  </a:lnTo>
                  <a:lnTo>
                    <a:pt x="0" y="14954"/>
                  </a:lnTo>
                  <a:lnTo>
                    <a:pt x="0" y="14990"/>
                  </a:lnTo>
                  <a:lnTo>
                    <a:pt x="0" y="15050"/>
                  </a:lnTo>
                  <a:lnTo>
                    <a:pt x="0" y="15097"/>
                  </a:lnTo>
                  <a:cubicBezTo>
                    <a:pt x="0" y="15109"/>
                    <a:pt x="0" y="15121"/>
                    <a:pt x="12" y="15145"/>
                  </a:cubicBezTo>
                  <a:cubicBezTo>
                    <a:pt x="12" y="15157"/>
                    <a:pt x="12" y="15169"/>
                    <a:pt x="12" y="15192"/>
                  </a:cubicBezTo>
                  <a:cubicBezTo>
                    <a:pt x="12" y="15204"/>
                    <a:pt x="12" y="15216"/>
                    <a:pt x="24" y="15240"/>
                  </a:cubicBezTo>
                  <a:cubicBezTo>
                    <a:pt x="36" y="15252"/>
                    <a:pt x="24" y="15276"/>
                    <a:pt x="36" y="15288"/>
                  </a:cubicBezTo>
                  <a:cubicBezTo>
                    <a:pt x="48" y="15300"/>
                    <a:pt x="48" y="15323"/>
                    <a:pt x="48" y="15335"/>
                  </a:cubicBezTo>
                  <a:cubicBezTo>
                    <a:pt x="60" y="15347"/>
                    <a:pt x="60" y="15371"/>
                    <a:pt x="72" y="15383"/>
                  </a:cubicBezTo>
                  <a:cubicBezTo>
                    <a:pt x="72" y="15407"/>
                    <a:pt x="84" y="15419"/>
                    <a:pt x="84" y="15431"/>
                  </a:cubicBezTo>
                  <a:cubicBezTo>
                    <a:pt x="96" y="15454"/>
                    <a:pt x="96" y="15466"/>
                    <a:pt x="107" y="15478"/>
                  </a:cubicBezTo>
                  <a:lnTo>
                    <a:pt x="131" y="15526"/>
                  </a:lnTo>
                  <a:lnTo>
                    <a:pt x="167" y="15585"/>
                  </a:lnTo>
                  <a:cubicBezTo>
                    <a:pt x="167" y="15597"/>
                    <a:pt x="179" y="15609"/>
                    <a:pt x="191" y="15633"/>
                  </a:cubicBezTo>
                  <a:cubicBezTo>
                    <a:pt x="203" y="15645"/>
                    <a:pt x="215" y="15669"/>
                    <a:pt x="227" y="15681"/>
                  </a:cubicBezTo>
                  <a:lnTo>
                    <a:pt x="262" y="15728"/>
                  </a:lnTo>
                  <a:lnTo>
                    <a:pt x="310" y="15776"/>
                  </a:lnTo>
                  <a:lnTo>
                    <a:pt x="357" y="15823"/>
                  </a:lnTo>
                  <a:lnTo>
                    <a:pt x="405" y="15871"/>
                  </a:lnTo>
                  <a:cubicBezTo>
                    <a:pt x="429" y="15895"/>
                    <a:pt x="453" y="15907"/>
                    <a:pt x="465" y="15931"/>
                  </a:cubicBezTo>
                  <a:lnTo>
                    <a:pt x="536" y="15978"/>
                  </a:lnTo>
                  <a:cubicBezTo>
                    <a:pt x="596" y="16014"/>
                    <a:pt x="655" y="16050"/>
                    <a:pt x="715" y="16073"/>
                  </a:cubicBezTo>
                  <a:cubicBezTo>
                    <a:pt x="762" y="16097"/>
                    <a:pt x="810" y="16109"/>
                    <a:pt x="846" y="16121"/>
                  </a:cubicBezTo>
                  <a:cubicBezTo>
                    <a:pt x="965" y="16157"/>
                    <a:pt x="1084" y="16181"/>
                    <a:pt x="1203" y="16181"/>
                  </a:cubicBezTo>
                  <a:lnTo>
                    <a:pt x="1215" y="16181"/>
                  </a:lnTo>
                  <a:cubicBezTo>
                    <a:pt x="1322" y="16181"/>
                    <a:pt x="1429" y="16169"/>
                    <a:pt x="1536" y="16133"/>
                  </a:cubicBezTo>
                  <a:cubicBezTo>
                    <a:pt x="1584" y="16121"/>
                    <a:pt x="1631" y="16109"/>
                    <a:pt x="1679" y="16085"/>
                  </a:cubicBezTo>
                  <a:cubicBezTo>
                    <a:pt x="1715" y="16073"/>
                    <a:pt x="1739" y="16062"/>
                    <a:pt x="1774" y="16038"/>
                  </a:cubicBezTo>
                  <a:lnTo>
                    <a:pt x="1858" y="15990"/>
                  </a:lnTo>
                  <a:lnTo>
                    <a:pt x="1929" y="15942"/>
                  </a:lnTo>
                  <a:cubicBezTo>
                    <a:pt x="1953" y="15931"/>
                    <a:pt x="1977" y="15919"/>
                    <a:pt x="1989" y="15907"/>
                  </a:cubicBezTo>
                  <a:lnTo>
                    <a:pt x="2048" y="15859"/>
                  </a:lnTo>
                  <a:lnTo>
                    <a:pt x="2096" y="15812"/>
                  </a:lnTo>
                  <a:lnTo>
                    <a:pt x="2143" y="15752"/>
                  </a:lnTo>
                  <a:cubicBezTo>
                    <a:pt x="2155" y="15740"/>
                    <a:pt x="2167" y="15728"/>
                    <a:pt x="2179" y="15704"/>
                  </a:cubicBezTo>
                  <a:cubicBezTo>
                    <a:pt x="2191" y="15692"/>
                    <a:pt x="2203" y="15681"/>
                    <a:pt x="2215" y="15657"/>
                  </a:cubicBezTo>
                  <a:cubicBezTo>
                    <a:pt x="2227" y="15645"/>
                    <a:pt x="2239" y="15633"/>
                    <a:pt x="2251" y="15609"/>
                  </a:cubicBezTo>
                  <a:lnTo>
                    <a:pt x="2274" y="15561"/>
                  </a:lnTo>
                  <a:lnTo>
                    <a:pt x="2298" y="15514"/>
                  </a:lnTo>
                  <a:cubicBezTo>
                    <a:pt x="2310" y="15502"/>
                    <a:pt x="2322" y="15478"/>
                    <a:pt x="2322" y="15466"/>
                  </a:cubicBezTo>
                  <a:cubicBezTo>
                    <a:pt x="2334" y="15454"/>
                    <a:pt x="2334" y="15431"/>
                    <a:pt x="2346" y="15419"/>
                  </a:cubicBezTo>
                  <a:cubicBezTo>
                    <a:pt x="2346" y="15407"/>
                    <a:pt x="2358" y="15383"/>
                    <a:pt x="2358" y="15371"/>
                  </a:cubicBezTo>
                  <a:cubicBezTo>
                    <a:pt x="2358" y="15359"/>
                    <a:pt x="2382" y="15335"/>
                    <a:pt x="2382" y="15323"/>
                  </a:cubicBezTo>
                  <a:cubicBezTo>
                    <a:pt x="2382" y="15311"/>
                    <a:pt x="2393" y="15288"/>
                    <a:pt x="2393" y="15276"/>
                  </a:cubicBezTo>
                  <a:lnTo>
                    <a:pt x="2405" y="15228"/>
                  </a:lnTo>
                  <a:lnTo>
                    <a:pt x="2417" y="15180"/>
                  </a:lnTo>
                  <a:cubicBezTo>
                    <a:pt x="2417" y="15157"/>
                    <a:pt x="2417" y="15145"/>
                    <a:pt x="2417" y="15133"/>
                  </a:cubicBezTo>
                  <a:lnTo>
                    <a:pt x="2417" y="15085"/>
                  </a:lnTo>
                  <a:lnTo>
                    <a:pt x="2417" y="15026"/>
                  </a:lnTo>
                  <a:lnTo>
                    <a:pt x="2417" y="14978"/>
                  </a:lnTo>
                  <a:lnTo>
                    <a:pt x="2417" y="14954"/>
                  </a:lnTo>
                  <a:lnTo>
                    <a:pt x="2417" y="1214"/>
                  </a:lnTo>
                  <a:lnTo>
                    <a:pt x="2417" y="1167"/>
                  </a:lnTo>
                  <a:lnTo>
                    <a:pt x="2417" y="1119"/>
                  </a:lnTo>
                  <a:lnTo>
                    <a:pt x="2417" y="1072"/>
                  </a:lnTo>
                  <a:cubicBezTo>
                    <a:pt x="2417" y="1060"/>
                    <a:pt x="2417" y="1036"/>
                    <a:pt x="2405" y="1024"/>
                  </a:cubicBezTo>
                  <a:lnTo>
                    <a:pt x="2405" y="976"/>
                  </a:lnTo>
                  <a:cubicBezTo>
                    <a:pt x="2405" y="964"/>
                    <a:pt x="2405" y="941"/>
                    <a:pt x="2393" y="929"/>
                  </a:cubicBezTo>
                  <a:cubicBezTo>
                    <a:pt x="2393" y="917"/>
                    <a:pt x="2393" y="893"/>
                    <a:pt x="2382" y="881"/>
                  </a:cubicBezTo>
                  <a:cubicBezTo>
                    <a:pt x="2382" y="869"/>
                    <a:pt x="2370" y="845"/>
                    <a:pt x="2370" y="833"/>
                  </a:cubicBezTo>
                  <a:lnTo>
                    <a:pt x="2346" y="786"/>
                  </a:lnTo>
                  <a:lnTo>
                    <a:pt x="2334" y="738"/>
                  </a:lnTo>
                  <a:cubicBezTo>
                    <a:pt x="2322" y="714"/>
                    <a:pt x="2310" y="703"/>
                    <a:pt x="2310" y="691"/>
                  </a:cubicBezTo>
                  <a:cubicBezTo>
                    <a:pt x="2298" y="667"/>
                    <a:pt x="2298" y="655"/>
                    <a:pt x="2286" y="643"/>
                  </a:cubicBezTo>
                  <a:lnTo>
                    <a:pt x="2251" y="595"/>
                  </a:lnTo>
                  <a:lnTo>
                    <a:pt x="2227" y="548"/>
                  </a:lnTo>
                  <a:cubicBezTo>
                    <a:pt x="2215" y="524"/>
                    <a:pt x="2203" y="512"/>
                    <a:pt x="2191" y="500"/>
                  </a:cubicBezTo>
                  <a:cubicBezTo>
                    <a:pt x="2179" y="476"/>
                    <a:pt x="2167" y="464"/>
                    <a:pt x="2155" y="452"/>
                  </a:cubicBezTo>
                  <a:lnTo>
                    <a:pt x="2108" y="393"/>
                  </a:lnTo>
                  <a:lnTo>
                    <a:pt x="2072" y="345"/>
                  </a:lnTo>
                  <a:lnTo>
                    <a:pt x="2012" y="298"/>
                  </a:lnTo>
                  <a:cubicBezTo>
                    <a:pt x="2001" y="286"/>
                    <a:pt x="1977" y="274"/>
                    <a:pt x="1953" y="250"/>
                  </a:cubicBezTo>
                  <a:lnTo>
                    <a:pt x="1893" y="202"/>
                  </a:lnTo>
                  <a:lnTo>
                    <a:pt x="1810" y="155"/>
                  </a:lnTo>
                  <a:cubicBezTo>
                    <a:pt x="1774" y="143"/>
                    <a:pt x="1739" y="119"/>
                    <a:pt x="1715" y="107"/>
                  </a:cubicBezTo>
                  <a:cubicBezTo>
                    <a:pt x="1667" y="95"/>
                    <a:pt x="1631" y="71"/>
                    <a:pt x="1584" y="60"/>
                  </a:cubicBezTo>
                  <a:cubicBezTo>
                    <a:pt x="1500" y="36"/>
                    <a:pt x="1417" y="12"/>
                    <a:pt x="1346" y="12"/>
                  </a:cubicBezTo>
                  <a:cubicBezTo>
                    <a:pt x="1298" y="0"/>
                    <a:pt x="1250" y="0"/>
                    <a:pt x="121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2" name="Google Shape;1072;p13"/>
            <p:cNvSpPr/>
            <p:nvPr/>
          </p:nvSpPr>
          <p:spPr>
            <a:xfrm>
              <a:off x="5312662" y="-169612"/>
              <a:ext cx="142572" cy="125041"/>
            </a:xfrm>
            <a:custGeom>
              <a:avLst/>
              <a:gdLst/>
              <a:ahLst/>
              <a:cxnLst/>
              <a:rect l="l" t="t" r="r" b="b"/>
              <a:pathLst>
                <a:path w="4359" h="3823" extrusionOk="0">
                  <a:moveTo>
                    <a:pt x="1132" y="0"/>
                  </a:moveTo>
                  <a:cubicBezTo>
                    <a:pt x="501" y="0"/>
                    <a:pt x="1" y="500"/>
                    <a:pt x="1" y="1131"/>
                  </a:cubicBezTo>
                  <a:lnTo>
                    <a:pt x="1" y="2679"/>
                  </a:lnTo>
                  <a:cubicBezTo>
                    <a:pt x="1" y="3310"/>
                    <a:pt x="501" y="3822"/>
                    <a:pt x="1132" y="3822"/>
                  </a:cubicBezTo>
                  <a:lnTo>
                    <a:pt x="3227" y="3822"/>
                  </a:lnTo>
                  <a:cubicBezTo>
                    <a:pt x="3846" y="3822"/>
                    <a:pt x="4358" y="3310"/>
                    <a:pt x="4358" y="2679"/>
                  </a:cubicBezTo>
                  <a:lnTo>
                    <a:pt x="4358" y="1131"/>
                  </a:lnTo>
                  <a:cubicBezTo>
                    <a:pt x="4358" y="500"/>
                    <a:pt x="3846" y="0"/>
                    <a:pt x="3227" y="0"/>
                  </a:cubicBezTo>
                  <a:close/>
                </a:path>
              </a:pathLst>
            </a:custGeom>
            <a:solidFill>
              <a:srgbClr val="821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3" name="Google Shape;1073;p13"/>
            <p:cNvSpPr/>
            <p:nvPr/>
          </p:nvSpPr>
          <p:spPr>
            <a:xfrm>
              <a:off x="5312662" y="277825"/>
              <a:ext cx="142572" cy="124648"/>
            </a:xfrm>
            <a:custGeom>
              <a:avLst/>
              <a:gdLst/>
              <a:ahLst/>
              <a:cxnLst/>
              <a:rect l="l" t="t" r="r" b="b"/>
              <a:pathLst>
                <a:path w="4359" h="3811" extrusionOk="0">
                  <a:moveTo>
                    <a:pt x="1144" y="0"/>
                  </a:moveTo>
                  <a:cubicBezTo>
                    <a:pt x="513" y="0"/>
                    <a:pt x="1" y="512"/>
                    <a:pt x="1" y="1132"/>
                  </a:cubicBezTo>
                  <a:lnTo>
                    <a:pt x="1" y="2679"/>
                  </a:lnTo>
                  <a:cubicBezTo>
                    <a:pt x="1" y="3310"/>
                    <a:pt x="513" y="3810"/>
                    <a:pt x="1144" y="3810"/>
                  </a:cubicBezTo>
                  <a:lnTo>
                    <a:pt x="3227" y="3810"/>
                  </a:lnTo>
                  <a:cubicBezTo>
                    <a:pt x="3846" y="3810"/>
                    <a:pt x="4358" y="3310"/>
                    <a:pt x="4358" y="2679"/>
                  </a:cubicBezTo>
                  <a:lnTo>
                    <a:pt x="4358" y="1132"/>
                  </a:lnTo>
                  <a:cubicBezTo>
                    <a:pt x="4358" y="512"/>
                    <a:pt x="3846" y="0"/>
                    <a:pt x="3227" y="0"/>
                  </a:cubicBezTo>
                  <a:close/>
                </a:path>
              </a:pathLst>
            </a:custGeom>
            <a:solidFill>
              <a:srgbClr val="821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4" name="Google Shape;1074;p13"/>
            <p:cNvSpPr/>
            <p:nvPr/>
          </p:nvSpPr>
          <p:spPr>
            <a:xfrm>
              <a:off x="5335655" y="-148189"/>
              <a:ext cx="79839" cy="529240"/>
            </a:xfrm>
            <a:custGeom>
              <a:avLst/>
              <a:gdLst/>
              <a:ahLst/>
              <a:cxnLst/>
              <a:rect l="l" t="t" r="r" b="b"/>
              <a:pathLst>
                <a:path w="2441" h="16181" extrusionOk="0">
                  <a:moveTo>
                    <a:pt x="1215" y="0"/>
                  </a:moveTo>
                  <a:cubicBezTo>
                    <a:pt x="917" y="0"/>
                    <a:pt x="631" y="119"/>
                    <a:pt x="405" y="310"/>
                  </a:cubicBezTo>
                  <a:lnTo>
                    <a:pt x="393" y="333"/>
                  </a:lnTo>
                  <a:cubicBezTo>
                    <a:pt x="357" y="369"/>
                    <a:pt x="322" y="393"/>
                    <a:pt x="298" y="429"/>
                  </a:cubicBezTo>
                  <a:cubicBezTo>
                    <a:pt x="274" y="452"/>
                    <a:pt x="262" y="476"/>
                    <a:pt x="238" y="500"/>
                  </a:cubicBezTo>
                  <a:cubicBezTo>
                    <a:pt x="214" y="524"/>
                    <a:pt x="191" y="560"/>
                    <a:pt x="179" y="595"/>
                  </a:cubicBezTo>
                  <a:cubicBezTo>
                    <a:pt x="155" y="631"/>
                    <a:pt x="143" y="655"/>
                    <a:pt x="119" y="691"/>
                  </a:cubicBezTo>
                  <a:cubicBezTo>
                    <a:pt x="107" y="726"/>
                    <a:pt x="95" y="750"/>
                    <a:pt x="84" y="786"/>
                  </a:cubicBezTo>
                  <a:cubicBezTo>
                    <a:pt x="72" y="833"/>
                    <a:pt x="48" y="869"/>
                    <a:pt x="36" y="917"/>
                  </a:cubicBezTo>
                  <a:cubicBezTo>
                    <a:pt x="36" y="941"/>
                    <a:pt x="24" y="964"/>
                    <a:pt x="24" y="1000"/>
                  </a:cubicBezTo>
                  <a:cubicBezTo>
                    <a:pt x="0" y="1072"/>
                    <a:pt x="0" y="1143"/>
                    <a:pt x="0" y="1226"/>
                  </a:cubicBezTo>
                  <a:lnTo>
                    <a:pt x="0" y="14954"/>
                  </a:lnTo>
                  <a:cubicBezTo>
                    <a:pt x="0" y="15633"/>
                    <a:pt x="548" y="16181"/>
                    <a:pt x="1215" y="16181"/>
                  </a:cubicBezTo>
                  <a:lnTo>
                    <a:pt x="1227" y="16181"/>
                  </a:lnTo>
                  <a:cubicBezTo>
                    <a:pt x="1310" y="16181"/>
                    <a:pt x="1393" y="16169"/>
                    <a:pt x="1477" y="16157"/>
                  </a:cubicBezTo>
                  <a:lnTo>
                    <a:pt x="1512" y="16145"/>
                  </a:lnTo>
                  <a:cubicBezTo>
                    <a:pt x="1584" y="16121"/>
                    <a:pt x="1655" y="16097"/>
                    <a:pt x="1715" y="16073"/>
                  </a:cubicBezTo>
                  <a:lnTo>
                    <a:pt x="1727" y="16073"/>
                  </a:lnTo>
                  <a:cubicBezTo>
                    <a:pt x="1881" y="16002"/>
                    <a:pt x="2012" y="15907"/>
                    <a:pt x="2119" y="15788"/>
                  </a:cubicBezTo>
                  <a:cubicBezTo>
                    <a:pt x="2322" y="15561"/>
                    <a:pt x="2441" y="15276"/>
                    <a:pt x="2441" y="14966"/>
                  </a:cubicBezTo>
                  <a:lnTo>
                    <a:pt x="2441" y="1226"/>
                  </a:lnTo>
                  <a:cubicBezTo>
                    <a:pt x="2441" y="548"/>
                    <a:pt x="1893" y="0"/>
                    <a:pt x="1215" y="0"/>
                  </a:cubicBezTo>
                  <a:close/>
                </a:path>
              </a:pathLst>
            </a:custGeom>
            <a:solidFill>
              <a:srgbClr val="272425">
                <a:alpha val="200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5" name="Google Shape;1075;p13"/>
            <p:cNvSpPr/>
            <p:nvPr/>
          </p:nvSpPr>
          <p:spPr>
            <a:xfrm>
              <a:off x="5346939" y="-148189"/>
              <a:ext cx="79872" cy="529240"/>
            </a:xfrm>
            <a:custGeom>
              <a:avLst/>
              <a:gdLst/>
              <a:ahLst/>
              <a:cxnLst/>
              <a:rect l="l" t="t" r="r" b="b"/>
              <a:pathLst>
                <a:path w="2442" h="16181" extrusionOk="0">
                  <a:moveTo>
                    <a:pt x="1143" y="0"/>
                  </a:moveTo>
                  <a:cubicBezTo>
                    <a:pt x="1060" y="0"/>
                    <a:pt x="965" y="24"/>
                    <a:pt x="882" y="48"/>
                  </a:cubicBezTo>
                  <a:cubicBezTo>
                    <a:pt x="846" y="60"/>
                    <a:pt x="798" y="71"/>
                    <a:pt x="751" y="83"/>
                  </a:cubicBezTo>
                  <a:cubicBezTo>
                    <a:pt x="715" y="107"/>
                    <a:pt x="691" y="119"/>
                    <a:pt x="655" y="131"/>
                  </a:cubicBezTo>
                  <a:cubicBezTo>
                    <a:pt x="620" y="155"/>
                    <a:pt x="596" y="167"/>
                    <a:pt x="572" y="179"/>
                  </a:cubicBezTo>
                  <a:cubicBezTo>
                    <a:pt x="548" y="202"/>
                    <a:pt x="524" y="214"/>
                    <a:pt x="501" y="226"/>
                  </a:cubicBezTo>
                  <a:lnTo>
                    <a:pt x="441" y="274"/>
                  </a:lnTo>
                  <a:lnTo>
                    <a:pt x="393" y="322"/>
                  </a:lnTo>
                  <a:cubicBezTo>
                    <a:pt x="370" y="333"/>
                    <a:pt x="358" y="357"/>
                    <a:pt x="346" y="369"/>
                  </a:cubicBezTo>
                  <a:cubicBezTo>
                    <a:pt x="334" y="381"/>
                    <a:pt x="310" y="393"/>
                    <a:pt x="298" y="417"/>
                  </a:cubicBezTo>
                  <a:cubicBezTo>
                    <a:pt x="286" y="429"/>
                    <a:pt x="274" y="441"/>
                    <a:pt x="262" y="464"/>
                  </a:cubicBezTo>
                  <a:lnTo>
                    <a:pt x="227" y="512"/>
                  </a:lnTo>
                  <a:lnTo>
                    <a:pt x="191" y="560"/>
                  </a:lnTo>
                  <a:lnTo>
                    <a:pt x="167" y="607"/>
                  </a:lnTo>
                  <a:lnTo>
                    <a:pt x="131" y="655"/>
                  </a:lnTo>
                  <a:lnTo>
                    <a:pt x="120" y="703"/>
                  </a:lnTo>
                  <a:cubicBezTo>
                    <a:pt x="120" y="714"/>
                    <a:pt x="96" y="726"/>
                    <a:pt x="96" y="750"/>
                  </a:cubicBezTo>
                  <a:cubicBezTo>
                    <a:pt x="84" y="762"/>
                    <a:pt x="84" y="774"/>
                    <a:pt x="72" y="786"/>
                  </a:cubicBezTo>
                  <a:lnTo>
                    <a:pt x="60" y="833"/>
                  </a:lnTo>
                  <a:lnTo>
                    <a:pt x="48" y="881"/>
                  </a:lnTo>
                  <a:cubicBezTo>
                    <a:pt x="48" y="905"/>
                    <a:pt x="36" y="917"/>
                    <a:pt x="36" y="929"/>
                  </a:cubicBezTo>
                  <a:cubicBezTo>
                    <a:pt x="24" y="953"/>
                    <a:pt x="24" y="964"/>
                    <a:pt x="24" y="976"/>
                  </a:cubicBezTo>
                  <a:lnTo>
                    <a:pt x="24" y="1024"/>
                  </a:lnTo>
                  <a:cubicBezTo>
                    <a:pt x="24" y="1048"/>
                    <a:pt x="24" y="1060"/>
                    <a:pt x="12" y="1072"/>
                  </a:cubicBezTo>
                  <a:cubicBezTo>
                    <a:pt x="0" y="1095"/>
                    <a:pt x="12" y="1107"/>
                    <a:pt x="12" y="1119"/>
                  </a:cubicBezTo>
                  <a:lnTo>
                    <a:pt x="12" y="1167"/>
                  </a:lnTo>
                  <a:lnTo>
                    <a:pt x="12" y="1214"/>
                  </a:lnTo>
                  <a:lnTo>
                    <a:pt x="12" y="14954"/>
                  </a:lnTo>
                  <a:cubicBezTo>
                    <a:pt x="12" y="14966"/>
                    <a:pt x="12" y="14978"/>
                    <a:pt x="12" y="14990"/>
                  </a:cubicBezTo>
                  <a:lnTo>
                    <a:pt x="12" y="15050"/>
                  </a:lnTo>
                  <a:cubicBezTo>
                    <a:pt x="12" y="15061"/>
                    <a:pt x="12" y="15073"/>
                    <a:pt x="12" y="15097"/>
                  </a:cubicBezTo>
                  <a:cubicBezTo>
                    <a:pt x="12" y="15109"/>
                    <a:pt x="12" y="15121"/>
                    <a:pt x="24" y="15145"/>
                  </a:cubicBezTo>
                  <a:cubicBezTo>
                    <a:pt x="24" y="15157"/>
                    <a:pt x="24" y="15169"/>
                    <a:pt x="24" y="15192"/>
                  </a:cubicBezTo>
                  <a:cubicBezTo>
                    <a:pt x="24" y="15204"/>
                    <a:pt x="24" y="15216"/>
                    <a:pt x="36" y="15240"/>
                  </a:cubicBezTo>
                  <a:cubicBezTo>
                    <a:pt x="36" y="15252"/>
                    <a:pt x="36" y="15276"/>
                    <a:pt x="48" y="15288"/>
                  </a:cubicBezTo>
                  <a:cubicBezTo>
                    <a:pt x="60" y="15300"/>
                    <a:pt x="48" y="15323"/>
                    <a:pt x="60" y="15335"/>
                  </a:cubicBezTo>
                  <a:lnTo>
                    <a:pt x="72" y="15383"/>
                  </a:lnTo>
                  <a:lnTo>
                    <a:pt x="96" y="15431"/>
                  </a:lnTo>
                  <a:cubicBezTo>
                    <a:pt x="96" y="15454"/>
                    <a:pt x="108" y="15466"/>
                    <a:pt x="120" y="15478"/>
                  </a:cubicBezTo>
                  <a:cubicBezTo>
                    <a:pt x="120" y="15502"/>
                    <a:pt x="131" y="15514"/>
                    <a:pt x="143" y="15526"/>
                  </a:cubicBezTo>
                  <a:cubicBezTo>
                    <a:pt x="143" y="15550"/>
                    <a:pt x="155" y="15561"/>
                    <a:pt x="167" y="15585"/>
                  </a:cubicBezTo>
                  <a:cubicBezTo>
                    <a:pt x="179" y="15597"/>
                    <a:pt x="191" y="15609"/>
                    <a:pt x="203" y="15633"/>
                  </a:cubicBezTo>
                  <a:cubicBezTo>
                    <a:pt x="203" y="15645"/>
                    <a:pt x="227" y="15657"/>
                    <a:pt x="239" y="15681"/>
                  </a:cubicBezTo>
                  <a:cubicBezTo>
                    <a:pt x="250" y="15692"/>
                    <a:pt x="262" y="15716"/>
                    <a:pt x="274" y="15728"/>
                  </a:cubicBezTo>
                  <a:cubicBezTo>
                    <a:pt x="286" y="15740"/>
                    <a:pt x="298" y="15764"/>
                    <a:pt x="310" y="15776"/>
                  </a:cubicBezTo>
                  <a:lnTo>
                    <a:pt x="358" y="15823"/>
                  </a:lnTo>
                  <a:lnTo>
                    <a:pt x="417" y="15871"/>
                  </a:lnTo>
                  <a:cubicBezTo>
                    <a:pt x="429" y="15895"/>
                    <a:pt x="453" y="15907"/>
                    <a:pt x="477" y="15931"/>
                  </a:cubicBezTo>
                  <a:lnTo>
                    <a:pt x="536" y="15978"/>
                  </a:lnTo>
                  <a:cubicBezTo>
                    <a:pt x="572" y="15990"/>
                    <a:pt x="596" y="16014"/>
                    <a:pt x="620" y="16026"/>
                  </a:cubicBezTo>
                  <a:cubicBezTo>
                    <a:pt x="655" y="16050"/>
                    <a:pt x="691" y="16062"/>
                    <a:pt x="727" y="16073"/>
                  </a:cubicBezTo>
                  <a:cubicBezTo>
                    <a:pt x="774" y="16097"/>
                    <a:pt x="810" y="16109"/>
                    <a:pt x="858" y="16121"/>
                  </a:cubicBezTo>
                  <a:cubicBezTo>
                    <a:pt x="977" y="16157"/>
                    <a:pt x="1096" y="16181"/>
                    <a:pt x="1215" y="16181"/>
                  </a:cubicBezTo>
                  <a:lnTo>
                    <a:pt x="1227" y="16181"/>
                  </a:lnTo>
                  <a:cubicBezTo>
                    <a:pt x="1334" y="16181"/>
                    <a:pt x="1441" y="16169"/>
                    <a:pt x="1548" y="16133"/>
                  </a:cubicBezTo>
                  <a:cubicBezTo>
                    <a:pt x="1584" y="16121"/>
                    <a:pt x="1632" y="16109"/>
                    <a:pt x="1679" y="16085"/>
                  </a:cubicBezTo>
                  <a:cubicBezTo>
                    <a:pt x="1715" y="16073"/>
                    <a:pt x="1751" y="16062"/>
                    <a:pt x="1786" y="16038"/>
                  </a:cubicBezTo>
                  <a:cubicBezTo>
                    <a:pt x="1822" y="16026"/>
                    <a:pt x="1834" y="16014"/>
                    <a:pt x="1870" y="15990"/>
                  </a:cubicBezTo>
                  <a:lnTo>
                    <a:pt x="1941" y="15942"/>
                  </a:lnTo>
                  <a:cubicBezTo>
                    <a:pt x="1953" y="15931"/>
                    <a:pt x="1977" y="15919"/>
                    <a:pt x="2001" y="15907"/>
                  </a:cubicBezTo>
                  <a:cubicBezTo>
                    <a:pt x="2025" y="15883"/>
                    <a:pt x="2036" y="15871"/>
                    <a:pt x="2048" y="15859"/>
                  </a:cubicBezTo>
                  <a:lnTo>
                    <a:pt x="2108" y="15812"/>
                  </a:lnTo>
                  <a:lnTo>
                    <a:pt x="2144" y="15752"/>
                  </a:lnTo>
                  <a:cubicBezTo>
                    <a:pt x="2155" y="15740"/>
                    <a:pt x="2167" y="15728"/>
                    <a:pt x="2179" y="15704"/>
                  </a:cubicBezTo>
                  <a:lnTo>
                    <a:pt x="2215" y="15657"/>
                  </a:lnTo>
                  <a:lnTo>
                    <a:pt x="2251" y="15609"/>
                  </a:lnTo>
                  <a:cubicBezTo>
                    <a:pt x="2263" y="15597"/>
                    <a:pt x="2275" y="15585"/>
                    <a:pt x="2286" y="15561"/>
                  </a:cubicBezTo>
                  <a:cubicBezTo>
                    <a:pt x="2286" y="15550"/>
                    <a:pt x="2298" y="15538"/>
                    <a:pt x="2310" y="15514"/>
                  </a:cubicBezTo>
                  <a:cubicBezTo>
                    <a:pt x="2310" y="15502"/>
                    <a:pt x="2322" y="15478"/>
                    <a:pt x="2334" y="15466"/>
                  </a:cubicBezTo>
                  <a:lnTo>
                    <a:pt x="2358" y="15419"/>
                  </a:lnTo>
                  <a:cubicBezTo>
                    <a:pt x="2358" y="15407"/>
                    <a:pt x="2370" y="15383"/>
                    <a:pt x="2370" y="15371"/>
                  </a:cubicBezTo>
                  <a:cubicBezTo>
                    <a:pt x="2370" y="15359"/>
                    <a:pt x="2382" y="15335"/>
                    <a:pt x="2394" y="15323"/>
                  </a:cubicBezTo>
                  <a:cubicBezTo>
                    <a:pt x="2394" y="15311"/>
                    <a:pt x="2394" y="15288"/>
                    <a:pt x="2406" y="15276"/>
                  </a:cubicBezTo>
                  <a:cubicBezTo>
                    <a:pt x="2406" y="15264"/>
                    <a:pt x="2406" y="15240"/>
                    <a:pt x="2417" y="15228"/>
                  </a:cubicBezTo>
                  <a:cubicBezTo>
                    <a:pt x="2417" y="15204"/>
                    <a:pt x="2417" y="15192"/>
                    <a:pt x="2417" y="15180"/>
                  </a:cubicBezTo>
                  <a:cubicBezTo>
                    <a:pt x="2429" y="15157"/>
                    <a:pt x="2417" y="15145"/>
                    <a:pt x="2429" y="15133"/>
                  </a:cubicBezTo>
                  <a:cubicBezTo>
                    <a:pt x="2441" y="15109"/>
                    <a:pt x="2429" y="15097"/>
                    <a:pt x="2429" y="15085"/>
                  </a:cubicBezTo>
                  <a:lnTo>
                    <a:pt x="2429" y="15026"/>
                  </a:lnTo>
                  <a:lnTo>
                    <a:pt x="2429" y="14978"/>
                  </a:lnTo>
                  <a:lnTo>
                    <a:pt x="2429" y="1214"/>
                  </a:lnTo>
                  <a:lnTo>
                    <a:pt x="2429" y="1167"/>
                  </a:lnTo>
                  <a:lnTo>
                    <a:pt x="2429" y="1119"/>
                  </a:lnTo>
                  <a:cubicBezTo>
                    <a:pt x="2429" y="1107"/>
                    <a:pt x="2429" y="1084"/>
                    <a:pt x="2429" y="1072"/>
                  </a:cubicBezTo>
                  <a:cubicBezTo>
                    <a:pt x="2417" y="1060"/>
                    <a:pt x="2417" y="1036"/>
                    <a:pt x="2417" y="1024"/>
                  </a:cubicBezTo>
                  <a:cubicBezTo>
                    <a:pt x="2417" y="1012"/>
                    <a:pt x="2417" y="988"/>
                    <a:pt x="2417" y="976"/>
                  </a:cubicBezTo>
                  <a:cubicBezTo>
                    <a:pt x="2417" y="964"/>
                    <a:pt x="2406" y="941"/>
                    <a:pt x="2406" y="929"/>
                  </a:cubicBezTo>
                  <a:cubicBezTo>
                    <a:pt x="2406" y="905"/>
                    <a:pt x="2406" y="893"/>
                    <a:pt x="2394" y="881"/>
                  </a:cubicBezTo>
                  <a:cubicBezTo>
                    <a:pt x="2394" y="869"/>
                    <a:pt x="2382" y="845"/>
                    <a:pt x="2382" y="833"/>
                  </a:cubicBezTo>
                  <a:cubicBezTo>
                    <a:pt x="2382" y="810"/>
                    <a:pt x="2370" y="798"/>
                    <a:pt x="2358" y="786"/>
                  </a:cubicBezTo>
                  <a:cubicBezTo>
                    <a:pt x="2358" y="762"/>
                    <a:pt x="2346" y="750"/>
                    <a:pt x="2346" y="738"/>
                  </a:cubicBezTo>
                  <a:cubicBezTo>
                    <a:pt x="2346" y="714"/>
                    <a:pt x="2322" y="703"/>
                    <a:pt x="2322" y="691"/>
                  </a:cubicBezTo>
                  <a:lnTo>
                    <a:pt x="2298" y="643"/>
                  </a:lnTo>
                  <a:cubicBezTo>
                    <a:pt x="2286" y="619"/>
                    <a:pt x="2275" y="607"/>
                    <a:pt x="2263" y="595"/>
                  </a:cubicBezTo>
                  <a:cubicBezTo>
                    <a:pt x="2263" y="572"/>
                    <a:pt x="2251" y="560"/>
                    <a:pt x="2239" y="548"/>
                  </a:cubicBezTo>
                  <a:lnTo>
                    <a:pt x="2203" y="500"/>
                  </a:lnTo>
                  <a:lnTo>
                    <a:pt x="2167" y="452"/>
                  </a:lnTo>
                  <a:lnTo>
                    <a:pt x="2120" y="393"/>
                  </a:lnTo>
                  <a:cubicBezTo>
                    <a:pt x="2108" y="381"/>
                    <a:pt x="2096" y="369"/>
                    <a:pt x="2072" y="345"/>
                  </a:cubicBezTo>
                  <a:lnTo>
                    <a:pt x="2025" y="298"/>
                  </a:lnTo>
                  <a:cubicBezTo>
                    <a:pt x="2001" y="286"/>
                    <a:pt x="1989" y="274"/>
                    <a:pt x="1965" y="250"/>
                  </a:cubicBezTo>
                  <a:lnTo>
                    <a:pt x="1894" y="202"/>
                  </a:lnTo>
                  <a:lnTo>
                    <a:pt x="1822" y="155"/>
                  </a:lnTo>
                  <a:cubicBezTo>
                    <a:pt x="1786" y="143"/>
                    <a:pt x="1751" y="119"/>
                    <a:pt x="1715" y="107"/>
                  </a:cubicBezTo>
                  <a:cubicBezTo>
                    <a:pt x="1679" y="95"/>
                    <a:pt x="1632" y="71"/>
                    <a:pt x="1596" y="60"/>
                  </a:cubicBezTo>
                  <a:cubicBezTo>
                    <a:pt x="1513" y="36"/>
                    <a:pt x="1429" y="12"/>
                    <a:pt x="1346" y="12"/>
                  </a:cubicBezTo>
                  <a:cubicBezTo>
                    <a:pt x="1310" y="0"/>
                    <a:pt x="1263" y="0"/>
                    <a:pt x="121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6" name="Google Shape;1076;p13"/>
            <p:cNvSpPr/>
            <p:nvPr/>
          </p:nvSpPr>
          <p:spPr>
            <a:xfrm>
              <a:off x="4941924" y="-169612"/>
              <a:ext cx="142964" cy="125041"/>
            </a:xfrm>
            <a:custGeom>
              <a:avLst/>
              <a:gdLst/>
              <a:ahLst/>
              <a:cxnLst/>
              <a:rect l="l" t="t" r="r" b="b"/>
              <a:pathLst>
                <a:path w="4371" h="3823" extrusionOk="0">
                  <a:moveTo>
                    <a:pt x="1144" y="0"/>
                  </a:moveTo>
                  <a:cubicBezTo>
                    <a:pt x="513" y="0"/>
                    <a:pt x="1" y="512"/>
                    <a:pt x="1" y="1131"/>
                  </a:cubicBezTo>
                  <a:lnTo>
                    <a:pt x="1" y="2679"/>
                  </a:lnTo>
                  <a:cubicBezTo>
                    <a:pt x="1" y="3310"/>
                    <a:pt x="513" y="3822"/>
                    <a:pt x="1144" y="3822"/>
                  </a:cubicBezTo>
                  <a:lnTo>
                    <a:pt x="3228" y="3822"/>
                  </a:lnTo>
                  <a:cubicBezTo>
                    <a:pt x="3859" y="3810"/>
                    <a:pt x="4371" y="3310"/>
                    <a:pt x="4371" y="2679"/>
                  </a:cubicBezTo>
                  <a:lnTo>
                    <a:pt x="4359" y="1131"/>
                  </a:lnTo>
                  <a:cubicBezTo>
                    <a:pt x="4359" y="512"/>
                    <a:pt x="3847" y="0"/>
                    <a:pt x="3228" y="0"/>
                  </a:cubicBezTo>
                  <a:close/>
                </a:path>
              </a:pathLst>
            </a:custGeom>
            <a:solidFill>
              <a:srgbClr val="821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7" name="Google Shape;1077;p13"/>
            <p:cNvSpPr/>
            <p:nvPr/>
          </p:nvSpPr>
          <p:spPr>
            <a:xfrm>
              <a:off x="4942316" y="277825"/>
              <a:ext cx="142572" cy="124648"/>
            </a:xfrm>
            <a:custGeom>
              <a:avLst/>
              <a:gdLst/>
              <a:ahLst/>
              <a:cxnLst/>
              <a:rect l="l" t="t" r="r" b="b"/>
              <a:pathLst>
                <a:path w="4359" h="3811" extrusionOk="0">
                  <a:moveTo>
                    <a:pt x="1132" y="0"/>
                  </a:moveTo>
                  <a:cubicBezTo>
                    <a:pt x="513" y="0"/>
                    <a:pt x="1" y="512"/>
                    <a:pt x="1" y="1132"/>
                  </a:cubicBezTo>
                  <a:lnTo>
                    <a:pt x="1" y="2679"/>
                  </a:lnTo>
                  <a:cubicBezTo>
                    <a:pt x="1" y="3310"/>
                    <a:pt x="513" y="3810"/>
                    <a:pt x="1132" y="3810"/>
                  </a:cubicBezTo>
                  <a:lnTo>
                    <a:pt x="3216" y="3810"/>
                  </a:lnTo>
                  <a:cubicBezTo>
                    <a:pt x="3847" y="3810"/>
                    <a:pt x="4359" y="3310"/>
                    <a:pt x="4359" y="2679"/>
                  </a:cubicBezTo>
                  <a:lnTo>
                    <a:pt x="4359" y="1132"/>
                  </a:lnTo>
                  <a:cubicBezTo>
                    <a:pt x="4359" y="512"/>
                    <a:pt x="3847" y="0"/>
                    <a:pt x="3216" y="0"/>
                  </a:cubicBezTo>
                  <a:close/>
                </a:path>
              </a:pathLst>
            </a:custGeom>
            <a:solidFill>
              <a:srgbClr val="821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8" name="Google Shape;1078;p13"/>
            <p:cNvSpPr/>
            <p:nvPr/>
          </p:nvSpPr>
          <p:spPr>
            <a:xfrm>
              <a:off x="4965309" y="-148189"/>
              <a:ext cx="79872" cy="529240"/>
            </a:xfrm>
            <a:custGeom>
              <a:avLst/>
              <a:gdLst/>
              <a:ahLst/>
              <a:cxnLst/>
              <a:rect l="l" t="t" r="r" b="b"/>
              <a:pathLst>
                <a:path w="2442" h="16181" extrusionOk="0">
                  <a:moveTo>
                    <a:pt x="1227" y="0"/>
                  </a:moveTo>
                  <a:cubicBezTo>
                    <a:pt x="917" y="0"/>
                    <a:pt x="631" y="119"/>
                    <a:pt x="405" y="310"/>
                  </a:cubicBezTo>
                  <a:lnTo>
                    <a:pt x="393" y="333"/>
                  </a:lnTo>
                  <a:cubicBezTo>
                    <a:pt x="358" y="369"/>
                    <a:pt x="322" y="393"/>
                    <a:pt x="298" y="429"/>
                  </a:cubicBezTo>
                  <a:cubicBezTo>
                    <a:pt x="274" y="452"/>
                    <a:pt x="262" y="476"/>
                    <a:pt x="238" y="500"/>
                  </a:cubicBezTo>
                  <a:cubicBezTo>
                    <a:pt x="215" y="524"/>
                    <a:pt x="191" y="560"/>
                    <a:pt x="179" y="595"/>
                  </a:cubicBezTo>
                  <a:cubicBezTo>
                    <a:pt x="155" y="631"/>
                    <a:pt x="143" y="655"/>
                    <a:pt x="119" y="691"/>
                  </a:cubicBezTo>
                  <a:cubicBezTo>
                    <a:pt x="107" y="726"/>
                    <a:pt x="96" y="750"/>
                    <a:pt x="84" y="786"/>
                  </a:cubicBezTo>
                  <a:cubicBezTo>
                    <a:pt x="72" y="833"/>
                    <a:pt x="48" y="869"/>
                    <a:pt x="36" y="917"/>
                  </a:cubicBezTo>
                  <a:cubicBezTo>
                    <a:pt x="36" y="941"/>
                    <a:pt x="24" y="964"/>
                    <a:pt x="24" y="1000"/>
                  </a:cubicBezTo>
                  <a:cubicBezTo>
                    <a:pt x="0" y="1072"/>
                    <a:pt x="0" y="1143"/>
                    <a:pt x="0" y="1226"/>
                  </a:cubicBezTo>
                  <a:lnTo>
                    <a:pt x="0" y="14954"/>
                  </a:lnTo>
                  <a:cubicBezTo>
                    <a:pt x="0" y="15633"/>
                    <a:pt x="548" y="16181"/>
                    <a:pt x="1227" y="16181"/>
                  </a:cubicBezTo>
                  <a:cubicBezTo>
                    <a:pt x="1310" y="16181"/>
                    <a:pt x="1393" y="16169"/>
                    <a:pt x="1477" y="16157"/>
                  </a:cubicBezTo>
                  <a:lnTo>
                    <a:pt x="1512" y="16145"/>
                  </a:lnTo>
                  <a:cubicBezTo>
                    <a:pt x="1584" y="16121"/>
                    <a:pt x="1643" y="16097"/>
                    <a:pt x="1715" y="16073"/>
                  </a:cubicBezTo>
                  <a:lnTo>
                    <a:pt x="1727" y="16073"/>
                  </a:lnTo>
                  <a:cubicBezTo>
                    <a:pt x="1882" y="16002"/>
                    <a:pt x="2012" y="15907"/>
                    <a:pt x="2120" y="15788"/>
                  </a:cubicBezTo>
                  <a:cubicBezTo>
                    <a:pt x="2322" y="15561"/>
                    <a:pt x="2441" y="15276"/>
                    <a:pt x="2441" y="14966"/>
                  </a:cubicBezTo>
                  <a:lnTo>
                    <a:pt x="2441" y="1226"/>
                  </a:lnTo>
                  <a:cubicBezTo>
                    <a:pt x="2441" y="548"/>
                    <a:pt x="1893" y="0"/>
                    <a:pt x="1227" y="0"/>
                  </a:cubicBezTo>
                  <a:close/>
                </a:path>
              </a:pathLst>
            </a:custGeom>
            <a:solidFill>
              <a:srgbClr val="272425">
                <a:alpha val="200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9" name="Google Shape;1079;p13"/>
            <p:cNvSpPr/>
            <p:nvPr/>
          </p:nvSpPr>
          <p:spPr>
            <a:xfrm>
              <a:off x="4977378" y="-148189"/>
              <a:ext cx="78694" cy="529240"/>
            </a:xfrm>
            <a:custGeom>
              <a:avLst/>
              <a:gdLst/>
              <a:ahLst/>
              <a:cxnLst/>
              <a:rect l="l" t="t" r="r" b="b"/>
              <a:pathLst>
                <a:path w="2406" h="16181" extrusionOk="0">
                  <a:moveTo>
                    <a:pt x="1132" y="0"/>
                  </a:moveTo>
                  <a:cubicBezTo>
                    <a:pt x="1036" y="0"/>
                    <a:pt x="953" y="24"/>
                    <a:pt x="870" y="48"/>
                  </a:cubicBezTo>
                  <a:cubicBezTo>
                    <a:pt x="822" y="60"/>
                    <a:pt x="774" y="71"/>
                    <a:pt x="739" y="83"/>
                  </a:cubicBezTo>
                  <a:cubicBezTo>
                    <a:pt x="703" y="107"/>
                    <a:pt x="667" y="119"/>
                    <a:pt x="631" y="131"/>
                  </a:cubicBezTo>
                  <a:cubicBezTo>
                    <a:pt x="608" y="155"/>
                    <a:pt x="584" y="167"/>
                    <a:pt x="560" y="179"/>
                  </a:cubicBezTo>
                  <a:cubicBezTo>
                    <a:pt x="536" y="202"/>
                    <a:pt x="512" y="214"/>
                    <a:pt x="489" y="226"/>
                  </a:cubicBezTo>
                  <a:cubicBezTo>
                    <a:pt x="465" y="238"/>
                    <a:pt x="441" y="262"/>
                    <a:pt x="429" y="274"/>
                  </a:cubicBezTo>
                  <a:lnTo>
                    <a:pt x="370" y="322"/>
                  </a:lnTo>
                  <a:lnTo>
                    <a:pt x="322" y="369"/>
                  </a:lnTo>
                  <a:cubicBezTo>
                    <a:pt x="310" y="381"/>
                    <a:pt x="298" y="393"/>
                    <a:pt x="286" y="417"/>
                  </a:cubicBezTo>
                  <a:lnTo>
                    <a:pt x="239" y="464"/>
                  </a:lnTo>
                  <a:lnTo>
                    <a:pt x="203" y="512"/>
                  </a:lnTo>
                  <a:lnTo>
                    <a:pt x="179" y="560"/>
                  </a:lnTo>
                  <a:cubicBezTo>
                    <a:pt x="167" y="572"/>
                    <a:pt x="155" y="583"/>
                    <a:pt x="143" y="607"/>
                  </a:cubicBezTo>
                  <a:cubicBezTo>
                    <a:pt x="131" y="619"/>
                    <a:pt x="131" y="631"/>
                    <a:pt x="119" y="655"/>
                  </a:cubicBezTo>
                  <a:cubicBezTo>
                    <a:pt x="108" y="667"/>
                    <a:pt x="108" y="679"/>
                    <a:pt x="96" y="703"/>
                  </a:cubicBezTo>
                  <a:lnTo>
                    <a:pt x="72" y="750"/>
                  </a:lnTo>
                  <a:cubicBezTo>
                    <a:pt x="72" y="762"/>
                    <a:pt x="60" y="774"/>
                    <a:pt x="60" y="786"/>
                  </a:cubicBezTo>
                  <a:lnTo>
                    <a:pt x="36" y="833"/>
                  </a:lnTo>
                  <a:lnTo>
                    <a:pt x="24" y="881"/>
                  </a:lnTo>
                  <a:cubicBezTo>
                    <a:pt x="24" y="905"/>
                    <a:pt x="12" y="917"/>
                    <a:pt x="12" y="929"/>
                  </a:cubicBezTo>
                  <a:cubicBezTo>
                    <a:pt x="12" y="953"/>
                    <a:pt x="0" y="964"/>
                    <a:pt x="0" y="976"/>
                  </a:cubicBezTo>
                  <a:lnTo>
                    <a:pt x="0" y="1024"/>
                  </a:lnTo>
                  <a:lnTo>
                    <a:pt x="0" y="1072"/>
                  </a:lnTo>
                  <a:lnTo>
                    <a:pt x="0" y="1119"/>
                  </a:lnTo>
                  <a:lnTo>
                    <a:pt x="0" y="1167"/>
                  </a:lnTo>
                  <a:lnTo>
                    <a:pt x="0" y="1214"/>
                  </a:lnTo>
                  <a:lnTo>
                    <a:pt x="0" y="14954"/>
                  </a:lnTo>
                  <a:lnTo>
                    <a:pt x="0" y="14990"/>
                  </a:lnTo>
                  <a:lnTo>
                    <a:pt x="0" y="15050"/>
                  </a:lnTo>
                  <a:lnTo>
                    <a:pt x="0" y="15097"/>
                  </a:lnTo>
                  <a:lnTo>
                    <a:pt x="0" y="15145"/>
                  </a:lnTo>
                  <a:lnTo>
                    <a:pt x="0" y="15192"/>
                  </a:lnTo>
                  <a:cubicBezTo>
                    <a:pt x="0" y="15204"/>
                    <a:pt x="12" y="15216"/>
                    <a:pt x="12" y="15240"/>
                  </a:cubicBezTo>
                  <a:cubicBezTo>
                    <a:pt x="24" y="15252"/>
                    <a:pt x="12" y="15276"/>
                    <a:pt x="24" y="15288"/>
                  </a:cubicBezTo>
                  <a:cubicBezTo>
                    <a:pt x="36" y="15300"/>
                    <a:pt x="36" y="15323"/>
                    <a:pt x="36" y="15335"/>
                  </a:cubicBezTo>
                  <a:cubicBezTo>
                    <a:pt x="48" y="15347"/>
                    <a:pt x="48" y="15371"/>
                    <a:pt x="60" y="15383"/>
                  </a:cubicBezTo>
                  <a:cubicBezTo>
                    <a:pt x="60" y="15407"/>
                    <a:pt x="72" y="15419"/>
                    <a:pt x="72" y="15431"/>
                  </a:cubicBezTo>
                  <a:cubicBezTo>
                    <a:pt x="84" y="15454"/>
                    <a:pt x="96" y="15466"/>
                    <a:pt x="96" y="15478"/>
                  </a:cubicBezTo>
                  <a:cubicBezTo>
                    <a:pt x="108" y="15502"/>
                    <a:pt x="119" y="15514"/>
                    <a:pt x="119" y="15526"/>
                  </a:cubicBezTo>
                  <a:cubicBezTo>
                    <a:pt x="131" y="15550"/>
                    <a:pt x="143" y="15561"/>
                    <a:pt x="155" y="15585"/>
                  </a:cubicBezTo>
                  <a:cubicBezTo>
                    <a:pt x="167" y="15597"/>
                    <a:pt x="167" y="15609"/>
                    <a:pt x="179" y="15633"/>
                  </a:cubicBezTo>
                  <a:cubicBezTo>
                    <a:pt x="191" y="15645"/>
                    <a:pt x="203" y="15669"/>
                    <a:pt x="215" y="15681"/>
                  </a:cubicBezTo>
                  <a:lnTo>
                    <a:pt x="250" y="15728"/>
                  </a:lnTo>
                  <a:lnTo>
                    <a:pt x="298" y="15776"/>
                  </a:lnTo>
                  <a:lnTo>
                    <a:pt x="346" y="15823"/>
                  </a:lnTo>
                  <a:lnTo>
                    <a:pt x="393" y="15871"/>
                  </a:lnTo>
                  <a:cubicBezTo>
                    <a:pt x="417" y="15895"/>
                    <a:pt x="441" y="15907"/>
                    <a:pt x="453" y="15931"/>
                  </a:cubicBezTo>
                  <a:lnTo>
                    <a:pt x="524" y="15978"/>
                  </a:lnTo>
                  <a:cubicBezTo>
                    <a:pt x="584" y="16014"/>
                    <a:pt x="643" y="16050"/>
                    <a:pt x="715" y="16073"/>
                  </a:cubicBezTo>
                  <a:cubicBezTo>
                    <a:pt x="751" y="16097"/>
                    <a:pt x="798" y="16109"/>
                    <a:pt x="846" y="16121"/>
                  </a:cubicBezTo>
                  <a:cubicBezTo>
                    <a:pt x="953" y="16157"/>
                    <a:pt x="1072" y="16181"/>
                    <a:pt x="1191" y="16181"/>
                  </a:cubicBezTo>
                  <a:lnTo>
                    <a:pt x="1203" y="16181"/>
                  </a:lnTo>
                  <a:cubicBezTo>
                    <a:pt x="1310" y="16181"/>
                    <a:pt x="1417" y="16169"/>
                    <a:pt x="1524" y="16133"/>
                  </a:cubicBezTo>
                  <a:cubicBezTo>
                    <a:pt x="1572" y="16121"/>
                    <a:pt x="1620" y="16109"/>
                    <a:pt x="1667" y="16085"/>
                  </a:cubicBezTo>
                  <a:cubicBezTo>
                    <a:pt x="1703" y="16073"/>
                    <a:pt x="1739" y="16062"/>
                    <a:pt x="1763" y="16038"/>
                  </a:cubicBezTo>
                  <a:lnTo>
                    <a:pt x="1846" y="15990"/>
                  </a:lnTo>
                  <a:lnTo>
                    <a:pt x="1917" y="15942"/>
                  </a:lnTo>
                  <a:cubicBezTo>
                    <a:pt x="1941" y="15931"/>
                    <a:pt x="1965" y="15919"/>
                    <a:pt x="1989" y="15907"/>
                  </a:cubicBezTo>
                  <a:lnTo>
                    <a:pt x="2036" y="15859"/>
                  </a:lnTo>
                  <a:lnTo>
                    <a:pt x="2084" y="15812"/>
                  </a:lnTo>
                  <a:lnTo>
                    <a:pt x="2132" y="15752"/>
                  </a:lnTo>
                  <a:cubicBezTo>
                    <a:pt x="2144" y="15740"/>
                    <a:pt x="2155" y="15728"/>
                    <a:pt x="2167" y="15704"/>
                  </a:cubicBezTo>
                  <a:cubicBezTo>
                    <a:pt x="2179" y="15692"/>
                    <a:pt x="2191" y="15681"/>
                    <a:pt x="2203" y="15657"/>
                  </a:cubicBezTo>
                  <a:lnTo>
                    <a:pt x="2239" y="15609"/>
                  </a:lnTo>
                  <a:lnTo>
                    <a:pt x="2263" y="15561"/>
                  </a:lnTo>
                  <a:cubicBezTo>
                    <a:pt x="2275" y="15550"/>
                    <a:pt x="2286" y="15538"/>
                    <a:pt x="2286" y="15514"/>
                  </a:cubicBezTo>
                  <a:cubicBezTo>
                    <a:pt x="2298" y="15502"/>
                    <a:pt x="2310" y="15478"/>
                    <a:pt x="2310" y="15466"/>
                  </a:cubicBezTo>
                  <a:cubicBezTo>
                    <a:pt x="2310" y="15454"/>
                    <a:pt x="2334" y="15431"/>
                    <a:pt x="2334" y="15419"/>
                  </a:cubicBezTo>
                  <a:cubicBezTo>
                    <a:pt x="2346" y="15407"/>
                    <a:pt x="2346" y="15383"/>
                    <a:pt x="2358" y="15371"/>
                  </a:cubicBezTo>
                  <a:cubicBezTo>
                    <a:pt x="2358" y="15359"/>
                    <a:pt x="2370" y="15335"/>
                    <a:pt x="2370" y="15323"/>
                  </a:cubicBezTo>
                  <a:lnTo>
                    <a:pt x="2382" y="15276"/>
                  </a:lnTo>
                  <a:cubicBezTo>
                    <a:pt x="2382" y="15264"/>
                    <a:pt x="2394" y="15240"/>
                    <a:pt x="2394" y="15228"/>
                  </a:cubicBezTo>
                  <a:lnTo>
                    <a:pt x="2405" y="15180"/>
                  </a:lnTo>
                  <a:cubicBezTo>
                    <a:pt x="2405" y="15157"/>
                    <a:pt x="2405" y="15145"/>
                    <a:pt x="2405" y="15133"/>
                  </a:cubicBezTo>
                  <a:lnTo>
                    <a:pt x="2405" y="15085"/>
                  </a:lnTo>
                  <a:lnTo>
                    <a:pt x="2405" y="15026"/>
                  </a:lnTo>
                  <a:lnTo>
                    <a:pt x="2405" y="14978"/>
                  </a:lnTo>
                  <a:lnTo>
                    <a:pt x="2405" y="14954"/>
                  </a:lnTo>
                  <a:lnTo>
                    <a:pt x="2405" y="1214"/>
                  </a:lnTo>
                  <a:lnTo>
                    <a:pt x="2405" y="1167"/>
                  </a:lnTo>
                  <a:lnTo>
                    <a:pt x="2405" y="1119"/>
                  </a:lnTo>
                  <a:lnTo>
                    <a:pt x="2405" y="1072"/>
                  </a:lnTo>
                  <a:cubicBezTo>
                    <a:pt x="2405" y="1060"/>
                    <a:pt x="2405" y="1036"/>
                    <a:pt x="2405" y="1024"/>
                  </a:cubicBezTo>
                  <a:lnTo>
                    <a:pt x="2405" y="976"/>
                  </a:lnTo>
                  <a:cubicBezTo>
                    <a:pt x="2405" y="964"/>
                    <a:pt x="2394" y="941"/>
                    <a:pt x="2394" y="929"/>
                  </a:cubicBezTo>
                  <a:cubicBezTo>
                    <a:pt x="2382" y="917"/>
                    <a:pt x="2382" y="893"/>
                    <a:pt x="2370" y="881"/>
                  </a:cubicBezTo>
                  <a:cubicBezTo>
                    <a:pt x="2370" y="869"/>
                    <a:pt x="2370" y="845"/>
                    <a:pt x="2358" y="833"/>
                  </a:cubicBezTo>
                  <a:lnTo>
                    <a:pt x="2346" y="786"/>
                  </a:lnTo>
                  <a:lnTo>
                    <a:pt x="2322" y="738"/>
                  </a:lnTo>
                  <a:cubicBezTo>
                    <a:pt x="2322" y="714"/>
                    <a:pt x="2310" y="703"/>
                    <a:pt x="2298" y="691"/>
                  </a:cubicBezTo>
                  <a:lnTo>
                    <a:pt x="2275" y="643"/>
                  </a:lnTo>
                  <a:lnTo>
                    <a:pt x="2251" y="595"/>
                  </a:lnTo>
                  <a:lnTo>
                    <a:pt x="2215" y="548"/>
                  </a:lnTo>
                  <a:cubicBezTo>
                    <a:pt x="2203" y="524"/>
                    <a:pt x="2191" y="512"/>
                    <a:pt x="2179" y="500"/>
                  </a:cubicBezTo>
                  <a:cubicBezTo>
                    <a:pt x="2167" y="476"/>
                    <a:pt x="2155" y="464"/>
                    <a:pt x="2144" y="452"/>
                  </a:cubicBezTo>
                  <a:lnTo>
                    <a:pt x="2108" y="393"/>
                  </a:lnTo>
                  <a:lnTo>
                    <a:pt x="2060" y="345"/>
                  </a:lnTo>
                  <a:lnTo>
                    <a:pt x="2001" y="298"/>
                  </a:lnTo>
                  <a:cubicBezTo>
                    <a:pt x="1989" y="286"/>
                    <a:pt x="1965" y="274"/>
                    <a:pt x="1941" y="250"/>
                  </a:cubicBezTo>
                  <a:lnTo>
                    <a:pt x="1882" y="202"/>
                  </a:lnTo>
                  <a:lnTo>
                    <a:pt x="1798" y="155"/>
                  </a:lnTo>
                  <a:cubicBezTo>
                    <a:pt x="1763" y="143"/>
                    <a:pt x="1739" y="119"/>
                    <a:pt x="1703" y="107"/>
                  </a:cubicBezTo>
                  <a:cubicBezTo>
                    <a:pt x="1655" y="95"/>
                    <a:pt x="1620" y="71"/>
                    <a:pt x="1572" y="60"/>
                  </a:cubicBezTo>
                  <a:cubicBezTo>
                    <a:pt x="1489" y="36"/>
                    <a:pt x="1417" y="12"/>
                    <a:pt x="1334" y="12"/>
                  </a:cubicBezTo>
                  <a:cubicBezTo>
                    <a:pt x="1286" y="0"/>
                    <a:pt x="1251" y="0"/>
                    <a:pt x="12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0" name="Google Shape;1080;p13"/>
            <p:cNvSpPr/>
            <p:nvPr/>
          </p:nvSpPr>
          <p:spPr>
            <a:xfrm>
              <a:off x="6566206" y="-169612"/>
              <a:ext cx="142572" cy="125041"/>
            </a:xfrm>
            <a:custGeom>
              <a:avLst/>
              <a:gdLst/>
              <a:ahLst/>
              <a:cxnLst/>
              <a:rect l="l" t="t" r="r" b="b"/>
              <a:pathLst>
                <a:path w="4359" h="3823" extrusionOk="0">
                  <a:moveTo>
                    <a:pt x="1132" y="0"/>
                  </a:moveTo>
                  <a:cubicBezTo>
                    <a:pt x="501" y="0"/>
                    <a:pt x="1" y="512"/>
                    <a:pt x="1" y="1131"/>
                  </a:cubicBezTo>
                  <a:lnTo>
                    <a:pt x="1" y="2679"/>
                  </a:lnTo>
                  <a:cubicBezTo>
                    <a:pt x="1" y="3310"/>
                    <a:pt x="501" y="3810"/>
                    <a:pt x="1132" y="3822"/>
                  </a:cubicBezTo>
                  <a:lnTo>
                    <a:pt x="3216" y="3822"/>
                  </a:lnTo>
                  <a:cubicBezTo>
                    <a:pt x="3847" y="3810"/>
                    <a:pt x="4359" y="3310"/>
                    <a:pt x="4359" y="2679"/>
                  </a:cubicBezTo>
                  <a:lnTo>
                    <a:pt x="4359" y="1131"/>
                  </a:lnTo>
                  <a:cubicBezTo>
                    <a:pt x="4359" y="512"/>
                    <a:pt x="3847" y="0"/>
                    <a:pt x="3216" y="0"/>
                  </a:cubicBezTo>
                  <a:close/>
                </a:path>
              </a:pathLst>
            </a:custGeom>
            <a:solidFill>
              <a:srgbClr val="821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1" name="Google Shape;1081;p13"/>
            <p:cNvSpPr/>
            <p:nvPr/>
          </p:nvSpPr>
          <p:spPr>
            <a:xfrm>
              <a:off x="6566206" y="277825"/>
              <a:ext cx="142572" cy="124648"/>
            </a:xfrm>
            <a:custGeom>
              <a:avLst/>
              <a:gdLst/>
              <a:ahLst/>
              <a:cxnLst/>
              <a:rect l="l" t="t" r="r" b="b"/>
              <a:pathLst>
                <a:path w="4359" h="3811" extrusionOk="0">
                  <a:moveTo>
                    <a:pt x="1132" y="0"/>
                  </a:moveTo>
                  <a:cubicBezTo>
                    <a:pt x="501" y="0"/>
                    <a:pt x="1" y="512"/>
                    <a:pt x="1" y="1132"/>
                  </a:cubicBezTo>
                  <a:lnTo>
                    <a:pt x="1" y="2679"/>
                  </a:lnTo>
                  <a:cubicBezTo>
                    <a:pt x="1" y="3310"/>
                    <a:pt x="501" y="3810"/>
                    <a:pt x="1132" y="3810"/>
                  </a:cubicBezTo>
                  <a:lnTo>
                    <a:pt x="3216" y="3810"/>
                  </a:lnTo>
                  <a:cubicBezTo>
                    <a:pt x="3847" y="3810"/>
                    <a:pt x="4359" y="3310"/>
                    <a:pt x="4359" y="2679"/>
                  </a:cubicBezTo>
                  <a:lnTo>
                    <a:pt x="4359" y="1132"/>
                  </a:lnTo>
                  <a:cubicBezTo>
                    <a:pt x="4359" y="512"/>
                    <a:pt x="3847" y="0"/>
                    <a:pt x="3216" y="0"/>
                  </a:cubicBezTo>
                  <a:close/>
                </a:path>
              </a:pathLst>
            </a:custGeom>
            <a:solidFill>
              <a:srgbClr val="821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2" name="Google Shape;1082;p13"/>
            <p:cNvSpPr/>
            <p:nvPr/>
          </p:nvSpPr>
          <p:spPr>
            <a:xfrm>
              <a:off x="6588806" y="-148189"/>
              <a:ext cx="80264" cy="529240"/>
            </a:xfrm>
            <a:custGeom>
              <a:avLst/>
              <a:gdLst/>
              <a:ahLst/>
              <a:cxnLst/>
              <a:rect l="l" t="t" r="r" b="b"/>
              <a:pathLst>
                <a:path w="2454" h="16181" extrusionOk="0">
                  <a:moveTo>
                    <a:pt x="1227" y="0"/>
                  </a:moveTo>
                  <a:cubicBezTo>
                    <a:pt x="929" y="0"/>
                    <a:pt x="643" y="119"/>
                    <a:pt x="417" y="310"/>
                  </a:cubicBezTo>
                  <a:lnTo>
                    <a:pt x="393" y="333"/>
                  </a:lnTo>
                  <a:cubicBezTo>
                    <a:pt x="370" y="369"/>
                    <a:pt x="334" y="393"/>
                    <a:pt x="298" y="429"/>
                  </a:cubicBezTo>
                  <a:cubicBezTo>
                    <a:pt x="286" y="452"/>
                    <a:pt x="262" y="476"/>
                    <a:pt x="251" y="500"/>
                  </a:cubicBezTo>
                  <a:cubicBezTo>
                    <a:pt x="227" y="524"/>
                    <a:pt x="203" y="560"/>
                    <a:pt x="179" y="595"/>
                  </a:cubicBezTo>
                  <a:cubicBezTo>
                    <a:pt x="167" y="631"/>
                    <a:pt x="143" y="655"/>
                    <a:pt x="131" y="691"/>
                  </a:cubicBezTo>
                  <a:cubicBezTo>
                    <a:pt x="120" y="726"/>
                    <a:pt x="108" y="750"/>
                    <a:pt x="96" y="786"/>
                  </a:cubicBezTo>
                  <a:cubicBezTo>
                    <a:pt x="72" y="833"/>
                    <a:pt x="60" y="869"/>
                    <a:pt x="48" y="917"/>
                  </a:cubicBezTo>
                  <a:cubicBezTo>
                    <a:pt x="36" y="941"/>
                    <a:pt x="36" y="964"/>
                    <a:pt x="24" y="1000"/>
                  </a:cubicBezTo>
                  <a:cubicBezTo>
                    <a:pt x="12" y="1072"/>
                    <a:pt x="0" y="1143"/>
                    <a:pt x="0" y="1226"/>
                  </a:cubicBezTo>
                  <a:lnTo>
                    <a:pt x="0" y="14954"/>
                  </a:lnTo>
                  <a:cubicBezTo>
                    <a:pt x="0" y="15633"/>
                    <a:pt x="548" y="16181"/>
                    <a:pt x="1227" y="16181"/>
                  </a:cubicBezTo>
                  <a:cubicBezTo>
                    <a:pt x="1322" y="16181"/>
                    <a:pt x="1405" y="16169"/>
                    <a:pt x="1489" y="16157"/>
                  </a:cubicBezTo>
                  <a:lnTo>
                    <a:pt x="1524" y="16145"/>
                  </a:lnTo>
                  <a:cubicBezTo>
                    <a:pt x="1596" y="16121"/>
                    <a:pt x="1655" y="16097"/>
                    <a:pt x="1727" y="16073"/>
                  </a:cubicBezTo>
                  <a:lnTo>
                    <a:pt x="1739" y="16073"/>
                  </a:lnTo>
                  <a:cubicBezTo>
                    <a:pt x="1882" y="16002"/>
                    <a:pt x="2013" y="15907"/>
                    <a:pt x="2132" y="15788"/>
                  </a:cubicBezTo>
                  <a:cubicBezTo>
                    <a:pt x="2334" y="15561"/>
                    <a:pt x="2453" y="15276"/>
                    <a:pt x="2453" y="14966"/>
                  </a:cubicBezTo>
                  <a:lnTo>
                    <a:pt x="2453" y="1226"/>
                  </a:lnTo>
                  <a:cubicBezTo>
                    <a:pt x="2453" y="548"/>
                    <a:pt x="1905" y="0"/>
                    <a:pt x="1227" y="0"/>
                  </a:cubicBezTo>
                  <a:close/>
                </a:path>
              </a:pathLst>
            </a:custGeom>
            <a:solidFill>
              <a:srgbClr val="272425">
                <a:alpha val="200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3" name="Google Shape;1083;p13"/>
            <p:cNvSpPr/>
            <p:nvPr/>
          </p:nvSpPr>
          <p:spPr>
            <a:xfrm>
              <a:off x="6600483" y="-148189"/>
              <a:ext cx="79872" cy="529240"/>
            </a:xfrm>
            <a:custGeom>
              <a:avLst/>
              <a:gdLst/>
              <a:ahLst/>
              <a:cxnLst/>
              <a:rect l="l" t="t" r="r" b="b"/>
              <a:pathLst>
                <a:path w="2442" h="16181" extrusionOk="0">
                  <a:moveTo>
                    <a:pt x="1144" y="0"/>
                  </a:moveTo>
                  <a:cubicBezTo>
                    <a:pt x="1060" y="0"/>
                    <a:pt x="965" y="24"/>
                    <a:pt x="882" y="48"/>
                  </a:cubicBezTo>
                  <a:cubicBezTo>
                    <a:pt x="834" y="60"/>
                    <a:pt x="798" y="71"/>
                    <a:pt x="751" y="83"/>
                  </a:cubicBezTo>
                  <a:cubicBezTo>
                    <a:pt x="715" y="107"/>
                    <a:pt x="691" y="119"/>
                    <a:pt x="656" y="131"/>
                  </a:cubicBezTo>
                  <a:cubicBezTo>
                    <a:pt x="620" y="155"/>
                    <a:pt x="596" y="167"/>
                    <a:pt x="572" y="179"/>
                  </a:cubicBezTo>
                  <a:cubicBezTo>
                    <a:pt x="548" y="202"/>
                    <a:pt x="525" y="214"/>
                    <a:pt x="501" y="226"/>
                  </a:cubicBezTo>
                  <a:lnTo>
                    <a:pt x="441" y="274"/>
                  </a:lnTo>
                  <a:lnTo>
                    <a:pt x="394" y="322"/>
                  </a:lnTo>
                  <a:cubicBezTo>
                    <a:pt x="370" y="333"/>
                    <a:pt x="358" y="357"/>
                    <a:pt x="346" y="369"/>
                  </a:cubicBezTo>
                  <a:cubicBezTo>
                    <a:pt x="322" y="381"/>
                    <a:pt x="310" y="393"/>
                    <a:pt x="298" y="417"/>
                  </a:cubicBezTo>
                  <a:cubicBezTo>
                    <a:pt x="286" y="429"/>
                    <a:pt x="275" y="441"/>
                    <a:pt x="263" y="464"/>
                  </a:cubicBezTo>
                  <a:lnTo>
                    <a:pt x="227" y="512"/>
                  </a:lnTo>
                  <a:lnTo>
                    <a:pt x="191" y="560"/>
                  </a:lnTo>
                  <a:lnTo>
                    <a:pt x="167" y="607"/>
                  </a:lnTo>
                  <a:lnTo>
                    <a:pt x="132" y="655"/>
                  </a:lnTo>
                  <a:lnTo>
                    <a:pt x="108" y="703"/>
                  </a:lnTo>
                  <a:cubicBezTo>
                    <a:pt x="108" y="714"/>
                    <a:pt x="96" y="726"/>
                    <a:pt x="96" y="750"/>
                  </a:cubicBezTo>
                  <a:cubicBezTo>
                    <a:pt x="84" y="762"/>
                    <a:pt x="84" y="774"/>
                    <a:pt x="72" y="786"/>
                  </a:cubicBezTo>
                  <a:lnTo>
                    <a:pt x="60" y="833"/>
                  </a:lnTo>
                  <a:lnTo>
                    <a:pt x="48" y="881"/>
                  </a:lnTo>
                  <a:cubicBezTo>
                    <a:pt x="48" y="905"/>
                    <a:pt x="36" y="917"/>
                    <a:pt x="36" y="929"/>
                  </a:cubicBezTo>
                  <a:cubicBezTo>
                    <a:pt x="24" y="953"/>
                    <a:pt x="24" y="964"/>
                    <a:pt x="24" y="976"/>
                  </a:cubicBezTo>
                  <a:lnTo>
                    <a:pt x="24" y="1024"/>
                  </a:lnTo>
                  <a:cubicBezTo>
                    <a:pt x="24" y="1048"/>
                    <a:pt x="24" y="1060"/>
                    <a:pt x="13" y="1072"/>
                  </a:cubicBezTo>
                  <a:cubicBezTo>
                    <a:pt x="1" y="1095"/>
                    <a:pt x="13" y="1107"/>
                    <a:pt x="13" y="1119"/>
                  </a:cubicBezTo>
                  <a:lnTo>
                    <a:pt x="13" y="1167"/>
                  </a:lnTo>
                  <a:lnTo>
                    <a:pt x="13" y="1214"/>
                  </a:lnTo>
                  <a:lnTo>
                    <a:pt x="13" y="14954"/>
                  </a:lnTo>
                  <a:cubicBezTo>
                    <a:pt x="13" y="14966"/>
                    <a:pt x="13" y="14978"/>
                    <a:pt x="13" y="14990"/>
                  </a:cubicBezTo>
                  <a:lnTo>
                    <a:pt x="13" y="15050"/>
                  </a:lnTo>
                  <a:cubicBezTo>
                    <a:pt x="13" y="15061"/>
                    <a:pt x="13" y="15073"/>
                    <a:pt x="13" y="15097"/>
                  </a:cubicBezTo>
                  <a:cubicBezTo>
                    <a:pt x="13" y="15109"/>
                    <a:pt x="13" y="15121"/>
                    <a:pt x="24" y="15145"/>
                  </a:cubicBezTo>
                  <a:lnTo>
                    <a:pt x="24" y="15192"/>
                  </a:lnTo>
                  <a:cubicBezTo>
                    <a:pt x="24" y="15204"/>
                    <a:pt x="24" y="15216"/>
                    <a:pt x="24" y="15240"/>
                  </a:cubicBezTo>
                  <a:cubicBezTo>
                    <a:pt x="36" y="15252"/>
                    <a:pt x="24" y="15276"/>
                    <a:pt x="36" y="15288"/>
                  </a:cubicBezTo>
                  <a:cubicBezTo>
                    <a:pt x="48" y="15300"/>
                    <a:pt x="48" y="15323"/>
                    <a:pt x="60" y="15335"/>
                  </a:cubicBezTo>
                  <a:lnTo>
                    <a:pt x="72" y="15383"/>
                  </a:lnTo>
                  <a:lnTo>
                    <a:pt x="96" y="15431"/>
                  </a:lnTo>
                  <a:cubicBezTo>
                    <a:pt x="96" y="15454"/>
                    <a:pt x="108" y="15466"/>
                    <a:pt x="120" y="15478"/>
                  </a:cubicBezTo>
                  <a:cubicBezTo>
                    <a:pt x="120" y="15502"/>
                    <a:pt x="132" y="15514"/>
                    <a:pt x="144" y="15526"/>
                  </a:cubicBezTo>
                  <a:cubicBezTo>
                    <a:pt x="144" y="15550"/>
                    <a:pt x="155" y="15561"/>
                    <a:pt x="167" y="15585"/>
                  </a:cubicBezTo>
                  <a:cubicBezTo>
                    <a:pt x="179" y="15597"/>
                    <a:pt x="191" y="15609"/>
                    <a:pt x="203" y="15633"/>
                  </a:cubicBezTo>
                  <a:cubicBezTo>
                    <a:pt x="203" y="15645"/>
                    <a:pt x="227" y="15657"/>
                    <a:pt x="239" y="15681"/>
                  </a:cubicBezTo>
                  <a:cubicBezTo>
                    <a:pt x="239" y="15692"/>
                    <a:pt x="263" y="15716"/>
                    <a:pt x="275" y="15728"/>
                  </a:cubicBezTo>
                  <a:cubicBezTo>
                    <a:pt x="286" y="15740"/>
                    <a:pt x="298" y="15764"/>
                    <a:pt x="310" y="15776"/>
                  </a:cubicBezTo>
                  <a:lnTo>
                    <a:pt x="358" y="15823"/>
                  </a:lnTo>
                  <a:lnTo>
                    <a:pt x="417" y="15871"/>
                  </a:lnTo>
                  <a:cubicBezTo>
                    <a:pt x="429" y="15895"/>
                    <a:pt x="453" y="15907"/>
                    <a:pt x="477" y="15931"/>
                  </a:cubicBezTo>
                  <a:lnTo>
                    <a:pt x="536" y="15978"/>
                  </a:lnTo>
                  <a:cubicBezTo>
                    <a:pt x="572" y="15990"/>
                    <a:pt x="596" y="16014"/>
                    <a:pt x="620" y="16026"/>
                  </a:cubicBezTo>
                  <a:cubicBezTo>
                    <a:pt x="656" y="16050"/>
                    <a:pt x="691" y="16062"/>
                    <a:pt x="727" y="16073"/>
                  </a:cubicBezTo>
                  <a:cubicBezTo>
                    <a:pt x="763" y="16097"/>
                    <a:pt x="810" y="16109"/>
                    <a:pt x="858" y="16121"/>
                  </a:cubicBezTo>
                  <a:cubicBezTo>
                    <a:pt x="977" y="16157"/>
                    <a:pt x="1096" y="16181"/>
                    <a:pt x="1215" y="16181"/>
                  </a:cubicBezTo>
                  <a:lnTo>
                    <a:pt x="1227" y="16181"/>
                  </a:lnTo>
                  <a:cubicBezTo>
                    <a:pt x="1334" y="16181"/>
                    <a:pt x="1441" y="16169"/>
                    <a:pt x="1537" y="16133"/>
                  </a:cubicBezTo>
                  <a:cubicBezTo>
                    <a:pt x="1584" y="16121"/>
                    <a:pt x="1632" y="16109"/>
                    <a:pt x="1679" y="16085"/>
                  </a:cubicBezTo>
                  <a:lnTo>
                    <a:pt x="1787" y="16038"/>
                  </a:lnTo>
                  <a:cubicBezTo>
                    <a:pt x="1810" y="16026"/>
                    <a:pt x="1834" y="16014"/>
                    <a:pt x="1870" y="15990"/>
                  </a:cubicBezTo>
                  <a:lnTo>
                    <a:pt x="1941" y="15942"/>
                  </a:lnTo>
                  <a:cubicBezTo>
                    <a:pt x="1953" y="15931"/>
                    <a:pt x="1977" y="15919"/>
                    <a:pt x="2001" y="15907"/>
                  </a:cubicBezTo>
                  <a:cubicBezTo>
                    <a:pt x="2013" y="15883"/>
                    <a:pt x="2037" y="15871"/>
                    <a:pt x="2049" y="15859"/>
                  </a:cubicBezTo>
                  <a:lnTo>
                    <a:pt x="2096" y="15812"/>
                  </a:lnTo>
                  <a:lnTo>
                    <a:pt x="2144" y="15752"/>
                  </a:lnTo>
                  <a:lnTo>
                    <a:pt x="2180" y="15704"/>
                  </a:lnTo>
                  <a:lnTo>
                    <a:pt x="2215" y="15657"/>
                  </a:lnTo>
                  <a:lnTo>
                    <a:pt x="2251" y="15609"/>
                  </a:lnTo>
                  <a:cubicBezTo>
                    <a:pt x="2263" y="15597"/>
                    <a:pt x="2275" y="15585"/>
                    <a:pt x="2287" y="15561"/>
                  </a:cubicBezTo>
                  <a:cubicBezTo>
                    <a:pt x="2287" y="15550"/>
                    <a:pt x="2299" y="15538"/>
                    <a:pt x="2310" y="15514"/>
                  </a:cubicBezTo>
                  <a:cubicBezTo>
                    <a:pt x="2310" y="15502"/>
                    <a:pt x="2322" y="15478"/>
                    <a:pt x="2334" y="15466"/>
                  </a:cubicBezTo>
                  <a:lnTo>
                    <a:pt x="2358" y="15419"/>
                  </a:lnTo>
                  <a:cubicBezTo>
                    <a:pt x="2358" y="15407"/>
                    <a:pt x="2358" y="15383"/>
                    <a:pt x="2370" y="15371"/>
                  </a:cubicBezTo>
                  <a:cubicBezTo>
                    <a:pt x="2370" y="15359"/>
                    <a:pt x="2382" y="15335"/>
                    <a:pt x="2382" y="15323"/>
                  </a:cubicBezTo>
                  <a:cubicBezTo>
                    <a:pt x="2394" y="15311"/>
                    <a:pt x="2394" y="15288"/>
                    <a:pt x="2406" y="15276"/>
                  </a:cubicBezTo>
                  <a:cubicBezTo>
                    <a:pt x="2406" y="15264"/>
                    <a:pt x="2406" y="15240"/>
                    <a:pt x="2406" y="15228"/>
                  </a:cubicBezTo>
                  <a:cubicBezTo>
                    <a:pt x="2418" y="15204"/>
                    <a:pt x="2406" y="15192"/>
                    <a:pt x="2418" y="15180"/>
                  </a:cubicBezTo>
                  <a:cubicBezTo>
                    <a:pt x="2430" y="15157"/>
                    <a:pt x="2418" y="15145"/>
                    <a:pt x="2430" y="15133"/>
                  </a:cubicBezTo>
                  <a:cubicBezTo>
                    <a:pt x="2441" y="15109"/>
                    <a:pt x="2430" y="15097"/>
                    <a:pt x="2430" y="15085"/>
                  </a:cubicBezTo>
                  <a:lnTo>
                    <a:pt x="2430" y="15026"/>
                  </a:lnTo>
                  <a:lnTo>
                    <a:pt x="2430" y="14978"/>
                  </a:lnTo>
                  <a:lnTo>
                    <a:pt x="2430" y="1214"/>
                  </a:lnTo>
                  <a:lnTo>
                    <a:pt x="2430" y="1167"/>
                  </a:lnTo>
                  <a:lnTo>
                    <a:pt x="2430" y="1119"/>
                  </a:lnTo>
                  <a:cubicBezTo>
                    <a:pt x="2430" y="1107"/>
                    <a:pt x="2430" y="1084"/>
                    <a:pt x="2430" y="1072"/>
                  </a:cubicBezTo>
                  <a:cubicBezTo>
                    <a:pt x="2418" y="1060"/>
                    <a:pt x="2418" y="1036"/>
                    <a:pt x="2418" y="1024"/>
                  </a:cubicBezTo>
                  <a:cubicBezTo>
                    <a:pt x="2418" y="1012"/>
                    <a:pt x="2418" y="988"/>
                    <a:pt x="2418" y="976"/>
                  </a:cubicBezTo>
                  <a:cubicBezTo>
                    <a:pt x="2418" y="964"/>
                    <a:pt x="2406" y="941"/>
                    <a:pt x="2406" y="929"/>
                  </a:cubicBezTo>
                  <a:cubicBezTo>
                    <a:pt x="2406" y="905"/>
                    <a:pt x="2406" y="893"/>
                    <a:pt x="2394" y="881"/>
                  </a:cubicBezTo>
                  <a:cubicBezTo>
                    <a:pt x="2382" y="869"/>
                    <a:pt x="2382" y="845"/>
                    <a:pt x="2382" y="833"/>
                  </a:cubicBezTo>
                  <a:cubicBezTo>
                    <a:pt x="2382" y="810"/>
                    <a:pt x="2370" y="798"/>
                    <a:pt x="2358" y="786"/>
                  </a:cubicBezTo>
                  <a:cubicBezTo>
                    <a:pt x="2358" y="762"/>
                    <a:pt x="2346" y="750"/>
                    <a:pt x="2346" y="738"/>
                  </a:cubicBezTo>
                  <a:cubicBezTo>
                    <a:pt x="2346" y="714"/>
                    <a:pt x="2322" y="703"/>
                    <a:pt x="2322" y="691"/>
                  </a:cubicBezTo>
                  <a:lnTo>
                    <a:pt x="2299" y="643"/>
                  </a:lnTo>
                  <a:cubicBezTo>
                    <a:pt x="2287" y="619"/>
                    <a:pt x="2275" y="607"/>
                    <a:pt x="2263" y="595"/>
                  </a:cubicBezTo>
                  <a:cubicBezTo>
                    <a:pt x="2251" y="572"/>
                    <a:pt x="2251" y="560"/>
                    <a:pt x="2239" y="548"/>
                  </a:cubicBezTo>
                  <a:lnTo>
                    <a:pt x="2203" y="500"/>
                  </a:lnTo>
                  <a:lnTo>
                    <a:pt x="2168" y="452"/>
                  </a:lnTo>
                  <a:lnTo>
                    <a:pt x="2120" y="393"/>
                  </a:lnTo>
                  <a:cubicBezTo>
                    <a:pt x="2108" y="381"/>
                    <a:pt x="2096" y="369"/>
                    <a:pt x="2072" y="345"/>
                  </a:cubicBezTo>
                  <a:lnTo>
                    <a:pt x="2025" y="298"/>
                  </a:lnTo>
                  <a:cubicBezTo>
                    <a:pt x="2001" y="286"/>
                    <a:pt x="1989" y="274"/>
                    <a:pt x="1965" y="250"/>
                  </a:cubicBezTo>
                  <a:lnTo>
                    <a:pt x="1894" y="202"/>
                  </a:lnTo>
                  <a:lnTo>
                    <a:pt x="1822" y="155"/>
                  </a:lnTo>
                  <a:cubicBezTo>
                    <a:pt x="1787" y="143"/>
                    <a:pt x="1751" y="119"/>
                    <a:pt x="1715" y="107"/>
                  </a:cubicBezTo>
                  <a:cubicBezTo>
                    <a:pt x="1679" y="95"/>
                    <a:pt x="1632" y="71"/>
                    <a:pt x="1596" y="60"/>
                  </a:cubicBezTo>
                  <a:cubicBezTo>
                    <a:pt x="1513" y="36"/>
                    <a:pt x="1429" y="12"/>
                    <a:pt x="1346" y="12"/>
                  </a:cubicBezTo>
                  <a:cubicBezTo>
                    <a:pt x="1310" y="0"/>
                    <a:pt x="1263" y="0"/>
                    <a:pt x="121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4" name="Google Shape;1084;p13"/>
            <p:cNvSpPr/>
            <p:nvPr/>
          </p:nvSpPr>
          <p:spPr>
            <a:xfrm>
              <a:off x="6195500" y="-169612"/>
              <a:ext cx="142932" cy="125041"/>
            </a:xfrm>
            <a:custGeom>
              <a:avLst/>
              <a:gdLst/>
              <a:ahLst/>
              <a:cxnLst/>
              <a:rect l="l" t="t" r="r" b="b"/>
              <a:pathLst>
                <a:path w="4370" h="3823" extrusionOk="0">
                  <a:moveTo>
                    <a:pt x="1143" y="0"/>
                  </a:moveTo>
                  <a:cubicBezTo>
                    <a:pt x="512" y="0"/>
                    <a:pt x="12" y="512"/>
                    <a:pt x="0" y="1131"/>
                  </a:cubicBezTo>
                  <a:lnTo>
                    <a:pt x="0" y="2679"/>
                  </a:lnTo>
                  <a:cubicBezTo>
                    <a:pt x="12" y="3310"/>
                    <a:pt x="512" y="3810"/>
                    <a:pt x="1143" y="3822"/>
                  </a:cubicBezTo>
                  <a:lnTo>
                    <a:pt x="3227" y="3822"/>
                  </a:lnTo>
                  <a:cubicBezTo>
                    <a:pt x="3858" y="3810"/>
                    <a:pt x="4358" y="3310"/>
                    <a:pt x="4370" y="2679"/>
                  </a:cubicBezTo>
                  <a:lnTo>
                    <a:pt x="4370" y="1131"/>
                  </a:lnTo>
                  <a:cubicBezTo>
                    <a:pt x="4358" y="512"/>
                    <a:pt x="3858" y="0"/>
                    <a:pt x="3227" y="0"/>
                  </a:cubicBezTo>
                  <a:close/>
                </a:path>
              </a:pathLst>
            </a:custGeom>
            <a:solidFill>
              <a:srgbClr val="821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5" name="Google Shape;1085;p13"/>
            <p:cNvSpPr/>
            <p:nvPr/>
          </p:nvSpPr>
          <p:spPr>
            <a:xfrm>
              <a:off x="6195500" y="277825"/>
              <a:ext cx="142932" cy="124648"/>
            </a:xfrm>
            <a:custGeom>
              <a:avLst/>
              <a:gdLst/>
              <a:ahLst/>
              <a:cxnLst/>
              <a:rect l="l" t="t" r="r" b="b"/>
              <a:pathLst>
                <a:path w="4370" h="3811" extrusionOk="0">
                  <a:moveTo>
                    <a:pt x="1143" y="0"/>
                  </a:moveTo>
                  <a:cubicBezTo>
                    <a:pt x="512" y="0"/>
                    <a:pt x="12" y="512"/>
                    <a:pt x="0" y="1132"/>
                  </a:cubicBezTo>
                  <a:lnTo>
                    <a:pt x="0" y="2679"/>
                  </a:lnTo>
                  <a:cubicBezTo>
                    <a:pt x="12" y="3310"/>
                    <a:pt x="512" y="3810"/>
                    <a:pt x="1143" y="3810"/>
                  </a:cubicBezTo>
                  <a:lnTo>
                    <a:pt x="3227" y="3810"/>
                  </a:lnTo>
                  <a:cubicBezTo>
                    <a:pt x="3858" y="3810"/>
                    <a:pt x="4358" y="3310"/>
                    <a:pt x="4370" y="2679"/>
                  </a:cubicBezTo>
                  <a:lnTo>
                    <a:pt x="4370" y="1132"/>
                  </a:lnTo>
                  <a:cubicBezTo>
                    <a:pt x="4358" y="512"/>
                    <a:pt x="3858" y="0"/>
                    <a:pt x="3227" y="0"/>
                  </a:cubicBezTo>
                  <a:close/>
                </a:path>
              </a:pathLst>
            </a:custGeom>
            <a:solidFill>
              <a:srgbClr val="821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6" name="Google Shape;1086;p13"/>
            <p:cNvSpPr/>
            <p:nvPr/>
          </p:nvSpPr>
          <p:spPr>
            <a:xfrm>
              <a:off x="6218461" y="-148189"/>
              <a:ext cx="80264" cy="529240"/>
            </a:xfrm>
            <a:custGeom>
              <a:avLst/>
              <a:gdLst/>
              <a:ahLst/>
              <a:cxnLst/>
              <a:rect l="l" t="t" r="r" b="b"/>
              <a:pathLst>
                <a:path w="2454" h="16181" extrusionOk="0">
                  <a:moveTo>
                    <a:pt x="1227" y="0"/>
                  </a:moveTo>
                  <a:cubicBezTo>
                    <a:pt x="929" y="0"/>
                    <a:pt x="632" y="119"/>
                    <a:pt x="417" y="310"/>
                  </a:cubicBezTo>
                  <a:lnTo>
                    <a:pt x="394" y="333"/>
                  </a:lnTo>
                  <a:cubicBezTo>
                    <a:pt x="358" y="369"/>
                    <a:pt x="334" y="393"/>
                    <a:pt x="298" y="429"/>
                  </a:cubicBezTo>
                  <a:cubicBezTo>
                    <a:pt x="286" y="452"/>
                    <a:pt x="263" y="476"/>
                    <a:pt x="251" y="500"/>
                  </a:cubicBezTo>
                  <a:cubicBezTo>
                    <a:pt x="227" y="524"/>
                    <a:pt x="203" y="560"/>
                    <a:pt x="179" y="595"/>
                  </a:cubicBezTo>
                  <a:cubicBezTo>
                    <a:pt x="167" y="631"/>
                    <a:pt x="144" y="655"/>
                    <a:pt x="132" y="691"/>
                  </a:cubicBezTo>
                  <a:cubicBezTo>
                    <a:pt x="120" y="726"/>
                    <a:pt x="96" y="750"/>
                    <a:pt x="84" y="786"/>
                  </a:cubicBezTo>
                  <a:cubicBezTo>
                    <a:pt x="72" y="833"/>
                    <a:pt x="60" y="869"/>
                    <a:pt x="48" y="917"/>
                  </a:cubicBezTo>
                  <a:cubicBezTo>
                    <a:pt x="48" y="941"/>
                    <a:pt x="36" y="964"/>
                    <a:pt x="24" y="1000"/>
                  </a:cubicBezTo>
                  <a:cubicBezTo>
                    <a:pt x="13" y="1072"/>
                    <a:pt x="1" y="1143"/>
                    <a:pt x="1" y="1226"/>
                  </a:cubicBezTo>
                  <a:lnTo>
                    <a:pt x="1" y="14954"/>
                  </a:lnTo>
                  <a:cubicBezTo>
                    <a:pt x="1" y="15633"/>
                    <a:pt x="548" y="16181"/>
                    <a:pt x="1227" y="16181"/>
                  </a:cubicBezTo>
                  <a:cubicBezTo>
                    <a:pt x="1310" y="16181"/>
                    <a:pt x="1406" y="16169"/>
                    <a:pt x="1489" y="16157"/>
                  </a:cubicBezTo>
                  <a:lnTo>
                    <a:pt x="1525" y="16145"/>
                  </a:lnTo>
                  <a:cubicBezTo>
                    <a:pt x="1596" y="16121"/>
                    <a:pt x="1656" y="16097"/>
                    <a:pt x="1727" y="16073"/>
                  </a:cubicBezTo>
                  <a:lnTo>
                    <a:pt x="1739" y="16073"/>
                  </a:lnTo>
                  <a:cubicBezTo>
                    <a:pt x="1882" y="16002"/>
                    <a:pt x="2013" y="15907"/>
                    <a:pt x="2120" y="15788"/>
                  </a:cubicBezTo>
                  <a:cubicBezTo>
                    <a:pt x="2334" y="15561"/>
                    <a:pt x="2453" y="15276"/>
                    <a:pt x="2453" y="14966"/>
                  </a:cubicBezTo>
                  <a:lnTo>
                    <a:pt x="2453" y="1226"/>
                  </a:lnTo>
                  <a:cubicBezTo>
                    <a:pt x="2453" y="548"/>
                    <a:pt x="1906" y="0"/>
                    <a:pt x="1227" y="0"/>
                  </a:cubicBezTo>
                  <a:close/>
                </a:path>
              </a:pathLst>
            </a:custGeom>
            <a:solidFill>
              <a:srgbClr val="272425">
                <a:alpha val="200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7" name="Google Shape;1087;p13"/>
            <p:cNvSpPr/>
            <p:nvPr/>
          </p:nvSpPr>
          <p:spPr>
            <a:xfrm>
              <a:off x="6230922" y="-148189"/>
              <a:ext cx="78694" cy="529240"/>
            </a:xfrm>
            <a:custGeom>
              <a:avLst/>
              <a:gdLst/>
              <a:ahLst/>
              <a:cxnLst/>
              <a:rect l="l" t="t" r="r" b="b"/>
              <a:pathLst>
                <a:path w="2406" h="16181" extrusionOk="0">
                  <a:moveTo>
                    <a:pt x="1120" y="0"/>
                  </a:moveTo>
                  <a:cubicBezTo>
                    <a:pt x="1036" y="0"/>
                    <a:pt x="941" y="24"/>
                    <a:pt x="858" y="48"/>
                  </a:cubicBezTo>
                  <a:cubicBezTo>
                    <a:pt x="822" y="60"/>
                    <a:pt x="775" y="71"/>
                    <a:pt x="727" y="83"/>
                  </a:cubicBezTo>
                  <a:cubicBezTo>
                    <a:pt x="703" y="107"/>
                    <a:pt x="667" y="119"/>
                    <a:pt x="632" y="131"/>
                  </a:cubicBezTo>
                  <a:cubicBezTo>
                    <a:pt x="596" y="155"/>
                    <a:pt x="584" y="167"/>
                    <a:pt x="548" y="179"/>
                  </a:cubicBezTo>
                  <a:cubicBezTo>
                    <a:pt x="525" y="202"/>
                    <a:pt x="501" y="214"/>
                    <a:pt x="489" y="226"/>
                  </a:cubicBezTo>
                  <a:lnTo>
                    <a:pt x="417" y="274"/>
                  </a:lnTo>
                  <a:lnTo>
                    <a:pt x="370" y="322"/>
                  </a:lnTo>
                  <a:lnTo>
                    <a:pt x="322" y="369"/>
                  </a:lnTo>
                  <a:cubicBezTo>
                    <a:pt x="310" y="381"/>
                    <a:pt x="286" y="393"/>
                    <a:pt x="274" y="417"/>
                  </a:cubicBezTo>
                  <a:lnTo>
                    <a:pt x="239" y="464"/>
                  </a:lnTo>
                  <a:lnTo>
                    <a:pt x="203" y="512"/>
                  </a:lnTo>
                  <a:lnTo>
                    <a:pt x="167" y="560"/>
                  </a:lnTo>
                  <a:cubicBezTo>
                    <a:pt x="155" y="572"/>
                    <a:pt x="155" y="583"/>
                    <a:pt x="144" y="607"/>
                  </a:cubicBezTo>
                  <a:lnTo>
                    <a:pt x="120" y="655"/>
                  </a:lnTo>
                  <a:cubicBezTo>
                    <a:pt x="108" y="667"/>
                    <a:pt x="96" y="679"/>
                    <a:pt x="96" y="703"/>
                  </a:cubicBezTo>
                  <a:cubicBezTo>
                    <a:pt x="84" y="714"/>
                    <a:pt x="72" y="726"/>
                    <a:pt x="72" y="750"/>
                  </a:cubicBezTo>
                  <a:cubicBezTo>
                    <a:pt x="60" y="762"/>
                    <a:pt x="60" y="774"/>
                    <a:pt x="48" y="786"/>
                  </a:cubicBezTo>
                  <a:lnTo>
                    <a:pt x="36" y="833"/>
                  </a:lnTo>
                  <a:lnTo>
                    <a:pt x="24" y="881"/>
                  </a:lnTo>
                  <a:cubicBezTo>
                    <a:pt x="24" y="905"/>
                    <a:pt x="13" y="917"/>
                    <a:pt x="13" y="929"/>
                  </a:cubicBezTo>
                  <a:cubicBezTo>
                    <a:pt x="1" y="953"/>
                    <a:pt x="1" y="964"/>
                    <a:pt x="1" y="976"/>
                  </a:cubicBezTo>
                  <a:lnTo>
                    <a:pt x="1" y="1024"/>
                  </a:lnTo>
                  <a:lnTo>
                    <a:pt x="1" y="1072"/>
                  </a:lnTo>
                  <a:lnTo>
                    <a:pt x="1" y="1119"/>
                  </a:lnTo>
                  <a:lnTo>
                    <a:pt x="1" y="1167"/>
                  </a:lnTo>
                  <a:lnTo>
                    <a:pt x="1" y="1214"/>
                  </a:lnTo>
                  <a:lnTo>
                    <a:pt x="1" y="14954"/>
                  </a:lnTo>
                  <a:lnTo>
                    <a:pt x="1" y="14990"/>
                  </a:lnTo>
                  <a:lnTo>
                    <a:pt x="1" y="15050"/>
                  </a:lnTo>
                  <a:lnTo>
                    <a:pt x="1" y="15097"/>
                  </a:lnTo>
                  <a:lnTo>
                    <a:pt x="1" y="15145"/>
                  </a:lnTo>
                  <a:lnTo>
                    <a:pt x="1" y="15192"/>
                  </a:lnTo>
                  <a:cubicBezTo>
                    <a:pt x="1" y="15204"/>
                    <a:pt x="1" y="15216"/>
                    <a:pt x="13" y="15240"/>
                  </a:cubicBezTo>
                  <a:cubicBezTo>
                    <a:pt x="13" y="15252"/>
                    <a:pt x="13" y="15276"/>
                    <a:pt x="24" y="15288"/>
                  </a:cubicBezTo>
                  <a:cubicBezTo>
                    <a:pt x="36" y="15300"/>
                    <a:pt x="36" y="15323"/>
                    <a:pt x="36" y="15335"/>
                  </a:cubicBezTo>
                  <a:cubicBezTo>
                    <a:pt x="36" y="15347"/>
                    <a:pt x="48" y="15371"/>
                    <a:pt x="60" y="15383"/>
                  </a:cubicBezTo>
                  <a:cubicBezTo>
                    <a:pt x="60" y="15407"/>
                    <a:pt x="60" y="15419"/>
                    <a:pt x="72" y="15431"/>
                  </a:cubicBezTo>
                  <a:cubicBezTo>
                    <a:pt x="84" y="15454"/>
                    <a:pt x="84" y="15466"/>
                    <a:pt x="96" y="15478"/>
                  </a:cubicBezTo>
                  <a:cubicBezTo>
                    <a:pt x="108" y="15502"/>
                    <a:pt x="108" y="15514"/>
                    <a:pt x="120" y="15526"/>
                  </a:cubicBezTo>
                  <a:cubicBezTo>
                    <a:pt x="132" y="15550"/>
                    <a:pt x="144" y="15561"/>
                    <a:pt x="144" y="15585"/>
                  </a:cubicBezTo>
                  <a:cubicBezTo>
                    <a:pt x="155" y="15597"/>
                    <a:pt x="167" y="15609"/>
                    <a:pt x="179" y="15633"/>
                  </a:cubicBezTo>
                  <a:cubicBezTo>
                    <a:pt x="191" y="15645"/>
                    <a:pt x="203" y="15669"/>
                    <a:pt x="215" y="15681"/>
                  </a:cubicBezTo>
                  <a:lnTo>
                    <a:pt x="251" y="15728"/>
                  </a:lnTo>
                  <a:lnTo>
                    <a:pt x="298" y="15776"/>
                  </a:lnTo>
                  <a:lnTo>
                    <a:pt x="334" y="15823"/>
                  </a:lnTo>
                  <a:lnTo>
                    <a:pt x="394" y="15871"/>
                  </a:lnTo>
                  <a:cubicBezTo>
                    <a:pt x="417" y="15895"/>
                    <a:pt x="429" y="15907"/>
                    <a:pt x="453" y="15931"/>
                  </a:cubicBezTo>
                  <a:cubicBezTo>
                    <a:pt x="477" y="15942"/>
                    <a:pt x="501" y="15966"/>
                    <a:pt x="525" y="15978"/>
                  </a:cubicBezTo>
                  <a:cubicBezTo>
                    <a:pt x="584" y="16014"/>
                    <a:pt x="644" y="16050"/>
                    <a:pt x="703" y="16073"/>
                  </a:cubicBezTo>
                  <a:cubicBezTo>
                    <a:pt x="751" y="16097"/>
                    <a:pt x="798" y="16109"/>
                    <a:pt x="834" y="16121"/>
                  </a:cubicBezTo>
                  <a:cubicBezTo>
                    <a:pt x="953" y="16157"/>
                    <a:pt x="1072" y="16181"/>
                    <a:pt x="1191" y="16181"/>
                  </a:cubicBezTo>
                  <a:lnTo>
                    <a:pt x="1203" y="16181"/>
                  </a:lnTo>
                  <a:cubicBezTo>
                    <a:pt x="1310" y="16181"/>
                    <a:pt x="1417" y="16169"/>
                    <a:pt x="1525" y="16133"/>
                  </a:cubicBezTo>
                  <a:cubicBezTo>
                    <a:pt x="1572" y="16121"/>
                    <a:pt x="1620" y="16109"/>
                    <a:pt x="1656" y="16085"/>
                  </a:cubicBezTo>
                  <a:cubicBezTo>
                    <a:pt x="1691" y="16073"/>
                    <a:pt x="1727" y="16062"/>
                    <a:pt x="1763" y="16038"/>
                  </a:cubicBezTo>
                  <a:lnTo>
                    <a:pt x="1846" y="15990"/>
                  </a:lnTo>
                  <a:lnTo>
                    <a:pt x="1918" y="15942"/>
                  </a:lnTo>
                  <a:cubicBezTo>
                    <a:pt x="1941" y="15931"/>
                    <a:pt x="1953" y="15919"/>
                    <a:pt x="1977" y="15907"/>
                  </a:cubicBezTo>
                  <a:lnTo>
                    <a:pt x="2037" y="15859"/>
                  </a:lnTo>
                  <a:lnTo>
                    <a:pt x="2084" y="15812"/>
                  </a:lnTo>
                  <a:lnTo>
                    <a:pt x="2120" y="15752"/>
                  </a:lnTo>
                  <a:cubicBezTo>
                    <a:pt x="2144" y="15740"/>
                    <a:pt x="2156" y="15728"/>
                    <a:pt x="2168" y="15704"/>
                  </a:cubicBezTo>
                  <a:cubicBezTo>
                    <a:pt x="2179" y="15692"/>
                    <a:pt x="2191" y="15681"/>
                    <a:pt x="2203" y="15657"/>
                  </a:cubicBezTo>
                  <a:lnTo>
                    <a:pt x="2227" y="15609"/>
                  </a:lnTo>
                  <a:lnTo>
                    <a:pt x="2263" y="15561"/>
                  </a:lnTo>
                  <a:cubicBezTo>
                    <a:pt x="2275" y="15550"/>
                    <a:pt x="2275" y="15538"/>
                    <a:pt x="2287" y="15514"/>
                  </a:cubicBezTo>
                  <a:cubicBezTo>
                    <a:pt x="2299" y="15502"/>
                    <a:pt x="2299" y="15478"/>
                    <a:pt x="2310" y="15466"/>
                  </a:cubicBezTo>
                  <a:cubicBezTo>
                    <a:pt x="2310" y="15454"/>
                    <a:pt x="2322" y="15431"/>
                    <a:pt x="2334" y="15419"/>
                  </a:cubicBezTo>
                  <a:cubicBezTo>
                    <a:pt x="2334" y="15407"/>
                    <a:pt x="2346" y="15383"/>
                    <a:pt x="2346" y="15371"/>
                  </a:cubicBezTo>
                  <a:cubicBezTo>
                    <a:pt x="2346" y="15359"/>
                    <a:pt x="2358" y="15335"/>
                    <a:pt x="2370" y="15323"/>
                  </a:cubicBezTo>
                  <a:lnTo>
                    <a:pt x="2382" y="15276"/>
                  </a:lnTo>
                  <a:cubicBezTo>
                    <a:pt x="2382" y="15264"/>
                    <a:pt x="2394" y="15240"/>
                    <a:pt x="2394" y="15228"/>
                  </a:cubicBezTo>
                  <a:lnTo>
                    <a:pt x="2406" y="15180"/>
                  </a:lnTo>
                  <a:cubicBezTo>
                    <a:pt x="2406" y="15157"/>
                    <a:pt x="2406" y="15145"/>
                    <a:pt x="2406" y="15133"/>
                  </a:cubicBezTo>
                  <a:lnTo>
                    <a:pt x="2406" y="15085"/>
                  </a:lnTo>
                  <a:lnTo>
                    <a:pt x="2406" y="15026"/>
                  </a:lnTo>
                  <a:lnTo>
                    <a:pt x="2406" y="14978"/>
                  </a:lnTo>
                  <a:cubicBezTo>
                    <a:pt x="2406" y="14978"/>
                    <a:pt x="2406" y="14966"/>
                    <a:pt x="2406" y="14954"/>
                  </a:cubicBezTo>
                  <a:lnTo>
                    <a:pt x="2406" y="1214"/>
                  </a:lnTo>
                  <a:lnTo>
                    <a:pt x="2394" y="1214"/>
                  </a:lnTo>
                  <a:lnTo>
                    <a:pt x="2394" y="1167"/>
                  </a:lnTo>
                  <a:lnTo>
                    <a:pt x="2394" y="1119"/>
                  </a:lnTo>
                  <a:lnTo>
                    <a:pt x="2394" y="1072"/>
                  </a:lnTo>
                  <a:cubicBezTo>
                    <a:pt x="2394" y="1060"/>
                    <a:pt x="2394" y="1036"/>
                    <a:pt x="2394" y="1024"/>
                  </a:cubicBezTo>
                  <a:lnTo>
                    <a:pt x="2394" y="976"/>
                  </a:lnTo>
                  <a:cubicBezTo>
                    <a:pt x="2394" y="964"/>
                    <a:pt x="2382" y="941"/>
                    <a:pt x="2382" y="929"/>
                  </a:cubicBezTo>
                  <a:cubicBezTo>
                    <a:pt x="2382" y="917"/>
                    <a:pt x="2382" y="893"/>
                    <a:pt x="2370" y="881"/>
                  </a:cubicBezTo>
                  <a:cubicBezTo>
                    <a:pt x="2370" y="869"/>
                    <a:pt x="2358" y="845"/>
                    <a:pt x="2358" y="833"/>
                  </a:cubicBezTo>
                  <a:lnTo>
                    <a:pt x="2334" y="786"/>
                  </a:lnTo>
                  <a:lnTo>
                    <a:pt x="2322" y="738"/>
                  </a:lnTo>
                  <a:cubicBezTo>
                    <a:pt x="2322" y="714"/>
                    <a:pt x="2299" y="703"/>
                    <a:pt x="2299" y="691"/>
                  </a:cubicBezTo>
                  <a:lnTo>
                    <a:pt x="2275" y="643"/>
                  </a:lnTo>
                  <a:cubicBezTo>
                    <a:pt x="2263" y="619"/>
                    <a:pt x="2251" y="607"/>
                    <a:pt x="2239" y="595"/>
                  </a:cubicBezTo>
                  <a:lnTo>
                    <a:pt x="2215" y="548"/>
                  </a:lnTo>
                  <a:cubicBezTo>
                    <a:pt x="2203" y="524"/>
                    <a:pt x="2191" y="512"/>
                    <a:pt x="2179" y="500"/>
                  </a:cubicBezTo>
                  <a:cubicBezTo>
                    <a:pt x="2168" y="476"/>
                    <a:pt x="2156" y="464"/>
                    <a:pt x="2144" y="452"/>
                  </a:cubicBezTo>
                  <a:lnTo>
                    <a:pt x="2096" y="393"/>
                  </a:lnTo>
                  <a:lnTo>
                    <a:pt x="2060" y="345"/>
                  </a:lnTo>
                  <a:lnTo>
                    <a:pt x="2001" y="298"/>
                  </a:lnTo>
                  <a:cubicBezTo>
                    <a:pt x="1977" y="286"/>
                    <a:pt x="1965" y="274"/>
                    <a:pt x="1941" y="250"/>
                  </a:cubicBezTo>
                  <a:lnTo>
                    <a:pt x="1882" y="202"/>
                  </a:lnTo>
                  <a:lnTo>
                    <a:pt x="1798" y="155"/>
                  </a:lnTo>
                  <a:cubicBezTo>
                    <a:pt x="1763" y="143"/>
                    <a:pt x="1727" y="119"/>
                    <a:pt x="1703" y="107"/>
                  </a:cubicBezTo>
                  <a:cubicBezTo>
                    <a:pt x="1656" y="95"/>
                    <a:pt x="1608" y="71"/>
                    <a:pt x="1572" y="60"/>
                  </a:cubicBezTo>
                  <a:cubicBezTo>
                    <a:pt x="1489" y="36"/>
                    <a:pt x="1406" y="12"/>
                    <a:pt x="1322" y="12"/>
                  </a:cubicBezTo>
                  <a:cubicBezTo>
                    <a:pt x="1287" y="0"/>
                    <a:pt x="1239" y="0"/>
                    <a:pt x="12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8" name="Google Shape;1088;p13"/>
            <p:cNvSpPr/>
            <p:nvPr/>
          </p:nvSpPr>
          <p:spPr>
            <a:xfrm>
              <a:off x="7819390" y="-169612"/>
              <a:ext cx="142539" cy="125041"/>
            </a:xfrm>
            <a:custGeom>
              <a:avLst/>
              <a:gdLst/>
              <a:ahLst/>
              <a:cxnLst/>
              <a:rect l="l" t="t" r="r" b="b"/>
              <a:pathLst>
                <a:path w="4358" h="3823" extrusionOk="0">
                  <a:moveTo>
                    <a:pt x="1143" y="0"/>
                  </a:moveTo>
                  <a:cubicBezTo>
                    <a:pt x="512" y="0"/>
                    <a:pt x="0" y="512"/>
                    <a:pt x="0" y="1131"/>
                  </a:cubicBezTo>
                  <a:lnTo>
                    <a:pt x="0" y="2679"/>
                  </a:lnTo>
                  <a:cubicBezTo>
                    <a:pt x="0" y="3310"/>
                    <a:pt x="512" y="3810"/>
                    <a:pt x="1143" y="3822"/>
                  </a:cubicBezTo>
                  <a:lnTo>
                    <a:pt x="3227" y="3822"/>
                  </a:lnTo>
                  <a:cubicBezTo>
                    <a:pt x="3858" y="3810"/>
                    <a:pt x="4358" y="3310"/>
                    <a:pt x="4358" y="2679"/>
                  </a:cubicBezTo>
                  <a:lnTo>
                    <a:pt x="4358" y="1131"/>
                  </a:lnTo>
                  <a:cubicBezTo>
                    <a:pt x="4358" y="512"/>
                    <a:pt x="3858" y="0"/>
                    <a:pt x="3227" y="0"/>
                  </a:cubicBezTo>
                  <a:close/>
                </a:path>
              </a:pathLst>
            </a:custGeom>
            <a:solidFill>
              <a:srgbClr val="821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9" name="Google Shape;1089;p13"/>
            <p:cNvSpPr/>
            <p:nvPr/>
          </p:nvSpPr>
          <p:spPr>
            <a:xfrm>
              <a:off x="7819390" y="277825"/>
              <a:ext cx="142539" cy="124648"/>
            </a:xfrm>
            <a:custGeom>
              <a:avLst/>
              <a:gdLst/>
              <a:ahLst/>
              <a:cxnLst/>
              <a:rect l="l" t="t" r="r" b="b"/>
              <a:pathLst>
                <a:path w="4358" h="3811" extrusionOk="0">
                  <a:moveTo>
                    <a:pt x="1143" y="0"/>
                  </a:moveTo>
                  <a:cubicBezTo>
                    <a:pt x="512" y="0"/>
                    <a:pt x="0" y="512"/>
                    <a:pt x="0" y="1132"/>
                  </a:cubicBezTo>
                  <a:lnTo>
                    <a:pt x="0" y="2679"/>
                  </a:lnTo>
                  <a:cubicBezTo>
                    <a:pt x="0" y="3298"/>
                    <a:pt x="512" y="3810"/>
                    <a:pt x="1143" y="3810"/>
                  </a:cubicBezTo>
                  <a:lnTo>
                    <a:pt x="3227" y="3810"/>
                  </a:lnTo>
                  <a:cubicBezTo>
                    <a:pt x="3846" y="3810"/>
                    <a:pt x="4358" y="3298"/>
                    <a:pt x="4358" y="2679"/>
                  </a:cubicBezTo>
                  <a:lnTo>
                    <a:pt x="4358" y="1132"/>
                  </a:lnTo>
                  <a:cubicBezTo>
                    <a:pt x="4358" y="512"/>
                    <a:pt x="3846" y="0"/>
                    <a:pt x="3227" y="0"/>
                  </a:cubicBezTo>
                  <a:close/>
                </a:path>
              </a:pathLst>
            </a:custGeom>
            <a:solidFill>
              <a:srgbClr val="821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0" name="Google Shape;1090;p13"/>
            <p:cNvSpPr/>
            <p:nvPr/>
          </p:nvSpPr>
          <p:spPr>
            <a:xfrm>
              <a:off x="7842350" y="-148189"/>
              <a:ext cx="80264" cy="529240"/>
            </a:xfrm>
            <a:custGeom>
              <a:avLst/>
              <a:gdLst/>
              <a:ahLst/>
              <a:cxnLst/>
              <a:rect l="l" t="t" r="r" b="b"/>
              <a:pathLst>
                <a:path w="2454" h="16181" extrusionOk="0">
                  <a:moveTo>
                    <a:pt x="1227" y="0"/>
                  </a:moveTo>
                  <a:cubicBezTo>
                    <a:pt x="929" y="0"/>
                    <a:pt x="632" y="119"/>
                    <a:pt x="417" y="310"/>
                  </a:cubicBezTo>
                  <a:lnTo>
                    <a:pt x="394" y="333"/>
                  </a:lnTo>
                  <a:cubicBezTo>
                    <a:pt x="358" y="369"/>
                    <a:pt x="322" y="393"/>
                    <a:pt x="298" y="429"/>
                  </a:cubicBezTo>
                  <a:cubicBezTo>
                    <a:pt x="275" y="452"/>
                    <a:pt x="263" y="476"/>
                    <a:pt x="239" y="500"/>
                  </a:cubicBezTo>
                  <a:cubicBezTo>
                    <a:pt x="227" y="524"/>
                    <a:pt x="203" y="560"/>
                    <a:pt x="179" y="595"/>
                  </a:cubicBezTo>
                  <a:cubicBezTo>
                    <a:pt x="155" y="631"/>
                    <a:pt x="144" y="655"/>
                    <a:pt x="132" y="691"/>
                  </a:cubicBezTo>
                  <a:cubicBezTo>
                    <a:pt x="108" y="726"/>
                    <a:pt x="96" y="750"/>
                    <a:pt x="84" y="786"/>
                  </a:cubicBezTo>
                  <a:cubicBezTo>
                    <a:pt x="72" y="833"/>
                    <a:pt x="60" y="869"/>
                    <a:pt x="48" y="917"/>
                  </a:cubicBezTo>
                  <a:cubicBezTo>
                    <a:pt x="36" y="941"/>
                    <a:pt x="25" y="964"/>
                    <a:pt x="25" y="1000"/>
                  </a:cubicBezTo>
                  <a:cubicBezTo>
                    <a:pt x="13" y="1072"/>
                    <a:pt x="1" y="1143"/>
                    <a:pt x="1" y="1226"/>
                  </a:cubicBezTo>
                  <a:lnTo>
                    <a:pt x="1" y="14954"/>
                  </a:lnTo>
                  <a:cubicBezTo>
                    <a:pt x="1" y="15633"/>
                    <a:pt x="548" y="16181"/>
                    <a:pt x="1227" y="16181"/>
                  </a:cubicBezTo>
                  <a:cubicBezTo>
                    <a:pt x="1310" y="16181"/>
                    <a:pt x="1394" y="16169"/>
                    <a:pt x="1477" y="16157"/>
                  </a:cubicBezTo>
                  <a:lnTo>
                    <a:pt x="1525" y="16145"/>
                  </a:lnTo>
                  <a:cubicBezTo>
                    <a:pt x="1584" y="16121"/>
                    <a:pt x="1656" y="16097"/>
                    <a:pt x="1727" y="16073"/>
                  </a:cubicBezTo>
                  <a:lnTo>
                    <a:pt x="1739" y="16073"/>
                  </a:lnTo>
                  <a:cubicBezTo>
                    <a:pt x="1882" y="16002"/>
                    <a:pt x="2013" y="15907"/>
                    <a:pt x="2120" y="15788"/>
                  </a:cubicBezTo>
                  <a:cubicBezTo>
                    <a:pt x="2334" y="15561"/>
                    <a:pt x="2453" y="15276"/>
                    <a:pt x="2453" y="14966"/>
                  </a:cubicBezTo>
                  <a:lnTo>
                    <a:pt x="2453" y="1226"/>
                  </a:lnTo>
                  <a:cubicBezTo>
                    <a:pt x="2453" y="548"/>
                    <a:pt x="1906" y="0"/>
                    <a:pt x="1227" y="0"/>
                  </a:cubicBezTo>
                  <a:close/>
                </a:path>
              </a:pathLst>
            </a:custGeom>
            <a:solidFill>
              <a:srgbClr val="272425">
                <a:alpha val="200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1" name="Google Shape;1091;p13"/>
            <p:cNvSpPr/>
            <p:nvPr/>
          </p:nvSpPr>
          <p:spPr>
            <a:xfrm>
              <a:off x="7854027" y="-148189"/>
              <a:ext cx="79087" cy="529240"/>
            </a:xfrm>
            <a:custGeom>
              <a:avLst/>
              <a:gdLst/>
              <a:ahLst/>
              <a:cxnLst/>
              <a:rect l="l" t="t" r="r" b="b"/>
              <a:pathLst>
                <a:path w="2418" h="16181" extrusionOk="0">
                  <a:moveTo>
                    <a:pt x="1132" y="0"/>
                  </a:moveTo>
                  <a:cubicBezTo>
                    <a:pt x="1049" y="0"/>
                    <a:pt x="965" y="24"/>
                    <a:pt x="882" y="48"/>
                  </a:cubicBezTo>
                  <a:cubicBezTo>
                    <a:pt x="834" y="60"/>
                    <a:pt x="787" y="71"/>
                    <a:pt x="739" y="83"/>
                  </a:cubicBezTo>
                  <a:cubicBezTo>
                    <a:pt x="715" y="107"/>
                    <a:pt x="680" y="119"/>
                    <a:pt x="644" y="131"/>
                  </a:cubicBezTo>
                  <a:cubicBezTo>
                    <a:pt x="620" y="155"/>
                    <a:pt x="596" y="167"/>
                    <a:pt x="572" y="179"/>
                  </a:cubicBezTo>
                  <a:cubicBezTo>
                    <a:pt x="537" y="202"/>
                    <a:pt x="525" y="214"/>
                    <a:pt x="501" y="226"/>
                  </a:cubicBezTo>
                  <a:lnTo>
                    <a:pt x="430" y="274"/>
                  </a:lnTo>
                  <a:lnTo>
                    <a:pt x="382" y="322"/>
                  </a:lnTo>
                  <a:cubicBezTo>
                    <a:pt x="370" y="333"/>
                    <a:pt x="346" y="357"/>
                    <a:pt x="334" y="369"/>
                  </a:cubicBezTo>
                  <a:lnTo>
                    <a:pt x="287" y="417"/>
                  </a:lnTo>
                  <a:cubicBezTo>
                    <a:pt x="275" y="429"/>
                    <a:pt x="263" y="441"/>
                    <a:pt x="251" y="464"/>
                  </a:cubicBezTo>
                  <a:lnTo>
                    <a:pt x="215" y="512"/>
                  </a:lnTo>
                  <a:lnTo>
                    <a:pt x="179" y="560"/>
                  </a:lnTo>
                  <a:lnTo>
                    <a:pt x="156" y="607"/>
                  </a:lnTo>
                  <a:lnTo>
                    <a:pt x="132" y="655"/>
                  </a:lnTo>
                  <a:lnTo>
                    <a:pt x="108" y="703"/>
                  </a:lnTo>
                  <a:cubicBezTo>
                    <a:pt x="108" y="714"/>
                    <a:pt x="96" y="726"/>
                    <a:pt x="84" y="750"/>
                  </a:cubicBezTo>
                  <a:cubicBezTo>
                    <a:pt x="72" y="762"/>
                    <a:pt x="72" y="774"/>
                    <a:pt x="60" y="786"/>
                  </a:cubicBezTo>
                  <a:lnTo>
                    <a:pt x="49" y="833"/>
                  </a:lnTo>
                  <a:lnTo>
                    <a:pt x="37" y="881"/>
                  </a:lnTo>
                  <a:cubicBezTo>
                    <a:pt x="37" y="905"/>
                    <a:pt x="25" y="917"/>
                    <a:pt x="25" y="929"/>
                  </a:cubicBezTo>
                  <a:cubicBezTo>
                    <a:pt x="13" y="953"/>
                    <a:pt x="13" y="964"/>
                    <a:pt x="13" y="976"/>
                  </a:cubicBezTo>
                  <a:lnTo>
                    <a:pt x="13" y="1024"/>
                  </a:lnTo>
                  <a:cubicBezTo>
                    <a:pt x="13" y="1048"/>
                    <a:pt x="13" y="1060"/>
                    <a:pt x="1" y="1072"/>
                  </a:cubicBezTo>
                  <a:cubicBezTo>
                    <a:pt x="1" y="1095"/>
                    <a:pt x="1" y="1107"/>
                    <a:pt x="1" y="1119"/>
                  </a:cubicBezTo>
                  <a:lnTo>
                    <a:pt x="1" y="1167"/>
                  </a:lnTo>
                  <a:lnTo>
                    <a:pt x="1" y="1214"/>
                  </a:lnTo>
                  <a:lnTo>
                    <a:pt x="1" y="14954"/>
                  </a:lnTo>
                  <a:cubicBezTo>
                    <a:pt x="1" y="14966"/>
                    <a:pt x="1" y="14978"/>
                    <a:pt x="1" y="14990"/>
                  </a:cubicBezTo>
                  <a:lnTo>
                    <a:pt x="1" y="15050"/>
                  </a:lnTo>
                  <a:cubicBezTo>
                    <a:pt x="1" y="15061"/>
                    <a:pt x="1" y="15073"/>
                    <a:pt x="1" y="15097"/>
                  </a:cubicBezTo>
                  <a:cubicBezTo>
                    <a:pt x="1" y="15109"/>
                    <a:pt x="13" y="15121"/>
                    <a:pt x="13" y="15145"/>
                  </a:cubicBezTo>
                  <a:lnTo>
                    <a:pt x="13" y="15192"/>
                  </a:lnTo>
                  <a:cubicBezTo>
                    <a:pt x="13" y="15204"/>
                    <a:pt x="13" y="15216"/>
                    <a:pt x="25" y="15240"/>
                  </a:cubicBezTo>
                  <a:cubicBezTo>
                    <a:pt x="37" y="15252"/>
                    <a:pt x="25" y="15276"/>
                    <a:pt x="37" y="15288"/>
                  </a:cubicBezTo>
                  <a:cubicBezTo>
                    <a:pt x="49" y="15300"/>
                    <a:pt x="49" y="15323"/>
                    <a:pt x="49" y="15335"/>
                  </a:cubicBezTo>
                  <a:lnTo>
                    <a:pt x="60" y="15383"/>
                  </a:lnTo>
                  <a:lnTo>
                    <a:pt x="84" y="15431"/>
                  </a:lnTo>
                  <a:cubicBezTo>
                    <a:pt x="84" y="15454"/>
                    <a:pt x="96" y="15466"/>
                    <a:pt x="108" y="15478"/>
                  </a:cubicBezTo>
                  <a:cubicBezTo>
                    <a:pt x="120" y="15502"/>
                    <a:pt x="120" y="15514"/>
                    <a:pt x="132" y="15526"/>
                  </a:cubicBezTo>
                  <a:cubicBezTo>
                    <a:pt x="144" y="15550"/>
                    <a:pt x="156" y="15561"/>
                    <a:pt x="156" y="15585"/>
                  </a:cubicBezTo>
                  <a:cubicBezTo>
                    <a:pt x="168" y="15597"/>
                    <a:pt x="179" y="15609"/>
                    <a:pt x="191" y="15633"/>
                  </a:cubicBezTo>
                  <a:cubicBezTo>
                    <a:pt x="203" y="15645"/>
                    <a:pt x="215" y="15657"/>
                    <a:pt x="227" y="15681"/>
                  </a:cubicBezTo>
                  <a:cubicBezTo>
                    <a:pt x="239" y="15692"/>
                    <a:pt x="251" y="15716"/>
                    <a:pt x="263" y="15728"/>
                  </a:cubicBezTo>
                  <a:cubicBezTo>
                    <a:pt x="275" y="15740"/>
                    <a:pt x="287" y="15764"/>
                    <a:pt x="310" y="15776"/>
                  </a:cubicBezTo>
                  <a:lnTo>
                    <a:pt x="358" y="15823"/>
                  </a:lnTo>
                  <a:lnTo>
                    <a:pt x="406" y="15871"/>
                  </a:lnTo>
                  <a:cubicBezTo>
                    <a:pt x="430" y="15895"/>
                    <a:pt x="441" y="15907"/>
                    <a:pt x="465" y="15931"/>
                  </a:cubicBezTo>
                  <a:lnTo>
                    <a:pt x="537" y="15978"/>
                  </a:lnTo>
                  <a:cubicBezTo>
                    <a:pt x="560" y="15990"/>
                    <a:pt x="584" y="16014"/>
                    <a:pt x="620" y="16026"/>
                  </a:cubicBezTo>
                  <a:cubicBezTo>
                    <a:pt x="644" y="16050"/>
                    <a:pt x="680" y="16062"/>
                    <a:pt x="715" y="16073"/>
                  </a:cubicBezTo>
                  <a:cubicBezTo>
                    <a:pt x="763" y="16097"/>
                    <a:pt x="811" y="16109"/>
                    <a:pt x="846" y="16121"/>
                  </a:cubicBezTo>
                  <a:cubicBezTo>
                    <a:pt x="965" y="16157"/>
                    <a:pt x="1084" y="16181"/>
                    <a:pt x="1203" y="16181"/>
                  </a:cubicBezTo>
                  <a:lnTo>
                    <a:pt x="1215" y="16181"/>
                  </a:lnTo>
                  <a:cubicBezTo>
                    <a:pt x="1322" y="16181"/>
                    <a:pt x="1430" y="16169"/>
                    <a:pt x="1537" y="16133"/>
                  </a:cubicBezTo>
                  <a:cubicBezTo>
                    <a:pt x="1584" y="16121"/>
                    <a:pt x="1632" y="16109"/>
                    <a:pt x="1680" y="16085"/>
                  </a:cubicBezTo>
                  <a:lnTo>
                    <a:pt x="1751" y="16050"/>
                  </a:lnTo>
                  <a:cubicBezTo>
                    <a:pt x="1775" y="16026"/>
                    <a:pt x="1811" y="16014"/>
                    <a:pt x="1834" y="16002"/>
                  </a:cubicBezTo>
                  <a:lnTo>
                    <a:pt x="1906" y="15954"/>
                  </a:lnTo>
                  <a:cubicBezTo>
                    <a:pt x="1930" y="15931"/>
                    <a:pt x="1954" y="15919"/>
                    <a:pt x="1965" y="15907"/>
                  </a:cubicBezTo>
                  <a:cubicBezTo>
                    <a:pt x="1989" y="15883"/>
                    <a:pt x="2001" y="15871"/>
                    <a:pt x="2025" y="15859"/>
                  </a:cubicBezTo>
                  <a:lnTo>
                    <a:pt x="2073" y="15812"/>
                  </a:lnTo>
                  <a:lnTo>
                    <a:pt x="2108" y="15752"/>
                  </a:lnTo>
                  <a:lnTo>
                    <a:pt x="2156" y="15704"/>
                  </a:lnTo>
                  <a:lnTo>
                    <a:pt x="2192" y="15657"/>
                  </a:lnTo>
                  <a:lnTo>
                    <a:pt x="2215" y="15609"/>
                  </a:lnTo>
                  <a:cubicBezTo>
                    <a:pt x="2227" y="15597"/>
                    <a:pt x="2239" y="15585"/>
                    <a:pt x="2251" y="15561"/>
                  </a:cubicBezTo>
                  <a:cubicBezTo>
                    <a:pt x="2263" y="15550"/>
                    <a:pt x="2263" y="15538"/>
                    <a:pt x="2275" y="15514"/>
                  </a:cubicBezTo>
                  <a:cubicBezTo>
                    <a:pt x="2287" y="15502"/>
                    <a:pt x="2287" y="15478"/>
                    <a:pt x="2299" y="15466"/>
                  </a:cubicBezTo>
                  <a:lnTo>
                    <a:pt x="2323" y="15419"/>
                  </a:lnTo>
                  <a:cubicBezTo>
                    <a:pt x="2323" y="15407"/>
                    <a:pt x="2335" y="15383"/>
                    <a:pt x="2335" y="15371"/>
                  </a:cubicBezTo>
                  <a:cubicBezTo>
                    <a:pt x="2335" y="15359"/>
                    <a:pt x="2346" y="15335"/>
                    <a:pt x="2358" y="15323"/>
                  </a:cubicBezTo>
                  <a:cubicBezTo>
                    <a:pt x="2358" y="15311"/>
                    <a:pt x="2370" y="15288"/>
                    <a:pt x="2370" y="15276"/>
                  </a:cubicBezTo>
                  <a:cubicBezTo>
                    <a:pt x="2370" y="15264"/>
                    <a:pt x="2382" y="15240"/>
                    <a:pt x="2382" y="15228"/>
                  </a:cubicBezTo>
                  <a:cubicBezTo>
                    <a:pt x="2382" y="15204"/>
                    <a:pt x="2382" y="15192"/>
                    <a:pt x="2394" y="15180"/>
                  </a:cubicBezTo>
                  <a:cubicBezTo>
                    <a:pt x="2406" y="15157"/>
                    <a:pt x="2394" y="15145"/>
                    <a:pt x="2394" y="15133"/>
                  </a:cubicBezTo>
                  <a:cubicBezTo>
                    <a:pt x="2406" y="15109"/>
                    <a:pt x="2394" y="15097"/>
                    <a:pt x="2394" y="15085"/>
                  </a:cubicBezTo>
                  <a:lnTo>
                    <a:pt x="2394" y="15026"/>
                  </a:lnTo>
                  <a:lnTo>
                    <a:pt x="2394" y="14978"/>
                  </a:lnTo>
                  <a:lnTo>
                    <a:pt x="2394" y="14954"/>
                  </a:lnTo>
                  <a:lnTo>
                    <a:pt x="2394" y="1226"/>
                  </a:lnTo>
                  <a:cubicBezTo>
                    <a:pt x="2394" y="1226"/>
                    <a:pt x="2418" y="1214"/>
                    <a:pt x="2418" y="1214"/>
                  </a:cubicBezTo>
                  <a:lnTo>
                    <a:pt x="2418" y="1167"/>
                  </a:lnTo>
                  <a:lnTo>
                    <a:pt x="2418" y="1119"/>
                  </a:lnTo>
                  <a:cubicBezTo>
                    <a:pt x="2418" y="1107"/>
                    <a:pt x="2418" y="1084"/>
                    <a:pt x="2418" y="1072"/>
                  </a:cubicBezTo>
                  <a:cubicBezTo>
                    <a:pt x="2418" y="1060"/>
                    <a:pt x="2418" y="1036"/>
                    <a:pt x="2406" y="1024"/>
                  </a:cubicBezTo>
                  <a:cubicBezTo>
                    <a:pt x="2406" y="1012"/>
                    <a:pt x="2406" y="988"/>
                    <a:pt x="2406" y="976"/>
                  </a:cubicBezTo>
                  <a:cubicBezTo>
                    <a:pt x="2406" y="964"/>
                    <a:pt x="2406" y="941"/>
                    <a:pt x="2394" y="929"/>
                  </a:cubicBezTo>
                  <a:cubicBezTo>
                    <a:pt x="2394" y="905"/>
                    <a:pt x="2394" y="893"/>
                    <a:pt x="2382" y="881"/>
                  </a:cubicBezTo>
                  <a:cubicBezTo>
                    <a:pt x="2382" y="869"/>
                    <a:pt x="2370" y="845"/>
                    <a:pt x="2370" y="833"/>
                  </a:cubicBezTo>
                  <a:cubicBezTo>
                    <a:pt x="2370" y="810"/>
                    <a:pt x="2358" y="798"/>
                    <a:pt x="2358" y="786"/>
                  </a:cubicBezTo>
                  <a:cubicBezTo>
                    <a:pt x="2346" y="762"/>
                    <a:pt x="2346" y="750"/>
                    <a:pt x="2335" y="738"/>
                  </a:cubicBezTo>
                  <a:cubicBezTo>
                    <a:pt x="2323" y="714"/>
                    <a:pt x="2323" y="703"/>
                    <a:pt x="2311" y="691"/>
                  </a:cubicBezTo>
                  <a:lnTo>
                    <a:pt x="2287" y="643"/>
                  </a:lnTo>
                  <a:cubicBezTo>
                    <a:pt x="2275" y="619"/>
                    <a:pt x="2263" y="607"/>
                    <a:pt x="2263" y="595"/>
                  </a:cubicBezTo>
                  <a:cubicBezTo>
                    <a:pt x="2251" y="572"/>
                    <a:pt x="2239" y="560"/>
                    <a:pt x="2227" y="548"/>
                  </a:cubicBezTo>
                  <a:lnTo>
                    <a:pt x="2192" y="500"/>
                  </a:lnTo>
                  <a:lnTo>
                    <a:pt x="2156" y="452"/>
                  </a:lnTo>
                  <a:lnTo>
                    <a:pt x="2108" y="393"/>
                  </a:lnTo>
                  <a:cubicBezTo>
                    <a:pt x="2096" y="381"/>
                    <a:pt x="2084" y="369"/>
                    <a:pt x="2073" y="345"/>
                  </a:cubicBezTo>
                  <a:lnTo>
                    <a:pt x="2013" y="298"/>
                  </a:lnTo>
                  <a:cubicBezTo>
                    <a:pt x="2001" y="286"/>
                    <a:pt x="1977" y="274"/>
                    <a:pt x="1954" y="250"/>
                  </a:cubicBezTo>
                  <a:lnTo>
                    <a:pt x="1894" y="202"/>
                  </a:lnTo>
                  <a:lnTo>
                    <a:pt x="1811" y="155"/>
                  </a:lnTo>
                  <a:cubicBezTo>
                    <a:pt x="1775" y="143"/>
                    <a:pt x="1739" y="119"/>
                    <a:pt x="1715" y="107"/>
                  </a:cubicBezTo>
                  <a:cubicBezTo>
                    <a:pt x="1668" y="95"/>
                    <a:pt x="1632" y="71"/>
                    <a:pt x="1584" y="60"/>
                  </a:cubicBezTo>
                  <a:cubicBezTo>
                    <a:pt x="1501" y="36"/>
                    <a:pt x="1418" y="12"/>
                    <a:pt x="1346" y="12"/>
                  </a:cubicBezTo>
                  <a:cubicBezTo>
                    <a:pt x="1299" y="0"/>
                    <a:pt x="1251" y="0"/>
                    <a:pt x="121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2" name="Google Shape;1092;p13"/>
            <p:cNvSpPr/>
            <p:nvPr/>
          </p:nvSpPr>
          <p:spPr>
            <a:xfrm>
              <a:off x="7449044" y="-169612"/>
              <a:ext cx="142572" cy="125041"/>
            </a:xfrm>
            <a:custGeom>
              <a:avLst/>
              <a:gdLst/>
              <a:ahLst/>
              <a:cxnLst/>
              <a:rect l="l" t="t" r="r" b="b"/>
              <a:pathLst>
                <a:path w="4359" h="3823" extrusionOk="0">
                  <a:moveTo>
                    <a:pt x="1131" y="0"/>
                  </a:moveTo>
                  <a:cubicBezTo>
                    <a:pt x="500" y="0"/>
                    <a:pt x="0" y="512"/>
                    <a:pt x="0" y="1131"/>
                  </a:cubicBezTo>
                  <a:lnTo>
                    <a:pt x="0" y="2679"/>
                  </a:lnTo>
                  <a:cubicBezTo>
                    <a:pt x="0" y="3310"/>
                    <a:pt x="512" y="3822"/>
                    <a:pt x="1143" y="3822"/>
                  </a:cubicBezTo>
                  <a:lnTo>
                    <a:pt x="3227" y="3822"/>
                  </a:lnTo>
                  <a:cubicBezTo>
                    <a:pt x="3846" y="3810"/>
                    <a:pt x="4358" y="3310"/>
                    <a:pt x="4358" y="2679"/>
                  </a:cubicBezTo>
                  <a:lnTo>
                    <a:pt x="4358" y="1131"/>
                  </a:lnTo>
                  <a:cubicBezTo>
                    <a:pt x="4346" y="512"/>
                    <a:pt x="3846" y="0"/>
                    <a:pt x="3215" y="0"/>
                  </a:cubicBezTo>
                  <a:close/>
                </a:path>
              </a:pathLst>
            </a:custGeom>
            <a:solidFill>
              <a:srgbClr val="821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3" name="Google Shape;1093;p13"/>
            <p:cNvSpPr/>
            <p:nvPr/>
          </p:nvSpPr>
          <p:spPr>
            <a:xfrm>
              <a:off x="7448651" y="277825"/>
              <a:ext cx="142964" cy="124648"/>
            </a:xfrm>
            <a:custGeom>
              <a:avLst/>
              <a:gdLst/>
              <a:ahLst/>
              <a:cxnLst/>
              <a:rect l="l" t="t" r="r" b="b"/>
              <a:pathLst>
                <a:path w="4371" h="3811" extrusionOk="0">
                  <a:moveTo>
                    <a:pt x="1143" y="0"/>
                  </a:moveTo>
                  <a:cubicBezTo>
                    <a:pt x="512" y="0"/>
                    <a:pt x="0" y="501"/>
                    <a:pt x="12" y="1132"/>
                  </a:cubicBezTo>
                  <a:lnTo>
                    <a:pt x="12" y="2679"/>
                  </a:lnTo>
                  <a:cubicBezTo>
                    <a:pt x="12" y="3310"/>
                    <a:pt x="524" y="3810"/>
                    <a:pt x="1143" y="3810"/>
                  </a:cubicBezTo>
                  <a:lnTo>
                    <a:pt x="3227" y="3810"/>
                  </a:lnTo>
                  <a:cubicBezTo>
                    <a:pt x="3858" y="3810"/>
                    <a:pt x="4370" y="3298"/>
                    <a:pt x="4370" y="2679"/>
                  </a:cubicBezTo>
                  <a:lnTo>
                    <a:pt x="4370" y="1132"/>
                  </a:lnTo>
                  <a:cubicBezTo>
                    <a:pt x="4370" y="512"/>
                    <a:pt x="3858" y="0"/>
                    <a:pt x="3227" y="0"/>
                  </a:cubicBezTo>
                  <a:close/>
                </a:path>
              </a:pathLst>
            </a:custGeom>
            <a:solidFill>
              <a:srgbClr val="821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4" name="Google Shape;1094;p13"/>
            <p:cNvSpPr/>
            <p:nvPr/>
          </p:nvSpPr>
          <p:spPr>
            <a:xfrm>
              <a:off x="7472004" y="-148189"/>
              <a:ext cx="80264" cy="529240"/>
            </a:xfrm>
            <a:custGeom>
              <a:avLst/>
              <a:gdLst/>
              <a:ahLst/>
              <a:cxnLst/>
              <a:rect l="l" t="t" r="r" b="b"/>
              <a:pathLst>
                <a:path w="2454" h="16181" extrusionOk="0">
                  <a:moveTo>
                    <a:pt x="1227" y="0"/>
                  </a:moveTo>
                  <a:cubicBezTo>
                    <a:pt x="930" y="0"/>
                    <a:pt x="632" y="119"/>
                    <a:pt x="418" y="310"/>
                  </a:cubicBezTo>
                  <a:lnTo>
                    <a:pt x="394" y="333"/>
                  </a:lnTo>
                  <a:cubicBezTo>
                    <a:pt x="358" y="369"/>
                    <a:pt x="334" y="393"/>
                    <a:pt x="299" y="429"/>
                  </a:cubicBezTo>
                  <a:cubicBezTo>
                    <a:pt x="287" y="452"/>
                    <a:pt x="263" y="476"/>
                    <a:pt x="251" y="500"/>
                  </a:cubicBezTo>
                  <a:cubicBezTo>
                    <a:pt x="227" y="524"/>
                    <a:pt x="203" y="560"/>
                    <a:pt x="179" y="595"/>
                  </a:cubicBezTo>
                  <a:cubicBezTo>
                    <a:pt x="168" y="631"/>
                    <a:pt x="144" y="655"/>
                    <a:pt x="132" y="691"/>
                  </a:cubicBezTo>
                  <a:cubicBezTo>
                    <a:pt x="120" y="726"/>
                    <a:pt x="96" y="750"/>
                    <a:pt x="84" y="786"/>
                  </a:cubicBezTo>
                  <a:cubicBezTo>
                    <a:pt x="72" y="833"/>
                    <a:pt x="60" y="869"/>
                    <a:pt x="48" y="917"/>
                  </a:cubicBezTo>
                  <a:cubicBezTo>
                    <a:pt x="48" y="941"/>
                    <a:pt x="37" y="964"/>
                    <a:pt x="25" y="1000"/>
                  </a:cubicBezTo>
                  <a:cubicBezTo>
                    <a:pt x="13" y="1072"/>
                    <a:pt x="1" y="1143"/>
                    <a:pt x="1" y="1226"/>
                  </a:cubicBezTo>
                  <a:lnTo>
                    <a:pt x="1" y="14954"/>
                  </a:lnTo>
                  <a:cubicBezTo>
                    <a:pt x="1" y="15633"/>
                    <a:pt x="549" y="16181"/>
                    <a:pt x="1227" y="16181"/>
                  </a:cubicBezTo>
                  <a:cubicBezTo>
                    <a:pt x="1311" y="16181"/>
                    <a:pt x="1394" y="16169"/>
                    <a:pt x="1477" y="16157"/>
                  </a:cubicBezTo>
                  <a:lnTo>
                    <a:pt x="1525" y="16145"/>
                  </a:lnTo>
                  <a:cubicBezTo>
                    <a:pt x="1584" y="16121"/>
                    <a:pt x="1656" y="16097"/>
                    <a:pt x="1715" y="16073"/>
                  </a:cubicBezTo>
                  <a:lnTo>
                    <a:pt x="1739" y="16073"/>
                  </a:lnTo>
                  <a:cubicBezTo>
                    <a:pt x="1882" y="16002"/>
                    <a:pt x="2013" y="15907"/>
                    <a:pt x="2120" y="15788"/>
                  </a:cubicBezTo>
                  <a:cubicBezTo>
                    <a:pt x="2334" y="15561"/>
                    <a:pt x="2442" y="15276"/>
                    <a:pt x="2442" y="14966"/>
                  </a:cubicBezTo>
                  <a:lnTo>
                    <a:pt x="2442" y="1226"/>
                  </a:lnTo>
                  <a:cubicBezTo>
                    <a:pt x="2454" y="548"/>
                    <a:pt x="1906" y="0"/>
                    <a:pt x="1227" y="0"/>
                  </a:cubicBezTo>
                  <a:close/>
                </a:path>
              </a:pathLst>
            </a:custGeom>
            <a:solidFill>
              <a:srgbClr val="272425">
                <a:alpha val="200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5" name="Google Shape;1095;p13"/>
            <p:cNvSpPr/>
            <p:nvPr/>
          </p:nvSpPr>
          <p:spPr>
            <a:xfrm>
              <a:off x="7484073" y="-148189"/>
              <a:ext cx="78694" cy="529240"/>
            </a:xfrm>
            <a:custGeom>
              <a:avLst/>
              <a:gdLst/>
              <a:ahLst/>
              <a:cxnLst/>
              <a:rect l="l" t="t" r="r" b="b"/>
              <a:pathLst>
                <a:path w="2406" h="16181" extrusionOk="0">
                  <a:moveTo>
                    <a:pt x="1132" y="0"/>
                  </a:moveTo>
                  <a:cubicBezTo>
                    <a:pt x="1037" y="0"/>
                    <a:pt x="953" y="24"/>
                    <a:pt x="870" y="48"/>
                  </a:cubicBezTo>
                  <a:cubicBezTo>
                    <a:pt x="822" y="60"/>
                    <a:pt x="787" y="71"/>
                    <a:pt x="739" y="83"/>
                  </a:cubicBezTo>
                  <a:cubicBezTo>
                    <a:pt x="703" y="107"/>
                    <a:pt x="668" y="119"/>
                    <a:pt x="644" y="131"/>
                  </a:cubicBezTo>
                  <a:cubicBezTo>
                    <a:pt x="608" y="155"/>
                    <a:pt x="584" y="167"/>
                    <a:pt x="561" y="179"/>
                  </a:cubicBezTo>
                  <a:cubicBezTo>
                    <a:pt x="537" y="202"/>
                    <a:pt x="513" y="214"/>
                    <a:pt x="489" y="226"/>
                  </a:cubicBezTo>
                  <a:lnTo>
                    <a:pt x="430" y="274"/>
                  </a:lnTo>
                  <a:lnTo>
                    <a:pt x="382" y="322"/>
                  </a:lnTo>
                  <a:cubicBezTo>
                    <a:pt x="358" y="333"/>
                    <a:pt x="346" y="357"/>
                    <a:pt x="334" y="369"/>
                  </a:cubicBezTo>
                  <a:cubicBezTo>
                    <a:pt x="311" y="381"/>
                    <a:pt x="299" y="393"/>
                    <a:pt x="287" y="417"/>
                  </a:cubicBezTo>
                  <a:lnTo>
                    <a:pt x="251" y="464"/>
                  </a:lnTo>
                  <a:lnTo>
                    <a:pt x="215" y="512"/>
                  </a:lnTo>
                  <a:lnTo>
                    <a:pt x="180" y="560"/>
                  </a:lnTo>
                  <a:cubicBezTo>
                    <a:pt x="168" y="572"/>
                    <a:pt x="156" y="583"/>
                    <a:pt x="156" y="607"/>
                  </a:cubicBezTo>
                  <a:lnTo>
                    <a:pt x="120" y="655"/>
                  </a:lnTo>
                  <a:cubicBezTo>
                    <a:pt x="120" y="667"/>
                    <a:pt x="108" y="679"/>
                    <a:pt x="96" y="703"/>
                  </a:cubicBezTo>
                  <a:cubicBezTo>
                    <a:pt x="96" y="714"/>
                    <a:pt x="84" y="726"/>
                    <a:pt x="72" y="750"/>
                  </a:cubicBezTo>
                  <a:cubicBezTo>
                    <a:pt x="72" y="762"/>
                    <a:pt x="72" y="774"/>
                    <a:pt x="60" y="786"/>
                  </a:cubicBezTo>
                  <a:lnTo>
                    <a:pt x="49" y="833"/>
                  </a:lnTo>
                  <a:lnTo>
                    <a:pt x="25" y="881"/>
                  </a:lnTo>
                  <a:cubicBezTo>
                    <a:pt x="25" y="905"/>
                    <a:pt x="25" y="917"/>
                    <a:pt x="13" y="929"/>
                  </a:cubicBezTo>
                  <a:cubicBezTo>
                    <a:pt x="13" y="953"/>
                    <a:pt x="13" y="964"/>
                    <a:pt x="1" y="976"/>
                  </a:cubicBezTo>
                  <a:lnTo>
                    <a:pt x="1" y="1024"/>
                  </a:lnTo>
                  <a:lnTo>
                    <a:pt x="1" y="1072"/>
                  </a:lnTo>
                  <a:lnTo>
                    <a:pt x="1" y="1119"/>
                  </a:lnTo>
                  <a:lnTo>
                    <a:pt x="1" y="1167"/>
                  </a:lnTo>
                  <a:lnTo>
                    <a:pt x="1" y="1214"/>
                  </a:lnTo>
                  <a:lnTo>
                    <a:pt x="1" y="14954"/>
                  </a:lnTo>
                  <a:lnTo>
                    <a:pt x="1" y="14990"/>
                  </a:lnTo>
                  <a:lnTo>
                    <a:pt x="1" y="15050"/>
                  </a:lnTo>
                  <a:lnTo>
                    <a:pt x="1" y="15097"/>
                  </a:lnTo>
                  <a:lnTo>
                    <a:pt x="1" y="15145"/>
                  </a:lnTo>
                  <a:lnTo>
                    <a:pt x="1" y="15192"/>
                  </a:lnTo>
                  <a:cubicBezTo>
                    <a:pt x="1" y="15204"/>
                    <a:pt x="13" y="15216"/>
                    <a:pt x="13" y="15240"/>
                  </a:cubicBezTo>
                  <a:cubicBezTo>
                    <a:pt x="25" y="15252"/>
                    <a:pt x="13" y="15276"/>
                    <a:pt x="25" y="15288"/>
                  </a:cubicBezTo>
                  <a:cubicBezTo>
                    <a:pt x="37" y="15300"/>
                    <a:pt x="37" y="15323"/>
                    <a:pt x="49" y="15335"/>
                  </a:cubicBezTo>
                  <a:cubicBezTo>
                    <a:pt x="49" y="15347"/>
                    <a:pt x="60" y="15371"/>
                    <a:pt x="60" y="15383"/>
                  </a:cubicBezTo>
                  <a:cubicBezTo>
                    <a:pt x="72" y="15407"/>
                    <a:pt x="72" y="15419"/>
                    <a:pt x="84" y="15431"/>
                  </a:cubicBezTo>
                  <a:cubicBezTo>
                    <a:pt x="84" y="15454"/>
                    <a:pt x="96" y="15466"/>
                    <a:pt x="108" y="15478"/>
                  </a:cubicBezTo>
                  <a:cubicBezTo>
                    <a:pt x="108" y="15502"/>
                    <a:pt x="120" y="15514"/>
                    <a:pt x="132" y="15526"/>
                  </a:cubicBezTo>
                  <a:cubicBezTo>
                    <a:pt x="132" y="15550"/>
                    <a:pt x="144" y="15561"/>
                    <a:pt x="156" y="15585"/>
                  </a:cubicBezTo>
                  <a:cubicBezTo>
                    <a:pt x="168" y="15597"/>
                    <a:pt x="180" y="15609"/>
                    <a:pt x="191" y="15633"/>
                  </a:cubicBezTo>
                  <a:cubicBezTo>
                    <a:pt x="191" y="15645"/>
                    <a:pt x="203" y="15669"/>
                    <a:pt x="227" y="15681"/>
                  </a:cubicBezTo>
                  <a:lnTo>
                    <a:pt x="263" y="15728"/>
                  </a:lnTo>
                  <a:lnTo>
                    <a:pt x="299" y="15776"/>
                  </a:lnTo>
                  <a:lnTo>
                    <a:pt x="346" y="15823"/>
                  </a:lnTo>
                  <a:lnTo>
                    <a:pt x="406" y="15871"/>
                  </a:lnTo>
                  <a:cubicBezTo>
                    <a:pt x="418" y="15895"/>
                    <a:pt x="441" y="15907"/>
                    <a:pt x="465" y="15931"/>
                  </a:cubicBezTo>
                  <a:cubicBezTo>
                    <a:pt x="489" y="15942"/>
                    <a:pt x="501" y="15966"/>
                    <a:pt x="525" y="15978"/>
                  </a:cubicBezTo>
                  <a:cubicBezTo>
                    <a:pt x="584" y="16014"/>
                    <a:pt x="644" y="16050"/>
                    <a:pt x="715" y="16073"/>
                  </a:cubicBezTo>
                  <a:cubicBezTo>
                    <a:pt x="751" y="16097"/>
                    <a:pt x="799" y="16109"/>
                    <a:pt x="846" y="16121"/>
                  </a:cubicBezTo>
                  <a:cubicBezTo>
                    <a:pt x="965" y="16157"/>
                    <a:pt x="1084" y="16181"/>
                    <a:pt x="1203" y="16181"/>
                  </a:cubicBezTo>
                  <a:lnTo>
                    <a:pt x="1215" y="16181"/>
                  </a:lnTo>
                  <a:cubicBezTo>
                    <a:pt x="1323" y="16181"/>
                    <a:pt x="1430" y="16169"/>
                    <a:pt x="1525" y="16133"/>
                  </a:cubicBezTo>
                  <a:cubicBezTo>
                    <a:pt x="1573" y="16121"/>
                    <a:pt x="1620" y="16109"/>
                    <a:pt x="1668" y="16085"/>
                  </a:cubicBezTo>
                  <a:cubicBezTo>
                    <a:pt x="1704" y="16073"/>
                    <a:pt x="1739" y="16062"/>
                    <a:pt x="1775" y="16038"/>
                  </a:cubicBezTo>
                  <a:lnTo>
                    <a:pt x="1858" y="15990"/>
                  </a:lnTo>
                  <a:lnTo>
                    <a:pt x="1918" y="15942"/>
                  </a:lnTo>
                  <a:cubicBezTo>
                    <a:pt x="1942" y="15931"/>
                    <a:pt x="1965" y="15919"/>
                    <a:pt x="1989" y="15907"/>
                  </a:cubicBezTo>
                  <a:lnTo>
                    <a:pt x="2037" y="15859"/>
                  </a:lnTo>
                  <a:lnTo>
                    <a:pt x="2085" y="15812"/>
                  </a:lnTo>
                  <a:lnTo>
                    <a:pt x="2132" y="15752"/>
                  </a:lnTo>
                  <a:cubicBezTo>
                    <a:pt x="2144" y="15740"/>
                    <a:pt x="2156" y="15728"/>
                    <a:pt x="2168" y="15704"/>
                  </a:cubicBezTo>
                  <a:cubicBezTo>
                    <a:pt x="2180" y="15692"/>
                    <a:pt x="2192" y="15681"/>
                    <a:pt x="2204" y="15657"/>
                  </a:cubicBezTo>
                  <a:lnTo>
                    <a:pt x="2239" y="15609"/>
                  </a:lnTo>
                  <a:lnTo>
                    <a:pt x="2275" y="15561"/>
                  </a:lnTo>
                  <a:cubicBezTo>
                    <a:pt x="2275" y="15550"/>
                    <a:pt x="2287" y="15538"/>
                    <a:pt x="2299" y="15514"/>
                  </a:cubicBezTo>
                  <a:cubicBezTo>
                    <a:pt x="2299" y="15502"/>
                    <a:pt x="2311" y="15478"/>
                    <a:pt x="2323" y="15466"/>
                  </a:cubicBezTo>
                  <a:cubicBezTo>
                    <a:pt x="2323" y="15454"/>
                    <a:pt x="2335" y="15431"/>
                    <a:pt x="2335" y="15419"/>
                  </a:cubicBezTo>
                  <a:cubicBezTo>
                    <a:pt x="2346" y="15407"/>
                    <a:pt x="2346" y="15383"/>
                    <a:pt x="2358" y="15371"/>
                  </a:cubicBezTo>
                  <a:cubicBezTo>
                    <a:pt x="2358" y="15359"/>
                    <a:pt x="2370" y="15335"/>
                    <a:pt x="2370" y="15323"/>
                  </a:cubicBezTo>
                  <a:lnTo>
                    <a:pt x="2394" y="15276"/>
                  </a:lnTo>
                  <a:cubicBezTo>
                    <a:pt x="2394" y="15264"/>
                    <a:pt x="2394" y="15240"/>
                    <a:pt x="2406" y="15228"/>
                  </a:cubicBezTo>
                  <a:lnTo>
                    <a:pt x="2406" y="15180"/>
                  </a:lnTo>
                  <a:cubicBezTo>
                    <a:pt x="2406" y="15157"/>
                    <a:pt x="2406" y="15145"/>
                    <a:pt x="2406" y="15133"/>
                  </a:cubicBezTo>
                  <a:lnTo>
                    <a:pt x="2406" y="15085"/>
                  </a:lnTo>
                  <a:lnTo>
                    <a:pt x="2406" y="15026"/>
                  </a:lnTo>
                  <a:lnTo>
                    <a:pt x="2406" y="14978"/>
                  </a:lnTo>
                  <a:cubicBezTo>
                    <a:pt x="2406" y="14978"/>
                    <a:pt x="2406" y="14966"/>
                    <a:pt x="2406" y="14954"/>
                  </a:cubicBezTo>
                  <a:lnTo>
                    <a:pt x="2406" y="1214"/>
                  </a:lnTo>
                  <a:lnTo>
                    <a:pt x="2406" y="1167"/>
                  </a:lnTo>
                  <a:lnTo>
                    <a:pt x="2406" y="1119"/>
                  </a:lnTo>
                  <a:lnTo>
                    <a:pt x="2406" y="1072"/>
                  </a:lnTo>
                  <a:cubicBezTo>
                    <a:pt x="2406" y="1060"/>
                    <a:pt x="2406" y="1036"/>
                    <a:pt x="2406" y="1024"/>
                  </a:cubicBezTo>
                  <a:lnTo>
                    <a:pt x="2406" y="976"/>
                  </a:lnTo>
                  <a:cubicBezTo>
                    <a:pt x="2406" y="964"/>
                    <a:pt x="2394" y="941"/>
                    <a:pt x="2394" y="929"/>
                  </a:cubicBezTo>
                  <a:cubicBezTo>
                    <a:pt x="2394" y="917"/>
                    <a:pt x="2382" y="893"/>
                    <a:pt x="2382" y="881"/>
                  </a:cubicBezTo>
                  <a:cubicBezTo>
                    <a:pt x="2370" y="869"/>
                    <a:pt x="2370" y="845"/>
                    <a:pt x="2358" y="833"/>
                  </a:cubicBezTo>
                  <a:cubicBezTo>
                    <a:pt x="2358" y="822"/>
                    <a:pt x="2358" y="798"/>
                    <a:pt x="2346" y="786"/>
                  </a:cubicBezTo>
                  <a:lnTo>
                    <a:pt x="2323" y="738"/>
                  </a:lnTo>
                  <a:cubicBezTo>
                    <a:pt x="2323" y="714"/>
                    <a:pt x="2311" y="703"/>
                    <a:pt x="2299" y="691"/>
                  </a:cubicBezTo>
                  <a:lnTo>
                    <a:pt x="2287" y="643"/>
                  </a:lnTo>
                  <a:cubicBezTo>
                    <a:pt x="2275" y="619"/>
                    <a:pt x="2263" y="607"/>
                    <a:pt x="2251" y="595"/>
                  </a:cubicBezTo>
                  <a:lnTo>
                    <a:pt x="2227" y="548"/>
                  </a:lnTo>
                  <a:cubicBezTo>
                    <a:pt x="2216" y="524"/>
                    <a:pt x="2204" y="512"/>
                    <a:pt x="2192" y="500"/>
                  </a:cubicBezTo>
                  <a:cubicBezTo>
                    <a:pt x="2180" y="476"/>
                    <a:pt x="2168" y="464"/>
                    <a:pt x="2156" y="452"/>
                  </a:cubicBezTo>
                  <a:lnTo>
                    <a:pt x="2108" y="393"/>
                  </a:lnTo>
                  <a:lnTo>
                    <a:pt x="2061" y="345"/>
                  </a:lnTo>
                  <a:lnTo>
                    <a:pt x="2013" y="298"/>
                  </a:lnTo>
                  <a:cubicBezTo>
                    <a:pt x="1989" y="286"/>
                    <a:pt x="1965" y="274"/>
                    <a:pt x="1954" y="250"/>
                  </a:cubicBezTo>
                  <a:lnTo>
                    <a:pt x="1882" y="202"/>
                  </a:lnTo>
                  <a:lnTo>
                    <a:pt x="1799" y="155"/>
                  </a:lnTo>
                  <a:cubicBezTo>
                    <a:pt x="1775" y="143"/>
                    <a:pt x="1739" y="119"/>
                    <a:pt x="1704" y="107"/>
                  </a:cubicBezTo>
                  <a:cubicBezTo>
                    <a:pt x="1668" y="95"/>
                    <a:pt x="1620" y="71"/>
                    <a:pt x="1573" y="60"/>
                  </a:cubicBezTo>
                  <a:cubicBezTo>
                    <a:pt x="1501" y="36"/>
                    <a:pt x="1418" y="12"/>
                    <a:pt x="1334" y="12"/>
                  </a:cubicBezTo>
                  <a:cubicBezTo>
                    <a:pt x="1287" y="0"/>
                    <a:pt x="1251" y="0"/>
                    <a:pt x="12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96" name="Google Shape;1096;p13"/>
          <p:cNvSpPr txBox="1">
            <a:spLocks noGrp="1"/>
          </p:cNvSpPr>
          <p:nvPr>
            <p:ph type="title"/>
          </p:nvPr>
        </p:nvSpPr>
        <p:spPr>
          <a:xfrm>
            <a:off x="796663" y="307050"/>
            <a:ext cx="7550700" cy="5694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600"/>
              <a:buNone/>
              <a:defRPr/>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1097" name="Google Shape;1097;p13">
            <a:hlinkClick r:id="rId3" action="ppaction://hlinksldjump"/>
          </p:cNvPr>
          <p:cNvSpPr txBox="1">
            <a:spLocks noGrp="1"/>
          </p:cNvSpPr>
          <p:nvPr>
            <p:ph type="subTitle" idx="1"/>
          </p:nvPr>
        </p:nvSpPr>
        <p:spPr>
          <a:xfrm>
            <a:off x="1824170" y="1104850"/>
            <a:ext cx="2728800" cy="396900"/>
          </a:xfrm>
          <a:prstGeom prst="rect">
            <a:avLst/>
          </a:prstGeom>
        </p:spPr>
        <p:txBody>
          <a:bodyPr spcFirstLastPara="1" wrap="square" lIns="91425" tIns="91425" rIns="91425" bIns="91425" anchor="t" anchorCtr="0">
            <a:noAutofit/>
          </a:bodyPr>
          <a:lstStyle>
            <a:lvl1pPr lvl="0" rtl="0">
              <a:spcBef>
                <a:spcPts val="0"/>
              </a:spcBef>
              <a:spcAft>
                <a:spcPts val="0"/>
              </a:spcAft>
              <a:buNone/>
              <a:defRPr sz="2400">
                <a:latin typeface="Grand Hotel"/>
                <a:ea typeface="Grand Hotel"/>
                <a:cs typeface="Grand Hotel"/>
                <a:sym typeface="Grand Hotel"/>
              </a:defRPr>
            </a:lvl1pPr>
            <a:lvl2pPr lvl="1" rtl="0">
              <a:spcBef>
                <a:spcPts val="1200"/>
              </a:spcBef>
              <a:spcAft>
                <a:spcPts val="0"/>
              </a:spcAft>
              <a:buNone/>
              <a:defRPr sz="2400">
                <a:latin typeface="Grand Hotel"/>
                <a:ea typeface="Grand Hotel"/>
                <a:cs typeface="Grand Hotel"/>
                <a:sym typeface="Grand Hotel"/>
              </a:defRPr>
            </a:lvl2pPr>
            <a:lvl3pPr lvl="2" rtl="0">
              <a:spcBef>
                <a:spcPts val="1200"/>
              </a:spcBef>
              <a:spcAft>
                <a:spcPts val="0"/>
              </a:spcAft>
              <a:buNone/>
              <a:defRPr sz="2400">
                <a:latin typeface="Grand Hotel"/>
                <a:ea typeface="Grand Hotel"/>
                <a:cs typeface="Grand Hotel"/>
                <a:sym typeface="Grand Hotel"/>
              </a:defRPr>
            </a:lvl3pPr>
            <a:lvl4pPr lvl="3" rtl="0">
              <a:spcBef>
                <a:spcPts val="1200"/>
              </a:spcBef>
              <a:spcAft>
                <a:spcPts val="0"/>
              </a:spcAft>
              <a:buNone/>
              <a:defRPr sz="2400">
                <a:latin typeface="Grand Hotel"/>
                <a:ea typeface="Grand Hotel"/>
                <a:cs typeface="Grand Hotel"/>
                <a:sym typeface="Grand Hotel"/>
              </a:defRPr>
            </a:lvl4pPr>
            <a:lvl5pPr lvl="4" rtl="0">
              <a:spcBef>
                <a:spcPts val="1200"/>
              </a:spcBef>
              <a:spcAft>
                <a:spcPts val="0"/>
              </a:spcAft>
              <a:buNone/>
              <a:defRPr sz="2400">
                <a:latin typeface="Grand Hotel"/>
                <a:ea typeface="Grand Hotel"/>
                <a:cs typeface="Grand Hotel"/>
                <a:sym typeface="Grand Hotel"/>
              </a:defRPr>
            </a:lvl5pPr>
            <a:lvl6pPr lvl="5" rtl="0">
              <a:spcBef>
                <a:spcPts val="1200"/>
              </a:spcBef>
              <a:spcAft>
                <a:spcPts val="0"/>
              </a:spcAft>
              <a:buNone/>
              <a:defRPr sz="2400">
                <a:latin typeface="Grand Hotel"/>
                <a:ea typeface="Grand Hotel"/>
                <a:cs typeface="Grand Hotel"/>
                <a:sym typeface="Grand Hotel"/>
              </a:defRPr>
            </a:lvl6pPr>
            <a:lvl7pPr lvl="6" rtl="0">
              <a:spcBef>
                <a:spcPts val="1200"/>
              </a:spcBef>
              <a:spcAft>
                <a:spcPts val="0"/>
              </a:spcAft>
              <a:buNone/>
              <a:defRPr sz="2400">
                <a:latin typeface="Grand Hotel"/>
                <a:ea typeface="Grand Hotel"/>
                <a:cs typeface="Grand Hotel"/>
                <a:sym typeface="Grand Hotel"/>
              </a:defRPr>
            </a:lvl7pPr>
            <a:lvl8pPr lvl="7" rtl="0">
              <a:spcBef>
                <a:spcPts val="1200"/>
              </a:spcBef>
              <a:spcAft>
                <a:spcPts val="0"/>
              </a:spcAft>
              <a:buNone/>
              <a:defRPr sz="2400">
                <a:latin typeface="Grand Hotel"/>
                <a:ea typeface="Grand Hotel"/>
                <a:cs typeface="Grand Hotel"/>
                <a:sym typeface="Grand Hotel"/>
              </a:defRPr>
            </a:lvl8pPr>
            <a:lvl9pPr lvl="8" rtl="0">
              <a:spcBef>
                <a:spcPts val="1200"/>
              </a:spcBef>
              <a:spcAft>
                <a:spcPts val="1200"/>
              </a:spcAft>
              <a:buNone/>
              <a:defRPr sz="2400">
                <a:latin typeface="Grand Hotel"/>
                <a:ea typeface="Grand Hotel"/>
                <a:cs typeface="Grand Hotel"/>
                <a:sym typeface="Grand Hotel"/>
              </a:defRPr>
            </a:lvl9pPr>
          </a:lstStyle>
          <a:p>
            <a:endParaRPr/>
          </a:p>
        </p:txBody>
      </p:sp>
      <p:sp>
        <p:nvSpPr>
          <p:cNvPr id="1098" name="Google Shape;1098;p13"/>
          <p:cNvSpPr txBox="1">
            <a:spLocks noGrp="1"/>
          </p:cNvSpPr>
          <p:nvPr>
            <p:ph type="subTitle" idx="2"/>
          </p:nvPr>
        </p:nvSpPr>
        <p:spPr>
          <a:xfrm>
            <a:off x="1824185" y="1542315"/>
            <a:ext cx="2730000" cy="569400"/>
          </a:xfrm>
          <a:prstGeom prst="rect">
            <a:avLst/>
          </a:prstGeom>
        </p:spPr>
        <p:txBody>
          <a:bodyPr spcFirstLastPara="1" wrap="square" lIns="91425" tIns="91425" rIns="91425" bIns="91425" anchor="t" anchorCtr="0">
            <a:noAutofit/>
          </a:bodyPr>
          <a:lstStyle>
            <a:lvl1pPr lvl="0" rtl="0">
              <a:spcBef>
                <a:spcPts val="0"/>
              </a:spcBef>
              <a:spcAft>
                <a:spcPts val="0"/>
              </a:spcAft>
              <a:buNone/>
              <a:defRPr/>
            </a:lvl1pPr>
            <a:lvl2pPr lvl="1" rtl="0">
              <a:spcBef>
                <a:spcPts val="1200"/>
              </a:spcBef>
              <a:spcAft>
                <a:spcPts val="0"/>
              </a:spcAft>
              <a:buNone/>
              <a:defRPr/>
            </a:lvl2pPr>
            <a:lvl3pPr lvl="2" rtl="0">
              <a:spcBef>
                <a:spcPts val="1200"/>
              </a:spcBef>
              <a:spcAft>
                <a:spcPts val="0"/>
              </a:spcAft>
              <a:buNone/>
              <a:defRPr/>
            </a:lvl3pPr>
            <a:lvl4pPr lvl="3" rtl="0">
              <a:spcBef>
                <a:spcPts val="1200"/>
              </a:spcBef>
              <a:spcAft>
                <a:spcPts val="0"/>
              </a:spcAft>
              <a:buNone/>
              <a:defRPr/>
            </a:lvl4pPr>
            <a:lvl5pPr lvl="4" rtl="0">
              <a:spcBef>
                <a:spcPts val="1200"/>
              </a:spcBef>
              <a:spcAft>
                <a:spcPts val="0"/>
              </a:spcAft>
              <a:buNone/>
              <a:defRPr/>
            </a:lvl5pPr>
            <a:lvl6pPr lvl="5" rtl="0">
              <a:spcBef>
                <a:spcPts val="1200"/>
              </a:spcBef>
              <a:spcAft>
                <a:spcPts val="0"/>
              </a:spcAft>
              <a:buNone/>
              <a:defRPr/>
            </a:lvl6pPr>
            <a:lvl7pPr lvl="6" rtl="0">
              <a:spcBef>
                <a:spcPts val="1200"/>
              </a:spcBef>
              <a:spcAft>
                <a:spcPts val="0"/>
              </a:spcAft>
              <a:buNone/>
              <a:defRPr/>
            </a:lvl7pPr>
            <a:lvl8pPr lvl="7" rtl="0">
              <a:spcBef>
                <a:spcPts val="1200"/>
              </a:spcBef>
              <a:spcAft>
                <a:spcPts val="0"/>
              </a:spcAft>
              <a:buNone/>
              <a:defRPr/>
            </a:lvl8pPr>
            <a:lvl9pPr lvl="8" rtl="0">
              <a:spcBef>
                <a:spcPts val="1200"/>
              </a:spcBef>
              <a:spcAft>
                <a:spcPts val="1200"/>
              </a:spcAft>
              <a:buNone/>
              <a:defRPr/>
            </a:lvl9pPr>
          </a:lstStyle>
          <a:p>
            <a:endParaRPr/>
          </a:p>
        </p:txBody>
      </p:sp>
      <p:sp>
        <p:nvSpPr>
          <p:cNvPr id="1099" name="Google Shape;1099;p13">
            <a:hlinkClick r:id="rId3" action="ppaction://hlinksldjump"/>
          </p:cNvPr>
          <p:cNvSpPr txBox="1">
            <a:spLocks noGrp="1"/>
          </p:cNvSpPr>
          <p:nvPr>
            <p:ph type="title" idx="3" hasCustomPrompt="1"/>
          </p:nvPr>
        </p:nvSpPr>
        <p:spPr>
          <a:xfrm>
            <a:off x="1134925" y="1251901"/>
            <a:ext cx="632700" cy="638700"/>
          </a:xfrm>
          <a:prstGeom prst="rect">
            <a:avLst/>
          </a:prstGeom>
        </p:spPr>
        <p:txBody>
          <a:bodyPr spcFirstLastPara="1" wrap="square" lIns="91425" tIns="91425" rIns="91425" bIns="91425" anchor="t" anchorCtr="0">
            <a:noAutofit/>
          </a:bodyPr>
          <a:lstStyle>
            <a:lvl1pPr lvl="0" rtl="0">
              <a:spcBef>
                <a:spcPts val="0"/>
              </a:spcBef>
              <a:spcAft>
                <a:spcPts val="0"/>
              </a:spcAft>
              <a:buSzPts val="2400"/>
              <a:buNone/>
              <a:defRPr sz="40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r>
              <a:t>xx%</a:t>
            </a:r>
          </a:p>
        </p:txBody>
      </p:sp>
      <p:sp>
        <p:nvSpPr>
          <p:cNvPr id="1100" name="Google Shape;1100;p13">
            <a:hlinkClick r:id="rId4" action="ppaction://hlinksldjump"/>
          </p:cNvPr>
          <p:cNvSpPr txBox="1">
            <a:spLocks noGrp="1"/>
          </p:cNvSpPr>
          <p:nvPr>
            <p:ph type="subTitle" idx="4"/>
          </p:nvPr>
        </p:nvSpPr>
        <p:spPr>
          <a:xfrm>
            <a:off x="1827028" y="2297822"/>
            <a:ext cx="2736900" cy="393300"/>
          </a:xfrm>
          <a:prstGeom prst="rect">
            <a:avLst/>
          </a:prstGeom>
        </p:spPr>
        <p:txBody>
          <a:bodyPr spcFirstLastPara="1" wrap="square" lIns="91425" tIns="91425" rIns="91425" bIns="91425" anchor="t" anchorCtr="0">
            <a:noAutofit/>
          </a:bodyPr>
          <a:lstStyle>
            <a:lvl1pPr lvl="0" rtl="0">
              <a:spcBef>
                <a:spcPts val="0"/>
              </a:spcBef>
              <a:spcAft>
                <a:spcPts val="0"/>
              </a:spcAft>
              <a:buNone/>
              <a:defRPr sz="2400">
                <a:latin typeface="Grand Hotel"/>
                <a:ea typeface="Grand Hotel"/>
                <a:cs typeface="Grand Hotel"/>
                <a:sym typeface="Grand Hotel"/>
              </a:defRPr>
            </a:lvl1pPr>
            <a:lvl2pPr lvl="1" rtl="0">
              <a:spcBef>
                <a:spcPts val="1200"/>
              </a:spcBef>
              <a:spcAft>
                <a:spcPts val="0"/>
              </a:spcAft>
              <a:buNone/>
              <a:defRPr sz="2400">
                <a:latin typeface="Grand Hotel"/>
                <a:ea typeface="Grand Hotel"/>
                <a:cs typeface="Grand Hotel"/>
                <a:sym typeface="Grand Hotel"/>
              </a:defRPr>
            </a:lvl2pPr>
            <a:lvl3pPr lvl="2" rtl="0">
              <a:spcBef>
                <a:spcPts val="1200"/>
              </a:spcBef>
              <a:spcAft>
                <a:spcPts val="0"/>
              </a:spcAft>
              <a:buNone/>
              <a:defRPr sz="2400">
                <a:latin typeface="Grand Hotel"/>
                <a:ea typeface="Grand Hotel"/>
                <a:cs typeface="Grand Hotel"/>
                <a:sym typeface="Grand Hotel"/>
              </a:defRPr>
            </a:lvl3pPr>
            <a:lvl4pPr lvl="3" rtl="0">
              <a:spcBef>
                <a:spcPts val="1200"/>
              </a:spcBef>
              <a:spcAft>
                <a:spcPts val="0"/>
              </a:spcAft>
              <a:buNone/>
              <a:defRPr sz="2400">
                <a:latin typeface="Grand Hotel"/>
                <a:ea typeface="Grand Hotel"/>
                <a:cs typeface="Grand Hotel"/>
                <a:sym typeface="Grand Hotel"/>
              </a:defRPr>
            </a:lvl4pPr>
            <a:lvl5pPr lvl="4" rtl="0">
              <a:spcBef>
                <a:spcPts val="1200"/>
              </a:spcBef>
              <a:spcAft>
                <a:spcPts val="0"/>
              </a:spcAft>
              <a:buNone/>
              <a:defRPr sz="2400">
                <a:latin typeface="Grand Hotel"/>
                <a:ea typeface="Grand Hotel"/>
                <a:cs typeface="Grand Hotel"/>
                <a:sym typeface="Grand Hotel"/>
              </a:defRPr>
            </a:lvl5pPr>
            <a:lvl6pPr lvl="5" rtl="0">
              <a:spcBef>
                <a:spcPts val="1200"/>
              </a:spcBef>
              <a:spcAft>
                <a:spcPts val="0"/>
              </a:spcAft>
              <a:buNone/>
              <a:defRPr sz="2400">
                <a:latin typeface="Grand Hotel"/>
                <a:ea typeface="Grand Hotel"/>
                <a:cs typeface="Grand Hotel"/>
                <a:sym typeface="Grand Hotel"/>
              </a:defRPr>
            </a:lvl6pPr>
            <a:lvl7pPr lvl="6" rtl="0">
              <a:spcBef>
                <a:spcPts val="1200"/>
              </a:spcBef>
              <a:spcAft>
                <a:spcPts val="0"/>
              </a:spcAft>
              <a:buNone/>
              <a:defRPr sz="2400">
                <a:latin typeface="Grand Hotel"/>
                <a:ea typeface="Grand Hotel"/>
                <a:cs typeface="Grand Hotel"/>
                <a:sym typeface="Grand Hotel"/>
              </a:defRPr>
            </a:lvl7pPr>
            <a:lvl8pPr lvl="7" rtl="0">
              <a:spcBef>
                <a:spcPts val="1200"/>
              </a:spcBef>
              <a:spcAft>
                <a:spcPts val="0"/>
              </a:spcAft>
              <a:buNone/>
              <a:defRPr sz="2400">
                <a:latin typeface="Grand Hotel"/>
                <a:ea typeface="Grand Hotel"/>
                <a:cs typeface="Grand Hotel"/>
                <a:sym typeface="Grand Hotel"/>
              </a:defRPr>
            </a:lvl8pPr>
            <a:lvl9pPr lvl="8" rtl="0">
              <a:spcBef>
                <a:spcPts val="1200"/>
              </a:spcBef>
              <a:spcAft>
                <a:spcPts val="1200"/>
              </a:spcAft>
              <a:buNone/>
              <a:defRPr sz="2400">
                <a:latin typeface="Grand Hotel"/>
                <a:ea typeface="Grand Hotel"/>
                <a:cs typeface="Grand Hotel"/>
                <a:sym typeface="Grand Hotel"/>
              </a:defRPr>
            </a:lvl9pPr>
          </a:lstStyle>
          <a:p>
            <a:endParaRPr/>
          </a:p>
        </p:txBody>
      </p:sp>
      <p:sp>
        <p:nvSpPr>
          <p:cNvPr id="1101" name="Google Shape;1101;p13"/>
          <p:cNvSpPr txBox="1">
            <a:spLocks noGrp="1"/>
          </p:cNvSpPr>
          <p:nvPr>
            <p:ph type="subTitle" idx="5"/>
          </p:nvPr>
        </p:nvSpPr>
        <p:spPr>
          <a:xfrm>
            <a:off x="1822763" y="2737363"/>
            <a:ext cx="2733900" cy="572700"/>
          </a:xfrm>
          <a:prstGeom prst="rect">
            <a:avLst/>
          </a:prstGeom>
        </p:spPr>
        <p:txBody>
          <a:bodyPr spcFirstLastPara="1" wrap="square" lIns="91425" tIns="91425" rIns="91425" bIns="91425" anchor="t" anchorCtr="0">
            <a:noAutofit/>
          </a:bodyPr>
          <a:lstStyle>
            <a:lvl1pPr lvl="0" rtl="0">
              <a:spcBef>
                <a:spcPts val="0"/>
              </a:spcBef>
              <a:spcAft>
                <a:spcPts val="0"/>
              </a:spcAft>
              <a:buNone/>
              <a:defRPr/>
            </a:lvl1pPr>
            <a:lvl2pPr lvl="1" rtl="0">
              <a:spcBef>
                <a:spcPts val="1200"/>
              </a:spcBef>
              <a:spcAft>
                <a:spcPts val="0"/>
              </a:spcAft>
              <a:buNone/>
              <a:defRPr/>
            </a:lvl2pPr>
            <a:lvl3pPr lvl="2" rtl="0">
              <a:spcBef>
                <a:spcPts val="1200"/>
              </a:spcBef>
              <a:spcAft>
                <a:spcPts val="0"/>
              </a:spcAft>
              <a:buNone/>
              <a:defRPr/>
            </a:lvl3pPr>
            <a:lvl4pPr lvl="3" rtl="0">
              <a:spcBef>
                <a:spcPts val="1200"/>
              </a:spcBef>
              <a:spcAft>
                <a:spcPts val="0"/>
              </a:spcAft>
              <a:buNone/>
              <a:defRPr/>
            </a:lvl4pPr>
            <a:lvl5pPr lvl="4" rtl="0">
              <a:spcBef>
                <a:spcPts val="1200"/>
              </a:spcBef>
              <a:spcAft>
                <a:spcPts val="0"/>
              </a:spcAft>
              <a:buNone/>
              <a:defRPr/>
            </a:lvl5pPr>
            <a:lvl6pPr lvl="5" rtl="0">
              <a:spcBef>
                <a:spcPts val="1200"/>
              </a:spcBef>
              <a:spcAft>
                <a:spcPts val="0"/>
              </a:spcAft>
              <a:buNone/>
              <a:defRPr/>
            </a:lvl6pPr>
            <a:lvl7pPr lvl="6" rtl="0">
              <a:spcBef>
                <a:spcPts val="1200"/>
              </a:spcBef>
              <a:spcAft>
                <a:spcPts val="0"/>
              </a:spcAft>
              <a:buNone/>
              <a:defRPr/>
            </a:lvl7pPr>
            <a:lvl8pPr lvl="7" rtl="0">
              <a:spcBef>
                <a:spcPts val="1200"/>
              </a:spcBef>
              <a:spcAft>
                <a:spcPts val="0"/>
              </a:spcAft>
              <a:buNone/>
              <a:defRPr/>
            </a:lvl8pPr>
            <a:lvl9pPr lvl="8" rtl="0">
              <a:spcBef>
                <a:spcPts val="1200"/>
              </a:spcBef>
              <a:spcAft>
                <a:spcPts val="1200"/>
              </a:spcAft>
              <a:buNone/>
              <a:defRPr/>
            </a:lvl9pPr>
          </a:lstStyle>
          <a:p>
            <a:endParaRPr/>
          </a:p>
        </p:txBody>
      </p:sp>
      <p:sp>
        <p:nvSpPr>
          <p:cNvPr id="1102" name="Google Shape;1102;p13">
            <a:hlinkClick r:id="rId4" action="ppaction://hlinksldjump"/>
          </p:cNvPr>
          <p:cNvSpPr txBox="1">
            <a:spLocks noGrp="1"/>
          </p:cNvSpPr>
          <p:nvPr>
            <p:ph type="title" idx="6" hasCustomPrompt="1"/>
          </p:nvPr>
        </p:nvSpPr>
        <p:spPr>
          <a:xfrm>
            <a:off x="1135825" y="2386096"/>
            <a:ext cx="630900" cy="638700"/>
          </a:xfrm>
          <a:prstGeom prst="rect">
            <a:avLst/>
          </a:prstGeom>
        </p:spPr>
        <p:txBody>
          <a:bodyPr spcFirstLastPara="1" wrap="square" lIns="91425" tIns="91425" rIns="91425" bIns="91425" anchor="t" anchorCtr="0">
            <a:noAutofit/>
          </a:bodyPr>
          <a:lstStyle>
            <a:lvl1pPr lvl="0" rtl="0">
              <a:spcBef>
                <a:spcPts val="0"/>
              </a:spcBef>
              <a:spcAft>
                <a:spcPts val="0"/>
              </a:spcAft>
              <a:buSzPts val="2400"/>
              <a:buNone/>
              <a:defRPr sz="40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r>
              <a:t>xx%</a:t>
            </a:r>
          </a:p>
        </p:txBody>
      </p:sp>
      <p:sp>
        <p:nvSpPr>
          <p:cNvPr id="1103" name="Google Shape;1103;p13">
            <a:hlinkClick r:id="rId5" action="ppaction://hlinksldjump"/>
          </p:cNvPr>
          <p:cNvSpPr txBox="1">
            <a:spLocks noGrp="1"/>
          </p:cNvSpPr>
          <p:nvPr>
            <p:ph type="subTitle" idx="7"/>
          </p:nvPr>
        </p:nvSpPr>
        <p:spPr>
          <a:xfrm>
            <a:off x="1828657" y="3492296"/>
            <a:ext cx="2730000" cy="393300"/>
          </a:xfrm>
          <a:prstGeom prst="rect">
            <a:avLst/>
          </a:prstGeom>
        </p:spPr>
        <p:txBody>
          <a:bodyPr spcFirstLastPara="1" wrap="square" lIns="91425" tIns="91425" rIns="91425" bIns="91425" anchor="t" anchorCtr="0">
            <a:noAutofit/>
          </a:bodyPr>
          <a:lstStyle>
            <a:lvl1pPr lvl="0" rtl="0">
              <a:spcBef>
                <a:spcPts val="0"/>
              </a:spcBef>
              <a:spcAft>
                <a:spcPts val="0"/>
              </a:spcAft>
              <a:buNone/>
              <a:defRPr sz="2400">
                <a:latin typeface="Grand Hotel"/>
                <a:ea typeface="Grand Hotel"/>
                <a:cs typeface="Grand Hotel"/>
                <a:sym typeface="Grand Hotel"/>
              </a:defRPr>
            </a:lvl1pPr>
            <a:lvl2pPr lvl="1" rtl="0">
              <a:spcBef>
                <a:spcPts val="1200"/>
              </a:spcBef>
              <a:spcAft>
                <a:spcPts val="0"/>
              </a:spcAft>
              <a:buNone/>
              <a:defRPr sz="2400">
                <a:latin typeface="Grand Hotel"/>
                <a:ea typeface="Grand Hotel"/>
                <a:cs typeface="Grand Hotel"/>
                <a:sym typeface="Grand Hotel"/>
              </a:defRPr>
            </a:lvl2pPr>
            <a:lvl3pPr lvl="2" rtl="0">
              <a:spcBef>
                <a:spcPts val="1200"/>
              </a:spcBef>
              <a:spcAft>
                <a:spcPts val="0"/>
              </a:spcAft>
              <a:buNone/>
              <a:defRPr sz="2400">
                <a:latin typeface="Grand Hotel"/>
                <a:ea typeface="Grand Hotel"/>
                <a:cs typeface="Grand Hotel"/>
                <a:sym typeface="Grand Hotel"/>
              </a:defRPr>
            </a:lvl3pPr>
            <a:lvl4pPr lvl="3" rtl="0">
              <a:spcBef>
                <a:spcPts val="1200"/>
              </a:spcBef>
              <a:spcAft>
                <a:spcPts val="0"/>
              </a:spcAft>
              <a:buNone/>
              <a:defRPr sz="2400">
                <a:latin typeface="Grand Hotel"/>
                <a:ea typeface="Grand Hotel"/>
                <a:cs typeface="Grand Hotel"/>
                <a:sym typeface="Grand Hotel"/>
              </a:defRPr>
            </a:lvl4pPr>
            <a:lvl5pPr lvl="4" rtl="0">
              <a:spcBef>
                <a:spcPts val="1200"/>
              </a:spcBef>
              <a:spcAft>
                <a:spcPts val="0"/>
              </a:spcAft>
              <a:buNone/>
              <a:defRPr sz="2400">
                <a:latin typeface="Grand Hotel"/>
                <a:ea typeface="Grand Hotel"/>
                <a:cs typeface="Grand Hotel"/>
                <a:sym typeface="Grand Hotel"/>
              </a:defRPr>
            </a:lvl5pPr>
            <a:lvl6pPr lvl="5" rtl="0">
              <a:spcBef>
                <a:spcPts val="1200"/>
              </a:spcBef>
              <a:spcAft>
                <a:spcPts val="0"/>
              </a:spcAft>
              <a:buNone/>
              <a:defRPr sz="2400">
                <a:latin typeface="Grand Hotel"/>
                <a:ea typeface="Grand Hotel"/>
                <a:cs typeface="Grand Hotel"/>
                <a:sym typeface="Grand Hotel"/>
              </a:defRPr>
            </a:lvl6pPr>
            <a:lvl7pPr lvl="6" rtl="0">
              <a:spcBef>
                <a:spcPts val="1200"/>
              </a:spcBef>
              <a:spcAft>
                <a:spcPts val="0"/>
              </a:spcAft>
              <a:buNone/>
              <a:defRPr sz="2400">
                <a:latin typeface="Grand Hotel"/>
                <a:ea typeface="Grand Hotel"/>
                <a:cs typeface="Grand Hotel"/>
                <a:sym typeface="Grand Hotel"/>
              </a:defRPr>
            </a:lvl7pPr>
            <a:lvl8pPr lvl="7" rtl="0">
              <a:spcBef>
                <a:spcPts val="1200"/>
              </a:spcBef>
              <a:spcAft>
                <a:spcPts val="0"/>
              </a:spcAft>
              <a:buNone/>
              <a:defRPr sz="2400">
                <a:latin typeface="Grand Hotel"/>
                <a:ea typeface="Grand Hotel"/>
                <a:cs typeface="Grand Hotel"/>
                <a:sym typeface="Grand Hotel"/>
              </a:defRPr>
            </a:lvl8pPr>
            <a:lvl9pPr lvl="8" rtl="0">
              <a:spcBef>
                <a:spcPts val="1200"/>
              </a:spcBef>
              <a:spcAft>
                <a:spcPts val="1200"/>
              </a:spcAft>
              <a:buNone/>
              <a:defRPr sz="2400">
                <a:latin typeface="Grand Hotel"/>
                <a:ea typeface="Grand Hotel"/>
                <a:cs typeface="Grand Hotel"/>
                <a:sym typeface="Grand Hotel"/>
              </a:defRPr>
            </a:lvl9pPr>
          </a:lstStyle>
          <a:p>
            <a:endParaRPr/>
          </a:p>
        </p:txBody>
      </p:sp>
      <p:sp>
        <p:nvSpPr>
          <p:cNvPr id="1104" name="Google Shape;1104;p13"/>
          <p:cNvSpPr txBox="1">
            <a:spLocks noGrp="1"/>
          </p:cNvSpPr>
          <p:nvPr>
            <p:ph type="subTitle" idx="8"/>
          </p:nvPr>
        </p:nvSpPr>
        <p:spPr>
          <a:xfrm>
            <a:off x="1822763" y="3932456"/>
            <a:ext cx="2733900" cy="572700"/>
          </a:xfrm>
          <a:prstGeom prst="rect">
            <a:avLst/>
          </a:prstGeom>
        </p:spPr>
        <p:txBody>
          <a:bodyPr spcFirstLastPara="1" wrap="square" lIns="91425" tIns="91425" rIns="91425" bIns="91425" anchor="t" anchorCtr="0">
            <a:noAutofit/>
          </a:bodyPr>
          <a:lstStyle>
            <a:lvl1pPr lvl="0" rtl="0">
              <a:spcBef>
                <a:spcPts val="0"/>
              </a:spcBef>
              <a:spcAft>
                <a:spcPts val="0"/>
              </a:spcAft>
              <a:buNone/>
              <a:defRPr/>
            </a:lvl1pPr>
            <a:lvl2pPr lvl="1" rtl="0">
              <a:spcBef>
                <a:spcPts val="1200"/>
              </a:spcBef>
              <a:spcAft>
                <a:spcPts val="0"/>
              </a:spcAft>
              <a:buNone/>
              <a:defRPr/>
            </a:lvl2pPr>
            <a:lvl3pPr lvl="2" rtl="0">
              <a:spcBef>
                <a:spcPts val="1200"/>
              </a:spcBef>
              <a:spcAft>
                <a:spcPts val="0"/>
              </a:spcAft>
              <a:buNone/>
              <a:defRPr/>
            </a:lvl3pPr>
            <a:lvl4pPr lvl="3" rtl="0">
              <a:spcBef>
                <a:spcPts val="1200"/>
              </a:spcBef>
              <a:spcAft>
                <a:spcPts val="0"/>
              </a:spcAft>
              <a:buNone/>
              <a:defRPr/>
            </a:lvl4pPr>
            <a:lvl5pPr lvl="4" rtl="0">
              <a:spcBef>
                <a:spcPts val="1200"/>
              </a:spcBef>
              <a:spcAft>
                <a:spcPts val="0"/>
              </a:spcAft>
              <a:buNone/>
              <a:defRPr/>
            </a:lvl5pPr>
            <a:lvl6pPr lvl="5" rtl="0">
              <a:spcBef>
                <a:spcPts val="1200"/>
              </a:spcBef>
              <a:spcAft>
                <a:spcPts val="0"/>
              </a:spcAft>
              <a:buNone/>
              <a:defRPr/>
            </a:lvl6pPr>
            <a:lvl7pPr lvl="6" rtl="0">
              <a:spcBef>
                <a:spcPts val="1200"/>
              </a:spcBef>
              <a:spcAft>
                <a:spcPts val="0"/>
              </a:spcAft>
              <a:buNone/>
              <a:defRPr/>
            </a:lvl7pPr>
            <a:lvl8pPr lvl="7" rtl="0">
              <a:spcBef>
                <a:spcPts val="1200"/>
              </a:spcBef>
              <a:spcAft>
                <a:spcPts val="0"/>
              </a:spcAft>
              <a:buNone/>
              <a:defRPr/>
            </a:lvl8pPr>
            <a:lvl9pPr lvl="8" rtl="0">
              <a:spcBef>
                <a:spcPts val="1200"/>
              </a:spcBef>
              <a:spcAft>
                <a:spcPts val="1200"/>
              </a:spcAft>
              <a:buNone/>
              <a:defRPr/>
            </a:lvl9pPr>
          </a:lstStyle>
          <a:p>
            <a:endParaRPr/>
          </a:p>
        </p:txBody>
      </p:sp>
      <p:sp>
        <p:nvSpPr>
          <p:cNvPr id="1105" name="Google Shape;1105;p13">
            <a:hlinkClick r:id="rId5" action="ppaction://hlinksldjump"/>
          </p:cNvPr>
          <p:cNvSpPr txBox="1">
            <a:spLocks noGrp="1"/>
          </p:cNvSpPr>
          <p:nvPr>
            <p:ph type="title" idx="9" hasCustomPrompt="1"/>
          </p:nvPr>
        </p:nvSpPr>
        <p:spPr>
          <a:xfrm>
            <a:off x="1135825" y="3632125"/>
            <a:ext cx="630900" cy="638700"/>
          </a:xfrm>
          <a:prstGeom prst="rect">
            <a:avLst/>
          </a:prstGeom>
        </p:spPr>
        <p:txBody>
          <a:bodyPr spcFirstLastPara="1" wrap="square" lIns="91425" tIns="91425" rIns="91425" bIns="91425" anchor="t" anchorCtr="0">
            <a:noAutofit/>
          </a:bodyPr>
          <a:lstStyle>
            <a:lvl1pPr lvl="0" rtl="0">
              <a:spcBef>
                <a:spcPts val="0"/>
              </a:spcBef>
              <a:spcAft>
                <a:spcPts val="0"/>
              </a:spcAft>
              <a:buSzPts val="2400"/>
              <a:buNone/>
              <a:defRPr sz="40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r>
              <a:t>xx%</a:t>
            </a:r>
          </a:p>
        </p:txBody>
      </p:sp>
      <p:sp>
        <p:nvSpPr>
          <p:cNvPr id="1106" name="Google Shape;1106;p13">
            <a:hlinkClick r:id="rId6" action="ppaction://hlinksldjump"/>
          </p:cNvPr>
          <p:cNvSpPr txBox="1">
            <a:spLocks noGrp="1"/>
          </p:cNvSpPr>
          <p:nvPr>
            <p:ph type="subTitle" idx="13"/>
          </p:nvPr>
        </p:nvSpPr>
        <p:spPr>
          <a:xfrm>
            <a:off x="5266259" y="1104850"/>
            <a:ext cx="2742000" cy="393300"/>
          </a:xfrm>
          <a:prstGeom prst="rect">
            <a:avLst/>
          </a:prstGeom>
        </p:spPr>
        <p:txBody>
          <a:bodyPr spcFirstLastPara="1" wrap="square" lIns="91425" tIns="91425" rIns="91425" bIns="91425" anchor="t" anchorCtr="0">
            <a:noAutofit/>
          </a:bodyPr>
          <a:lstStyle>
            <a:lvl1pPr lvl="0" rtl="0">
              <a:spcBef>
                <a:spcPts val="0"/>
              </a:spcBef>
              <a:spcAft>
                <a:spcPts val="0"/>
              </a:spcAft>
              <a:buNone/>
              <a:defRPr sz="2400">
                <a:latin typeface="Grand Hotel"/>
                <a:ea typeface="Grand Hotel"/>
                <a:cs typeface="Grand Hotel"/>
                <a:sym typeface="Grand Hotel"/>
              </a:defRPr>
            </a:lvl1pPr>
            <a:lvl2pPr lvl="1" rtl="0">
              <a:spcBef>
                <a:spcPts val="1200"/>
              </a:spcBef>
              <a:spcAft>
                <a:spcPts val="0"/>
              </a:spcAft>
              <a:buNone/>
              <a:defRPr sz="2400">
                <a:latin typeface="Grand Hotel"/>
                <a:ea typeface="Grand Hotel"/>
                <a:cs typeface="Grand Hotel"/>
                <a:sym typeface="Grand Hotel"/>
              </a:defRPr>
            </a:lvl2pPr>
            <a:lvl3pPr lvl="2" rtl="0">
              <a:spcBef>
                <a:spcPts val="1200"/>
              </a:spcBef>
              <a:spcAft>
                <a:spcPts val="0"/>
              </a:spcAft>
              <a:buNone/>
              <a:defRPr sz="2400">
                <a:latin typeface="Grand Hotel"/>
                <a:ea typeface="Grand Hotel"/>
                <a:cs typeface="Grand Hotel"/>
                <a:sym typeface="Grand Hotel"/>
              </a:defRPr>
            </a:lvl3pPr>
            <a:lvl4pPr lvl="3" rtl="0">
              <a:spcBef>
                <a:spcPts val="1200"/>
              </a:spcBef>
              <a:spcAft>
                <a:spcPts val="0"/>
              </a:spcAft>
              <a:buNone/>
              <a:defRPr sz="2400">
                <a:latin typeface="Grand Hotel"/>
                <a:ea typeface="Grand Hotel"/>
                <a:cs typeface="Grand Hotel"/>
                <a:sym typeface="Grand Hotel"/>
              </a:defRPr>
            </a:lvl4pPr>
            <a:lvl5pPr lvl="4" rtl="0">
              <a:spcBef>
                <a:spcPts val="1200"/>
              </a:spcBef>
              <a:spcAft>
                <a:spcPts val="0"/>
              </a:spcAft>
              <a:buNone/>
              <a:defRPr sz="2400">
                <a:latin typeface="Grand Hotel"/>
                <a:ea typeface="Grand Hotel"/>
                <a:cs typeface="Grand Hotel"/>
                <a:sym typeface="Grand Hotel"/>
              </a:defRPr>
            </a:lvl5pPr>
            <a:lvl6pPr lvl="5" rtl="0">
              <a:spcBef>
                <a:spcPts val="1200"/>
              </a:spcBef>
              <a:spcAft>
                <a:spcPts val="0"/>
              </a:spcAft>
              <a:buNone/>
              <a:defRPr sz="2400">
                <a:latin typeface="Grand Hotel"/>
                <a:ea typeface="Grand Hotel"/>
                <a:cs typeface="Grand Hotel"/>
                <a:sym typeface="Grand Hotel"/>
              </a:defRPr>
            </a:lvl6pPr>
            <a:lvl7pPr lvl="6" rtl="0">
              <a:spcBef>
                <a:spcPts val="1200"/>
              </a:spcBef>
              <a:spcAft>
                <a:spcPts val="0"/>
              </a:spcAft>
              <a:buNone/>
              <a:defRPr sz="2400">
                <a:latin typeface="Grand Hotel"/>
                <a:ea typeface="Grand Hotel"/>
                <a:cs typeface="Grand Hotel"/>
                <a:sym typeface="Grand Hotel"/>
              </a:defRPr>
            </a:lvl7pPr>
            <a:lvl8pPr lvl="7" rtl="0">
              <a:spcBef>
                <a:spcPts val="1200"/>
              </a:spcBef>
              <a:spcAft>
                <a:spcPts val="0"/>
              </a:spcAft>
              <a:buNone/>
              <a:defRPr sz="2400">
                <a:latin typeface="Grand Hotel"/>
                <a:ea typeface="Grand Hotel"/>
                <a:cs typeface="Grand Hotel"/>
                <a:sym typeface="Grand Hotel"/>
              </a:defRPr>
            </a:lvl8pPr>
            <a:lvl9pPr lvl="8" rtl="0">
              <a:spcBef>
                <a:spcPts val="1200"/>
              </a:spcBef>
              <a:spcAft>
                <a:spcPts val="1200"/>
              </a:spcAft>
              <a:buNone/>
              <a:defRPr sz="2400">
                <a:latin typeface="Grand Hotel"/>
                <a:ea typeface="Grand Hotel"/>
                <a:cs typeface="Grand Hotel"/>
                <a:sym typeface="Grand Hotel"/>
              </a:defRPr>
            </a:lvl9pPr>
          </a:lstStyle>
          <a:p>
            <a:endParaRPr/>
          </a:p>
        </p:txBody>
      </p:sp>
      <p:sp>
        <p:nvSpPr>
          <p:cNvPr id="1107" name="Google Shape;1107;p13"/>
          <p:cNvSpPr txBox="1">
            <a:spLocks noGrp="1"/>
          </p:cNvSpPr>
          <p:nvPr>
            <p:ph type="subTitle" idx="14"/>
          </p:nvPr>
        </p:nvSpPr>
        <p:spPr>
          <a:xfrm>
            <a:off x="5260335" y="1538865"/>
            <a:ext cx="2742000" cy="572700"/>
          </a:xfrm>
          <a:prstGeom prst="rect">
            <a:avLst/>
          </a:prstGeom>
        </p:spPr>
        <p:txBody>
          <a:bodyPr spcFirstLastPara="1" wrap="square" lIns="91425" tIns="91425" rIns="91425" bIns="91425" anchor="t" anchorCtr="0">
            <a:noAutofit/>
          </a:bodyPr>
          <a:lstStyle>
            <a:lvl1pPr lvl="0" rtl="0">
              <a:spcBef>
                <a:spcPts val="0"/>
              </a:spcBef>
              <a:spcAft>
                <a:spcPts val="0"/>
              </a:spcAft>
              <a:buNone/>
              <a:defRPr/>
            </a:lvl1pPr>
            <a:lvl2pPr lvl="1" rtl="0">
              <a:spcBef>
                <a:spcPts val="1200"/>
              </a:spcBef>
              <a:spcAft>
                <a:spcPts val="0"/>
              </a:spcAft>
              <a:buNone/>
              <a:defRPr/>
            </a:lvl2pPr>
            <a:lvl3pPr lvl="2" rtl="0">
              <a:spcBef>
                <a:spcPts val="1200"/>
              </a:spcBef>
              <a:spcAft>
                <a:spcPts val="0"/>
              </a:spcAft>
              <a:buNone/>
              <a:defRPr/>
            </a:lvl3pPr>
            <a:lvl4pPr lvl="3" rtl="0">
              <a:spcBef>
                <a:spcPts val="1200"/>
              </a:spcBef>
              <a:spcAft>
                <a:spcPts val="0"/>
              </a:spcAft>
              <a:buNone/>
              <a:defRPr/>
            </a:lvl4pPr>
            <a:lvl5pPr lvl="4" rtl="0">
              <a:spcBef>
                <a:spcPts val="1200"/>
              </a:spcBef>
              <a:spcAft>
                <a:spcPts val="0"/>
              </a:spcAft>
              <a:buNone/>
              <a:defRPr/>
            </a:lvl5pPr>
            <a:lvl6pPr lvl="5" rtl="0">
              <a:spcBef>
                <a:spcPts val="1200"/>
              </a:spcBef>
              <a:spcAft>
                <a:spcPts val="0"/>
              </a:spcAft>
              <a:buNone/>
              <a:defRPr/>
            </a:lvl6pPr>
            <a:lvl7pPr lvl="6" rtl="0">
              <a:spcBef>
                <a:spcPts val="1200"/>
              </a:spcBef>
              <a:spcAft>
                <a:spcPts val="0"/>
              </a:spcAft>
              <a:buNone/>
              <a:defRPr/>
            </a:lvl7pPr>
            <a:lvl8pPr lvl="7" rtl="0">
              <a:spcBef>
                <a:spcPts val="1200"/>
              </a:spcBef>
              <a:spcAft>
                <a:spcPts val="0"/>
              </a:spcAft>
              <a:buNone/>
              <a:defRPr/>
            </a:lvl8pPr>
            <a:lvl9pPr lvl="8" rtl="0">
              <a:spcBef>
                <a:spcPts val="1200"/>
              </a:spcBef>
              <a:spcAft>
                <a:spcPts val="1200"/>
              </a:spcAft>
              <a:buNone/>
              <a:defRPr/>
            </a:lvl9pPr>
          </a:lstStyle>
          <a:p>
            <a:endParaRPr/>
          </a:p>
        </p:txBody>
      </p:sp>
      <p:sp>
        <p:nvSpPr>
          <p:cNvPr id="1108" name="Google Shape;1108;p13">
            <a:hlinkClick r:id="rId6" action="ppaction://hlinksldjump"/>
          </p:cNvPr>
          <p:cNvSpPr txBox="1">
            <a:spLocks noGrp="1"/>
          </p:cNvSpPr>
          <p:nvPr>
            <p:ph type="title" idx="15" hasCustomPrompt="1"/>
          </p:nvPr>
        </p:nvSpPr>
        <p:spPr>
          <a:xfrm>
            <a:off x="4573025" y="1253262"/>
            <a:ext cx="630900" cy="636000"/>
          </a:xfrm>
          <a:prstGeom prst="rect">
            <a:avLst/>
          </a:prstGeom>
        </p:spPr>
        <p:txBody>
          <a:bodyPr spcFirstLastPara="1" wrap="square" lIns="91425" tIns="91425" rIns="91425" bIns="91425" anchor="t" anchorCtr="0">
            <a:noAutofit/>
          </a:bodyPr>
          <a:lstStyle>
            <a:lvl1pPr lvl="0" rtl="0">
              <a:spcBef>
                <a:spcPts val="0"/>
              </a:spcBef>
              <a:spcAft>
                <a:spcPts val="0"/>
              </a:spcAft>
              <a:buSzPts val="2400"/>
              <a:buNone/>
              <a:defRPr sz="40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r>
              <a:t>xx%</a:t>
            </a:r>
          </a:p>
        </p:txBody>
      </p:sp>
      <p:sp>
        <p:nvSpPr>
          <p:cNvPr id="1109" name="Google Shape;1109;p13">
            <a:hlinkClick r:id="rId7" action="ppaction://hlinksldjump"/>
          </p:cNvPr>
          <p:cNvSpPr txBox="1">
            <a:spLocks noGrp="1"/>
          </p:cNvSpPr>
          <p:nvPr>
            <p:ph type="subTitle" idx="16"/>
          </p:nvPr>
        </p:nvSpPr>
        <p:spPr>
          <a:xfrm>
            <a:off x="5266259" y="2296022"/>
            <a:ext cx="2742000" cy="393300"/>
          </a:xfrm>
          <a:prstGeom prst="rect">
            <a:avLst/>
          </a:prstGeom>
        </p:spPr>
        <p:txBody>
          <a:bodyPr spcFirstLastPara="1" wrap="square" lIns="91425" tIns="91425" rIns="91425" bIns="91425" anchor="t" anchorCtr="0">
            <a:noAutofit/>
          </a:bodyPr>
          <a:lstStyle>
            <a:lvl1pPr lvl="0" rtl="0">
              <a:spcBef>
                <a:spcPts val="0"/>
              </a:spcBef>
              <a:spcAft>
                <a:spcPts val="0"/>
              </a:spcAft>
              <a:buNone/>
              <a:defRPr sz="2400">
                <a:latin typeface="Grand Hotel"/>
                <a:ea typeface="Grand Hotel"/>
                <a:cs typeface="Grand Hotel"/>
                <a:sym typeface="Grand Hotel"/>
              </a:defRPr>
            </a:lvl1pPr>
            <a:lvl2pPr lvl="1" rtl="0">
              <a:spcBef>
                <a:spcPts val="1200"/>
              </a:spcBef>
              <a:spcAft>
                <a:spcPts val="0"/>
              </a:spcAft>
              <a:buNone/>
              <a:defRPr sz="2400">
                <a:latin typeface="Grand Hotel"/>
                <a:ea typeface="Grand Hotel"/>
                <a:cs typeface="Grand Hotel"/>
                <a:sym typeface="Grand Hotel"/>
              </a:defRPr>
            </a:lvl2pPr>
            <a:lvl3pPr lvl="2" rtl="0">
              <a:spcBef>
                <a:spcPts val="1200"/>
              </a:spcBef>
              <a:spcAft>
                <a:spcPts val="0"/>
              </a:spcAft>
              <a:buNone/>
              <a:defRPr sz="2400">
                <a:latin typeface="Grand Hotel"/>
                <a:ea typeface="Grand Hotel"/>
                <a:cs typeface="Grand Hotel"/>
                <a:sym typeface="Grand Hotel"/>
              </a:defRPr>
            </a:lvl3pPr>
            <a:lvl4pPr lvl="3" rtl="0">
              <a:spcBef>
                <a:spcPts val="1200"/>
              </a:spcBef>
              <a:spcAft>
                <a:spcPts val="0"/>
              </a:spcAft>
              <a:buNone/>
              <a:defRPr sz="2400">
                <a:latin typeface="Grand Hotel"/>
                <a:ea typeface="Grand Hotel"/>
                <a:cs typeface="Grand Hotel"/>
                <a:sym typeface="Grand Hotel"/>
              </a:defRPr>
            </a:lvl4pPr>
            <a:lvl5pPr lvl="4" rtl="0">
              <a:spcBef>
                <a:spcPts val="1200"/>
              </a:spcBef>
              <a:spcAft>
                <a:spcPts val="0"/>
              </a:spcAft>
              <a:buNone/>
              <a:defRPr sz="2400">
                <a:latin typeface="Grand Hotel"/>
                <a:ea typeface="Grand Hotel"/>
                <a:cs typeface="Grand Hotel"/>
                <a:sym typeface="Grand Hotel"/>
              </a:defRPr>
            </a:lvl5pPr>
            <a:lvl6pPr lvl="5" rtl="0">
              <a:spcBef>
                <a:spcPts val="1200"/>
              </a:spcBef>
              <a:spcAft>
                <a:spcPts val="0"/>
              </a:spcAft>
              <a:buNone/>
              <a:defRPr sz="2400">
                <a:latin typeface="Grand Hotel"/>
                <a:ea typeface="Grand Hotel"/>
                <a:cs typeface="Grand Hotel"/>
                <a:sym typeface="Grand Hotel"/>
              </a:defRPr>
            </a:lvl6pPr>
            <a:lvl7pPr lvl="6" rtl="0">
              <a:spcBef>
                <a:spcPts val="1200"/>
              </a:spcBef>
              <a:spcAft>
                <a:spcPts val="0"/>
              </a:spcAft>
              <a:buNone/>
              <a:defRPr sz="2400">
                <a:latin typeface="Grand Hotel"/>
                <a:ea typeface="Grand Hotel"/>
                <a:cs typeface="Grand Hotel"/>
                <a:sym typeface="Grand Hotel"/>
              </a:defRPr>
            </a:lvl7pPr>
            <a:lvl8pPr lvl="7" rtl="0">
              <a:spcBef>
                <a:spcPts val="1200"/>
              </a:spcBef>
              <a:spcAft>
                <a:spcPts val="0"/>
              </a:spcAft>
              <a:buNone/>
              <a:defRPr sz="2400">
                <a:latin typeface="Grand Hotel"/>
                <a:ea typeface="Grand Hotel"/>
                <a:cs typeface="Grand Hotel"/>
                <a:sym typeface="Grand Hotel"/>
              </a:defRPr>
            </a:lvl8pPr>
            <a:lvl9pPr lvl="8" rtl="0">
              <a:spcBef>
                <a:spcPts val="1200"/>
              </a:spcBef>
              <a:spcAft>
                <a:spcPts val="1200"/>
              </a:spcAft>
              <a:buNone/>
              <a:defRPr sz="2400">
                <a:latin typeface="Grand Hotel"/>
                <a:ea typeface="Grand Hotel"/>
                <a:cs typeface="Grand Hotel"/>
                <a:sym typeface="Grand Hotel"/>
              </a:defRPr>
            </a:lvl9pPr>
          </a:lstStyle>
          <a:p>
            <a:endParaRPr/>
          </a:p>
        </p:txBody>
      </p:sp>
      <p:sp>
        <p:nvSpPr>
          <p:cNvPr id="1110" name="Google Shape;1110;p13"/>
          <p:cNvSpPr txBox="1">
            <a:spLocks noGrp="1"/>
          </p:cNvSpPr>
          <p:nvPr>
            <p:ph type="subTitle" idx="17"/>
          </p:nvPr>
        </p:nvSpPr>
        <p:spPr>
          <a:xfrm>
            <a:off x="5260339" y="2735563"/>
            <a:ext cx="2742000" cy="572700"/>
          </a:xfrm>
          <a:prstGeom prst="rect">
            <a:avLst/>
          </a:prstGeom>
        </p:spPr>
        <p:txBody>
          <a:bodyPr spcFirstLastPara="1" wrap="square" lIns="91425" tIns="91425" rIns="91425" bIns="91425" anchor="t" anchorCtr="0">
            <a:noAutofit/>
          </a:bodyPr>
          <a:lstStyle>
            <a:lvl1pPr lvl="0" rtl="0">
              <a:spcBef>
                <a:spcPts val="0"/>
              </a:spcBef>
              <a:spcAft>
                <a:spcPts val="0"/>
              </a:spcAft>
              <a:buNone/>
              <a:defRPr/>
            </a:lvl1pPr>
            <a:lvl2pPr lvl="1" rtl="0">
              <a:spcBef>
                <a:spcPts val="1200"/>
              </a:spcBef>
              <a:spcAft>
                <a:spcPts val="0"/>
              </a:spcAft>
              <a:buNone/>
              <a:defRPr/>
            </a:lvl2pPr>
            <a:lvl3pPr lvl="2" rtl="0">
              <a:spcBef>
                <a:spcPts val="1200"/>
              </a:spcBef>
              <a:spcAft>
                <a:spcPts val="0"/>
              </a:spcAft>
              <a:buNone/>
              <a:defRPr/>
            </a:lvl3pPr>
            <a:lvl4pPr lvl="3" rtl="0">
              <a:spcBef>
                <a:spcPts val="1200"/>
              </a:spcBef>
              <a:spcAft>
                <a:spcPts val="0"/>
              </a:spcAft>
              <a:buNone/>
              <a:defRPr/>
            </a:lvl4pPr>
            <a:lvl5pPr lvl="4" rtl="0">
              <a:spcBef>
                <a:spcPts val="1200"/>
              </a:spcBef>
              <a:spcAft>
                <a:spcPts val="0"/>
              </a:spcAft>
              <a:buNone/>
              <a:defRPr/>
            </a:lvl5pPr>
            <a:lvl6pPr lvl="5" rtl="0">
              <a:spcBef>
                <a:spcPts val="1200"/>
              </a:spcBef>
              <a:spcAft>
                <a:spcPts val="0"/>
              </a:spcAft>
              <a:buNone/>
              <a:defRPr/>
            </a:lvl6pPr>
            <a:lvl7pPr lvl="6" rtl="0">
              <a:spcBef>
                <a:spcPts val="1200"/>
              </a:spcBef>
              <a:spcAft>
                <a:spcPts val="0"/>
              </a:spcAft>
              <a:buNone/>
              <a:defRPr/>
            </a:lvl7pPr>
            <a:lvl8pPr lvl="7" rtl="0">
              <a:spcBef>
                <a:spcPts val="1200"/>
              </a:spcBef>
              <a:spcAft>
                <a:spcPts val="0"/>
              </a:spcAft>
              <a:buNone/>
              <a:defRPr/>
            </a:lvl8pPr>
            <a:lvl9pPr lvl="8" rtl="0">
              <a:spcBef>
                <a:spcPts val="1200"/>
              </a:spcBef>
              <a:spcAft>
                <a:spcPts val="1200"/>
              </a:spcAft>
              <a:buNone/>
              <a:defRPr/>
            </a:lvl9pPr>
          </a:lstStyle>
          <a:p>
            <a:endParaRPr/>
          </a:p>
        </p:txBody>
      </p:sp>
      <p:sp>
        <p:nvSpPr>
          <p:cNvPr id="1111" name="Google Shape;1111;p13">
            <a:hlinkClick r:id="rId7" action="ppaction://hlinksldjump"/>
          </p:cNvPr>
          <p:cNvSpPr txBox="1">
            <a:spLocks noGrp="1"/>
          </p:cNvSpPr>
          <p:nvPr>
            <p:ph type="title" idx="18" hasCustomPrompt="1"/>
          </p:nvPr>
        </p:nvSpPr>
        <p:spPr>
          <a:xfrm>
            <a:off x="4573023" y="2386096"/>
            <a:ext cx="630900" cy="638700"/>
          </a:xfrm>
          <a:prstGeom prst="rect">
            <a:avLst/>
          </a:prstGeom>
        </p:spPr>
        <p:txBody>
          <a:bodyPr spcFirstLastPara="1" wrap="square" lIns="91425" tIns="91425" rIns="91425" bIns="91425" anchor="t" anchorCtr="0">
            <a:noAutofit/>
          </a:bodyPr>
          <a:lstStyle>
            <a:lvl1pPr lvl="0" rtl="0">
              <a:spcBef>
                <a:spcPts val="0"/>
              </a:spcBef>
              <a:spcAft>
                <a:spcPts val="0"/>
              </a:spcAft>
              <a:buSzPts val="2400"/>
              <a:buNone/>
              <a:defRPr sz="40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r>
              <a:t>xx%</a:t>
            </a:r>
          </a:p>
        </p:txBody>
      </p:sp>
      <p:sp>
        <p:nvSpPr>
          <p:cNvPr id="1112" name="Google Shape;1112;p13"/>
          <p:cNvSpPr txBox="1">
            <a:spLocks noGrp="1"/>
          </p:cNvSpPr>
          <p:nvPr>
            <p:ph type="subTitle" idx="19"/>
          </p:nvPr>
        </p:nvSpPr>
        <p:spPr>
          <a:xfrm>
            <a:off x="5266259" y="3490496"/>
            <a:ext cx="2742000" cy="393300"/>
          </a:xfrm>
          <a:prstGeom prst="rect">
            <a:avLst/>
          </a:prstGeom>
        </p:spPr>
        <p:txBody>
          <a:bodyPr spcFirstLastPara="1" wrap="square" lIns="91425" tIns="91425" rIns="91425" bIns="91425" anchor="t" anchorCtr="0">
            <a:noAutofit/>
          </a:bodyPr>
          <a:lstStyle>
            <a:lvl1pPr lvl="0" rtl="0">
              <a:spcBef>
                <a:spcPts val="0"/>
              </a:spcBef>
              <a:spcAft>
                <a:spcPts val="0"/>
              </a:spcAft>
              <a:buNone/>
              <a:defRPr sz="2400">
                <a:latin typeface="Grand Hotel"/>
                <a:ea typeface="Grand Hotel"/>
                <a:cs typeface="Grand Hotel"/>
                <a:sym typeface="Grand Hotel"/>
              </a:defRPr>
            </a:lvl1pPr>
            <a:lvl2pPr lvl="1" rtl="0">
              <a:spcBef>
                <a:spcPts val="1200"/>
              </a:spcBef>
              <a:spcAft>
                <a:spcPts val="0"/>
              </a:spcAft>
              <a:buNone/>
              <a:defRPr sz="2400">
                <a:latin typeface="Grand Hotel"/>
                <a:ea typeface="Grand Hotel"/>
                <a:cs typeface="Grand Hotel"/>
                <a:sym typeface="Grand Hotel"/>
              </a:defRPr>
            </a:lvl2pPr>
            <a:lvl3pPr lvl="2" rtl="0">
              <a:spcBef>
                <a:spcPts val="1200"/>
              </a:spcBef>
              <a:spcAft>
                <a:spcPts val="0"/>
              </a:spcAft>
              <a:buNone/>
              <a:defRPr sz="2400">
                <a:latin typeface="Grand Hotel"/>
                <a:ea typeface="Grand Hotel"/>
                <a:cs typeface="Grand Hotel"/>
                <a:sym typeface="Grand Hotel"/>
              </a:defRPr>
            </a:lvl3pPr>
            <a:lvl4pPr lvl="3" rtl="0">
              <a:spcBef>
                <a:spcPts val="1200"/>
              </a:spcBef>
              <a:spcAft>
                <a:spcPts val="0"/>
              </a:spcAft>
              <a:buNone/>
              <a:defRPr sz="2400">
                <a:latin typeface="Grand Hotel"/>
                <a:ea typeface="Grand Hotel"/>
                <a:cs typeface="Grand Hotel"/>
                <a:sym typeface="Grand Hotel"/>
              </a:defRPr>
            </a:lvl4pPr>
            <a:lvl5pPr lvl="4" rtl="0">
              <a:spcBef>
                <a:spcPts val="1200"/>
              </a:spcBef>
              <a:spcAft>
                <a:spcPts val="0"/>
              </a:spcAft>
              <a:buNone/>
              <a:defRPr sz="2400">
                <a:latin typeface="Grand Hotel"/>
                <a:ea typeface="Grand Hotel"/>
                <a:cs typeface="Grand Hotel"/>
                <a:sym typeface="Grand Hotel"/>
              </a:defRPr>
            </a:lvl5pPr>
            <a:lvl6pPr lvl="5" rtl="0">
              <a:spcBef>
                <a:spcPts val="1200"/>
              </a:spcBef>
              <a:spcAft>
                <a:spcPts val="0"/>
              </a:spcAft>
              <a:buNone/>
              <a:defRPr sz="2400">
                <a:latin typeface="Grand Hotel"/>
                <a:ea typeface="Grand Hotel"/>
                <a:cs typeface="Grand Hotel"/>
                <a:sym typeface="Grand Hotel"/>
              </a:defRPr>
            </a:lvl6pPr>
            <a:lvl7pPr lvl="6" rtl="0">
              <a:spcBef>
                <a:spcPts val="1200"/>
              </a:spcBef>
              <a:spcAft>
                <a:spcPts val="0"/>
              </a:spcAft>
              <a:buNone/>
              <a:defRPr sz="2400">
                <a:latin typeface="Grand Hotel"/>
                <a:ea typeface="Grand Hotel"/>
                <a:cs typeface="Grand Hotel"/>
                <a:sym typeface="Grand Hotel"/>
              </a:defRPr>
            </a:lvl7pPr>
            <a:lvl8pPr lvl="7" rtl="0">
              <a:spcBef>
                <a:spcPts val="1200"/>
              </a:spcBef>
              <a:spcAft>
                <a:spcPts val="0"/>
              </a:spcAft>
              <a:buNone/>
              <a:defRPr sz="2400">
                <a:latin typeface="Grand Hotel"/>
                <a:ea typeface="Grand Hotel"/>
                <a:cs typeface="Grand Hotel"/>
                <a:sym typeface="Grand Hotel"/>
              </a:defRPr>
            </a:lvl8pPr>
            <a:lvl9pPr lvl="8" rtl="0">
              <a:spcBef>
                <a:spcPts val="1200"/>
              </a:spcBef>
              <a:spcAft>
                <a:spcPts val="1200"/>
              </a:spcAft>
              <a:buNone/>
              <a:defRPr sz="2400">
                <a:latin typeface="Grand Hotel"/>
                <a:ea typeface="Grand Hotel"/>
                <a:cs typeface="Grand Hotel"/>
                <a:sym typeface="Grand Hotel"/>
              </a:defRPr>
            </a:lvl9pPr>
          </a:lstStyle>
          <a:p>
            <a:endParaRPr/>
          </a:p>
        </p:txBody>
      </p:sp>
      <p:sp>
        <p:nvSpPr>
          <p:cNvPr id="1113" name="Google Shape;1113;p13"/>
          <p:cNvSpPr txBox="1">
            <a:spLocks noGrp="1"/>
          </p:cNvSpPr>
          <p:nvPr>
            <p:ph type="subTitle" idx="20"/>
          </p:nvPr>
        </p:nvSpPr>
        <p:spPr>
          <a:xfrm>
            <a:off x="5260339" y="3930656"/>
            <a:ext cx="2742000" cy="572700"/>
          </a:xfrm>
          <a:prstGeom prst="rect">
            <a:avLst/>
          </a:prstGeom>
        </p:spPr>
        <p:txBody>
          <a:bodyPr spcFirstLastPara="1" wrap="square" lIns="91425" tIns="91425" rIns="91425" bIns="91425" anchor="t" anchorCtr="0">
            <a:noAutofit/>
          </a:bodyPr>
          <a:lstStyle>
            <a:lvl1pPr lvl="0" rtl="0">
              <a:spcBef>
                <a:spcPts val="0"/>
              </a:spcBef>
              <a:spcAft>
                <a:spcPts val="0"/>
              </a:spcAft>
              <a:buNone/>
              <a:defRPr/>
            </a:lvl1pPr>
            <a:lvl2pPr lvl="1" rtl="0">
              <a:spcBef>
                <a:spcPts val="1200"/>
              </a:spcBef>
              <a:spcAft>
                <a:spcPts val="0"/>
              </a:spcAft>
              <a:buNone/>
              <a:defRPr/>
            </a:lvl2pPr>
            <a:lvl3pPr lvl="2" rtl="0">
              <a:spcBef>
                <a:spcPts val="1200"/>
              </a:spcBef>
              <a:spcAft>
                <a:spcPts val="0"/>
              </a:spcAft>
              <a:buNone/>
              <a:defRPr/>
            </a:lvl3pPr>
            <a:lvl4pPr lvl="3" rtl="0">
              <a:spcBef>
                <a:spcPts val="1200"/>
              </a:spcBef>
              <a:spcAft>
                <a:spcPts val="0"/>
              </a:spcAft>
              <a:buNone/>
              <a:defRPr/>
            </a:lvl4pPr>
            <a:lvl5pPr lvl="4" rtl="0">
              <a:spcBef>
                <a:spcPts val="1200"/>
              </a:spcBef>
              <a:spcAft>
                <a:spcPts val="0"/>
              </a:spcAft>
              <a:buNone/>
              <a:defRPr/>
            </a:lvl5pPr>
            <a:lvl6pPr lvl="5" rtl="0">
              <a:spcBef>
                <a:spcPts val="1200"/>
              </a:spcBef>
              <a:spcAft>
                <a:spcPts val="0"/>
              </a:spcAft>
              <a:buNone/>
              <a:defRPr/>
            </a:lvl6pPr>
            <a:lvl7pPr lvl="6" rtl="0">
              <a:spcBef>
                <a:spcPts val="1200"/>
              </a:spcBef>
              <a:spcAft>
                <a:spcPts val="0"/>
              </a:spcAft>
              <a:buNone/>
              <a:defRPr/>
            </a:lvl7pPr>
            <a:lvl8pPr lvl="7" rtl="0">
              <a:spcBef>
                <a:spcPts val="1200"/>
              </a:spcBef>
              <a:spcAft>
                <a:spcPts val="0"/>
              </a:spcAft>
              <a:buNone/>
              <a:defRPr/>
            </a:lvl8pPr>
            <a:lvl9pPr lvl="8" rtl="0">
              <a:spcBef>
                <a:spcPts val="1200"/>
              </a:spcBef>
              <a:spcAft>
                <a:spcPts val="1200"/>
              </a:spcAft>
              <a:buNone/>
              <a:defRPr/>
            </a:lvl9pPr>
          </a:lstStyle>
          <a:p>
            <a:endParaRPr/>
          </a:p>
        </p:txBody>
      </p:sp>
      <p:sp>
        <p:nvSpPr>
          <p:cNvPr id="1114" name="Google Shape;1114;p13">
            <a:hlinkClick r:id="rId8" action="ppaction://hlinksldjump"/>
          </p:cNvPr>
          <p:cNvSpPr txBox="1">
            <a:spLocks noGrp="1"/>
          </p:cNvSpPr>
          <p:nvPr>
            <p:ph type="title" idx="21" hasCustomPrompt="1"/>
          </p:nvPr>
        </p:nvSpPr>
        <p:spPr>
          <a:xfrm>
            <a:off x="4573025" y="3632125"/>
            <a:ext cx="630900" cy="638700"/>
          </a:xfrm>
          <a:prstGeom prst="rect">
            <a:avLst/>
          </a:prstGeom>
        </p:spPr>
        <p:txBody>
          <a:bodyPr spcFirstLastPara="1" wrap="square" lIns="91425" tIns="91425" rIns="91425" bIns="91425" anchor="t" anchorCtr="0">
            <a:noAutofit/>
          </a:bodyPr>
          <a:lstStyle>
            <a:lvl1pPr lvl="0" rtl="0">
              <a:spcBef>
                <a:spcPts val="0"/>
              </a:spcBef>
              <a:spcAft>
                <a:spcPts val="0"/>
              </a:spcAft>
              <a:buSzPts val="2400"/>
              <a:buNone/>
              <a:defRPr sz="40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r>
              <a:t>xx%</a:t>
            </a:r>
          </a:p>
        </p:txBody>
      </p:sp>
      <p:sp>
        <p:nvSpPr>
          <p:cNvPr id="1115" name="Google Shape;1115;p13"/>
          <p:cNvSpPr/>
          <p:nvPr/>
        </p:nvSpPr>
        <p:spPr>
          <a:xfrm rot="5189938" flipH="1">
            <a:off x="1066854" y="612099"/>
            <a:ext cx="251925" cy="286696"/>
          </a:xfrm>
          <a:custGeom>
            <a:avLst/>
            <a:gdLst/>
            <a:ahLst/>
            <a:cxnLst/>
            <a:rect l="l" t="t" r="r" b="b"/>
            <a:pathLst>
              <a:path w="3312" h="3769" extrusionOk="0">
                <a:moveTo>
                  <a:pt x="402" y="1"/>
                </a:moveTo>
                <a:lnTo>
                  <a:pt x="402" y="1"/>
                </a:lnTo>
                <a:cubicBezTo>
                  <a:pt x="54" y="750"/>
                  <a:pt x="1" y="2625"/>
                  <a:pt x="652" y="3339"/>
                </a:cubicBezTo>
                <a:cubicBezTo>
                  <a:pt x="968" y="3680"/>
                  <a:pt x="1367" y="3768"/>
                  <a:pt x="1696" y="3768"/>
                </a:cubicBezTo>
                <a:cubicBezTo>
                  <a:pt x="2044" y="3768"/>
                  <a:pt x="2312" y="3669"/>
                  <a:pt x="2312" y="3669"/>
                </a:cubicBezTo>
                <a:cubicBezTo>
                  <a:pt x="2651" y="3544"/>
                  <a:pt x="3312" y="3205"/>
                  <a:pt x="2964" y="2107"/>
                </a:cubicBezTo>
                <a:cubicBezTo>
                  <a:pt x="2625" y="1000"/>
                  <a:pt x="402" y="1"/>
                  <a:pt x="40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6" name="Google Shape;1116;p13"/>
          <p:cNvSpPr/>
          <p:nvPr/>
        </p:nvSpPr>
        <p:spPr>
          <a:xfrm rot="5189938" flipH="1">
            <a:off x="1075694" y="600540"/>
            <a:ext cx="158518" cy="321459"/>
          </a:xfrm>
          <a:custGeom>
            <a:avLst/>
            <a:gdLst/>
            <a:ahLst/>
            <a:cxnLst/>
            <a:rect l="l" t="t" r="r" b="b"/>
            <a:pathLst>
              <a:path w="2084" h="4226" extrusionOk="0">
                <a:moveTo>
                  <a:pt x="1727" y="1940"/>
                </a:moveTo>
                <a:lnTo>
                  <a:pt x="1727" y="1940"/>
                </a:lnTo>
                <a:cubicBezTo>
                  <a:pt x="1727" y="1940"/>
                  <a:pt x="1727" y="1940"/>
                  <a:pt x="1726" y="1941"/>
                </a:cubicBezTo>
                <a:lnTo>
                  <a:pt x="1724" y="1950"/>
                </a:lnTo>
                <a:lnTo>
                  <a:pt x="1724" y="1950"/>
                </a:lnTo>
                <a:cubicBezTo>
                  <a:pt x="1727" y="1943"/>
                  <a:pt x="1728" y="1940"/>
                  <a:pt x="1727" y="1940"/>
                </a:cubicBezTo>
                <a:close/>
                <a:moveTo>
                  <a:pt x="10" y="1"/>
                </a:moveTo>
                <a:cubicBezTo>
                  <a:pt x="0" y="1"/>
                  <a:pt x="280" y="711"/>
                  <a:pt x="495" y="1182"/>
                </a:cubicBezTo>
                <a:lnTo>
                  <a:pt x="155" y="1084"/>
                </a:lnTo>
                <a:lnTo>
                  <a:pt x="93" y="1066"/>
                </a:lnTo>
                <a:lnTo>
                  <a:pt x="93" y="1066"/>
                </a:lnTo>
                <a:cubicBezTo>
                  <a:pt x="227" y="1138"/>
                  <a:pt x="370" y="1200"/>
                  <a:pt x="512" y="1245"/>
                </a:cubicBezTo>
                <a:lnTo>
                  <a:pt x="521" y="1245"/>
                </a:lnTo>
                <a:cubicBezTo>
                  <a:pt x="655" y="1530"/>
                  <a:pt x="762" y="1754"/>
                  <a:pt x="914" y="2030"/>
                </a:cubicBezTo>
                <a:cubicBezTo>
                  <a:pt x="977" y="2137"/>
                  <a:pt x="1039" y="2253"/>
                  <a:pt x="1110" y="2361"/>
                </a:cubicBezTo>
                <a:lnTo>
                  <a:pt x="361" y="2182"/>
                </a:lnTo>
                <a:lnTo>
                  <a:pt x="245" y="2146"/>
                </a:lnTo>
                <a:cubicBezTo>
                  <a:pt x="244" y="2146"/>
                  <a:pt x="244" y="2146"/>
                  <a:pt x="243" y="2146"/>
                </a:cubicBezTo>
                <a:lnTo>
                  <a:pt x="243" y="2146"/>
                </a:lnTo>
                <a:cubicBezTo>
                  <a:pt x="233" y="2146"/>
                  <a:pt x="786" y="2344"/>
                  <a:pt x="1057" y="2414"/>
                </a:cubicBezTo>
                <a:lnTo>
                  <a:pt x="1146" y="2432"/>
                </a:lnTo>
                <a:cubicBezTo>
                  <a:pt x="1244" y="2593"/>
                  <a:pt x="1343" y="2762"/>
                  <a:pt x="1432" y="2923"/>
                </a:cubicBezTo>
                <a:lnTo>
                  <a:pt x="1485" y="3021"/>
                </a:lnTo>
                <a:lnTo>
                  <a:pt x="745" y="2932"/>
                </a:lnTo>
                <a:lnTo>
                  <a:pt x="637" y="2923"/>
                </a:lnTo>
                <a:cubicBezTo>
                  <a:pt x="602" y="2923"/>
                  <a:pt x="1164" y="3039"/>
                  <a:pt x="1432" y="3075"/>
                </a:cubicBezTo>
                <a:lnTo>
                  <a:pt x="1521" y="3083"/>
                </a:lnTo>
                <a:cubicBezTo>
                  <a:pt x="1610" y="3262"/>
                  <a:pt x="1700" y="3432"/>
                  <a:pt x="1780" y="3610"/>
                </a:cubicBezTo>
                <a:cubicBezTo>
                  <a:pt x="1860" y="3789"/>
                  <a:pt x="1923" y="3976"/>
                  <a:pt x="1967" y="4172"/>
                </a:cubicBezTo>
                <a:cubicBezTo>
                  <a:pt x="1972" y="4208"/>
                  <a:pt x="2003" y="4226"/>
                  <a:pt x="2031" y="4226"/>
                </a:cubicBezTo>
                <a:cubicBezTo>
                  <a:pt x="2059" y="4226"/>
                  <a:pt x="2083" y="4208"/>
                  <a:pt x="2074" y="4172"/>
                </a:cubicBezTo>
                <a:cubicBezTo>
                  <a:pt x="2039" y="4003"/>
                  <a:pt x="1994" y="3842"/>
                  <a:pt x="1923" y="3681"/>
                </a:cubicBezTo>
                <a:cubicBezTo>
                  <a:pt x="1833" y="3485"/>
                  <a:pt x="1735" y="3280"/>
                  <a:pt x="1637" y="3083"/>
                </a:cubicBezTo>
                <a:cubicBezTo>
                  <a:pt x="1583" y="2985"/>
                  <a:pt x="1521" y="2887"/>
                  <a:pt x="1467" y="2780"/>
                </a:cubicBezTo>
                <a:cubicBezTo>
                  <a:pt x="1548" y="2539"/>
                  <a:pt x="1619" y="2298"/>
                  <a:pt x="1700" y="2057"/>
                </a:cubicBezTo>
                <a:lnTo>
                  <a:pt x="1724" y="1950"/>
                </a:lnTo>
                <a:lnTo>
                  <a:pt x="1724" y="1950"/>
                </a:lnTo>
                <a:cubicBezTo>
                  <a:pt x="1699" y="2019"/>
                  <a:pt x="1513" y="2450"/>
                  <a:pt x="1441" y="2682"/>
                </a:cubicBezTo>
                <a:lnTo>
                  <a:pt x="1423" y="2709"/>
                </a:lnTo>
                <a:cubicBezTo>
                  <a:pt x="1307" y="2512"/>
                  <a:pt x="1191" y="2307"/>
                  <a:pt x="1075" y="2102"/>
                </a:cubicBezTo>
                <a:cubicBezTo>
                  <a:pt x="986" y="1941"/>
                  <a:pt x="905" y="1789"/>
                  <a:pt x="816" y="1629"/>
                </a:cubicBezTo>
                <a:cubicBezTo>
                  <a:pt x="852" y="1423"/>
                  <a:pt x="878" y="1227"/>
                  <a:pt x="905" y="1022"/>
                </a:cubicBezTo>
                <a:lnTo>
                  <a:pt x="923" y="924"/>
                </a:lnTo>
                <a:lnTo>
                  <a:pt x="923" y="924"/>
                </a:lnTo>
                <a:cubicBezTo>
                  <a:pt x="861" y="1120"/>
                  <a:pt x="807" y="1325"/>
                  <a:pt x="771" y="1530"/>
                </a:cubicBezTo>
                <a:cubicBezTo>
                  <a:pt x="584" y="1173"/>
                  <a:pt x="405" y="808"/>
                  <a:pt x="227" y="442"/>
                </a:cubicBezTo>
                <a:cubicBezTo>
                  <a:pt x="155" y="299"/>
                  <a:pt x="84" y="156"/>
                  <a:pt x="13" y="4"/>
                </a:cubicBezTo>
                <a:cubicBezTo>
                  <a:pt x="11" y="2"/>
                  <a:pt x="10" y="1"/>
                  <a:pt x="1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7" name="Google Shape;1117;p13"/>
          <p:cNvSpPr/>
          <p:nvPr/>
        </p:nvSpPr>
        <p:spPr>
          <a:xfrm rot="5189938" flipH="1">
            <a:off x="1081532" y="646460"/>
            <a:ext cx="200962" cy="262127"/>
          </a:xfrm>
          <a:custGeom>
            <a:avLst/>
            <a:gdLst/>
            <a:ahLst/>
            <a:cxnLst/>
            <a:rect l="l" t="t" r="r" b="b"/>
            <a:pathLst>
              <a:path w="2642" h="3446" extrusionOk="0">
                <a:moveTo>
                  <a:pt x="1062" y="171"/>
                </a:moveTo>
                <a:cubicBezTo>
                  <a:pt x="794" y="54"/>
                  <a:pt x="518" y="1"/>
                  <a:pt x="232" y="10"/>
                </a:cubicBezTo>
                <a:cubicBezTo>
                  <a:pt x="0" y="876"/>
                  <a:pt x="27" y="2384"/>
                  <a:pt x="598" y="3009"/>
                </a:cubicBezTo>
                <a:cubicBezTo>
                  <a:pt x="848" y="3276"/>
                  <a:pt x="1187" y="3428"/>
                  <a:pt x="1553" y="3446"/>
                </a:cubicBezTo>
                <a:cubicBezTo>
                  <a:pt x="2642" y="2500"/>
                  <a:pt x="2383" y="742"/>
                  <a:pt x="1062" y="171"/>
                </a:cubicBezTo>
                <a:close/>
              </a:path>
            </a:pathLst>
          </a:custGeom>
          <a:gradFill>
            <a:gsLst>
              <a:gs pos="0">
                <a:srgbClr val="FFFFFF">
                  <a:alpha val="0"/>
                </a:srgbClr>
              </a:gs>
              <a:gs pos="100000">
                <a:srgbClr val="FFFFFF">
                  <a:alpha val="2196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8" name="Google Shape;1118;p13"/>
          <p:cNvSpPr/>
          <p:nvPr/>
        </p:nvSpPr>
        <p:spPr>
          <a:xfrm rot="5189938" flipH="1">
            <a:off x="1082452" y="615733"/>
            <a:ext cx="224086" cy="289435"/>
          </a:xfrm>
          <a:custGeom>
            <a:avLst/>
            <a:gdLst/>
            <a:ahLst/>
            <a:cxnLst/>
            <a:rect l="l" t="t" r="r" b="b"/>
            <a:pathLst>
              <a:path w="2946" h="3805" extrusionOk="0">
                <a:moveTo>
                  <a:pt x="268" y="1"/>
                </a:moveTo>
                <a:lnTo>
                  <a:pt x="259" y="19"/>
                </a:lnTo>
                <a:cubicBezTo>
                  <a:pt x="170" y="224"/>
                  <a:pt x="117" y="438"/>
                  <a:pt x="81" y="661"/>
                </a:cubicBezTo>
                <a:cubicBezTo>
                  <a:pt x="45" y="876"/>
                  <a:pt x="27" y="1099"/>
                  <a:pt x="18" y="1313"/>
                </a:cubicBezTo>
                <a:cubicBezTo>
                  <a:pt x="1" y="1759"/>
                  <a:pt x="45" y="2196"/>
                  <a:pt x="152" y="2625"/>
                </a:cubicBezTo>
                <a:cubicBezTo>
                  <a:pt x="215" y="2839"/>
                  <a:pt x="295" y="3035"/>
                  <a:pt x="420" y="3223"/>
                </a:cubicBezTo>
                <a:cubicBezTo>
                  <a:pt x="545" y="3410"/>
                  <a:pt x="715" y="3553"/>
                  <a:pt x="911" y="3660"/>
                </a:cubicBezTo>
                <a:cubicBezTo>
                  <a:pt x="1107" y="3758"/>
                  <a:pt x="1330" y="3803"/>
                  <a:pt x="1545" y="3803"/>
                </a:cubicBezTo>
                <a:cubicBezTo>
                  <a:pt x="1567" y="3804"/>
                  <a:pt x="1590" y="3804"/>
                  <a:pt x="1612" y="3804"/>
                </a:cubicBezTo>
                <a:cubicBezTo>
                  <a:pt x="1813" y="3804"/>
                  <a:pt x="2012" y="3769"/>
                  <a:pt x="2196" y="3705"/>
                </a:cubicBezTo>
                <a:lnTo>
                  <a:pt x="2196" y="3705"/>
                </a:lnTo>
                <a:cubicBezTo>
                  <a:pt x="2012" y="3761"/>
                  <a:pt x="1813" y="3795"/>
                  <a:pt x="1619" y="3795"/>
                </a:cubicBezTo>
                <a:cubicBezTo>
                  <a:pt x="1597" y="3795"/>
                  <a:pt x="1575" y="3795"/>
                  <a:pt x="1554" y="3794"/>
                </a:cubicBezTo>
                <a:cubicBezTo>
                  <a:pt x="1330" y="3794"/>
                  <a:pt x="1116" y="3741"/>
                  <a:pt x="920" y="3642"/>
                </a:cubicBezTo>
                <a:cubicBezTo>
                  <a:pt x="724" y="3544"/>
                  <a:pt x="554" y="3401"/>
                  <a:pt x="429" y="3214"/>
                </a:cubicBezTo>
                <a:cubicBezTo>
                  <a:pt x="322" y="3027"/>
                  <a:pt x="233" y="2830"/>
                  <a:pt x="179" y="2616"/>
                </a:cubicBezTo>
                <a:cubicBezTo>
                  <a:pt x="72" y="2188"/>
                  <a:pt x="36" y="1750"/>
                  <a:pt x="54" y="1313"/>
                </a:cubicBezTo>
                <a:cubicBezTo>
                  <a:pt x="63" y="1099"/>
                  <a:pt x="90" y="885"/>
                  <a:pt x="126" y="670"/>
                </a:cubicBezTo>
                <a:cubicBezTo>
                  <a:pt x="160" y="455"/>
                  <a:pt x="219" y="257"/>
                  <a:pt x="295" y="67"/>
                </a:cubicBezTo>
                <a:lnTo>
                  <a:pt x="295" y="67"/>
                </a:lnTo>
                <a:cubicBezTo>
                  <a:pt x="688" y="252"/>
                  <a:pt x="1071" y="461"/>
                  <a:pt x="1429" y="688"/>
                </a:cubicBezTo>
                <a:cubicBezTo>
                  <a:pt x="1803" y="920"/>
                  <a:pt x="2152" y="1206"/>
                  <a:pt x="2455" y="1518"/>
                </a:cubicBezTo>
                <a:cubicBezTo>
                  <a:pt x="2607" y="1679"/>
                  <a:pt x="2732" y="1866"/>
                  <a:pt x="2812" y="2072"/>
                </a:cubicBezTo>
                <a:cubicBezTo>
                  <a:pt x="2892" y="2277"/>
                  <a:pt x="2928" y="2500"/>
                  <a:pt x="2937" y="2714"/>
                </a:cubicBezTo>
                <a:cubicBezTo>
                  <a:pt x="2937" y="2937"/>
                  <a:pt x="2866" y="3151"/>
                  <a:pt x="2732" y="3330"/>
                </a:cubicBezTo>
                <a:cubicBezTo>
                  <a:pt x="2589" y="3500"/>
                  <a:pt x="2401" y="3633"/>
                  <a:pt x="2196" y="3705"/>
                </a:cubicBezTo>
                <a:cubicBezTo>
                  <a:pt x="2410" y="3633"/>
                  <a:pt x="2589" y="3508"/>
                  <a:pt x="2741" y="3330"/>
                </a:cubicBezTo>
                <a:cubicBezTo>
                  <a:pt x="2874" y="3160"/>
                  <a:pt x="2946" y="2937"/>
                  <a:pt x="2946" y="2714"/>
                </a:cubicBezTo>
                <a:cubicBezTo>
                  <a:pt x="2946" y="2491"/>
                  <a:pt x="2910" y="2268"/>
                  <a:pt x="2830" y="2063"/>
                </a:cubicBezTo>
                <a:cubicBezTo>
                  <a:pt x="2749" y="1857"/>
                  <a:pt x="2625" y="1670"/>
                  <a:pt x="2482" y="1500"/>
                </a:cubicBezTo>
                <a:cubicBezTo>
                  <a:pt x="2169" y="1179"/>
                  <a:pt x="1830" y="893"/>
                  <a:pt x="1455" y="661"/>
                </a:cubicBezTo>
                <a:cubicBezTo>
                  <a:pt x="1081" y="411"/>
                  <a:pt x="697" y="197"/>
                  <a:pt x="295" y="10"/>
                </a:cubicBezTo>
                <a:lnTo>
                  <a:pt x="26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9" name="Google Shape;1119;p13"/>
          <p:cNvSpPr/>
          <p:nvPr/>
        </p:nvSpPr>
        <p:spPr>
          <a:xfrm rot="5189938" flipH="1">
            <a:off x="968070" y="852267"/>
            <a:ext cx="122236" cy="210705"/>
          </a:xfrm>
          <a:custGeom>
            <a:avLst/>
            <a:gdLst/>
            <a:ahLst/>
            <a:cxnLst/>
            <a:rect l="l" t="t" r="r" b="b"/>
            <a:pathLst>
              <a:path w="1607" h="2770" extrusionOk="0">
                <a:moveTo>
                  <a:pt x="928" y="1"/>
                </a:moveTo>
                <a:cubicBezTo>
                  <a:pt x="892" y="1"/>
                  <a:pt x="853" y="7"/>
                  <a:pt x="813" y="21"/>
                </a:cubicBezTo>
                <a:cubicBezTo>
                  <a:pt x="1" y="298"/>
                  <a:pt x="1277" y="2770"/>
                  <a:pt x="1277" y="2770"/>
                </a:cubicBezTo>
                <a:cubicBezTo>
                  <a:pt x="1514" y="2278"/>
                  <a:pt x="1607" y="1"/>
                  <a:pt x="92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0" name="Google Shape;1120;p13"/>
          <p:cNvSpPr/>
          <p:nvPr/>
        </p:nvSpPr>
        <p:spPr>
          <a:xfrm rot="5189938" flipH="1">
            <a:off x="831030" y="1000467"/>
            <a:ext cx="219750" cy="66254"/>
          </a:xfrm>
          <a:custGeom>
            <a:avLst/>
            <a:gdLst/>
            <a:ahLst/>
            <a:cxnLst/>
            <a:rect l="l" t="t" r="r" b="b"/>
            <a:pathLst>
              <a:path w="2889" h="871" extrusionOk="0">
                <a:moveTo>
                  <a:pt x="699" y="0"/>
                </a:moveTo>
                <a:cubicBezTo>
                  <a:pt x="405" y="0"/>
                  <a:pt x="183" y="80"/>
                  <a:pt x="122" y="297"/>
                </a:cubicBezTo>
                <a:cubicBezTo>
                  <a:pt x="0" y="727"/>
                  <a:pt x="626" y="870"/>
                  <a:pt x="1321" y="870"/>
                </a:cubicBezTo>
                <a:cubicBezTo>
                  <a:pt x="1956" y="870"/>
                  <a:pt x="2650" y="751"/>
                  <a:pt x="2889" y="619"/>
                </a:cubicBezTo>
                <a:cubicBezTo>
                  <a:pt x="2889" y="619"/>
                  <a:pt x="1517" y="0"/>
                  <a:pt x="69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1" name="Google Shape;1121;p13"/>
          <p:cNvSpPr/>
          <p:nvPr/>
        </p:nvSpPr>
        <p:spPr>
          <a:xfrm rot="5189938" flipH="1">
            <a:off x="977314" y="969310"/>
            <a:ext cx="175253" cy="174878"/>
          </a:xfrm>
          <a:custGeom>
            <a:avLst/>
            <a:gdLst/>
            <a:ahLst/>
            <a:cxnLst/>
            <a:rect l="l" t="t" r="r" b="b"/>
            <a:pathLst>
              <a:path w="2304" h="2299" extrusionOk="0">
                <a:moveTo>
                  <a:pt x="813" y="1"/>
                </a:moveTo>
                <a:cubicBezTo>
                  <a:pt x="730" y="1"/>
                  <a:pt x="651" y="35"/>
                  <a:pt x="581" y="112"/>
                </a:cubicBezTo>
                <a:cubicBezTo>
                  <a:pt x="1" y="737"/>
                  <a:pt x="2303" y="2299"/>
                  <a:pt x="2303" y="2299"/>
                </a:cubicBezTo>
                <a:cubicBezTo>
                  <a:pt x="2280" y="1797"/>
                  <a:pt x="1416" y="1"/>
                  <a:pt x="81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2" name="Google Shape;1122;p13"/>
          <p:cNvSpPr/>
          <p:nvPr/>
        </p:nvSpPr>
        <p:spPr>
          <a:xfrm rot="5189938" flipH="1">
            <a:off x="888760" y="778229"/>
            <a:ext cx="122844" cy="210097"/>
          </a:xfrm>
          <a:custGeom>
            <a:avLst/>
            <a:gdLst/>
            <a:ahLst/>
            <a:cxnLst/>
            <a:rect l="l" t="t" r="r" b="b"/>
            <a:pathLst>
              <a:path w="1615" h="2762" extrusionOk="0">
                <a:moveTo>
                  <a:pt x="933" y="0"/>
                </a:moveTo>
                <a:cubicBezTo>
                  <a:pt x="895" y="0"/>
                  <a:pt x="855" y="7"/>
                  <a:pt x="813" y="22"/>
                </a:cubicBezTo>
                <a:cubicBezTo>
                  <a:pt x="1" y="289"/>
                  <a:pt x="1286" y="2762"/>
                  <a:pt x="1286" y="2762"/>
                </a:cubicBezTo>
                <a:cubicBezTo>
                  <a:pt x="1515" y="2279"/>
                  <a:pt x="1615" y="0"/>
                  <a:pt x="93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3" name="Google Shape;1123;p13"/>
          <p:cNvSpPr/>
          <p:nvPr/>
        </p:nvSpPr>
        <p:spPr>
          <a:xfrm rot="5189938" flipH="1">
            <a:off x="752228" y="925730"/>
            <a:ext cx="219750" cy="66254"/>
          </a:xfrm>
          <a:custGeom>
            <a:avLst/>
            <a:gdLst/>
            <a:ahLst/>
            <a:cxnLst/>
            <a:rect l="l" t="t" r="r" b="b"/>
            <a:pathLst>
              <a:path w="2889" h="871" extrusionOk="0">
                <a:moveTo>
                  <a:pt x="691" y="1"/>
                </a:moveTo>
                <a:cubicBezTo>
                  <a:pt x="400" y="1"/>
                  <a:pt x="181" y="80"/>
                  <a:pt x="122" y="296"/>
                </a:cubicBezTo>
                <a:cubicBezTo>
                  <a:pt x="0" y="727"/>
                  <a:pt x="631" y="871"/>
                  <a:pt x="1331" y="871"/>
                </a:cubicBezTo>
                <a:cubicBezTo>
                  <a:pt x="1963" y="871"/>
                  <a:pt x="2651" y="753"/>
                  <a:pt x="2889" y="626"/>
                </a:cubicBezTo>
                <a:cubicBezTo>
                  <a:pt x="2889" y="626"/>
                  <a:pt x="1507" y="1"/>
                  <a:pt x="69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4" name="Google Shape;1124;p13"/>
          <p:cNvSpPr/>
          <p:nvPr/>
        </p:nvSpPr>
        <p:spPr>
          <a:xfrm rot="5189938" flipH="1">
            <a:off x="808199" y="703885"/>
            <a:ext cx="130831" cy="206370"/>
          </a:xfrm>
          <a:custGeom>
            <a:avLst/>
            <a:gdLst/>
            <a:ahLst/>
            <a:cxnLst/>
            <a:rect l="l" t="t" r="r" b="b"/>
            <a:pathLst>
              <a:path w="1720" h="2713" extrusionOk="0">
                <a:moveTo>
                  <a:pt x="913" y="1"/>
                </a:moveTo>
                <a:cubicBezTo>
                  <a:pt x="867" y="1"/>
                  <a:pt x="819" y="12"/>
                  <a:pt x="768" y="35"/>
                </a:cubicBezTo>
                <a:cubicBezTo>
                  <a:pt x="0" y="401"/>
                  <a:pt x="1544" y="2713"/>
                  <a:pt x="1544" y="2713"/>
                </a:cubicBezTo>
                <a:cubicBezTo>
                  <a:pt x="1719" y="2213"/>
                  <a:pt x="1560" y="1"/>
                  <a:pt x="91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5" name="Google Shape;1125;p13"/>
          <p:cNvSpPr/>
          <p:nvPr/>
        </p:nvSpPr>
        <p:spPr>
          <a:xfrm rot="5189938" flipH="1">
            <a:off x="661247" y="833924"/>
            <a:ext cx="216632" cy="63592"/>
          </a:xfrm>
          <a:custGeom>
            <a:avLst/>
            <a:gdLst/>
            <a:ahLst/>
            <a:cxnLst/>
            <a:rect l="l" t="t" r="r" b="b"/>
            <a:pathLst>
              <a:path w="2848" h="836" extrusionOk="0">
                <a:moveTo>
                  <a:pt x="833" y="0"/>
                </a:moveTo>
                <a:cubicBezTo>
                  <a:pt x="424" y="0"/>
                  <a:pt x="102" y="93"/>
                  <a:pt x="54" y="371"/>
                </a:cubicBezTo>
                <a:cubicBezTo>
                  <a:pt x="0" y="715"/>
                  <a:pt x="372" y="835"/>
                  <a:pt x="864" y="835"/>
                </a:cubicBezTo>
                <a:cubicBezTo>
                  <a:pt x="1586" y="835"/>
                  <a:pt x="2567" y="576"/>
                  <a:pt x="2848" y="380"/>
                </a:cubicBezTo>
                <a:cubicBezTo>
                  <a:pt x="2848" y="380"/>
                  <a:pt x="1662" y="0"/>
                  <a:pt x="83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6" name="Google Shape;1126;p13"/>
          <p:cNvSpPr/>
          <p:nvPr/>
        </p:nvSpPr>
        <p:spPr>
          <a:xfrm rot="5189938" flipH="1">
            <a:off x="732579" y="623248"/>
            <a:ext cx="145283" cy="199676"/>
          </a:xfrm>
          <a:custGeom>
            <a:avLst/>
            <a:gdLst/>
            <a:ahLst/>
            <a:cxnLst/>
            <a:rect l="l" t="t" r="r" b="b"/>
            <a:pathLst>
              <a:path w="1910" h="2625" extrusionOk="0">
                <a:moveTo>
                  <a:pt x="905" y="0"/>
                </a:moveTo>
                <a:cubicBezTo>
                  <a:pt x="850" y="0"/>
                  <a:pt x="792" y="17"/>
                  <a:pt x="732" y="54"/>
                </a:cubicBezTo>
                <a:cubicBezTo>
                  <a:pt x="0" y="500"/>
                  <a:pt x="1794" y="2624"/>
                  <a:pt x="1794" y="2624"/>
                </a:cubicBezTo>
                <a:cubicBezTo>
                  <a:pt x="1909" y="2116"/>
                  <a:pt x="1528" y="0"/>
                  <a:pt x="90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7" name="Google Shape;1127;p13"/>
          <p:cNvSpPr/>
          <p:nvPr/>
        </p:nvSpPr>
        <p:spPr>
          <a:xfrm rot="5189938" flipH="1">
            <a:off x="581602" y="735825"/>
            <a:ext cx="212296" cy="65494"/>
          </a:xfrm>
          <a:custGeom>
            <a:avLst/>
            <a:gdLst/>
            <a:ahLst/>
            <a:cxnLst/>
            <a:rect l="l" t="t" r="r" b="b"/>
            <a:pathLst>
              <a:path w="2791" h="861" extrusionOk="0">
                <a:moveTo>
                  <a:pt x="1142" y="1"/>
                </a:moveTo>
                <a:cubicBezTo>
                  <a:pt x="556" y="1"/>
                  <a:pt x="35" y="106"/>
                  <a:pt x="15" y="477"/>
                </a:cubicBezTo>
                <a:cubicBezTo>
                  <a:pt x="1" y="757"/>
                  <a:pt x="251" y="860"/>
                  <a:pt x="610" y="860"/>
                </a:cubicBezTo>
                <a:cubicBezTo>
                  <a:pt x="1336" y="860"/>
                  <a:pt x="2504" y="433"/>
                  <a:pt x="2791" y="182"/>
                </a:cubicBezTo>
                <a:cubicBezTo>
                  <a:pt x="2791" y="182"/>
                  <a:pt x="1911" y="1"/>
                  <a:pt x="114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8" name="Google Shape;1128;p13"/>
          <p:cNvSpPr/>
          <p:nvPr/>
        </p:nvSpPr>
        <p:spPr>
          <a:xfrm rot="5189938" flipH="1">
            <a:off x="990798" y="949363"/>
            <a:ext cx="143990" cy="177008"/>
          </a:xfrm>
          <a:custGeom>
            <a:avLst/>
            <a:gdLst/>
            <a:ahLst/>
            <a:cxnLst/>
            <a:rect l="l" t="t" r="r" b="b"/>
            <a:pathLst>
              <a:path w="1893" h="2327" extrusionOk="0">
                <a:moveTo>
                  <a:pt x="358" y="1"/>
                </a:moveTo>
                <a:cubicBezTo>
                  <a:pt x="333" y="1"/>
                  <a:pt x="309" y="3"/>
                  <a:pt x="286" y="6"/>
                </a:cubicBezTo>
                <a:cubicBezTo>
                  <a:pt x="303" y="4"/>
                  <a:pt x="321" y="3"/>
                  <a:pt x="338" y="3"/>
                </a:cubicBezTo>
                <a:cubicBezTo>
                  <a:pt x="387" y="3"/>
                  <a:pt x="437" y="11"/>
                  <a:pt x="483" y="24"/>
                </a:cubicBezTo>
                <a:cubicBezTo>
                  <a:pt x="443" y="7"/>
                  <a:pt x="400" y="1"/>
                  <a:pt x="358" y="1"/>
                </a:cubicBezTo>
                <a:close/>
                <a:moveTo>
                  <a:pt x="483" y="24"/>
                </a:moveTo>
                <a:lnTo>
                  <a:pt x="483" y="24"/>
                </a:lnTo>
                <a:cubicBezTo>
                  <a:pt x="599" y="78"/>
                  <a:pt x="706" y="149"/>
                  <a:pt x="795" y="247"/>
                </a:cubicBezTo>
                <a:cubicBezTo>
                  <a:pt x="974" y="435"/>
                  <a:pt x="1125" y="649"/>
                  <a:pt x="1259" y="872"/>
                </a:cubicBezTo>
                <a:cubicBezTo>
                  <a:pt x="1393" y="1095"/>
                  <a:pt x="1509" y="1327"/>
                  <a:pt x="1607" y="1568"/>
                </a:cubicBezTo>
                <a:cubicBezTo>
                  <a:pt x="1661" y="1684"/>
                  <a:pt x="1714" y="1800"/>
                  <a:pt x="1750" y="1925"/>
                </a:cubicBezTo>
                <a:cubicBezTo>
                  <a:pt x="1788" y="2023"/>
                  <a:pt x="1813" y="2127"/>
                  <a:pt x="1830" y="2238"/>
                </a:cubicBezTo>
                <a:lnTo>
                  <a:pt x="1830" y="2238"/>
                </a:lnTo>
                <a:cubicBezTo>
                  <a:pt x="1643" y="2113"/>
                  <a:pt x="1456" y="1974"/>
                  <a:pt x="1277" y="1836"/>
                </a:cubicBezTo>
                <a:cubicBezTo>
                  <a:pt x="1081" y="1684"/>
                  <a:pt x="884" y="1524"/>
                  <a:pt x="706" y="1354"/>
                </a:cubicBezTo>
                <a:cubicBezTo>
                  <a:pt x="519" y="1184"/>
                  <a:pt x="349" y="997"/>
                  <a:pt x="206" y="792"/>
                </a:cubicBezTo>
                <a:cubicBezTo>
                  <a:pt x="135" y="694"/>
                  <a:pt x="81" y="577"/>
                  <a:pt x="46" y="461"/>
                </a:cubicBezTo>
                <a:cubicBezTo>
                  <a:pt x="10" y="337"/>
                  <a:pt x="46" y="203"/>
                  <a:pt x="126" y="113"/>
                </a:cubicBezTo>
                <a:lnTo>
                  <a:pt x="126" y="113"/>
                </a:lnTo>
                <a:cubicBezTo>
                  <a:pt x="37" y="212"/>
                  <a:pt x="1" y="345"/>
                  <a:pt x="46" y="479"/>
                </a:cubicBezTo>
                <a:cubicBezTo>
                  <a:pt x="72" y="595"/>
                  <a:pt x="126" y="711"/>
                  <a:pt x="197" y="810"/>
                </a:cubicBezTo>
                <a:cubicBezTo>
                  <a:pt x="340" y="1015"/>
                  <a:pt x="510" y="1202"/>
                  <a:pt x="688" y="1381"/>
                </a:cubicBezTo>
                <a:cubicBezTo>
                  <a:pt x="1045" y="1729"/>
                  <a:pt x="1438" y="2041"/>
                  <a:pt x="1857" y="2327"/>
                </a:cubicBezTo>
                <a:lnTo>
                  <a:pt x="1866" y="2327"/>
                </a:lnTo>
                <a:cubicBezTo>
                  <a:pt x="1884" y="2327"/>
                  <a:pt x="1893" y="2309"/>
                  <a:pt x="1893" y="2300"/>
                </a:cubicBezTo>
                <a:cubicBezTo>
                  <a:pt x="1875" y="2166"/>
                  <a:pt x="1848" y="2032"/>
                  <a:pt x="1804" y="1907"/>
                </a:cubicBezTo>
                <a:cubicBezTo>
                  <a:pt x="1759" y="1791"/>
                  <a:pt x="1706" y="1666"/>
                  <a:pt x="1652" y="1550"/>
                </a:cubicBezTo>
                <a:cubicBezTo>
                  <a:pt x="1545" y="1309"/>
                  <a:pt x="1420" y="1077"/>
                  <a:pt x="1286" y="863"/>
                </a:cubicBezTo>
                <a:cubicBezTo>
                  <a:pt x="1143" y="640"/>
                  <a:pt x="983" y="435"/>
                  <a:pt x="804" y="247"/>
                </a:cubicBezTo>
                <a:cubicBezTo>
                  <a:pt x="715" y="149"/>
                  <a:pt x="599" y="69"/>
                  <a:pt x="483" y="24"/>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9" name="Google Shape;1129;p13"/>
          <p:cNvSpPr/>
          <p:nvPr/>
        </p:nvSpPr>
        <p:spPr>
          <a:xfrm rot="5189938" flipH="1">
            <a:off x="991589" y="835964"/>
            <a:ext cx="71348" cy="212835"/>
          </a:xfrm>
          <a:custGeom>
            <a:avLst/>
            <a:gdLst/>
            <a:ahLst/>
            <a:cxnLst/>
            <a:rect l="l" t="t" r="r" b="b"/>
            <a:pathLst>
              <a:path w="938" h="2798" extrusionOk="0">
                <a:moveTo>
                  <a:pt x="350" y="5"/>
                </a:moveTo>
                <a:cubicBezTo>
                  <a:pt x="325" y="8"/>
                  <a:pt x="301" y="13"/>
                  <a:pt x="277" y="22"/>
                </a:cubicBezTo>
                <a:cubicBezTo>
                  <a:pt x="299" y="15"/>
                  <a:pt x="324" y="9"/>
                  <a:pt x="350" y="5"/>
                </a:cubicBezTo>
                <a:close/>
                <a:moveTo>
                  <a:pt x="413" y="1"/>
                </a:moveTo>
                <a:cubicBezTo>
                  <a:pt x="392" y="1"/>
                  <a:pt x="370" y="2"/>
                  <a:pt x="350" y="5"/>
                </a:cubicBezTo>
                <a:lnTo>
                  <a:pt x="350" y="5"/>
                </a:lnTo>
                <a:cubicBezTo>
                  <a:pt x="362" y="4"/>
                  <a:pt x="373" y="3"/>
                  <a:pt x="385" y="3"/>
                </a:cubicBezTo>
                <a:cubicBezTo>
                  <a:pt x="477" y="3"/>
                  <a:pt x="567" y="43"/>
                  <a:pt x="625" y="120"/>
                </a:cubicBezTo>
                <a:cubicBezTo>
                  <a:pt x="656" y="159"/>
                  <a:pt x="685" y="200"/>
                  <a:pt x="711" y="244"/>
                </a:cubicBezTo>
                <a:lnTo>
                  <a:pt x="711" y="244"/>
                </a:lnTo>
                <a:cubicBezTo>
                  <a:pt x="686" y="196"/>
                  <a:pt x="658" y="151"/>
                  <a:pt x="625" y="111"/>
                </a:cubicBezTo>
                <a:cubicBezTo>
                  <a:pt x="580" y="66"/>
                  <a:pt x="527" y="22"/>
                  <a:pt x="464" y="4"/>
                </a:cubicBezTo>
                <a:cubicBezTo>
                  <a:pt x="447" y="2"/>
                  <a:pt x="430" y="1"/>
                  <a:pt x="413" y="1"/>
                </a:cubicBezTo>
                <a:close/>
                <a:moveTo>
                  <a:pt x="276" y="22"/>
                </a:moveTo>
                <a:cubicBezTo>
                  <a:pt x="152" y="67"/>
                  <a:pt x="63" y="165"/>
                  <a:pt x="36" y="290"/>
                </a:cubicBezTo>
                <a:cubicBezTo>
                  <a:pt x="71" y="165"/>
                  <a:pt x="152" y="67"/>
                  <a:pt x="276" y="22"/>
                </a:cubicBezTo>
                <a:close/>
                <a:moveTo>
                  <a:pt x="711" y="244"/>
                </a:moveTo>
                <a:cubicBezTo>
                  <a:pt x="746" y="312"/>
                  <a:pt x="773" y="386"/>
                  <a:pt x="794" y="459"/>
                </a:cubicBezTo>
                <a:cubicBezTo>
                  <a:pt x="857" y="709"/>
                  <a:pt x="893" y="968"/>
                  <a:pt x="902" y="1227"/>
                </a:cubicBezTo>
                <a:cubicBezTo>
                  <a:pt x="902" y="1486"/>
                  <a:pt x="893" y="1744"/>
                  <a:pt x="875" y="2003"/>
                </a:cubicBezTo>
                <a:cubicBezTo>
                  <a:pt x="857" y="2128"/>
                  <a:pt x="848" y="2262"/>
                  <a:pt x="821" y="2387"/>
                </a:cubicBezTo>
                <a:cubicBezTo>
                  <a:pt x="806" y="2494"/>
                  <a:pt x="777" y="2602"/>
                  <a:pt x="741" y="2703"/>
                </a:cubicBezTo>
                <a:lnTo>
                  <a:pt x="741" y="2703"/>
                </a:lnTo>
                <a:cubicBezTo>
                  <a:pt x="637" y="2503"/>
                  <a:pt x="546" y="2290"/>
                  <a:pt x="455" y="2084"/>
                </a:cubicBezTo>
                <a:cubicBezTo>
                  <a:pt x="348" y="1851"/>
                  <a:pt x="259" y="1619"/>
                  <a:pt x="179" y="1387"/>
                </a:cubicBezTo>
                <a:cubicBezTo>
                  <a:pt x="98" y="1155"/>
                  <a:pt x="45" y="905"/>
                  <a:pt x="18" y="664"/>
                </a:cubicBezTo>
                <a:cubicBezTo>
                  <a:pt x="0" y="541"/>
                  <a:pt x="9" y="418"/>
                  <a:pt x="35" y="294"/>
                </a:cubicBezTo>
                <a:lnTo>
                  <a:pt x="35" y="294"/>
                </a:lnTo>
                <a:cubicBezTo>
                  <a:pt x="9" y="418"/>
                  <a:pt x="0" y="541"/>
                  <a:pt x="9" y="664"/>
                </a:cubicBezTo>
                <a:cubicBezTo>
                  <a:pt x="36" y="914"/>
                  <a:pt x="89" y="1155"/>
                  <a:pt x="161" y="1396"/>
                </a:cubicBezTo>
                <a:cubicBezTo>
                  <a:pt x="312" y="1869"/>
                  <a:pt x="491" y="2333"/>
                  <a:pt x="723" y="2780"/>
                </a:cubicBezTo>
                <a:cubicBezTo>
                  <a:pt x="723" y="2789"/>
                  <a:pt x="732" y="2789"/>
                  <a:pt x="732" y="2798"/>
                </a:cubicBezTo>
                <a:cubicBezTo>
                  <a:pt x="750" y="2798"/>
                  <a:pt x="759" y="2798"/>
                  <a:pt x="768" y="2780"/>
                </a:cubicBezTo>
                <a:cubicBezTo>
                  <a:pt x="812" y="2664"/>
                  <a:pt x="848" y="2530"/>
                  <a:pt x="866" y="2405"/>
                </a:cubicBezTo>
                <a:cubicBezTo>
                  <a:pt x="893" y="2271"/>
                  <a:pt x="902" y="2146"/>
                  <a:pt x="919" y="2012"/>
                </a:cubicBezTo>
                <a:cubicBezTo>
                  <a:pt x="937" y="1753"/>
                  <a:pt x="937" y="1494"/>
                  <a:pt x="928" y="1236"/>
                </a:cubicBezTo>
                <a:cubicBezTo>
                  <a:pt x="910" y="968"/>
                  <a:pt x="875" y="709"/>
                  <a:pt x="803" y="459"/>
                </a:cubicBezTo>
                <a:cubicBezTo>
                  <a:pt x="782" y="383"/>
                  <a:pt x="750" y="311"/>
                  <a:pt x="711" y="244"/>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0" name="Google Shape;1130;p13"/>
          <p:cNvSpPr/>
          <p:nvPr/>
        </p:nvSpPr>
        <p:spPr>
          <a:xfrm rot="5189938" flipH="1">
            <a:off x="834083" y="995852"/>
            <a:ext cx="213893" cy="69601"/>
          </a:xfrm>
          <a:custGeom>
            <a:avLst/>
            <a:gdLst/>
            <a:ahLst/>
            <a:cxnLst/>
            <a:rect l="l" t="t" r="r" b="b"/>
            <a:pathLst>
              <a:path w="2812" h="915" extrusionOk="0">
                <a:moveTo>
                  <a:pt x="573" y="0"/>
                </a:moveTo>
                <a:cubicBezTo>
                  <a:pt x="459" y="0"/>
                  <a:pt x="350" y="26"/>
                  <a:pt x="241" y="64"/>
                </a:cubicBezTo>
                <a:cubicBezTo>
                  <a:pt x="116" y="118"/>
                  <a:pt x="27" y="243"/>
                  <a:pt x="9" y="377"/>
                </a:cubicBezTo>
                <a:cubicBezTo>
                  <a:pt x="0" y="448"/>
                  <a:pt x="18" y="520"/>
                  <a:pt x="45" y="582"/>
                </a:cubicBezTo>
                <a:cubicBezTo>
                  <a:pt x="80" y="636"/>
                  <a:pt x="134" y="680"/>
                  <a:pt x="188" y="716"/>
                </a:cubicBezTo>
                <a:cubicBezTo>
                  <a:pt x="304" y="787"/>
                  <a:pt x="429" y="832"/>
                  <a:pt x="553" y="859"/>
                </a:cubicBezTo>
                <a:cubicBezTo>
                  <a:pt x="762" y="896"/>
                  <a:pt x="976" y="915"/>
                  <a:pt x="1192" y="915"/>
                </a:cubicBezTo>
                <a:cubicBezTo>
                  <a:pt x="1235" y="915"/>
                  <a:pt x="1278" y="914"/>
                  <a:pt x="1321" y="912"/>
                </a:cubicBezTo>
                <a:cubicBezTo>
                  <a:pt x="1571" y="903"/>
                  <a:pt x="1830" y="886"/>
                  <a:pt x="2080" y="850"/>
                </a:cubicBezTo>
                <a:cubicBezTo>
                  <a:pt x="2330" y="814"/>
                  <a:pt x="2579" y="752"/>
                  <a:pt x="2812" y="645"/>
                </a:cubicBezTo>
                <a:lnTo>
                  <a:pt x="2812" y="645"/>
                </a:lnTo>
                <a:cubicBezTo>
                  <a:pt x="2579" y="734"/>
                  <a:pt x="2330" y="796"/>
                  <a:pt x="2080" y="814"/>
                </a:cubicBezTo>
                <a:cubicBezTo>
                  <a:pt x="1821" y="850"/>
                  <a:pt x="1571" y="868"/>
                  <a:pt x="1321" y="868"/>
                </a:cubicBezTo>
                <a:cubicBezTo>
                  <a:pt x="1062" y="868"/>
                  <a:pt x="812" y="850"/>
                  <a:pt x="562" y="805"/>
                </a:cubicBezTo>
                <a:cubicBezTo>
                  <a:pt x="437" y="778"/>
                  <a:pt x="321" y="734"/>
                  <a:pt x="214" y="671"/>
                </a:cubicBezTo>
                <a:cubicBezTo>
                  <a:pt x="107" y="618"/>
                  <a:pt x="45" y="502"/>
                  <a:pt x="63" y="377"/>
                </a:cubicBezTo>
                <a:cubicBezTo>
                  <a:pt x="72" y="261"/>
                  <a:pt x="152" y="154"/>
                  <a:pt x="259" y="109"/>
                </a:cubicBezTo>
                <a:cubicBezTo>
                  <a:pt x="356" y="64"/>
                  <a:pt x="460" y="44"/>
                  <a:pt x="564" y="44"/>
                </a:cubicBezTo>
                <a:cubicBezTo>
                  <a:pt x="584" y="44"/>
                  <a:pt x="605" y="45"/>
                  <a:pt x="625" y="47"/>
                </a:cubicBezTo>
                <a:cubicBezTo>
                  <a:pt x="875" y="47"/>
                  <a:pt x="1125" y="91"/>
                  <a:pt x="1375" y="154"/>
                </a:cubicBezTo>
                <a:cubicBezTo>
                  <a:pt x="1616" y="216"/>
                  <a:pt x="1857" y="297"/>
                  <a:pt x="2098" y="377"/>
                </a:cubicBezTo>
                <a:cubicBezTo>
                  <a:pt x="2338" y="457"/>
                  <a:pt x="2579" y="546"/>
                  <a:pt x="2812" y="645"/>
                </a:cubicBezTo>
                <a:cubicBezTo>
                  <a:pt x="2356" y="430"/>
                  <a:pt x="1874" y="252"/>
                  <a:pt x="1384" y="118"/>
                </a:cubicBezTo>
                <a:cubicBezTo>
                  <a:pt x="1134" y="47"/>
                  <a:pt x="884" y="11"/>
                  <a:pt x="625" y="2"/>
                </a:cubicBezTo>
                <a:cubicBezTo>
                  <a:pt x="608" y="1"/>
                  <a:pt x="590" y="0"/>
                  <a:pt x="57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1" name="Google Shape;1131;p13"/>
          <p:cNvSpPr/>
          <p:nvPr/>
        </p:nvSpPr>
        <p:spPr>
          <a:xfrm rot="5189938" flipH="1">
            <a:off x="913286" y="762828"/>
            <a:ext cx="74087" cy="212151"/>
          </a:xfrm>
          <a:custGeom>
            <a:avLst/>
            <a:gdLst/>
            <a:ahLst/>
            <a:cxnLst/>
            <a:rect l="l" t="t" r="r" b="b"/>
            <a:pathLst>
              <a:path w="974" h="2789" extrusionOk="0">
                <a:moveTo>
                  <a:pt x="411" y="1"/>
                </a:moveTo>
                <a:cubicBezTo>
                  <a:pt x="393" y="1"/>
                  <a:pt x="375" y="2"/>
                  <a:pt x="358" y="4"/>
                </a:cubicBezTo>
                <a:cubicBezTo>
                  <a:pt x="224" y="31"/>
                  <a:pt x="108" y="120"/>
                  <a:pt x="63" y="254"/>
                </a:cubicBezTo>
                <a:cubicBezTo>
                  <a:pt x="18" y="379"/>
                  <a:pt x="1" y="504"/>
                  <a:pt x="18" y="638"/>
                </a:cubicBezTo>
                <a:cubicBezTo>
                  <a:pt x="36" y="896"/>
                  <a:pt x="90" y="1146"/>
                  <a:pt x="170" y="1387"/>
                </a:cubicBezTo>
                <a:cubicBezTo>
                  <a:pt x="331" y="1869"/>
                  <a:pt x="536" y="2342"/>
                  <a:pt x="777" y="2789"/>
                </a:cubicBezTo>
                <a:cubicBezTo>
                  <a:pt x="661" y="2565"/>
                  <a:pt x="563" y="2333"/>
                  <a:pt x="465" y="2101"/>
                </a:cubicBezTo>
                <a:cubicBezTo>
                  <a:pt x="375" y="1860"/>
                  <a:pt x="286" y="1628"/>
                  <a:pt x="215" y="1378"/>
                </a:cubicBezTo>
                <a:cubicBezTo>
                  <a:pt x="134" y="1137"/>
                  <a:pt x="81" y="896"/>
                  <a:pt x="63" y="638"/>
                </a:cubicBezTo>
                <a:cubicBezTo>
                  <a:pt x="54" y="522"/>
                  <a:pt x="72" y="397"/>
                  <a:pt x="108" y="281"/>
                </a:cubicBezTo>
                <a:cubicBezTo>
                  <a:pt x="152" y="165"/>
                  <a:pt x="251" y="84"/>
                  <a:pt x="367" y="58"/>
                </a:cubicBezTo>
                <a:cubicBezTo>
                  <a:pt x="382" y="55"/>
                  <a:pt x="398" y="54"/>
                  <a:pt x="414" y="54"/>
                </a:cubicBezTo>
                <a:cubicBezTo>
                  <a:pt x="520" y="54"/>
                  <a:pt x="615" y="107"/>
                  <a:pt x="670" y="200"/>
                </a:cubicBezTo>
                <a:cubicBezTo>
                  <a:pt x="741" y="307"/>
                  <a:pt x="786" y="415"/>
                  <a:pt x="822" y="539"/>
                </a:cubicBezTo>
                <a:cubicBezTo>
                  <a:pt x="875" y="780"/>
                  <a:pt x="911" y="1030"/>
                  <a:pt x="920" y="1289"/>
                </a:cubicBezTo>
                <a:cubicBezTo>
                  <a:pt x="938" y="1539"/>
                  <a:pt x="929" y="1789"/>
                  <a:pt x="911" y="2048"/>
                </a:cubicBezTo>
                <a:cubicBezTo>
                  <a:pt x="902" y="2298"/>
                  <a:pt x="857" y="2548"/>
                  <a:pt x="777" y="2789"/>
                </a:cubicBezTo>
                <a:cubicBezTo>
                  <a:pt x="866" y="2557"/>
                  <a:pt x="920" y="2307"/>
                  <a:pt x="938" y="2048"/>
                </a:cubicBezTo>
                <a:cubicBezTo>
                  <a:pt x="965" y="1798"/>
                  <a:pt x="973" y="1539"/>
                  <a:pt x="965" y="1280"/>
                </a:cubicBezTo>
                <a:cubicBezTo>
                  <a:pt x="956" y="1030"/>
                  <a:pt x="929" y="772"/>
                  <a:pt x="866" y="522"/>
                </a:cubicBezTo>
                <a:cubicBezTo>
                  <a:pt x="831" y="397"/>
                  <a:pt x="786" y="281"/>
                  <a:pt x="715" y="165"/>
                </a:cubicBezTo>
                <a:cubicBezTo>
                  <a:pt x="670" y="111"/>
                  <a:pt x="625" y="66"/>
                  <a:pt x="563" y="31"/>
                </a:cubicBezTo>
                <a:cubicBezTo>
                  <a:pt x="516" y="11"/>
                  <a:pt x="464" y="1"/>
                  <a:pt x="41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2" name="Google Shape;1132;p13"/>
          <p:cNvSpPr/>
          <p:nvPr/>
        </p:nvSpPr>
        <p:spPr>
          <a:xfrm rot="5189938" flipH="1">
            <a:off x="754694" y="921207"/>
            <a:ext cx="214578" cy="70134"/>
          </a:xfrm>
          <a:custGeom>
            <a:avLst/>
            <a:gdLst/>
            <a:ahLst/>
            <a:cxnLst/>
            <a:rect l="l" t="t" r="r" b="b"/>
            <a:pathLst>
              <a:path w="2821" h="922" extrusionOk="0">
                <a:moveTo>
                  <a:pt x="625" y="1"/>
                </a:moveTo>
                <a:cubicBezTo>
                  <a:pt x="500" y="1"/>
                  <a:pt x="366" y="19"/>
                  <a:pt x="241" y="72"/>
                </a:cubicBezTo>
                <a:cubicBezTo>
                  <a:pt x="116" y="126"/>
                  <a:pt x="27" y="242"/>
                  <a:pt x="9" y="385"/>
                </a:cubicBezTo>
                <a:cubicBezTo>
                  <a:pt x="0" y="447"/>
                  <a:pt x="18" y="518"/>
                  <a:pt x="54" y="581"/>
                </a:cubicBezTo>
                <a:cubicBezTo>
                  <a:pt x="90" y="643"/>
                  <a:pt x="134" y="688"/>
                  <a:pt x="197" y="724"/>
                </a:cubicBezTo>
                <a:cubicBezTo>
                  <a:pt x="304" y="786"/>
                  <a:pt x="429" y="831"/>
                  <a:pt x="554" y="858"/>
                </a:cubicBezTo>
                <a:cubicBezTo>
                  <a:pt x="779" y="896"/>
                  <a:pt x="998" y="922"/>
                  <a:pt x="1221" y="922"/>
                </a:cubicBezTo>
                <a:cubicBezTo>
                  <a:pt x="1255" y="922"/>
                  <a:pt x="1288" y="921"/>
                  <a:pt x="1321" y="920"/>
                </a:cubicBezTo>
                <a:cubicBezTo>
                  <a:pt x="1580" y="911"/>
                  <a:pt x="1830" y="893"/>
                  <a:pt x="2080" y="849"/>
                </a:cubicBezTo>
                <a:cubicBezTo>
                  <a:pt x="2339" y="822"/>
                  <a:pt x="2580" y="751"/>
                  <a:pt x="2821" y="652"/>
                </a:cubicBezTo>
                <a:lnTo>
                  <a:pt x="2821" y="652"/>
                </a:lnTo>
                <a:cubicBezTo>
                  <a:pt x="2580" y="742"/>
                  <a:pt x="2330" y="795"/>
                  <a:pt x="2080" y="822"/>
                </a:cubicBezTo>
                <a:cubicBezTo>
                  <a:pt x="1830" y="849"/>
                  <a:pt x="1571" y="867"/>
                  <a:pt x="1321" y="867"/>
                </a:cubicBezTo>
                <a:cubicBezTo>
                  <a:pt x="1289" y="868"/>
                  <a:pt x="1257" y="868"/>
                  <a:pt x="1224" y="868"/>
                </a:cubicBezTo>
                <a:cubicBezTo>
                  <a:pt x="1005" y="868"/>
                  <a:pt x="781" y="843"/>
                  <a:pt x="572" y="804"/>
                </a:cubicBezTo>
                <a:cubicBezTo>
                  <a:pt x="447" y="777"/>
                  <a:pt x="331" y="733"/>
                  <a:pt x="224" y="670"/>
                </a:cubicBezTo>
                <a:cubicBezTo>
                  <a:pt x="116" y="617"/>
                  <a:pt x="54" y="501"/>
                  <a:pt x="63" y="385"/>
                </a:cubicBezTo>
                <a:cubicBezTo>
                  <a:pt x="81" y="260"/>
                  <a:pt x="152" y="153"/>
                  <a:pt x="268" y="108"/>
                </a:cubicBezTo>
                <a:cubicBezTo>
                  <a:pt x="369" y="69"/>
                  <a:pt x="470" y="44"/>
                  <a:pt x="577" y="44"/>
                </a:cubicBezTo>
                <a:cubicBezTo>
                  <a:pt x="593" y="44"/>
                  <a:pt x="609" y="44"/>
                  <a:pt x="625" y="45"/>
                </a:cubicBezTo>
                <a:cubicBezTo>
                  <a:pt x="884" y="54"/>
                  <a:pt x="1134" y="90"/>
                  <a:pt x="1375" y="161"/>
                </a:cubicBezTo>
                <a:cubicBezTo>
                  <a:pt x="1625" y="224"/>
                  <a:pt x="1866" y="295"/>
                  <a:pt x="2107" y="385"/>
                </a:cubicBezTo>
                <a:cubicBezTo>
                  <a:pt x="2348" y="465"/>
                  <a:pt x="2580" y="554"/>
                  <a:pt x="2821" y="652"/>
                </a:cubicBezTo>
                <a:cubicBezTo>
                  <a:pt x="2357" y="438"/>
                  <a:pt x="1875" y="260"/>
                  <a:pt x="1384" y="126"/>
                </a:cubicBezTo>
                <a:cubicBezTo>
                  <a:pt x="1143" y="54"/>
                  <a:pt x="884" y="10"/>
                  <a:pt x="62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3" name="Google Shape;1133;p13"/>
          <p:cNvSpPr/>
          <p:nvPr/>
        </p:nvSpPr>
        <p:spPr>
          <a:xfrm rot="5189938" flipH="1">
            <a:off x="831039" y="686558"/>
            <a:ext cx="84888" cy="208119"/>
          </a:xfrm>
          <a:custGeom>
            <a:avLst/>
            <a:gdLst/>
            <a:ahLst/>
            <a:cxnLst/>
            <a:rect l="l" t="t" r="r" b="b"/>
            <a:pathLst>
              <a:path w="1116" h="2736" extrusionOk="0">
                <a:moveTo>
                  <a:pt x="402" y="0"/>
                </a:moveTo>
                <a:cubicBezTo>
                  <a:pt x="368" y="0"/>
                  <a:pt x="335" y="5"/>
                  <a:pt x="304" y="14"/>
                </a:cubicBezTo>
                <a:cubicBezTo>
                  <a:pt x="170" y="58"/>
                  <a:pt x="63" y="165"/>
                  <a:pt x="36" y="299"/>
                </a:cubicBezTo>
                <a:cubicBezTo>
                  <a:pt x="0" y="424"/>
                  <a:pt x="0" y="558"/>
                  <a:pt x="36" y="683"/>
                </a:cubicBezTo>
                <a:cubicBezTo>
                  <a:pt x="80" y="942"/>
                  <a:pt x="161" y="1183"/>
                  <a:pt x="277" y="1415"/>
                </a:cubicBezTo>
                <a:cubicBezTo>
                  <a:pt x="482" y="1879"/>
                  <a:pt x="741" y="2316"/>
                  <a:pt x="1026" y="2736"/>
                </a:cubicBezTo>
                <a:cubicBezTo>
                  <a:pt x="893" y="2522"/>
                  <a:pt x="768" y="2299"/>
                  <a:pt x="652" y="2075"/>
                </a:cubicBezTo>
                <a:cubicBezTo>
                  <a:pt x="527" y="1852"/>
                  <a:pt x="411" y="1629"/>
                  <a:pt x="312" y="1388"/>
                </a:cubicBezTo>
                <a:cubicBezTo>
                  <a:pt x="205" y="1165"/>
                  <a:pt x="134" y="924"/>
                  <a:pt x="80" y="674"/>
                </a:cubicBezTo>
                <a:cubicBezTo>
                  <a:pt x="54" y="549"/>
                  <a:pt x="54" y="424"/>
                  <a:pt x="80" y="308"/>
                </a:cubicBezTo>
                <a:cubicBezTo>
                  <a:pt x="107" y="183"/>
                  <a:pt x="196" y="94"/>
                  <a:pt x="321" y="58"/>
                </a:cubicBezTo>
                <a:cubicBezTo>
                  <a:pt x="344" y="53"/>
                  <a:pt x="366" y="51"/>
                  <a:pt x="389" y="51"/>
                </a:cubicBezTo>
                <a:cubicBezTo>
                  <a:pt x="483" y="51"/>
                  <a:pt x="576" y="95"/>
                  <a:pt x="634" y="174"/>
                </a:cubicBezTo>
                <a:cubicBezTo>
                  <a:pt x="714" y="273"/>
                  <a:pt x="777" y="380"/>
                  <a:pt x="821" y="496"/>
                </a:cubicBezTo>
                <a:cubicBezTo>
                  <a:pt x="901" y="728"/>
                  <a:pt x="973" y="978"/>
                  <a:pt x="1009" y="1228"/>
                </a:cubicBezTo>
                <a:cubicBezTo>
                  <a:pt x="1044" y="1477"/>
                  <a:pt x="1071" y="1727"/>
                  <a:pt x="1080" y="1986"/>
                </a:cubicBezTo>
                <a:cubicBezTo>
                  <a:pt x="1098" y="2236"/>
                  <a:pt x="1080" y="2486"/>
                  <a:pt x="1026" y="2736"/>
                </a:cubicBezTo>
                <a:cubicBezTo>
                  <a:pt x="1089" y="2486"/>
                  <a:pt x="1116" y="2227"/>
                  <a:pt x="1107" y="1968"/>
                </a:cubicBezTo>
                <a:cubicBezTo>
                  <a:pt x="1098" y="1718"/>
                  <a:pt x="1080" y="1460"/>
                  <a:pt x="1044" y="1210"/>
                </a:cubicBezTo>
                <a:cubicBezTo>
                  <a:pt x="1009" y="951"/>
                  <a:pt x="946" y="701"/>
                  <a:pt x="857" y="460"/>
                </a:cubicBezTo>
                <a:cubicBezTo>
                  <a:pt x="812" y="344"/>
                  <a:pt x="750" y="228"/>
                  <a:pt x="669" y="130"/>
                </a:cubicBezTo>
                <a:cubicBezTo>
                  <a:pt x="625" y="76"/>
                  <a:pt x="562" y="41"/>
                  <a:pt x="500" y="14"/>
                </a:cubicBezTo>
                <a:cubicBezTo>
                  <a:pt x="469" y="5"/>
                  <a:pt x="435" y="0"/>
                  <a:pt x="40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4" name="Google Shape;1134;p13"/>
          <p:cNvSpPr/>
          <p:nvPr/>
        </p:nvSpPr>
        <p:spPr>
          <a:xfrm rot="5189938" flipH="1">
            <a:off x="662401" y="831404"/>
            <a:ext cx="214578" cy="66559"/>
          </a:xfrm>
          <a:custGeom>
            <a:avLst/>
            <a:gdLst/>
            <a:ahLst/>
            <a:cxnLst/>
            <a:rect l="l" t="t" r="r" b="b"/>
            <a:pathLst>
              <a:path w="2821" h="875" extrusionOk="0">
                <a:moveTo>
                  <a:pt x="824" y="0"/>
                </a:moveTo>
                <a:cubicBezTo>
                  <a:pt x="739" y="0"/>
                  <a:pt x="655" y="3"/>
                  <a:pt x="572" y="9"/>
                </a:cubicBezTo>
                <a:cubicBezTo>
                  <a:pt x="438" y="18"/>
                  <a:pt x="313" y="54"/>
                  <a:pt x="197" y="116"/>
                </a:cubicBezTo>
                <a:cubicBezTo>
                  <a:pt x="72" y="188"/>
                  <a:pt x="1" y="312"/>
                  <a:pt x="1" y="455"/>
                </a:cubicBezTo>
                <a:cubicBezTo>
                  <a:pt x="1" y="527"/>
                  <a:pt x="19" y="589"/>
                  <a:pt x="63" y="652"/>
                </a:cubicBezTo>
                <a:cubicBezTo>
                  <a:pt x="99" y="705"/>
                  <a:pt x="152" y="741"/>
                  <a:pt x="215" y="777"/>
                </a:cubicBezTo>
                <a:cubicBezTo>
                  <a:pt x="340" y="821"/>
                  <a:pt x="465" y="857"/>
                  <a:pt x="599" y="866"/>
                </a:cubicBezTo>
                <a:cubicBezTo>
                  <a:pt x="682" y="872"/>
                  <a:pt x="766" y="875"/>
                  <a:pt x="851" y="875"/>
                </a:cubicBezTo>
                <a:cubicBezTo>
                  <a:pt x="1020" y="875"/>
                  <a:pt x="1191" y="863"/>
                  <a:pt x="1357" y="839"/>
                </a:cubicBezTo>
                <a:cubicBezTo>
                  <a:pt x="1616" y="803"/>
                  <a:pt x="1866" y="750"/>
                  <a:pt x="2107" y="687"/>
                </a:cubicBezTo>
                <a:cubicBezTo>
                  <a:pt x="2357" y="625"/>
                  <a:pt x="2598" y="527"/>
                  <a:pt x="2821" y="402"/>
                </a:cubicBezTo>
                <a:lnTo>
                  <a:pt x="2821" y="402"/>
                </a:lnTo>
                <a:cubicBezTo>
                  <a:pt x="2589" y="527"/>
                  <a:pt x="2357" y="607"/>
                  <a:pt x="2107" y="661"/>
                </a:cubicBezTo>
                <a:cubicBezTo>
                  <a:pt x="1857" y="723"/>
                  <a:pt x="1607" y="768"/>
                  <a:pt x="1357" y="794"/>
                </a:cubicBezTo>
                <a:cubicBezTo>
                  <a:pt x="1191" y="818"/>
                  <a:pt x="1020" y="830"/>
                  <a:pt x="851" y="830"/>
                </a:cubicBezTo>
                <a:cubicBezTo>
                  <a:pt x="766" y="830"/>
                  <a:pt x="682" y="827"/>
                  <a:pt x="599" y="821"/>
                </a:cubicBezTo>
                <a:cubicBezTo>
                  <a:pt x="474" y="812"/>
                  <a:pt x="358" y="777"/>
                  <a:pt x="242" y="732"/>
                </a:cubicBezTo>
                <a:cubicBezTo>
                  <a:pt x="126" y="687"/>
                  <a:pt x="54" y="571"/>
                  <a:pt x="54" y="455"/>
                </a:cubicBezTo>
                <a:cubicBezTo>
                  <a:pt x="54" y="330"/>
                  <a:pt x="117" y="223"/>
                  <a:pt x="224" y="161"/>
                </a:cubicBezTo>
                <a:cubicBezTo>
                  <a:pt x="331" y="98"/>
                  <a:pt x="447" y="63"/>
                  <a:pt x="572" y="54"/>
                </a:cubicBezTo>
                <a:cubicBezTo>
                  <a:pt x="655" y="48"/>
                  <a:pt x="739" y="45"/>
                  <a:pt x="824" y="45"/>
                </a:cubicBezTo>
                <a:cubicBezTo>
                  <a:pt x="993" y="45"/>
                  <a:pt x="1164" y="57"/>
                  <a:pt x="1331" y="80"/>
                </a:cubicBezTo>
                <a:cubicBezTo>
                  <a:pt x="1580" y="116"/>
                  <a:pt x="1830" y="161"/>
                  <a:pt x="2080" y="214"/>
                </a:cubicBezTo>
                <a:cubicBezTo>
                  <a:pt x="2330" y="268"/>
                  <a:pt x="2571" y="330"/>
                  <a:pt x="2821" y="402"/>
                </a:cubicBezTo>
                <a:cubicBezTo>
                  <a:pt x="2339" y="241"/>
                  <a:pt x="1839" y="116"/>
                  <a:pt x="1339" y="36"/>
                </a:cubicBezTo>
                <a:cubicBezTo>
                  <a:pt x="1167" y="12"/>
                  <a:pt x="994" y="0"/>
                  <a:pt x="82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5" name="Google Shape;1135;p13"/>
          <p:cNvSpPr/>
          <p:nvPr/>
        </p:nvSpPr>
        <p:spPr>
          <a:xfrm rot="5189938" flipH="1">
            <a:off x="755610" y="605151"/>
            <a:ext cx="99188" cy="201730"/>
          </a:xfrm>
          <a:custGeom>
            <a:avLst/>
            <a:gdLst/>
            <a:ahLst/>
            <a:cxnLst/>
            <a:rect l="l" t="t" r="r" b="b"/>
            <a:pathLst>
              <a:path w="1304" h="2652" extrusionOk="0">
                <a:moveTo>
                  <a:pt x="380" y="0"/>
                </a:moveTo>
                <a:cubicBezTo>
                  <a:pt x="334" y="0"/>
                  <a:pt x="290" y="10"/>
                  <a:pt x="250" y="27"/>
                </a:cubicBezTo>
                <a:cubicBezTo>
                  <a:pt x="125" y="81"/>
                  <a:pt x="36" y="197"/>
                  <a:pt x="18" y="340"/>
                </a:cubicBezTo>
                <a:cubicBezTo>
                  <a:pt x="0" y="465"/>
                  <a:pt x="18" y="599"/>
                  <a:pt x="54" y="723"/>
                </a:cubicBezTo>
                <a:cubicBezTo>
                  <a:pt x="134" y="964"/>
                  <a:pt x="241" y="1205"/>
                  <a:pt x="375" y="1420"/>
                </a:cubicBezTo>
                <a:cubicBezTo>
                  <a:pt x="634" y="1857"/>
                  <a:pt x="937" y="2267"/>
                  <a:pt x="1267" y="2651"/>
                </a:cubicBezTo>
                <a:cubicBezTo>
                  <a:pt x="1107" y="2455"/>
                  <a:pt x="955" y="2250"/>
                  <a:pt x="812" y="2044"/>
                </a:cubicBezTo>
                <a:cubicBezTo>
                  <a:pt x="669" y="1830"/>
                  <a:pt x="527" y="1625"/>
                  <a:pt x="402" y="1402"/>
                </a:cubicBezTo>
                <a:cubicBezTo>
                  <a:pt x="277" y="1179"/>
                  <a:pt x="170" y="956"/>
                  <a:pt x="98" y="706"/>
                </a:cubicBezTo>
                <a:cubicBezTo>
                  <a:pt x="54" y="590"/>
                  <a:pt x="45" y="465"/>
                  <a:pt x="54" y="349"/>
                </a:cubicBezTo>
                <a:cubicBezTo>
                  <a:pt x="71" y="224"/>
                  <a:pt x="152" y="125"/>
                  <a:pt x="268" y="72"/>
                </a:cubicBezTo>
                <a:cubicBezTo>
                  <a:pt x="299" y="59"/>
                  <a:pt x="333" y="53"/>
                  <a:pt x="366" y="53"/>
                </a:cubicBezTo>
                <a:cubicBezTo>
                  <a:pt x="449" y="53"/>
                  <a:pt x="532" y="89"/>
                  <a:pt x="589" y="152"/>
                </a:cubicBezTo>
                <a:cubicBezTo>
                  <a:pt x="678" y="233"/>
                  <a:pt x="759" y="331"/>
                  <a:pt x="812" y="447"/>
                </a:cubicBezTo>
                <a:cubicBezTo>
                  <a:pt x="928" y="670"/>
                  <a:pt x="1018" y="911"/>
                  <a:pt x="1080" y="1152"/>
                </a:cubicBezTo>
                <a:cubicBezTo>
                  <a:pt x="1142" y="1402"/>
                  <a:pt x="1196" y="1643"/>
                  <a:pt x="1232" y="1902"/>
                </a:cubicBezTo>
                <a:cubicBezTo>
                  <a:pt x="1285" y="2143"/>
                  <a:pt x="1294" y="2401"/>
                  <a:pt x="1267" y="2651"/>
                </a:cubicBezTo>
                <a:cubicBezTo>
                  <a:pt x="1303" y="2401"/>
                  <a:pt x="1303" y="2143"/>
                  <a:pt x="1267" y="1893"/>
                </a:cubicBezTo>
                <a:cubicBezTo>
                  <a:pt x="1232" y="1643"/>
                  <a:pt x="1187" y="1393"/>
                  <a:pt x="1125" y="1143"/>
                </a:cubicBezTo>
                <a:cubicBezTo>
                  <a:pt x="1062" y="893"/>
                  <a:pt x="973" y="652"/>
                  <a:pt x="857" y="420"/>
                </a:cubicBezTo>
                <a:cubicBezTo>
                  <a:pt x="803" y="304"/>
                  <a:pt x="723" y="197"/>
                  <a:pt x="625" y="108"/>
                </a:cubicBezTo>
                <a:cubicBezTo>
                  <a:pt x="580" y="63"/>
                  <a:pt x="518" y="27"/>
                  <a:pt x="455" y="9"/>
                </a:cubicBezTo>
                <a:cubicBezTo>
                  <a:pt x="430" y="3"/>
                  <a:pt x="405" y="0"/>
                  <a:pt x="38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6" name="Google Shape;1136;p13"/>
          <p:cNvSpPr/>
          <p:nvPr/>
        </p:nvSpPr>
        <p:spPr>
          <a:xfrm rot="5189938" flipH="1">
            <a:off x="580993" y="733605"/>
            <a:ext cx="213893" cy="67395"/>
          </a:xfrm>
          <a:custGeom>
            <a:avLst/>
            <a:gdLst/>
            <a:ahLst/>
            <a:cxnLst/>
            <a:rect l="l" t="t" r="r" b="b"/>
            <a:pathLst>
              <a:path w="2812" h="886" extrusionOk="0">
                <a:moveTo>
                  <a:pt x="9" y="493"/>
                </a:moveTo>
                <a:cubicBezTo>
                  <a:pt x="0" y="555"/>
                  <a:pt x="18" y="618"/>
                  <a:pt x="54" y="680"/>
                </a:cubicBezTo>
                <a:cubicBezTo>
                  <a:pt x="18" y="618"/>
                  <a:pt x="9" y="555"/>
                  <a:pt x="9" y="493"/>
                </a:cubicBezTo>
                <a:close/>
                <a:moveTo>
                  <a:pt x="1202" y="0"/>
                </a:moveTo>
                <a:cubicBezTo>
                  <a:pt x="979" y="0"/>
                  <a:pt x="763" y="24"/>
                  <a:pt x="554" y="55"/>
                </a:cubicBezTo>
                <a:cubicBezTo>
                  <a:pt x="429" y="82"/>
                  <a:pt x="313" y="127"/>
                  <a:pt x="206" y="189"/>
                </a:cubicBezTo>
                <a:lnTo>
                  <a:pt x="206" y="189"/>
                </a:lnTo>
                <a:cubicBezTo>
                  <a:pt x="313" y="127"/>
                  <a:pt x="429" y="82"/>
                  <a:pt x="554" y="64"/>
                </a:cubicBezTo>
                <a:cubicBezTo>
                  <a:pt x="737" y="38"/>
                  <a:pt x="920" y="22"/>
                  <a:pt x="1099" y="22"/>
                </a:cubicBezTo>
                <a:cubicBezTo>
                  <a:pt x="1165" y="22"/>
                  <a:pt x="1230" y="24"/>
                  <a:pt x="1294" y="29"/>
                </a:cubicBezTo>
                <a:cubicBezTo>
                  <a:pt x="1544" y="37"/>
                  <a:pt x="1794" y="64"/>
                  <a:pt x="2044" y="100"/>
                </a:cubicBezTo>
                <a:cubicBezTo>
                  <a:pt x="2267" y="125"/>
                  <a:pt x="2496" y="165"/>
                  <a:pt x="2720" y="206"/>
                </a:cubicBezTo>
                <a:lnTo>
                  <a:pt x="2720" y="206"/>
                </a:lnTo>
                <a:cubicBezTo>
                  <a:pt x="2628" y="270"/>
                  <a:pt x="2536" y="322"/>
                  <a:pt x="2437" y="368"/>
                </a:cubicBezTo>
                <a:cubicBezTo>
                  <a:pt x="2321" y="430"/>
                  <a:pt x="2205" y="475"/>
                  <a:pt x="2080" y="519"/>
                </a:cubicBezTo>
                <a:cubicBezTo>
                  <a:pt x="1839" y="618"/>
                  <a:pt x="1598" y="698"/>
                  <a:pt x="1339" y="760"/>
                </a:cubicBezTo>
                <a:cubicBezTo>
                  <a:pt x="1089" y="823"/>
                  <a:pt x="839" y="867"/>
                  <a:pt x="580" y="867"/>
                </a:cubicBezTo>
                <a:cubicBezTo>
                  <a:pt x="563" y="869"/>
                  <a:pt x="546" y="869"/>
                  <a:pt x="529" y="869"/>
                </a:cubicBezTo>
                <a:cubicBezTo>
                  <a:pt x="414" y="869"/>
                  <a:pt x="306" y="844"/>
                  <a:pt x="197" y="805"/>
                </a:cubicBezTo>
                <a:lnTo>
                  <a:pt x="197" y="805"/>
                </a:lnTo>
                <a:cubicBezTo>
                  <a:pt x="313" y="859"/>
                  <a:pt x="447" y="885"/>
                  <a:pt x="580" y="885"/>
                </a:cubicBezTo>
                <a:cubicBezTo>
                  <a:pt x="839" y="885"/>
                  <a:pt x="1098" y="850"/>
                  <a:pt x="1348" y="787"/>
                </a:cubicBezTo>
                <a:cubicBezTo>
                  <a:pt x="1607" y="734"/>
                  <a:pt x="1857" y="662"/>
                  <a:pt x="2098" y="564"/>
                </a:cubicBezTo>
                <a:cubicBezTo>
                  <a:pt x="2223" y="519"/>
                  <a:pt x="2348" y="475"/>
                  <a:pt x="2455" y="412"/>
                </a:cubicBezTo>
                <a:cubicBezTo>
                  <a:pt x="2580" y="368"/>
                  <a:pt x="2696" y="296"/>
                  <a:pt x="2803" y="216"/>
                </a:cubicBezTo>
                <a:cubicBezTo>
                  <a:pt x="2803" y="207"/>
                  <a:pt x="2803" y="207"/>
                  <a:pt x="2812" y="198"/>
                </a:cubicBezTo>
                <a:cubicBezTo>
                  <a:pt x="2812" y="189"/>
                  <a:pt x="2803" y="171"/>
                  <a:pt x="2785" y="171"/>
                </a:cubicBezTo>
                <a:cubicBezTo>
                  <a:pt x="2294" y="73"/>
                  <a:pt x="1794" y="20"/>
                  <a:pt x="1303" y="2"/>
                </a:cubicBezTo>
                <a:cubicBezTo>
                  <a:pt x="1269" y="1"/>
                  <a:pt x="1236" y="0"/>
                  <a:pt x="120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7" name="Google Shape;1137;p13"/>
          <p:cNvSpPr/>
          <p:nvPr/>
        </p:nvSpPr>
        <p:spPr>
          <a:xfrm rot="5189938" flipH="1">
            <a:off x="631610" y="637488"/>
            <a:ext cx="454409" cy="360938"/>
          </a:xfrm>
          <a:custGeom>
            <a:avLst/>
            <a:gdLst/>
            <a:ahLst/>
            <a:cxnLst/>
            <a:rect l="l" t="t" r="r" b="b"/>
            <a:pathLst>
              <a:path w="5974" h="4745" extrusionOk="0">
                <a:moveTo>
                  <a:pt x="1250" y="0"/>
                </a:moveTo>
                <a:lnTo>
                  <a:pt x="1250" y="0"/>
                </a:lnTo>
                <a:cubicBezTo>
                  <a:pt x="1232" y="286"/>
                  <a:pt x="1241" y="572"/>
                  <a:pt x="1277" y="857"/>
                </a:cubicBezTo>
                <a:cubicBezTo>
                  <a:pt x="1312" y="1063"/>
                  <a:pt x="1357" y="1277"/>
                  <a:pt x="1402" y="1482"/>
                </a:cubicBezTo>
                <a:cubicBezTo>
                  <a:pt x="1011" y="1074"/>
                  <a:pt x="199" y="195"/>
                  <a:pt x="187" y="195"/>
                </a:cubicBezTo>
                <a:lnTo>
                  <a:pt x="187" y="195"/>
                </a:lnTo>
                <a:cubicBezTo>
                  <a:pt x="187" y="195"/>
                  <a:pt x="187" y="195"/>
                  <a:pt x="188" y="197"/>
                </a:cubicBezTo>
                <a:cubicBezTo>
                  <a:pt x="554" y="697"/>
                  <a:pt x="955" y="1170"/>
                  <a:pt x="1393" y="1607"/>
                </a:cubicBezTo>
                <a:cubicBezTo>
                  <a:pt x="1339" y="1617"/>
                  <a:pt x="1284" y="1621"/>
                  <a:pt x="1227" y="1621"/>
                </a:cubicBezTo>
                <a:cubicBezTo>
                  <a:pt x="1031" y="1621"/>
                  <a:pt x="825" y="1570"/>
                  <a:pt x="652" y="1536"/>
                </a:cubicBezTo>
                <a:cubicBezTo>
                  <a:pt x="496" y="1498"/>
                  <a:pt x="116" y="1449"/>
                  <a:pt x="25" y="1449"/>
                </a:cubicBezTo>
                <a:cubicBezTo>
                  <a:pt x="7" y="1449"/>
                  <a:pt x="0" y="1451"/>
                  <a:pt x="9" y="1455"/>
                </a:cubicBezTo>
                <a:cubicBezTo>
                  <a:pt x="215" y="1536"/>
                  <a:pt x="429" y="1589"/>
                  <a:pt x="643" y="1625"/>
                </a:cubicBezTo>
                <a:cubicBezTo>
                  <a:pt x="819" y="1669"/>
                  <a:pt x="1030" y="1717"/>
                  <a:pt x="1230" y="1717"/>
                </a:cubicBezTo>
                <a:cubicBezTo>
                  <a:pt x="1314" y="1717"/>
                  <a:pt x="1396" y="1709"/>
                  <a:pt x="1473" y="1687"/>
                </a:cubicBezTo>
                <a:cubicBezTo>
                  <a:pt x="1768" y="1991"/>
                  <a:pt x="2080" y="2267"/>
                  <a:pt x="2401" y="2544"/>
                </a:cubicBezTo>
                <a:cubicBezTo>
                  <a:pt x="2169" y="2544"/>
                  <a:pt x="1946" y="2517"/>
                  <a:pt x="1723" y="2455"/>
                </a:cubicBezTo>
                <a:cubicBezTo>
                  <a:pt x="1560" y="2425"/>
                  <a:pt x="1180" y="2377"/>
                  <a:pt x="1093" y="2377"/>
                </a:cubicBezTo>
                <a:cubicBezTo>
                  <a:pt x="1075" y="2377"/>
                  <a:pt x="1070" y="2379"/>
                  <a:pt x="1080" y="2383"/>
                </a:cubicBezTo>
                <a:cubicBezTo>
                  <a:pt x="1286" y="2464"/>
                  <a:pt x="1491" y="2517"/>
                  <a:pt x="1705" y="2553"/>
                </a:cubicBezTo>
                <a:cubicBezTo>
                  <a:pt x="1886" y="2593"/>
                  <a:pt x="2097" y="2643"/>
                  <a:pt x="2300" y="2643"/>
                </a:cubicBezTo>
                <a:cubicBezTo>
                  <a:pt x="2368" y="2643"/>
                  <a:pt x="2435" y="2638"/>
                  <a:pt x="2499" y="2624"/>
                </a:cubicBezTo>
                <a:cubicBezTo>
                  <a:pt x="2874" y="2928"/>
                  <a:pt x="3258" y="3222"/>
                  <a:pt x="3660" y="3499"/>
                </a:cubicBezTo>
                <a:cubicBezTo>
                  <a:pt x="3586" y="3518"/>
                  <a:pt x="3507" y="3526"/>
                  <a:pt x="3427" y="3526"/>
                </a:cubicBezTo>
                <a:cubicBezTo>
                  <a:pt x="3247" y="3526"/>
                  <a:pt x="3059" y="3488"/>
                  <a:pt x="2892" y="3463"/>
                </a:cubicBezTo>
                <a:cubicBezTo>
                  <a:pt x="2739" y="3436"/>
                  <a:pt x="2401" y="3413"/>
                  <a:pt x="2285" y="3413"/>
                </a:cubicBezTo>
                <a:cubicBezTo>
                  <a:pt x="2253" y="3413"/>
                  <a:pt x="2238" y="3415"/>
                  <a:pt x="2249" y="3419"/>
                </a:cubicBezTo>
                <a:cubicBezTo>
                  <a:pt x="2455" y="3490"/>
                  <a:pt x="2669" y="3535"/>
                  <a:pt x="2883" y="3562"/>
                </a:cubicBezTo>
                <a:cubicBezTo>
                  <a:pt x="3046" y="3589"/>
                  <a:pt x="3236" y="3623"/>
                  <a:pt x="3420" y="3623"/>
                </a:cubicBezTo>
                <a:cubicBezTo>
                  <a:pt x="3538" y="3623"/>
                  <a:pt x="3653" y="3609"/>
                  <a:pt x="3758" y="3570"/>
                </a:cubicBezTo>
                <a:lnTo>
                  <a:pt x="3874" y="3651"/>
                </a:lnTo>
                <a:cubicBezTo>
                  <a:pt x="4222" y="3874"/>
                  <a:pt x="4579" y="4097"/>
                  <a:pt x="4945" y="4293"/>
                </a:cubicBezTo>
                <a:cubicBezTo>
                  <a:pt x="4731" y="4356"/>
                  <a:pt x="4499" y="4383"/>
                  <a:pt x="4275" y="4383"/>
                </a:cubicBezTo>
                <a:cubicBezTo>
                  <a:pt x="4079" y="4392"/>
                  <a:pt x="3570" y="4463"/>
                  <a:pt x="3633" y="4472"/>
                </a:cubicBezTo>
                <a:cubicBezTo>
                  <a:pt x="3751" y="4487"/>
                  <a:pt x="3871" y="4493"/>
                  <a:pt x="3992" y="4493"/>
                </a:cubicBezTo>
                <a:cubicBezTo>
                  <a:pt x="4090" y="4493"/>
                  <a:pt x="4188" y="4489"/>
                  <a:pt x="4284" y="4481"/>
                </a:cubicBezTo>
                <a:cubicBezTo>
                  <a:pt x="4525" y="4472"/>
                  <a:pt x="4829" y="4463"/>
                  <a:pt x="5061" y="4356"/>
                </a:cubicBezTo>
                <a:cubicBezTo>
                  <a:pt x="5329" y="4499"/>
                  <a:pt x="5605" y="4624"/>
                  <a:pt x="5882" y="4740"/>
                </a:cubicBezTo>
                <a:cubicBezTo>
                  <a:pt x="5890" y="4743"/>
                  <a:pt x="5898" y="4745"/>
                  <a:pt x="5905" y="4745"/>
                </a:cubicBezTo>
                <a:cubicBezTo>
                  <a:pt x="5952" y="4745"/>
                  <a:pt x="5973" y="4674"/>
                  <a:pt x="5927" y="4650"/>
                </a:cubicBezTo>
                <a:cubicBezTo>
                  <a:pt x="5668" y="4543"/>
                  <a:pt x="5409" y="4427"/>
                  <a:pt x="5159" y="4293"/>
                </a:cubicBezTo>
                <a:cubicBezTo>
                  <a:pt x="5168" y="4276"/>
                  <a:pt x="5168" y="4258"/>
                  <a:pt x="5159" y="4240"/>
                </a:cubicBezTo>
                <a:cubicBezTo>
                  <a:pt x="5016" y="3981"/>
                  <a:pt x="4882" y="3704"/>
                  <a:pt x="4757" y="3437"/>
                </a:cubicBezTo>
                <a:cubicBezTo>
                  <a:pt x="4650" y="3213"/>
                  <a:pt x="4561" y="2981"/>
                  <a:pt x="4472" y="2740"/>
                </a:cubicBezTo>
                <a:lnTo>
                  <a:pt x="4472" y="2740"/>
                </a:lnTo>
                <a:cubicBezTo>
                  <a:pt x="4516" y="2999"/>
                  <a:pt x="4588" y="3258"/>
                  <a:pt x="4686" y="3499"/>
                </a:cubicBezTo>
                <a:cubicBezTo>
                  <a:pt x="4793" y="3749"/>
                  <a:pt x="4918" y="3990"/>
                  <a:pt x="5043" y="4231"/>
                </a:cubicBezTo>
                <a:cubicBezTo>
                  <a:pt x="4695" y="4035"/>
                  <a:pt x="4347" y="3829"/>
                  <a:pt x="4017" y="3615"/>
                </a:cubicBezTo>
                <a:cubicBezTo>
                  <a:pt x="3936" y="3562"/>
                  <a:pt x="3856" y="3508"/>
                  <a:pt x="3776" y="3454"/>
                </a:cubicBezTo>
                <a:cubicBezTo>
                  <a:pt x="3704" y="3187"/>
                  <a:pt x="3624" y="2910"/>
                  <a:pt x="3561" y="2642"/>
                </a:cubicBezTo>
                <a:cubicBezTo>
                  <a:pt x="3508" y="2392"/>
                  <a:pt x="3419" y="2098"/>
                  <a:pt x="3383" y="1848"/>
                </a:cubicBezTo>
                <a:lnTo>
                  <a:pt x="3383" y="1848"/>
                </a:lnTo>
                <a:cubicBezTo>
                  <a:pt x="3401" y="2116"/>
                  <a:pt x="3437" y="2383"/>
                  <a:pt x="3481" y="2642"/>
                </a:cubicBezTo>
                <a:cubicBezTo>
                  <a:pt x="3535" y="2865"/>
                  <a:pt x="3588" y="3151"/>
                  <a:pt x="3651" y="3374"/>
                </a:cubicBezTo>
                <a:cubicBezTo>
                  <a:pt x="3294" y="3124"/>
                  <a:pt x="2946" y="2865"/>
                  <a:pt x="2606" y="2589"/>
                </a:cubicBezTo>
                <a:cubicBezTo>
                  <a:pt x="2615" y="2571"/>
                  <a:pt x="2615" y="2553"/>
                  <a:pt x="2606" y="2544"/>
                </a:cubicBezTo>
                <a:cubicBezTo>
                  <a:pt x="2544" y="2259"/>
                  <a:pt x="2473" y="1964"/>
                  <a:pt x="2428" y="1678"/>
                </a:cubicBezTo>
                <a:cubicBezTo>
                  <a:pt x="2383" y="1428"/>
                  <a:pt x="2339" y="1179"/>
                  <a:pt x="2321" y="920"/>
                </a:cubicBezTo>
                <a:cubicBezTo>
                  <a:pt x="2294" y="1179"/>
                  <a:pt x="2294" y="1428"/>
                  <a:pt x="2321" y="1678"/>
                </a:cubicBezTo>
                <a:cubicBezTo>
                  <a:pt x="2374" y="1955"/>
                  <a:pt x="2437" y="2232"/>
                  <a:pt x="2490" y="2499"/>
                </a:cubicBezTo>
                <a:cubicBezTo>
                  <a:pt x="2160" y="2223"/>
                  <a:pt x="1839" y="1928"/>
                  <a:pt x="1536" y="1616"/>
                </a:cubicBezTo>
                <a:cubicBezTo>
                  <a:pt x="1464" y="1312"/>
                  <a:pt x="1393" y="1000"/>
                  <a:pt x="1339" y="679"/>
                </a:cubicBezTo>
                <a:cubicBezTo>
                  <a:pt x="1303" y="456"/>
                  <a:pt x="1268" y="224"/>
                  <a:pt x="125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8" name="Google Shape;1138;p13"/>
          <p:cNvSpPr/>
          <p:nvPr/>
        </p:nvSpPr>
        <p:spPr>
          <a:xfrm rot="5189938" flipH="1">
            <a:off x="871339" y="726134"/>
            <a:ext cx="92418" cy="141941"/>
          </a:xfrm>
          <a:custGeom>
            <a:avLst/>
            <a:gdLst/>
            <a:ahLst/>
            <a:cxnLst/>
            <a:rect l="l" t="t" r="r" b="b"/>
            <a:pathLst>
              <a:path w="1215" h="1866" extrusionOk="0">
                <a:moveTo>
                  <a:pt x="420" y="205"/>
                </a:moveTo>
                <a:cubicBezTo>
                  <a:pt x="0" y="402"/>
                  <a:pt x="277" y="1187"/>
                  <a:pt x="607" y="1865"/>
                </a:cubicBezTo>
                <a:cubicBezTo>
                  <a:pt x="822" y="1749"/>
                  <a:pt x="1027" y="1615"/>
                  <a:pt x="1214" y="1455"/>
                </a:cubicBezTo>
                <a:cubicBezTo>
                  <a:pt x="1107" y="705"/>
                  <a:pt x="857" y="0"/>
                  <a:pt x="420" y="205"/>
                </a:cubicBezTo>
                <a:close/>
              </a:path>
            </a:pathLst>
          </a:custGeom>
          <a:gradFill>
            <a:gsLst>
              <a:gs pos="0">
                <a:srgbClr val="FFFFFF">
                  <a:alpha val="0"/>
                </a:srgbClr>
              </a:gs>
              <a:gs pos="100000">
                <a:srgbClr val="FFFFFF">
                  <a:alpha val="2196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9" name="Google Shape;1139;p13"/>
          <p:cNvSpPr/>
          <p:nvPr/>
        </p:nvSpPr>
        <p:spPr>
          <a:xfrm rot="5189938" flipH="1">
            <a:off x="851099" y="802812"/>
            <a:ext cx="289958" cy="332032"/>
          </a:xfrm>
          <a:custGeom>
            <a:avLst/>
            <a:gdLst/>
            <a:ahLst/>
            <a:cxnLst/>
            <a:rect l="l" t="t" r="r" b="b"/>
            <a:pathLst>
              <a:path w="3812" h="4365" extrusionOk="0">
                <a:moveTo>
                  <a:pt x="1" y="2579"/>
                </a:moveTo>
                <a:cubicBezTo>
                  <a:pt x="108" y="2865"/>
                  <a:pt x="269" y="3124"/>
                  <a:pt x="465" y="3356"/>
                </a:cubicBezTo>
                <a:cubicBezTo>
                  <a:pt x="1125" y="3454"/>
                  <a:pt x="2071" y="3338"/>
                  <a:pt x="2455" y="3186"/>
                </a:cubicBezTo>
                <a:lnTo>
                  <a:pt x="2482" y="3186"/>
                </a:lnTo>
                <a:cubicBezTo>
                  <a:pt x="2777" y="3481"/>
                  <a:pt x="3089" y="3766"/>
                  <a:pt x="3410" y="4034"/>
                </a:cubicBezTo>
                <a:lnTo>
                  <a:pt x="3383" y="4034"/>
                </a:lnTo>
                <a:cubicBezTo>
                  <a:pt x="2794" y="3793"/>
                  <a:pt x="1134" y="3168"/>
                  <a:pt x="849" y="3731"/>
                </a:cubicBezTo>
                <a:cubicBezTo>
                  <a:pt x="1295" y="4088"/>
                  <a:pt x="1839" y="4302"/>
                  <a:pt x="2411" y="4364"/>
                </a:cubicBezTo>
                <a:cubicBezTo>
                  <a:pt x="2884" y="4329"/>
                  <a:pt x="3330" y="4239"/>
                  <a:pt x="3544" y="4150"/>
                </a:cubicBezTo>
                <a:cubicBezTo>
                  <a:pt x="3580" y="4177"/>
                  <a:pt x="3615" y="4204"/>
                  <a:pt x="3660" y="4239"/>
                </a:cubicBezTo>
                <a:lnTo>
                  <a:pt x="3767" y="4204"/>
                </a:lnTo>
                <a:cubicBezTo>
                  <a:pt x="3714" y="4159"/>
                  <a:pt x="3660" y="4123"/>
                  <a:pt x="3607" y="4079"/>
                </a:cubicBezTo>
                <a:cubicBezTo>
                  <a:pt x="3615" y="4061"/>
                  <a:pt x="3615" y="4052"/>
                  <a:pt x="3607" y="4034"/>
                </a:cubicBezTo>
                <a:cubicBezTo>
                  <a:pt x="3598" y="4007"/>
                  <a:pt x="3598" y="3981"/>
                  <a:pt x="3589" y="3954"/>
                </a:cubicBezTo>
                <a:cubicBezTo>
                  <a:pt x="3785" y="3222"/>
                  <a:pt x="3812" y="1107"/>
                  <a:pt x="3062" y="1357"/>
                </a:cubicBezTo>
                <a:cubicBezTo>
                  <a:pt x="2375" y="1589"/>
                  <a:pt x="3205" y="3436"/>
                  <a:pt x="3464" y="3963"/>
                </a:cubicBezTo>
                <a:cubicBezTo>
                  <a:pt x="3142" y="3695"/>
                  <a:pt x="2839" y="3400"/>
                  <a:pt x="2545" y="3115"/>
                </a:cubicBezTo>
                <a:lnTo>
                  <a:pt x="2527" y="3052"/>
                </a:lnTo>
                <a:cubicBezTo>
                  <a:pt x="2750" y="2401"/>
                  <a:pt x="2803" y="116"/>
                  <a:pt x="2027" y="384"/>
                </a:cubicBezTo>
                <a:cubicBezTo>
                  <a:pt x="1357" y="607"/>
                  <a:pt x="2125" y="2356"/>
                  <a:pt x="2402" y="2936"/>
                </a:cubicBezTo>
                <a:cubicBezTo>
                  <a:pt x="2402" y="2954"/>
                  <a:pt x="2402" y="2963"/>
                  <a:pt x="2411" y="2981"/>
                </a:cubicBezTo>
                <a:cubicBezTo>
                  <a:pt x="2259" y="2820"/>
                  <a:pt x="2036" y="2579"/>
                  <a:pt x="1822" y="2356"/>
                </a:cubicBezTo>
                <a:cubicBezTo>
                  <a:pt x="1670" y="1678"/>
                  <a:pt x="795" y="0"/>
                  <a:pt x="242" y="223"/>
                </a:cubicBezTo>
                <a:cubicBezTo>
                  <a:pt x="162" y="357"/>
                  <a:pt x="90" y="500"/>
                  <a:pt x="37" y="643"/>
                </a:cubicBezTo>
                <a:cubicBezTo>
                  <a:pt x="162" y="1366"/>
                  <a:pt x="1848" y="2499"/>
                  <a:pt x="1848" y="2499"/>
                </a:cubicBezTo>
                <a:lnTo>
                  <a:pt x="1848" y="2499"/>
                </a:lnTo>
                <a:cubicBezTo>
                  <a:pt x="2018" y="2695"/>
                  <a:pt x="2188" y="2892"/>
                  <a:pt x="2375" y="3079"/>
                </a:cubicBezTo>
                <a:cubicBezTo>
                  <a:pt x="1902" y="2874"/>
                  <a:pt x="554" y="2347"/>
                  <a:pt x="1" y="2579"/>
                </a:cubicBezTo>
                <a:close/>
              </a:path>
            </a:pathLst>
          </a:custGeom>
          <a:gradFill>
            <a:gsLst>
              <a:gs pos="0">
                <a:srgbClr val="FFFFFF">
                  <a:alpha val="0"/>
                </a:srgbClr>
              </a:gs>
              <a:gs pos="100000">
                <a:srgbClr val="FFFFFF">
                  <a:alpha val="2196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0" name="Google Shape;1140;p13"/>
          <p:cNvSpPr/>
          <p:nvPr/>
        </p:nvSpPr>
        <p:spPr>
          <a:xfrm rot="5189938" flipH="1">
            <a:off x="878722" y="721155"/>
            <a:ext cx="26546" cy="27917"/>
          </a:xfrm>
          <a:custGeom>
            <a:avLst/>
            <a:gdLst/>
            <a:ahLst/>
            <a:cxnLst/>
            <a:rect l="l" t="t" r="r" b="b"/>
            <a:pathLst>
              <a:path w="349" h="367" extrusionOk="0">
                <a:moveTo>
                  <a:pt x="179" y="54"/>
                </a:moveTo>
                <a:cubicBezTo>
                  <a:pt x="72" y="116"/>
                  <a:pt x="1" y="241"/>
                  <a:pt x="1" y="366"/>
                </a:cubicBezTo>
                <a:cubicBezTo>
                  <a:pt x="126" y="250"/>
                  <a:pt x="242" y="134"/>
                  <a:pt x="349" y="0"/>
                </a:cubicBezTo>
                <a:cubicBezTo>
                  <a:pt x="286" y="0"/>
                  <a:pt x="224" y="18"/>
                  <a:pt x="179" y="54"/>
                </a:cubicBezTo>
                <a:close/>
              </a:path>
            </a:pathLst>
          </a:custGeom>
          <a:gradFill>
            <a:gsLst>
              <a:gs pos="0">
                <a:srgbClr val="FFFFFF">
                  <a:alpha val="0"/>
                </a:srgbClr>
              </a:gs>
              <a:gs pos="100000">
                <a:srgbClr val="FFFFFF">
                  <a:alpha val="2196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1" name="Google Shape;1141;p13"/>
          <p:cNvSpPr/>
          <p:nvPr/>
        </p:nvSpPr>
        <p:spPr>
          <a:xfrm rot="1106660">
            <a:off x="7613262" y="764671"/>
            <a:ext cx="88017" cy="73741"/>
          </a:xfrm>
          <a:custGeom>
            <a:avLst/>
            <a:gdLst/>
            <a:ahLst/>
            <a:cxnLst/>
            <a:rect l="l" t="t" r="r" b="b"/>
            <a:pathLst>
              <a:path w="1073" h="899" extrusionOk="0">
                <a:moveTo>
                  <a:pt x="493" y="0"/>
                </a:moveTo>
                <a:cubicBezTo>
                  <a:pt x="233" y="0"/>
                  <a:pt x="1" y="236"/>
                  <a:pt x="55" y="534"/>
                </a:cubicBezTo>
                <a:cubicBezTo>
                  <a:pt x="94" y="748"/>
                  <a:pt x="289" y="898"/>
                  <a:pt x="500" y="898"/>
                </a:cubicBezTo>
                <a:cubicBezTo>
                  <a:pt x="527" y="898"/>
                  <a:pt x="554" y="896"/>
                  <a:pt x="581" y="891"/>
                </a:cubicBezTo>
                <a:cubicBezTo>
                  <a:pt x="965" y="811"/>
                  <a:pt x="1072" y="302"/>
                  <a:pt x="742" y="79"/>
                </a:cubicBezTo>
                <a:cubicBezTo>
                  <a:pt x="662" y="25"/>
                  <a:pt x="576" y="0"/>
                  <a:pt x="49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2" name="Google Shape;1142;p13"/>
          <p:cNvSpPr/>
          <p:nvPr/>
        </p:nvSpPr>
        <p:spPr>
          <a:xfrm rot="1106660">
            <a:off x="7613555" y="762125"/>
            <a:ext cx="80634" cy="75874"/>
          </a:xfrm>
          <a:custGeom>
            <a:avLst/>
            <a:gdLst/>
            <a:ahLst/>
            <a:cxnLst/>
            <a:rect l="l" t="t" r="r" b="b"/>
            <a:pathLst>
              <a:path w="983" h="925" extrusionOk="0">
                <a:moveTo>
                  <a:pt x="509" y="1"/>
                </a:moveTo>
                <a:cubicBezTo>
                  <a:pt x="241" y="1"/>
                  <a:pt x="0" y="245"/>
                  <a:pt x="55" y="551"/>
                </a:cubicBezTo>
                <a:cubicBezTo>
                  <a:pt x="37" y="435"/>
                  <a:pt x="55" y="310"/>
                  <a:pt x="126" y="212"/>
                </a:cubicBezTo>
                <a:cubicBezTo>
                  <a:pt x="216" y="89"/>
                  <a:pt x="348" y="32"/>
                  <a:pt x="478" y="32"/>
                </a:cubicBezTo>
                <a:cubicBezTo>
                  <a:pt x="671" y="32"/>
                  <a:pt x="860" y="158"/>
                  <a:pt x="903" y="381"/>
                </a:cubicBezTo>
                <a:cubicBezTo>
                  <a:pt x="958" y="670"/>
                  <a:pt x="727" y="905"/>
                  <a:pt x="472" y="905"/>
                </a:cubicBezTo>
                <a:cubicBezTo>
                  <a:pt x="395" y="905"/>
                  <a:pt x="316" y="884"/>
                  <a:pt x="242" y="836"/>
                </a:cubicBezTo>
                <a:cubicBezTo>
                  <a:pt x="144" y="765"/>
                  <a:pt x="82" y="667"/>
                  <a:pt x="55" y="551"/>
                </a:cubicBezTo>
                <a:lnTo>
                  <a:pt x="55" y="551"/>
                </a:lnTo>
                <a:cubicBezTo>
                  <a:pt x="103" y="790"/>
                  <a:pt x="306" y="925"/>
                  <a:pt x="511" y="925"/>
                </a:cubicBezTo>
                <a:cubicBezTo>
                  <a:pt x="651" y="925"/>
                  <a:pt x="791" y="863"/>
                  <a:pt x="885" y="729"/>
                </a:cubicBezTo>
                <a:cubicBezTo>
                  <a:pt x="956" y="622"/>
                  <a:pt x="983" y="497"/>
                  <a:pt x="956" y="372"/>
                </a:cubicBezTo>
                <a:cubicBezTo>
                  <a:pt x="938" y="247"/>
                  <a:pt x="858" y="140"/>
                  <a:pt x="760" y="78"/>
                </a:cubicBezTo>
                <a:cubicBezTo>
                  <a:pt x="679" y="25"/>
                  <a:pt x="593" y="1"/>
                  <a:pt x="509" y="1"/>
                </a:cubicBezTo>
                <a:close/>
              </a:path>
            </a:pathLst>
          </a:custGeom>
          <a:solidFill>
            <a:srgbClr val="680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3" name="Google Shape;1143;p13"/>
          <p:cNvSpPr/>
          <p:nvPr/>
        </p:nvSpPr>
        <p:spPr>
          <a:xfrm rot="1106660">
            <a:off x="7642030" y="801244"/>
            <a:ext cx="33796" cy="27725"/>
          </a:xfrm>
          <a:custGeom>
            <a:avLst/>
            <a:gdLst/>
            <a:ahLst/>
            <a:cxnLst/>
            <a:rect l="l" t="t" r="r" b="b"/>
            <a:pathLst>
              <a:path w="412" h="338" extrusionOk="0">
                <a:moveTo>
                  <a:pt x="191" y="0"/>
                </a:moveTo>
                <a:cubicBezTo>
                  <a:pt x="91" y="0"/>
                  <a:pt x="1" y="93"/>
                  <a:pt x="28" y="201"/>
                </a:cubicBezTo>
                <a:cubicBezTo>
                  <a:pt x="43" y="280"/>
                  <a:pt x="108" y="338"/>
                  <a:pt x="191" y="338"/>
                </a:cubicBezTo>
                <a:cubicBezTo>
                  <a:pt x="202" y="338"/>
                  <a:pt x="213" y="337"/>
                  <a:pt x="224" y="335"/>
                </a:cubicBezTo>
                <a:cubicBezTo>
                  <a:pt x="367" y="308"/>
                  <a:pt x="411" y="112"/>
                  <a:pt x="286" y="31"/>
                </a:cubicBezTo>
                <a:cubicBezTo>
                  <a:pt x="256" y="10"/>
                  <a:pt x="223" y="0"/>
                  <a:pt x="191" y="0"/>
                </a:cubicBezTo>
                <a:close/>
              </a:path>
            </a:pathLst>
          </a:custGeom>
          <a:gradFill>
            <a:gsLst>
              <a:gs pos="0">
                <a:srgbClr val="FFFFFF">
                  <a:alpha val="0"/>
                </a:srgbClr>
              </a:gs>
              <a:gs pos="100000">
                <a:srgbClr val="FFFFFF">
                  <a:alpha val="2196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4" name="Google Shape;1144;p13"/>
          <p:cNvSpPr/>
          <p:nvPr/>
        </p:nvSpPr>
        <p:spPr>
          <a:xfrm rot="1106660">
            <a:off x="7753665" y="808291"/>
            <a:ext cx="78419" cy="78416"/>
          </a:xfrm>
          <a:custGeom>
            <a:avLst/>
            <a:gdLst/>
            <a:ahLst/>
            <a:cxnLst/>
            <a:rect l="l" t="t" r="r" b="b"/>
            <a:pathLst>
              <a:path w="956" h="956" extrusionOk="0">
                <a:moveTo>
                  <a:pt x="482" y="1"/>
                </a:moveTo>
                <a:cubicBezTo>
                  <a:pt x="214" y="1"/>
                  <a:pt x="0" y="215"/>
                  <a:pt x="0" y="482"/>
                </a:cubicBezTo>
                <a:cubicBezTo>
                  <a:pt x="0" y="741"/>
                  <a:pt x="214" y="955"/>
                  <a:pt x="482" y="955"/>
                </a:cubicBezTo>
                <a:cubicBezTo>
                  <a:pt x="741" y="955"/>
                  <a:pt x="955" y="741"/>
                  <a:pt x="955" y="482"/>
                </a:cubicBezTo>
                <a:cubicBezTo>
                  <a:pt x="955" y="215"/>
                  <a:pt x="741" y="1"/>
                  <a:pt x="48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5" name="Google Shape;1145;p13"/>
          <p:cNvSpPr/>
          <p:nvPr/>
        </p:nvSpPr>
        <p:spPr>
          <a:xfrm rot="1106660">
            <a:off x="7747437" y="807443"/>
            <a:ext cx="91134" cy="80631"/>
          </a:xfrm>
          <a:custGeom>
            <a:avLst/>
            <a:gdLst/>
            <a:ahLst/>
            <a:cxnLst/>
            <a:rect l="l" t="t" r="r" b="b"/>
            <a:pathLst>
              <a:path w="1111" h="983" extrusionOk="0">
                <a:moveTo>
                  <a:pt x="578" y="1"/>
                </a:moveTo>
                <a:cubicBezTo>
                  <a:pt x="357" y="1"/>
                  <a:pt x="155" y="145"/>
                  <a:pt x="93" y="369"/>
                </a:cubicBezTo>
                <a:cubicBezTo>
                  <a:pt x="129" y="244"/>
                  <a:pt x="209" y="145"/>
                  <a:pt x="316" y="83"/>
                </a:cubicBezTo>
                <a:cubicBezTo>
                  <a:pt x="392" y="40"/>
                  <a:pt x="470" y="20"/>
                  <a:pt x="545" y="20"/>
                </a:cubicBezTo>
                <a:cubicBezTo>
                  <a:pt x="827" y="20"/>
                  <a:pt x="1070" y="291"/>
                  <a:pt x="985" y="601"/>
                </a:cubicBezTo>
                <a:cubicBezTo>
                  <a:pt x="930" y="827"/>
                  <a:pt x="735" y="949"/>
                  <a:pt x="539" y="949"/>
                </a:cubicBezTo>
                <a:cubicBezTo>
                  <a:pt x="388" y="949"/>
                  <a:pt x="236" y="877"/>
                  <a:pt x="146" y="726"/>
                </a:cubicBezTo>
                <a:cubicBezTo>
                  <a:pt x="75" y="618"/>
                  <a:pt x="57" y="485"/>
                  <a:pt x="93" y="369"/>
                </a:cubicBezTo>
                <a:lnTo>
                  <a:pt x="93" y="360"/>
                </a:lnTo>
                <a:lnTo>
                  <a:pt x="93" y="360"/>
                </a:lnTo>
                <a:cubicBezTo>
                  <a:pt x="1" y="694"/>
                  <a:pt x="265" y="983"/>
                  <a:pt x="570" y="983"/>
                </a:cubicBezTo>
                <a:cubicBezTo>
                  <a:pt x="648" y="983"/>
                  <a:pt x="729" y="964"/>
                  <a:pt x="807" y="922"/>
                </a:cubicBezTo>
                <a:cubicBezTo>
                  <a:pt x="914" y="859"/>
                  <a:pt x="1003" y="743"/>
                  <a:pt x="1039" y="618"/>
                </a:cubicBezTo>
                <a:cubicBezTo>
                  <a:pt x="1110" y="351"/>
                  <a:pt x="950" y="74"/>
                  <a:pt x="682" y="12"/>
                </a:cubicBezTo>
                <a:cubicBezTo>
                  <a:pt x="647" y="4"/>
                  <a:pt x="612" y="1"/>
                  <a:pt x="578" y="1"/>
                </a:cubicBezTo>
                <a:close/>
              </a:path>
            </a:pathLst>
          </a:custGeom>
          <a:solidFill>
            <a:srgbClr val="680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6" name="Google Shape;1146;p13"/>
          <p:cNvSpPr/>
          <p:nvPr/>
        </p:nvSpPr>
        <p:spPr>
          <a:xfrm rot="1106660">
            <a:off x="7780259" y="852551"/>
            <a:ext cx="31089" cy="26002"/>
          </a:xfrm>
          <a:custGeom>
            <a:avLst/>
            <a:gdLst/>
            <a:ahLst/>
            <a:cxnLst/>
            <a:rect l="l" t="t" r="r" b="b"/>
            <a:pathLst>
              <a:path w="379" h="317" extrusionOk="0">
                <a:moveTo>
                  <a:pt x="178" y="1"/>
                </a:moveTo>
                <a:cubicBezTo>
                  <a:pt x="112" y="1"/>
                  <a:pt x="48" y="42"/>
                  <a:pt x="28" y="117"/>
                </a:cubicBezTo>
                <a:cubicBezTo>
                  <a:pt x="1" y="198"/>
                  <a:pt x="54" y="287"/>
                  <a:pt x="135" y="314"/>
                </a:cubicBezTo>
                <a:cubicBezTo>
                  <a:pt x="146" y="316"/>
                  <a:pt x="157" y="317"/>
                  <a:pt x="167" y="317"/>
                </a:cubicBezTo>
                <a:cubicBezTo>
                  <a:pt x="286" y="317"/>
                  <a:pt x="379" y="188"/>
                  <a:pt x="313" y="81"/>
                </a:cubicBezTo>
                <a:cubicBezTo>
                  <a:pt x="282" y="26"/>
                  <a:pt x="230" y="1"/>
                  <a:pt x="178" y="1"/>
                </a:cubicBezTo>
                <a:close/>
              </a:path>
            </a:pathLst>
          </a:custGeom>
          <a:gradFill>
            <a:gsLst>
              <a:gs pos="0">
                <a:srgbClr val="FFFFFF">
                  <a:alpha val="0"/>
                </a:srgbClr>
              </a:gs>
              <a:gs pos="100000">
                <a:srgbClr val="FFFFFF">
                  <a:alpha val="2196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7" name="Google Shape;1147;p13"/>
          <p:cNvSpPr/>
          <p:nvPr/>
        </p:nvSpPr>
        <p:spPr>
          <a:xfrm rot="1106660">
            <a:off x="7699123" y="565099"/>
            <a:ext cx="231485" cy="259201"/>
          </a:xfrm>
          <a:custGeom>
            <a:avLst/>
            <a:gdLst/>
            <a:ahLst/>
            <a:cxnLst/>
            <a:rect l="l" t="t" r="r" b="b"/>
            <a:pathLst>
              <a:path w="2822" h="3160" fill="none" extrusionOk="0">
                <a:moveTo>
                  <a:pt x="1" y="3160"/>
                </a:moveTo>
                <a:cubicBezTo>
                  <a:pt x="1" y="3160"/>
                  <a:pt x="1277" y="447"/>
                  <a:pt x="2821" y="0"/>
                </a:cubicBezTo>
              </a:path>
            </a:pathLst>
          </a:custGeom>
          <a:solidFill>
            <a:schemeClr val="dk1"/>
          </a:solidFill>
          <a:ln w="2000" cap="rnd" cmpd="sng">
            <a:solidFill>
              <a:srgbClr val="4D222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8" name="Google Shape;1148;p13"/>
          <p:cNvSpPr/>
          <p:nvPr/>
        </p:nvSpPr>
        <p:spPr>
          <a:xfrm rot="1106660">
            <a:off x="7746716" y="659365"/>
            <a:ext cx="65213" cy="161180"/>
          </a:xfrm>
          <a:custGeom>
            <a:avLst/>
            <a:gdLst/>
            <a:ahLst/>
            <a:cxnLst/>
            <a:rect l="l" t="t" r="r" b="b"/>
            <a:pathLst>
              <a:path w="795" h="1965" fill="none" extrusionOk="0">
                <a:moveTo>
                  <a:pt x="795" y="1964"/>
                </a:moveTo>
                <a:cubicBezTo>
                  <a:pt x="795" y="1964"/>
                  <a:pt x="0" y="1232"/>
                  <a:pt x="420" y="1"/>
                </a:cubicBezTo>
              </a:path>
            </a:pathLst>
          </a:custGeom>
          <a:solidFill>
            <a:schemeClr val="dk1"/>
          </a:solidFill>
          <a:ln w="2000" cap="rnd" cmpd="sng">
            <a:solidFill>
              <a:srgbClr val="4D222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9" name="Google Shape;1149;p13"/>
          <p:cNvSpPr/>
          <p:nvPr/>
        </p:nvSpPr>
        <p:spPr>
          <a:xfrm rot="1106660">
            <a:off x="8158677" y="744631"/>
            <a:ext cx="375609" cy="268552"/>
          </a:xfrm>
          <a:custGeom>
            <a:avLst/>
            <a:gdLst/>
            <a:ahLst/>
            <a:cxnLst/>
            <a:rect l="l" t="t" r="r" b="b"/>
            <a:pathLst>
              <a:path w="4579" h="3274" extrusionOk="0">
                <a:moveTo>
                  <a:pt x="1886" y="1"/>
                </a:moveTo>
                <a:cubicBezTo>
                  <a:pt x="980" y="1"/>
                  <a:pt x="482" y="1004"/>
                  <a:pt x="482" y="1004"/>
                </a:cubicBezTo>
                <a:cubicBezTo>
                  <a:pt x="304" y="1387"/>
                  <a:pt x="0" y="2218"/>
                  <a:pt x="1036" y="2958"/>
                </a:cubicBezTo>
                <a:cubicBezTo>
                  <a:pt x="1363" y="3193"/>
                  <a:pt x="1833" y="3274"/>
                  <a:pt x="2325" y="3274"/>
                </a:cubicBezTo>
                <a:cubicBezTo>
                  <a:pt x="3401" y="3274"/>
                  <a:pt x="4579" y="2887"/>
                  <a:pt x="4579" y="2887"/>
                </a:cubicBezTo>
                <a:cubicBezTo>
                  <a:pt x="4338" y="1923"/>
                  <a:pt x="3089" y="156"/>
                  <a:pt x="2062" y="13"/>
                </a:cubicBezTo>
                <a:cubicBezTo>
                  <a:pt x="2002" y="5"/>
                  <a:pt x="1943" y="1"/>
                  <a:pt x="188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0" name="Google Shape;1150;p13"/>
          <p:cNvSpPr/>
          <p:nvPr/>
        </p:nvSpPr>
        <p:spPr>
          <a:xfrm rot="1106660">
            <a:off x="8129949" y="771183"/>
            <a:ext cx="380203" cy="191940"/>
          </a:xfrm>
          <a:custGeom>
            <a:avLst/>
            <a:gdLst/>
            <a:ahLst/>
            <a:cxnLst/>
            <a:rect l="l" t="t" r="r" b="b"/>
            <a:pathLst>
              <a:path w="4635" h="2340" extrusionOk="0">
                <a:moveTo>
                  <a:pt x="104" y="1"/>
                </a:moveTo>
                <a:cubicBezTo>
                  <a:pt x="50" y="1"/>
                  <a:pt x="0" y="66"/>
                  <a:pt x="49" y="116"/>
                </a:cubicBezTo>
                <a:cubicBezTo>
                  <a:pt x="192" y="240"/>
                  <a:pt x="344" y="348"/>
                  <a:pt x="513" y="437"/>
                </a:cubicBezTo>
                <a:cubicBezTo>
                  <a:pt x="719" y="562"/>
                  <a:pt x="942" y="660"/>
                  <a:pt x="1156" y="767"/>
                </a:cubicBezTo>
                <a:cubicBezTo>
                  <a:pt x="1272" y="821"/>
                  <a:pt x="1388" y="874"/>
                  <a:pt x="1504" y="919"/>
                </a:cubicBezTo>
                <a:cubicBezTo>
                  <a:pt x="1611" y="1204"/>
                  <a:pt x="1718" y="1490"/>
                  <a:pt x="1825" y="1767"/>
                </a:cubicBezTo>
                <a:lnTo>
                  <a:pt x="1870" y="1901"/>
                </a:lnTo>
                <a:cubicBezTo>
                  <a:pt x="1871" y="1901"/>
                  <a:pt x="1871" y="1902"/>
                  <a:pt x="1872" y="1902"/>
                </a:cubicBezTo>
                <a:cubicBezTo>
                  <a:pt x="1887" y="1902"/>
                  <a:pt x="1715" y="1277"/>
                  <a:pt x="1611" y="990"/>
                </a:cubicBezTo>
                <a:lnTo>
                  <a:pt x="1593" y="954"/>
                </a:lnTo>
                <a:lnTo>
                  <a:pt x="1593" y="954"/>
                </a:lnTo>
                <a:cubicBezTo>
                  <a:pt x="1834" y="1044"/>
                  <a:pt x="2066" y="1133"/>
                  <a:pt x="2298" y="1240"/>
                </a:cubicBezTo>
                <a:cubicBezTo>
                  <a:pt x="2486" y="1311"/>
                  <a:pt x="2664" y="1392"/>
                  <a:pt x="2843" y="1481"/>
                </a:cubicBezTo>
                <a:cubicBezTo>
                  <a:pt x="2950" y="1686"/>
                  <a:pt x="3066" y="1892"/>
                  <a:pt x="3191" y="2097"/>
                </a:cubicBezTo>
                <a:lnTo>
                  <a:pt x="3244" y="2204"/>
                </a:lnTo>
                <a:cubicBezTo>
                  <a:pt x="3155" y="1972"/>
                  <a:pt x="3057" y="1740"/>
                  <a:pt x="2941" y="1526"/>
                </a:cubicBezTo>
                <a:lnTo>
                  <a:pt x="2941" y="1526"/>
                </a:lnTo>
                <a:cubicBezTo>
                  <a:pt x="3343" y="1713"/>
                  <a:pt x="3744" y="1909"/>
                  <a:pt x="4146" y="2097"/>
                </a:cubicBezTo>
                <a:lnTo>
                  <a:pt x="4619" y="2338"/>
                </a:lnTo>
                <a:cubicBezTo>
                  <a:pt x="4621" y="2339"/>
                  <a:pt x="4623" y="2340"/>
                  <a:pt x="4623" y="2340"/>
                </a:cubicBezTo>
                <a:cubicBezTo>
                  <a:pt x="4635" y="2340"/>
                  <a:pt x="3913" y="1899"/>
                  <a:pt x="3414" y="1624"/>
                </a:cubicBezTo>
                <a:lnTo>
                  <a:pt x="3762" y="1454"/>
                </a:lnTo>
                <a:lnTo>
                  <a:pt x="3825" y="1428"/>
                </a:lnTo>
                <a:lnTo>
                  <a:pt x="3825" y="1428"/>
                </a:lnTo>
                <a:cubicBezTo>
                  <a:pt x="3664" y="1463"/>
                  <a:pt x="3503" y="1517"/>
                  <a:pt x="3351" y="1579"/>
                </a:cubicBezTo>
                <a:lnTo>
                  <a:pt x="3343" y="1588"/>
                </a:lnTo>
                <a:cubicBezTo>
                  <a:pt x="3039" y="1428"/>
                  <a:pt x="2798" y="1311"/>
                  <a:pt x="2477" y="1169"/>
                </a:cubicBezTo>
                <a:cubicBezTo>
                  <a:pt x="2352" y="1115"/>
                  <a:pt x="2218" y="1062"/>
                  <a:pt x="2093" y="1008"/>
                </a:cubicBezTo>
                <a:lnTo>
                  <a:pt x="2825" y="597"/>
                </a:lnTo>
                <a:lnTo>
                  <a:pt x="2941" y="526"/>
                </a:lnTo>
                <a:cubicBezTo>
                  <a:pt x="2942" y="526"/>
                  <a:pt x="2943" y="525"/>
                  <a:pt x="2942" y="525"/>
                </a:cubicBezTo>
                <a:lnTo>
                  <a:pt x="2942" y="525"/>
                </a:lnTo>
                <a:cubicBezTo>
                  <a:pt x="2938" y="525"/>
                  <a:pt x="2352" y="781"/>
                  <a:pt x="2093" y="928"/>
                </a:cubicBezTo>
                <a:lnTo>
                  <a:pt x="2013" y="981"/>
                </a:lnTo>
                <a:cubicBezTo>
                  <a:pt x="1816" y="901"/>
                  <a:pt x="1629" y="830"/>
                  <a:pt x="1442" y="749"/>
                </a:cubicBezTo>
                <a:lnTo>
                  <a:pt x="1326" y="696"/>
                </a:lnTo>
                <a:lnTo>
                  <a:pt x="1986" y="205"/>
                </a:lnTo>
                <a:lnTo>
                  <a:pt x="2084" y="124"/>
                </a:lnTo>
                <a:cubicBezTo>
                  <a:pt x="2086" y="123"/>
                  <a:pt x="2086" y="123"/>
                  <a:pt x="2086" y="123"/>
                </a:cubicBezTo>
                <a:lnTo>
                  <a:pt x="2086" y="123"/>
                </a:lnTo>
                <a:cubicBezTo>
                  <a:pt x="2078" y="123"/>
                  <a:pt x="1557" y="435"/>
                  <a:pt x="1326" y="615"/>
                </a:cubicBezTo>
                <a:lnTo>
                  <a:pt x="1254" y="669"/>
                </a:lnTo>
                <a:cubicBezTo>
                  <a:pt x="1058" y="580"/>
                  <a:pt x="870" y="490"/>
                  <a:pt x="683" y="383"/>
                </a:cubicBezTo>
                <a:cubicBezTo>
                  <a:pt x="487" y="285"/>
                  <a:pt x="308" y="160"/>
                  <a:pt x="147" y="17"/>
                </a:cubicBezTo>
                <a:cubicBezTo>
                  <a:pt x="134" y="6"/>
                  <a:pt x="119" y="1"/>
                  <a:pt x="10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1" name="Google Shape;1151;p13"/>
          <p:cNvSpPr/>
          <p:nvPr/>
        </p:nvSpPr>
        <p:spPr>
          <a:xfrm rot="1106660">
            <a:off x="8203287" y="824302"/>
            <a:ext cx="306787" cy="224094"/>
          </a:xfrm>
          <a:custGeom>
            <a:avLst/>
            <a:gdLst/>
            <a:ahLst/>
            <a:cxnLst/>
            <a:rect l="l" t="t" r="r" b="b"/>
            <a:pathLst>
              <a:path w="3740" h="2732" extrusionOk="0">
                <a:moveTo>
                  <a:pt x="0" y="1821"/>
                </a:moveTo>
                <a:cubicBezTo>
                  <a:pt x="89" y="1911"/>
                  <a:pt x="179" y="1991"/>
                  <a:pt x="286" y="2062"/>
                </a:cubicBezTo>
                <a:cubicBezTo>
                  <a:pt x="1205" y="2732"/>
                  <a:pt x="3293" y="2152"/>
                  <a:pt x="3740" y="2018"/>
                </a:cubicBezTo>
                <a:cubicBezTo>
                  <a:pt x="3276" y="134"/>
                  <a:pt x="652" y="1"/>
                  <a:pt x="0" y="1821"/>
                </a:cubicBezTo>
                <a:close/>
              </a:path>
            </a:pathLst>
          </a:custGeom>
          <a:gradFill>
            <a:gsLst>
              <a:gs pos="0">
                <a:srgbClr val="FFFFFF">
                  <a:alpha val="0"/>
                </a:srgbClr>
              </a:gs>
              <a:gs pos="100000">
                <a:srgbClr val="FFFFFF">
                  <a:alpha val="2196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2" name="Google Shape;1152;p13"/>
          <p:cNvSpPr/>
          <p:nvPr/>
        </p:nvSpPr>
        <p:spPr>
          <a:xfrm rot="1106660">
            <a:off x="8181368" y="747974"/>
            <a:ext cx="355102" cy="270766"/>
          </a:xfrm>
          <a:custGeom>
            <a:avLst/>
            <a:gdLst/>
            <a:ahLst/>
            <a:cxnLst/>
            <a:rect l="l" t="t" r="r" b="b"/>
            <a:pathLst>
              <a:path w="4329" h="3301" extrusionOk="0">
                <a:moveTo>
                  <a:pt x="1597" y="1"/>
                </a:moveTo>
                <a:cubicBezTo>
                  <a:pt x="1492" y="1"/>
                  <a:pt x="1388" y="14"/>
                  <a:pt x="1285" y="41"/>
                </a:cubicBezTo>
                <a:cubicBezTo>
                  <a:pt x="1044" y="112"/>
                  <a:pt x="821" y="246"/>
                  <a:pt x="643" y="416"/>
                </a:cubicBezTo>
                <a:cubicBezTo>
                  <a:pt x="464" y="585"/>
                  <a:pt x="312" y="791"/>
                  <a:pt x="196" y="1014"/>
                </a:cubicBezTo>
                <a:cubicBezTo>
                  <a:pt x="312" y="791"/>
                  <a:pt x="464" y="594"/>
                  <a:pt x="652" y="425"/>
                </a:cubicBezTo>
                <a:cubicBezTo>
                  <a:pt x="821" y="246"/>
                  <a:pt x="1044" y="121"/>
                  <a:pt x="1285" y="59"/>
                </a:cubicBezTo>
                <a:cubicBezTo>
                  <a:pt x="1388" y="32"/>
                  <a:pt x="1492" y="18"/>
                  <a:pt x="1596" y="18"/>
                </a:cubicBezTo>
                <a:cubicBezTo>
                  <a:pt x="1736" y="18"/>
                  <a:pt x="1875" y="43"/>
                  <a:pt x="2008" y="94"/>
                </a:cubicBezTo>
                <a:cubicBezTo>
                  <a:pt x="2240" y="184"/>
                  <a:pt x="2454" y="309"/>
                  <a:pt x="2642" y="469"/>
                </a:cubicBezTo>
                <a:cubicBezTo>
                  <a:pt x="3017" y="791"/>
                  <a:pt x="3347" y="1165"/>
                  <a:pt x="3624" y="1576"/>
                </a:cubicBezTo>
                <a:cubicBezTo>
                  <a:pt x="3766" y="1781"/>
                  <a:pt x="3891" y="1995"/>
                  <a:pt x="3998" y="2219"/>
                </a:cubicBezTo>
                <a:cubicBezTo>
                  <a:pt x="4110" y="2425"/>
                  <a:pt x="4197" y="2647"/>
                  <a:pt x="4259" y="2878"/>
                </a:cubicBezTo>
                <a:lnTo>
                  <a:pt x="4259" y="2878"/>
                </a:lnTo>
                <a:cubicBezTo>
                  <a:pt x="3803" y="3026"/>
                  <a:pt x="3329" y="3130"/>
                  <a:pt x="2856" y="3200"/>
                </a:cubicBezTo>
                <a:cubicBezTo>
                  <a:pt x="2615" y="3236"/>
                  <a:pt x="2365" y="3263"/>
                  <a:pt x="2124" y="3263"/>
                </a:cubicBezTo>
                <a:cubicBezTo>
                  <a:pt x="2083" y="3264"/>
                  <a:pt x="2041" y="3265"/>
                  <a:pt x="1999" y="3265"/>
                </a:cubicBezTo>
                <a:cubicBezTo>
                  <a:pt x="1798" y="3265"/>
                  <a:pt x="1592" y="3248"/>
                  <a:pt x="1392" y="3218"/>
                </a:cubicBezTo>
                <a:cubicBezTo>
                  <a:pt x="910" y="3120"/>
                  <a:pt x="482" y="2834"/>
                  <a:pt x="214" y="2415"/>
                </a:cubicBezTo>
                <a:cubicBezTo>
                  <a:pt x="80" y="2210"/>
                  <a:pt x="9" y="1960"/>
                  <a:pt x="18" y="1719"/>
                </a:cubicBezTo>
                <a:cubicBezTo>
                  <a:pt x="18" y="1471"/>
                  <a:pt x="79" y="1233"/>
                  <a:pt x="193" y="1020"/>
                </a:cubicBezTo>
                <a:lnTo>
                  <a:pt x="193" y="1020"/>
                </a:lnTo>
                <a:cubicBezTo>
                  <a:pt x="79" y="1233"/>
                  <a:pt x="18" y="1471"/>
                  <a:pt x="9" y="1719"/>
                </a:cubicBezTo>
                <a:cubicBezTo>
                  <a:pt x="0" y="1969"/>
                  <a:pt x="71" y="2210"/>
                  <a:pt x="205" y="2424"/>
                </a:cubicBezTo>
                <a:cubicBezTo>
                  <a:pt x="473" y="2843"/>
                  <a:pt x="901" y="3138"/>
                  <a:pt x="1392" y="3236"/>
                </a:cubicBezTo>
                <a:cubicBezTo>
                  <a:pt x="1594" y="3281"/>
                  <a:pt x="1796" y="3301"/>
                  <a:pt x="2003" y="3301"/>
                </a:cubicBezTo>
                <a:cubicBezTo>
                  <a:pt x="2043" y="3301"/>
                  <a:pt x="2084" y="3300"/>
                  <a:pt x="2124" y="3299"/>
                </a:cubicBezTo>
                <a:cubicBezTo>
                  <a:pt x="2374" y="3290"/>
                  <a:pt x="2615" y="3272"/>
                  <a:pt x="2865" y="3236"/>
                </a:cubicBezTo>
                <a:cubicBezTo>
                  <a:pt x="3347" y="3174"/>
                  <a:pt x="3829" y="3066"/>
                  <a:pt x="4302" y="2924"/>
                </a:cubicBezTo>
                <a:lnTo>
                  <a:pt x="4329" y="2915"/>
                </a:lnTo>
                <a:lnTo>
                  <a:pt x="4320" y="2888"/>
                </a:lnTo>
                <a:cubicBezTo>
                  <a:pt x="4248" y="2647"/>
                  <a:pt x="4159" y="2415"/>
                  <a:pt x="4043" y="2192"/>
                </a:cubicBezTo>
                <a:cubicBezTo>
                  <a:pt x="3927" y="1978"/>
                  <a:pt x="3802" y="1763"/>
                  <a:pt x="3659" y="1558"/>
                </a:cubicBezTo>
                <a:cubicBezTo>
                  <a:pt x="3374" y="1139"/>
                  <a:pt x="3043" y="773"/>
                  <a:pt x="2660" y="451"/>
                </a:cubicBezTo>
                <a:cubicBezTo>
                  <a:pt x="2472" y="291"/>
                  <a:pt x="2249" y="157"/>
                  <a:pt x="2017" y="77"/>
                </a:cubicBezTo>
                <a:cubicBezTo>
                  <a:pt x="1879" y="25"/>
                  <a:pt x="1738" y="1"/>
                  <a:pt x="159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3" name="Google Shape;1153;p13"/>
          <p:cNvSpPr/>
          <p:nvPr/>
        </p:nvSpPr>
        <p:spPr>
          <a:xfrm rot="1106660">
            <a:off x="7994340" y="951220"/>
            <a:ext cx="138546" cy="227867"/>
          </a:xfrm>
          <a:custGeom>
            <a:avLst/>
            <a:gdLst/>
            <a:ahLst/>
            <a:cxnLst/>
            <a:rect l="l" t="t" r="r" b="b"/>
            <a:pathLst>
              <a:path w="1689" h="2778" extrusionOk="0">
                <a:moveTo>
                  <a:pt x="1108" y="1"/>
                </a:moveTo>
                <a:cubicBezTo>
                  <a:pt x="747" y="433"/>
                  <a:pt x="1" y="2777"/>
                  <a:pt x="813" y="2777"/>
                </a:cubicBezTo>
                <a:cubicBezTo>
                  <a:pt x="822" y="2777"/>
                  <a:pt x="831" y="2777"/>
                  <a:pt x="841" y="2776"/>
                </a:cubicBezTo>
                <a:cubicBezTo>
                  <a:pt x="1689" y="2723"/>
                  <a:pt x="1109" y="1"/>
                  <a:pt x="1108" y="1"/>
                </a:cubicBezTo>
                <a:close/>
              </a:path>
            </a:pathLst>
          </a:custGeom>
          <a:solidFill>
            <a:srgbClr val="EE7B2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4" name="Google Shape;1154;p13"/>
          <p:cNvSpPr/>
          <p:nvPr/>
        </p:nvSpPr>
        <p:spPr>
          <a:xfrm rot="1106660">
            <a:off x="8096344" y="995056"/>
            <a:ext cx="243871" cy="101466"/>
          </a:xfrm>
          <a:custGeom>
            <a:avLst/>
            <a:gdLst/>
            <a:ahLst/>
            <a:cxnLst/>
            <a:rect l="l" t="t" r="r" b="b"/>
            <a:pathLst>
              <a:path w="2973" h="1237" extrusionOk="0">
                <a:moveTo>
                  <a:pt x="277" y="0"/>
                </a:moveTo>
                <a:cubicBezTo>
                  <a:pt x="162" y="0"/>
                  <a:pt x="68" y="8"/>
                  <a:pt x="1" y="24"/>
                </a:cubicBezTo>
                <a:cubicBezTo>
                  <a:pt x="1" y="24"/>
                  <a:pt x="1471" y="1237"/>
                  <a:pt x="2224" y="1237"/>
                </a:cubicBezTo>
                <a:cubicBezTo>
                  <a:pt x="2380" y="1237"/>
                  <a:pt x="2505" y="1185"/>
                  <a:pt x="2580" y="1059"/>
                </a:cubicBezTo>
                <a:cubicBezTo>
                  <a:pt x="2972" y="416"/>
                  <a:pt x="1108" y="0"/>
                  <a:pt x="27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5" name="Google Shape;1155;p13"/>
          <p:cNvSpPr/>
          <p:nvPr/>
        </p:nvSpPr>
        <p:spPr>
          <a:xfrm rot="1106660">
            <a:off x="8089754" y="1053031"/>
            <a:ext cx="157413" cy="215317"/>
          </a:xfrm>
          <a:custGeom>
            <a:avLst/>
            <a:gdLst/>
            <a:ahLst/>
            <a:cxnLst/>
            <a:rect l="l" t="t" r="r" b="b"/>
            <a:pathLst>
              <a:path w="1919" h="2625" extrusionOk="0">
                <a:moveTo>
                  <a:pt x="107" y="0"/>
                </a:moveTo>
                <a:lnTo>
                  <a:pt x="107" y="0"/>
                </a:lnTo>
                <a:cubicBezTo>
                  <a:pt x="0" y="508"/>
                  <a:pt x="397" y="2624"/>
                  <a:pt x="1022" y="2624"/>
                </a:cubicBezTo>
                <a:cubicBezTo>
                  <a:pt x="1078" y="2624"/>
                  <a:pt x="1136" y="2607"/>
                  <a:pt x="1195" y="2571"/>
                </a:cubicBezTo>
                <a:cubicBezTo>
                  <a:pt x="1918" y="2116"/>
                  <a:pt x="107" y="0"/>
                  <a:pt x="107" y="0"/>
                </a:cubicBezTo>
                <a:close/>
              </a:path>
            </a:pathLst>
          </a:custGeom>
          <a:solidFill>
            <a:srgbClr val="EE7B2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6" name="Google Shape;1156;p13"/>
          <p:cNvSpPr/>
          <p:nvPr/>
        </p:nvSpPr>
        <p:spPr>
          <a:xfrm rot="1106660">
            <a:off x="7967943" y="837488"/>
            <a:ext cx="138793" cy="227867"/>
          </a:xfrm>
          <a:custGeom>
            <a:avLst/>
            <a:gdLst/>
            <a:ahLst/>
            <a:cxnLst/>
            <a:rect l="l" t="t" r="r" b="b"/>
            <a:pathLst>
              <a:path w="1692" h="2778" extrusionOk="0">
                <a:moveTo>
                  <a:pt x="1112" y="1"/>
                </a:moveTo>
                <a:cubicBezTo>
                  <a:pt x="740" y="425"/>
                  <a:pt x="1" y="2777"/>
                  <a:pt x="812" y="2777"/>
                </a:cubicBezTo>
                <a:cubicBezTo>
                  <a:pt x="819" y="2777"/>
                  <a:pt x="827" y="2777"/>
                  <a:pt x="835" y="2777"/>
                </a:cubicBezTo>
                <a:cubicBezTo>
                  <a:pt x="1692" y="2723"/>
                  <a:pt x="1112" y="1"/>
                  <a:pt x="1112" y="1"/>
                </a:cubicBezTo>
                <a:close/>
              </a:path>
            </a:pathLst>
          </a:custGeom>
          <a:solidFill>
            <a:srgbClr val="EE7B2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7" name="Google Shape;1157;p13"/>
          <p:cNvSpPr/>
          <p:nvPr/>
        </p:nvSpPr>
        <p:spPr>
          <a:xfrm rot="1106660">
            <a:off x="8069636" y="880715"/>
            <a:ext cx="244117" cy="101958"/>
          </a:xfrm>
          <a:custGeom>
            <a:avLst/>
            <a:gdLst/>
            <a:ahLst/>
            <a:cxnLst/>
            <a:rect l="l" t="t" r="r" b="b"/>
            <a:pathLst>
              <a:path w="2976" h="1243" extrusionOk="0">
                <a:moveTo>
                  <a:pt x="258" y="0"/>
                </a:moveTo>
                <a:cubicBezTo>
                  <a:pt x="152" y="0"/>
                  <a:pt x="63" y="7"/>
                  <a:pt x="0" y="21"/>
                </a:cubicBezTo>
                <a:cubicBezTo>
                  <a:pt x="0" y="21"/>
                  <a:pt x="1479" y="1242"/>
                  <a:pt x="2233" y="1242"/>
                </a:cubicBezTo>
                <a:cubicBezTo>
                  <a:pt x="2389" y="1242"/>
                  <a:pt x="2514" y="1191"/>
                  <a:pt x="2588" y="1066"/>
                </a:cubicBezTo>
                <a:cubicBezTo>
                  <a:pt x="2976" y="417"/>
                  <a:pt x="1080" y="0"/>
                  <a:pt x="25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8" name="Google Shape;1158;p13"/>
          <p:cNvSpPr/>
          <p:nvPr/>
        </p:nvSpPr>
        <p:spPr>
          <a:xfrm rot="1106660">
            <a:off x="7948368" y="725046"/>
            <a:ext cx="136988" cy="229671"/>
          </a:xfrm>
          <a:custGeom>
            <a:avLst/>
            <a:gdLst/>
            <a:ahLst/>
            <a:cxnLst/>
            <a:rect l="l" t="t" r="r" b="b"/>
            <a:pathLst>
              <a:path w="1670" h="2800" extrusionOk="0">
                <a:moveTo>
                  <a:pt x="777" y="0"/>
                </a:moveTo>
                <a:cubicBezTo>
                  <a:pt x="465" y="469"/>
                  <a:pt x="1" y="2800"/>
                  <a:pt x="753" y="2800"/>
                </a:cubicBezTo>
                <a:cubicBezTo>
                  <a:pt x="775" y="2800"/>
                  <a:pt x="798" y="2798"/>
                  <a:pt x="822" y="2794"/>
                </a:cubicBezTo>
                <a:cubicBezTo>
                  <a:pt x="1670" y="2642"/>
                  <a:pt x="777" y="0"/>
                  <a:pt x="777" y="0"/>
                </a:cubicBezTo>
                <a:close/>
              </a:path>
            </a:pathLst>
          </a:custGeom>
          <a:solidFill>
            <a:srgbClr val="EE7B2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9" name="Google Shape;1159;p13"/>
          <p:cNvSpPr/>
          <p:nvPr/>
        </p:nvSpPr>
        <p:spPr>
          <a:xfrm rot="1106660">
            <a:off x="8028104" y="756651"/>
            <a:ext cx="242395" cy="84978"/>
          </a:xfrm>
          <a:custGeom>
            <a:avLst/>
            <a:gdLst/>
            <a:ahLst/>
            <a:cxnLst/>
            <a:rect l="l" t="t" r="r" b="b"/>
            <a:pathLst>
              <a:path w="2955" h="1036" extrusionOk="0">
                <a:moveTo>
                  <a:pt x="696" y="1"/>
                </a:moveTo>
                <a:cubicBezTo>
                  <a:pt x="391" y="1"/>
                  <a:pt x="134" y="27"/>
                  <a:pt x="0" y="73"/>
                </a:cubicBezTo>
                <a:cubicBezTo>
                  <a:pt x="0" y="73"/>
                  <a:pt x="1483" y="1035"/>
                  <a:pt x="2263" y="1035"/>
                </a:cubicBezTo>
                <a:cubicBezTo>
                  <a:pt x="2462" y="1035"/>
                  <a:pt x="2616" y="972"/>
                  <a:pt x="2687" y="814"/>
                </a:cubicBezTo>
                <a:cubicBezTo>
                  <a:pt x="2955" y="232"/>
                  <a:pt x="1611" y="1"/>
                  <a:pt x="69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0" name="Google Shape;1160;p13"/>
          <p:cNvSpPr/>
          <p:nvPr/>
        </p:nvSpPr>
        <p:spPr>
          <a:xfrm rot="1106660">
            <a:off x="7920397" y="620107"/>
            <a:ext cx="133297" cy="227621"/>
          </a:xfrm>
          <a:custGeom>
            <a:avLst/>
            <a:gdLst/>
            <a:ahLst/>
            <a:cxnLst/>
            <a:rect l="l" t="t" r="r" b="b"/>
            <a:pathLst>
              <a:path w="1625" h="2775" extrusionOk="0">
                <a:moveTo>
                  <a:pt x="446" y="0"/>
                </a:moveTo>
                <a:cubicBezTo>
                  <a:pt x="199" y="477"/>
                  <a:pt x="1" y="2775"/>
                  <a:pt x="697" y="2775"/>
                </a:cubicBezTo>
                <a:cubicBezTo>
                  <a:pt x="730" y="2775"/>
                  <a:pt x="765" y="2769"/>
                  <a:pt x="803" y="2758"/>
                </a:cubicBezTo>
                <a:cubicBezTo>
                  <a:pt x="1624" y="2526"/>
                  <a:pt x="446" y="1"/>
                  <a:pt x="446" y="0"/>
                </a:cubicBezTo>
                <a:close/>
              </a:path>
            </a:pathLst>
          </a:custGeom>
          <a:solidFill>
            <a:srgbClr val="EE7B2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1" name="Google Shape;1161;p13"/>
          <p:cNvSpPr/>
          <p:nvPr/>
        </p:nvSpPr>
        <p:spPr>
          <a:xfrm rot="1106660">
            <a:off x="7978660" y="634617"/>
            <a:ext cx="238621" cy="74233"/>
          </a:xfrm>
          <a:custGeom>
            <a:avLst/>
            <a:gdLst/>
            <a:ahLst/>
            <a:cxnLst/>
            <a:rect l="l" t="t" r="r" b="b"/>
            <a:pathLst>
              <a:path w="2909" h="905" extrusionOk="0">
                <a:moveTo>
                  <a:pt x="1338" y="1"/>
                </a:moveTo>
                <a:cubicBezTo>
                  <a:pt x="777" y="1"/>
                  <a:pt x="216" y="81"/>
                  <a:pt x="0" y="186"/>
                </a:cubicBezTo>
                <a:cubicBezTo>
                  <a:pt x="0" y="186"/>
                  <a:pt x="1424" y="905"/>
                  <a:pt x="2234" y="905"/>
                </a:cubicBezTo>
                <a:cubicBezTo>
                  <a:pt x="2495" y="905"/>
                  <a:pt x="2693" y="830"/>
                  <a:pt x="2758" y="632"/>
                </a:cubicBezTo>
                <a:cubicBezTo>
                  <a:pt x="2909" y="159"/>
                  <a:pt x="2123" y="1"/>
                  <a:pt x="133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2" name="Google Shape;1162;p13"/>
          <p:cNvSpPr/>
          <p:nvPr/>
        </p:nvSpPr>
        <p:spPr>
          <a:xfrm rot="1106660">
            <a:off x="7957080" y="814281"/>
            <a:ext cx="81290" cy="142888"/>
          </a:xfrm>
          <a:custGeom>
            <a:avLst/>
            <a:gdLst/>
            <a:ahLst/>
            <a:cxnLst/>
            <a:rect l="l" t="t" r="r" b="b"/>
            <a:pathLst>
              <a:path w="991" h="1742" extrusionOk="0">
                <a:moveTo>
                  <a:pt x="527" y="1652"/>
                </a:moveTo>
                <a:cubicBezTo>
                  <a:pt x="991" y="1572"/>
                  <a:pt x="928" y="742"/>
                  <a:pt x="785" y="1"/>
                </a:cubicBezTo>
                <a:cubicBezTo>
                  <a:pt x="544" y="54"/>
                  <a:pt x="312" y="135"/>
                  <a:pt x="98" y="242"/>
                </a:cubicBezTo>
                <a:cubicBezTo>
                  <a:pt x="0" y="991"/>
                  <a:pt x="54" y="1741"/>
                  <a:pt x="527" y="1652"/>
                </a:cubicBezTo>
                <a:close/>
              </a:path>
            </a:pathLst>
          </a:custGeom>
          <a:gradFill>
            <a:gsLst>
              <a:gs pos="0">
                <a:srgbClr val="FFFFFF">
                  <a:alpha val="0"/>
                </a:srgbClr>
              </a:gs>
              <a:gs pos="100000">
                <a:srgbClr val="FFFFFF">
                  <a:alpha val="2196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3" name="Google Shape;1163;p13"/>
          <p:cNvSpPr/>
          <p:nvPr/>
        </p:nvSpPr>
        <p:spPr>
          <a:xfrm rot="1106660">
            <a:off x="7944886" y="852957"/>
            <a:ext cx="333201" cy="396840"/>
          </a:xfrm>
          <a:custGeom>
            <a:avLst/>
            <a:gdLst/>
            <a:ahLst/>
            <a:cxnLst/>
            <a:rect l="l" t="t" r="r" b="b"/>
            <a:pathLst>
              <a:path w="4062" h="4838" extrusionOk="0">
                <a:moveTo>
                  <a:pt x="4061" y="2562"/>
                </a:moveTo>
                <a:cubicBezTo>
                  <a:pt x="4035" y="2258"/>
                  <a:pt x="3954" y="1964"/>
                  <a:pt x="3820" y="1687"/>
                </a:cubicBezTo>
                <a:cubicBezTo>
                  <a:pt x="3214" y="1419"/>
                  <a:pt x="2267" y="1286"/>
                  <a:pt x="1857" y="1330"/>
                </a:cubicBezTo>
                <a:lnTo>
                  <a:pt x="1830" y="1330"/>
                </a:lnTo>
                <a:cubicBezTo>
                  <a:pt x="1616" y="964"/>
                  <a:pt x="1393" y="607"/>
                  <a:pt x="1161" y="268"/>
                </a:cubicBezTo>
                <a:lnTo>
                  <a:pt x="1188" y="268"/>
                </a:lnTo>
                <a:cubicBezTo>
                  <a:pt x="1687" y="661"/>
                  <a:pt x="3124" y="1705"/>
                  <a:pt x="3553" y="1232"/>
                </a:cubicBezTo>
                <a:cubicBezTo>
                  <a:pt x="3214" y="768"/>
                  <a:pt x="2749" y="420"/>
                  <a:pt x="2214" y="215"/>
                </a:cubicBezTo>
                <a:cubicBezTo>
                  <a:pt x="1750" y="125"/>
                  <a:pt x="1286" y="90"/>
                  <a:pt x="1063" y="125"/>
                </a:cubicBezTo>
                <a:cubicBezTo>
                  <a:pt x="1027" y="81"/>
                  <a:pt x="1000" y="45"/>
                  <a:pt x="973" y="0"/>
                </a:cubicBezTo>
                <a:lnTo>
                  <a:pt x="857" y="0"/>
                </a:lnTo>
                <a:cubicBezTo>
                  <a:pt x="902" y="54"/>
                  <a:pt x="947" y="116"/>
                  <a:pt x="982" y="170"/>
                </a:cubicBezTo>
                <a:cubicBezTo>
                  <a:pt x="973" y="179"/>
                  <a:pt x="964" y="188"/>
                  <a:pt x="964" y="206"/>
                </a:cubicBezTo>
                <a:lnTo>
                  <a:pt x="964" y="295"/>
                </a:lnTo>
                <a:cubicBezTo>
                  <a:pt x="581" y="946"/>
                  <a:pt x="1" y="2981"/>
                  <a:pt x="786" y="2928"/>
                </a:cubicBezTo>
                <a:cubicBezTo>
                  <a:pt x="1518" y="2892"/>
                  <a:pt x="1196" y="893"/>
                  <a:pt x="1089" y="313"/>
                </a:cubicBezTo>
                <a:cubicBezTo>
                  <a:pt x="1330" y="661"/>
                  <a:pt x="1553" y="1018"/>
                  <a:pt x="1759" y="1375"/>
                </a:cubicBezTo>
                <a:lnTo>
                  <a:pt x="1759" y="1446"/>
                </a:lnTo>
                <a:cubicBezTo>
                  <a:pt x="1375" y="2008"/>
                  <a:pt x="723" y="4195"/>
                  <a:pt x="1536" y="4150"/>
                </a:cubicBezTo>
                <a:cubicBezTo>
                  <a:pt x="2250" y="4106"/>
                  <a:pt x="1964" y="2214"/>
                  <a:pt x="1848" y="1580"/>
                </a:cubicBezTo>
                <a:lnTo>
                  <a:pt x="1848" y="1544"/>
                </a:lnTo>
                <a:cubicBezTo>
                  <a:pt x="1955" y="1741"/>
                  <a:pt x="2107" y="2026"/>
                  <a:pt x="2250" y="2303"/>
                </a:cubicBezTo>
                <a:cubicBezTo>
                  <a:pt x="2223" y="2990"/>
                  <a:pt x="2624" y="4838"/>
                  <a:pt x="3214" y="4766"/>
                </a:cubicBezTo>
                <a:cubicBezTo>
                  <a:pt x="3330" y="4659"/>
                  <a:pt x="3428" y="4543"/>
                  <a:pt x="3526" y="4427"/>
                </a:cubicBezTo>
                <a:cubicBezTo>
                  <a:pt x="3597" y="3695"/>
                  <a:pt x="2267" y="2151"/>
                  <a:pt x="2267" y="2151"/>
                </a:cubicBezTo>
                <a:lnTo>
                  <a:pt x="2267" y="2151"/>
                </a:lnTo>
                <a:cubicBezTo>
                  <a:pt x="2160" y="1919"/>
                  <a:pt x="2035" y="1687"/>
                  <a:pt x="1910" y="1455"/>
                </a:cubicBezTo>
                <a:cubicBezTo>
                  <a:pt x="2303" y="1776"/>
                  <a:pt x="3472" y="2633"/>
                  <a:pt x="4061" y="2562"/>
                </a:cubicBezTo>
                <a:close/>
              </a:path>
            </a:pathLst>
          </a:custGeom>
          <a:gradFill>
            <a:gsLst>
              <a:gs pos="0">
                <a:srgbClr val="FFFFFF">
                  <a:alpha val="0"/>
                </a:srgbClr>
              </a:gs>
              <a:gs pos="100000">
                <a:srgbClr val="FFFFFF">
                  <a:alpha val="2196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4" name="Google Shape;1164;p13"/>
          <p:cNvSpPr/>
          <p:nvPr/>
        </p:nvSpPr>
        <p:spPr>
          <a:xfrm rot="1106660">
            <a:off x="7938790" y="821194"/>
            <a:ext cx="35190" cy="22803"/>
          </a:xfrm>
          <a:custGeom>
            <a:avLst/>
            <a:gdLst/>
            <a:ahLst/>
            <a:cxnLst/>
            <a:rect l="l" t="t" r="r" b="b"/>
            <a:pathLst>
              <a:path w="429" h="278" extrusionOk="0">
                <a:moveTo>
                  <a:pt x="179" y="250"/>
                </a:moveTo>
                <a:cubicBezTo>
                  <a:pt x="295" y="215"/>
                  <a:pt x="393" y="116"/>
                  <a:pt x="429" y="0"/>
                </a:cubicBezTo>
                <a:cubicBezTo>
                  <a:pt x="277" y="72"/>
                  <a:pt x="134" y="161"/>
                  <a:pt x="0" y="259"/>
                </a:cubicBezTo>
                <a:cubicBezTo>
                  <a:pt x="63" y="277"/>
                  <a:pt x="116" y="268"/>
                  <a:pt x="179" y="250"/>
                </a:cubicBezTo>
                <a:close/>
              </a:path>
            </a:pathLst>
          </a:custGeom>
          <a:gradFill>
            <a:gsLst>
              <a:gs pos="0">
                <a:srgbClr val="FFFFFF">
                  <a:alpha val="0"/>
                </a:srgbClr>
              </a:gs>
              <a:gs pos="100000">
                <a:srgbClr val="FFFFFF">
                  <a:alpha val="2196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5" name="Google Shape;1165;p13"/>
          <p:cNvSpPr/>
          <p:nvPr/>
        </p:nvSpPr>
        <p:spPr>
          <a:xfrm rot="1106660">
            <a:off x="8094801" y="1044175"/>
            <a:ext cx="108360" cy="217614"/>
          </a:xfrm>
          <a:custGeom>
            <a:avLst/>
            <a:gdLst/>
            <a:ahLst/>
            <a:cxnLst/>
            <a:rect l="l" t="t" r="r" b="b"/>
            <a:pathLst>
              <a:path w="1321" h="2653" extrusionOk="0">
                <a:moveTo>
                  <a:pt x="1259" y="1911"/>
                </a:moveTo>
                <a:cubicBezTo>
                  <a:pt x="1294" y="2027"/>
                  <a:pt x="1321" y="2152"/>
                  <a:pt x="1321" y="2277"/>
                </a:cubicBezTo>
                <a:cubicBezTo>
                  <a:pt x="1321" y="2152"/>
                  <a:pt x="1303" y="2027"/>
                  <a:pt x="1259" y="1911"/>
                </a:cubicBezTo>
                <a:close/>
                <a:moveTo>
                  <a:pt x="47" y="1"/>
                </a:moveTo>
                <a:cubicBezTo>
                  <a:pt x="36" y="1"/>
                  <a:pt x="23" y="8"/>
                  <a:pt x="18" y="19"/>
                </a:cubicBezTo>
                <a:cubicBezTo>
                  <a:pt x="0" y="153"/>
                  <a:pt x="0" y="287"/>
                  <a:pt x="9" y="421"/>
                </a:cubicBezTo>
                <a:cubicBezTo>
                  <a:pt x="18" y="546"/>
                  <a:pt x="36" y="680"/>
                  <a:pt x="54" y="805"/>
                </a:cubicBezTo>
                <a:cubicBezTo>
                  <a:pt x="98" y="1064"/>
                  <a:pt x="161" y="1322"/>
                  <a:pt x="232" y="1572"/>
                </a:cubicBezTo>
                <a:cubicBezTo>
                  <a:pt x="304" y="1822"/>
                  <a:pt x="411" y="2063"/>
                  <a:pt x="536" y="2286"/>
                </a:cubicBezTo>
                <a:cubicBezTo>
                  <a:pt x="598" y="2402"/>
                  <a:pt x="687" y="2500"/>
                  <a:pt x="785" y="2581"/>
                </a:cubicBezTo>
                <a:cubicBezTo>
                  <a:pt x="839" y="2625"/>
                  <a:pt x="902" y="2643"/>
                  <a:pt x="973" y="2652"/>
                </a:cubicBezTo>
                <a:cubicBezTo>
                  <a:pt x="1035" y="2643"/>
                  <a:pt x="1097" y="2626"/>
                  <a:pt x="1150" y="2591"/>
                </a:cubicBezTo>
                <a:lnTo>
                  <a:pt x="1150" y="2591"/>
                </a:lnTo>
                <a:cubicBezTo>
                  <a:pt x="1097" y="2626"/>
                  <a:pt x="1035" y="2643"/>
                  <a:pt x="973" y="2643"/>
                </a:cubicBezTo>
                <a:cubicBezTo>
                  <a:pt x="902" y="2634"/>
                  <a:pt x="839" y="2617"/>
                  <a:pt x="794" y="2581"/>
                </a:cubicBezTo>
                <a:cubicBezTo>
                  <a:pt x="687" y="2500"/>
                  <a:pt x="607" y="2393"/>
                  <a:pt x="545" y="2286"/>
                </a:cubicBezTo>
                <a:cubicBezTo>
                  <a:pt x="420" y="2054"/>
                  <a:pt x="321" y="1813"/>
                  <a:pt x="259" y="1563"/>
                </a:cubicBezTo>
                <a:cubicBezTo>
                  <a:pt x="188" y="1305"/>
                  <a:pt x="134" y="1055"/>
                  <a:pt x="98" y="796"/>
                </a:cubicBezTo>
                <a:cubicBezTo>
                  <a:pt x="80" y="671"/>
                  <a:pt x="63" y="537"/>
                  <a:pt x="63" y="412"/>
                </a:cubicBezTo>
                <a:cubicBezTo>
                  <a:pt x="48" y="307"/>
                  <a:pt x="51" y="196"/>
                  <a:pt x="64" y="89"/>
                </a:cubicBezTo>
                <a:lnTo>
                  <a:pt x="64" y="89"/>
                </a:lnTo>
                <a:cubicBezTo>
                  <a:pt x="212" y="264"/>
                  <a:pt x="359" y="445"/>
                  <a:pt x="491" y="626"/>
                </a:cubicBezTo>
                <a:cubicBezTo>
                  <a:pt x="643" y="823"/>
                  <a:pt x="785" y="1028"/>
                  <a:pt x="919" y="1242"/>
                </a:cubicBezTo>
                <a:cubicBezTo>
                  <a:pt x="1053" y="1447"/>
                  <a:pt x="1169" y="1670"/>
                  <a:pt x="1259" y="1911"/>
                </a:cubicBezTo>
                <a:cubicBezTo>
                  <a:pt x="1178" y="1670"/>
                  <a:pt x="1071" y="1447"/>
                  <a:pt x="937" y="1233"/>
                </a:cubicBezTo>
                <a:cubicBezTo>
                  <a:pt x="687" y="796"/>
                  <a:pt x="393" y="394"/>
                  <a:pt x="63" y="10"/>
                </a:cubicBezTo>
                <a:cubicBezTo>
                  <a:pt x="59" y="4"/>
                  <a:pt x="53" y="1"/>
                  <a:pt x="47" y="1"/>
                </a:cubicBezTo>
                <a:close/>
              </a:path>
            </a:pathLst>
          </a:custGeom>
          <a:gradFill>
            <a:gsLst>
              <a:gs pos="0">
                <a:srgbClr val="FFFFFF">
                  <a:alpha val="0"/>
                </a:srgbClr>
              </a:gs>
              <a:gs pos="100000">
                <a:srgbClr val="FFFFFF">
                  <a:alpha val="2196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6" name="Google Shape;1166;p13"/>
          <p:cNvSpPr/>
          <p:nvPr/>
        </p:nvSpPr>
        <p:spPr>
          <a:xfrm rot="1106660">
            <a:off x="8030379" y="950966"/>
            <a:ext cx="72513" cy="229179"/>
          </a:xfrm>
          <a:custGeom>
            <a:avLst/>
            <a:gdLst/>
            <a:ahLst/>
            <a:cxnLst/>
            <a:rect l="l" t="t" r="r" b="b"/>
            <a:pathLst>
              <a:path w="884" h="2794" extrusionOk="0">
                <a:moveTo>
                  <a:pt x="669" y="0"/>
                </a:moveTo>
                <a:cubicBezTo>
                  <a:pt x="663" y="0"/>
                  <a:pt x="656" y="2"/>
                  <a:pt x="652" y="7"/>
                </a:cubicBezTo>
                <a:cubicBezTo>
                  <a:pt x="571" y="114"/>
                  <a:pt x="500" y="221"/>
                  <a:pt x="455" y="346"/>
                </a:cubicBezTo>
                <a:cubicBezTo>
                  <a:pt x="393" y="462"/>
                  <a:pt x="348" y="578"/>
                  <a:pt x="304" y="703"/>
                </a:cubicBezTo>
                <a:cubicBezTo>
                  <a:pt x="214" y="953"/>
                  <a:pt x="143" y="1203"/>
                  <a:pt x="89" y="1453"/>
                </a:cubicBezTo>
                <a:cubicBezTo>
                  <a:pt x="36" y="1712"/>
                  <a:pt x="0" y="1970"/>
                  <a:pt x="9" y="2229"/>
                </a:cubicBezTo>
                <a:cubicBezTo>
                  <a:pt x="9" y="2363"/>
                  <a:pt x="36" y="2488"/>
                  <a:pt x="89" y="2613"/>
                </a:cubicBezTo>
                <a:cubicBezTo>
                  <a:pt x="116" y="2667"/>
                  <a:pt x="161" y="2720"/>
                  <a:pt x="214" y="2756"/>
                </a:cubicBezTo>
                <a:cubicBezTo>
                  <a:pt x="258" y="2778"/>
                  <a:pt x="315" y="2794"/>
                  <a:pt x="368" y="2794"/>
                </a:cubicBezTo>
                <a:cubicBezTo>
                  <a:pt x="379" y="2794"/>
                  <a:pt x="391" y="2793"/>
                  <a:pt x="402" y="2791"/>
                </a:cubicBezTo>
                <a:cubicBezTo>
                  <a:pt x="339" y="2791"/>
                  <a:pt x="277" y="2783"/>
                  <a:pt x="223" y="2747"/>
                </a:cubicBezTo>
                <a:cubicBezTo>
                  <a:pt x="161" y="2711"/>
                  <a:pt x="125" y="2667"/>
                  <a:pt x="98" y="2604"/>
                </a:cubicBezTo>
                <a:cubicBezTo>
                  <a:pt x="45" y="2488"/>
                  <a:pt x="18" y="2363"/>
                  <a:pt x="18" y="2229"/>
                </a:cubicBezTo>
                <a:cubicBezTo>
                  <a:pt x="27" y="1970"/>
                  <a:pt x="54" y="1712"/>
                  <a:pt x="125" y="1462"/>
                </a:cubicBezTo>
                <a:cubicBezTo>
                  <a:pt x="179" y="1212"/>
                  <a:pt x="259" y="962"/>
                  <a:pt x="348" y="721"/>
                </a:cubicBezTo>
                <a:cubicBezTo>
                  <a:pt x="393" y="596"/>
                  <a:pt x="437" y="471"/>
                  <a:pt x="500" y="364"/>
                </a:cubicBezTo>
                <a:cubicBezTo>
                  <a:pt x="538" y="266"/>
                  <a:pt x="595" y="167"/>
                  <a:pt x="655" y="80"/>
                </a:cubicBezTo>
                <a:lnTo>
                  <a:pt x="655" y="80"/>
                </a:lnTo>
                <a:cubicBezTo>
                  <a:pt x="702" y="304"/>
                  <a:pt x="735" y="534"/>
                  <a:pt x="768" y="757"/>
                </a:cubicBezTo>
                <a:cubicBezTo>
                  <a:pt x="803" y="1006"/>
                  <a:pt x="830" y="1247"/>
                  <a:pt x="848" y="1497"/>
                </a:cubicBezTo>
                <a:cubicBezTo>
                  <a:pt x="866" y="1747"/>
                  <a:pt x="857" y="1997"/>
                  <a:pt x="821" y="2247"/>
                </a:cubicBezTo>
                <a:cubicBezTo>
                  <a:pt x="803" y="2363"/>
                  <a:pt x="759" y="2488"/>
                  <a:pt x="696" y="2595"/>
                </a:cubicBezTo>
                <a:cubicBezTo>
                  <a:pt x="634" y="2702"/>
                  <a:pt x="527" y="2783"/>
                  <a:pt x="402" y="2791"/>
                </a:cubicBezTo>
                <a:cubicBezTo>
                  <a:pt x="527" y="2783"/>
                  <a:pt x="634" y="2711"/>
                  <a:pt x="705" y="2604"/>
                </a:cubicBezTo>
                <a:cubicBezTo>
                  <a:pt x="768" y="2497"/>
                  <a:pt x="803" y="2381"/>
                  <a:pt x="821" y="2256"/>
                </a:cubicBezTo>
                <a:cubicBezTo>
                  <a:pt x="866" y="2006"/>
                  <a:pt x="884" y="1756"/>
                  <a:pt x="875" y="1506"/>
                </a:cubicBezTo>
                <a:cubicBezTo>
                  <a:pt x="857" y="1006"/>
                  <a:pt x="794" y="516"/>
                  <a:pt x="696" y="25"/>
                </a:cubicBezTo>
                <a:cubicBezTo>
                  <a:pt x="696" y="16"/>
                  <a:pt x="687" y="7"/>
                  <a:pt x="687" y="7"/>
                </a:cubicBezTo>
                <a:cubicBezTo>
                  <a:pt x="683" y="2"/>
                  <a:pt x="676" y="0"/>
                  <a:pt x="669" y="0"/>
                </a:cubicBezTo>
                <a:close/>
              </a:path>
            </a:pathLst>
          </a:custGeom>
          <a:solidFill>
            <a:srgbClr val="CB47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7" name="Google Shape;1167;p13"/>
          <p:cNvSpPr/>
          <p:nvPr/>
        </p:nvSpPr>
        <p:spPr>
          <a:xfrm rot="1106660">
            <a:off x="8096827" y="990279"/>
            <a:ext cx="219017" cy="104090"/>
          </a:xfrm>
          <a:custGeom>
            <a:avLst/>
            <a:gdLst/>
            <a:ahLst/>
            <a:cxnLst/>
            <a:rect l="l" t="t" r="r" b="b"/>
            <a:pathLst>
              <a:path w="2670" h="1269" extrusionOk="0">
                <a:moveTo>
                  <a:pt x="380" y="1"/>
                </a:moveTo>
                <a:cubicBezTo>
                  <a:pt x="253" y="1"/>
                  <a:pt x="126" y="12"/>
                  <a:pt x="1" y="34"/>
                </a:cubicBezTo>
                <a:cubicBezTo>
                  <a:pt x="110" y="18"/>
                  <a:pt x="222" y="11"/>
                  <a:pt x="333" y="11"/>
                </a:cubicBezTo>
                <a:cubicBezTo>
                  <a:pt x="476" y="11"/>
                  <a:pt x="619" y="23"/>
                  <a:pt x="759" y="43"/>
                </a:cubicBezTo>
                <a:cubicBezTo>
                  <a:pt x="1009" y="79"/>
                  <a:pt x="1259" y="132"/>
                  <a:pt x="1500" y="195"/>
                </a:cubicBezTo>
                <a:cubicBezTo>
                  <a:pt x="1750" y="257"/>
                  <a:pt x="1982" y="346"/>
                  <a:pt x="2214" y="453"/>
                </a:cubicBezTo>
                <a:cubicBezTo>
                  <a:pt x="2321" y="516"/>
                  <a:pt x="2428" y="587"/>
                  <a:pt x="2509" y="677"/>
                </a:cubicBezTo>
                <a:cubicBezTo>
                  <a:pt x="2598" y="766"/>
                  <a:pt x="2634" y="891"/>
                  <a:pt x="2589" y="1007"/>
                </a:cubicBezTo>
                <a:cubicBezTo>
                  <a:pt x="2544" y="1114"/>
                  <a:pt x="2437" y="1194"/>
                  <a:pt x="2321" y="1212"/>
                </a:cubicBezTo>
                <a:cubicBezTo>
                  <a:pt x="2280" y="1218"/>
                  <a:pt x="2238" y="1221"/>
                  <a:pt x="2197" y="1221"/>
                </a:cubicBezTo>
                <a:cubicBezTo>
                  <a:pt x="2114" y="1221"/>
                  <a:pt x="2033" y="1209"/>
                  <a:pt x="1955" y="1185"/>
                </a:cubicBezTo>
                <a:cubicBezTo>
                  <a:pt x="1714" y="1105"/>
                  <a:pt x="1482" y="1007"/>
                  <a:pt x="1259" y="882"/>
                </a:cubicBezTo>
                <a:cubicBezTo>
                  <a:pt x="1036" y="757"/>
                  <a:pt x="822" y="614"/>
                  <a:pt x="617" y="480"/>
                </a:cubicBezTo>
                <a:cubicBezTo>
                  <a:pt x="402" y="337"/>
                  <a:pt x="197" y="186"/>
                  <a:pt x="1" y="34"/>
                </a:cubicBezTo>
                <a:lnTo>
                  <a:pt x="1" y="34"/>
                </a:lnTo>
                <a:cubicBezTo>
                  <a:pt x="385" y="355"/>
                  <a:pt x="804" y="650"/>
                  <a:pt x="1241" y="909"/>
                </a:cubicBezTo>
                <a:cubicBezTo>
                  <a:pt x="1464" y="1043"/>
                  <a:pt x="1697" y="1150"/>
                  <a:pt x="1937" y="1221"/>
                </a:cubicBezTo>
                <a:cubicBezTo>
                  <a:pt x="2034" y="1256"/>
                  <a:pt x="2137" y="1269"/>
                  <a:pt x="2240" y="1269"/>
                </a:cubicBezTo>
                <a:cubicBezTo>
                  <a:pt x="2270" y="1269"/>
                  <a:pt x="2300" y="1268"/>
                  <a:pt x="2330" y="1266"/>
                </a:cubicBezTo>
                <a:cubicBezTo>
                  <a:pt x="2464" y="1239"/>
                  <a:pt x="2580" y="1150"/>
                  <a:pt x="2634" y="1025"/>
                </a:cubicBezTo>
                <a:cubicBezTo>
                  <a:pt x="2660" y="962"/>
                  <a:pt x="2669" y="891"/>
                  <a:pt x="2651" y="819"/>
                </a:cubicBezTo>
                <a:cubicBezTo>
                  <a:pt x="2634" y="757"/>
                  <a:pt x="2598" y="694"/>
                  <a:pt x="2553" y="650"/>
                </a:cubicBezTo>
                <a:cubicBezTo>
                  <a:pt x="2455" y="552"/>
                  <a:pt x="2348" y="480"/>
                  <a:pt x="2232" y="427"/>
                </a:cubicBezTo>
                <a:cubicBezTo>
                  <a:pt x="2000" y="311"/>
                  <a:pt x="1759" y="221"/>
                  <a:pt x="1509" y="168"/>
                </a:cubicBezTo>
                <a:cubicBezTo>
                  <a:pt x="1268" y="105"/>
                  <a:pt x="1018" y="61"/>
                  <a:pt x="759" y="34"/>
                </a:cubicBezTo>
                <a:cubicBezTo>
                  <a:pt x="634" y="12"/>
                  <a:pt x="507" y="1"/>
                  <a:pt x="380" y="1"/>
                </a:cubicBezTo>
                <a:close/>
              </a:path>
            </a:pathLst>
          </a:custGeom>
          <a:solidFill>
            <a:srgbClr val="CB47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8" name="Google Shape;1168;p13"/>
          <p:cNvSpPr/>
          <p:nvPr/>
        </p:nvSpPr>
        <p:spPr>
          <a:xfrm rot="1106660">
            <a:off x="8001512" y="838183"/>
            <a:ext cx="75466" cy="230082"/>
          </a:xfrm>
          <a:custGeom>
            <a:avLst/>
            <a:gdLst/>
            <a:ahLst/>
            <a:cxnLst/>
            <a:rect l="l" t="t" r="r" b="b"/>
            <a:pathLst>
              <a:path w="920" h="2805" extrusionOk="0">
                <a:moveTo>
                  <a:pt x="697" y="1"/>
                </a:moveTo>
                <a:lnTo>
                  <a:pt x="697" y="1"/>
                </a:lnTo>
                <a:cubicBezTo>
                  <a:pt x="545" y="206"/>
                  <a:pt x="420" y="438"/>
                  <a:pt x="331" y="679"/>
                </a:cubicBezTo>
                <a:cubicBezTo>
                  <a:pt x="242" y="911"/>
                  <a:pt x="170" y="1161"/>
                  <a:pt x="108" y="1411"/>
                </a:cubicBezTo>
                <a:cubicBezTo>
                  <a:pt x="45" y="1652"/>
                  <a:pt x="9" y="1911"/>
                  <a:pt x="1" y="2170"/>
                </a:cubicBezTo>
                <a:cubicBezTo>
                  <a:pt x="1" y="2295"/>
                  <a:pt x="18" y="2429"/>
                  <a:pt x="63" y="2554"/>
                </a:cubicBezTo>
                <a:cubicBezTo>
                  <a:pt x="81" y="2616"/>
                  <a:pt x="125" y="2670"/>
                  <a:pt x="170" y="2723"/>
                </a:cubicBezTo>
                <a:cubicBezTo>
                  <a:pt x="224" y="2768"/>
                  <a:pt x="286" y="2795"/>
                  <a:pt x="358" y="2803"/>
                </a:cubicBezTo>
                <a:cubicBezTo>
                  <a:pt x="367" y="2804"/>
                  <a:pt x="376" y="2804"/>
                  <a:pt x="385" y="2804"/>
                </a:cubicBezTo>
                <a:cubicBezTo>
                  <a:pt x="517" y="2804"/>
                  <a:pt x="639" y="2743"/>
                  <a:pt x="715" y="2643"/>
                </a:cubicBezTo>
                <a:cubicBezTo>
                  <a:pt x="786" y="2527"/>
                  <a:pt x="839" y="2411"/>
                  <a:pt x="857" y="2277"/>
                </a:cubicBezTo>
                <a:cubicBezTo>
                  <a:pt x="902" y="2027"/>
                  <a:pt x="920" y="1768"/>
                  <a:pt x="902" y="1509"/>
                </a:cubicBezTo>
                <a:cubicBezTo>
                  <a:pt x="875" y="1001"/>
                  <a:pt x="804" y="501"/>
                  <a:pt x="697" y="1"/>
                </a:cubicBezTo>
                <a:lnTo>
                  <a:pt x="697" y="1"/>
                </a:lnTo>
                <a:cubicBezTo>
                  <a:pt x="741" y="251"/>
                  <a:pt x="777" y="501"/>
                  <a:pt x="804" y="760"/>
                </a:cubicBezTo>
                <a:cubicBezTo>
                  <a:pt x="839" y="1010"/>
                  <a:pt x="857" y="1259"/>
                  <a:pt x="866" y="1518"/>
                </a:cubicBezTo>
                <a:cubicBezTo>
                  <a:pt x="875" y="1768"/>
                  <a:pt x="857" y="2018"/>
                  <a:pt x="813" y="2268"/>
                </a:cubicBezTo>
                <a:cubicBezTo>
                  <a:pt x="786" y="2393"/>
                  <a:pt x="741" y="2509"/>
                  <a:pt x="670" y="2607"/>
                </a:cubicBezTo>
                <a:cubicBezTo>
                  <a:pt x="604" y="2698"/>
                  <a:pt x="499" y="2751"/>
                  <a:pt x="392" y="2751"/>
                </a:cubicBezTo>
                <a:cubicBezTo>
                  <a:pt x="383" y="2751"/>
                  <a:pt x="375" y="2751"/>
                  <a:pt x="366" y="2750"/>
                </a:cubicBezTo>
                <a:cubicBezTo>
                  <a:pt x="242" y="2732"/>
                  <a:pt x="143" y="2652"/>
                  <a:pt x="108" y="2536"/>
                </a:cubicBezTo>
                <a:cubicBezTo>
                  <a:pt x="72" y="2411"/>
                  <a:pt x="54" y="2286"/>
                  <a:pt x="54" y="2170"/>
                </a:cubicBezTo>
                <a:cubicBezTo>
                  <a:pt x="63" y="1911"/>
                  <a:pt x="99" y="1661"/>
                  <a:pt x="152" y="1420"/>
                </a:cubicBezTo>
                <a:cubicBezTo>
                  <a:pt x="206" y="1170"/>
                  <a:pt x="277" y="920"/>
                  <a:pt x="366" y="688"/>
                </a:cubicBezTo>
                <a:cubicBezTo>
                  <a:pt x="438" y="438"/>
                  <a:pt x="554" y="215"/>
                  <a:pt x="697" y="1"/>
                </a:cubicBezTo>
                <a:close/>
              </a:path>
            </a:pathLst>
          </a:custGeom>
          <a:solidFill>
            <a:srgbClr val="CB47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9" name="Google Shape;1169;p13"/>
          <p:cNvSpPr/>
          <p:nvPr/>
        </p:nvSpPr>
        <p:spPr>
          <a:xfrm rot="1106660">
            <a:off x="8070114" y="876211"/>
            <a:ext cx="218935" cy="104008"/>
          </a:xfrm>
          <a:custGeom>
            <a:avLst/>
            <a:gdLst/>
            <a:ahLst/>
            <a:cxnLst/>
            <a:rect l="l" t="t" r="r" b="b"/>
            <a:pathLst>
              <a:path w="2669" h="1268" extrusionOk="0">
                <a:moveTo>
                  <a:pt x="384" y="1"/>
                </a:moveTo>
                <a:cubicBezTo>
                  <a:pt x="257" y="1"/>
                  <a:pt x="129" y="9"/>
                  <a:pt x="0" y="27"/>
                </a:cubicBezTo>
                <a:cubicBezTo>
                  <a:pt x="97" y="17"/>
                  <a:pt x="193" y="12"/>
                  <a:pt x="288" y="12"/>
                </a:cubicBezTo>
                <a:cubicBezTo>
                  <a:pt x="446" y="12"/>
                  <a:pt x="603" y="26"/>
                  <a:pt x="759" y="54"/>
                </a:cubicBezTo>
                <a:cubicBezTo>
                  <a:pt x="1009" y="81"/>
                  <a:pt x="1258" y="134"/>
                  <a:pt x="1508" y="197"/>
                </a:cubicBezTo>
                <a:cubicBezTo>
                  <a:pt x="1749" y="259"/>
                  <a:pt x="1990" y="349"/>
                  <a:pt x="2213" y="456"/>
                </a:cubicBezTo>
                <a:cubicBezTo>
                  <a:pt x="2329" y="518"/>
                  <a:pt x="2428" y="590"/>
                  <a:pt x="2517" y="679"/>
                </a:cubicBezTo>
                <a:cubicBezTo>
                  <a:pt x="2606" y="768"/>
                  <a:pt x="2633" y="893"/>
                  <a:pt x="2588" y="1009"/>
                </a:cubicBezTo>
                <a:cubicBezTo>
                  <a:pt x="2544" y="1116"/>
                  <a:pt x="2446" y="1196"/>
                  <a:pt x="2321" y="1214"/>
                </a:cubicBezTo>
                <a:cubicBezTo>
                  <a:pt x="2289" y="1219"/>
                  <a:pt x="2258" y="1221"/>
                  <a:pt x="2226" y="1221"/>
                </a:cubicBezTo>
                <a:cubicBezTo>
                  <a:pt x="2138" y="1221"/>
                  <a:pt x="2046" y="1205"/>
                  <a:pt x="1955" y="1179"/>
                </a:cubicBezTo>
                <a:cubicBezTo>
                  <a:pt x="1714" y="1107"/>
                  <a:pt x="1482" y="1009"/>
                  <a:pt x="1267" y="884"/>
                </a:cubicBezTo>
                <a:cubicBezTo>
                  <a:pt x="1044" y="759"/>
                  <a:pt x="830" y="616"/>
                  <a:pt x="616" y="474"/>
                </a:cubicBezTo>
                <a:cubicBezTo>
                  <a:pt x="411" y="340"/>
                  <a:pt x="205" y="188"/>
                  <a:pt x="0" y="27"/>
                </a:cubicBezTo>
                <a:lnTo>
                  <a:pt x="0" y="27"/>
                </a:lnTo>
                <a:cubicBezTo>
                  <a:pt x="393" y="358"/>
                  <a:pt x="803" y="652"/>
                  <a:pt x="1250" y="911"/>
                </a:cubicBezTo>
                <a:cubicBezTo>
                  <a:pt x="1464" y="1045"/>
                  <a:pt x="1696" y="1152"/>
                  <a:pt x="1946" y="1223"/>
                </a:cubicBezTo>
                <a:cubicBezTo>
                  <a:pt x="2031" y="1254"/>
                  <a:pt x="2121" y="1268"/>
                  <a:pt x="2209" y="1268"/>
                </a:cubicBezTo>
                <a:cubicBezTo>
                  <a:pt x="2249" y="1268"/>
                  <a:pt x="2290" y="1265"/>
                  <a:pt x="2329" y="1259"/>
                </a:cubicBezTo>
                <a:cubicBezTo>
                  <a:pt x="2472" y="1241"/>
                  <a:pt x="2588" y="1152"/>
                  <a:pt x="2642" y="1027"/>
                </a:cubicBezTo>
                <a:cubicBezTo>
                  <a:pt x="2669" y="955"/>
                  <a:pt x="2669" y="884"/>
                  <a:pt x="2651" y="822"/>
                </a:cubicBezTo>
                <a:cubicBezTo>
                  <a:pt x="2633" y="759"/>
                  <a:pt x="2597" y="697"/>
                  <a:pt x="2553" y="643"/>
                </a:cubicBezTo>
                <a:cubicBezTo>
                  <a:pt x="2463" y="554"/>
                  <a:pt x="2356" y="482"/>
                  <a:pt x="2240" y="420"/>
                </a:cubicBezTo>
                <a:cubicBezTo>
                  <a:pt x="2008" y="313"/>
                  <a:pt x="1767" y="224"/>
                  <a:pt x="1517" y="170"/>
                </a:cubicBezTo>
                <a:cubicBezTo>
                  <a:pt x="1267" y="108"/>
                  <a:pt x="1018" y="63"/>
                  <a:pt x="768" y="27"/>
                </a:cubicBezTo>
                <a:cubicBezTo>
                  <a:pt x="638" y="9"/>
                  <a:pt x="511" y="1"/>
                  <a:pt x="384" y="1"/>
                </a:cubicBezTo>
                <a:close/>
              </a:path>
            </a:pathLst>
          </a:custGeom>
          <a:solidFill>
            <a:srgbClr val="CB47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0" name="Google Shape;1170;p13"/>
          <p:cNvSpPr/>
          <p:nvPr/>
        </p:nvSpPr>
        <p:spPr>
          <a:xfrm rot="1106660">
            <a:off x="7974709" y="723262"/>
            <a:ext cx="73334" cy="231394"/>
          </a:xfrm>
          <a:custGeom>
            <a:avLst/>
            <a:gdLst/>
            <a:ahLst/>
            <a:cxnLst/>
            <a:rect l="l" t="t" r="r" b="b"/>
            <a:pathLst>
              <a:path w="894" h="2821" extrusionOk="0">
                <a:moveTo>
                  <a:pt x="456" y="0"/>
                </a:moveTo>
                <a:cubicBezTo>
                  <a:pt x="527" y="241"/>
                  <a:pt x="590" y="491"/>
                  <a:pt x="652" y="741"/>
                </a:cubicBezTo>
                <a:cubicBezTo>
                  <a:pt x="715" y="982"/>
                  <a:pt x="759" y="1232"/>
                  <a:pt x="795" y="1482"/>
                </a:cubicBezTo>
                <a:cubicBezTo>
                  <a:pt x="840" y="1732"/>
                  <a:pt x="849" y="1991"/>
                  <a:pt x="831" y="2240"/>
                </a:cubicBezTo>
                <a:cubicBezTo>
                  <a:pt x="822" y="2365"/>
                  <a:pt x="786" y="2481"/>
                  <a:pt x="733" y="2597"/>
                </a:cubicBezTo>
                <a:cubicBezTo>
                  <a:pt x="670" y="2705"/>
                  <a:pt x="563" y="2767"/>
                  <a:pt x="438" y="2767"/>
                </a:cubicBezTo>
                <a:cubicBezTo>
                  <a:pt x="322" y="2767"/>
                  <a:pt x="206" y="2696"/>
                  <a:pt x="161" y="2580"/>
                </a:cubicBezTo>
                <a:cubicBezTo>
                  <a:pt x="108" y="2472"/>
                  <a:pt x="81" y="2348"/>
                  <a:pt x="72" y="2223"/>
                </a:cubicBezTo>
                <a:cubicBezTo>
                  <a:pt x="45" y="1973"/>
                  <a:pt x="45" y="1723"/>
                  <a:pt x="81" y="1473"/>
                </a:cubicBezTo>
                <a:cubicBezTo>
                  <a:pt x="108" y="1214"/>
                  <a:pt x="153" y="964"/>
                  <a:pt x="206" y="723"/>
                </a:cubicBezTo>
                <a:cubicBezTo>
                  <a:pt x="260" y="473"/>
                  <a:pt x="340" y="223"/>
                  <a:pt x="456" y="0"/>
                </a:cubicBezTo>
                <a:lnTo>
                  <a:pt x="456" y="0"/>
                </a:lnTo>
                <a:cubicBezTo>
                  <a:pt x="331" y="223"/>
                  <a:pt x="242" y="464"/>
                  <a:pt x="179" y="714"/>
                </a:cubicBezTo>
                <a:cubicBezTo>
                  <a:pt x="117" y="955"/>
                  <a:pt x="72" y="1214"/>
                  <a:pt x="37" y="1464"/>
                </a:cubicBezTo>
                <a:cubicBezTo>
                  <a:pt x="1" y="1714"/>
                  <a:pt x="1" y="1973"/>
                  <a:pt x="19" y="2232"/>
                </a:cubicBezTo>
                <a:cubicBezTo>
                  <a:pt x="28" y="2356"/>
                  <a:pt x="63" y="2490"/>
                  <a:pt x="117" y="2606"/>
                </a:cubicBezTo>
                <a:cubicBezTo>
                  <a:pt x="144" y="2669"/>
                  <a:pt x="188" y="2722"/>
                  <a:pt x="242" y="2758"/>
                </a:cubicBezTo>
                <a:cubicBezTo>
                  <a:pt x="304" y="2803"/>
                  <a:pt x="367" y="2821"/>
                  <a:pt x="438" y="2821"/>
                </a:cubicBezTo>
                <a:cubicBezTo>
                  <a:pt x="581" y="2821"/>
                  <a:pt x="706" y="2740"/>
                  <a:pt x="777" y="2615"/>
                </a:cubicBezTo>
                <a:cubicBezTo>
                  <a:pt x="831" y="2499"/>
                  <a:pt x="867" y="2374"/>
                  <a:pt x="875" y="2249"/>
                </a:cubicBezTo>
                <a:cubicBezTo>
                  <a:pt x="893" y="1991"/>
                  <a:pt x="884" y="1732"/>
                  <a:pt x="840" y="1482"/>
                </a:cubicBezTo>
                <a:cubicBezTo>
                  <a:pt x="751" y="973"/>
                  <a:pt x="626" y="482"/>
                  <a:pt x="456" y="0"/>
                </a:cubicBezTo>
                <a:close/>
              </a:path>
            </a:pathLst>
          </a:custGeom>
          <a:solidFill>
            <a:srgbClr val="CB47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1" name="Google Shape;1171;p13"/>
          <p:cNvSpPr/>
          <p:nvPr/>
        </p:nvSpPr>
        <p:spPr>
          <a:xfrm rot="1106660">
            <a:off x="8028419" y="752495"/>
            <a:ext cx="225579" cy="88670"/>
          </a:xfrm>
          <a:custGeom>
            <a:avLst/>
            <a:gdLst/>
            <a:ahLst/>
            <a:cxnLst/>
            <a:rect l="l" t="t" r="r" b="b"/>
            <a:pathLst>
              <a:path w="2750" h="1081" extrusionOk="0">
                <a:moveTo>
                  <a:pt x="680" y="1"/>
                </a:moveTo>
                <a:cubicBezTo>
                  <a:pt x="449" y="1"/>
                  <a:pt x="225" y="35"/>
                  <a:pt x="0" y="91"/>
                </a:cubicBezTo>
                <a:cubicBezTo>
                  <a:pt x="198" y="49"/>
                  <a:pt x="401" y="24"/>
                  <a:pt x="602" y="24"/>
                </a:cubicBezTo>
                <a:cubicBezTo>
                  <a:pt x="654" y="24"/>
                  <a:pt x="707" y="25"/>
                  <a:pt x="759" y="29"/>
                </a:cubicBezTo>
                <a:cubicBezTo>
                  <a:pt x="1018" y="38"/>
                  <a:pt x="1268" y="56"/>
                  <a:pt x="1518" y="100"/>
                </a:cubicBezTo>
                <a:cubicBezTo>
                  <a:pt x="1768" y="127"/>
                  <a:pt x="2017" y="190"/>
                  <a:pt x="2258" y="279"/>
                </a:cubicBezTo>
                <a:cubicBezTo>
                  <a:pt x="2374" y="315"/>
                  <a:pt x="2482" y="377"/>
                  <a:pt x="2580" y="457"/>
                </a:cubicBezTo>
                <a:cubicBezTo>
                  <a:pt x="2678" y="529"/>
                  <a:pt x="2723" y="654"/>
                  <a:pt x="2687" y="770"/>
                </a:cubicBezTo>
                <a:cubicBezTo>
                  <a:pt x="2660" y="886"/>
                  <a:pt x="2571" y="975"/>
                  <a:pt x="2446" y="1011"/>
                </a:cubicBezTo>
                <a:cubicBezTo>
                  <a:pt x="2382" y="1026"/>
                  <a:pt x="2315" y="1032"/>
                  <a:pt x="2248" y="1032"/>
                </a:cubicBezTo>
                <a:cubicBezTo>
                  <a:pt x="2192" y="1032"/>
                  <a:pt x="2136" y="1028"/>
                  <a:pt x="2080" y="1020"/>
                </a:cubicBezTo>
                <a:cubicBezTo>
                  <a:pt x="1830" y="966"/>
                  <a:pt x="1589" y="895"/>
                  <a:pt x="1357" y="797"/>
                </a:cubicBezTo>
                <a:cubicBezTo>
                  <a:pt x="1125" y="698"/>
                  <a:pt x="902" y="582"/>
                  <a:pt x="670" y="466"/>
                </a:cubicBezTo>
                <a:cubicBezTo>
                  <a:pt x="438" y="350"/>
                  <a:pt x="224" y="225"/>
                  <a:pt x="0" y="91"/>
                </a:cubicBezTo>
                <a:lnTo>
                  <a:pt x="0" y="91"/>
                </a:lnTo>
                <a:cubicBezTo>
                  <a:pt x="429" y="377"/>
                  <a:pt x="866" y="618"/>
                  <a:pt x="1330" y="832"/>
                </a:cubicBezTo>
                <a:cubicBezTo>
                  <a:pt x="1571" y="939"/>
                  <a:pt x="1812" y="1011"/>
                  <a:pt x="2062" y="1064"/>
                </a:cubicBezTo>
                <a:cubicBezTo>
                  <a:pt x="2118" y="1076"/>
                  <a:pt x="2173" y="1080"/>
                  <a:pt x="2227" y="1080"/>
                </a:cubicBezTo>
                <a:cubicBezTo>
                  <a:pt x="2302" y="1080"/>
                  <a:pt x="2377" y="1071"/>
                  <a:pt x="2455" y="1055"/>
                </a:cubicBezTo>
                <a:cubicBezTo>
                  <a:pt x="2589" y="1020"/>
                  <a:pt x="2696" y="913"/>
                  <a:pt x="2731" y="788"/>
                </a:cubicBezTo>
                <a:cubicBezTo>
                  <a:pt x="2749" y="716"/>
                  <a:pt x="2749" y="645"/>
                  <a:pt x="2723" y="582"/>
                </a:cubicBezTo>
                <a:cubicBezTo>
                  <a:pt x="2696" y="520"/>
                  <a:pt x="2651" y="457"/>
                  <a:pt x="2606" y="422"/>
                </a:cubicBezTo>
                <a:cubicBezTo>
                  <a:pt x="2499" y="332"/>
                  <a:pt x="2392" y="270"/>
                  <a:pt x="2267" y="225"/>
                </a:cubicBezTo>
                <a:cubicBezTo>
                  <a:pt x="2026" y="145"/>
                  <a:pt x="1776" y="83"/>
                  <a:pt x="1518" y="56"/>
                </a:cubicBezTo>
                <a:cubicBezTo>
                  <a:pt x="1268" y="20"/>
                  <a:pt x="1018" y="2"/>
                  <a:pt x="759" y="2"/>
                </a:cubicBezTo>
                <a:cubicBezTo>
                  <a:pt x="733" y="1"/>
                  <a:pt x="706" y="1"/>
                  <a:pt x="680" y="1"/>
                </a:cubicBezTo>
                <a:close/>
              </a:path>
            </a:pathLst>
          </a:custGeom>
          <a:solidFill>
            <a:srgbClr val="CB47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2" name="Google Shape;1172;p13"/>
          <p:cNvSpPr/>
          <p:nvPr/>
        </p:nvSpPr>
        <p:spPr>
          <a:xfrm rot="1106660">
            <a:off x="7935994" y="615979"/>
            <a:ext cx="76943" cy="230164"/>
          </a:xfrm>
          <a:custGeom>
            <a:avLst/>
            <a:gdLst/>
            <a:ahLst/>
            <a:cxnLst/>
            <a:rect l="l" t="t" r="r" b="b"/>
            <a:pathLst>
              <a:path w="938" h="2806" extrusionOk="0">
                <a:moveTo>
                  <a:pt x="259" y="0"/>
                </a:moveTo>
                <a:cubicBezTo>
                  <a:pt x="161" y="233"/>
                  <a:pt x="98" y="482"/>
                  <a:pt x="72" y="732"/>
                </a:cubicBezTo>
                <a:cubicBezTo>
                  <a:pt x="36" y="982"/>
                  <a:pt x="9" y="1241"/>
                  <a:pt x="9" y="1500"/>
                </a:cubicBezTo>
                <a:cubicBezTo>
                  <a:pt x="0" y="1750"/>
                  <a:pt x="27" y="2009"/>
                  <a:pt x="72" y="2259"/>
                </a:cubicBezTo>
                <a:cubicBezTo>
                  <a:pt x="98" y="2383"/>
                  <a:pt x="143" y="2508"/>
                  <a:pt x="214" y="2624"/>
                </a:cubicBezTo>
                <a:cubicBezTo>
                  <a:pt x="250" y="2678"/>
                  <a:pt x="295" y="2732"/>
                  <a:pt x="357" y="2767"/>
                </a:cubicBezTo>
                <a:cubicBezTo>
                  <a:pt x="409" y="2789"/>
                  <a:pt x="466" y="2805"/>
                  <a:pt x="520" y="2805"/>
                </a:cubicBezTo>
                <a:cubicBezTo>
                  <a:pt x="531" y="2805"/>
                  <a:pt x="542" y="2805"/>
                  <a:pt x="553" y="2803"/>
                </a:cubicBezTo>
                <a:cubicBezTo>
                  <a:pt x="696" y="2785"/>
                  <a:pt x="812" y="2696"/>
                  <a:pt x="866" y="2562"/>
                </a:cubicBezTo>
                <a:cubicBezTo>
                  <a:pt x="910" y="2446"/>
                  <a:pt x="937" y="2312"/>
                  <a:pt x="928" y="2178"/>
                </a:cubicBezTo>
                <a:cubicBezTo>
                  <a:pt x="919" y="1928"/>
                  <a:pt x="875" y="1669"/>
                  <a:pt x="803" y="1428"/>
                </a:cubicBezTo>
                <a:cubicBezTo>
                  <a:pt x="661" y="938"/>
                  <a:pt x="482" y="456"/>
                  <a:pt x="259" y="0"/>
                </a:cubicBezTo>
                <a:lnTo>
                  <a:pt x="259" y="0"/>
                </a:lnTo>
                <a:cubicBezTo>
                  <a:pt x="366" y="233"/>
                  <a:pt x="464" y="465"/>
                  <a:pt x="545" y="706"/>
                </a:cubicBezTo>
                <a:cubicBezTo>
                  <a:pt x="625" y="947"/>
                  <a:pt x="705" y="1188"/>
                  <a:pt x="768" y="1437"/>
                </a:cubicBezTo>
                <a:cubicBezTo>
                  <a:pt x="830" y="1678"/>
                  <a:pt x="875" y="1928"/>
                  <a:pt x="884" y="2178"/>
                </a:cubicBezTo>
                <a:cubicBezTo>
                  <a:pt x="884" y="2303"/>
                  <a:pt x="866" y="2428"/>
                  <a:pt x="821" y="2544"/>
                </a:cubicBezTo>
                <a:cubicBezTo>
                  <a:pt x="777" y="2651"/>
                  <a:pt x="669" y="2732"/>
                  <a:pt x="553" y="2749"/>
                </a:cubicBezTo>
                <a:cubicBezTo>
                  <a:pt x="545" y="2750"/>
                  <a:pt x="536" y="2750"/>
                  <a:pt x="527" y="2750"/>
                </a:cubicBezTo>
                <a:cubicBezTo>
                  <a:pt x="412" y="2750"/>
                  <a:pt x="309" y="2697"/>
                  <a:pt x="259" y="2598"/>
                </a:cubicBezTo>
                <a:cubicBezTo>
                  <a:pt x="188" y="2491"/>
                  <a:pt x="143" y="2375"/>
                  <a:pt x="125" y="2250"/>
                </a:cubicBezTo>
                <a:cubicBezTo>
                  <a:pt x="72" y="2000"/>
                  <a:pt x="45" y="1750"/>
                  <a:pt x="54" y="1500"/>
                </a:cubicBezTo>
                <a:cubicBezTo>
                  <a:pt x="45" y="1241"/>
                  <a:pt x="63" y="991"/>
                  <a:pt x="98" y="741"/>
                </a:cubicBezTo>
                <a:cubicBezTo>
                  <a:pt x="116" y="482"/>
                  <a:pt x="170" y="233"/>
                  <a:pt x="259" y="0"/>
                </a:cubicBezTo>
                <a:close/>
              </a:path>
            </a:pathLst>
          </a:custGeom>
          <a:solidFill>
            <a:srgbClr val="CB47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3" name="Google Shape;1173;p13"/>
          <p:cNvSpPr/>
          <p:nvPr/>
        </p:nvSpPr>
        <p:spPr>
          <a:xfrm rot="1106660">
            <a:off x="7977010" y="630975"/>
            <a:ext cx="230665" cy="76120"/>
          </a:xfrm>
          <a:custGeom>
            <a:avLst/>
            <a:gdLst/>
            <a:ahLst/>
            <a:cxnLst/>
            <a:rect l="l" t="t" r="r" b="b"/>
            <a:pathLst>
              <a:path w="2812" h="928" extrusionOk="0">
                <a:moveTo>
                  <a:pt x="1272" y="1"/>
                </a:moveTo>
                <a:cubicBezTo>
                  <a:pt x="1109" y="1"/>
                  <a:pt x="946" y="8"/>
                  <a:pt x="786" y="19"/>
                </a:cubicBezTo>
                <a:cubicBezTo>
                  <a:pt x="661" y="37"/>
                  <a:pt x="527" y="46"/>
                  <a:pt x="402" y="73"/>
                </a:cubicBezTo>
                <a:cubicBezTo>
                  <a:pt x="268" y="91"/>
                  <a:pt x="143" y="126"/>
                  <a:pt x="18" y="180"/>
                </a:cubicBezTo>
                <a:cubicBezTo>
                  <a:pt x="9" y="189"/>
                  <a:pt x="9" y="189"/>
                  <a:pt x="9" y="198"/>
                </a:cubicBezTo>
                <a:cubicBezTo>
                  <a:pt x="1" y="207"/>
                  <a:pt x="9" y="225"/>
                  <a:pt x="18" y="233"/>
                </a:cubicBezTo>
                <a:cubicBezTo>
                  <a:pt x="465" y="448"/>
                  <a:pt x="929" y="635"/>
                  <a:pt x="1411" y="778"/>
                </a:cubicBezTo>
                <a:cubicBezTo>
                  <a:pt x="1652" y="849"/>
                  <a:pt x="1893" y="903"/>
                  <a:pt x="2143" y="921"/>
                </a:cubicBezTo>
                <a:cubicBezTo>
                  <a:pt x="2177" y="926"/>
                  <a:pt x="2212" y="928"/>
                  <a:pt x="2247" y="928"/>
                </a:cubicBezTo>
                <a:cubicBezTo>
                  <a:pt x="2337" y="928"/>
                  <a:pt x="2427" y="913"/>
                  <a:pt x="2517" y="894"/>
                </a:cubicBezTo>
                <a:cubicBezTo>
                  <a:pt x="2642" y="858"/>
                  <a:pt x="2740" y="769"/>
                  <a:pt x="2785" y="653"/>
                </a:cubicBezTo>
                <a:lnTo>
                  <a:pt x="2785" y="653"/>
                </a:lnTo>
                <a:cubicBezTo>
                  <a:pt x="2740" y="769"/>
                  <a:pt x="2633" y="858"/>
                  <a:pt x="2508" y="885"/>
                </a:cubicBezTo>
                <a:cubicBezTo>
                  <a:pt x="2431" y="909"/>
                  <a:pt x="2350" y="921"/>
                  <a:pt x="2267" y="921"/>
                </a:cubicBezTo>
                <a:cubicBezTo>
                  <a:pt x="2226" y="921"/>
                  <a:pt x="2184" y="918"/>
                  <a:pt x="2143" y="912"/>
                </a:cubicBezTo>
                <a:cubicBezTo>
                  <a:pt x="1893" y="885"/>
                  <a:pt x="1652" y="831"/>
                  <a:pt x="1411" y="751"/>
                </a:cubicBezTo>
                <a:cubicBezTo>
                  <a:pt x="1179" y="680"/>
                  <a:pt x="947" y="590"/>
                  <a:pt x="715" y="492"/>
                </a:cubicBezTo>
                <a:cubicBezTo>
                  <a:pt x="502" y="402"/>
                  <a:pt x="297" y="313"/>
                  <a:pt x="93" y="209"/>
                </a:cubicBezTo>
                <a:lnTo>
                  <a:pt x="93" y="209"/>
                </a:lnTo>
                <a:cubicBezTo>
                  <a:pt x="192" y="169"/>
                  <a:pt x="297" y="141"/>
                  <a:pt x="402" y="126"/>
                </a:cubicBezTo>
                <a:cubicBezTo>
                  <a:pt x="536" y="100"/>
                  <a:pt x="661" y="82"/>
                  <a:pt x="786" y="73"/>
                </a:cubicBezTo>
                <a:cubicBezTo>
                  <a:pt x="1045" y="46"/>
                  <a:pt x="1304" y="37"/>
                  <a:pt x="1562" y="37"/>
                </a:cubicBezTo>
                <a:cubicBezTo>
                  <a:pt x="1821" y="37"/>
                  <a:pt x="2080" y="73"/>
                  <a:pt x="2330" y="135"/>
                </a:cubicBezTo>
                <a:cubicBezTo>
                  <a:pt x="2455" y="162"/>
                  <a:pt x="2580" y="225"/>
                  <a:pt x="2678" y="305"/>
                </a:cubicBezTo>
                <a:cubicBezTo>
                  <a:pt x="2732" y="341"/>
                  <a:pt x="2767" y="394"/>
                  <a:pt x="2794" y="457"/>
                </a:cubicBezTo>
                <a:cubicBezTo>
                  <a:pt x="2803" y="519"/>
                  <a:pt x="2803" y="590"/>
                  <a:pt x="2785" y="653"/>
                </a:cubicBezTo>
                <a:cubicBezTo>
                  <a:pt x="2803" y="590"/>
                  <a:pt x="2812" y="519"/>
                  <a:pt x="2794" y="448"/>
                </a:cubicBezTo>
                <a:cubicBezTo>
                  <a:pt x="2776" y="385"/>
                  <a:pt x="2741" y="332"/>
                  <a:pt x="2687" y="287"/>
                </a:cubicBezTo>
                <a:cubicBezTo>
                  <a:pt x="2580" y="207"/>
                  <a:pt x="2464" y="153"/>
                  <a:pt x="2339" y="117"/>
                </a:cubicBezTo>
                <a:cubicBezTo>
                  <a:pt x="2089" y="55"/>
                  <a:pt x="1830" y="10"/>
                  <a:pt x="1571" y="10"/>
                </a:cubicBezTo>
                <a:cubicBezTo>
                  <a:pt x="1472" y="4"/>
                  <a:pt x="1372" y="1"/>
                  <a:pt x="1272" y="1"/>
                </a:cubicBezTo>
                <a:close/>
              </a:path>
            </a:pathLst>
          </a:custGeom>
          <a:solidFill>
            <a:srgbClr val="CB47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4" name="Google Shape;1174;p13"/>
          <p:cNvSpPr/>
          <p:nvPr/>
        </p:nvSpPr>
        <p:spPr>
          <a:xfrm rot="1106660">
            <a:off x="7867736" y="599945"/>
            <a:ext cx="402269" cy="483787"/>
          </a:xfrm>
          <a:custGeom>
            <a:avLst/>
            <a:gdLst/>
            <a:ahLst/>
            <a:cxnLst/>
            <a:rect l="l" t="t" r="r" b="b"/>
            <a:pathLst>
              <a:path w="4904" h="5898" extrusionOk="0">
                <a:moveTo>
                  <a:pt x="69" y="1"/>
                </a:moveTo>
                <a:cubicBezTo>
                  <a:pt x="32" y="1"/>
                  <a:pt x="0" y="57"/>
                  <a:pt x="36" y="85"/>
                </a:cubicBezTo>
                <a:cubicBezTo>
                  <a:pt x="259" y="255"/>
                  <a:pt x="473" y="442"/>
                  <a:pt x="687" y="629"/>
                </a:cubicBezTo>
                <a:cubicBezTo>
                  <a:pt x="669" y="647"/>
                  <a:pt x="669" y="665"/>
                  <a:pt x="669" y="683"/>
                </a:cubicBezTo>
                <a:cubicBezTo>
                  <a:pt x="732" y="978"/>
                  <a:pt x="794" y="1272"/>
                  <a:pt x="848" y="1567"/>
                </a:cubicBezTo>
                <a:cubicBezTo>
                  <a:pt x="884" y="1808"/>
                  <a:pt x="919" y="2057"/>
                  <a:pt x="937" y="2307"/>
                </a:cubicBezTo>
                <a:cubicBezTo>
                  <a:pt x="964" y="2049"/>
                  <a:pt x="964" y="1781"/>
                  <a:pt x="937" y="1522"/>
                </a:cubicBezTo>
                <a:cubicBezTo>
                  <a:pt x="893" y="1254"/>
                  <a:pt x="839" y="986"/>
                  <a:pt x="776" y="728"/>
                </a:cubicBezTo>
                <a:lnTo>
                  <a:pt x="776" y="728"/>
                </a:lnTo>
                <a:cubicBezTo>
                  <a:pt x="1071" y="1004"/>
                  <a:pt x="1348" y="1299"/>
                  <a:pt x="1607" y="1584"/>
                </a:cubicBezTo>
                <a:cubicBezTo>
                  <a:pt x="1669" y="1656"/>
                  <a:pt x="1731" y="1736"/>
                  <a:pt x="1803" y="1808"/>
                </a:cubicBezTo>
                <a:cubicBezTo>
                  <a:pt x="1803" y="2084"/>
                  <a:pt x="1803" y="2361"/>
                  <a:pt x="1794" y="2647"/>
                </a:cubicBezTo>
                <a:cubicBezTo>
                  <a:pt x="1776" y="2896"/>
                  <a:pt x="1794" y="3209"/>
                  <a:pt x="1758" y="3459"/>
                </a:cubicBezTo>
                <a:cubicBezTo>
                  <a:pt x="1812" y="3200"/>
                  <a:pt x="1847" y="2941"/>
                  <a:pt x="1865" y="2673"/>
                </a:cubicBezTo>
                <a:cubicBezTo>
                  <a:pt x="1874" y="2441"/>
                  <a:pt x="1892" y="2156"/>
                  <a:pt x="1892" y="1924"/>
                </a:cubicBezTo>
                <a:cubicBezTo>
                  <a:pt x="2178" y="2254"/>
                  <a:pt x="2445" y="2602"/>
                  <a:pt x="2695" y="2959"/>
                </a:cubicBezTo>
                <a:cubicBezTo>
                  <a:pt x="2686" y="2968"/>
                  <a:pt x="2678" y="2986"/>
                  <a:pt x="2678" y="2995"/>
                </a:cubicBezTo>
                <a:cubicBezTo>
                  <a:pt x="2669" y="3289"/>
                  <a:pt x="2651" y="3584"/>
                  <a:pt x="2624" y="3878"/>
                </a:cubicBezTo>
                <a:cubicBezTo>
                  <a:pt x="2606" y="4137"/>
                  <a:pt x="2570" y="4387"/>
                  <a:pt x="2526" y="4637"/>
                </a:cubicBezTo>
                <a:cubicBezTo>
                  <a:pt x="2615" y="4396"/>
                  <a:pt x="2686" y="4155"/>
                  <a:pt x="2722" y="3905"/>
                </a:cubicBezTo>
                <a:cubicBezTo>
                  <a:pt x="2749" y="3628"/>
                  <a:pt x="2758" y="3343"/>
                  <a:pt x="2776" y="3066"/>
                </a:cubicBezTo>
                <a:cubicBezTo>
                  <a:pt x="3017" y="3423"/>
                  <a:pt x="3249" y="3789"/>
                  <a:pt x="3463" y="4173"/>
                </a:cubicBezTo>
                <a:cubicBezTo>
                  <a:pt x="3454" y="4485"/>
                  <a:pt x="3436" y="4806"/>
                  <a:pt x="3409" y="5128"/>
                </a:cubicBezTo>
                <a:cubicBezTo>
                  <a:pt x="3383" y="5351"/>
                  <a:pt x="3356" y="5583"/>
                  <a:pt x="3311" y="5806"/>
                </a:cubicBezTo>
                <a:cubicBezTo>
                  <a:pt x="3409" y="5538"/>
                  <a:pt x="3472" y="5262"/>
                  <a:pt x="3516" y="4976"/>
                </a:cubicBezTo>
                <a:cubicBezTo>
                  <a:pt x="3534" y="4762"/>
                  <a:pt x="3543" y="4548"/>
                  <a:pt x="3552" y="4333"/>
                </a:cubicBezTo>
                <a:cubicBezTo>
                  <a:pt x="3831" y="4830"/>
                  <a:pt x="4391" y="5897"/>
                  <a:pt x="4392" y="5897"/>
                </a:cubicBezTo>
                <a:cubicBezTo>
                  <a:pt x="4392" y="5897"/>
                  <a:pt x="4392" y="5896"/>
                  <a:pt x="4391" y="5895"/>
                </a:cubicBezTo>
                <a:cubicBezTo>
                  <a:pt x="4168" y="5315"/>
                  <a:pt x="3900" y="4762"/>
                  <a:pt x="3606" y="4217"/>
                </a:cubicBezTo>
                <a:lnTo>
                  <a:pt x="3606" y="4217"/>
                </a:lnTo>
                <a:cubicBezTo>
                  <a:pt x="3847" y="4244"/>
                  <a:pt x="4088" y="4378"/>
                  <a:pt x="4293" y="4485"/>
                </a:cubicBezTo>
                <a:cubicBezTo>
                  <a:pt x="4464" y="4567"/>
                  <a:pt x="4867" y="4731"/>
                  <a:pt x="4901" y="4731"/>
                </a:cubicBezTo>
                <a:cubicBezTo>
                  <a:pt x="4904" y="4731"/>
                  <a:pt x="4904" y="4729"/>
                  <a:pt x="4900" y="4726"/>
                </a:cubicBezTo>
                <a:cubicBezTo>
                  <a:pt x="4721" y="4592"/>
                  <a:pt x="4534" y="4485"/>
                  <a:pt x="4338" y="4396"/>
                </a:cubicBezTo>
                <a:cubicBezTo>
                  <a:pt x="4106" y="4271"/>
                  <a:pt x="3820" y="4119"/>
                  <a:pt x="3552" y="4119"/>
                </a:cubicBezTo>
                <a:cubicBezTo>
                  <a:pt x="3347" y="3753"/>
                  <a:pt x="3124" y="3396"/>
                  <a:pt x="2883" y="3048"/>
                </a:cubicBezTo>
                <a:lnTo>
                  <a:pt x="2883" y="3048"/>
                </a:lnTo>
                <a:cubicBezTo>
                  <a:pt x="3106" y="3102"/>
                  <a:pt x="3320" y="3191"/>
                  <a:pt x="3516" y="3307"/>
                </a:cubicBezTo>
                <a:cubicBezTo>
                  <a:pt x="3668" y="3395"/>
                  <a:pt x="4064" y="3555"/>
                  <a:pt x="4113" y="3555"/>
                </a:cubicBezTo>
                <a:cubicBezTo>
                  <a:pt x="4118" y="3555"/>
                  <a:pt x="4119" y="3553"/>
                  <a:pt x="4114" y="3548"/>
                </a:cubicBezTo>
                <a:cubicBezTo>
                  <a:pt x="3936" y="3423"/>
                  <a:pt x="3749" y="3307"/>
                  <a:pt x="3552" y="3218"/>
                </a:cubicBezTo>
                <a:cubicBezTo>
                  <a:pt x="3329" y="3102"/>
                  <a:pt x="3070" y="2959"/>
                  <a:pt x="2811" y="2941"/>
                </a:cubicBezTo>
                <a:cubicBezTo>
                  <a:pt x="2526" y="2539"/>
                  <a:pt x="2231" y="2165"/>
                  <a:pt x="1919" y="1799"/>
                </a:cubicBezTo>
                <a:cubicBezTo>
                  <a:pt x="2160" y="1799"/>
                  <a:pt x="2428" y="1933"/>
                  <a:pt x="2642" y="2031"/>
                </a:cubicBezTo>
                <a:cubicBezTo>
                  <a:pt x="2803" y="2103"/>
                  <a:pt x="3211" y="2241"/>
                  <a:pt x="3256" y="2241"/>
                </a:cubicBezTo>
                <a:cubicBezTo>
                  <a:pt x="3261" y="2241"/>
                  <a:pt x="3262" y="2239"/>
                  <a:pt x="3258" y="2236"/>
                </a:cubicBezTo>
                <a:cubicBezTo>
                  <a:pt x="3070" y="2120"/>
                  <a:pt x="2883" y="2013"/>
                  <a:pt x="2678" y="1933"/>
                </a:cubicBezTo>
                <a:cubicBezTo>
                  <a:pt x="2447" y="1834"/>
                  <a:pt x="2172" y="1697"/>
                  <a:pt x="1906" y="1697"/>
                </a:cubicBezTo>
                <a:cubicBezTo>
                  <a:pt x="1884" y="1697"/>
                  <a:pt x="1861" y="1698"/>
                  <a:pt x="1839" y="1700"/>
                </a:cubicBezTo>
                <a:lnTo>
                  <a:pt x="1740" y="1593"/>
                </a:lnTo>
                <a:cubicBezTo>
                  <a:pt x="1473" y="1281"/>
                  <a:pt x="1187" y="978"/>
                  <a:pt x="884" y="683"/>
                </a:cubicBezTo>
                <a:cubicBezTo>
                  <a:pt x="1107" y="683"/>
                  <a:pt x="1339" y="710"/>
                  <a:pt x="1553" y="772"/>
                </a:cubicBezTo>
                <a:cubicBezTo>
                  <a:pt x="1720" y="810"/>
                  <a:pt x="2105" y="867"/>
                  <a:pt x="2185" y="867"/>
                </a:cubicBezTo>
                <a:cubicBezTo>
                  <a:pt x="2199" y="867"/>
                  <a:pt x="2204" y="866"/>
                  <a:pt x="2196" y="862"/>
                </a:cubicBezTo>
                <a:cubicBezTo>
                  <a:pt x="1990" y="781"/>
                  <a:pt x="1785" y="719"/>
                  <a:pt x="1571" y="683"/>
                </a:cubicBezTo>
                <a:cubicBezTo>
                  <a:pt x="1386" y="642"/>
                  <a:pt x="1175" y="585"/>
                  <a:pt x="969" y="585"/>
                </a:cubicBezTo>
                <a:cubicBezTo>
                  <a:pt x="907" y="585"/>
                  <a:pt x="846" y="590"/>
                  <a:pt x="785" y="603"/>
                </a:cubicBezTo>
                <a:cubicBezTo>
                  <a:pt x="571" y="389"/>
                  <a:pt x="339" y="192"/>
                  <a:pt x="98" y="14"/>
                </a:cubicBezTo>
                <a:cubicBezTo>
                  <a:pt x="89" y="4"/>
                  <a:pt x="79" y="1"/>
                  <a:pt x="6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5" name="Google Shape;1175;p13"/>
          <p:cNvSpPr/>
          <p:nvPr/>
        </p:nvSpPr>
        <p:spPr>
          <a:xfrm rot="-3603133">
            <a:off x="8210019" y="4081162"/>
            <a:ext cx="323633" cy="271347"/>
          </a:xfrm>
          <a:custGeom>
            <a:avLst/>
            <a:gdLst/>
            <a:ahLst/>
            <a:cxnLst/>
            <a:rect l="l" t="t" r="r" b="b"/>
            <a:pathLst>
              <a:path w="3571" h="2994" extrusionOk="0">
                <a:moveTo>
                  <a:pt x="3388" y="1"/>
                </a:moveTo>
                <a:cubicBezTo>
                  <a:pt x="2872" y="1"/>
                  <a:pt x="1224" y="57"/>
                  <a:pt x="670" y="762"/>
                </a:cubicBezTo>
                <a:cubicBezTo>
                  <a:pt x="1" y="1601"/>
                  <a:pt x="438" y="2207"/>
                  <a:pt x="679" y="2475"/>
                </a:cubicBezTo>
                <a:cubicBezTo>
                  <a:pt x="679" y="2475"/>
                  <a:pt x="1149" y="2993"/>
                  <a:pt x="1755" y="2993"/>
                </a:cubicBezTo>
                <a:cubicBezTo>
                  <a:pt x="1890" y="2993"/>
                  <a:pt x="2033" y="2967"/>
                  <a:pt x="2178" y="2904"/>
                </a:cubicBezTo>
                <a:cubicBezTo>
                  <a:pt x="2973" y="2555"/>
                  <a:pt x="3571" y="833"/>
                  <a:pt x="3544" y="3"/>
                </a:cubicBezTo>
                <a:cubicBezTo>
                  <a:pt x="3544" y="3"/>
                  <a:pt x="3487" y="1"/>
                  <a:pt x="3388" y="1"/>
                </a:cubicBezTo>
                <a:close/>
              </a:path>
            </a:pathLst>
          </a:cu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6" name="Google Shape;1176;p13"/>
          <p:cNvSpPr/>
          <p:nvPr/>
        </p:nvSpPr>
        <p:spPr>
          <a:xfrm rot="1365070">
            <a:off x="7855948" y="4289965"/>
            <a:ext cx="453612" cy="300440"/>
          </a:xfrm>
          <a:custGeom>
            <a:avLst/>
            <a:gdLst/>
            <a:ahLst/>
            <a:cxnLst/>
            <a:rect l="l" t="t" r="r" b="b"/>
            <a:pathLst>
              <a:path w="5005" h="3315" extrusionOk="0">
                <a:moveTo>
                  <a:pt x="3133" y="1"/>
                </a:moveTo>
                <a:cubicBezTo>
                  <a:pt x="3086" y="1"/>
                  <a:pt x="3041" y="10"/>
                  <a:pt x="2999" y="30"/>
                </a:cubicBezTo>
                <a:cubicBezTo>
                  <a:pt x="2651" y="190"/>
                  <a:pt x="2741" y="458"/>
                  <a:pt x="2741" y="458"/>
                </a:cubicBezTo>
                <a:cubicBezTo>
                  <a:pt x="2741" y="458"/>
                  <a:pt x="2316" y="210"/>
                  <a:pt x="1958" y="210"/>
                </a:cubicBezTo>
                <a:cubicBezTo>
                  <a:pt x="1832" y="210"/>
                  <a:pt x="1713" y="241"/>
                  <a:pt x="1625" y="324"/>
                </a:cubicBezTo>
                <a:cubicBezTo>
                  <a:pt x="1286" y="637"/>
                  <a:pt x="1803" y="896"/>
                  <a:pt x="1803" y="896"/>
                </a:cubicBezTo>
                <a:cubicBezTo>
                  <a:pt x="1803" y="896"/>
                  <a:pt x="1673" y="875"/>
                  <a:pt x="1507" y="875"/>
                </a:cubicBezTo>
                <a:cubicBezTo>
                  <a:pt x="1237" y="875"/>
                  <a:pt x="875" y="930"/>
                  <a:pt x="831" y="1217"/>
                </a:cubicBezTo>
                <a:cubicBezTo>
                  <a:pt x="759" y="1690"/>
                  <a:pt x="1295" y="1734"/>
                  <a:pt x="1295" y="1734"/>
                </a:cubicBezTo>
                <a:cubicBezTo>
                  <a:pt x="72" y="1877"/>
                  <a:pt x="1" y="2930"/>
                  <a:pt x="643" y="3127"/>
                </a:cubicBezTo>
                <a:cubicBezTo>
                  <a:pt x="733" y="3154"/>
                  <a:pt x="822" y="3166"/>
                  <a:pt x="909" y="3166"/>
                </a:cubicBezTo>
                <a:cubicBezTo>
                  <a:pt x="1448" y="3166"/>
                  <a:pt x="1910" y="2716"/>
                  <a:pt x="1911" y="2716"/>
                </a:cubicBezTo>
                <a:lnTo>
                  <a:pt x="1911" y="2716"/>
                </a:lnTo>
                <a:cubicBezTo>
                  <a:pt x="1911" y="2716"/>
                  <a:pt x="1821" y="3216"/>
                  <a:pt x="2241" y="3305"/>
                </a:cubicBezTo>
                <a:cubicBezTo>
                  <a:pt x="2270" y="3311"/>
                  <a:pt x="2297" y="3314"/>
                  <a:pt x="2325" y="3314"/>
                </a:cubicBezTo>
                <a:cubicBezTo>
                  <a:pt x="2693" y="3314"/>
                  <a:pt x="2910" y="2788"/>
                  <a:pt x="2910" y="2788"/>
                </a:cubicBezTo>
                <a:cubicBezTo>
                  <a:pt x="2910" y="2788"/>
                  <a:pt x="3104" y="3169"/>
                  <a:pt x="3399" y="3169"/>
                </a:cubicBezTo>
                <a:cubicBezTo>
                  <a:pt x="3484" y="3169"/>
                  <a:pt x="3578" y="3137"/>
                  <a:pt x="3678" y="3055"/>
                </a:cubicBezTo>
                <a:cubicBezTo>
                  <a:pt x="4124" y="2689"/>
                  <a:pt x="3847" y="2074"/>
                  <a:pt x="3847" y="2074"/>
                </a:cubicBezTo>
                <a:lnTo>
                  <a:pt x="3847" y="2074"/>
                </a:lnTo>
                <a:cubicBezTo>
                  <a:pt x="3847" y="2074"/>
                  <a:pt x="3976" y="2225"/>
                  <a:pt x="4171" y="2225"/>
                </a:cubicBezTo>
                <a:cubicBezTo>
                  <a:pt x="4276" y="2225"/>
                  <a:pt x="4400" y="2181"/>
                  <a:pt x="4534" y="2047"/>
                </a:cubicBezTo>
                <a:cubicBezTo>
                  <a:pt x="4847" y="1743"/>
                  <a:pt x="4651" y="1297"/>
                  <a:pt x="4651" y="1297"/>
                </a:cubicBezTo>
                <a:lnTo>
                  <a:pt x="4651" y="1297"/>
                </a:lnTo>
                <a:cubicBezTo>
                  <a:pt x="4703" y="1329"/>
                  <a:pt x="4745" y="1342"/>
                  <a:pt x="4778" y="1342"/>
                </a:cubicBezTo>
                <a:cubicBezTo>
                  <a:pt x="5005" y="1342"/>
                  <a:pt x="4793" y="681"/>
                  <a:pt x="4793" y="681"/>
                </a:cubicBezTo>
                <a:cubicBezTo>
                  <a:pt x="4793" y="681"/>
                  <a:pt x="4279" y="152"/>
                  <a:pt x="4046" y="152"/>
                </a:cubicBezTo>
                <a:cubicBezTo>
                  <a:pt x="4021" y="152"/>
                  <a:pt x="3999" y="158"/>
                  <a:pt x="3981" y="173"/>
                </a:cubicBezTo>
                <a:cubicBezTo>
                  <a:pt x="3874" y="244"/>
                  <a:pt x="3847" y="387"/>
                  <a:pt x="3928" y="485"/>
                </a:cubicBezTo>
                <a:cubicBezTo>
                  <a:pt x="3928" y="485"/>
                  <a:pt x="3478" y="1"/>
                  <a:pt x="313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7" name="Google Shape;1177;p13"/>
          <p:cNvSpPr/>
          <p:nvPr/>
        </p:nvSpPr>
        <p:spPr>
          <a:xfrm rot="1365070">
            <a:off x="7865275" y="4373584"/>
            <a:ext cx="326002" cy="208813"/>
          </a:xfrm>
          <a:custGeom>
            <a:avLst/>
            <a:gdLst/>
            <a:ahLst/>
            <a:cxnLst/>
            <a:rect l="l" t="t" r="r" b="b"/>
            <a:pathLst>
              <a:path w="3597" h="2304" extrusionOk="0">
                <a:moveTo>
                  <a:pt x="884" y="590"/>
                </a:moveTo>
                <a:cubicBezTo>
                  <a:pt x="919" y="608"/>
                  <a:pt x="955" y="608"/>
                  <a:pt x="1000" y="616"/>
                </a:cubicBezTo>
                <a:cubicBezTo>
                  <a:pt x="919" y="625"/>
                  <a:pt x="848" y="634"/>
                  <a:pt x="777" y="652"/>
                </a:cubicBezTo>
                <a:cubicBezTo>
                  <a:pt x="411" y="893"/>
                  <a:pt x="143" y="1259"/>
                  <a:pt x="18" y="1679"/>
                </a:cubicBezTo>
                <a:cubicBezTo>
                  <a:pt x="18" y="1696"/>
                  <a:pt x="9" y="1714"/>
                  <a:pt x="0" y="1723"/>
                </a:cubicBezTo>
                <a:cubicBezTo>
                  <a:pt x="71" y="1866"/>
                  <a:pt x="196" y="1964"/>
                  <a:pt x="348" y="2009"/>
                </a:cubicBezTo>
                <a:cubicBezTo>
                  <a:pt x="982" y="2205"/>
                  <a:pt x="1615" y="1598"/>
                  <a:pt x="1615" y="1598"/>
                </a:cubicBezTo>
                <a:cubicBezTo>
                  <a:pt x="1615" y="1598"/>
                  <a:pt x="1517" y="2098"/>
                  <a:pt x="1937" y="2187"/>
                </a:cubicBezTo>
                <a:cubicBezTo>
                  <a:pt x="2356" y="2277"/>
                  <a:pt x="2606" y="1670"/>
                  <a:pt x="2606" y="1670"/>
                </a:cubicBezTo>
                <a:cubicBezTo>
                  <a:pt x="2606" y="1670"/>
                  <a:pt x="2927" y="2303"/>
                  <a:pt x="3374" y="1937"/>
                </a:cubicBezTo>
                <a:cubicBezTo>
                  <a:pt x="3481" y="1848"/>
                  <a:pt x="3561" y="1732"/>
                  <a:pt x="3597" y="1598"/>
                </a:cubicBezTo>
                <a:cubicBezTo>
                  <a:pt x="3213" y="483"/>
                  <a:pt x="1901" y="1"/>
                  <a:pt x="884" y="590"/>
                </a:cubicBezTo>
                <a:close/>
              </a:path>
            </a:pathLst>
          </a:custGeom>
          <a:gradFill>
            <a:gsLst>
              <a:gs pos="0">
                <a:srgbClr val="FFFFFF">
                  <a:alpha val="0"/>
                </a:srgbClr>
              </a:gs>
              <a:gs pos="100000">
                <a:srgbClr val="FFFFFF">
                  <a:alpha val="2196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8" name="Google Shape;1178;p13"/>
          <p:cNvSpPr/>
          <p:nvPr/>
        </p:nvSpPr>
        <p:spPr>
          <a:xfrm rot="1365070">
            <a:off x="7875100" y="4290364"/>
            <a:ext cx="425607" cy="302978"/>
          </a:xfrm>
          <a:custGeom>
            <a:avLst/>
            <a:gdLst/>
            <a:ahLst/>
            <a:cxnLst/>
            <a:rect l="l" t="t" r="r" b="b"/>
            <a:pathLst>
              <a:path w="4696" h="3343" extrusionOk="0">
                <a:moveTo>
                  <a:pt x="1697" y="2735"/>
                </a:moveTo>
                <a:lnTo>
                  <a:pt x="1697" y="2735"/>
                </a:lnTo>
                <a:cubicBezTo>
                  <a:pt x="1697" y="2735"/>
                  <a:pt x="1697" y="2735"/>
                  <a:pt x="1697" y="2735"/>
                </a:cubicBezTo>
                <a:lnTo>
                  <a:pt x="1697" y="2735"/>
                </a:lnTo>
                <a:cubicBezTo>
                  <a:pt x="1697" y="2735"/>
                  <a:pt x="1697" y="2735"/>
                  <a:pt x="1697" y="2735"/>
                </a:cubicBezTo>
                <a:close/>
                <a:moveTo>
                  <a:pt x="1695" y="2737"/>
                </a:moveTo>
                <a:lnTo>
                  <a:pt x="1695" y="2737"/>
                </a:lnTo>
                <a:cubicBezTo>
                  <a:pt x="1481" y="2941"/>
                  <a:pt x="1214" y="3083"/>
                  <a:pt x="920" y="3164"/>
                </a:cubicBezTo>
                <a:cubicBezTo>
                  <a:pt x="1205" y="3092"/>
                  <a:pt x="1481" y="2941"/>
                  <a:pt x="1695" y="2737"/>
                </a:cubicBezTo>
                <a:close/>
                <a:moveTo>
                  <a:pt x="2898" y="1"/>
                </a:moveTo>
                <a:cubicBezTo>
                  <a:pt x="2878" y="1"/>
                  <a:pt x="2858" y="2"/>
                  <a:pt x="2839" y="4"/>
                </a:cubicBezTo>
                <a:cubicBezTo>
                  <a:pt x="2776" y="22"/>
                  <a:pt x="2705" y="58"/>
                  <a:pt x="2652" y="102"/>
                </a:cubicBezTo>
                <a:cubicBezTo>
                  <a:pt x="2540" y="182"/>
                  <a:pt x="2479" y="311"/>
                  <a:pt x="2498" y="439"/>
                </a:cubicBezTo>
                <a:lnTo>
                  <a:pt x="2498" y="439"/>
                </a:lnTo>
                <a:cubicBezTo>
                  <a:pt x="2367" y="368"/>
                  <a:pt x="2236" y="313"/>
                  <a:pt x="2089" y="272"/>
                </a:cubicBezTo>
                <a:cubicBezTo>
                  <a:pt x="1984" y="235"/>
                  <a:pt x="1875" y="215"/>
                  <a:pt x="1762" y="215"/>
                </a:cubicBezTo>
                <a:cubicBezTo>
                  <a:pt x="1711" y="215"/>
                  <a:pt x="1660" y="219"/>
                  <a:pt x="1607" y="227"/>
                </a:cubicBezTo>
                <a:cubicBezTo>
                  <a:pt x="1527" y="245"/>
                  <a:pt x="1447" y="281"/>
                  <a:pt x="1384" y="343"/>
                </a:cubicBezTo>
                <a:cubicBezTo>
                  <a:pt x="1322" y="397"/>
                  <a:pt x="1286" y="477"/>
                  <a:pt x="1277" y="566"/>
                </a:cubicBezTo>
                <a:cubicBezTo>
                  <a:pt x="1277" y="647"/>
                  <a:pt x="1313" y="727"/>
                  <a:pt x="1384" y="790"/>
                </a:cubicBezTo>
                <a:cubicBezTo>
                  <a:pt x="1417" y="822"/>
                  <a:pt x="1453" y="855"/>
                  <a:pt x="1495" y="884"/>
                </a:cubicBezTo>
                <a:lnTo>
                  <a:pt x="1495" y="884"/>
                </a:lnTo>
                <a:cubicBezTo>
                  <a:pt x="1438" y="878"/>
                  <a:pt x="1381" y="875"/>
                  <a:pt x="1324" y="875"/>
                </a:cubicBezTo>
                <a:cubicBezTo>
                  <a:pt x="1252" y="875"/>
                  <a:pt x="1180" y="880"/>
                  <a:pt x="1107" y="888"/>
                </a:cubicBezTo>
                <a:cubicBezTo>
                  <a:pt x="1027" y="897"/>
                  <a:pt x="947" y="915"/>
                  <a:pt x="875" y="941"/>
                </a:cubicBezTo>
                <a:cubicBezTo>
                  <a:pt x="795" y="968"/>
                  <a:pt x="724" y="1013"/>
                  <a:pt x="670" y="1075"/>
                </a:cubicBezTo>
                <a:cubicBezTo>
                  <a:pt x="572" y="1218"/>
                  <a:pt x="572" y="1405"/>
                  <a:pt x="661" y="1548"/>
                </a:cubicBezTo>
                <a:cubicBezTo>
                  <a:pt x="735" y="1648"/>
                  <a:pt x="843" y="1719"/>
                  <a:pt x="961" y="1751"/>
                </a:cubicBezTo>
                <a:lnTo>
                  <a:pt x="961" y="1751"/>
                </a:lnTo>
                <a:cubicBezTo>
                  <a:pt x="702" y="1797"/>
                  <a:pt x="461" y="1913"/>
                  <a:pt x="260" y="2084"/>
                </a:cubicBezTo>
                <a:cubicBezTo>
                  <a:pt x="144" y="2191"/>
                  <a:pt x="72" y="2325"/>
                  <a:pt x="37" y="2476"/>
                </a:cubicBezTo>
                <a:cubicBezTo>
                  <a:pt x="1" y="2619"/>
                  <a:pt x="28" y="2780"/>
                  <a:pt x="108" y="2914"/>
                </a:cubicBezTo>
                <a:cubicBezTo>
                  <a:pt x="188" y="3039"/>
                  <a:pt x="322" y="3137"/>
                  <a:pt x="474" y="3164"/>
                </a:cubicBezTo>
                <a:cubicBezTo>
                  <a:pt x="545" y="3181"/>
                  <a:pt x="619" y="3190"/>
                  <a:pt x="694" y="3190"/>
                </a:cubicBezTo>
                <a:cubicBezTo>
                  <a:pt x="768" y="3190"/>
                  <a:pt x="844" y="3181"/>
                  <a:pt x="920" y="3164"/>
                </a:cubicBezTo>
                <a:lnTo>
                  <a:pt x="920" y="3164"/>
                </a:lnTo>
                <a:cubicBezTo>
                  <a:pt x="854" y="3176"/>
                  <a:pt x="786" y="3183"/>
                  <a:pt x="716" y="3183"/>
                </a:cubicBezTo>
                <a:cubicBezTo>
                  <a:pt x="636" y="3183"/>
                  <a:pt x="555" y="3174"/>
                  <a:pt x="474" y="3155"/>
                </a:cubicBezTo>
                <a:cubicBezTo>
                  <a:pt x="331" y="3119"/>
                  <a:pt x="206" y="3030"/>
                  <a:pt x="126" y="2905"/>
                </a:cubicBezTo>
                <a:cubicBezTo>
                  <a:pt x="45" y="2780"/>
                  <a:pt x="28" y="2628"/>
                  <a:pt x="63" y="2485"/>
                </a:cubicBezTo>
                <a:cubicBezTo>
                  <a:pt x="99" y="2343"/>
                  <a:pt x="179" y="2209"/>
                  <a:pt x="286" y="2110"/>
                </a:cubicBezTo>
                <a:cubicBezTo>
                  <a:pt x="510" y="1914"/>
                  <a:pt x="795" y="1798"/>
                  <a:pt x="1090" y="1771"/>
                </a:cubicBezTo>
                <a:lnTo>
                  <a:pt x="1224" y="1762"/>
                </a:lnTo>
                <a:lnTo>
                  <a:pt x="1090" y="1745"/>
                </a:lnTo>
                <a:cubicBezTo>
                  <a:pt x="1087" y="1744"/>
                  <a:pt x="1084" y="1744"/>
                  <a:pt x="1081" y="1743"/>
                </a:cubicBezTo>
                <a:lnTo>
                  <a:pt x="1081" y="1743"/>
                </a:lnTo>
                <a:lnTo>
                  <a:pt x="1081" y="1736"/>
                </a:lnTo>
                <a:cubicBezTo>
                  <a:pt x="1071" y="1737"/>
                  <a:pt x="1060" y="1738"/>
                  <a:pt x="1050" y="1739"/>
                </a:cubicBezTo>
                <a:lnTo>
                  <a:pt x="1050" y="1739"/>
                </a:lnTo>
                <a:cubicBezTo>
                  <a:pt x="913" y="1714"/>
                  <a:pt x="787" y="1644"/>
                  <a:pt x="697" y="1530"/>
                </a:cubicBezTo>
                <a:cubicBezTo>
                  <a:pt x="617" y="1396"/>
                  <a:pt x="617" y="1227"/>
                  <a:pt x="706" y="1102"/>
                </a:cubicBezTo>
                <a:cubicBezTo>
                  <a:pt x="759" y="1048"/>
                  <a:pt x="822" y="1004"/>
                  <a:pt x="893" y="977"/>
                </a:cubicBezTo>
                <a:cubicBezTo>
                  <a:pt x="965" y="950"/>
                  <a:pt x="1036" y="932"/>
                  <a:pt x="1116" y="923"/>
                </a:cubicBezTo>
                <a:cubicBezTo>
                  <a:pt x="1178" y="917"/>
                  <a:pt x="1238" y="914"/>
                  <a:pt x="1298" y="914"/>
                </a:cubicBezTo>
                <a:cubicBezTo>
                  <a:pt x="1390" y="914"/>
                  <a:pt x="1483" y="921"/>
                  <a:pt x="1578" y="931"/>
                </a:cubicBezTo>
                <a:lnTo>
                  <a:pt x="1578" y="931"/>
                </a:lnTo>
                <a:cubicBezTo>
                  <a:pt x="1579" y="932"/>
                  <a:pt x="1580" y="932"/>
                  <a:pt x="1581" y="932"/>
                </a:cubicBezTo>
                <a:lnTo>
                  <a:pt x="1581" y="931"/>
                </a:lnTo>
                <a:lnTo>
                  <a:pt x="1581" y="931"/>
                </a:lnTo>
                <a:cubicBezTo>
                  <a:pt x="1584" y="932"/>
                  <a:pt x="1587" y="932"/>
                  <a:pt x="1589" y="932"/>
                </a:cubicBezTo>
                <a:lnTo>
                  <a:pt x="1697" y="950"/>
                </a:lnTo>
                <a:lnTo>
                  <a:pt x="1598" y="897"/>
                </a:lnTo>
                <a:cubicBezTo>
                  <a:pt x="1527" y="861"/>
                  <a:pt x="1464" y="816"/>
                  <a:pt x="1411" y="763"/>
                </a:cubicBezTo>
                <a:cubicBezTo>
                  <a:pt x="1357" y="709"/>
                  <a:pt x="1322" y="638"/>
                  <a:pt x="1322" y="566"/>
                </a:cubicBezTo>
                <a:cubicBezTo>
                  <a:pt x="1331" y="486"/>
                  <a:pt x="1366" y="424"/>
                  <a:pt x="1420" y="370"/>
                </a:cubicBezTo>
                <a:cubicBezTo>
                  <a:pt x="1473" y="317"/>
                  <a:pt x="1545" y="281"/>
                  <a:pt x="1625" y="272"/>
                </a:cubicBezTo>
                <a:cubicBezTo>
                  <a:pt x="1672" y="264"/>
                  <a:pt x="1720" y="260"/>
                  <a:pt x="1768" y="260"/>
                </a:cubicBezTo>
                <a:cubicBezTo>
                  <a:pt x="1875" y="260"/>
                  <a:pt x="1982" y="280"/>
                  <a:pt x="2080" y="317"/>
                </a:cubicBezTo>
                <a:cubicBezTo>
                  <a:pt x="2232" y="361"/>
                  <a:pt x="2375" y="424"/>
                  <a:pt x="2518" y="495"/>
                </a:cubicBezTo>
                <a:lnTo>
                  <a:pt x="2571" y="531"/>
                </a:lnTo>
                <a:lnTo>
                  <a:pt x="2553" y="468"/>
                </a:lnTo>
                <a:cubicBezTo>
                  <a:pt x="2518" y="343"/>
                  <a:pt x="2571" y="209"/>
                  <a:pt x="2678" y="138"/>
                </a:cubicBezTo>
                <a:cubicBezTo>
                  <a:pt x="2732" y="93"/>
                  <a:pt x="2794" y="67"/>
                  <a:pt x="2857" y="49"/>
                </a:cubicBezTo>
                <a:cubicBezTo>
                  <a:pt x="2874" y="46"/>
                  <a:pt x="2890" y="45"/>
                  <a:pt x="2907" y="45"/>
                </a:cubicBezTo>
                <a:cubicBezTo>
                  <a:pt x="2953" y="45"/>
                  <a:pt x="2998" y="54"/>
                  <a:pt x="3044" y="67"/>
                </a:cubicBezTo>
                <a:cubicBezTo>
                  <a:pt x="3169" y="111"/>
                  <a:pt x="3285" y="174"/>
                  <a:pt x="3392" y="254"/>
                </a:cubicBezTo>
                <a:cubicBezTo>
                  <a:pt x="3491" y="328"/>
                  <a:pt x="3590" y="410"/>
                  <a:pt x="3682" y="500"/>
                </a:cubicBezTo>
                <a:lnTo>
                  <a:pt x="3682" y="500"/>
                </a:lnTo>
                <a:cubicBezTo>
                  <a:pt x="3686" y="507"/>
                  <a:pt x="3691" y="515"/>
                  <a:pt x="3696" y="522"/>
                </a:cubicBezTo>
                <a:lnTo>
                  <a:pt x="3701" y="518"/>
                </a:lnTo>
                <a:lnTo>
                  <a:pt x="3701" y="518"/>
                </a:lnTo>
                <a:cubicBezTo>
                  <a:pt x="3702" y="519"/>
                  <a:pt x="3703" y="521"/>
                  <a:pt x="3705" y="522"/>
                </a:cubicBezTo>
                <a:lnTo>
                  <a:pt x="3740" y="486"/>
                </a:lnTo>
                <a:cubicBezTo>
                  <a:pt x="3705" y="441"/>
                  <a:pt x="3687" y="397"/>
                  <a:pt x="3696" y="343"/>
                </a:cubicBezTo>
                <a:cubicBezTo>
                  <a:pt x="3696" y="290"/>
                  <a:pt x="3723" y="245"/>
                  <a:pt x="3767" y="218"/>
                </a:cubicBezTo>
                <a:cubicBezTo>
                  <a:pt x="3785" y="201"/>
                  <a:pt x="3807" y="194"/>
                  <a:pt x="3831" y="194"/>
                </a:cubicBezTo>
                <a:cubicBezTo>
                  <a:pt x="3854" y="194"/>
                  <a:pt x="3879" y="201"/>
                  <a:pt x="3901" y="209"/>
                </a:cubicBezTo>
                <a:cubicBezTo>
                  <a:pt x="3955" y="227"/>
                  <a:pt x="3999" y="254"/>
                  <a:pt x="4053" y="281"/>
                </a:cubicBezTo>
                <a:cubicBezTo>
                  <a:pt x="4237" y="403"/>
                  <a:pt x="4403" y="543"/>
                  <a:pt x="4561" y="700"/>
                </a:cubicBezTo>
                <a:lnTo>
                  <a:pt x="4561" y="700"/>
                </a:lnTo>
                <a:cubicBezTo>
                  <a:pt x="4606" y="843"/>
                  <a:pt x="4633" y="977"/>
                  <a:pt x="4651" y="1120"/>
                </a:cubicBezTo>
                <a:cubicBezTo>
                  <a:pt x="4660" y="1191"/>
                  <a:pt x="4651" y="1254"/>
                  <a:pt x="4615" y="1316"/>
                </a:cubicBezTo>
                <a:cubicBezTo>
                  <a:pt x="4602" y="1336"/>
                  <a:pt x="4584" y="1343"/>
                  <a:pt x="4563" y="1343"/>
                </a:cubicBezTo>
                <a:cubicBezTo>
                  <a:pt x="4528" y="1343"/>
                  <a:pt x="4485" y="1321"/>
                  <a:pt x="4445" y="1298"/>
                </a:cubicBezTo>
                <a:lnTo>
                  <a:pt x="4392" y="1272"/>
                </a:lnTo>
                <a:lnTo>
                  <a:pt x="4419" y="1325"/>
                </a:lnTo>
                <a:cubicBezTo>
                  <a:pt x="4419" y="1327"/>
                  <a:pt x="4420" y="1329"/>
                  <a:pt x="4421" y="1332"/>
                </a:cubicBezTo>
                <a:lnTo>
                  <a:pt x="4421" y="1332"/>
                </a:lnTo>
                <a:lnTo>
                  <a:pt x="4419" y="1334"/>
                </a:lnTo>
                <a:cubicBezTo>
                  <a:pt x="4420" y="1335"/>
                  <a:pt x="4421" y="1335"/>
                  <a:pt x="4422" y="1336"/>
                </a:cubicBezTo>
                <a:lnTo>
                  <a:pt x="4422" y="1336"/>
                </a:lnTo>
                <a:cubicBezTo>
                  <a:pt x="4465" y="1457"/>
                  <a:pt x="4490" y="1579"/>
                  <a:pt x="4472" y="1709"/>
                </a:cubicBezTo>
                <a:cubicBezTo>
                  <a:pt x="4463" y="1834"/>
                  <a:pt x="4410" y="1959"/>
                  <a:pt x="4312" y="2048"/>
                </a:cubicBezTo>
                <a:cubicBezTo>
                  <a:pt x="4231" y="2146"/>
                  <a:pt x="4106" y="2209"/>
                  <a:pt x="3981" y="2226"/>
                </a:cubicBezTo>
                <a:cubicBezTo>
                  <a:pt x="3972" y="2227"/>
                  <a:pt x="3962" y="2227"/>
                  <a:pt x="3953" y="2227"/>
                </a:cubicBezTo>
                <a:cubicBezTo>
                  <a:pt x="3830" y="2227"/>
                  <a:pt x="3717" y="2175"/>
                  <a:pt x="3642" y="2084"/>
                </a:cubicBezTo>
                <a:lnTo>
                  <a:pt x="3642" y="2084"/>
                </a:lnTo>
                <a:cubicBezTo>
                  <a:pt x="3642" y="2084"/>
                  <a:pt x="3642" y="2084"/>
                  <a:pt x="3642" y="2084"/>
                </a:cubicBezTo>
                <a:lnTo>
                  <a:pt x="3580" y="2021"/>
                </a:lnTo>
                <a:lnTo>
                  <a:pt x="3615" y="2102"/>
                </a:lnTo>
                <a:cubicBezTo>
                  <a:pt x="3616" y="2104"/>
                  <a:pt x="3617" y="2106"/>
                  <a:pt x="3618" y="2108"/>
                </a:cubicBezTo>
                <a:lnTo>
                  <a:pt x="3618" y="2108"/>
                </a:lnTo>
                <a:lnTo>
                  <a:pt x="3615" y="2110"/>
                </a:lnTo>
                <a:cubicBezTo>
                  <a:pt x="3618" y="2113"/>
                  <a:pt x="3620" y="2115"/>
                  <a:pt x="3622" y="2117"/>
                </a:cubicBezTo>
                <a:lnTo>
                  <a:pt x="3622" y="2117"/>
                </a:lnTo>
                <a:cubicBezTo>
                  <a:pt x="3680" y="2265"/>
                  <a:pt x="3704" y="2428"/>
                  <a:pt x="3696" y="2583"/>
                </a:cubicBezTo>
                <a:cubicBezTo>
                  <a:pt x="3687" y="2753"/>
                  <a:pt x="3615" y="2914"/>
                  <a:pt x="3490" y="3021"/>
                </a:cubicBezTo>
                <a:cubicBezTo>
                  <a:pt x="3437" y="3083"/>
                  <a:pt x="3366" y="3128"/>
                  <a:pt x="3285" y="3155"/>
                </a:cubicBezTo>
                <a:cubicBezTo>
                  <a:pt x="3248" y="3167"/>
                  <a:pt x="3211" y="3174"/>
                  <a:pt x="3173" y="3174"/>
                </a:cubicBezTo>
                <a:cubicBezTo>
                  <a:pt x="3130" y="3174"/>
                  <a:pt x="3087" y="3165"/>
                  <a:pt x="3044" y="3146"/>
                </a:cubicBezTo>
                <a:cubicBezTo>
                  <a:pt x="2892" y="3065"/>
                  <a:pt x="2776" y="2949"/>
                  <a:pt x="2696" y="2798"/>
                </a:cubicBezTo>
                <a:lnTo>
                  <a:pt x="2687" y="2780"/>
                </a:lnTo>
                <a:lnTo>
                  <a:pt x="2678" y="2798"/>
                </a:lnTo>
                <a:cubicBezTo>
                  <a:pt x="2625" y="2932"/>
                  <a:pt x="2553" y="3048"/>
                  <a:pt x="2455" y="3146"/>
                </a:cubicBezTo>
                <a:cubicBezTo>
                  <a:pt x="2411" y="3199"/>
                  <a:pt x="2357" y="3244"/>
                  <a:pt x="2295" y="3280"/>
                </a:cubicBezTo>
                <a:cubicBezTo>
                  <a:pt x="2241" y="3306"/>
                  <a:pt x="2170" y="3324"/>
                  <a:pt x="2098" y="3333"/>
                </a:cubicBezTo>
                <a:cubicBezTo>
                  <a:pt x="1964" y="3333"/>
                  <a:pt x="1830" y="3262"/>
                  <a:pt x="1759" y="3137"/>
                </a:cubicBezTo>
                <a:cubicBezTo>
                  <a:pt x="1697" y="3012"/>
                  <a:pt x="1670" y="2878"/>
                  <a:pt x="1697" y="2735"/>
                </a:cubicBezTo>
                <a:lnTo>
                  <a:pt x="1697" y="2735"/>
                </a:lnTo>
                <a:cubicBezTo>
                  <a:pt x="1670" y="2878"/>
                  <a:pt x="1688" y="3021"/>
                  <a:pt x="1750" y="3146"/>
                </a:cubicBezTo>
                <a:cubicBezTo>
                  <a:pt x="1830" y="3262"/>
                  <a:pt x="1955" y="3342"/>
                  <a:pt x="2098" y="3342"/>
                </a:cubicBezTo>
                <a:cubicBezTo>
                  <a:pt x="2170" y="3342"/>
                  <a:pt x="2241" y="3324"/>
                  <a:pt x="2303" y="3289"/>
                </a:cubicBezTo>
                <a:cubicBezTo>
                  <a:pt x="2366" y="3253"/>
                  <a:pt x="2419" y="3208"/>
                  <a:pt x="2464" y="3164"/>
                </a:cubicBezTo>
                <a:cubicBezTo>
                  <a:pt x="2557" y="3062"/>
                  <a:pt x="2634" y="2952"/>
                  <a:pt x="2688" y="2827"/>
                </a:cubicBezTo>
                <a:lnTo>
                  <a:pt x="2688" y="2827"/>
                </a:lnTo>
                <a:cubicBezTo>
                  <a:pt x="2761" y="2978"/>
                  <a:pt x="2890" y="3096"/>
                  <a:pt x="3035" y="3173"/>
                </a:cubicBezTo>
                <a:cubicBezTo>
                  <a:pt x="3078" y="3192"/>
                  <a:pt x="3124" y="3201"/>
                  <a:pt x="3171" y="3201"/>
                </a:cubicBezTo>
                <a:cubicBezTo>
                  <a:pt x="3211" y="3201"/>
                  <a:pt x="3253" y="3194"/>
                  <a:pt x="3294" y="3181"/>
                </a:cubicBezTo>
                <a:cubicBezTo>
                  <a:pt x="3374" y="3155"/>
                  <a:pt x="3446" y="3110"/>
                  <a:pt x="3508" y="3048"/>
                </a:cubicBezTo>
                <a:cubicBezTo>
                  <a:pt x="3633" y="2932"/>
                  <a:pt x="3714" y="2762"/>
                  <a:pt x="3723" y="2592"/>
                </a:cubicBezTo>
                <a:cubicBezTo>
                  <a:pt x="3730" y="2450"/>
                  <a:pt x="3712" y="2300"/>
                  <a:pt x="3669" y="2161"/>
                </a:cubicBezTo>
                <a:lnTo>
                  <a:pt x="3669" y="2161"/>
                </a:lnTo>
                <a:cubicBezTo>
                  <a:pt x="3748" y="2224"/>
                  <a:pt x="3848" y="2263"/>
                  <a:pt x="3954" y="2263"/>
                </a:cubicBezTo>
                <a:cubicBezTo>
                  <a:pt x="3963" y="2263"/>
                  <a:pt x="3972" y="2263"/>
                  <a:pt x="3981" y="2262"/>
                </a:cubicBezTo>
                <a:cubicBezTo>
                  <a:pt x="4115" y="2244"/>
                  <a:pt x="4240" y="2182"/>
                  <a:pt x="4338" y="2075"/>
                </a:cubicBezTo>
                <a:cubicBezTo>
                  <a:pt x="4428" y="1977"/>
                  <a:pt x="4490" y="1852"/>
                  <a:pt x="4508" y="1709"/>
                </a:cubicBezTo>
                <a:cubicBezTo>
                  <a:pt x="4516" y="1591"/>
                  <a:pt x="4503" y="1473"/>
                  <a:pt x="4463" y="1356"/>
                </a:cubicBezTo>
                <a:lnTo>
                  <a:pt x="4463" y="1356"/>
                </a:lnTo>
                <a:cubicBezTo>
                  <a:pt x="4484" y="1365"/>
                  <a:pt x="4505" y="1373"/>
                  <a:pt x="4526" y="1379"/>
                </a:cubicBezTo>
                <a:cubicBezTo>
                  <a:pt x="4538" y="1383"/>
                  <a:pt x="4550" y="1386"/>
                  <a:pt x="4561" y="1386"/>
                </a:cubicBezTo>
                <a:cubicBezTo>
                  <a:pt x="4593" y="1386"/>
                  <a:pt x="4622" y="1369"/>
                  <a:pt x="4642" y="1343"/>
                </a:cubicBezTo>
                <a:cubicBezTo>
                  <a:pt x="4677" y="1272"/>
                  <a:pt x="4695" y="1191"/>
                  <a:pt x="4686" y="1120"/>
                </a:cubicBezTo>
                <a:cubicBezTo>
                  <a:pt x="4669" y="968"/>
                  <a:pt x="4642" y="825"/>
                  <a:pt x="4597" y="691"/>
                </a:cubicBezTo>
                <a:cubicBezTo>
                  <a:pt x="4437" y="522"/>
                  <a:pt x="4258" y="379"/>
                  <a:pt x="4071" y="245"/>
                </a:cubicBezTo>
                <a:cubicBezTo>
                  <a:pt x="4026" y="218"/>
                  <a:pt x="3972" y="192"/>
                  <a:pt x="3919" y="174"/>
                </a:cubicBezTo>
                <a:cubicBezTo>
                  <a:pt x="3892" y="156"/>
                  <a:pt x="3856" y="156"/>
                  <a:pt x="3830" y="156"/>
                </a:cubicBezTo>
                <a:cubicBezTo>
                  <a:pt x="3794" y="156"/>
                  <a:pt x="3758" y="165"/>
                  <a:pt x="3731" y="192"/>
                </a:cubicBezTo>
                <a:cubicBezTo>
                  <a:pt x="3687" y="227"/>
                  <a:pt x="3651" y="281"/>
                  <a:pt x="3642" y="343"/>
                </a:cubicBezTo>
                <a:cubicBezTo>
                  <a:pt x="3642" y="366"/>
                  <a:pt x="3644" y="388"/>
                  <a:pt x="3649" y="410"/>
                </a:cubicBezTo>
                <a:lnTo>
                  <a:pt x="3649" y="410"/>
                </a:lnTo>
                <a:cubicBezTo>
                  <a:pt x="3579" y="341"/>
                  <a:pt x="3501" y="275"/>
                  <a:pt x="3419" y="218"/>
                </a:cubicBezTo>
                <a:cubicBezTo>
                  <a:pt x="3312" y="129"/>
                  <a:pt x="3187" y="67"/>
                  <a:pt x="3053" y="22"/>
                </a:cubicBezTo>
                <a:cubicBezTo>
                  <a:pt x="3007" y="9"/>
                  <a:pt x="2952" y="1"/>
                  <a:pt x="289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9" name="Google Shape;1179;p13"/>
          <p:cNvSpPr/>
          <p:nvPr/>
        </p:nvSpPr>
        <p:spPr>
          <a:xfrm rot="1365070">
            <a:off x="7952985" y="4343528"/>
            <a:ext cx="431951" cy="223948"/>
          </a:xfrm>
          <a:custGeom>
            <a:avLst/>
            <a:gdLst/>
            <a:ahLst/>
            <a:cxnLst/>
            <a:rect l="l" t="t" r="r" b="b"/>
            <a:pathLst>
              <a:path w="4766" h="2471" extrusionOk="0">
                <a:moveTo>
                  <a:pt x="4671" y="0"/>
                </a:moveTo>
                <a:cubicBezTo>
                  <a:pt x="4661" y="0"/>
                  <a:pt x="4652" y="2"/>
                  <a:pt x="4642" y="7"/>
                </a:cubicBezTo>
                <a:cubicBezTo>
                  <a:pt x="4142" y="239"/>
                  <a:pt x="3642" y="471"/>
                  <a:pt x="3142" y="703"/>
                </a:cubicBezTo>
                <a:lnTo>
                  <a:pt x="2428" y="311"/>
                </a:lnTo>
                <a:cubicBezTo>
                  <a:pt x="2425" y="309"/>
                  <a:pt x="2423" y="308"/>
                  <a:pt x="2422" y="308"/>
                </a:cubicBezTo>
                <a:cubicBezTo>
                  <a:pt x="2395" y="308"/>
                  <a:pt x="2803" y="664"/>
                  <a:pt x="2999" y="775"/>
                </a:cubicBezTo>
                <a:lnTo>
                  <a:pt x="2526" y="998"/>
                </a:lnTo>
                <a:lnTo>
                  <a:pt x="2464" y="1025"/>
                </a:lnTo>
                <a:lnTo>
                  <a:pt x="1322" y="516"/>
                </a:lnTo>
                <a:lnTo>
                  <a:pt x="1322" y="516"/>
                </a:lnTo>
                <a:cubicBezTo>
                  <a:pt x="1634" y="730"/>
                  <a:pt x="1973" y="926"/>
                  <a:pt x="2312" y="1096"/>
                </a:cubicBezTo>
                <a:lnTo>
                  <a:pt x="1902" y="1292"/>
                </a:lnTo>
                <a:lnTo>
                  <a:pt x="608" y="1087"/>
                </a:lnTo>
                <a:lnTo>
                  <a:pt x="411" y="1051"/>
                </a:lnTo>
                <a:lnTo>
                  <a:pt x="411" y="1051"/>
                </a:lnTo>
                <a:cubicBezTo>
                  <a:pt x="840" y="1194"/>
                  <a:pt x="1268" y="1301"/>
                  <a:pt x="1696" y="1391"/>
                </a:cubicBezTo>
                <a:lnTo>
                  <a:pt x="429" y="1989"/>
                </a:lnTo>
                <a:lnTo>
                  <a:pt x="1" y="2194"/>
                </a:lnTo>
                <a:cubicBezTo>
                  <a:pt x="438" y="2069"/>
                  <a:pt x="866" y="1908"/>
                  <a:pt x="1286" y="1730"/>
                </a:cubicBezTo>
                <a:lnTo>
                  <a:pt x="1759" y="1507"/>
                </a:lnTo>
                <a:lnTo>
                  <a:pt x="1759" y="1507"/>
                </a:lnTo>
                <a:lnTo>
                  <a:pt x="1304" y="2328"/>
                </a:lnTo>
                <a:lnTo>
                  <a:pt x="1223" y="2471"/>
                </a:lnTo>
                <a:cubicBezTo>
                  <a:pt x="1464" y="2176"/>
                  <a:pt x="1687" y="1864"/>
                  <a:pt x="1884" y="1533"/>
                </a:cubicBezTo>
                <a:lnTo>
                  <a:pt x="1955" y="1408"/>
                </a:lnTo>
                <a:lnTo>
                  <a:pt x="2384" y="1203"/>
                </a:lnTo>
                <a:lnTo>
                  <a:pt x="2384" y="1203"/>
                </a:lnTo>
                <a:cubicBezTo>
                  <a:pt x="2348" y="1587"/>
                  <a:pt x="2348" y="1962"/>
                  <a:pt x="2366" y="2346"/>
                </a:cubicBezTo>
                <a:lnTo>
                  <a:pt x="2518" y="1141"/>
                </a:lnTo>
                <a:lnTo>
                  <a:pt x="3071" y="882"/>
                </a:lnTo>
                <a:lnTo>
                  <a:pt x="3071" y="882"/>
                </a:lnTo>
                <a:cubicBezTo>
                  <a:pt x="3054" y="1098"/>
                  <a:pt x="3138" y="1577"/>
                  <a:pt x="3150" y="1577"/>
                </a:cubicBezTo>
                <a:cubicBezTo>
                  <a:pt x="3151" y="1577"/>
                  <a:pt x="3151" y="1575"/>
                  <a:pt x="3151" y="1569"/>
                </a:cubicBezTo>
                <a:cubicBezTo>
                  <a:pt x="3169" y="1319"/>
                  <a:pt x="3187" y="1069"/>
                  <a:pt x="3196" y="819"/>
                </a:cubicBezTo>
                <a:lnTo>
                  <a:pt x="3624" y="623"/>
                </a:lnTo>
                <a:cubicBezTo>
                  <a:pt x="3990" y="453"/>
                  <a:pt x="4347" y="284"/>
                  <a:pt x="4704" y="123"/>
                </a:cubicBezTo>
                <a:cubicBezTo>
                  <a:pt x="4766" y="85"/>
                  <a:pt x="4728" y="0"/>
                  <a:pt x="467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0" name="Google Shape;1180;p13"/>
          <p:cNvSpPr/>
          <p:nvPr/>
        </p:nvSpPr>
        <p:spPr>
          <a:xfrm rot="-3603133">
            <a:off x="8208257" y="4081920"/>
            <a:ext cx="323633" cy="271347"/>
          </a:xfrm>
          <a:custGeom>
            <a:avLst/>
            <a:gdLst/>
            <a:ahLst/>
            <a:cxnLst/>
            <a:rect l="l" t="t" r="r" b="b"/>
            <a:pathLst>
              <a:path w="3571" h="2994" extrusionOk="0">
                <a:moveTo>
                  <a:pt x="3388" y="1"/>
                </a:moveTo>
                <a:cubicBezTo>
                  <a:pt x="2872" y="1"/>
                  <a:pt x="1224" y="57"/>
                  <a:pt x="670" y="762"/>
                </a:cubicBezTo>
                <a:cubicBezTo>
                  <a:pt x="1" y="1601"/>
                  <a:pt x="438" y="2207"/>
                  <a:pt x="679" y="2475"/>
                </a:cubicBezTo>
                <a:cubicBezTo>
                  <a:pt x="679" y="2475"/>
                  <a:pt x="1149" y="2993"/>
                  <a:pt x="1755" y="2993"/>
                </a:cubicBezTo>
                <a:cubicBezTo>
                  <a:pt x="1890" y="2993"/>
                  <a:pt x="2033" y="2967"/>
                  <a:pt x="2178" y="2904"/>
                </a:cubicBezTo>
                <a:cubicBezTo>
                  <a:pt x="2973" y="2555"/>
                  <a:pt x="3571" y="833"/>
                  <a:pt x="3544" y="3"/>
                </a:cubicBezTo>
                <a:cubicBezTo>
                  <a:pt x="3544" y="3"/>
                  <a:pt x="3487" y="1"/>
                  <a:pt x="338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1" name="Google Shape;1181;p13"/>
          <p:cNvSpPr/>
          <p:nvPr/>
        </p:nvSpPr>
        <p:spPr>
          <a:xfrm rot="-3603133">
            <a:off x="8232926" y="4097937"/>
            <a:ext cx="289829" cy="265728"/>
          </a:xfrm>
          <a:custGeom>
            <a:avLst/>
            <a:gdLst/>
            <a:ahLst/>
            <a:cxnLst/>
            <a:rect l="l" t="t" r="r" b="b"/>
            <a:pathLst>
              <a:path w="3198" h="2932" extrusionOk="0">
                <a:moveTo>
                  <a:pt x="1664" y="2377"/>
                </a:moveTo>
                <a:lnTo>
                  <a:pt x="1665" y="2377"/>
                </a:lnTo>
                <a:cubicBezTo>
                  <a:pt x="1666" y="2378"/>
                  <a:pt x="1666" y="2378"/>
                  <a:pt x="1666" y="2378"/>
                </a:cubicBezTo>
                <a:cubicBezTo>
                  <a:pt x="1667" y="2378"/>
                  <a:pt x="1666" y="2378"/>
                  <a:pt x="1664" y="2377"/>
                </a:cubicBezTo>
                <a:close/>
                <a:moveTo>
                  <a:pt x="3194" y="1"/>
                </a:moveTo>
                <a:cubicBezTo>
                  <a:pt x="3194" y="1"/>
                  <a:pt x="3193" y="2"/>
                  <a:pt x="3191" y="3"/>
                </a:cubicBezTo>
                <a:cubicBezTo>
                  <a:pt x="3084" y="102"/>
                  <a:pt x="2968" y="200"/>
                  <a:pt x="2861" y="298"/>
                </a:cubicBezTo>
                <a:cubicBezTo>
                  <a:pt x="2584" y="548"/>
                  <a:pt x="2307" y="798"/>
                  <a:pt x="2022" y="1048"/>
                </a:cubicBezTo>
                <a:cubicBezTo>
                  <a:pt x="2066" y="842"/>
                  <a:pt x="2093" y="637"/>
                  <a:pt x="2111" y="423"/>
                </a:cubicBezTo>
                <a:lnTo>
                  <a:pt x="2111" y="423"/>
                </a:lnTo>
                <a:cubicBezTo>
                  <a:pt x="2102" y="459"/>
                  <a:pt x="2093" y="494"/>
                  <a:pt x="2084" y="521"/>
                </a:cubicBezTo>
                <a:lnTo>
                  <a:pt x="1959" y="1101"/>
                </a:lnTo>
                <a:cubicBezTo>
                  <a:pt x="1825" y="1208"/>
                  <a:pt x="1700" y="1315"/>
                  <a:pt x="1575" y="1423"/>
                </a:cubicBezTo>
                <a:cubicBezTo>
                  <a:pt x="1406" y="1556"/>
                  <a:pt x="1236" y="1681"/>
                  <a:pt x="1076" y="1815"/>
                </a:cubicBezTo>
                <a:lnTo>
                  <a:pt x="1076" y="1780"/>
                </a:lnTo>
                <a:cubicBezTo>
                  <a:pt x="1093" y="1529"/>
                  <a:pt x="1094" y="992"/>
                  <a:pt x="1085" y="992"/>
                </a:cubicBezTo>
                <a:lnTo>
                  <a:pt x="1085" y="992"/>
                </a:lnTo>
                <a:cubicBezTo>
                  <a:pt x="1085" y="992"/>
                  <a:pt x="1085" y="993"/>
                  <a:pt x="1085" y="994"/>
                </a:cubicBezTo>
                <a:cubicBezTo>
                  <a:pt x="1076" y="1030"/>
                  <a:pt x="1076" y="1066"/>
                  <a:pt x="1076" y="1101"/>
                </a:cubicBezTo>
                <a:lnTo>
                  <a:pt x="1013" y="1869"/>
                </a:lnTo>
                <a:cubicBezTo>
                  <a:pt x="933" y="1931"/>
                  <a:pt x="853" y="1994"/>
                  <a:pt x="772" y="2065"/>
                </a:cubicBezTo>
                <a:cubicBezTo>
                  <a:pt x="612" y="2199"/>
                  <a:pt x="469" y="2333"/>
                  <a:pt x="326" y="2476"/>
                </a:cubicBezTo>
                <a:cubicBezTo>
                  <a:pt x="210" y="2592"/>
                  <a:pt x="112" y="2717"/>
                  <a:pt x="31" y="2851"/>
                </a:cubicBezTo>
                <a:cubicBezTo>
                  <a:pt x="1" y="2893"/>
                  <a:pt x="37" y="2932"/>
                  <a:pt x="78" y="2932"/>
                </a:cubicBezTo>
                <a:cubicBezTo>
                  <a:pt x="96" y="2932"/>
                  <a:pt x="116" y="2924"/>
                  <a:pt x="130" y="2904"/>
                </a:cubicBezTo>
                <a:cubicBezTo>
                  <a:pt x="228" y="2752"/>
                  <a:pt x="344" y="2610"/>
                  <a:pt x="478" y="2485"/>
                </a:cubicBezTo>
                <a:cubicBezTo>
                  <a:pt x="603" y="2360"/>
                  <a:pt x="737" y="2235"/>
                  <a:pt x="870" y="2128"/>
                </a:cubicBezTo>
                <a:lnTo>
                  <a:pt x="942" y="2154"/>
                </a:lnTo>
                <a:cubicBezTo>
                  <a:pt x="1164" y="2237"/>
                  <a:pt x="1623" y="2365"/>
                  <a:pt x="1664" y="2377"/>
                </a:cubicBezTo>
                <a:lnTo>
                  <a:pt x="1664" y="2377"/>
                </a:lnTo>
                <a:lnTo>
                  <a:pt x="1567" y="2333"/>
                </a:lnTo>
                <a:lnTo>
                  <a:pt x="924" y="2092"/>
                </a:lnTo>
                <a:lnTo>
                  <a:pt x="995" y="2020"/>
                </a:lnTo>
                <a:cubicBezTo>
                  <a:pt x="1129" y="1913"/>
                  <a:pt x="1272" y="1806"/>
                  <a:pt x="1406" y="1708"/>
                </a:cubicBezTo>
                <a:lnTo>
                  <a:pt x="1486" y="1726"/>
                </a:lnTo>
                <a:cubicBezTo>
                  <a:pt x="1722" y="1785"/>
                  <a:pt x="2227" y="1852"/>
                  <a:pt x="2254" y="1852"/>
                </a:cubicBezTo>
                <a:cubicBezTo>
                  <a:pt x="2256" y="1852"/>
                  <a:pt x="2256" y="1851"/>
                  <a:pt x="2254" y="1851"/>
                </a:cubicBezTo>
                <a:lnTo>
                  <a:pt x="2147" y="1824"/>
                </a:lnTo>
                <a:lnTo>
                  <a:pt x="1459" y="1663"/>
                </a:lnTo>
                <a:cubicBezTo>
                  <a:pt x="1549" y="1583"/>
                  <a:pt x="1647" y="1512"/>
                  <a:pt x="1736" y="1440"/>
                </a:cubicBezTo>
                <a:cubicBezTo>
                  <a:pt x="1959" y="1253"/>
                  <a:pt x="2129" y="1101"/>
                  <a:pt x="2334" y="905"/>
                </a:cubicBezTo>
                <a:lnTo>
                  <a:pt x="2343" y="905"/>
                </a:lnTo>
                <a:cubicBezTo>
                  <a:pt x="2448" y="918"/>
                  <a:pt x="2547" y="926"/>
                  <a:pt x="2646" y="926"/>
                </a:cubicBezTo>
                <a:cubicBezTo>
                  <a:pt x="2682" y="926"/>
                  <a:pt x="2718" y="925"/>
                  <a:pt x="2754" y="923"/>
                </a:cubicBezTo>
                <a:lnTo>
                  <a:pt x="2700" y="914"/>
                </a:lnTo>
                <a:lnTo>
                  <a:pt x="2379" y="851"/>
                </a:lnTo>
                <a:cubicBezTo>
                  <a:pt x="2722" y="525"/>
                  <a:pt x="3197" y="1"/>
                  <a:pt x="319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2" name="Google Shape;1182;p13"/>
          <p:cNvSpPr/>
          <p:nvPr/>
        </p:nvSpPr>
        <p:spPr>
          <a:xfrm rot="-3603133">
            <a:off x="8298430" y="4028226"/>
            <a:ext cx="190138" cy="257299"/>
          </a:xfrm>
          <a:custGeom>
            <a:avLst/>
            <a:gdLst/>
            <a:ahLst/>
            <a:cxnLst/>
            <a:rect l="l" t="t" r="r" b="b"/>
            <a:pathLst>
              <a:path w="2098" h="2839" extrusionOk="0">
                <a:moveTo>
                  <a:pt x="902" y="2838"/>
                </a:moveTo>
                <a:cubicBezTo>
                  <a:pt x="295" y="2499"/>
                  <a:pt x="0" y="1776"/>
                  <a:pt x="215" y="1107"/>
                </a:cubicBezTo>
                <a:cubicBezTo>
                  <a:pt x="420" y="438"/>
                  <a:pt x="1062" y="0"/>
                  <a:pt x="1759" y="63"/>
                </a:cubicBezTo>
                <a:cubicBezTo>
                  <a:pt x="1875" y="72"/>
                  <a:pt x="1982" y="98"/>
                  <a:pt x="2098" y="134"/>
                </a:cubicBezTo>
                <a:cubicBezTo>
                  <a:pt x="2080" y="928"/>
                  <a:pt x="1580" y="2365"/>
                  <a:pt x="902" y="2838"/>
                </a:cubicBezTo>
                <a:close/>
              </a:path>
            </a:pathLst>
          </a:custGeom>
          <a:gradFill>
            <a:gsLst>
              <a:gs pos="0">
                <a:srgbClr val="FFFFFF">
                  <a:alpha val="0"/>
                </a:srgbClr>
              </a:gs>
              <a:gs pos="100000">
                <a:srgbClr val="FFFFFF">
                  <a:alpha val="2196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3" name="Google Shape;1183;p13"/>
          <p:cNvSpPr/>
          <p:nvPr/>
        </p:nvSpPr>
        <p:spPr>
          <a:xfrm rot="-3603133">
            <a:off x="8227592" y="4068388"/>
            <a:ext cx="296898" cy="274428"/>
          </a:xfrm>
          <a:custGeom>
            <a:avLst/>
            <a:gdLst/>
            <a:ahLst/>
            <a:cxnLst/>
            <a:rect l="l" t="t" r="r" b="b"/>
            <a:pathLst>
              <a:path w="3276" h="3028" extrusionOk="0">
                <a:moveTo>
                  <a:pt x="3094" y="0"/>
                </a:moveTo>
                <a:cubicBezTo>
                  <a:pt x="2734" y="0"/>
                  <a:pt x="2369" y="28"/>
                  <a:pt x="2017" y="82"/>
                </a:cubicBezTo>
                <a:cubicBezTo>
                  <a:pt x="1598" y="127"/>
                  <a:pt x="1205" y="243"/>
                  <a:pt x="830" y="422"/>
                </a:cubicBezTo>
                <a:cubicBezTo>
                  <a:pt x="455" y="618"/>
                  <a:pt x="179" y="957"/>
                  <a:pt x="63" y="1359"/>
                </a:cubicBezTo>
                <a:cubicBezTo>
                  <a:pt x="0" y="1564"/>
                  <a:pt x="0" y="1769"/>
                  <a:pt x="63" y="1975"/>
                </a:cubicBezTo>
                <a:cubicBezTo>
                  <a:pt x="125" y="2171"/>
                  <a:pt x="241" y="2349"/>
                  <a:pt x="384" y="2501"/>
                </a:cubicBezTo>
                <a:cubicBezTo>
                  <a:pt x="241" y="2349"/>
                  <a:pt x="134" y="2171"/>
                  <a:pt x="71" y="1975"/>
                </a:cubicBezTo>
                <a:cubicBezTo>
                  <a:pt x="9" y="1778"/>
                  <a:pt x="9" y="1564"/>
                  <a:pt x="71" y="1368"/>
                </a:cubicBezTo>
                <a:cubicBezTo>
                  <a:pt x="188" y="975"/>
                  <a:pt x="464" y="645"/>
                  <a:pt x="839" y="457"/>
                </a:cubicBezTo>
                <a:cubicBezTo>
                  <a:pt x="1214" y="288"/>
                  <a:pt x="1607" y="172"/>
                  <a:pt x="2017" y="127"/>
                </a:cubicBezTo>
                <a:cubicBezTo>
                  <a:pt x="2361" y="82"/>
                  <a:pt x="2705" y="62"/>
                  <a:pt x="3049" y="62"/>
                </a:cubicBezTo>
                <a:cubicBezTo>
                  <a:pt x="3107" y="62"/>
                  <a:pt x="3164" y="63"/>
                  <a:pt x="3222" y="64"/>
                </a:cubicBezTo>
                <a:lnTo>
                  <a:pt x="3222" y="64"/>
                </a:lnTo>
                <a:cubicBezTo>
                  <a:pt x="3220" y="261"/>
                  <a:pt x="3202" y="457"/>
                  <a:pt x="3160" y="654"/>
                </a:cubicBezTo>
                <a:cubicBezTo>
                  <a:pt x="3124" y="859"/>
                  <a:pt x="3070" y="1055"/>
                  <a:pt x="3008" y="1261"/>
                </a:cubicBezTo>
                <a:cubicBezTo>
                  <a:pt x="2883" y="1653"/>
                  <a:pt x="2704" y="2028"/>
                  <a:pt x="2472" y="2376"/>
                </a:cubicBezTo>
                <a:cubicBezTo>
                  <a:pt x="2365" y="2546"/>
                  <a:pt x="2222" y="2698"/>
                  <a:pt x="2053" y="2822"/>
                </a:cubicBezTo>
                <a:cubicBezTo>
                  <a:pt x="1883" y="2938"/>
                  <a:pt x="1687" y="3010"/>
                  <a:pt x="1473" y="3010"/>
                </a:cubicBezTo>
                <a:cubicBezTo>
                  <a:pt x="1458" y="3011"/>
                  <a:pt x="1443" y="3011"/>
                  <a:pt x="1428" y="3011"/>
                </a:cubicBezTo>
                <a:cubicBezTo>
                  <a:pt x="1238" y="3011"/>
                  <a:pt x="1049" y="2958"/>
                  <a:pt x="884" y="2867"/>
                </a:cubicBezTo>
                <a:cubicBezTo>
                  <a:pt x="696" y="2769"/>
                  <a:pt x="527" y="2644"/>
                  <a:pt x="384" y="2501"/>
                </a:cubicBezTo>
                <a:lnTo>
                  <a:pt x="384" y="2501"/>
                </a:lnTo>
                <a:cubicBezTo>
                  <a:pt x="527" y="2653"/>
                  <a:pt x="696" y="2778"/>
                  <a:pt x="875" y="2876"/>
                </a:cubicBezTo>
                <a:cubicBezTo>
                  <a:pt x="1062" y="2974"/>
                  <a:pt x="1267" y="3028"/>
                  <a:pt x="1482" y="3028"/>
                </a:cubicBezTo>
                <a:cubicBezTo>
                  <a:pt x="1687" y="3019"/>
                  <a:pt x="1892" y="2956"/>
                  <a:pt x="2071" y="2831"/>
                </a:cubicBezTo>
                <a:cubicBezTo>
                  <a:pt x="2240" y="2706"/>
                  <a:pt x="2383" y="2555"/>
                  <a:pt x="2499" y="2385"/>
                </a:cubicBezTo>
                <a:cubicBezTo>
                  <a:pt x="2731" y="2037"/>
                  <a:pt x="2919" y="1662"/>
                  <a:pt x="3044" y="1261"/>
                </a:cubicBezTo>
                <a:cubicBezTo>
                  <a:pt x="3115" y="1064"/>
                  <a:pt x="3168" y="859"/>
                  <a:pt x="3213" y="654"/>
                </a:cubicBezTo>
                <a:cubicBezTo>
                  <a:pt x="3249" y="448"/>
                  <a:pt x="3276" y="243"/>
                  <a:pt x="3276" y="29"/>
                </a:cubicBezTo>
                <a:lnTo>
                  <a:pt x="3276" y="2"/>
                </a:lnTo>
                <a:lnTo>
                  <a:pt x="3249" y="2"/>
                </a:lnTo>
                <a:cubicBezTo>
                  <a:pt x="3197" y="1"/>
                  <a:pt x="3146" y="0"/>
                  <a:pt x="309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4" name="Google Shape;1184;p13"/>
          <p:cNvSpPr/>
          <p:nvPr/>
        </p:nvSpPr>
        <p:spPr>
          <a:xfrm rot="-9882522">
            <a:off x="7986863" y="4059833"/>
            <a:ext cx="237098" cy="187247"/>
          </a:xfrm>
          <a:custGeom>
            <a:avLst/>
            <a:gdLst/>
            <a:ahLst/>
            <a:cxnLst/>
            <a:rect l="l" t="t" r="r" b="b"/>
            <a:pathLst>
              <a:path w="2616" h="2066" extrusionOk="0">
                <a:moveTo>
                  <a:pt x="984" y="1"/>
                </a:moveTo>
                <a:cubicBezTo>
                  <a:pt x="556" y="1"/>
                  <a:pt x="182" y="150"/>
                  <a:pt x="107" y="150"/>
                </a:cubicBezTo>
                <a:lnTo>
                  <a:pt x="98" y="150"/>
                </a:lnTo>
                <a:lnTo>
                  <a:pt x="107" y="159"/>
                </a:lnTo>
                <a:cubicBezTo>
                  <a:pt x="116" y="275"/>
                  <a:pt x="0" y="1301"/>
                  <a:pt x="500" y="1748"/>
                </a:cubicBezTo>
                <a:cubicBezTo>
                  <a:pt x="780" y="1999"/>
                  <a:pt x="1216" y="2065"/>
                  <a:pt x="1599" y="2065"/>
                </a:cubicBezTo>
                <a:cubicBezTo>
                  <a:pt x="2033" y="2065"/>
                  <a:pt x="2401" y="1980"/>
                  <a:pt x="2401" y="1980"/>
                </a:cubicBezTo>
                <a:cubicBezTo>
                  <a:pt x="2615" y="1141"/>
                  <a:pt x="2062" y="328"/>
                  <a:pt x="1544" y="105"/>
                </a:cubicBezTo>
                <a:cubicBezTo>
                  <a:pt x="1360" y="28"/>
                  <a:pt x="1167" y="1"/>
                  <a:pt x="98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5" name="Google Shape;1185;p13"/>
          <p:cNvSpPr/>
          <p:nvPr/>
        </p:nvSpPr>
        <p:spPr>
          <a:xfrm rot="-9882522">
            <a:off x="7988292" y="4053813"/>
            <a:ext cx="169213" cy="179724"/>
          </a:xfrm>
          <a:custGeom>
            <a:avLst/>
            <a:gdLst/>
            <a:ahLst/>
            <a:cxnLst/>
            <a:rect l="l" t="t" r="r" b="b"/>
            <a:pathLst>
              <a:path w="1867" h="1983" extrusionOk="0">
                <a:moveTo>
                  <a:pt x="1652" y="1938"/>
                </a:moveTo>
                <a:cubicBezTo>
                  <a:pt x="1866" y="1090"/>
                  <a:pt x="1313" y="269"/>
                  <a:pt x="795" y="54"/>
                </a:cubicBezTo>
                <a:cubicBezTo>
                  <a:pt x="742" y="28"/>
                  <a:pt x="688" y="10"/>
                  <a:pt x="635" y="1"/>
                </a:cubicBezTo>
                <a:cubicBezTo>
                  <a:pt x="1" y="724"/>
                  <a:pt x="438" y="1866"/>
                  <a:pt x="1393" y="1982"/>
                </a:cubicBezTo>
                <a:cubicBezTo>
                  <a:pt x="1554" y="1955"/>
                  <a:pt x="1652" y="1938"/>
                  <a:pt x="1652" y="1938"/>
                </a:cubicBezTo>
                <a:close/>
              </a:path>
            </a:pathLst>
          </a:custGeom>
          <a:gradFill>
            <a:gsLst>
              <a:gs pos="0">
                <a:srgbClr val="FFFFFF">
                  <a:alpha val="0"/>
                </a:srgbClr>
              </a:gs>
              <a:gs pos="100000">
                <a:srgbClr val="FFFFFF">
                  <a:alpha val="2196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6" name="Google Shape;1186;p13"/>
          <p:cNvSpPr/>
          <p:nvPr/>
        </p:nvSpPr>
        <p:spPr>
          <a:xfrm rot="-9882522">
            <a:off x="7999879" y="4058425"/>
            <a:ext cx="216161" cy="190328"/>
          </a:xfrm>
          <a:custGeom>
            <a:avLst/>
            <a:gdLst/>
            <a:ahLst/>
            <a:cxnLst/>
            <a:rect l="l" t="t" r="r" b="b"/>
            <a:pathLst>
              <a:path w="2385" h="2100" extrusionOk="0">
                <a:moveTo>
                  <a:pt x="10" y="161"/>
                </a:moveTo>
                <a:lnTo>
                  <a:pt x="10" y="170"/>
                </a:lnTo>
                <a:cubicBezTo>
                  <a:pt x="9" y="232"/>
                  <a:pt x="8" y="293"/>
                  <a:pt x="8" y="355"/>
                </a:cubicBezTo>
                <a:lnTo>
                  <a:pt x="8" y="355"/>
                </a:lnTo>
                <a:cubicBezTo>
                  <a:pt x="10" y="293"/>
                  <a:pt x="14" y="232"/>
                  <a:pt x="19" y="170"/>
                </a:cubicBezTo>
                <a:lnTo>
                  <a:pt x="10" y="161"/>
                </a:lnTo>
                <a:close/>
                <a:moveTo>
                  <a:pt x="930" y="0"/>
                </a:moveTo>
                <a:cubicBezTo>
                  <a:pt x="769" y="0"/>
                  <a:pt x="617" y="18"/>
                  <a:pt x="466" y="54"/>
                </a:cubicBezTo>
                <a:cubicBezTo>
                  <a:pt x="314" y="72"/>
                  <a:pt x="171" y="125"/>
                  <a:pt x="19" y="161"/>
                </a:cubicBezTo>
                <a:cubicBezTo>
                  <a:pt x="171" y="134"/>
                  <a:pt x="314" y="81"/>
                  <a:pt x="466" y="72"/>
                </a:cubicBezTo>
                <a:cubicBezTo>
                  <a:pt x="617" y="36"/>
                  <a:pt x="769" y="27"/>
                  <a:pt x="930" y="27"/>
                </a:cubicBezTo>
                <a:cubicBezTo>
                  <a:pt x="1233" y="27"/>
                  <a:pt x="1528" y="143"/>
                  <a:pt x="1760" y="348"/>
                </a:cubicBezTo>
                <a:cubicBezTo>
                  <a:pt x="1983" y="554"/>
                  <a:pt x="2152" y="813"/>
                  <a:pt x="2251" y="1098"/>
                </a:cubicBezTo>
                <a:cubicBezTo>
                  <a:pt x="2295" y="1250"/>
                  <a:pt x="2322" y="1393"/>
                  <a:pt x="2331" y="1544"/>
                </a:cubicBezTo>
                <a:cubicBezTo>
                  <a:pt x="2340" y="1691"/>
                  <a:pt x="2323" y="1837"/>
                  <a:pt x="2290" y="1976"/>
                </a:cubicBezTo>
                <a:lnTo>
                  <a:pt x="2290" y="1976"/>
                </a:lnTo>
                <a:cubicBezTo>
                  <a:pt x="2030" y="2030"/>
                  <a:pt x="1763" y="2063"/>
                  <a:pt x="1496" y="2063"/>
                </a:cubicBezTo>
                <a:cubicBezTo>
                  <a:pt x="1465" y="2063"/>
                  <a:pt x="1434" y="2063"/>
                  <a:pt x="1403" y="2062"/>
                </a:cubicBezTo>
                <a:cubicBezTo>
                  <a:pt x="1099" y="2062"/>
                  <a:pt x="796" y="1982"/>
                  <a:pt x="537" y="1839"/>
                </a:cubicBezTo>
                <a:cubicBezTo>
                  <a:pt x="269" y="1678"/>
                  <a:pt x="144" y="1375"/>
                  <a:pt x="82" y="1080"/>
                </a:cubicBezTo>
                <a:cubicBezTo>
                  <a:pt x="32" y="844"/>
                  <a:pt x="10" y="602"/>
                  <a:pt x="8" y="355"/>
                </a:cubicBezTo>
                <a:lnTo>
                  <a:pt x="8" y="355"/>
                </a:lnTo>
                <a:cubicBezTo>
                  <a:pt x="1" y="597"/>
                  <a:pt x="20" y="838"/>
                  <a:pt x="55" y="1080"/>
                </a:cubicBezTo>
                <a:cubicBezTo>
                  <a:pt x="82" y="1232"/>
                  <a:pt x="135" y="1384"/>
                  <a:pt x="207" y="1518"/>
                </a:cubicBezTo>
                <a:cubicBezTo>
                  <a:pt x="278" y="1651"/>
                  <a:pt x="385" y="1776"/>
                  <a:pt x="519" y="1857"/>
                </a:cubicBezTo>
                <a:cubicBezTo>
                  <a:pt x="787" y="2017"/>
                  <a:pt x="1090" y="2098"/>
                  <a:pt x="1403" y="2098"/>
                </a:cubicBezTo>
                <a:cubicBezTo>
                  <a:pt x="1441" y="2099"/>
                  <a:pt x="1479" y="2099"/>
                  <a:pt x="1517" y="2099"/>
                </a:cubicBezTo>
                <a:cubicBezTo>
                  <a:pt x="1784" y="2099"/>
                  <a:pt x="2056" y="2072"/>
                  <a:pt x="2322" y="2017"/>
                </a:cubicBezTo>
                <a:lnTo>
                  <a:pt x="2340" y="2017"/>
                </a:lnTo>
                <a:lnTo>
                  <a:pt x="2340" y="2008"/>
                </a:lnTo>
                <a:cubicBezTo>
                  <a:pt x="2367" y="1848"/>
                  <a:pt x="2384" y="1696"/>
                  <a:pt x="2376" y="1535"/>
                </a:cubicBezTo>
                <a:cubicBezTo>
                  <a:pt x="2367" y="1384"/>
                  <a:pt x="2340" y="1232"/>
                  <a:pt x="2286" y="1080"/>
                </a:cubicBezTo>
                <a:cubicBezTo>
                  <a:pt x="2188" y="786"/>
                  <a:pt x="2010" y="518"/>
                  <a:pt x="1787" y="313"/>
                </a:cubicBezTo>
                <a:cubicBezTo>
                  <a:pt x="1670" y="206"/>
                  <a:pt x="1528" y="125"/>
                  <a:pt x="1385" y="72"/>
                </a:cubicBezTo>
                <a:cubicBezTo>
                  <a:pt x="1233" y="27"/>
                  <a:pt x="1081" y="0"/>
                  <a:pt x="93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7" name="Google Shape;1187;p13"/>
          <p:cNvSpPr/>
          <p:nvPr/>
        </p:nvSpPr>
        <p:spPr>
          <a:xfrm rot="-9882522">
            <a:off x="8024556" y="4099755"/>
            <a:ext cx="230209" cy="183350"/>
          </a:xfrm>
          <a:custGeom>
            <a:avLst/>
            <a:gdLst/>
            <a:ahLst/>
            <a:cxnLst/>
            <a:rect l="l" t="t" r="r" b="b"/>
            <a:pathLst>
              <a:path w="2540" h="2023" extrusionOk="0">
                <a:moveTo>
                  <a:pt x="69" y="0"/>
                </a:moveTo>
                <a:cubicBezTo>
                  <a:pt x="32" y="0"/>
                  <a:pt x="0" y="57"/>
                  <a:pt x="36" y="85"/>
                </a:cubicBezTo>
                <a:lnTo>
                  <a:pt x="723" y="638"/>
                </a:lnTo>
                <a:lnTo>
                  <a:pt x="1035" y="1406"/>
                </a:lnTo>
                <a:cubicBezTo>
                  <a:pt x="1008" y="1192"/>
                  <a:pt x="955" y="977"/>
                  <a:pt x="884" y="763"/>
                </a:cubicBezTo>
                <a:lnTo>
                  <a:pt x="884" y="763"/>
                </a:lnTo>
                <a:lnTo>
                  <a:pt x="1303" y="1102"/>
                </a:lnTo>
                <a:lnTo>
                  <a:pt x="1615" y="1870"/>
                </a:lnTo>
                <a:cubicBezTo>
                  <a:pt x="1580" y="1647"/>
                  <a:pt x="1526" y="1433"/>
                  <a:pt x="1455" y="1227"/>
                </a:cubicBezTo>
                <a:lnTo>
                  <a:pt x="1455" y="1227"/>
                </a:lnTo>
                <a:cubicBezTo>
                  <a:pt x="1624" y="1361"/>
                  <a:pt x="2365" y="1888"/>
                  <a:pt x="2526" y="2022"/>
                </a:cubicBezTo>
                <a:cubicBezTo>
                  <a:pt x="2527" y="2022"/>
                  <a:pt x="2528" y="2023"/>
                  <a:pt x="2528" y="2023"/>
                </a:cubicBezTo>
                <a:cubicBezTo>
                  <a:pt x="2539" y="2023"/>
                  <a:pt x="1683" y="1287"/>
                  <a:pt x="1526" y="1156"/>
                </a:cubicBezTo>
                <a:lnTo>
                  <a:pt x="1526" y="1156"/>
                </a:lnTo>
                <a:lnTo>
                  <a:pt x="2195" y="1299"/>
                </a:lnTo>
                <a:cubicBezTo>
                  <a:pt x="1928" y="1192"/>
                  <a:pt x="1642" y="1102"/>
                  <a:pt x="1365" y="1031"/>
                </a:cubicBezTo>
                <a:lnTo>
                  <a:pt x="946" y="692"/>
                </a:lnTo>
                <a:lnTo>
                  <a:pt x="946" y="692"/>
                </a:lnTo>
                <a:cubicBezTo>
                  <a:pt x="1178" y="736"/>
                  <a:pt x="1410" y="754"/>
                  <a:pt x="1642" y="754"/>
                </a:cubicBezTo>
                <a:lnTo>
                  <a:pt x="794" y="567"/>
                </a:lnTo>
                <a:lnTo>
                  <a:pt x="98" y="14"/>
                </a:lnTo>
                <a:cubicBezTo>
                  <a:pt x="89" y="4"/>
                  <a:pt x="79" y="0"/>
                  <a:pt x="6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ackground">
  <p:cSld name="CUSTOM_11">
    <p:bg>
      <p:bgPr>
        <a:solidFill>
          <a:srgbClr val="FFECC6"/>
        </a:solidFill>
        <a:effectLst/>
      </p:bgPr>
    </p:bg>
    <p:spTree>
      <p:nvGrpSpPr>
        <p:cNvPr id="1" name="Shape 2444"/>
        <p:cNvGrpSpPr/>
        <p:nvPr/>
      </p:nvGrpSpPr>
      <p:grpSpPr>
        <a:xfrm>
          <a:off x="0" y="0"/>
          <a:ext cx="0" cy="0"/>
          <a:chOff x="0" y="0"/>
          <a:chExt cx="0" cy="0"/>
        </a:xfrm>
      </p:grpSpPr>
      <p:sp>
        <p:nvSpPr>
          <p:cNvPr id="2445" name="Google Shape;2445;p23"/>
          <p:cNvSpPr/>
          <p:nvPr/>
        </p:nvSpPr>
        <p:spPr>
          <a:xfrm>
            <a:off x="162150" y="-107305"/>
            <a:ext cx="8819708" cy="5081208"/>
          </a:xfrm>
          <a:custGeom>
            <a:avLst/>
            <a:gdLst/>
            <a:ahLst/>
            <a:cxnLst/>
            <a:rect l="l" t="t" r="r" b="b"/>
            <a:pathLst>
              <a:path w="269654" h="155353" extrusionOk="0">
                <a:moveTo>
                  <a:pt x="1394" y="0"/>
                </a:moveTo>
                <a:cubicBezTo>
                  <a:pt x="2537" y="2298"/>
                  <a:pt x="3227" y="5358"/>
                  <a:pt x="3227" y="8739"/>
                </a:cubicBezTo>
                <a:cubicBezTo>
                  <a:pt x="3227" y="13323"/>
                  <a:pt x="1941" y="17348"/>
                  <a:pt x="1" y="19622"/>
                </a:cubicBezTo>
                <a:lnTo>
                  <a:pt x="1" y="152769"/>
                </a:lnTo>
                <a:cubicBezTo>
                  <a:pt x="1" y="154138"/>
                  <a:pt x="1072" y="155257"/>
                  <a:pt x="2394" y="155257"/>
                </a:cubicBezTo>
                <a:lnTo>
                  <a:pt x="51245" y="155257"/>
                </a:lnTo>
                <a:cubicBezTo>
                  <a:pt x="51459" y="155317"/>
                  <a:pt x="51686" y="155353"/>
                  <a:pt x="51912" y="155353"/>
                </a:cubicBezTo>
                <a:lnTo>
                  <a:pt x="267260" y="155353"/>
                </a:lnTo>
                <a:cubicBezTo>
                  <a:pt x="268582" y="155353"/>
                  <a:pt x="269653" y="154233"/>
                  <a:pt x="269653" y="152864"/>
                </a:cubicBezTo>
                <a:lnTo>
                  <a:pt x="269653" y="20038"/>
                </a:lnTo>
                <a:cubicBezTo>
                  <a:pt x="267558" y="17860"/>
                  <a:pt x="266129" y="13657"/>
                  <a:pt x="266129" y="8835"/>
                </a:cubicBezTo>
                <a:cubicBezTo>
                  <a:pt x="266129" y="5406"/>
                  <a:pt x="266844" y="2298"/>
                  <a:pt x="26801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6" name="Google Shape;2446;p23"/>
          <p:cNvSpPr/>
          <p:nvPr/>
        </p:nvSpPr>
        <p:spPr>
          <a:xfrm>
            <a:off x="164505" y="-107305"/>
            <a:ext cx="8814639" cy="662033"/>
          </a:xfrm>
          <a:custGeom>
            <a:avLst/>
            <a:gdLst/>
            <a:ahLst/>
            <a:cxnLst/>
            <a:rect l="l" t="t" r="r" b="b"/>
            <a:pathLst>
              <a:path w="269499" h="20241" extrusionOk="0">
                <a:moveTo>
                  <a:pt x="1405" y="0"/>
                </a:moveTo>
                <a:cubicBezTo>
                  <a:pt x="2524" y="2250"/>
                  <a:pt x="3239" y="5334"/>
                  <a:pt x="3239" y="8739"/>
                </a:cubicBezTo>
                <a:cubicBezTo>
                  <a:pt x="3239" y="13395"/>
                  <a:pt x="1881" y="17431"/>
                  <a:pt x="0" y="19622"/>
                </a:cubicBezTo>
                <a:lnTo>
                  <a:pt x="49828" y="19622"/>
                </a:lnTo>
                <a:cubicBezTo>
                  <a:pt x="49649" y="19836"/>
                  <a:pt x="49482" y="20050"/>
                  <a:pt x="49292" y="20241"/>
                </a:cubicBezTo>
                <a:lnTo>
                  <a:pt x="269498" y="20241"/>
                </a:lnTo>
                <a:lnTo>
                  <a:pt x="269498" y="20074"/>
                </a:lnTo>
                <a:cubicBezTo>
                  <a:pt x="267486" y="17848"/>
                  <a:pt x="265974" y="13776"/>
                  <a:pt x="265974" y="9085"/>
                </a:cubicBezTo>
                <a:cubicBezTo>
                  <a:pt x="265974" y="5632"/>
                  <a:pt x="266593" y="2477"/>
                  <a:pt x="267867" y="0"/>
                </a:cubicBezTo>
                <a:close/>
              </a:path>
            </a:pathLst>
          </a:custGeom>
          <a:solidFill>
            <a:srgbClr val="272425">
              <a:alpha val="2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7" name="Google Shape;2447;p23"/>
          <p:cNvSpPr/>
          <p:nvPr/>
        </p:nvSpPr>
        <p:spPr>
          <a:xfrm>
            <a:off x="356072" y="219409"/>
            <a:ext cx="8241407" cy="4567962"/>
          </a:xfrm>
          <a:custGeom>
            <a:avLst/>
            <a:gdLst/>
            <a:ahLst/>
            <a:cxnLst/>
            <a:rect l="l" t="t" r="r" b="b"/>
            <a:pathLst>
              <a:path w="251973" h="139661" extrusionOk="0">
                <a:moveTo>
                  <a:pt x="1" y="1"/>
                </a:moveTo>
                <a:lnTo>
                  <a:pt x="1" y="139661"/>
                </a:lnTo>
                <a:lnTo>
                  <a:pt x="251973" y="139661"/>
                </a:lnTo>
                <a:lnTo>
                  <a:pt x="251973" y="1"/>
                </a:lnTo>
                <a:close/>
              </a:path>
            </a:pathLst>
          </a:custGeom>
          <a:solidFill>
            <a:srgbClr val="272425">
              <a:alpha val="2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8" name="Google Shape;2448;p23"/>
          <p:cNvSpPr/>
          <p:nvPr/>
        </p:nvSpPr>
        <p:spPr>
          <a:xfrm>
            <a:off x="472151" y="215910"/>
            <a:ext cx="8199705" cy="4458523"/>
          </a:xfrm>
          <a:custGeom>
            <a:avLst/>
            <a:gdLst/>
            <a:ahLst/>
            <a:cxnLst/>
            <a:rect l="l" t="t" r="r" b="b"/>
            <a:pathLst>
              <a:path w="250698" h="136315" extrusionOk="0">
                <a:moveTo>
                  <a:pt x="0" y="0"/>
                </a:moveTo>
                <a:lnTo>
                  <a:pt x="0" y="136315"/>
                </a:lnTo>
                <a:lnTo>
                  <a:pt x="250698" y="136315"/>
                </a:lnTo>
                <a:lnTo>
                  <a:pt x="250698"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449" name="Google Shape;2449;p23"/>
          <p:cNvPicPr preferRelativeResize="0"/>
          <p:nvPr/>
        </p:nvPicPr>
        <p:blipFill>
          <a:blip r:embed="rId2">
            <a:alphaModFix/>
          </a:blip>
          <a:stretch>
            <a:fillRect/>
          </a:stretch>
        </p:blipFill>
        <p:spPr>
          <a:xfrm>
            <a:off x="468438" y="223775"/>
            <a:ext cx="8207124" cy="4442774"/>
          </a:xfrm>
          <a:prstGeom prst="rect">
            <a:avLst/>
          </a:prstGeom>
          <a:noFill/>
          <a:ln>
            <a:noFill/>
          </a:ln>
        </p:spPr>
      </p:pic>
      <p:sp>
        <p:nvSpPr>
          <p:cNvPr id="2450" name="Google Shape;2450;p23"/>
          <p:cNvSpPr/>
          <p:nvPr/>
        </p:nvSpPr>
        <p:spPr>
          <a:xfrm>
            <a:off x="1544390" y="-169612"/>
            <a:ext cx="142572" cy="125041"/>
          </a:xfrm>
          <a:custGeom>
            <a:avLst/>
            <a:gdLst/>
            <a:ahLst/>
            <a:cxnLst/>
            <a:rect l="l" t="t" r="r" b="b"/>
            <a:pathLst>
              <a:path w="4359" h="3823" extrusionOk="0">
                <a:moveTo>
                  <a:pt x="1144" y="0"/>
                </a:moveTo>
                <a:cubicBezTo>
                  <a:pt x="513" y="0"/>
                  <a:pt x="1" y="500"/>
                  <a:pt x="1" y="1131"/>
                </a:cubicBezTo>
                <a:lnTo>
                  <a:pt x="1" y="2679"/>
                </a:lnTo>
                <a:cubicBezTo>
                  <a:pt x="1" y="3310"/>
                  <a:pt x="513" y="3822"/>
                  <a:pt x="1144" y="3822"/>
                </a:cubicBezTo>
                <a:lnTo>
                  <a:pt x="3228" y="3822"/>
                </a:lnTo>
                <a:cubicBezTo>
                  <a:pt x="3859" y="3822"/>
                  <a:pt x="4359" y="3310"/>
                  <a:pt x="4359" y="2679"/>
                </a:cubicBezTo>
                <a:lnTo>
                  <a:pt x="4359" y="1131"/>
                </a:lnTo>
                <a:cubicBezTo>
                  <a:pt x="4359" y="500"/>
                  <a:pt x="3859" y="0"/>
                  <a:pt x="3228" y="0"/>
                </a:cubicBezTo>
                <a:close/>
              </a:path>
            </a:pathLst>
          </a:custGeom>
          <a:solidFill>
            <a:srgbClr val="821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1" name="Google Shape;2451;p23"/>
          <p:cNvSpPr/>
          <p:nvPr/>
        </p:nvSpPr>
        <p:spPr>
          <a:xfrm>
            <a:off x="1544390" y="277825"/>
            <a:ext cx="142964" cy="124648"/>
          </a:xfrm>
          <a:custGeom>
            <a:avLst/>
            <a:gdLst/>
            <a:ahLst/>
            <a:cxnLst/>
            <a:rect l="l" t="t" r="r" b="b"/>
            <a:pathLst>
              <a:path w="4371" h="3811" extrusionOk="0">
                <a:moveTo>
                  <a:pt x="1144" y="0"/>
                </a:moveTo>
                <a:cubicBezTo>
                  <a:pt x="513" y="0"/>
                  <a:pt x="13" y="512"/>
                  <a:pt x="1" y="1132"/>
                </a:cubicBezTo>
                <a:lnTo>
                  <a:pt x="1" y="2679"/>
                </a:lnTo>
                <a:cubicBezTo>
                  <a:pt x="13" y="3310"/>
                  <a:pt x="513" y="3810"/>
                  <a:pt x="1144" y="3810"/>
                </a:cubicBezTo>
                <a:lnTo>
                  <a:pt x="3228" y="3810"/>
                </a:lnTo>
                <a:cubicBezTo>
                  <a:pt x="3859" y="3810"/>
                  <a:pt x="4359" y="3310"/>
                  <a:pt x="4371" y="2679"/>
                </a:cubicBezTo>
                <a:lnTo>
                  <a:pt x="4371" y="1132"/>
                </a:lnTo>
                <a:cubicBezTo>
                  <a:pt x="4359" y="512"/>
                  <a:pt x="3859" y="0"/>
                  <a:pt x="3228" y="0"/>
                </a:cubicBezTo>
                <a:close/>
              </a:path>
            </a:pathLst>
          </a:custGeom>
          <a:solidFill>
            <a:srgbClr val="821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2" name="Google Shape;2452;p23"/>
          <p:cNvSpPr/>
          <p:nvPr/>
        </p:nvSpPr>
        <p:spPr>
          <a:xfrm>
            <a:off x="1575776" y="-148189"/>
            <a:ext cx="79872" cy="529240"/>
          </a:xfrm>
          <a:custGeom>
            <a:avLst/>
            <a:gdLst/>
            <a:ahLst/>
            <a:cxnLst/>
            <a:rect l="l" t="t" r="r" b="b"/>
            <a:pathLst>
              <a:path w="2442" h="16181" extrusionOk="0">
                <a:moveTo>
                  <a:pt x="1215" y="0"/>
                </a:moveTo>
                <a:cubicBezTo>
                  <a:pt x="917" y="0"/>
                  <a:pt x="631" y="119"/>
                  <a:pt x="405" y="310"/>
                </a:cubicBezTo>
                <a:lnTo>
                  <a:pt x="381" y="333"/>
                </a:lnTo>
                <a:cubicBezTo>
                  <a:pt x="358" y="369"/>
                  <a:pt x="322" y="393"/>
                  <a:pt x="298" y="429"/>
                </a:cubicBezTo>
                <a:cubicBezTo>
                  <a:pt x="274" y="452"/>
                  <a:pt x="250" y="476"/>
                  <a:pt x="238" y="500"/>
                </a:cubicBezTo>
                <a:cubicBezTo>
                  <a:pt x="215" y="524"/>
                  <a:pt x="191" y="560"/>
                  <a:pt x="179" y="595"/>
                </a:cubicBezTo>
                <a:cubicBezTo>
                  <a:pt x="155" y="631"/>
                  <a:pt x="143" y="655"/>
                  <a:pt x="119" y="691"/>
                </a:cubicBezTo>
                <a:cubicBezTo>
                  <a:pt x="107" y="726"/>
                  <a:pt x="96" y="750"/>
                  <a:pt x="84" y="786"/>
                </a:cubicBezTo>
                <a:cubicBezTo>
                  <a:pt x="60" y="833"/>
                  <a:pt x="48" y="869"/>
                  <a:pt x="36" y="917"/>
                </a:cubicBezTo>
                <a:cubicBezTo>
                  <a:pt x="36" y="941"/>
                  <a:pt x="24" y="964"/>
                  <a:pt x="24" y="1000"/>
                </a:cubicBezTo>
                <a:cubicBezTo>
                  <a:pt x="0" y="1072"/>
                  <a:pt x="0" y="1143"/>
                  <a:pt x="0" y="1226"/>
                </a:cubicBezTo>
                <a:lnTo>
                  <a:pt x="0" y="14954"/>
                </a:lnTo>
                <a:cubicBezTo>
                  <a:pt x="0" y="15633"/>
                  <a:pt x="548" y="16181"/>
                  <a:pt x="1215" y="16181"/>
                </a:cubicBezTo>
                <a:cubicBezTo>
                  <a:pt x="1298" y="16181"/>
                  <a:pt x="1381" y="16169"/>
                  <a:pt x="1465" y="16157"/>
                </a:cubicBezTo>
                <a:lnTo>
                  <a:pt x="1501" y="16145"/>
                </a:lnTo>
                <a:cubicBezTo>
                  <a:pt x="1572" y="16121"/>
                  <a:pt x="1643" y="16097"/>
                  <a:pt x="1715" y="16073"/>
                </a:cubicBezTo>
                <a:lnTo>
                  <a:pt x="1727" y="16073"/>
                </a:lnTo>
                <a:cubicBezTo>
                  <a:pt x="1882" y="16002"/>
                  <a:pt x="2012" y="15907"/>
                  <a:pt x="2120" y="15788"/>
                </a:cubicBezTo>
                <a:cubicBezTo>
                  <a:pt x="2322" y="15561"/>
                  <a:pt x="2441" y="15276"/>
                  <a:pt x="2441" y="14966"/>
                </a:cubicBezTo>
                <a:lnTo>
                  <a:pt x="2441" y="1226"/>
                </a:lnTo>
                <a:cubicBezTo>
                  <a:pt x="2441" y="548"/>
                  <a:pt x="1893" y="0"/>
                  <a:pt x="1215" y="0"/>
                </a:cubicBezTo>
                <a:close/>
              </a:path>
            </a:pathLst>
          </a:custGeom>
          <a:solidFill>
            <a:srgbClr val="272425">
              <a:alpha val="200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3" name="Google Shape;2453;p23"/>
          <p:cNvSpPr/>
          <p:nvPr/>
        </p:nvSpPr>
        <p:spPr>
          <a:xfrm>
            <a:off x="1585883" y="-148189"/>
            <a:ext cx="80264" cy="529240"/>
          </a:xfrm>
          <a:custGeom>
            <a:avLst/>
            <a:gdLst/>
            <a:ahLst/>
            <a:cxnLst/>
            <a:rect l="l" t="t" r="r" b="b"/>
            <a:pathLst>
              <a:path w="2454" h="16181" extrusionOk="0">
                <a:moveTo>
                  <a:pt x="1144" y="0"/>
                </a:moveTo>
                <a:cubicBezTo>
                  <a:pt x="1061" y="0"/>
                  <a:pt x="977" y="24"/>
                  <a:pt x="882" y="48"/>
                </a:cubicBezTo>
                <a:cubicBezTo>
                  <a:pt x="846" y="60"/>
                  <a:pt x="799" y="71"/>
                  <a:pt x="751" y="83"/>
                </a:cubicBezTo>
                <a:cubicBezTo>
                  <a:pt x="727" y="107"/>
                  <a:pt x="691" y="119"/>
                  <a:pt x="656" y="131"/>
                </a:cubicBezTo>
                <a:cubicBezTo>
                  <a:pt x="620" y="155"/>
                  <a:pt x="608" y="167"/>
                  <a:pt x="572" y="179"/>
                </a:cubicBezTo>
                <a:cubicBezTo>
                  <a:pt x="549" y="202"/>
                  <a:pt x="525" y="214"/>
                  <a:pt x="513" y="226"/>
                </a:cubicBezTo>
                <a:lnTo>
                  <a:pt x="441" y="274"/>
                </a:lnTo>
                <a:lnTo>
                  <a:pt x="394" y="322"/>
                </a:lnTo>
                <a:cubicBezTo>
                  <a:pt x="382" y="333"/>
                  <a:pt x="358" y="357"/>
                  <a:pt x="346" y="369"/>
                </a:cubicBezTo>
                <a:cubicBezTo>
                  <a:pt x="334" y="381"/>
                  <a:pt x="310" y="393"/>
                  <a:pt x="299" y="417"/>
                </a:cubicBezTo>
                <a:cubicBezTo>
                  <a:pt x="287" y="429"/>
                  <a:pt x="275" y="441"/>
                  <a:pt x="263" y="464"/>
                </a:cubicBezTo>
                <a:cubicBezTo>
                  <a:pt x="251" y="476"/>
                  <a:pt x="239" y="488"/>
                  <a:pt x="227" y="512"/>
                </a:cubicBezTo>
                <a:lnTo>
                  <a:pt x="191" y="560"/>
                </a:lnTo>
                <a:lnTo>
                  <a:pt x="168" y="607"/>
                </a:lnTo>
                <a:lnTo>
                  <a:pt x="144" y="655"/>
                </a:lnTo>
                <a:cubicBezTo>
                  <a:pt x="132" y="667"/>
                  <a:pt x="120" y="679"/>
                  <a:pt x="120" y="703"/>
                </a:cubicBezTo>
                <a:cubicBezTo>
                  <a:pt x="108" y="714"/>
                  <a:pt x="96" y="726"/>
                  <a:pt x="96" y="750"/>
                </a:cubicBezTo>
                <a:cubicBezTo>
                  <a:pt x="84" y="762"/>
                  <a:pt x="84" y="774"/>
                  <a:pt x="72" y="786"/>
                </a:cubicBezTo>
                <a:lnTo>
                  <a:pt x="60" y="833"/>
                </a:lnTo>
                <a:lnTo>
                  <a:pt x="49" y="881"/>
                </a:lnTo>
                <a:cubicBezTo>
                  <a:pt x="49" y="905"/>
                  <a:pt x="37" y="917"/>
                  <a:pt x="37" y="929"/>
                </a:cubicBezTo>
                <a:cubicBezTo>
                  <a:pt x="25" y="953"/>
                  <a:pt x="25" y="964"/>
                  <a:pt x="25" y="976"/>
                </a:cubicBezTo>
                <a:cubicBezTo>
                  <a:pt x="25" y="1000"/>
                  <a:pt x="25" y="1012"/>
                  <a:pt x="13" y="1024"/>
                </a:cubicBezTo>
                <a:cubicBezTo>
                  <a:pt x="13" y="1048"/>
                  <a:pt x="13" y="1060"/>
                  <a:pt x="13" y="1072"/>
                </a:cubicBezTo>
                <a:cubicBezTo>
                  <a:pt x="1" y="1095"/>
                  <a:pt x="13" y="1107"/>
                  <a:pt x="13" y="1119"/>
                </a:cubicBezTo>
                <a:lnTo>
                  <a:pt x="13" y="1167"/>
                </a:lnTo>
                <a:lnTo>
                  <a:pt x="13" y="1214"/>
                </a:lnTo>
                <a:lnTo>
                  <a:pt x="13" y="14954"/>
                </a:lnTo>
                <a:cubicBezTo>
                  <a:pt x="13" y="14966"/>
                  <a:pt x="13" y="14978"/>
                  <a:pt x="13" y="14990"/>
                </a:cubicBezTo>
                <a:lnTo>
                  <a:pt x="13" y="15050"/>
                </a:lnTo>
                <a:lnTo>
                  <a:pt x="13" y="15097"/>
                </a:lnTo>
                <a:cubicBezTo>
                  <a:pt x="13" y="15109"/>
                  <a:pt x="13" y="15121"/>
                  <a:pt x="13" y="15145"/>
                </a:cubicBezTo>
                <a:cubicBezTo>
                  <a:pt x="25" y="15157"/>
                  <a:pt x="13" y="15169"/>
                  <a:pt x="25" y="15192"/>
                </a:cubicBezTo>
                <a:cubicBezTo>
                  <a:pt x="25" y="15204"/>
                  <a:pt x="25" y="15216"/>
                  <a:pt x="37" y="15240"/>
                </a:cubicBezTo>
                <a:cubicBezTo>
                  <a:pt x="49" y="15252"/>
                  <a:pt x="37" y="15276"/>
                  <a:pt x="49" y="15288"/>
                </a:cubicBezTo>
                <a:cubicBezTo>
                  <a:pt x="49" y="15300"/>
                  <a:pt x="60" y="15323"/>
                  <a:pt x="60" y="15335"/>
                </a:cubicBezTo>
                <a:cubicBezTo>
                  <a:pt x="72" y="15347"/>
                  <a:pt x="72" y="15371"/>
                  <a:pt x="84" y="15383"/>
                </a:cubicBezTo>
                <a:cubicBezTo>
                  <a:pt x="84" y="15407"/>
                  <a:pt x="96" y="15419"/>
                  <a:pt x="96" y="15431"/>
                </a:cubicBezTo>
                <a:cubicBezTo>
                  <a:pt x="96" y="15454"/>
                  <a:pt x="108" y="15466"/>
                  <a:pt x="120" y="15478"/>
                </a:cubicBezTo>
                <a:cubicBezTo>
                  <a:pt x="132" y="15502"/>
                  <a:pt x="132" y="15514"/>
                  <a:pt x="144" y="15526"/>
                </a:cubicBezTo>
                <a:cubicBezTo>
                  <a:pt x="156" y="15550"/>
                  <a:pt x="168" y="15561"/>
                  <a:pt x="179" y="15585"/>
                </a:cubicBezTo>
                <a:cubicBezTo>
                  <a:pt x="179" y="15597"/>
                  <a:pt x="191" y="15609"/>
                  <a:pt x="203" y="15633"/>
                </a:cubicBezTo>
                <a:cubicBezTo>
                  <a:pt x="215" y="15645"/>
                  <a:pt x="227" y="15657"/>
                  <a:pt x="239" y="15681"/>
                </a:cubicBezTo>
                <a:cubicBezTo>
                  <a:pt x="251" y="15692"/>
                  <a:pt x="263" y="15716"/>
                  <a:pt x="275" y="15728"/>
                </a:cubicBezTo>
                <a:lnTo>
                  <a:pt x="322" y="15776"/>
                </a:lnTo>
                <a:lnTo>
                  <a:pt x="370" y="15823"/>
                </a:lnTo>
                <a:lnTo>
                  <a:pt x="418" y="15871"/>
                </a:lnTo>
                <a:cubicBezTo>
                  <a:pt x="441" y="15895"/>
                  <a:pt x="453" y="15907"/>
                  <a:pt x="477" y="15931"/>
                </a:cubicBezTo>
                <a:cubicBezTo>
                  <a:pt x="501" y="15942"/>
                  <a:pt x="525" y="15954"/>
                  <a:pt x="549" y="15978"/>
                </a:cubicBezTo>
                <a:cubicBezTo>
                  <a:pt x="608" y="16014"/>
                  <a:pt x="668" y="16050"/>
                  <a:pt x="727" y="16073"/>
                </a:cubicBezTo>
                <a:cubicBezTo>
                  <a:pt x="775" y="16097"/>
                  <a:pt x="822" y="16109"/>
                  <a:pt x="870" y="16121"/>
                </a:cubicBezTo>
                <a:cubicBezTo>
                  <a:pt x="977" y="16157"/>
                  <a:pt x="1096" y="16181"/>
                  <a:pt x="1215" y="16181"/>
                </a:cubicBezTo>
                <a:lnTo>
                  <a:pt x="1227" y="16181"/>
                </a:lnTo>
                <a:cubicBezTo>
                  <a:pt x="1334" y="16181"/>
                  <a:pt x="1442" y="16169"/>
                  <a:pt x="1549" y="16133"/>
                </a:cubicBezTo>
                <a:cubicBezTo>
                  <a:pt x="1596" y="16121"/>
                  <a:pt x="1644" y="16109"/>
                  <a:pt x="1692" y="16085"/>
                </a:cubicBezTo>
                <a:cubicBezTo>
                  <a:pt x="1727" y="16073"/>
                  <a:pt x="1751" y="16062"/>
                  <a:pt x="1787" y="16038"/>
                </a:cubicBezTo>
                <a:cubicBezTo>
                  <a:pt x="1823" y="16026"/>
                  <a:pt x="1846" y="16014"/>
                  <a:pt x="1870" y="15990"/>
                </a:cubicBezTo>
                <a:lnTo>
                  <a:pt x="1942" y="15942"/>
                </a:lnTo>
                <a:lnTo>
                  <a:pt x="2001" y="15895"/>
                </a:lnTo>
                <a:lnTo>
                  <a:pt x="2061" y="15847"/>
                </a:lnTo>
                <a:lnTo>
                  <a:pt x="2108" y="15800"/>
                </a:lnTo>
                <a:lnTo>
                  <a:pt x="2144" y="15752"/>
                </a:lnTo>
                <a:cubicBezTo>
                  <a:pt x="2156" y="15740"/>
                  <a:pt x="2168" y="15716"/>
                  <a:pt x="2192" y="15704"/>
                </a:cubicBezTo>
                <a:lnTo>
                  <a:pt x="2227" y="15657"/>
                </a:lnTo>
                <a:lnTo>
                  <a:pt x="2251" y="15609"/>
                </a:lnTo>
                <a:lnTo>
                  <a:pt x="2287" y="15561"/>
                </a:lnTo>
                <a:cubicBezTo>
                  <a:pt x="2299" y="15538"/>
                  <a:pt x="2299" y="15526"/>
                  <a:pt x="2311" y="15514"/>
                </a:cubicBezTo>
                <a:cubicBezTo>
                  <a:pt x="2323" y="15490"/>
                  <a:pt x="2323" y="15478"/>
                  <a:pt x="2335" y="15466"/>
                </a:cubicBezTo>
                <a:cubicBezTo>
                  <a:pt x="2346" y="15442"/>
                  <a:pt x="2346" y="15431"/>
                  <a:pt x="2358" y="15419"/>
                </a:cubicBezTo>
                <a:cubicBezTo>
                  <a:pt x="2358" y="15395"/>
                  <a:pt x="2370" y="15383"/>
                  <a:pt x="2370" y="15371"/>
                </a:cubicBezTo>
                <a:cubicBezTo>
                  <a:pt x="2370" y="15347"/>
                  <a:pt x="2382" y="15335"/>
                  <a:pt x="2394" y="15311"/>
                </a:cubicBezTo>
                <a:cubicBezTo>
                  <a:pt x="2394" y="15300"/>
                  <a:pt x="2394" y="15288"/>
                  <a:pt x="2406" y="15264"/>
                </a:cubicBezTo>
                <a:cubicBezTo>
                  <a:pt x="2406" y="15252"/>
                  <a:pt x="2418" y="15240"/>
                  <a:pt x="2418" y="15216"/>
                </a:cubicBezTo>
                <a:cubicBezTo>
                  <a:pt x="2418" y="15204"/>
                  <a:pt x="2418" y="15192"/>
                  <a:pt x="2430" y="15169"/>
                </a:cubicBezTo>
                <a:cubicBezTo>
                  <a:pt x="2430" y="15157"/>
                  <a:pt x="2430" y="15133"/>
                  <a:pt x="2430" y="15121"/>
                </a:cubicBezTo>
                <a:cubicBezTo>
                  <a:pt x="2430" y="15109"/>
                  <a:pt x="2430" y="15085"/>
                  <a:pt x="2442" y="15073"/>
                </a:cubicBezTo>
                <a:cubicBezTo>
                  <a:pt x="2442" y="15061"/>
                  <a:pt x="2442" y="15038"/>
                  <a:pt x="2442" y="15026"/>
                </a:cubicBezTo>
                <a:lnTo>
                  <a:pt x="2442" y="14978"/>
                </a:lnTo>
                <a:lnTo>
                  <a:pt x="2442" y="1214"/>
                </a:lnTo>
                <a:lnTo>
                  <a:pt x="2454" y="1214"/>
                </a:lnTo>
                <a:lnTo>
                  <a:pt x="2454" y="1167"/>
                </a:lnTo>
                <a:lnTo>
                  <a:pt x="2454" y="1119"/>
                </a:lnTo>
                <a:lnTo>
                  <a:pt x="2454" y="1072"/>
                </a:lnTo>
                <a:cubicBezTo>
                  <a:pt x="2442" y="1060"/>
                  <a:pt x="2442" y="1036"/>
                  <a:pt x="2442" y="1024"/>
                </a:cubicBezTo>
                <a:lnTo>
                  <a:pt x="2442" y="976"/>
                </a:lnTo>
                <a:cubicBezTo>
                  <a:pt x="2442" y="964"/>
                  <a:pt x="2430" y="941"/>
                  <a:pt x="2430" y="929"/>
                </a:cubicBezTo>
                <a:cubicBezTo>
                  <a:pt x="2430" y="905"/>
                  <a:pt x="2430" y="893"/>
                  <a:pt x="2418" y="881"/>
                </a:cubicBezTo>
                <a:cubicBezTo>
                  <a:pt x="2406" y="869"/>
                  <a:pt x="2406" y="845"/>
                  <a:pt x="2406" y="833"/>
                </a:cubicBezTo>
                <a:cubicBezTo>
                  <a:pt x="2394" y="822"/>
                  <a:pt x="2394" y="798"/>
                  <a:pt x="2382" y="786"/>
                </a:cubicBezTo>
                <a:cubicBezTo>
                  <a:pt x="2382" y="762"/>
                  <a:pt x="2370" y="750"/>
                  <a:pt x="2370" y="738"/>
                </a:cubicBezTo>
                <a:cubicBezTo>
                  <a:pt x="2370" y="714"/>
                  <a:pt x="2346" y="703"/>
                  <a:pt x="2346" y="691"/>
                </a:cubicBezTo>
                <a:lnTo>
                  <a:pt x="2299" y="643"/>
                </a:lnTo>
                <a:cubicBezTo>
                  <a:pt x="2287" y="619"/>
                  <a:pt x="2275" y="607"/>
                  <a:pt x="2275" y="595"/>
                </a:cubicBezTo>
                <a:cubicBezTo>
                  <a:pt x="2263" y="572"/>
                  <a:pt x="2251" y="560"/>
                  <a:pt x="2239" y="548"/>
                </a:cubicBezTo>
                <a:cubicBezTo>
                  <a:pt x="2227" y="524"/>
                  <a:pt x="2215" y="512"/>
                  <a:pt x="2204" y="500"/>
                </a:cubicBezTo>
                <a:lnTo>
                  <a:pt x="2168" y="452"/>
                </a:lnTo>
                <a:lnTo>
                  <a:pt x="2120" y="393"/>
                </a:lnTo>
                <a:lnTo>
                  <a:pt x="2084" y="345"/>
                </a:lnTo>
                <a:lnTo>
                  <a:pt x="2025" y="298"/>
                </a:lnTo>
                <a:cubicBezTo>
                  <a:pt x="2013" y="286"/>
                  <a:pt x="1989" y="274"/>
                  <a:pt x="1965" y="250"/>
                </a:cubicBezTo>
                <a:lnTo>
                  <a:pt x="1906" y="202"/>
                </a:lnTo>
                <a:lnTo>
                  <a:pt x="1823" y="155"/>
                </a:lnTo>
                <a:cubicBezTo>
                  <a:pt x="1787" y="143"/>
                  <a:pt x="1751" y="119"/>
                  <a:pt x="1727" y="107"/>
                </a:cubicBezTo>
                <a:cubicBezTo>
                  <a:pt x="1680" y="95"/>
                  <a:pt x="1644" y="71"/>
                  <a:pt x="1596" y="60"/>
                </a:cubicBezTo>
                <a:cubicBezTo>
                  <a:pt x="1513" y="36"/>
                  <a:pt x="1430" y="12"/>
                  <a:pt x="1346" y="12"/>
                </a:cubicBezTo>
                <a:cubicBezTo>
                  <a:pt x="1311" y="0"/>
                  <a:pt x="1263" y="0"/>
                  <a:pt x="122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4" name="Google Shape;2454;p23"/>
          <p:cNvSpPr/>
          <p:nvPr/>
        </p:nvSpPr>
        <p:spPr>
          <a:xfrm>
            <a:off x="1174077" y="-169612"/>
            <a:ext cx="142539" cy="125041"/>
          </a:xfrm>
          <a:custGeom>
            <a:avLst/>
            <a:gdLst/>
            <a:ahLst/>
            <a:cxnLst/>
            <a:rect l="l" t="t" r="r" b="b"/>
            <a:pathLst>
              <a:path w="4358" h="3823" extrusionOk="0">
                <a:moveTo>
                  <a:pt x="1143" y="0"/>
                </a:moveTo>
                <a:cubicBezTo>
                  <a:pt x="512" y="0"/>
                  <a:pt x="0" y="512"/>
                  <a:pt x="0" y="1131"/>
                </a:cubicBezTo>
                <a:lnTo>
                  <a:pt x="0" y="2679"/>
                </a:lnTo>
                <a:cubicBezTo>
                  <a:pt x="0" y="3310"/>
                  <a:pt x="512" y="3810"/>
                  <a:pt x="1143" y="3822"/>
                </a:cubicBezTo>
                <a:lnTo>
                  <a:pt x="3227" y="3822"/>
                </a:lnTo>
                <a:cubicBezTo>
                  <a:pt x="3846" y="3810"/>
                  <a:pt x="4358" y="3310"/>
                  <a:pt x="4358" y="2679"/>
                </a:cubicBezTo>
                <a:lnTo>
                  <a:pt x="4358" y="1131"/>
                </a:lnTo>
                <a:cubicBezTo>
                  <a:pt x="4358" y="512"/>
                  <a:pt x="3846" y="0"/>
                  <a:pt x="3227" y="0"/>
                </a:cubicBezTo>
                <a:close/>
              </a:path>
            </a:pathLst>
          </a:custGeom>
          <a:solidFill>
            <a:srgbClr val="821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5" name="Google Shape;2455;p23"/>
          <p:cNvSpPr/>
          <p:nvPr/>
        </p:nvSpPr>
        <p:spPr>
          <a:xfrm>
            <a:off x="1174077" y="277825"/>
            <a:ext cx="142539" cy="124648"/>
          </a:xfrm>
          <a:custGeom>
            <a:avLst/>
            <a:gdLst/>
            <a:ahLst/>
            <a:cxnLst/>
            <a:rect l="l" t="t" r="r" b="b"/>
            <a:pathLst>
              <a:path w="4358" h="3811" extrusionOk="0">
                <a:moveTo>
                  <a:pt x="1131" y="0"/>
                </a:moveTo>
                <a:cubicBezTo>
                  <a:pt x="500" y="0"/>
                  <a:pt x="0" y="501"/>
                  <a:pt x="0" y="1132"/>
                </a:cubicBezTo>
                <a:lnTo>
                  <a:pt x="0" y="2679"/>
                </a:lnTo>
                <a:cubicBezTo>
                  <a:pt x="0" y="3298"/>
                  <a:pt x="500" y="3810"/>
                  <a:pt x="1131" y="3810"/>
                </a:cubicBezTo>
                <a:lnTo>
                  <a:pt x="3215" y="3810"/>
                </a:lnTo>
                <a:cubicBezTo>
                  <a:pt x="3846" y="3810"/>
                  <a:pt x="4358" y="3298"/>
                  <a:pt x="4358" y="2679"/>
                </a:cubicBezTo>
                <a:lnTo>
                  <a:pt x="4358" y="1132"/>
                </a:lnTo>
                <a:cubicBezTo>
                  <a:pt x="4358" y="512"/>
                  <a:pt x="3846" y="0"/>
                  <a:pt x="3215" y="0"/>
                </a:cubicBezTo>
                <a:close/>
              </a:path>
            </a:pathLst>
          </a:custGeom>
          <a:solidFill>
            <a:srgbClr val="821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6" name="Google Shape;2456;p23"/>
          <p:cNvSpPr/>
          <p:nvPr/>
        </p:nvSpPr>
        <p:spPr>
          <a:xfrm>
            <a:off x="1205038" y="-148189"/>
            <a:ext cx="79872" cy="529240"/>
          </a:xfrm>
          <a:custGeom>
            <a:avLst/>
            <a:gdLst/>
            <a:ahLst/>
            <a:cxnLst/>
            <a:rect l="l" t="t" r="r" b="b"/>
            <a:pathLst>
              <a:path w="2442" h="16181" extrusionOk="0">
                <a:moveTo>
                  <a:pt x="1227" y="0"/>
                </a:moveTo>
                <a:cubicBezTo>
                  <a:pt x="917" y="0"/>
                  <a:pt x="632" y="119"/>
                  <a:pt x="405" y="310"/>
                </a:cubicBezTo>
                <a:lnTo>
                  <a:pt x="393" y="333"/>
                </a:lnTo>
                <a:cubicBezTo>
                  <a:pt x="358" y="369"/>
                  <a:pt x="322" y="393"/>
                  <a:pt x="298" y="429"/>
                </a:cubicBezTo>
                <a:cubicBezTo>
                  <a:pt x="274" y="452"/>
                  <a:pt x="263" y="476"/>
                  <a:pt x="239" y="500"/>
                </a:cubicBezTo>
                <a:cubicBezTo>
                  <a:pt x="215" y="524"/>
                  <a:pt x="191" y="560"/>
                  <a:pt x="179" y="595"/>
                </a:cubicBezTo>
                <a:cubicBezTo>
                  <a:pt x="155" y="631"/>
                  <a:pt x="143" y="655"/>
                  <a:pt x="120" y="691"/>
                </a:cubicBezTo>
                <a:cubicBezTo>
                  <a:pt x="108" y="726"/>
                  <a:pt x="96" y="750"/>
                  <a:pt x="84" y="786"/>
                </a:cubicBezTo>
                <a:cubicBezTo>
                  <a:pt x="72" y="833"/>
                  <a:pt x="48" y="869"/>
                  <a:pt x="36" y="917"/>
                </a:cubicBezTo>
                <a:cubicBezTo>
                  <a:pt x="36" y="941"/>
                  <a:pt x="24" y="964"/>
                  <a:pt x="24" y="1000"/>
                </a:cubicBezTo>
                <a:cubicBezTo>
                  <a:pt x="1" y="1072"/>
                  <a:pt x="1" y="1143"/>
                  <a:pt x="1" y="1226"/>
                </a:cubicBezTo>
                <a:lnTo>
                  <a:pt x="1" y="14954"/>
                </a:lnTo>
                <a:cubicBezTo>
                  <a:pt x="1" y="15633"/>
                  <a:pt x="548" y="16181"/>
                  <a:pt x="1227" y="16181"/>
                </a:cubicBezTo>
                <a:cubicBezTo>
                  <a:pt x="1310" y="16181"/>
                  <a:pt x="1394" y="16169"/>
                  <a:pt x="1477" y="16157"/>
                </a:cubicBezTo>
                <a:lnTo>
                  <a:pt x="1513" y="16145"/>
                </a:lnTo>
                <a:cubicBezTo>
                  <a:pt x="1584" y="16121"/>
                  <a:pt x="1656" y="16097"/>
                  <a:pt x="1715" y="16073"/>
                </a:cubicBezTo>
                <a:lnTo>
                  <a:pt x="1739" y="16073"/>
                </a:lnTo>
                <a:cubicBezTo>
                  <a:pt x="1882" y="16002"/>
                  <a:pt x="2013" y="15907"/>
                  <a:pt x="2120" y="15788"/>
                </a:cubicBezTo>
                <a:cubicBezTo>
                  <a:pt x="2322" y="15561"/>
                  <a:pt x="2441" y="15276"/>
                  <a:pt x="2441" y="14966"/>
                </a:cubicBezTo>
                <a:lnTo>
                  <a:pt x="2441" y="1226"/>
                </a:lnTo>
                <a:cubicBezTo>
                  <a:pt x="2441" y="548"/>
                  <a:pt x="1894" y="0"/>
                  <a:pt x="1227" y="0"/>
                </a:cubicBezTo>
                <a:close/>
              </a:path>
            </a:pathLst>
          </a:custGeom>
          <a:solidFill>
            <a:srgbClr val="272425">
              <a:alpha val="200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7" name="Google Shape;2457;p23"/>
          <p:cNvSpPr/>
          <p:nvPr/>
        </p:nvSpPr>
        <p:spPr>
          <a:xfrm>
            <a:off x="1216322" y="-148189"/>
            <a:ext cx="79479" cy="529240"/>
          </a:xfrm>
          <a:custGeom>
            <a:avLst/>
            <a:gdLst/>
            <a:ahLst/>
            <a:cxnLst/>
            <a:rect l="l" t="t" r="r" b="b"/>
            <a:pathLst>
              <a:path w="2430" h="16181" extrusionOk="0">
                <a:moveTo>
                  <a:pt x="1132" y="0"/>
                </a:moveTo>
                <a:cubicBezTo>
                  <a:pt x="1049" y="0"/>
                  <a:pt x="965" y="24"/>
                  <a:pt x="882" y="48"/>
                </a:cubicBezTo>
                <a:cubicBezTo>
                  <a:pt x="834" y="60"/>
                  <a:pt x="787" y="71"/>
                  <a:pt x="739" y="83"/>
                </a:cubicBezTo>
                <a:cubicBezTo>
                  <a:pt x="715" y="107"/>
                  <a:pt x="680" y="119"/>
                  <a:pt x="644" y="131"/>
                </a:cubicBezTo>
                <a:lnTo>
                  <a:pt x="560" y="179"/>
                </a:lnTo>
                <a:lnTo>
                  <a:pt x="501" y="226"/>
                </a:lnTo>
                <a:cubicBezTo>
                  <a:pt x="477" y="238"/>
                  <a:pt x="453" y="262"/>
                  <a:pt x="429" y="274"/>
                </a:cubicBezTo>
                <a:lnTo>
                  <a:pt x="382" y="322"/>
                </a:lnTo>
                <a:lnTo>
                  <a:pt x="334" y="369"/>
                </a:lnTo>
                <a:cubicBezTo>
                  <a:pt x="322" y="381"/>
                  <a:pt x="310" y="393"/>
                  <a:pt x="287" y="417"/>
                </a:cubicBezTo>
                <a:lnTo>
                  <a:pt x="251" y="464"/>
                </a:lnTo>
                <a:lnTo>
                  <a:pt x="215" y="512"/>
                </a:lnTo>
                <a:lnTo>
                  <a:pt x="179" y="560"/>
                </a:lnTo>
                <a:cubicBezTo>
                  <a:pt x="179" y="572"/>
                  <a:pt x="168" y="583"/>
                  <a:pt x="156" y="607"/>
                </a:cubicBezTo>
                <a:cubicBezTo>
                  <a:pt x="144" y="619"/>
                  <a:pt x="144" y="631"/>
                  <a:pt x="132" y="655"/>
                </a:cubicBezTo>
                <a:lnTo>
                  <a:pt x="108" y="703"/>
                </a:lnTo>
                <a:lnTo>
                  <a:pt x="84" y="750"/>
                </a:lnTo>
                <a:cubicBezTo>
                  <a:pt x="84" y="762"/>
                  <a:pt x="72" y="774"/>
                  <a:pt x="72" y="786"/>
                </a:cubicBezTo>
                <a:lnTo>
                  <a:pt x="48" y="833"/>
                </a:lnTo>
                <a:lnTo>
                  <a:pt x="37" y="881"/>
                </a:lnTo>
                <a:lnTo>
                  <a:pt x="25" y="929"/>
                </a:lnTo>
                <a:cubicBezTo>
                  <a:pt x="25" y="953"/>
                  <a:pt x="13" y="964"/>
                  <a:pt x="13" y="976"/>
                </a:cubicBezTo>
                <a:cubicBezTo>
                  <a:pt x="13" y="1000"/>
                  <a:pt x="13" y="1012"/>
                  <a:pt x="13" y="1024"/>
                </a:cubicBezTo>
                <a:cubicBezTo>
                  <a:pt x="13" y="1048"/>
                  <a:pt x="13" y="1060"/>
                  <a:pt x="1" y="1072"/>
                </a:cubicBezTo>
                <a:lnTo>
                  <a:pt x="1" y="1119"/>
                </a:lnTo>
                <a:lnTo>
                  <a:pt x="1" y="1167"/>
                </a:lnTo>
                <a:lnTo>
                  <a:pt x="1" y="1214"/>
                </a:lnTo>
                <a:lnTo>
                  <a:pt x="1" y="14954"/>
                </a:lnTo>
                <a:lnTo>
                  <a:pt x="1" y="14990"/>
                </a:lnTo>
                <a:lnTo>
                  <a:pt x="1" y="15050"/>
                </a:lnTo>
                <a:lnTo>
                  <a:pt x="1" y="15097"/>
                </a:lnTo>
                <a:lnTo>
                  <a:pt x="1" y="15145"/>
                </a:lnTo>
                <a:cubicBezTo>
                  <a:pt x="1" y="15157"/>
                  <a:pt x="1" y="15169"/>
                  <a:pt x="13" y="15192"/>
                </a:cubicBezTo>
                <a:cubicBezTo>
                  <a:pt x="25" y="15204"/>
                  <a:pt x="25" y="15216"/>
                  <a:pt x="25" y="15240"/>
                </a:cubicBezTo>
                <a:cubicBezTo>
                  <a:pt x="25" y="15252"/>
                  <a:pt x="25" y="15276"/>
                  <a:pt x="37" y="15288"/>
                </a:cubicBezTo>
                <a:cubicBezTo>
                  <a:pt x="48" y="15300"/>
                  <a:pt x="48" y="15323"/>
                  <a:pt x="48" y="15335"/>
                </a:cubicBezTo>
                <a:cubicBezTo>
                  <a:pt x="60" y="15347"/>
                  <a:pt x="60" y="15371"/>
                  <a:pt x="72" y="15383"/>
                </a:cubicBezTo>
                <a:cubicBezTo>
                  <a:pt x="72" y="15407"/>
                  <a:pt x="84" y="15419"/>
                  <a:pt x="84" y="15431"/>
                </a:cubicBezTo>
                <a:cubicBezTo>
                  <a:pt x="96" y="15454"/>
                  <a:pt x="96" y="15466"/>
                  <a:pt x="108" y="15478"/>
                </a:cubicBezTo>
                <a:cubicBezTo>
                  <a:pt x="120" y="15502"/>
                  <a:pt x="120" y="15514"/>
                  <a:pt x="132" y="15526"/>
                </a:cubicBezTo>
                <a:cubicBezTo>
                  <a:pt x="168" y="15597"/>
                  <a:pt x="156" y="15573"/>
                  <a:pt x="191" y="15633"/>
                </a:cubicBezTo>
                <a:cubicBezTo>
                  <a:pt x="203" y="15645"/>
                  <a:pt x="215" y="15669"/>
                  <a:pt x="227" y="15681"/>
                </a:cubicBezTo>
                <a:lnTo>
                  <a:pt x="263" y="15728"/>
                </a:lnTo>
                <a:lnTo>
                  <a:pt x="310" y="15776"/>
                </a:lnTo>
                <a:lnTo>
                  <a:pt x="358" y="15823"/>
                </a:lnTo>
                <a:lnTo>
                  <a:pt x="406" y="15871"/>
                </a:lnTo>
                <a:cubicBezTo>
                  <a:pt x="429" y="15895"/>
                  <a:pt x="453" y="15907"/>
                  <a:pt x="465" y="15931"/>
                </a:cubicBezTo>
                <a:lnTo>
                  <a:pt x="537" y="15978"/>
                </a:lnTo>
                <a:cubicBezTo>
                  <a:pt x="596" y="16014"/>
                  <a:pt x="656" y="16050"/>
                  <a:pt x="715" y="16073"/>
                </a:cubicBezTo>
                <a:cubicBezTo>
                  <a:pt x="763" y="16097"/>
                  <a:pt x="810" y="16109"/>
                  <a:pt x="846" y="16121"/>
                </a:cubicBezTo>
                <a:cubicBezTo>
                  <a:pt x="965" y="16157"/>
                  <a:pt x="1084" y="16181"/>
                  <a:pt x="1203" y="16181"/>
                </a:cubicBezTo>
                <a:lnTo>
                  <a:pt x="1215" y="16181"/>
                </a:lnTo>
                <a:cubicBezTo>
                  <a:pt x="1322" y="16181"/>
                  <a:pt x="1430" y="16169"/>
                  <a:pt x="1537" y="16133"/>
                </a:cubicBezTo>
                <a:cubicBezTo>
                  <a:pt x="1584" y="16121"/>
                  <a:pt x="1632" y="16109"/>
                  <a:pt x="1680" y="16085"/>
                </a:cubicBezTo>
                <a:lnTo>
                  <a:pt x="1775" y="16038"/>
                </a:lnTo>
                <a:lnTo>
                  <a:pt x="1858" y="15990"/>
                </a:lnTo>
                <a:lnTo>
                  <a:pt x="1930" y="15942"/>
                </a:lnTo>
                <a:cubicBezTo>
                  <a:pt x="1953" y="15931"/>
                  <a:pt x="1977" y="15919"/>
                  <a:pt x="1989" y="15907"/>
                </a:cubicBezTo>
                <a:lnTo>
                  <a:pt x="2049" y="15859"/>
                </a:lnTo>
                <a:cubicBezTo>
                  <a:pt x="2061" y="15835"/>
                  <a:pt x="2084" y="15823"/>
                  <a:pt x="2096" y="15812"/>
                </a:cubicBezTo>
                <a:lnTo>
                  <a:pt x="2144" y="15752"/>
                </a:lnTo>
                <a:cubicBezTo>
                  <a:pt x="2156" y="15740"/>
                  <a:pt x="2168" y="15728"/>
                  <a:pt x="2180" y="15704"/>
                </a:cubicBezTo>
                <a:cubicBezTo>
                  <a:pt x="2192" y="15692"/>
                  <a:pt x="2204" y="15681"/>
                  <a:pt x="2215" y="15657"/>
                </a:cubicBezTo>
                <a:lnTo>
                  <a:pt x="2251" y="15609"/>
                </a:lnTo>
                <a:lnTo>
                  <a:pt x="2275" y="15561"/>
                </a:lnTo>
                <a:cubicBezTo>
                  <a:pt x="2287" y="15550"/>
                  <a:pt x="2287" y="15538"/>
                  <a:pt x="2299" y="15514"/>
                </a:cubicBezTo>
                <a:cubicBezTo>
                  <a:pt x="2311" y="15502"/>
                  <a:pt x="2323" y="15478"/>
                  <a:pt x="2323" y="15466"/>
                </a:cubicBezTo>
                <a:cubicBezTo>
                  <a:pt x="2334" y="15454"/>
                  <a:pt x="2334" y="15431"/>
                  <a:pt x="2346" y="15419"/>
                </a:cubicBezTo>
                <a:cubicBezTo>
                  <a:pt x="2358" y="15407"/>
                  <a:pt x="2358" y="15383"/>
                  <a:pt x="2358" y="15371"/>
                </a:cubicBezTo>
                <a:cubicBezTo>
                  <a:pt x="2358" y="15359"/>
                  <a:pt x="2382" y="15335"/>
                  <a:pt x="2382" y="15323"/>
                </a:cubicBezTo>
                <a:cubicBezTo>
                  <a:pt x="2382" y="15311"/>
                  <a:pt x="2394" y="15288"/>
                  <a:pt x="2394" y="15276"/>
                </a:cubicBezTo>
                <a:lnTo>
                  <a:pt x="2406" y="15228"/>
                </a:lnTo>
                <a:lnTo>
                  <a:pt x="2418" y="15180"/>
                </a:lnTo>
                <a:cubicBezTo>
                  <a:pt x="2418" y="15157"/>
                  <a:pt x="2418" y="15145"/>
                  <a:pt x="2418" y="15133"/>
                </a:cubicBezTo>
                <a:cubicBezTo>
                  <a:pt x="2418" y="15109"/>
                  <a:pt x="2418" y="15097"/>
                  <a:pt x="2418" y="15085"/>
                </a:cubicBezTo>
                <a:cubicBezTo>
                  <a:pt x="2430" y="15061"/>
                  <a:pt x="2418" y="15050"/>
                  <a:pt x="2418" y="15026"/>
                </a:cubicBezTo>
                <a:lnTo>
                  <a:pt x="2418" y="14978"/>
                </a:lnTo>
                <a:lnTo>
                  <a:pt x="2418" y="14954"/>
                </a:lnTo>
                <a:lnTo>
                  <a:pt x="2418" y="1214"/>
                </a:lnTo>
                <a:lnTo>
                  <a:pt x="2430" y="1214"/>
                </a:lnTo>
                <a:lnTo>
                  <a:pt x="2430" y="1167"/>
                </a:lnTo>
                <a:lnTo>
                  <a:pt x="2430" y="1119"/>
                </a:lnTo>
                <a:lnTo>
                  <a:pt x="2430" y="1072"/>
                </a:lnTo>
                <a:cubicBezTo>
                  <a:pt x="2418" y="1060"/>
                  <a:pt x="2418" y="1036"/>
                  <a:pt x="2418" y="1024"/>
                </a:cubicBezTo>
                <a:cubicBezTo>
                  <a:pt x="2418" y="1000"/>
                  <a:pt x="2418" y="988"/>
                  <a:pt x="2406" y="976"/>
                </a:cubicBezTo>
                <a:cubicBezTo>
                  <a:pt x="2406" y="964"/>
                  <a:pt x="2406" y="941"/>
                  <a:pt x="2394" y="929"/>
                </a:cubicBezTo>
                <a:cubicBezTo>
                  <a:pt x="2394" y="917"/>
                  <a:pt x="2394" y="893"/>
                  <a:pt x="2382" y="881"/>
                </a:cubicBezTo>
                <a:cubicBezTo>
                  <a:pt x="2382" y="869"/>
                  <a:pt x="2370" y="845"/>
                  <a:pt x="2370" y="833"/>
                </a:cubicBezTo>
                <a:lnTo>
                  <a:pt x="2358" y="786"/>
                </a:lnTo>
                <a:lnTo>
                  <a:pt x="2334" y="738"/>
                </a:lnTo>
                <a:lnTo>
                  <a:pt x="2311" y="691"/>
                </a:lnTo>
                <a:cubicBezTo>
                  <a:pt x="2299" y="667"/>
                  <a:pt x="2299" y="655"/>
                  <a:pt x="2287" y="643"/>
                </a:cubicBezTo>
                <a:lnTo>
                  <a:pt x="2263" y="595"/>
                </a:lnTo>
                <a:lnTo>
                  <a:pt x="2227" y="548"/>
                </a:lnTo>
                <a:cubicBezTo>
                  <a:pt x="2215" y="524"/>
                  <a:pt x="2204" y="512"/>
                  <a:pt x="2192" y="500"/>
                </a:cubicBezTo>
                <a:cubicBezTo>
                  <a:pt x="2180" y="476"/>
                  <a:pt x="2168" y="464"/>
                  <a:pt x="2156" y="452"/>
                </a:cubicBezTo>
                <a:lnTo>
                  <a:pt x="2108" y="393"/>
                </a:lnTo>
                <a:lnTo>
                  <a:pt x="2073" y="345"/>
                </a:lnTo>
                <a:lnTo>
                  <a:pt x="2013" y="298"/>
                </a:lnTo>
                <a:cubicBezTo>
                  <a:pt x="2001" y="286"/>
                  <a:pt x="1977" y="274"/>
                  <a:pt x="1953" y="250"/>
                </a:cubicBezTo>
                <a:lnTo>
                  <a:pt x="1894" y="202"/>
                </a:lnTo>
                <a:lnTo>
                  <a:pt x="1811" y="155"/>
                </a:lnTo>
                <a:cubicBezTo>
                  <a:pt x="1775" y="143"/>
                  <a:pt x="1739" y="119"/>
                  <a:pt x="1715" y="107"/>
                </a:cubicBezTo>
                <a:cubicBezTo>
                  <a:pt x="1668" y="95"/>
                  <a:pt x="1632" y="71"/>
                  <a:pt x="1584" y="60"/>
                </a:cubicBezTo>
                <a:cubicBezTo>
                  <a:pt x="1501" y="36"/>
                  <a:pt x="1430" y="12"/>
                  <a:pt x="1346" y="12"/>
                </a:cubicBezTo>
                <a:cubicBezTo>
                  <a:pt x="1299" y="0"/>
                  <a:pt x="1251" y="0"/>
                  <a:pt x="121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8" name="Google Shape;2458;p23"/>
          <p:cNvSpPr/>
          <p:nvPr/>
        </p:nvSpPr>
        <p:spPr>
          <a:xfrm>
            <a:off x="2797967" y="-169612"/>
            <a:ext cx="142539" cy="125041"/>
          </a:xfrm>
          <a:custGeom>
            <a:avLst/>
            <a:gdLst/>
            <a:ahLst/>
            <a:cxnLst/>
            <a:rect l="l" t="t" r="r" b="b"/>
            <a:pathLst>
              <a:path w="4358" h="3823" extrusionOk="0">
                <a:moveTo>
                  <a:pt x="1131" y="0"/>
                </a:moveTo>
                <a:cubicBezTo>
                  <a:pt x="512" y="0"/>
                  <a:pt x="0" y="512"/>
                  <a:pt x="0" y="1131"/>
                </a:cubicBezTo>
                <a:lnTo>
                  <a:pt x="0" y="2679"/>
                </a:lnTo>
                <a:cubicBezTo>
                  <a:pt x="0" y="3310"/>
                  <a:pt x="512" y="3810"/>
                  <a:pt x="1131" y="3822"/>
                </a:cubicBezTo>
                <a:lnTo>
                  <a:pt x="3215" y="3822"/>
                </a:lnTo>
                <a:cubicBezTo>
                  <a:pt x="3846" y="3810"/>
                  <a:pt x="4358" y="3310"/>
                  <a:pt x="4358" y="2679"/>
                </a:cubicBezTo>
                <a:lnTo>
                  <a:pt x="4358" y="1131"/>
                </a:lnTo>
                <a:cubicBezTo>
                  <a:pt x="4358" y="512"/>
                  <a:pt x="3846" y="0"/>
                  <a:pt x="3215" y="0"/>
                </a:cubicBezTo>
                <a:close/>
              </a:path>
            </a:pathLst>
          </a:custGeom>
          <a:solidFill>
            <a:srgbClr val="821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9" name="Google Shape;2459;p23"/>
          <p:cNvSpPr/>
          <p:nvPr/>
        </p:nvSpPr>
        <p:spPr>
          <a:xfrm>
            <a:off x="2805967" y="277825"/>
            <a:ext cx="142539" cy="124648"/>
          </a:xfrm>
          <a:custGeom>
            <a:avLst/>
            <a:gdLst/>
            <a:ahLst/>
            <a:cxnLst/>
            <a:rect l="l" t="t" r="r" b="b"/>
            <a:pathLst>
              <a:path w="4358" h="3811" extrusionOk="0">
                <a:moveTo>
                  <a:pt x="1131" y="0"/>
                </a:moveTo>
                <a:cubicBezTo>
                  <a:pt x="512" y="0"/>
                  <a:pt x="0" y="512"/>
                  <a:pt x="0" y="1132"/>
                </a:cubicBezTo>
                <a:lnTo>
                  <a:pt x="0" y="2679"/>
                </a:lnTo>
                <a:cubicBezTo>
                  <a:pt x="0" y="3310"/>
                  <a:pt x="512" y="3810"/>
                  <a:pt x="1131" y="3810"/>
                </a:cubicBezTo>
                <a:lnTo>
                  <a:pt x="3215" y="3810"/>
                </a:lnTo>
                <a:cubicBezTo>
                  <a:pt x="3846" y="3810"/>
                  <a:pt x="4358" y="3310"/>
                  <a:pt x="4358" y="2679"/>
                </a:cubicBezTo>
                <a:lnTo>
                  <a:pt x="4358" y="1132"/>
                </a:lnTo>
                <a:cubicBezTo>
                  <a:pt x="4358" y="512"/>
                  <a:pt x="3846" y="0"/>
                  <a:pt x="3215" y="0"/>
                </a:cubicBezTo>
                <a:close/>
              </a:path>
            </a:pathLst>
          </a:custGeom>
          <a:solidFill>
            <a:srgbClr val="821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0" name="Google Shape;2460;p23"/>
          <p:cNvSpPr/>
          <p:nvPr/>
        </p:nvSpPr>
        <p:spPr>
          <a:xfrm>
            <a:off x="2828927" y="-148189"/>
            <a:ext cx="79872" cy="529240"/>
          </a:xfrm>
          <a:custGeom>
            <a:avLst/>
            <a:gdLst/>
            <a:ahLst/>
            <a:cxnLst/>
            <a:rect l="l" t="t" r="r" b="b"/>
            <a:pathLst>
              <a:path w="2442" h="16181" extrusionOk="0">
                <a:moveTo>
                  <a:pt x="1215" y="0"/>
                </a:moveTo>
                <a:cubicBezTo>
                  <a:pt x="917" y="0"/>
                  <a:pt x="632" y="119"/>
                  <a:pt x="405" y="310"/>
                </a:cubicBezTo>
                <a:lnTo>
                  <a:pt x="382" y="333"/>
                </a:lnTo>
                <a:cubicBezTo>
                  <a:pt x="358" y="369"/>
                  <a:pt x="322" y="393"/>
                  <a:pt x="298" y="429"/>
                </a:cubicBezTo>
                <a:cubicBezTo>
                  <a:pt x="274" y="452"/>
                  <a:pt x="251" y="476"/>
                  <a:pt x="239" y="500"/>
                </a:cubicBezTo>
                <a:cubicBezTo>
                  <a:pt x="215" y="524"/>
                  <a:pt x="191" y="560"/>
                  <a:pt x="179" y="595"/>
                </a:cubicBezTo>
                <a:cubicBezTo>
                  <a:pt x="155" y="631"/>
                  <a:pt x="144" y="655"/>
                  <a:pt x="120" y="691"/>
                </a:cubicBezTo>
                <a:cubicBezTo>
                  <a:pt x="108" y="726"/>
                  <a:pt x="96" y="750"/>
                  <a:pt x="84" y="786"/>
                </a:cubicBezTo>
                <a:cubicBezTo>
                  <a:pt x="60" y="833"/>
                  <a:pt x="48" y="869"/>
                  <a:pt x="36" y="917"/>
                </a:cubicBezTo>
                <a:cubicBezTo>
                  <a:pt x="36" y="941"/>
                  <a:pt x="24" y="964"/>
                  <a:pt x="24" y="1000"/>
                </a:cubicBezTo>
                <a:cubicBezTo>
                  <a:pt x="1" y="1072"/>
                  <a:pt x="1" y="1143"/>
                  <a:pt x="1" y="1226"/>
                </a:cubicBezTo>
                <a:lnTo>
                  <a:pt x="1" y="14954"/>
                </a:lnTo>
                <a:cubicBezTo>
                  <a:pt x="1" y="15633"/>
                  <a:pt x="548" y="16181"/>
                  <a:pt x="1215" y="16181"/>
                </a:cubicBezTo>
                <a:lnTo>
                  <a:pt x="1227" y="16181"/>
                </a:lnTo>
                <a:cubicBezTo>
                  <a:pt x="1310" y="16181"/>
                  <a:pt x="1394" y="16169"/>
                  <a:pt x="1477" y="16157"/>
                </a:cubicBezTo>
                <a:lnTo>
                  <a:pt x="1513" y="16145"/>
                </a:lnTo>
                <a:cubicBezTo>
                  <a:pt x="1584" y="16121"/>
                  <a:pt x="1656" y="16097"/>
                  <a:pt x="1715" y="16073"/>
                </a:cubicBezTo>
                <a:lnTo>
                  <a:pt x="1727" y="16073"/>
                </a:lnTo>
                <a:cubicBezTo>
                  <a:pt x="1882" y="16002"/>
                  <a:pt x="2013" y="15907"/>
                  <a:pt x="2120" y="15788"/>
                </a:cubicBezTo>
                <a:cubicBezTo>
                  <a:pt x="2322" y="15561"/>
                  <a:pt x="2441" y="15276"/>
                  <a:pt x="2441" y="14966"/>
                </a:cubicBezTo>
                <a:lnTo>
                  <a:pt x="2441" y="1226"/>
                </a:lnTo>
                <a:cubicBezTo>
                  <a:pt x="2441" y="548"/>
                  <a:pt x="1894" y="0"/>
                  <a:pt x="1215" y="0"/>
                </a:cubicBezTo>
                <a:close/>
              </a:path>
            </a:pathLst>
          </a:custGeom>
          <a:solidFill>
            <a:srgbClr val="272425">
              <a:alpha val="200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1" name="Google Shape;2461;p23"/>
          <p:cNvSpPr/>
          <p:nvPr/>
        </p:nvSpPr>
        <p:spPr>
          <a:xfrm>
            <a:off x="2840212" y="-148189"/>
            <a:ext cx="79479" cy="529240"/>
          </a:xfrm>
          <a:custGeom>
            <a:avLst/>
            <a:gdLst/>
            <a:ahLst/>
            <a:cxnLst/>
            <a:rect l="l" t="t" r="r" b="b"/>
            <a:pathLst>
              <a:path w="2430" h="16181" extrusionOk="0">
                <a:moveTo>
                  <a:pt x="1144" y="0"/>
                </a:moveTo>
                <a:cubicBezTo>
                  <a:pt x="1049" y="0"/>
                  <a:pt x="965" y="24"/>
                  <a:pt x="882" y="48"/>
                </a:cubicBezTo>
                <a:cubicBezTo>
                  <a:pt x="834" y="60"/>
                  <a:pt x="799" y="71"/>
                  <a:pt x="751" y="83"/>
                </a:cubicBezTo>
                <a:cubicBezTo>
                  <a:pt x="715" y="107"/>
                  <a:pt x="680" y="119"/>
                  <a:pt x="656" y="131"/>
                </a:cubicBezTo>
                <a:cubicBezTo>
                  <a:pt x="620" y="155"/>
                  <a:pt x="596" y="167"/>
                  <a:pt x="572" y="179"/>
                </a:cubicBezTo>
                <a:cubicBezTo>
                  <a:pt x="549" y="202"/>
                  <a:pt x="525" y="214"/>
                  <a:pt x="501" y="226"/>
                </a:cubicBezTo>
                <a:lnTo>
                  <a:pt x="441" y="274"/>
                </a:lnTo>
                <a:lnTo>
                  <a:pt x="394" y="322"/>
                </a:lnTo>
                <a:cubicBezTo>
                  <a:pt x="370" y="333"/>
                  <a:pt x="358" y="357"/>
                  <a:pt x="346" y="369"/>
                </a:cubicBezTo>
                <a:cubicBezTo>
                  <a:pt x="322" y="381"/>
                  <a:pt x="310" y="393"/>
                  <a:pt x="299" y="417"/>
                </a:cubicBezTo>
                <a:cubicBezTo>
                  <a:pt x="287" y="429"/>
                  <a:pt x="275" y="441"/>
                  <a:pt x="263" y="464"/>
                </a:cubicBezTo>
                <a:cubicBezTo>
                  <a:pt x="251" y="476"/>
                  <a:pt x="239" y="488"/>
                  <a:pt x="227" y="512"/>
                </a:cubicBezTo>
                <a:lnTo>
                  <a:pt x="191" y="560"/>
                </a:lnTo>
                <a:lnTo>
                  <a:pt x="156" y="607"/>
                </a:lnTo>
                <a:lnTo>
                  <a:pt x="132" y="655"/>
                </a:lnTo>
                <a:lnTo>
                  <a:pt x="108" y="703"/>
                </a:lnTo>
                <a:cubicBezTo>
                  <a:pt x="108" y="714"/>
                  <a:pt x="96" y="726"/>
                  <a:pt x="96" y="750"/>
                </a:cubicBezTo>
                <a:cubicBezTo>
                  <a:pt x="84" y="762"/>
                  <a:pt x="84" y="774"/>
                  <a:pt x="72" y="786"/>
                </a:cubicBezTo>
                <a:lnTo>
                  <a:pt x="60" y="833"/>
                </a:lnTo>
                <a:lnTo>
                  <a:pt x="37" y="881"/>
                </a:lnTo>
                <a:cubicBezTo>
                  <a:pt x="37" y="905"/>
                  <a:pt x="37" y="917"/>
                  <a:pt x="25" y="929"/>
                </a:cubicBezTo>
                <a:cubicBezTo>
                  <a:pt x="25" y="953"/>
                  <a:pt x="25" y="964"/>
                  <a:pt x="13" y="976"/>
                </a:cubicBezTo>
                <a:cubicBezTo>
                  <a:pt x="13" y="1000"/>
                  <a:pt x="13" y="1012"/>
                  <a:pt x="13" y="1024"/>
                </a:cubicBezTo>
                <a:cubicBezTo>
                  <a:pt x="1" y="1048"/>
                  <a:pt x="13" y="1060"/>
                  <a:pt x="13" y="1072"/>
                </a:cubicBezTo>
                <a:lnTo>
                  <a:pt x="13" y="1119"/>
                </a:lnTo>
                <a:lnTo>
                  <a:pt x="13" y="1167"/>
                </a:lnTo>
                <a:lnTo>
                  <a:pt x="13" y="1214"/>
                </a:lnTo>
                <a:lnTo>
                  <a:pt x="13" y="14954"/>
                </a:lnTo>
                <a:cubicBezTo>
                  <a:pt x="13" y="14966"/>
                  <a:pt x="13" y="14978"/>
                  <a:pt x="13" y="14990"/>
                </a:cubicBezTo>
                <a:lnTo>
                  <a:pt x="13" y="15050"/>
                </a:lnTo>
                <a:cubicBezTo>
                  <a:pt x="13" y="15061"/>
                  <a:pt x="13" y="15073"/>
                  <a:pt x="13" y="15097"/>
                </a:cubicBezTo>
                <a:cubicBezTo>
                  <a:pt x="13" y="15109"/>
                  <a:pt x="13" y="15121"/>
                  <a:pt x="13" y="15145"/>
                </a:cubicBezTo>
                <a:cubicBezTo>
                  <a:pt x="13" y="15157"/>
                  <a:pt x="13" y="15169"/>
                  <a:pt x="13" y="15192"/>
                </a:cubicBezTo>
                <a:cubicBezTo>
                  <a:pt x="13" y="15204"/>
                  <a:pt x="13" y="15216"/>
                  <a:pt x="25" y="15240"/>
                </a:cubicBezTo>
                <a:cubicBezTo>
                  <a:pt x="37" y="15252"/>
                  <a:pt x="37" y="15276"/>
                  <a:pt x="37" y="15288"/>
                </a:cubicBezTo>
                <a:cubicBezTo>
                  <a:pt x="49" y="15300"/>
                  <a:pt x="49" y="15323"/>
                  <a:pt x="60" y="15335"/>
                </a:cubicBezTo>
                <a:lnTo>
                  <a:pt x="72" y="15383"/>
                </a:lnTo>
                <a:cubicBezTo>
                  <a:pt x="72" y="15407"/>
                  <a:pt x="84" y="15419"/>
                  <a:pt x="96" y="15431"/>
                </a:cubicBezTo>
                <a:cubicBezTo>
                  <a:pt x="96" y="15454"/>
                  <a:pt x="108" y="15466"/>
                  <a:pt x="120" y="15478"/>
                </a:cubicBezTo>
                <a:cubicBezTo>
                  <a:pt x="120" y="15502"/>
                  <a:pt x="132" y="15514"/>
                  <a:pt x="144" y="15526"/>
                </a:cubicBezTo>
                <a:cubicBezTo>
                  <a:pt x="144" y="15550"/>
                  <a:pt x="156" y="15561"/>
                  <a:pt x="168" y="15585"/>
                </a:cubicBezTo>
                <a:cubicBezTo>
                  <a:pt x="180" y="15597"/>
                  <a:pt x="191" y="15609"/>
                  <a:pt x="191" y="15633"/>
                </a:cubicBezTo>
                <a:lnTo>
                  <a:pt x="227" y="15681"/>
                </a:lnTo>
                <a:lnTo>
                  <a:pt x="263" y="15728"/>
                </a:lnTo>
                <a:lnTo>
                  <a:pt x="310" y="15776"/>
                </a:lnTo>
                <a:lnTo>
                  <a:pt x="358" y="15823"/>
                </a:lnTo>
                <a:lnTo>
                  <a:pt x="418" y="15871"/>
                </a:lnTo>
                <a:cubicBezTo>
                  <a:pt x="430" y="15895"/>
                  <a:pt x="453" y="15907"/>
                  <a:pt x="477" y="15931"/>
                </a:cubicBezTo>
                <a:cubicBezTo>
                  <a:pt x="489" y="15942"/>
                  <a:pt x="513" y="15954"/>
                  <a:pt x="537" y="15978"/>
                </a:cubicBezTo>
                <a:cubicBezTo>
                  <a:pt x="596" y="16014"/>
                  <a:pt x="656" y="16050"/>
                  <a:pt x="727" y="16073"/>
                </a:cubicBezTo>
                <a:cubicBezTo>
                  <a:pt x="763" y="16097"/>
                  <a:pt x="811" y="16109"/>
                  <a:pt x="858" y="16121"/>
                </a:cubicBezTo>
                <a:cubicBezTo>
                  <a:pt x="965" y="16157"/>
                  <a:pt x="1084" y="16181"/>
                  <a:pt x="1215" y="16181"/>
                </a:cubicBezTo>
                <a:lnTo>
                  <a:pt x="1227" y="16181"/>
                </a:lnTo>
                <a:cubicBezTo>
                  <a:pt x="1323" y="16181"/>
                  <a:pt x="1430" y="16169"/>
                  <a:pt x="1537" y="16133"/>
                </a:cubicBezTo>
                <a:cubicBezTo>
                  <a:pt x="1584" y="16121"/>
                  <a:pt x="1632" y="16109"/>
                  <a:pt x="1680" y="16085"/>
                </a:cubicBezTo>
                <a:cubicBezTo>
                  <a:pt x="1715" y="16073"/>
                  <a:pt x="1751" y="16062"/>
                  <a:pt x="1787" y="16038"/>
                </a:cubicBezTo>
                <a:cubicBezTo>
                  <a:pt x="1811" y="16026"/>
                  <a:pt x="1834" y="16014"/>
                  <a:pt x="1858" y="15990"/>
                </a:cubicBezTo>
                <a:lnTo>
                  <a:pt x="1930" y="15942"/>
                </a:lnTo>
                <a:cubicBezTo>
                  <a:pt x="1954" y="15931"/>
                  <a:pt x="1977" y="15919"/>
                  <a:pt x="2001" y="15907"/>
                </a:cubicBezTo>
                <a:cubicBezTo>
                  <a:pt x="2013" y="15883"/>
                  <a:pt x="2037" y="15871"/>
                  <a:pt x="2049" y="15859"/>
                </a:cubicBezTo>
                <a:lnTo>
                  <a:pt x="2096" y="15812"/>
                </a:lnTo>
                <a:lnTo>
                  <a:pt x="2144" y="15752"/>
                </a:lnTo>
                <a:cubicBezTo>
                  <a:pt x="2156" y="15740"/>
                  <a:pt x="2168" y="15728"/>
                  <a:pt x="2180" y="15704"/>
                </a:cubicBezTo>
                <a:lnTo>
                  <a:pt x="2215" y="15657"/>
                </a:lnTo>
                <a:lnTo>
                  <a:pt x="2251" y="15609"/>
                </a:lnTo>
                <a:lnTo>
                  <a:pt x="2275" y="15561"/>
                </a:lnTo>
                <a:cubicBezTo>
                  <a:pt x="2287" y="15550"/>
                  <a:pt x="2299" y="15538"/>
                  <a:pt x="2311" y="15514"/>
                </a:cubicBezTo>
                <a:cubicBezTo>
                  <a:pt x="2311" y="15502"/>
                  <a:pt x="2323" y="15478"/>
                  <a:pt x="2335" y="15466"/>
                </a:cubicBezTo>
                <a:cubicBezTo>
                  <a:pt x="2335" y="15454"/>
                  <a:pt x="2346" y="15431"/>
                  <a:pt x="2346" y="15419"/>
                </a:cubicBezTo>
                <a:cubicBezTo>
                  <a:pt x="2358" y="15407"/>
                  <a:pt x="2358" y="15383"/>
                  <a:pt x="2370" y="15371"/>
                </a:cubicBezTo>
                <a:cubicBezTo>
                  <a:pt x="2370" y="15359"/>
                  <a:pt x="2382" y="15335"/>
                  <a:pt x="2382" y="15323"/>
                </a:cubicBezTo>
                <a:cubicBezTo>
                  <a:pt x="2394" y="15311"/>
                  <a:pt x="2394" y="15288"/>
                  <a:pt x="2394" y="15276"/>
                </a:cubicBezTo>
                <a:cubicBezTo>
                  <a:pt x="2406" y="15264"/>
                  <a:pt x="2406" y="15240"/>
                  <a:pt x="2406" y="15228"/>
                </a:cubicBezTo>
                <a:cubicBezTo>
                  <a:pt x="2418" y="15204"/>
                  <a:pt x="2418" y="15192"/>
                  <a:pt x="2418" y="15180"/>
                </a:cubicBezTo>
                <a:cubicBezTo>
                  <a:pt x="2430" y="15157"/>
                  <a:pt x="2418" y="15145"/>
                  <a:pt x="2418" y="15133"/>
                </a:cubicBezTo>
                <a:lnTo>
                  <a:pt x="2418" y="15085"/>
                </a:lnTo>
                <a:lnTo>
                  <a:pt x="2418" y="15026"/>
                </a:lnTo>
                <a:lnTo>
                  <a:pt x="2418" y="14978"/>
                </a:lnTo>
                <a:lnTo>
                  <a:pt x="2418" y="1214"/>
                </a:lnTo>
                <a:lnTo>
                  <a:pt x="2418" y="1167"/>
                </a:lnTo>
                <a:lnTo>
                  <a:pt x="2418" y="1119"/>
                </a:lnTo>
                <a:cubicBezTo>
                  <a:pt x="2418" y="1107"/>
                  <a:pt x="2418" y="1084"/>
                  <a:pt x="2418" y="1072"/>
                </a:cubicBezTo>
                <a:cubicBezTo>
                  <a:pt x="2418" y="1060"/>
                  <a:pt x="2418" y="1036"/>
                  <a:pt x="2418" y="1024"/>
                </a:cubicBezTo>
                <a:cubicBezTo>
                  <a:pt x="2418" y="1012"/>
                  <a:pt x="2418" y="988"/>
                  <a:pt x="2418" y="976"/>
                </a:cubicBezTo>
                <a:cubicBezTo>
                  <a:pt x="2406" y="964"/>
                  <a:pt x="2406" y="941"/>
                  <a:pt x="2406" y="929"/>
                </a:cubicBezTo>
                <a:cubicBezTo>
                  <a:pt x="2406" y="905"/>
                  <a:pt x="2406" y="893"/>
                  <a:pt x="2394" y="881"/>
                </a:cubicBezTo>
                <a:cubicBezTo>
                  <a:pt x="2382" y="869"/>
                  <a:pt x="2382" y="845"/>
                  <a:pt x="2370" y="833"/>
                </a:cubicBezTo>
                <a:cubicBezTo>
                  <a:pt x="2370" y="822"/>
                  <a:pt x="2358" y="798"/>
                  <a:pt x="2358" y="786"/>
                </a:cubicBezTo>
                <a:cubicBezTo>
                  <a:pt x="2346" y="762"/>
                  <a:pt x="2346" y="750"/>
                  <a:pt x="2335" y="738"/>
                </a:cubicBezTo>
                <a:cubicBezTo>
                  <a:pt x="2335" y="714"/>
                  <a:pt x="2323" y="703"/>
                  <a:pt x="2311" y="691"/>
                </a:cubicBezTo>
                <a:lnTo>
                  <a:pt x="2299" y="643"/>
                </a:lnTo>
                <a:cubicBezTo>
                  <a:pt x="2287" y="619"/>
                  <a:pt x="2275" y="607"/>
                  <a:pt x="2263" y="595"/>
                </a:cubicBezTo>
                <a:cubicBezTo>
                  <a:pt x="2251" y="572"/>
                  <a:pt x="2239" y="560"/>
                  <a:pt x="2239" y="548"/>
                </a:cubicBezTo>
                <a:lnTo>
                  <a:pt x="2204" y="500"/>
                </a:lnTo>
                <a:lnTo>
                  <a:pt x="2168" y="452"/>
                </a:lnTo>
                <a:lnTo>
                  <a:pt x="2120" y="393"/>
                </a:lnTo>
                <a:lnTo>
                  <a:pt x="2073" y="345"/>
                </a:lnTo>
                <a:lnTo>
                  <a:pt x="2025" y="298"/>
                </a:lnTo>
                <a:cubicBezTo>
                  <a:pt x="2001" y="286"/>
                  <a:pt x="1977" y="274"/>
                  <a:pt x="1965" y="250"/>
                </a:cubicBezTo>
                <a:lnTo>
                  <a:pt x="1894" y="202"/>
                </a:lnTo>
                <a:lnTo>
                  <a:pt x="1811" y="155"/>
                </a:lnTo>
                <a:cubicBezTo>
                  <a:pt x="1787" y="143"/>
                  <a:pt x="1751" y="119"/>
                  <a:pt x="1715" y="107"/>
                </a:cubicBezTo>
                <a:cubicBezTo>
                  <a:pt x="1680" y="95"/>
                  <a:pt x="1632" y="71"/>
                  <a:pt x="1584" y="60"/>
                </a:cubicBezTo>
                <a:cubicBezTo>
                  <a:pt x="1513" y="36"/>
                  <a:pt x="1430" y="12"/>
                  <a:pt x="1346" y="12"/>
                </a:cubicBezTo>
                <a:cubicBezTo>
                  <a:pt x="1299" y="0"/>
                  <a:pt x="1263" y="0"/>
                  <a:pt x="121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2" name="Google Shape;2462;p23"/>
          <p:cNvSpPr/>
          <p:nvPr/>
        </p:nvSpPr>
        <p:spPr>
          <a:xfrm>
            <a:off x="2427621" y="-169612"/>
            <a:ext cx="142539" cy="125041"/>
          </a:xfrm>
          <a:custGeom>
            <a:avLst/>
            <a:gdLst/>
            <a:ahLst/>
            <a:cxnLst/>
            <a:rect l="l" t="t" r="r" b="b"/>
            <a:pathLst>
              <a:path w="4358" h="3823" extrusionOk="0">
                <a:moveTo>
                  <a:pt x="1131" y="0"/>
                </a:moveTo>
                <a:cubicBezTo>
                  <a:pt x="500" y="0"/>
                  <a:pt x="0" y="512"/>
                  <a:pt x="0" y="1131"/>
                </a:cubicBezTo>
                <a:lnTo>
                  <a:pt x="0" y="2679"/>
                </a:lnTo>
                <a:cubicBezTo>
                  <a:pt x="0" y="3310"/>
                  <a:pt x="500" y="3810"/>
                  <a:pt x="1131" y="3822"/>
                </a:cubicBezTo>
                <a:lnTo>
                  <a:pt x="3215" y="3822"/>
                </a:lnTo>
                <a:cubicBezTo>
                  <a:pt x="3846" y="3810"/>
                  <a:pt x="4346" y="3310"/>
                  <a:pt x="4358" y="2679"/>
                </a:cubicBezTo>
                <a:lnTo>
                  <a:pt x="4358" y="1131"/>
                </a:lnTo>
                <a:cubicBezTo>
                  <a:pt x="4346" y="512"/>
                  <a:pt x="3846" y="0"/>
                  <a:pt x="3215" y="0"/>
                </a:cubicBezTo>
                <a:close/>
              </a:path>
            </a:pathLst>
          </a:custGeom>
          <a:solidFill>
            <a:srgbClr val="821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3" name="Google Shape;2463;p23"/>
          <p:cNvSpPr/>
          <p:nvPr/>
        </p:nvSpPr>
        <p:spPr>
          <a:xfrm>
            <a:off x="2435621" y="277825"/>
            <a:ext cx="142539" cy="124648"/>
          </a:xfrm>
          <a:custGeom>
            <a:avLst/>
            <a:gdLst/>
            <a:ahLst/>
            <a:cxnLst/>
            <a:rect l="l" t="t" r="r" b="b"/>
            <a:pathLst>
              <a:path w="4358" h="3811" extrusionOk="0">
                <a:moveTo>
                  <a:pt x="1131" y="0"/>
                </a:moveTo>
                <a:cubicBezTo>
                  <a:pt x="500" y="0"/>
                  <a:pt x="0" y="512"/>
                  <a:pt x="0" y="1132"/>
                </a:cubicBezTo>
                <a:lnTo>
                  <a:pt x="0" y="2679"/>
                </a:lnTo>
                <a:cubicBezTo>
                  <a:pt x="0" y="3310"/>
                  <a:pt x="500" y="3810"/>
                  <a:pt x="1131" y="3810"/>
                </a:cubicBezTo>
                <a:lnTo>
                  <a:pt x="3215" y="3810"/>
                </a:lnTo>
                <a:cubicBezTo>
                  <a:pt x="3846" y="3810"/>
                  <a:pt x="4346" y="3310"/>
                  <a:pt x="4358" y="2679"/>
                </a:cubicBezTo>
                <a:lnTo>
                  <a:pt x="4358" y="1132"/>
                </a:lnTo>
                <a:cubicBezTo>
                  <a:pt x="4346" y="512"/>
                  <a:pt x="3846" y="0"/>
                  <a:pt x="3215" y="0"/>
                </a:cubicBezTo>
                <a:close/>
              </a:path>
            </a:pathLst>
          </a:custGeom>
          <a:solidFill>
            <a:srgbClr val="821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4" name="Google Shape;2464;p23"/>
          <p:cNvSpPr/>
          <p:nvPr/>
        </p:nvSpPr>
        <p:spPr>
          <a:xfrm>
            <a:off x="2458189" y="-148189"/>
            <a:ext cx="80264" cy="529240"/>
          </a:xfrm>
          <a:custGeom>
            <a:avLst/>
            <a:gdLst/>
            <a:ahLst/>
            <a:cxnLst/>
            <a:rect l="l" t="t" r="r" b="b"/>
            <a:pathLst>
              <a:path w="2454" h="16181" extrusionOk="0">
                <a:moveTo>
                  <a:pt x="1227" y="0"/>
                </a:moveTo>
                <a:cubicBezTo>
                  <a:pt x="930" y="0"/>
                  <a:pt x="632" y="119"/>
                  <a:pt x="418" y="310"/>
                </a:cubicBezTo>
                <a:lnTo>
                  <a:pt x="394" y="333"/>
                </a:lnTo>
                <a:cubicBezTo>
                  <a:pt x="358" y="369"/>
                  <a:pt x="334" y="393"/>
                  <a:pt x="299" y="429"/>
                </a:cubicBezTo>
                <a:cubicBezTo>
                  <a:pt x="287" y="452"/>
                  <a:pt x="263" y="476"/>
                  <a:pt x="251" y="500"/>
                </a:cubicBezTo>
                <a:cubicBezTo>
                  <a:pt x="227" y="524"/>
                  <a:pt x="203" y="560"/>
                  <a:pt x="179" y="595"/>
                </a:cubicBezTo>
                <a:cubicBezTo>
                  <a:pt x="168" y="631"/>
                  <a:pt x="144" y="655"/>
                  <a:pt x="132" y="691"/>
                </a:cubicBezTo>
                <a:cubicBezTo>
                  <a:pt x="120" y="726"/>
                  <a:pt x="96" y="750"/>
                  <a:pt x="84" y="786"/>
                </a:cubicBezTo>
                <a:cubicBezTo>
                  <a:pt x="72" y="833"/>
                  <a:pt x="60" y="869"/>
                  <a:pt x="49" y="917"/>
                </a:cubicBezTo>
                <a:cubicBezTo>
                  <a:pt x="49" y="941"/>
                  <a:pt x="37" y="964"/>
                  <a:pt x="25" y="1000"/>
                </a:cubicBezTo>
                <a:cubicBezTo>
                  <a:pt x="13" y="1072"/>
                  <a:pt x="1" y="1143"/>
                  <a:pt x="1" y="1226"/>
                </a:cubicBezTo>
                <a:lnTo>
                  <a:pt x="1" y="14954"/>
                </a:lnTo>
                <a:cubicBezTo>
                  <a:pt x="1" y="15633"/>
                  <a:pt x="549" y="16181"/>
                  <a:pt x="1227" y="16181"/>
                </a:cubicBezTo>
                <a:cubicBezTo>
                  <a:pt x="1311" y="16181"/>
                  <a:pt x="1394" y="16169"/>
                  <a:pt x="1477" y="16157"/>
                </a:cubicBezTo>
                <a:lnTo>
                  <a:pt x="1513" y="16145"/>
                </a:lnTo>
                <a:cubicBezTo>
                  <a:pt x="1584" y="16121"/>
                  <a:pt x="1656" y="16097"/>
                  <a:pt x="1715" y="16073"/>
                </a:cubicBezTo>
                <a:lnTo>
                  <a:pt x="1739" y="16073"/>
                </a:lnTo>
                <a:cubicBezTo>
                  <a:pt x="1882" y="16002"/>
                  <a:pt x="2013" y="15907"/>
                  <a:pt x="2120" y="15788"/>
                </a:cubicBezTo>
                <a:cubicBezTo>
                  <a:pt x="2335" y="15561"/>
                  <a:pt x="2442" y="15276"/>
                  <a:pt x="2454" y="14966"/>
                </a:cubicBezTo>
                <a:lnTo>
                  <a:pt x="2454" y="1226"/>
                </a:lnTo>
                <a:cubicBezTo>
                  <a:pt x="2454" y="548"/>
                  <a:pt x="1906" y="0"/>
                  <a:pt x="1227" y="0"/>
                </a:cubicBezTo>
                <a:close/>
              </a:path>
            </a:pathLst>
          </a:custGeom>
          <a:solidFill>
            <a:srgbClr val="272425">
              <a:alpha val="200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5" name="Google Shape;2465;p23"/>
          <p:cNvSpPr/>
          <p:nvPr/>
        </p:nvSpPr>
        <p:spPr>
          <a:xfrm>
            <a:off x="2470258" y="-148189"/>
            <a:ext cx="79087" cy="529240"/>
          </a:xfrm>
          <a:custGeom>
            <a:avLst/>
            <a:gdLst/>
            <a:ahLst/>
            <a:cxnLst/>
            <a:rect l="l" t="t" r="r" b="b"/>
            <a:pathLst>
              <a:path w="2418" h="16181" extrusionOk="0">
                <a:moveTo>
                  <a:pt x="1132" y="0"/>
                </a:moveTo>
                <a:cubicBezTo>
                  <a:pt x="1037" y="0"/>
                  <a:pt x="953" y="24"/>
                  <a:pt x="870" y="48"/>
                </a:cubicBezTo>
                <a:cubicBezTo>
                  <a:pt x="823" y="60"/>
                  <a:pt x="775" y="71"/>
                  <a:pt x="739" y="83"/>
                </a:cubicBezTo>
                <a:cubicBezTo>
                  <a:pt x="703" y="107"/>
                  <a:pt x="668" y="119"/>
                  <a:pt x="644" y="131"/>
                </a:cubicBezTo>
                <a:cubicBezTo>
                  <a:pt x="608" y="155"/>
                  <a:pt x="584" y="167"/>
                  <a:pt x="561" y="179"/>
                </a:cubicBezTo>
                <a:cubicBezTo>
                  <a:pt x="537" y="202"/>
                  <a:pt x="513" y="214"/>
                  <a:pt x="489" y="226"/>
                </a:cubicBezTo>
                <a:cubicBezTo>
                  <a:pt x="465" y="238"/>
                  <a:pt x="442" y="262"/>
                  <a:pt x="430" y="274"/>
                </a:cubicBezTo>
                <a:lnTo>
                  <a:pt x="370" y="322"/>
                </a:lnTo>
                <a:lnTo>
                  <a:pt x="322" y="369"/>
                </a:lnTo>
                <a:cubicBezTo>
                  <a:pt x="311" y="381"/>
                  <a:pt x="299" y="393"/>
                  <a:pt x="287" y="417"/>
                </a:cubicBezTo>
                <a:lnTo>
                  <a:pt x="239" y="464"/>
                </a:lnTo>
                <a:lnTo>
                  <a:pt x="215" y="512"/>
                </a:lnTo>
                <a:lnTo>
                  <a:pt x="180" y="560"/>
                </a:lnTo>
                <a:cubicBezTo>
                  <a:pt x="168" y="572"/>
                  <a:pt x="156" y="583"/>
                  <a:pt x="144" y="607"/>
                </a:cubicBezTo>
                <a:cubicBezTo>
                  <a:pt x="144" y="619"/>
                  <a:pt x="132" y="631"/>
                  <a:pt x="120" y="655"/>
                </a:cubicBezTo>
                <a:lnTo>
                  <a:pt x="96" y="703"/>
                </a:lnTo>
                <a:lnTo>
                  <a:pt x="72" y="750"/>
                </a:lnTo>
                <a:cubicBezTo>
                  <a:pt x="72" y="762"/>
                  <a:pt x="61" y="774"/>
                  <a:pt x="61" y="786"/>
                </a:cubicBezTo>
                <a:lnTo>
                  <a:pt x="37" y="833"/>
                </a:lnTo>
                <a:lnTo>
                  <a:pt x="25" y="881"/>
                </a:lnTo>
                <a:lnTo>
                  <a:pt x="13" y="929"/>
                </a:lnTo>
                <a:cubicBezTo>
                  <a:pt x="13" y="953"/>
                  <a:pt x="13" y="964"/>
                  <a:pt x="1" y="976"/>
                </a:cubicBezTo>
                <a:cubicBezTo>
                  <a:pt x="1" y="1000"/>
                  <a:pt x="1" y="1012"/>
                  <a:pt x="1" y="1024"/>
                </a:cubicBezTo>
                <a:cubicBezTo>
                  <a:pt x="1" y="1048"/>
                  <a:pt x="1" y="1060"/>
                  <a:pt x="1" y="1072"/>
                </a:cubicBezTo>
                <a:lnTo>
                  <a:pt x="1" y="1119"/>
                </a:lnTo>
                <a:lnTo>
                  <a:pt x="1" y="1167"/>
                </a:lnTo>
                <a:lnTo>
                  <a:pt x="1" y="1214"/>
                </a:lnTo>
                <a:lnTo>
                  <a:pt x="1" y="14954"/>
                </a:lnTo>
                <a:lnTo>
                  <a:pt x="1" y="14990"/>
                </a:lnTo>
                <a:lnTo>
                  <a:pt x="1" y="15050"/>
                </a:lnTo>
                <a:lnTo>
                  <a:pt x="1" y="15097"/>
                </a:lnTo>
                <a:cubicBezTo>
                  <a:pt x="1" y="15109"/>
                  <a:pt x="1" y="15121"/>
                  <a:pt x="1" y="15145"/>
                </a:cubicBezTo>
                <a:cubicBezTo>
                  <a:pt x="13" y="15157"/>
                  <a:pt x="1" y="15169"/>
                  <a:pt x="1" y="15192"/>
                </a:cubicBezTo>
                <a:cubicBezTo>
                  <a:pt x="1" y="15204"/>
                  <a:pt x="1" y="15216"/>
                  <a:pt x="13" y="15240"/>
                </a:cubicBezTo>
                <a:cubicBezTo>
                  <a:pt x="25" y="15252"/>
                  <a:pt x="13" y="15276"/>
                  <a:pt x="25" y="15288"/>
                </a:cubicBezTo>
                <a:cubicBezTo>
                  <a:pt x="37" y="15300"/>
                  <a:pt x="37" y="15323"/>
                  <a:pt x="49" y="15335"/>
                </a:cubicBezTo>
                <a:cubicBezTo>
                  <a:pt x="49" y="15347"/>
                  <a:pt x="49" y="15371"/>
                  <a:pt x="61" y="15383"/>
                </a:cubicBezTo>
                <a:cubicBezTo>
                  <a:pt x="61" y="15407"/>
                  <a:pt x="72" y="15419"/>
                  <a:pt x="84" y="15431"/>
                </a:cubicBezTo>
                <a:cubicBezTo>
                  <a:pt x="84" y="15454"/>
                  <a:pt x="96" y="15466"/>
                  <a:pt x="96" y="15478"/>
                </a:cubicBezTo>
                <a:cubicBezTo>
                  <a:pt x="108" y="15502"/>
                  <a:pt x="120" y="15514"/>
                  <a:pt x="120" y="15526"/>
                </a:cubicBezTo>
                <a:cubicBezTo>
                  <a:pt x="168" y="15597"/>
                  <a:pt x="144" y="15573"/>
                  <a:pt x="180" y="15633"/>
                </a:cubicBezTo>
                <a:cubicBezTo>
                  <a:pt x="191" y="15645"/>
                  <a:pt x="203" y="15669"/>
                  <a:pt x="215" y="15681"/>
                </a:cubicBezTo>
                <a:lnTo>
                  <a:pt x="251" y="15728"/>
                </a:lnTo>
                <a:lnTo>
                  <a:pt x="299" y="15776"/>
                </a:lnTo>
                <a:lnTo>
                  <a:pt x="346" y="15823"/>
                </a:lnTo>
                <a:lnTo>
                  <a:pt x="394" y="15871"/>
                </a:lnTo>
                <a:cubicBezTo>
                  <a:pt x="418" y="15895"/>
                  <a:pt x="442" y="15907"/>
                  <a:pt x="453" y="15931"/>
                </a:cubicBezTo>
                <a:lnTo>
                  <a:pt x="525" y="15978"/>
                </a:lnTo>
                <a:cubicBezTo>
                  <a:pt x="584" y="16014"/>
                  <a:pt x="644" y="16050"/>
                  <a:pt x="715" y="16073"/>
                </a:cubicBezTo>
                <a:cubicBezTo>
                  <a:pt x="751" y="16097"/>
                  <a:pt x="799" y="16109"/>
                  <a:pt x="846" y="16121"/>
                </a:cubicBezTo>
                <a:cubicBezTo>
                  <a:pt x="953" y="16157"/>
                  <a:pt x="1073" y="16181"/>
                  <a:pt x="1192" y="16181"/>
                </a:cubicBezTo>
                <a:lnTo>
                  <a:pt x="1204" y="16181"/>
                </a:lnTo>
                <a:cubicBezTo>
                  <a:pt x="1311" y="16181"/>
                  <a:pt x="1418" y="16169"/>
                  <a:pt x="1525" y="16133"/>
                </a:cubicBezTo>
                <a:cubicBezTo>
                  <a:pt x="1573" y="16121"/>
                  <a:pt x="1620" y="16109"/>
                  <a:pt x="1668" y="16085"/>
                </a:cubicBezTo>
                <a:cubicBezTo>
                  <a:pt x="1704" y="16073"/>
                  <a:pt x="1739" y="16062"/>
                  <a:pt x="1763" y="16038"/>
                </a:cubicBezTo>
                <a:lnTo>
                  <a:pt x="1846" y="15990"/>
                </a:lnTo>
                <a:lnTo>
                  <a:pt x="1918" y="15942"/>
                </a:lnTo>
                <a:cubicBezTo>
                  <a:pt x="1942" y="15931"/>
                  <a:pt x="1966" y="15919"/>
                  <a:pt x="1989" y="15907"/>
                </a:cubicBezTo>
                <a:lnTo>
                  <a:pt x="2037" y="15859"/>
                </a:lnTo>
                <a:cubicBezTo>
                  <a:pt x="2049" y="15835"/>
                  <a:pt x="2073" y="15823"/>
                  <a:pt x="2085" y="15812"/>
                </a:cubicBezTo>
                <a:lnTo>
                  <a:pt x="2132" y="15752"/>
                </a:lnTo>
                <a:cubicBezTo>
                  <a:pt x="2144" y="15740"/>
                  <a:pt x="2156" y="15728"/>
                  <a:pt x="2168" y="15704"/>
                </a:cubicBezTo>
                <a:cubicBezTo>
                  <a:pt x="2180" y="15692"/>
                  <a:pt x="2192" y="15681"/>
                  <a:pt x="2204" y="15657"/>
                </a:cubicBezTo>
                <a:cubicBezTo>
                  <a:pt x="2216" y="15645"/>
                  <a:pt x="2227" y="15633"/>
                  <a:pt x="2239" y="15609"/>
                </a:cubicBezTo>
                <a:lnTo>
                  <a:pt x="2263" y="15561"/>
                </a:lnTo>
                <a:lnTo>
                  <a:pt x="2287" y="15514"/>
                </a:lnTo>
                <a:cubicBezTo>
                  <a:pt x="2299" y="15502"/>
                  <a:pt x="2311" y="15478"/>
                  <a:pt x="2311" y="15466"/>
                </a:cubicBezTo>
                <a:cubicBezTo>
                  <a:pt x="2323" y="15454"/>
                  <a:pt x="2335" y="15431"/>
                  <a:pt x="2335" y="15419"/>
                </a:cubicBezTo>
                <a:cubicBezTo>
                  <a:pt x="2347" y="15407"/>
                  <a:pt x="2347" y="15383"/>
                  <a:pt x="2358" y="15371"/>
                </a:cubicBezTo>
                <a:cubicBezTo>
                  <a:pt x="2358" y="15359"/>
                  <a:pt x="2370" y="15335"/>
                  <a:pt x="2370" y="15323"/>
                </a:cubicBezTo>
                <a:cubicBezTo>
                  <a:pt x="2382" y="15311"/>
                  <a:pt x="2382" y="15288"/>
                  <a:pt x="2382" y="15276"/>
                </a:cubicBezTo>
                <a:lnTo>
                  <a:pt x="2394" y="15228"/>
                </a:lnTo>
                <a:lnTo>
                  <a:pt x="2406" y="15180"/>
                </a:lnTo>
                <a:cubicBezTo>
                  <a:pt x="2406" y="15157"/>
                  <a:pt x="2418" y="15145"/>
                  <a:pt x="2418" y="15133"/>
                </a:cubicBezTo>
                <a:lnTo>
                  <a:pt x="2418" y="15085"/>
                </a:lnTo>
                <a:lnTo>
                  <a:pt x="2418" y="15026"/>
                </a:lnTo>
                <a:lnTo>
                  <a:pt x="2418" y="14978"/>
                </a:lnTo>
                <a:lnTo>
                  <a:pt x="2418" y="14954"/>
                </a:lnTo>
                <a:lnTo>
                  <a:pt x="2418" y="1214"/>
                </a:lnTo>
                <a:lnTo>
                  <a:pt x="2406" y="1214"/>
                </a:lnTo>
                <a:lnTo>
                  <a:pt x="2406" y="1167"/>
                </a:lnTo>
                <a:lnTo>
                  <a:pt x="2406" y="1119"/>
                </a:lnTo>
                <a:lnTo>
                  <a:pt x="2406" y="1072"/>
                </a:lnTo>
                <a:cubicBezTo>
                  <a:pt x="2406" y="1060"/>
                  <a:pt x="2406" y="1036"/>
                  <a:pt x="2406" y="1024"/>
                </a:cubicBezTo>
                <a:lnTo>
                  <a:pt x="2406" y="976"/>
                </a:lnTo>
                <a:cubicBezTo>
                  <a:pt x="2406" y="964"/>
                  <a:pt x="2394" y="941"/>
                  <a:pt x="2394" y="929"/>
                </a:cubicBezTo>
                <a:cubicBezTo>
                  <a:pt x="2382" y="917"/>
                  <a:pt x="2382" y="893"/>
                  <a:pt x="2370" y="881"/>
                </a:cubicBezTo>
                <a:cubicBezTo>
                  <a:pt x="2370" y="869"/>
                  <a:pt x="2370" y="845"/>
                  <a:pt x="2358" y="833"/>
                </a:cubicBezTo>
                <a:lnTo>
                  <a:pt x="2347" y="786"/>
                </a:lnTo>
                <a:lnTo>
                  <a:pt x="2323" y="738"/>
                </a:lnTo>
                <a:cubicBezTo>
                  <a:pt x="2323" y="714"/>
                  <a:pt x="2311" y="703"/>
                  <a:pt x="2299" y="691"/>
                </a:cubicBezTo>
                <a:cubicBezTo>
                  <a:pt x="2299" y="667"/>
                  <a:pt x="2287" y="655"/>
                  <a:pt x="2275" y="643"/>
                </a:cubicBezTo>
                <a:lnTo>
                  <a:pt x="2251" y="595"/>
                </a:lnTo>
                <a:lnTo>
                  <a:pt x="2216" y="548"/>
                </a:lnTo>
                <a:cubicBezTo>
                  <a:pt x="2204" y="524"/>
                  <a:pt x="2192" y="512"/>
                  <a:pt x="2180" y="500"/>
                </a:cubicBezTo>
                <a:cubicBezTo>
                  <a:pt x="2168" y="476"/>
                  <a:pt x="2156" y="464"/>
                  <a:pt x="2144" y="452"/>
                </a:cubicBezTo>
                <a:lnTo>
                  <a:pt x="2108" y="393"/>
                </a:lnTo>
                <a:lnTo>
                  <a:pt x="2061" y="345"/>
                </a:lnTo>
                <a:lnTo>
                  <a:pt x="2001" y="298"/>
                </a:lnTo>
                <a:cubicBezTo>
                  <a:pt x="1989" y="286"/>
                  <a:pt x="1966" y="274"/>
                  <a:pt x="1942" y="250"/>
                </a:cubicBezTo>
                <a:lnTo>
                  <a:pt x="1882" y="202"/>
                </a:lnTo>
                <a:lnTo>
                  <a:pt x="1799" y="155"/>
                </a:lnTo>
                <a:cubicBezTo>
                  <a:pt x="1763" y="143"/>
                  <a:pt x="1739" y="119"/>
                  <a:pt x="1704" y="107"/>
                </a:cubicBezTo>
                <a:cubicBezTo>
                  <a:pt x="1668" y="95"/>
                  <a:pt x="1620" y="71"/>
                  <a:pt x="1573" y="60"/>
                </a:cubicBezTo>
                <a:cubicBezTo>
                  <a:pt x="1501" y="36"/>
                  <a:pt x="1418" y="12"/>
                  <a:pt x="1334" y="12"/>
                </a:cubicBezTo>
                <a:cubicBezTo>
                  <a:pt x="1287" y="0"/>
                  <a:pt x="1251" y="0"/>
                  <a:pt x="120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6" name="Google Shape;2466;p23"/>
          <p:cNvSpPr/>
          <p:nvPr/>
        </p:nvSpPr>
        <p:spPr>
          <a:xfrm>
            <a:off x="4059511" y="-169612"/>
            <a:ext cx="142572" cy="125041"/>
          </a:xfrm>
          <a:custGeom>
            <a:avLst/>
            <a:gdLst/>
            <a:ahLst/>
            <a:cxnLst/>
            <a:rect l="l" t="t" r="r" b="b"/>
            <a:pathLst>
              <a:path w="4359" h="3823" extrusionOk="0">
                <a:moveTo>
                  <a:pt x="1131" y="0"/>
                </a:moveTo>
                <a:cubicBezTo>
                  <a:pt x="512" y="0"/>
                  <a:pt x="0" y="512"/>
                  <a:pt x="0" y="1131"/>
                </a:cubicBezTo>
                <a:lnTo>
                  <a:pt x="0" y="2679"/>
                </a:lnTo>
                <a:cubicBezTo>
                  <a:pt x="0" y="3310"/>
                  <a:pt x="512" y="3810"/>
                  <a:pt x="1131" y="3822"/>
                </a:cubicBezTo>
                <a:lnTo>
                  <a:pt x="3215" y="3822"/>
                </a:lnTo>
                <a:cubicBezTo>
                  <a:pt x="3846" y="3810"/>
                  <a:pt x="4358" y="3310"/>
                  <a:pt x="4358" y="2679"/>
                </a:cubicBezTo>
                <a:lnTo>
                  <a:pt x="4358" y="1131"/>
                </a:lnTo>
                <a:cubicBezTo>
                  <a:pt x="4358" y="512"/>
                  <a:pt x="3846" y="0"/>
                  <a:pt x="3215" y="0"/>
                </a:cubicBezTo>
                <a:close/>
              </a:path>
            </a:pathLst>
          </a:custGeom>
          <a:solidFill>
            <a:srgbClr val="821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7" name="Google Shape;2467;p23"/>
          <p:cNvSpPr/>
          <p:nvPr/>
        </p:nvSpPr>
        <p:spPr>
          <a:xfrm>
            <a:off x="4059511" y="277825"/>
            <a:ext cx="142572" cy="124648"/>
          </a:xfrm>
          <a:custGeom>
            <a:avLst/>
            <a:gdLst/>
            <a:ahLst/>
            <a:cxnLst/>
            <a:rect l="l" t="t" r="r" b="b"/>
            <a:pathLst>
              <a:path w="4359" h="3811" extrusionOk="0">
                <a:moveTo>
                  <a:pt x="1131" y="0"/>
                </a:moveTo>
                <a:cubicBezTo>
                  <a:pt x="512" y="0"/>
                  <a:pt x="0" y="512"/>
                  <a:pt x="0" y="1132"/>
                </a:cubicBezTo>
                <a:lnTo>
                  <a:pt x="0" y="2679"/>
                </a:lnTo>
                <a:cubicBezTo>
                  <a:pt x="0" y="3310"/>
                  <a:pt x="512" y="3810"/>
                  <a:pt x="1131" y="3810"/>
                </a:cubicBezTo>
                <a:lnTo>
                  <a:pt x="3215" y="3810"/>
                </a:lnTo>
                <a:cubicBezTo>
                  <a:pt x="3846" y="3810"/>
                  <a:pt x="4358" y="3310"/>
                  <a:pt x="4358" y="2679"/>
                </a:cubicBezTo>
                <a:lnTo>
                  <a:pt x="4358" y="1132"/>
                </a:lnTo>
                <a:cubicBezTo>
                  <a:pt x="4358" y="512"/>
                  <a:pt x="3846" y="0"/>
                  <a:pt x="3215" y="0"/>
                </a:cubicBezTo>
                <a:close/>
              </a:path>
            </a:pathLst>
          </a:custGeom>
          <a:solidFill>
            <a:srgbClr val="821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8" name="Google Shape;2468;p23"/>
          <p:cNvSpPr/>
          <p:nvPr/>
        </p:nvSpPr>
        <p:spPr>
          <a:xfrm>
            <a:off x="4082079" y="-148189"/>
            <a:ext cx="80264" cy="529240"/>
          </a:xfrm>
          <a:custGeom>
            <a:avLst/>
            <a:gdLst/>
            <a:ahLst/>
            <a:cxnLst/>
            <a:rect l="l" t="t" r="r" b="b"/>
            <a:pathLst>
              <a:path w="2454" h="16181" extrusionOk="0">
                <a:moveTo>
                  <a:pt x="1227" y="0"/>
                </a:moveTo>
                <a:cubicBezTo>
                  <a:pt x="930" y="0"/>
                  <a:pt x="632" y="119"/>
                  <a:pt x="418" y="310"/>
                </a:cubicBezTo>
                <a:lnTo>
                  <a:pt x="394" y="333"/>
                </a:lnTo>
                <a:cubicBezTo>
                  <a:pt x="358" y="369"/>
                  <a:pt x="334" y="393"/>
                  <a:pt x="299" y="429"/>
                </a:cubicBezTo>
                <a:cubicBezTo>
                  <a:pt x="275" y="452"/>
                  <a:pt x="263" y="476"/>
                  <a:pt x="251" y="500"/>
                </a:cubicBezTo>
                <a:cubicBezTo>
                  <a:pt x="227" y="524"/>
                  <a:pt x="203" y="560"/>
                  <a:pt x="180" y="595"/>
                </a:cubicBezTo>
                <a:cubicBezTo>
                  <a:pt x="156" y="631"/>
                  <a:pt x="144" y="655"/>
                  <a:pt x="132" y="691"/>
                </a:cubicBezTo>
                <a:cubicBezTo>
                  <a:pt x="108" y="726"/>
                  <a:pt x="96" y="750"/>
                  <a:pt x="84" y="786"/>
                </a:cubicBezTo>
                <a:cubicBezTo>
                  <a:pt x="72" y="833"/>
                  <a:pt x="60" y="869"/>
                  <a:pt x="49" y="917"/>
                </a:cubicBezTo>
                <a:cubicBezTo>
                  <a:pt x="49" y="941"/>
                  <a:pt x="37" y="964"/>
                  <a:pt x="25" y="1000"/>
                </a:cubicBezTo>
                <a:cubicBezTo>
                  <a:pt x="13" y="1072"/>
                  <a:pt x="1" y="1143"/>
                  <a:pt x="1" y="1226"/>
                </a:cubicBezTo>
                <a:lnTo>
                  <a:pt x="1" y="14954"/>
                </a:lnTo>
                <a:cubicBezTo>
                  <a:pt x="1" y="15633"/>
                  <a:pt x="549" y="16181"/>
                  <a:pt x="1227" y="16181"/>
                </a:cubicBezTo>
                <a:cubicBezTo>
                  <a:pt x="1311" y="16181"/>
                  <a:pt x="1394" y="16169"/>
                  <a:pt x="1477" y="16157"/>
                </a:cubicBezTo>
                <a:lnTo>
                  <a:pt x="1525" y="16145"/>
                </a:lnTo>
                <a:cubicBezTo>
                  <a:pt x="1584" y="16121"/>
                  <a:pt x="1656" y="16097"/>
                  <a:pt x="1727" y="16073"/>
                </a:cubicBezTo>
                <a:lnTo>
                  <a:pt x="1739" y="16073"/>
                </a:lnTo>
                <a:cubicBezTo>
                  <a:pt x="1882" y="16002"/>
                  <a:pt x="2013" y="15907"/>
                  <a:pt x="2120" y="15788"/>
                </a:cubicBezTo>
                <a:cubicBezTo>
                  <a:pt x="2335" y="15561"/>
                  <a:pt x="2454" y="15276"/>
                  <a:pt x="2454" y="14966"/>
                </a:cubicBezTo>
                <a:lnTo>
                  <a:pt x="2454" y="1226"/>
                </a:lnTo>
                <a:cubicBezTo>
                  <a:pt x="2454" y="548"/>
                  <a:pt x="1906" y="0"/>
                  <a:pt x="1227" y="0"/>
                </a:cubicBezTo>
                <a:close/>
              </a:path>
            </a:pathLst>
          </a:custGeom>
          <a:solidFill>
            <a:srgbClr val="272425">
              <a:alpha val="200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9" name="Google Shape;2469;p23"/>
          <p:cNvSpPr/>
          <p:nvPr/>
        </p:nvSpPr>
        <p:spPr>
          <a:xfrm>
            <a:off x="4093003" y="-148189"/>
            <a:ext cx="79872" cy="529240"/>
          </a:xfrm>
          <a:custGeom>
            <a:avLst/>
            <a:gdLst/>
            <a:ahLst/>
            <a:cxnLst/>
            <a:rect l="l" t="t" r="r" b="b"/>
            <a:pathLst>
              <a:path w="2442" h="16181" extrusionOk="0">
                <a:moveTo>
                  <a:pt x="1143" y="0"/>
                </a:moveTo>
                <a:cubicBezTo>
                  <a:pt x="1048" y="0"/>
                  <a:pt x="965" y="24"/>
                  <a:pt x="881" y="48"/>
                </a:cubicBezTo>
                <a:cubicBezTo>
                  <a:pt x="834" y="60"/>
                  <a:pt x="798" y="71"/>
                  <a:pt x="750" y="83"/>
                </a:cubicBezTo>
                <a:cubicBezTo>
                  <a:pt x="715" y="107"/>
                  <a:pt x="679" y="119"/>
                  <a:pt x="655" y="131"/>
                </a:cubicBezTo>
                <a:cubicBezTo>
                  <a:pt x="619" y="155"/>
                  <a:pt x="596" y="167"/>
                  <a:pt x="572" y="179"/>
                </a:cubicBezTo>
                <a:cubicBezTo>
                  <a:pt x="548" y="202"/>
                  <a:pt x="524" y="214"/>
                  <a:pt x="500" y="226"/>
                </a:cubicBezTo>
                <a:lnTo>
                  <a:pt x="441" y="274"/>
                </a:lnTo>
                <a:lnTo>
                  <a:pt x="393" y="322"/>
                </a:lnTo>
                <a:cubicBezTo>
                  <a:pt x="369" y="333"/>
                  <a:pt x="358" y="357"/>
                  <a:pt x="346" y="369"/>
                </a:cubicBezTo>
                <a:cubicBezTo>
                  <a:pt x="322" y="381"/>
                  <a:pt x="310" y="393"/>
                  <a:pt x="298" y="417"/>
                </a:cubicBezTo>
                <a:cubicBezTo>
                  <a:pt x="286" y="429"/>
                  <a:pt x="274" y="441"/>
                  <a:pt x="262" y="464"/>
                </a:cubicBezTo>
                <a:cubicBezTo>
                  <a:pt x="250" y="476"/>
                  <a:pt x="238" y="488"/>
                  <a:pt x="227" y="512"/>
                </a:cubicBezTo>
                <a:lnTo>
                  <a:pt x="191" y="560"/>
                </a:lnTo>
                <a:lnTo>
                  <a:pt x="167" y="607"/>
                </a:lnTo>
                <a:lnTo>
                  <a:pt x="131" y="655"/>
                </a:lnTo>
                <a:lnTo>
                  <a:pt x="107" y="703"/>
                </a:lnTo>
                <a:cubicBezTo>
                  <a:pt x="107" y="714"/>
                  <a:pt x="96" y="726"/>
                  <a:pt x="96" y="750"/>
                </a:cubicBezTo>
                <a:cubicBezTo>
                  <a:pt x="84" y="762"/>
                  <a:pt x="84" y="774"/>
                  <a:pt x="72" y="786"/>
                </a:cubicBezTo>
                <a:lnTo>
                  <a:pt x="60" y="833"/>
                </a:lnTo>
                <a:lnTo>
                  <a:pt x="36" y="881"/>
                </a:lnTo>
                <a:cubicBezTo>
                  <a:pt x="36" y="905"/>
                  <a:pt x="36" y="917"/>
                  <a:pt x="24" y="929"/>
                </a:cubicBezTo>
                <a:cubicBezTo>
                  <a:pt x="24" y="953"/>
                  <a:pt x="24" y="964"/>
                  <a:pt x="12" y="976"/>
                </a:cubicBezTo>
                <a:cubicBezTo>
                  <a:pt x="12" y="1000"/>
                  <a:pt x="12" y="1012"/>
                  <a:pt x="12" y="1024"/>
                </a:cubicBezTo>
                <a:cubicBezTo>
                  <a:pt x="0" y="1048"/>
                  <a:pt x="12" y="1060"/>
                  <a:pt x="12" y="1072"/>
                </a:cubicBezTo>
                <a:lnTo>
                  <a:pt x="12" y="1119"/>
                </a:lnTo>
                <a:lnTo>
                  <a:pt x="12" y="1167"/>
                </a:lnTo>
                <a:lnTo>
                  <a:pt x="12" y="1214"/>
                </a:lnTo>
                <a:lnTo>
                  <a:pt x="12" y="14954"/>
                </a:lnTo>
                <a:cubicBezTo>
                  <a:pt x="12" y="14966"/>
                  <a:pt x="12" y="14978"/>
                  <a:pt x="12" y="14990"/>
                </a:cubicBezTo>
                <a:lnTo>
                  <a:pt x="12" y="15050"/>
                </a:lnTo>
                <a:cubicBezTo>
                  <a:pt x="12" y="15061"/>
                  <a:pt x="12" y="15073"/>
                  <a:pt x="12" y="15097"/>
                </a:cubicBezTo>
                <a:cubicBezTo>
                  <a:pt x="12" y="15109"/>
                  <a:pt x="12" y="15121"/>
                  <a:pt x="12" y="15145"/>
                </a:cubicBezTo>
                <a:cubicBezTo>
                  <a:pt x="12" y="15157"/>
                  <a:pt x="12" y="15169"/>
                  <a:pt x="12" y="15192"/>
                </a:cubicBezTo>
                <a:cubicBezTo>
                  <a:pt x="12" y="15204"/>
                  <a:pt x="12" y="15216"/>
                  <a:pt x="24" y="15240"/>
                </a:cubicBezTo>
                <a:cubicBezTo>
                  <a:pt x="36" y="15252"/>
                  <a:pt x="36" y="15276"/>
                  <a:pt x="36" y="15288"/>
                </a:cubicBezTo>
                <a:cubicBezTo>
                  <a:pt x="48" y="15300"/>
                  <a:pt x="48" y="15323"/>
                  <a:pt x="60" y="15335"/>
                </a:cubicBezTo>
                <a:lnTo>
                  <a:pt x="72" y="15383"/>
                </a:lnTo>
                <a:cubicBezTo>
                  <a:pt x="72" y="15407"/>
                  <a:pt x="84" y="15419"/>
                  <a:pt x="96" y="15431"/>
                </a:cubicBezTo>
                <a:cubicBezTo>
                  <a:pt x="96" y="15454"/>
                  <a:pt x="107" y="15466"/>
                  <a:pt x="119" y="15478"/>
                </a:cubicBezTo>
                <a:cubicBezTo>
                  <a:pt x="119" y="15502"/>
                  <a:pt x="131" y="15514"/>
                  <a:pt x="143" y="15526"/>
                </a:cubicBezTo>
                <a:cubicBezTo>
                  <a:pt x="143" y="15550"/>
                  <a:pt x="155" y="15561"/>
                  <a:pt x="167" y="15585"/>
                </a:cubicBezTo>
                <a:cubicBezTo>
                  <a:pt x="179" y="15597"/>
                  <a:pt x="191" y="15609"/>
                  <a:pt x="191" y="15633"/>
                </a:cubicBezTo>
                <a:lnTo>
                  <a:pt x="227" y="15681"/>
                </a:lnTo>
                <a:lnTo>
                  <a:pt x="262" y="15728"/>
                </a:lnTo>
                <a:lnTo>
                  <a:pt x="310" y="15776"/>
                </a:lnTo>
                <a:lnTo>
                  <a:pt x="358" y="15823"/>
                </a:lnTo>
                <a:lnTo>
                  <a:pt x="417" y="15871"/>
                </a:lnTo>
                <a:cubicBezTo>
                  <a:pt x="429" y="15895"/>
                  <a:pt x="453" y="15907"/>
                  <a:pt x="477" y="15931"/>
                </a:cubicBezTo>
                <a:cubicBezTo>
                  <a:pt x="500" y="15942"/>
                  <a:pt x="512" y="15954"/>
                  <a:pt x="536" y="15978"/>
                </a:cubicBezTo>
                <a:cubicBezTo>
                  <a:pt x="596" y="16014"/>
                  <a:pt x="655" y="16050"/>
                  <a:pt x="727" y="16073"/>
                </a:cubicBezTo>
                <a:cubicBezTo>
                  <a:pt x="762" y="16097"/>
                  <a:pt x="810" y="16109"/>
                  <a:pt x="858" y="16121"/>
                </a:cubicBezTo>
                <a:cubicBezTo>
                  <a:pt x="965" y="16157"/>
                  <a:pt x="1084" y="16181"/>
                  <a:pt x="1215" y="16181"/>
                </a:cubicBezTo>
                <a:lnTo>
                  <a:pt x="1227" y="16181"/>
                </a:lnTo>
                <a:cubicBezTo>
                  <a:pt x="1334" y="16181"/>
                  <a:pt x="1441" y="16169"/>
                  <a:pt x="1536" y="16133"/>
                </a:cubicBezTo>
                <a:cubicBezTo>
                  <a:pt x="1584" y="16121"/>
                  <a:pt x="1631" y="16109"/>
                  <a:pt x="1679" y="16085"/>
                </a:cubicBezTo>
                <a:cubicBezTo>
                  <a:pt x="1715" y="16073"/>
                  <a:pt x="1751" y="16062"/>
                  <a:pt x="1786" y="16038"/>
                </a:cubicBezTo>
                <a:cubicBezTo>
                  <a:pt x="1810" y="16026"/>
                  <a:pt x="1834" y="16014"/>
                  <a:pt x="1858" y="15990"/>
                </a:cubicBezTo>
                <a:lnTo>
                  <a:pt x="1929" y="15942"/>
                </a:lnTo>
                <a:cubicBezTo>
                  <a:pt x="1953" y="15931"/>
                  <a:pt x="1977" y="15919"/>
                  <a:pt x="2001" y="15907"/>
                </a:cubicBezTo>
                <a:cubicBezTo>
                  <a:pt x="2012" y="15883"/>
                  <a:pt x="2036" y="15871"/>
                  <a:pt x="2048" y="15859"/>
                </a:cubicBezTo>
                <a:lnTo>
                  <a:pt x="2096" y="15812"/>
                </a:lnTo>
                <a:lnTo>
                  <a:pt x="2143" y="15752"/>
                </a:lnTo>
                <a:cubicBezTo>
                  <a:pt x="2155" y="15740"/>
                  <a:pt x="2167" y="15728"/>
                  <a:pt x="2179" y="15704"/>
                </a:cubicBezTo>
                <a:lnTo>
                  <a:pt x="2215" y="15657"/>
                </a:lnTo>
                <a:lnTo>
                  <a:pt x="2251" y="15609"/>
                </a:lnTo>
                <a:lnTo>
                  <a:pt x="2274" y="15561"/>
                </a:lnTo>
                <a:cubicBezTo>
                  <a:pt x="2286" y="15550"/>
                  <a:pt x="2298" y="15538"/>
                  <a:pt x="2310" y="15514"/>
                </a:cubicBezTo>
                <a:cubicBezTo>
                  <a:pt x="2310" y="15502"/>
                  <a:pt x="2322" y="15478"/>
                  <a:pt x="2334" y="15466"/>
                </a:cubicBezTo>
                <a:cubicBezTo>
                  <a:pt x="2334" y="15454"/>
                  <a:pt x="2346" y="15431"/>
                  <a:pt x="2346" y="15419"/>
                </a:cubicBezTo>
                <a:cubicBezTo>
                  <a:pt x="2358" y="15407"/>
                  <a:pt x="2358" y="15383"/>
                  <a:pt x="2370" y="15371"/>
                </a:cubicBezTo>
                <a:cubicBezTo>
                  <a:pt x="2370" y="15359"/>
                  <a:pt x="2382" y="15335"/>
                  <a:pt x="2382" y="15323"/>
                </a:cubicBezTo>
                <a:cubicBezTo>
                  <a:pt x="2393" y="15311"/>
                  <a:pt x="2393" y="15288"/>
                  <a:pt x="2393" y="15276"/>
                </a:cubicBezTo>
                <a:cubicBezTo>
                  <a:pt x="2405" y="15264"/>
                  <a:pt x="2405" y="15240"/>
                  <a:pt x="2405" y="15228"/>
                </a:cubicBezTo>
                <a:cubicBezTo>
                  <a:pt x="2417" y="15204"/>
                  <a:pt x="2417" y="15192"/>
                  <a:pt x="2417" y="15180"/>
                </a:cubicBezTo>
                <a:cubicBezTo>
                  <a:pt x="2429" y="15157"/>
                  <a:pt x="2417" y="15145"/>
                  <a:pt x="2417" y="15133"/>
                </a:cubicBezTo>
                <a:lnTo>
                  <a:pt x="2417" y="15085"/>
                </a:lnTo>
                <a:lnTo>
                  <a:pt x="2417" y="15026"/>
                </a:lnTo>
                <a:lnTo>
                  <a:pt x="2417" y="14978"/>
                </a:lnTo>
                <a:lnTo>
                  <a:pt x="2417" y="1214"/>
                </a:lnTo>
                <a:lnTo>
                  <a:pt x="2441" y="1214"/>
                </a:lnTo>
                <a:lnTo>
                  <a:pt x="2441" y="1167"/>
                </a:lnTo>
                <a:lnTo>
                  <a:pt x="2441" y="1119"/>
                </a:lnTo>
                <a:cubicBezTo>
                  <a:pt x="2441" y="1107"/>
                  <a:pt x="2441" y="1084"/>
                  <a:pt x="2441" y="1072"/>
                </a:cubicBezTo>
                <a:cubicBezTo>
                  <a:pt x="2441" y="1060"/>
                  <a:pt x="2441" y="1036"/>
                  <a:pt x="2441" y="1024"/>
                </a:cubicBezTo>
                <a:cubicBezTo>
                  <a:pt x="2441" y="1012"/>
                  <a:pt x="2441" y="988"/>
                  <a:pt x="2441" y="976"/>
                </a:cubicBezTo>
                <a:cubicBezTo>
                  <a:pt x="2441" y="964"/>
                  <a:pt x="2429" y="941"/>
                  <a:pt x="2429" y="929"/>
                </a:cubicBezTo>
                <a:cubicBezTo>
                  <a:pt x="2429" y="905"/>
                  <a:pt x="2429" y="893"/>
                  <a:pt x="2417" y="881"/>
                </a:cubicBezTo>
                <a:cubicBezTo>
                  <a:pt x="2417" y="869"/>
                  <a:pt x="2405" y="845"/>
                  <a:pt x="2405" y="833"/>
                </a:cubicBezTo>
                <a:cubicBezTo>
                  <a:pt x="2405" y="810"/>
                  <a:pt x="2393" y="798"/>
                  <a:pt x="2382" y="786"/>
                </a:cubicBezTo>
                <a:cubicBezTo>
                  <a:pt x="2382" y="762"/>
                  <a:pt x="2370" y="750"/>
                  <a:pt x="2370" y="738"/>
                </a:cubicBezTo>
                <a:cubicBezTo>
                  <a:pt x="2358" y="714"/>
                  <a:pt x="2346" y="703"/>
                  <a:pt x="2346" y="691"/>
                </a:cubicBezTo>
                <a:lnTo>
                  <a:pt x="2298" y="643"/>
                </a:lnTo>
                <a:cubicBezTo>
                  <a:pt x="2286" y="619"/>
                  <a:pt x="2274" y="607"/>
                  <a:pt x="2263" y="595"/>
                </a:cubicBezTo>
                <a:cubicBezTo>
                  <a:pt x="2251" y="572"/>
                  <a:pt x="2251" y="560"/>
                  <a:pt x="2239" y="548"/>
                </a:cubicBezTo>
                <a:lnTo>
                  <a:pt x="2203" y="500"/>
                </a:lnTo>
                <a:lnTo>
                  <a:pt x="2167" y="452"/>
                </a:lnTo>
                <a:lnTo>
                  <a:pt x="2120" y="393"/>
                </a:lnTo>
                <a:lnTo>
                  <a:pt x="2072" y="345"/>
                </a:lnTo>
                <a:lnTo>
                  <a:pt x="2024" y="298"/>
                </a:lnTo>
                <a:cubicBezTo>
                  <a:pt x="2001" y="286"/>
                  <a:pt x="1977" y="274"/>
                  <a:pt x="1965" y="250"/>
                </a:cubicBezTo>
                <a:lnTo>
                  <a:pt x="1893" y="202"/>
                </a:lnTo>
                <a:lnTo>
                  <a:pt x="1810" y="155"/>
                </a:lnTo>
                <a:cubicBezTo>
                  <a:pt x="1786" y="143"/>
                  <a:pt x="1751" y="119"/>
                  <a:pt x="1715" y="107"/>
                </a:cubicBezTo>
                <a:cubicBezTo>
                  <a:pt x="1679" y="95"/>
                  <a:pt x="1631" y="71"/>
                  <a:pt x="1596" y="60"/>
                </a:cubicBezTo>
                <a:cubicBezTo>
                  <a:pt x="1512" y="36"/>
                  <a:pt x="1429" y="12"/>
                  <a:pt x="1346" y="12"/>
                </a:cubicBezTo>
                <a:cubicBezTo>
                  <a:pt x="1298" y="0"/>
                  <a:pt x="1262" y="0"/>
                  <a:pt x="121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0" name="Google Shape;2470;p23"/>
          <p:cNvSpPr/>
          <p:nvPr/>
        </p:nvSpPr>
        <p:spPr>
          <a:xfrm>
            <a:off x="3688772" y="-169612"/>
            <a:ext cx="142572" cy="125041"/>
          </a:xfrm>
          <a:custGeom>
            <a:avLst/>
            <a:gdLst/>
            <a:ahLst/>
            <a:cxnLst/>
            <a:rect l="l" t="t" r="r" b="b"/>
            <a:pathLst>
              <a:path w="4359" h="3823" extrusionOk="0">
                <a:moveTo>
                  <a:pt x="1144" y="0"/>
                </a:moveTo>
                <a:cubicBezTo>
                  <a:pt x="513" y="0"/>
                  <a:pt x="1" y="512"/>
                  <a:pt x="1" y="1131"/>
                </a:cubicBezTo>
                <a:lnTo>
                  <a:pt x="1" y="2679"/>
                </a:lnTo>
                <a:cubicBezTo>
                  <a:pt x="1" y="3310"/>
                  <a:pt x="513" y="3810"/>
                  <a:pt x="1144" y="3822"/>
                </a:cubicBezTo>
                <a:lnTo>
                  <a:pt x="3227" y="3822"/>
                </a:lnTo>
                <a:cubicBezTo>
                  <a:pt x="3846" y="3810"/>
                  <a:pt x="4358" y="3310"/>
                  <a:pt x="4358" y="2679"/>
                </a:cubicBezTo>
                <a:lnTo>
                  <a:pt x="4358" y="1131"/>
                </a:lnTo>
                <a:cubicBezTo>
                  <a:pt x="4358" y="512"/>
                  <a:pt x="3846" y="0"/>
                  <a:pt x="3227" y="0"/>
                </a:cubicBezTo>
                <a:close/>
              </a:path>
            </a:pathLst>
          </a:custGeom>
          <a:solidFill>
            <a:srgbClr val="821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1" name="Google Shape;2471;p23"/>
          <p:cNvSpPr/>
          <p:nvPr/>
        </p:nvSpPr>
        <p:spPr>
          <a:xfrm>
            <a:off x="3688772" y="277825"/>
            <a:ext cx="142572" cy="124648"/>
          </a:xfrm>
          <a:custGeom>
            <a:avLst/>
            <a:gdLst/>
            <a:ahLst/>
            <a:cxnLst/>
            <a:rect l="l" t="t" r="r" b="b"/>
            <a:pathLst>
              <a:path w="4359" h="3811" extrusionOk="0">
                <a:moveTo>
                  <a:pt x="1144" y="0"/>
                </a:moveTo>
                <a:cubicBezTo>
                  <a:pt x="513" y="0"/>
                  <a:pt x="1" y="512"/>
                  <a:pt x="1" y="1132"/>
                </a:cubicBezTo>
                <a:lnTo>
                  <a:pt x="1" y="2679"/>
                </a:lnTo>
                <a:cubicBezTo>
                  <a:pt x="1" y="3310"/>
                  <a:pt x="513" y="3810"/>
                  <a:pt x="1144" y="3810"/>
                </a:cubicBezTo>
                <a:lnTo>
                  <a:pt x="3227" y="3810"/>
                </a:lnTo>
                <a:cubicBezTo>
                  <a:pt x="3846" y="3810"/>
                  <a:pt x="4358" y="3310"/>
                  <a:pt x="4358" y="2679"/>
                </a:cubicBezTo>
                <a:lnTo>
                  <a:pt x="4358" y="1132"/>
                </a:lnTo>
                <a:cubicBezTo>
                  <a:pt x="4358" y="512"/>
                  <a:pt x="3846" y="0"/>
                  <a:pt x="3227" y="0"/>
                </a:cubicBezTo>
                <a:close/>
              </a:path>
            </a:pathLst>
          </a:custGeom>
          <a:solidFill>
            <a:srgbClr val="821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2" name="Google Shape;2472;p23"/>
          <p:cNvSpPr/>
          <p:nvPr/>
        </p:nvSpPr>
        <p:spPr>
          <a:xfrm>
            <a:off x="3711766" y="-148189"/>
            <a:ext cx="80231" cy="529240"/>
          </a:xfrm>
          <a:custGeom>
            <a:avLst/>
            <a:gdLst/>
            <a:ahLst/>
            <a:cxnLst/>
            <a:rect l="l" t="t" r="r" b="b"/>
            <a:pathLst>
              <a:path w="2453" h="16181" extrusionOk="0">
                <a:moveTo>
                  <a:pt x="1226" y="0"/>
                </a:moveTo>
                <a:cubicBezTo>
                  <a:pt x="917" y="0"/>
                  <a:pt x="631" y="107"/>
                  <a:pt x="405" y="310"/>
                </a:cubicBezTo>
                <a:lnTo>
                  <a:pt x="381" y="333"/>
                </a:lnTo>
                <a:cubicBezTo>
                  <a:pt x="357" y="369"/>
                  <a:pt x="322" y="393"/>
                  <a:pt x="286" y="429"/>
                </a:cubicBezTo>
                <a:cubicBezTo>
                  <a:pt x="274" y="452"/>
                  <a:pt x="250" y="476"/>
                  <a:pt x="238" y="500"/>
                </a:cubicBezTo>
                <a:cubicBezTo>
                  <a:pt x="214" y="524"/>
                  <a:pt x="191" y="560"/>
                  <a:pt x="179" y="595"/>
                </a:cubicBezTo>
                <a:cubicBezTo>
                  <a:pt x="155" y="631"/>
                  <a:pt x="131" y="655"/>
                  <a:pt x="119" y="691"/>
                </a:cubicBezTo>
                <a:cubicBezTo>
                  <a:pt x="107" y="726"/>
                  <a:pt x="95" y="750"/>
                  <a:pt x="83" y="786"/>
                </a:cubicBezTo>
                <a:cubicBezTo>
                  <a:pt x="60" y="833"/>
                  <a:pt x="48" y="869"/>
                  <a:pt x="36" y="917"/>
                </a:cubicBezTo>
                <a:cubicBezTo>
                  <a:pt x="36" y="941"/>
                  <a:pt x="24" y="964"/>
                  <a:pt x="12" y="1000"/>
                </a:cubicBezTo>
                <a:cubicBezTo>
                  <a:pt x="0" y="1072"/>
                  <a:pt x="0" y="1143"/>
                  <a:pt x="0" y="1226"/>
                </a:cubicBezTo>
                <a:lnTo>
                  <a:pt x="0" y="14954"/>
                </a:lnTo>
                <a:cubicBezTo>
                  <a:pt x="0" y="15633"/>
                  <a:pt x="548" y="16181"/>
                  <a:pt x="1215" y="16181"/>
                </a:cubicBezTo>
                <a:lnTo>
                  <a:pt x="1226" y="16181"/>
                </a:lnTo>
                <a:cubicBezTo>
                  <a:pt x="1310" y="16181"/>
                  <a:pt x="1393" y="16169"/>
                  <a:pt x="1476" y="16157"/>
                </a:cubicBezTo>
                <a:lnTo>
                  <a:pt x="1512" y="16145"/>
                </a:lnTo>
                <a:cubicBezTo>
                  <a:pt x="1584" y="16121"/>
                  <a:pt x="1655" y="16097"/>
                  <a:pt x="1715" y="16073"/>
                </a:cubicBezTo>
                <a:lnTo>
                  <a:pt x="1738" y="16073"/>
                </a:lnTo>
                <a:cubicBezTo>
                  <a:pt x="1881" y="16002"/>
                  <a:pt x="2012" y="15907"/>
                  <a:pt x="2119" y="15788"/>
                </a:cubicBezTo>
                <a:cubicBezTo>
                  <a:pt x="2334" y="15561"/>
                  <a:pt x="2441" y="15276"/>
                  <a:pt x="2453" y="14966"/>
                </a:cubicBezTo>
                <a:lnTo>
                  <a:pt x="2453" y="1226"/>
                </a:lnTo>
                <a:cubicBezTo>
                  <a:pt x="2453" y="548"/>
                  <a:pt x="1905" y="0"/>
                  <a:pt x="1226" y="0"/>
                </a:cubicBezTo>
                <a:close/>
              </a:path>
            </a:pathLst>
          </a:custGeom>
          <a:solidFill>
            <a:srgbClr val="272425">
              <a:alpha val="200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3" name="Google Shape;2473;p23"/>
          <p:cNvSpPr/>
          <p:nvPr/>
        </p:nvSpPr>
        <p:spPr>
          <a:xfrm>
            <a:off x="3723442" y="-148189"/>
            <a:ext cx="79087" cy="529240"/>
          </a:xfrm>
          <a:custGeom>
            <a:avLst/>
            <a:gdLst/>
            <a:ahLst/>
            <a:cxnLst/>
            <a:rect l="l" t="t" r="r" b="b"/>
            <a:pathLst>
              <a:path w="2418" h="16181" extrusionOk="0">
                <a:moveTo>
                  <a:pt x="1131" y="0"/>
                </a:moveTo>
                <a:cubicBezTo>
                  <a:pt x="1048" y="0"/>
                  <a:pt x="965" y="24"/>
                  <a:pt x="881" y="48"/>
                </a:cubicBezTo>
                <a:cubicBezTo>
                  <a:pt x="834" y="60"/>
                  <a:pt x="786" y="71"/>
                  <a:pt x="738" y="83"/>
                </a:cubicBezTo>
                <a:cubicBezTo>
                  <a:pt x="715" y="107"/>
                  <a:pt x="679" y="119"/>
                  <a:pt x="643" y="131"/>
                </a:cubicBezTo>
                <a:cubicBezTo>
                  <a:pt x="608" y="155"/>
                  <a:pt x="596" y="167"/>
                  <a:pt x="572" y="179"/>
                </a:cubicBezTo>
                <a:cubicBezTo>
                  <a:pt x="536" y="202"/>
                  <a:pt x="524" y="214"/>
                  <a:pt x="500" y="226"/>
                </a:cubicBezTo>
                <a:cubicBezTo>
                  <a:pt x="477" y="238"/>
                  <a:pt x="453" y="262"/>
                  <a:pt x="429" y="274"/>
                </a:cubicBezTo>
                <a:lnTo>
                  <a:pt x="381" y="322"/>
                </a:lnTo>
                <a:lnTo>
                  <a:pt x="334" y="369"/>
                </a:lnTo>
                <a:cubicBezTo>
                  <a:pt x="322" y="381"/>
                  <a:pt x="298" y="393"/>
                  <a:pt x="286" y="417"/>
                </a:cubicBezTo>
                <a:lnTo>
                  <a:pt x="250" y="464"/>
                </a:lnTo>
                <a:lnTo>
                  <a:pt x="215" y="512"/>
                </a:lnTo>
                <a:lnTo>
                  <a:pt x="179" y="560"/>
                </a:lnTo>
                <a:cubicBezTo>
                  <a:pt x="179" y="572"/>
                  <a:pt x="167" y="583"/>
                  <a:pt x="155" y="607"/>
                </a:cubicBezTo>
                <a:cubicBezTo>
                  <a:pt x="143" y="619"/>
                  <a:pt x="131" y="631"/>
                  <a:pt x="131" y="655"/>
                </a:cubicBezTo>
                <a:cubicBezTo>
                  <a:pt x="119" y="667"/>
                  <a:pt x="119" y="679"/>
                  <a:pt x="107" y="703"/>
                </a:cubicBezTo>
                <a:lnTo>
                  <a:pt x="84" y="750"/>
                </a:lnTo>
                <a:cubicBezTo>
                  <a:pt x="84" y="762"/>
                  <a:pt x="72" y="774"/>
                  <a:pt x="72" y="786"/>
                </a:cubicBezTo>
                <a:lnTo>
                  <a:pt x="48" y="833"/>
                </a:lnTo>
                <a:lnTo>
                  <a:pt x="36" y="881"/>
                </a:lnTo>
                <a:lnTo>
                  <a:pt x="24" y="929"/>
                </a:lnTo>
                <a:cubicBezTo>
                  <a:pt x="24" y="953"/>
                  <a:pt x="12" y="964"/>
                  <a:pt x="12" y="976"/>
                </a:cubicBezTo>
                <a:cubicBezTo>
                  <a:pt x="12" y="1000"/>
                  <a:pt x="12" y="1012"/>
                  <a:pt x="12" y="1024"/>
                </a:cubicBezTo>
                <a:cubicBezTo>
                  <a:pt x="12" y="1048"/>
                  <a:pt x="12" y="1060"/>
                  <a:pt x="0" y="1072"/>
                </a:cubicBezTo>
                <a:lnTo>
                  <a:pt x="0" y="1119"/>
                </a:lnTo>
                <a:lnTo>
                  <a:pt x="0" y="1167"/>
                </a:lnTo>
                <a:lnTo>
                  <a:pt x="0" y="1214"/>
                </a:lnTo>
                <a:lnTo>
                  <a:pt x="0" y="14954"/>
                </a:lnTo>
                <a:lnTo>
                  <a:pt x="0" y="14990"/>
                </a:lnTo>
                <a:lnTo>
                  <a:pt x="0" y="15050"/>
                </a:lnTo>
                <a:lnTo>
                  <a:pt x="0" y="15097"/>
                </a:lnTo>
                <a:cubicBezTo>
                  <a:pt x="0" y="15109"/>
                  <a:pt x="0" y="15121"/>
                  <a:pt x="12" y="15145"/>
                </a:cubicBezTo>
                <a:cubicBezTo>
                  <a:pt x="12" y="15157"/>
                  <a:pt x="12" y="15169"/>
                  <a:pt x="12" y="15192"/>
                </a:cubicBezTo>
                <a:cubicBezTo>
                  <a:pt x="12" y="15204"/>
                  <a:pt x="12" y="15216"/>
                  <a:pt x="24" y="15240"/>
                </a:cubicBezTo>
                <a:cubicBezTo>
                  <a:pt x="36" y="15252"/>
                  <a:pt x="24" y="15276"/>
                  <a:pt x="36" y="15288"/>
                </a:cubicBezTo>
                <a:cubicBezTo>
                  <a:pt x="48" y="15300"/>
                  <a:pt x="48" y="15323"/>
                  <a:pt x="48" y="15335"/>
                </a:cubicBezTo>
                <a:cubicBezTo>
                  <a:pt x="60" y="15347"/>
                  <a:pt x="60" y="15371"/>
                  <a:pt x="72" y="15383"/>
                </a:cubicBezTo>
                <a:cubicBezTo>
                  <a:pt x="72" y="15407"/>
                  <a:pt x="84" y="15419"/>
                  <a:pt x="84" y="15431"/>
                </a:cubicBezTo>
                <a:cubicBezTo>
                  <a:pt x="96" y="15454"/>
                  <a:pt x="96" y="15466"/>
                  <a:pt x="107" y="15478"/>
                </a:cubicBezTo>
                <a:lnTo>
                  <a:pt x="131" y="15526"/>
                </a:lnTo>
                <a:lnTo>
                  <a:pt x="167" y="15585"/>
                </a:lnTo>
                <a:cubicBezTo>
                  <a:pt x="167" y="15597"/>
                  <a:pt x="179" y="15609"/>
                  <a:pt x="191" y="15633"/>
                </a:cubicBezTo>
                <a:cubicBezTo>
                  <a:pt x="203" y="15645"/>
                  <a:pt x="215" y="15669"/>
                  <a:pt x="227" y="15681"/>
                </a:cubicBezTo>
                <a:lnTo>
                  <a:pt x="262" y="15728"/>
                </a:lnTo>
                <a:lnTo>
                  <a:pt x="310" y="15776"/>
                </a:lnTo>
                <a:lnTo>
                  <a:pt x="357" y="15823"/>
                </a:lnTo>
                <a:lnTo>
                  <a:pt x="405" y="15871"/>
                </a:lnTo>
                <a:cubicBezTo>
                  <a:pt x="429" y="15895"/>
                  <a:pt x="453" y="15907"/>
                  <a:pt x="465" y="15931"/>
                </a:cubicBezTo>
                <a:lnTo>
                  <a:pt x="536" y="15978"/>
                </a:lnTo>
                <a:cubicBezTo>
                  <a:pt x="596" y="16014"/>
                  <a:pt x="655" y="16050"/>
                  <a:pt x="715" y="16073"/>
                </a:cubicBezTo>
                <a:cubicBezTo>
                  <a:pt x="762" y="16097"/>
                  <a:pt x="810" y="16109"/>
                  <a:pt x="846" y="16121"/>
                </a:cubicBezTo>
                <a:cubicBezTo>
                  <a:pt x="965" y="16157"/>
                  <a:pt x="1084" y="16181"/>
                  <a:pt x="1203" y="16181"/>
                </a:cubicBezTo>
                <a:lnTo>
                  <a:pt x="1215" y="16181"/>
                </a:lnTo>
                <a:cubicBezTo>
                  <a:pt x="1322" y="16181"/>
                  <a:pt x="1429" y="16169"/>
                  <a:pt x="1536" y="16133"/>
                </a:cubicBezTo>
                <a:cubicBezTo>
                  <a:pt x="1584" y="16121"/>
                  <a:pt x="1631" y="16109"/>
                  <a:pt x="1679" y="16085"/>
                </a:cubicBezTo>
                <a:cubicBezTo>
                  <a:pt x="1715" y="16073"/>
                  <a:pt x="1739" y="16062"/>
                  <a:pt x="1774" y="16038"/>
                </a:cubicBezTo>
                <a:lnTo>
                  <a:pt x="1858" y="15990"/>
                </a:lnTo>
                <a:lnTo>
                  <a:pt x="1929" y="15942"/>
                </a:lnTo>
                <a:cubicBezTo>
                  <a:pt x="1953" y="15931"/>
                  <a:pt x="1977" y="15919"/>
                  <a:pt x="1989" y="15907"/>
                </a:cubicBezTo>
                <a:lnTo>
                  <a:pt x="2048" y="15859"/>
                </a:lnTo>
                <a:lnTo>
                  <a:pt x="2096" y="15812"/>
                </a:lnTo>
                <a:lnTo>
                  <a:pt x="2143" y="15752"/>
                </a:lnTo>
                <a:cubicBezTo>
                  <a:pt x="2155" y="15740"/>
                  <a:pt x="2167" y="15728"/>
                  <a:pt x="2179" y="15704"/>
                </a:cubicBezTo>
                <a:cubicBezTo>
                  <a:pt x="2191" y="15692"/>
                  <a:pt x="2203" y="15681"/>
                  <a:pt x="2215" y="15657"/>
                </a:cubicBezTo>
                <a:cubicBezTo>
                  <a:pt x="2227" y="15645"/>
                  <a:pt x="2239" y="15633"/>
                  <a:pt x="2251" y="15609"/>
                </a:cubicBezTo>
                <a:lnTo>
                  <a:pt x="2274" y="15561"/>
                </a:lnTo>
                <a:lnTo>
                  <a:pt x="2298" y="15514"/>
                </a:lnTo>
                <a:cubicBezTo>
                  <a:pt x="2310" y="15502"/>
                  <a:pt x="2322" y="15478"/>
                  <a:pt x="2322" y="15466"/>
                </a:cubicBezTo>
                <a:cubicBezTo>
                  <a:pt x="2334" y="15454"/>
                  <a:pt x="2334" y="15431"/>
                  <a:pt x="2346" y="15419"/>
                </a:cubicBezTo>
                <a:cubicBezTo>
                  <a:pt x="2346" y="15407"/>
                  <a:pt x="2358" y="15383"/>
                  <a:pt x="2358" y="15371"/>
                </a:cubicBezTo>
                <a:cubicBezTo>
                  <a:pt x="2358" y="15359"/>
                  <a:pt x="2382" y="15335"/>
                  <a:pt x="2382" y="15323"/>
                </a:cubicBezTo>
                <a:cubicBezTo>
                  <a:pt x="2382" y="15311"/>
                  <a:pt x="2393" y="15288"/>
                  <a:pt x="2393" y="15276"/>
                </a:cubicBezTo>
                <a:lnTo>
                  <a:pt x="2405" y="15228"/>
                </a:lnTo>
                <a:lnTo>
                  <a:pt x="2417" y="15180"/>
                </a:lnTo>
                <a:cubicBezTo>
                  <a:pt x="2417" y="15157"/>
                  <a:pt x="2417" y="15145"/>
                  <a:pt x="2417" y="15133"/>
                </a:cubicBezTo>
                <a:lnTo>
                  <a:pt x="2417" y="15085"/>
                </a:lnTo>
                <a:lnTo>
                  <a:pt x="2417" y="15026"/>
                </a:lnTo>
                <a:lnTo>
                  <a:pt x="2417" y="14978"/>
                </a:lnTo>
                <a:lnTo>
                  <a:pt x="2417" y="14954"/>
                </a:lnTo>
                <a:lnTo>
                  <a:pt x="2417" y="1214"/>
                </a:lnTo>
                <a:lnTo>
                  <a:pt x="2417" y="1167"/>
                </a:lnTo>
                <a:lnTo>
                  <a:pt x="2417" y="1119"/>
                </a:lnTo>
                <a:lnTo>
                  <a:pt x="2417" y="1072"/>
                </a:lnTo>
                <a:cubicBezTo>
                  <a:pt x="2417" y="1060"/>
                  <a:pt x="2417" y="1036"/>
                  <a:pt x="2405" y="1024"/>
                </a:cubicBezTo>
                <a:lnTo>
                  <a:pt x="2405" y="976"/>
                </a:lnTo>
                <a:cubicBezTo>
                  <a:pt x="2405" y="964"/>
                  <a:pt x="2405" y="941"/>
                  <a:pt x="2393" y="929"/>
                </a:cubicBezTo>
                <a:cubicBezTo>
                  <a:pt x="2393" y="917"/>
                  <a:pt x="2393" y="893"/>
                  <a:pt x="2382" y="881"/>
                </a:cubicBezTo>
                <a:cubicBezTo>
                  <a:pt x="2382" y="869"/>
                  <a:pt x="2370" y="845"/>
                  <a:pt x="2370" y="833"/>
                </a:cubicBezTo>
                <a:lnTo>
                  <a:pt x="2346" y="786"/>
                </a:lnTo>
                <a:lnTo>
                  <a:pt x="2334" y="738"/>
                </a:lnTo>
                <a:cubicBezTo>
                  <a:pt x="2322" y="714"/>
                  <a:pt x="2310" y="703"/>
                  <a:pt x="2310" y="691"/>
                </a:cubicBezTo>
                <a:cubicBezTo>
                  <a:pt x="2298" y="667"/>
                  <a:pt x="2298" y="655"/>
                  <a:pt x="2286" y="643"/>
                </a:cubicBezTo>
                <a:lnTo>
                  <a:pt x="2251" y="595"/>
                </a:lnTo>
                <a:lnTo>
                  <a:pt x="2227" y="548"/>
                </a:lnTo>
                <a:cubicBezTo>
                  <a:pt x="2215" y="524"/>
                  <a:pt x="2203" y="512"/>
                  <a:pt x="2191" y="500"/>
                </a:cubicBezTo>
                <a:cubicBezTo>
                  <a:pt x="2179" y="476"/>
                  <a:pt x="2167" y="464"/>
                  <a:pt x="2155" y="452"/>
                </a:cubicBezTo>
                <a:lnTo>
                  <a:pt x="2108" y="393"/>
                </a:lnTo>
                <a:lnTo>
                  <a:pt x="2072" y="345"/>
                </a:lnTo>
                <a:lnTo>
                  <a:pt x="2012" y="298"/>
                </a:lnTo>
                <a:cubicBezTo>
                  <a:pt x="2001" y="286"/>
                  <a:pt x="1977" y="274"/>
                  <a:pt x="1953" y="250"/>
                </a:cubicBezTo>
                <a:lnTo>
                  <a:pt x="1893" y="202"/>
                </a:lnTo>
                <a:lnTo>
                  <a:pt x="1810" y="155"/>
                </a:lnTo>
                <a:cubicBezTo>
                  <a:pt x="1774" y="143"/>
                  <a:pt x="1739" y="119"/>
                  <a:pt x="1715" y="107"/>
                </a:cubicBezTo>
                <a:cubicBezTo>
                  <a:pt x="1667" y="95"/>
                  <a:pt x="1631" y="71"/>
                  <a:pt x="1584" y="60"/>
                </a:cubicBezTo>
                <a:cubicBezTo>
                  <a:pt x="1500" y="36"/>
                  <a:pt x="1417" y="12"/>
                  <a:pt x="1346" y="12"/>
                </a:cubicBezTo>
                <a:cubicBezTo>
                  <a:pt x="1298" y="0"/>
                  <a:pt x="1250" y="0"/>
                  <a:pt x="121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4" name="Google Shape;2474;p23"/>
          <p:cNvSpPr/>
          <p:nvPr/>
        </p:nvSpPr>
        <p:spPr>
          <a:xfrm>
            <a:off x="5312662" y="-169612"/>
            <a:ext cx="142572" cy="125041"/>
          </a:xfrm>
          <a:custGeom>
            <a:avLst/>
            <a:gdLst/>
            <a:ahLst/>
            <a:cxnLst/>
            <a:rect l="l" t="t" r="r" b="b"/>
            <a:pathLst>
              <a:path w="4359" h="3823" extrusionOk="0">
                <a:moveTo>
                  <a:pt x="1132" y="0"/>
                </a:moveTo>
                <a:cubicBezTo>
                  <a:pt x="501" y="0"/>
                  <a:pt x="1" y="500"/>
                  <a:pt x="1" y="1131"/>
                </a:cubicBezTo>
                <a:lnTo>
                  <a:pt x="1" y="2679"/>
                </a:lnTo>
                <a:cubicBezTo>
                  <a:pt x="1" y="3310"/>
                  <a:pt x="501" y="3822"/>
                  <a:pt x="1132" y="3822"/>
                </a:cubicBezTo>
                <a:lnTo>
                  <a:pt x="3227" y="3822"/>
                </a:lnTo>
                <a:cubicBezTo>
                  <a:pt x="3846" y="3822"/>
                  <a:pt x="4358" y="3310"/>
                  <a:pt x="4358" y="2679"/>
                </a:cubicBezTo>
                <a:lnTo>
                  <a:pt x="4358" y="1131"/>
                </a:lnTo>
                <a:cubicBezTo>
                  <a:pt x="4358" y="500"/>
                  <a:pt x="3846" y="0"/>
                  <a:pt x="3227" y="0"/>
                </a:cubicBezTo>
                <a:close/>
              </a:path>
            </a:pathLst>
          </a:custGeom>
          <a:solidFill>
            <a:srgbClr val="821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5" name="Google Shape;2475;p23"/>
          <p:cNvSpPr/>
          <p:nvPr/>
        </p:nvSpPr>
        <p:spPr>
          <a:xfrm>
            <a:off x="5312662" y="277825"/>
            <a:ext cx="142572" cy="124648"/>
          </a:xfrm>
          <a:custGeom>
            <a:avLst/>
            <a:gdLst/>
            <a:ahLst/>
            <a:cxnLst/>
            <a:rect l="l" t="t" r="r" b="b"/>
            <a:pathLst>
              <a:path w="4359" h="3811" extrusionOk="0">
                <a:moveTo>
                  <a:pt x="1144" y="0"/>
                </a:moveTo>
                <a:cubicBezTo>
                  <a:pt x="513" y="0"/>
                  <a:pt x="1" y="512"/>
                  <a:pt x="1" y="1132"/>
                </a:cubicBezTo>
                <a:lnTo>
                  <a:pt x="1" y="2679"/>
                </a:lnTo>
                <a:cubicBezTo>
                  <a:pt x="1" y="3310"/>
                  <a:pt x="513" y="3810"/>
                  <a:pt x="1144" y="3810"/>
                </a:cubicBezTo>
                <a:lnTo>
                  <a:pt x="3227" y="3810"/>
                </a:lnTo>
                <a:cubicBezTo>
                  <a:pt x="3846" y="3810"/>
                  <a:pt x="4358" y="3310"/>
                  <a:pt x="4358" y="2679"/>
                </a:cubicBezTo>
                <a:lnTo>
                  <a:pt x="4358" y="1132"/>
                </a:lnTo>
                <a:cubicBezTo>
                  <a:pt x="4358" y="512"/>
                  <a:pt x="3846" y="0"/>
                  <a:pt x="3227" y="0"/>
                </a:cubicBezTo>
                <a:close/>
              </a:path>
            </a:pathLst>
          </a:custGeom>
          <a:solidFill>
            <a:srgbClr val="821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6" name="Google Shape;2476;p23"/>
          <p:cNvSpPr/>
          <p:nvPr/>
        </p:nvSpPr>
        <p:spPr>
          <a:xfrm>
            <a:off x="5335655" y="-148189"/>
            <a:ext cx="79839" cy="529240"/>
          </a:xfrm>
          <a:custGeom>
            <a:avLst/>
            <a:gdLst/>
            <a:ahLst/>
            <a:cxnLst/>
            <a:rect l="l" t="t" r="r" b="b"/>
            <a:pathLst>
              <a:path w="2441" h="16181" extrusionOk="0">
                <a:moveTo>
                  <a:pt x="1215" y="0"/>
                </a:moveTo>
                <a:cubicBezTo>
                  <a:pt x="917" y="0"/>
                  <a:pt x="631" y="119"/>
                  <a:pt x="405" y="310"/>
                </a:cubicBezTo>
                <a:lnTo>
                  <a:pt x="393" y="333"/>
                </a:lnTo>
                <a:cubicBezTo>
                  <a:pt x="357" y="369"/>
                  <a:pt x="322" y="393"/>
                  <a:pt x="298" y="429"/>
                </a:cubicBezTo>
                <a:cubicBezTo>
                  <a:pt x="274" y="452"/>
                  <a:pt x="262" y="476"/>
                  <a:pt x="238" y="500"/>
                </a:cubicBezTo>
                <a:cubicBezTo>
                  <a:pt x="214" y="524"/>
                  <a:pt x="191" y="560"/>
                  <a:pt x="179" y="595"/>
                </a:cubicBezTo>
                <a:cubicBezTo>
                  <a:pt x="155" y="631"/>
                  <a:pt x="143" y="655"/>
                  <a:pt x="119" y="691"/>
                </a:cubicBezTo>
                <a:cubicBezTo>
                  <a:pt x="107" y="726"/>
                  <a:pt x="95" y="750"/>
                  <a:pt x="84" y="786"/>
                </a:cubicBezTo>
                <a:cubicBezTo>
                  <a:pt x="72" y="833"/>
                  <a:pt x="48" y="869"/>
                  <a:pt x="36" y="917"/>
                </a:cubicBezTo>
                <a:cubicBezTo>
                  <a:pt x="36" y="941"/>
                  <a:pt x="24" y="964"/>
                  <a:pt x="24" y="1000"/>
                </a:cubicBezTo>
                <a:cubicBezTo>
                  <a:pt x="0" y="1072"/>
                  <a:pt x="0" y="1143"/>
                  <a:pt x="0" y="1226"/>
                </a:cubicBezTo>
                <a:lnTo>
                  <a:pt x="0" y="14954"/>
                </a:lnTo>
                <a:cubicBezTo>
                  <a:pt x="0" y="15633"/>
                  <a:pt x="548" y="16181"/>
                  <a:pt x="1215" y="16181"/>
                </a:cubicBezTo>
                <a:lnTo>
                  <a:pt x="1227" y="16181"/>
                </a:lnTo>
                <a:cubicBezTo>
                  <a:pt x="1310" y="16181"/>
                  <a:pt x="1393" y="16169"/>
                  <a:pt x="1477" y="16157"/>
                </a:cubicBezTo>
                <a:lnTo>
                  <a:pt x="1512" y="16145"/>
                </a:lnTo>
                <a:cubicBezTo>
                  <a:pt x="1584" y="16121"/>
                  <a:pt x="1655" y="16097"/>
                  <a:pt x="1715" y="16073"/>
                </a:cubicBezTo>
                <a:lnTo>
                  <a:pt x="1727" y="16073"/>
                </a:lnTo>
                <a:cubicBezTo>
                  <a:pt x="1881" y="16002"/>
                  <a:pt x="2012" y="15907"/>
                  <a:pt x="2119" y="15788"/>
                </a:cubicBezTo>
                <a:cubicBezTo>
                  <a:pt x="2322" y="15561"/>
                  <a:pt x="2441" y="15276"/>
                  <a:pt x="2441" y="14966"/>
                </a:cubicBezTo>
                <a:lnTo>
                  <a:pt x="2441" y="1226"/>
                </a:lnTo>
                <a:cubicBezTo>
                  <a:pt x="2441" y="548"/>
                  <a:pt x="1893" y="0"/>
                  <a:pt x="1215" y="0"/>
                </a:cubicBezTo>
                <a:close/>
              </a:path>
            </a:pathLst>
          </a:custGeom>
          <a:solidFill>
            <a:srgbClr val="272425">
              <a:alpha val="200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7" name="Google Shape;2477;p23"/>
          <p:cNvSpPr/>
          <p:nvPr/>
        </p:nvSpPr>
        <p:spPr>
          <a:xfrm>
            <a:off x="5346939" y="-148189"/>
            <a:ext cx="79872" cy="529240"/>
          </a:xfrm>
          <a:custGeom>
            <a:avLst/>
            <a:gdLst/>
            <a:ahLst/>
            <a:cxnLst/>
            <a:rect l="l" t="t" r="r" b="b"/>
            <a:pathLst>
              <a:path w="2442" h="16181" extrusionOk="0">
                <a:moveTo>
                  <a:pt x="1143" y="0"/>
                </a:moveTo>
                <a:cubicBezTo>
                  <a:pt x="1060" y="0"/>
                  <a:pt x="965" y="24"/>
                  <a:pt x="882" y="48"/>
                </a:cubicBezTo>
                <a:cubicBezTo>
                  <a:pt x="846" y="60"/>
                  <a:pt x="798" y="71"/>
                  <a:pt x="751" y="83"/>
                </a:cubicBezTo>
                <a:cubicBezTo>
                  <a:pt x="715" y="107"/>
                  <a:pt x="691" y="119"/>
                  <a:pt x="655" y="131"/>
                </a:cubicBezTo>
                <a:cubicBezTo>
                  <a:pt x="620" y="155"/>
                  <a:pt x="596" y="167"/>
                  <a:pt x="572" y="179"/>
                </a:cubicBezTo>
                <a:cubicBezTo>
                  <a:pt x="548" y="202"/>
                  <a:pt x="524" y="214"/>
                  <a:pt x="501" y="226"/>
                </a:cubicBezTo>
                <a:lnTo>
                  <a:pt x="441" y="274"/>
                </a:lnTo>
                <a:lnTo>
                  <a:pt x="393" y="322"/>
                </a:lnTo>
                <a:cubicBezTo>
                  <a:pt x="370" y="333"/>
                  <a:pt x="358" y="357"/>
                  <a:pt x="346" y="369"/>
                </a:cubicBezTo>
                <a:cubicBezTo>
                  <a:pt x="334" y="381"/>
                  <a:pt x="310" y="393"/>
                  <a:pt x="298" y="417"/>
                </a:cubicBezTo>
                <a:cubicBezTo>
                  <a:pt x="286" y="429"/>
                  <a:pt x="274" y="441"/>
                  <a:pt x="262" y="464"/>
                </a:cubicBezTo>
                <a:lnTo>
                  <a:pt x="227" y="512"/>
                </a:lnTo>
                <a:lnTo>
                  <a:pt x="191" y="560"/>
                </a:lnTo>
                <a:lnTo>
                  <a:pt x="167" y="607"/>
                </a:lnTo>
                <a:lnTo>
                  <a:pt x="131" y="655"/>
                </a:lnTo>
                <a:lnTo>
                  <a:pt x="120" y="703"/>
                </a:lnTo>
                <a:cubicBezTo>
                  <a:pt x="120" y="714"/>
                  <a:pt x="96" y="726"/>
                  <a:pt x="96" y="750"/>
                </a:cubicBezTo>
                <a:cubicBezTo>
                  <a:pt x="84" y="762"/>
                  <a:pt x="84" y="774"/>
                  <a:pt x="72" y="786"/>
                </a:cubicBezTo>
                <a:lnTo>
                  <a:pt x="60" y="833"/>
                </a:lnTo>
                <a:lnTo>
                  <a:pt x="48" y="881"/>
                </a:lnTo>
                <a:cubicBezTo>
                  <a:pt x="48" y="905"/>
                  <a:pt x="36" y="917"/>
                  <a:pt x="36" y="929"/>
                </a:cubicBezTo>
                <a:cubicBezTo>
                  <a:pt x="24" y="953"/>
                  <a:pt x="24" y="964"/>
                  <a:pt x="24" y="976"/>
                </a:cubicBezTo>
                <a:lnTo>
                  <a:pt x="24" y="1024"/>
                </a:lnTo>
                <a:cubicBezTo>
                  <a:pt x="24" y="1048"/>
                  <a:pt x="24" y="1060"/>
                  <a:pt x="12" y="1072"/>
                </a:cubicBezTo>
                <a:cubicBezTo>
                  <a:pt x="0" y="1095"/>
                  <a:pt x="12" y="1107"/>
                  <a:pt x="12" y="1119"/>
                </a:cubicBezTo>
                <a:lnTo>
                  <a:pt x="12" y="1167"/>
                </a:lnTo>
                <a:lnTo>
                  <a:pt x="12" y="1214"/>
                </a:lnTo>
                <a:lnTo>
                  <a:pt x="12" y="14954"/>
                </a:lnTo>
                <a:cubicBezTo>
                  <a:pt x="12" y="14966"/>
                  <a:pt x="12" y="14978"/>
                  <a:pt x="12" y="14990"/>
                </a:cubicBezTo>
                <a:lnTo>
                  <a:pt x="12" y="15050"/>
                </a:lnTo>
                <a:cubicBezTo>
                  <a:pt x="12" y="15061"/>
                  <a:pt x="12" y="15073"/>
                  <a:pt x="12" y="15097"/>
                </a:cubicBezTo>
                <a:cubicBezTo>
                  <a:pt x="12" y="15109"/>
                  <a:pt x="12" y="15121"/>
                  <a:pt x="24" y="15145"/>
                </a:cubicBezTo>
                <a:cubicBezTo>
                  <a:pt x="24" y="15157"/>
                  <a:pt x="24" y="15169"/>
                  <a:pt x="24" y="15192"/>
                </a:cubicBezTo>
                <a:cubicBezTo>
                  <a:pt x="24" y="15204"/>
                  <a:pt x="24" y="15216"/>
                  <a:pt x="36" y="15240"/>
                </a:cubicBezTo>
                <a:cubicBezTo>
                  <a:pt x="36" y="15252"/>
                  <a:pt x="36" y="15276"/>
                  <a:pt x="48" y="15288"/>
                </a:cubicBezTo>
                <a:cubicBezTo>
                  <a:pt x="60" y="15300"/>
                  <a:pt x="48" y="15323"/>
                  <a:pt x="60" y="15335"/>
                </a:cubicBezTo>
                <a:lnTo>
                  <a:pt x="72" y="15383"/>
                </a:lnTo>
                <a:lnTo>
                  <a:pt x="96" y="15431"/>
                </a:lnTo>
                <a:cubicBezTo>
                  <a:pt x="96" y="15454"/>
                  <a:pt x="108" y="15466"/>
                  <a:pt x="120" y="15478"/>
                </a:cubicBezTo>
                <a:cubicBezTo>
                  <a:pt x="120" y="15502"/>
                  <a:pt x="131" y="15514"/>
                  <a:pt x="143" y="15526"/>
                </a:cubicBezTo>
                <a:cubicBezTo>
                  <a:pt x="143" y="15550"/>
                  <a:pt x="155" y="15561"/>
                  <a:pt x="167" y="15585"/>
                </a:cubicBezTo>
                <a:cubicBezTo>
                  <a:pt x="179" y="15597"/>
                  <a:pt x="191" y="15609"/>
                  <a:pt x="203" y="15633"/>
                </a:cubicBezTo>
                <a:cubicBezTo>
                  <a:pt x="203" y="15645"/>
                  <a:pt x="227" y="15657"/>
                  <a:pt x="239" y="15681"/>
                </a:cubicBezTo>
                <a:cubicBezTo>
                  <a:pt x="250" y="15692"/>
                  <a:pt x="262" y="15716"/>
                  <a:pt x="274" y="15728"/>
                </a:cubicBezTo>
                <a:cubicBezTo>
                  <a:pt x="286" y="15740"/>
                  <a:pt x="298" y="15764"/>
                  <a:pt x="310" y="15776"/>
                </a:cubicBezTo>
                <a:lnTo>
                  <a:pt x="358" y="15823"/>
                </a:lnTo>
                <a:lnTo>
                  <a:pt x="417" y="15871"/>
                </a:lnTo>
                <a:cubicBezTo>
                  <a:pt x="429" y="15895"/>
                  <a:pt x="453" y="15907"/>
                  <a:pt x="477" y="15931"/>
                </a:cubicBezTo>
                <a:lnTo>
                  <a:pt x="536" y="15978"/>
                </a:lnTo>
                <a:cubicBezTo>
                  <a:pt x="572" y="15990"/>
                  <a:pt x="596" y="16014"/>
                  <a:pt x="620" y="16026"/>
                </a:cubicBezTo>
                <a:cubicBezTo>
                  <a:pt x="655" y="16050"/>
                  <a:pt x="691" y="16062"/>
                  <a:pt x="727" y="16073"/>
                </a:cubicBezTo>
                <a:cubicBezTo>
                  <a:pt x="774" y="16097"/>
                  <a:pt x="810" y="16109"/>
                  <a:pt x="858" y="16121"/>
                </a:cubicBezTo>
                <a:cubicBezTo>
                  <a:pt x="977" y="16157"/>
                  <a:pt x="1096" y="16181"/>
                  <a:pt x="1215" y="16181"/>
                </a:cubicBezTo>
                <a:lnTo>
                  <a:pt x="1227" y="16181"/>
                </a:lnTo>
                <a:cubicBezTo>
                  <a:pt x="1334" y="16181"/>
                  <a:pt x="1441" y="16169"/>
                  <a:pt x="1548" y="16133"/>
                </a:cubicBezTo>
                <a:cubicBezTo>
                  <a:pt x="1584" y="16121"/>
                  <a:pt x="1632" y="16109"/>
                  <a:pt x="1679" y="16085"/>
                </a:cubicBezTo>
                <a:cubicBezTo>
                  <a:pt x="1715" y="16073"/>
                  <a:pt x="1751" y="16062"/>
                  <a:pt x="1786" y="16038"/>
                </a:cubicBezTo>
                <a:cubicBezTo>
                  <a:pt x="1822" y="16026"/>
                  <a:pt x="1834" y="16014"/>
                  <a:pt x="1870" y="15990"/>
                </a:cubicBezTo>
                <a:lnTo>
                  <a:pt x="1941" y="15942"/>
                </a:lnTo>
                <a:cubicBezTo>
                  <a:pt x="1953" y="15931"/>
                  <a:pt x="1977" y="15919"/>
                  <a:pt x="2001" y="15907"/>
                </a:cubicBezTo>
                <a:cubicBezTo>
                  <a:pt x="2025" y="15883"/>
                  <a:pt x="2036" y="15871"/>
                  <a:pt x="2048" y="15859"/>
                </a:cubicBezTo>
                <a:lnTo>
                  <a:pt x="2108" y="15812"/>
                </a:lnTo>
                <a:lnTo>
                  <a:pt x="2144" y="15752"/>
                </a:lnTo>
                <a:cubicBezTo>
                  <a:pt x="2155" y="15740"/>
                  <a:pt x="2167" y="15728"/>
                  <a:pt x="2179" y="15704"/>
                </a:cubicBezTo>
                <a:lnTo>
                  <a:pt x="2215" y="15657"/>
                </a:lnTo>
                <a:lnTo>
                  <a:pt x="2251" y="15609"/>
                </a:lnTo>
                <a:cubicBezTo>
                  <a:pt x="2263" y="15597"/>
                  <a:pt x="2275" y="15585"/>
                  <a:pt x="2286" y="15561"/>
                </a:cubicBezTo>
                <a:cubicBezTo>
                  <a:pt x="2286" y="15550"/>
                  <a:pt x="2298" y="15538"/>
                  <a:pt x="2310" y="15514"/>
                </a:cubicBezTo>
                <a:cubicBezTo>
                  <a:pt x="2310" y="15502"/>
                  <a:pt x="2322" y="15478"/>
                  <a:pt x="2334" y="15466"/>
                </a:cubicBezTo>
                <a:lnTo>
                  <a:pt x="2358" y="15419"/>
                </a:lnTo>
                <a:cubicBezTo>
                  <a:pt x="2358" y="15407"/>
                  <a:pt x="2370" y="15383"/>
                  <a:pt x="2370" y="15371"/>
                </a:cubicBezTo>
                <a:cubicBezTo>
                  <a:pt x="2370" y="15359"/>
                  <a:pt x="2382" y="15335"/>
                  <a:pt x="2394" y="15323"/>
                </a:cubicBezTo>
                <a:cubicBezTo>
                  <a:pt x="2394" y="15311"/>
                  <a:pt x="2394" y="15288"/>
                  <a:pt x="2406" y="15276"/>
                </a:cubicBezTo>
                <a:cubicBezTo>
                  <a:pt x="2406" y="15264"/>
                  <a:pt x="2406" y="15240"/>
                  <a:pt x="2417" y="15228"/>
                </a:cubicBezTo>
                <a:cubicBezTo>
                  <a:pt x="2417" y="15204"/>
                  <a:pt x="2417" y="15192"/>
                  <a:pt x="2417" y="15180"/>
                </a:cubicBezTo>
                <a:cubicBezTo>
                  <a:pt x="2429" y="15157"/>
                  <a:pt x="2417" y="15145"/>
                  <a:pt x="2429" y="15133"/>
                </a:cubicBezTo>
                <a:cubicBezTo>
                  <a:pt x="2441" y="15109"/>
                  <a:pt x="2429" y="15097"/>
                  <a:pt x="2429" y="15085"/>
                </a:cubicBezTo>
                <a:lnTo>
                  <a:pt x="2429" y="15026"/>
                </a:lnTo>
                <a:lnTo>
                  <a:pt x="2429" y="14978"/>
                </a:lnTo>
                <a:lnTo>
                  <a:pt x="2429" y="1214"/>
                </a:lnTo>
                <a:lnTo>
                  <a:pt x="2429" y="1167"/>
                </a:lnTo>
                <a:lnTo>
                  <a:pt x="2429" y="1119"/>
                </a:lnTo>
                <a:cubicBezTo>
                  <a:pt x="2429" y="1107"/>
                  <a:pt x="2429" y="1084"/>
                  <a:pt x="2429" y="1072"/>
                </a:cubicBezTo>
                <a:cubicBezTo>
                  <a:pt x="2417" y="1060"/>
                  <a:pt x="2417" y="1036"/>
                  <a:pt x="2417" y="1024"/>
                </a:cubicBezTo>
                <a:cubicBezTo>
                  <a:pt x="2417" y="1012"/>
                  <a:pt x="2417" y="988"/>
                  <a:pt x="2417" y="976"/>
                </a:cubicBezTo>
                <a:cubicBezTo>
                  <a:pt x="2417" y="964"/>
                  <a:pt x="2406" y="941"/>
                  <a:pt x="2406" y="929"/>
                </a:cubicBezTo>
                <a:cubicBezTo>
                  <a:pt x="2406" y="905"/>
                  <a:pt x="2406" y="893"/>
                  <a:pt x="2394" y="881"/>
                </a:cubicBezTo>
                <a:cubicBezTo>
                  <a:pt x="2394" y="869"/>
                  <a:pt x="2382" y="845"/>
                  <a:pt x="2382" y="833"/>
                </a:cubicBezTo>
                <a:cubicBezTo>
                  <a:pt x="2382" y="810"/>
                  <a:pt x="2370" y="798"/>
                  <a:pt x="2358" y="786"/>
                </a:cubicBezTo>
                <a:cubicBezTo>
                  <a:pt x="2358" y="762"/>
                  <a:pt x="2346" y="750"/>
                  <a:pt x="2346" y="738"/>
                </a:cubicBezTo>
                <a:cubicBezTo>
                  <a:pt x="2346" y="714"/>
                  <a:pt x="2322" y="703"/>
                  <a:pt x="2322" y="691"/>
                </a:cubicBezTo>
                <a:lnTo>
                  <a:pt x="2298" y="643"/>
                </a:lnTo>
                <a:cubicBezTo>
                  <a:pt x="2286" y="619"/>
                  <a:pt x="2275" y="607"/>
                  <a:pt x="2263" y="595"/>
                </a:cubicBezTo>
                <a:cubicBezTo>
                  <a:pt x="2263" y="572"/>
                  <a:pt x="2251" y="560"/>
                  <a:pt x="2239" y="548"/>
                </a:cubicBezTo>
                <a:lnTo>
                  <a:pt x="2203" y="500"/>
                </a:lnTo>
                <a:lnTo>
                  <a:pt x="2167" y="452"/>
                </a:lnTo>
                <a:lnTo>
                  <a:pt x="2120" y="393"/>
                </a:lnTo>
                <a:cubicBezTo>
                  <a:pt x="2108" y="381"/>
                  <a:pt x="2096" y="369"/>
                  <a:pt x="2072" y="345"/>
                </a:cubicBezTo>
                <a:lnTo>
                  <a:pt x="2025" y="298"/>
                </a:lnTo>
                <a:cubicBezTo>
                  <a:pt x="2001" y="286"/>
                  <a:pt x="1989" y="274"/>
                  <a:pt x="1965" y="250"/>
                </a:cubicBezTo>
                <a:lnTo>
                  <a:pt x="1894" y="202"/>
                </a:lnTo>
                <a:lnTo>
                  <a:pt x="1822" y="155"/>
                </a:lnTo>
                <a:cubicBezTo>
                  <a:pt x="1786" y="143"/>
                  <a:pt x="1751" y="119"/>
                  <a:pt x="1715" y="107"/>
                </a:cubicBezTo>
                <a:cubicBezTo>
                  <a:pt x="1679" y="95"/>
                  <a:pt x="1632" y="71"/>
                  <a:pt x="1596" y="60"/>
                </a:cubicBezTo>
                <a:cubicBezTo>
                  <a:pt x="1513" y="36"/>
                  <a:pt x="1429" y="12"/>
                  <a:pt x="1346" y="12"/>
                </a:cubicBezTo>
                <a:cubicBezTo>
                  <a:pt x="1310" y="0"/>
                  <a:pt x="1263" y="0"/>
                  <a:pt x="121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8" name="Google Shape;2478;p23"/>
          <p:cNvSpPr/>
          <p:nvPr/>
        </p:nvSpPr>
        <p:spPr>
          <a:xfrm>
            <a:off x="4941924" y="-169612"/>
            <a:ext cx="142964" cy="125041"/>
          </a:xfrm>
          <a:custGeom>
            <a:avLst/>
            <a:gdLst/>
            <a:ahLst/>
            <a:cxnLst/>
            <a:rect l="l" t="t" r="r" b="b"/>
            <a:pathLst>
              <a:path w="4371" h="3823" extrusionOk="0">
                <a:moveTo>
                  <a:pt x="1144" y="0"/>
                </a:moveTo>
                <a:cubicBezTo>
                  <a:pt x="513" y="0"/>
                  <a:pt x="1" y="512"/>
                  <a:pt x="1" y="1131"/>
                </a:cubicBezTo>
                <a:lnTo>
                  <a:pt x="1" y="2679"/>
                </a:lnTo>
                <a:cubicBezTo>
                  <a:pt x="1" y="3310"/>
                  <a:pt x="513" y="3822"/>
                  <a:pt x="1144" y="3822"/>
                </a:cubicBezTo>
                <a:lnTo>
                  <a:pt x="3228" y="3822"/>
                </a:lnTo>
                <a:cubicBezTo>
                  <a:pt x="3859" y="3810"/>
                  <a:pt x="4371" y="3310"/>
                  <a:pt x="4371" y="2679"/>
                </a:cubicBezTo>
                <a:lnTo>
                  <a:pt x="4359" y="1131"/>
                </a:lnTo>
                <a:cubicBezTo>
                  <a:pt x="4359" y="512"/>
                  <a:pt x="3847" y="0"/>
                  <a:pt x="3228" y="0"/>
                </a:cubicBezTo>
                <a:close/>
              </a:path>
            </a:pathLst>
          </a:custGeom>
          <a:solidFill>
            <a:srgbClr val="821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9" name="Google Shape;2479;p23"/>
          <p:cNvSpPr/>
          <p:nvPr/>
        </p:nvSpPr>
        <p:spPr>
          <a:xfrm>
            <a:off x="4942316" y="277825"/>
            <a:ext cx="142572" cy="124648"/>
          </a:xfrm>
          <a:custGeom>
            <a:avLst/>
            <a:gdLst/>
            <a:ahLst/>
            <a:cxnLst/>
            <a:rect l="l" t="t" r="r" b="b"/>
            <a:pathLst>
              <a:path w="4359" h="3811" extrusionOk="0">
                <a:moveTo>
                  <a:pt x="1132" y="0"/>
                </a:moveTo>
                <a:cubicBezTo>
                  <a:pt x="513" y="0"/>
                  <a:pt x="1" y="512"/>
                  <a:pt x="1" y="1132"/>
                </a:cubicBezTo>
                <a:lnTo>
                  <a:pt x="1" y="2679"/>
                </a:lnTo>
                <a:cubicBezTo>
                  <a:pt x="1" y="3310"/>
                  <a:pt x="513" y="3810"/>
                  <a:pt x="1132" y="3810"/>
                </a:cubicBezTo>
                <a:lnTo>
                  <a:pt x="3216" y="3810"/>
                </a:lnTo>
                <a:cubicBezTo>
                  <a:pt x="3847" y="3810"/>
                  <a:pt x="4359" y="3310"/>
                  <a:pt x="4359" y="2679"/>
                </a:cubicBezTo>
                <a:lnTo>
                  <a:pt x="4359" y="1132"/>
                </a:lnTo>
                <a:cubicBezTo>
                  <a:pt x="4359" y="512"/>
                  <a:pt x="3847" y="0"/>
                  <a:pt x="3216" y="0"/>
                </a:cubicBezTo>
                <a:close/>
              </a:path>
            </a:pathLst>
          </a:custGeom>
          <a:solidFill>
            <a:srgbClr val="821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0" name="Google Shape;2480;p23"/>
          <p:cNvSpPr/>
          <p:nvPr/>
        </p:nvSpPr>
        <p:spPr>
          <a:xfrm>
            <a:off x="4965309" y="-148189"/>
            <a:ext cx="79872" cy="529240"/>
          </a:xfrm>
          <a:custGeom>
            <a:avLst/>
            <a:gdLst/>
            <a:ahLst/>
            <a:cxnLst/>
            <a:rect l="l" t="t" r="r" b="b"/>
            <a:pathLst>
              <a:path w="2442" h="16181" extrusionOk="0">
                <a:moveTo>
                  <a:pt x="1227" y="0"/>
                </a:moveTo>
                <a:cubicBezTo>
                  <a:pt x="917" y="0"/>
                  <a:pt x="631" y="119"/>
                  <a:pt x="405" y="310"/>
                </a:cubicBezTo>
                <a:lnTo>
                  <a:pt x="393" y="333"/>
                </a:lnTo>
                <a:cubicBezTo>
                  <a:pt x="358" y="369"/>
                  <a:pt x="322" y="393"/>
                  <a:pt x="298" y="429"/>
                </a:cubicBezTo>
                <a:cubicBezTo>
                  <a:pt x="274" y="452"/>
                  <a:pt x="262" y="476"/>
                  <a:pt x="238" y="500"/>
                </a:cubicBezTo>
                <a:cubicBezTo>
                  <a:pt x="215" y="524"/>
                  <a:pt x="191" y="560"/>
                  <a:pt x="179" y="595"/>
                </a:cubicBezTo>
                <a:cubicBezTo>
                  <a:pt x="155" y="631"/>
                  <a:pt x="143" y="655"/>
                  <a:pt x="119" y="691"/>
                </a:cubicBezTo>
                <a:cubicBezTo>
                  <a:pt x="107" y="726"/>
                  <a:pt x="96" y="750"/>
                  <a:pt x="84" y="786"/>
                </a:cubicBezTo>
                <a:cubicBezTo>
                  <a:pt x="72" y="833"/>
                  <a:pt x="48" y="869"/>
                  <a:pt x="36" y="917"/>
                </a:cubicBezTo>
                <a:cubicBezTo>
                  <a:pt x="36" y="941"/>
                  <a:pt x="24" y="964"/>
                  <a:pt x="24" y="1000"/>
                </a:cubicBezTo>
                <a:cubicBezTo>
                  <a:pt x="0" y="1072"/>
                  <a:pt x="0" y="1143"/>
                  <a:pt x="0" y="1226"/>
                </a:cubicBezTo>
                <a:lnTo>
                  <a:pt x="0" y="14954"/>
                </a:lnTo>
                <a:cubicBezTo>
                  <a:pt x="0" y="15633"/>
                  <a:pt x="548" y="16181"/>
                  <a:pt x="1227" y="16181"/>
                </a:cubicBezTo>
                <a:cubicBezTo>
                  <a:pt x="1310" y="16181"/>
                  <a:pt x="1393" y="16169"/>
                  <a:pt x="1477" y="16157"/>
                </a:cubicBezTo>
                <a:lnTo>
                  <a:pt x="1512" y="16145"/>
                </a:lnTo>
                <a:cubicBezTo>
                  <a:pt x="1584" y="16121"/>
                  <a:pt x="1643" y="16097"/>
                  <a:pt x="1715" y="16073"/>
                </a:cubicBezTo>
                <a:lnTo>
                  <a:pt x="1727" y="16073"/>
                </a:lnTo>
                <a:cubicBezTo>
                  <a:pt x="1882" y="16002"/>
                  <a:pt x="2012" y="15907"/>
                  <a:pt x="2120" y="15788"/>
                </a:cubicBezTo>
                <a:cubicBezTo>
                  <a:pt x="2322" y="15561"/>
                  <a:pt x="2441" y="15276"/>
                  <a:pt x="2441" y="14966"/>
                </a:cubicBezTo>
                <a:lnTo>
                  <a:pt x="2441" y="1226"/>
                </a:lnTo>
                <a:cubicBezTo>
                  <a:pt x="2441" y="548"/>
                  <a:pt x="1893" y="0"/>
                  <a:pt x="1227" y="0"/>
                </a:cubicBezTo>
                <a:close/>
              </a:path>
            </a:pathLst>
          </a:custGeom>
          <a:solidFill>
            <a:srgbClr val="272425">
              <a:alpha val="200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1" name="Google Shape;2481;p23"/>
          <p:cNvSpPr/>
          <p:nvPr/>
        </p:nvSpPr>
        <p:spPr>
          <a:xfrm>
            <a:off x="4977378" y="-148189"/>
            <a:ext cx="78694" cy="529240"/>
          </a:xfrm>
          <a:custGeom>
            <a:avLst/>
            <a:gdLst/>
            <a:ahLst/>
            <a:cxnLst/>
            <a:rect l="l" t="t" r="r" b="b"/>
            <a:pathLst>
              <a:path w="2406" h="16181" extrusionOk="0">
                <a:moveTo>
                  <a:pt x="1132" y="0"/>
                </a:moveTo>
                <a:cubicBezTo>
                  <a:pt x="1036" y="0"/>
                  <a:pt x="953" y="24"/>
                  <a:pt x="870" y="48"/>
                </a:cubicBezTo>
                <a:cubicBezTo>
                  <a:pt x="822" y="60"/>
                  <a:pt x="774" y="71"/>
                  <a:pt x="739" y="83"/>
                </a:cubicBezTo>
                <a:cubicBezTo>
                  <a:pt x="703" y="107"/>
                  <a:pt x="667" y="119"/>
                  <a:pt x="631" y="131"/>
                </a:cubicBezTo>
                <a:cubicBezTo>
                  <a:pt x="608" y="155"/>
                  <a:pt x="584" y="167"/>
                  <a:pt x="560" y="179"/>
                </a:cubicBezTo>
                <a:cubicBezTo>
                  <a:pt x="536" y="202"/>
                  <a:pt x="512" y="214"/>
                  <a:pt x="489" y="226"/>
                </a:cubicBezTo>
                <a:cubicBezTo>
                  <a:pt x="465" y="238"/>
                  <a:pt x="441" y="262"/>
                  <a:pt x="429" y="274"/>
                </a:cubicBezTo>
                <a:lnTo>
                  <a:pt x="370" y="322"/>
                </a:lnTo>
                <a:lnTo>
                  <a:pt x="322" y="369"/>
                </a:lnTo>
                <a:cubicBezTo>
                  <a:pt x="310" y="381"/>
                  <a:pt x="298" y="393"/>
                  <a:pt x="286" y="417"/>
                </a:cubicBezTo>
                <a:lnTo>
                  <a:pt x="239" y="464"/>
                </a:lnTo>
                <a:lnTo>
                  <a:pt x="203" y="512"/>
                </a:lnTo>
                <a:lnTo>
                  <a:pt x="179" y="560"/>
                </a:lnTo>
                <a:cubicBezTo>
                  <a:pt x="167" y="572"/>
                  <a:pt x="155" y="583"/>
                  <a:pt x="143" y="607"/>
                </a:cubicBezTo>
                <a:cubicBezTo>
                  <a:pt x="131" y="619"/>
                  <a:pt x="131" y="631"/>
                  <a:pt x="119" y="655"/>
                </a:cubicBezTo>
                <a:cubicBezTo>
                  <a:pt x="108" y="667"/>
                  <a:pt x="108" y="679"/>
                  <a:pt x="96" y="703"/>
                </a:cubicBezTo>
                <a:lnTo>
                  <a:pt x="72" y="750"/>
                </a:lnTo>
                <a:cubicBezTo>
                  <a:pt x="72" y="762"/>
                  <a:pt x="60" y="774"/>
                  <a:pt x="60" y="786"/>
                </a:cubicBezTo>
                <a:lnTo>
                  <a:pt x="36" y="833"/>
                </a:lnTo>
                <a:lnTo>
                  <a:pt x="24" y="881"/>
                </a:lnTo>
                <a:cubicBezTo>
                  <a:pt x="24" y="905"/>
                  <a:pt x="12" y="917"/>
                  <a:pt x="12" y="929"/>
                </a:cubicBezTo>
                <a:cubicBezTo>
                  <a:pt x="12" y="953"/>
                  <a:pt x="0" y="964"/>
                  <a:pt x="0" y="976"/>
                </a:cubicBezTo>
                <a:lnTo>
                  <a:pt x="0" y="1024"/>
                </a:lnTo>
                <a:lnTo>
                  <a:pt x="0" y="1072"/>
                </a:lnTo>
                <a:lnTo>
                  <a:pt x="0" y="1119"/>
                </a:lnTo>
                <a:lnTo>
                  <a:pt x="0" y="1167"/>
                </a:lnTo>
                <a:lnTo>
                  <a:pt x="0" y="1214"/>
                </a:lnTo>
                <a:lnTo>
                  <a:pt x="0" y="14954"/>
                </a:lnTo>
                <a:lnTo>
                  <a:pt x="0" y="14990"/>
                </a:lnTo>
                <a:lnTo>
                  <a:pt x="0" y="15050"/>
                </a:lnTo>
                <a:lnTo>
                  <a:pt x="0" y="15097"/>
                </a:lnTo>
                <a:lnTo>
                  <a:pt x="0" y="15145"/>
                </a:lnTo>
                <a:lnTo>
                  <a:pt x="0" y="15192"/>
                </a:lnTo>
                <a:cubicBezTo>
                  <a:pt x="0" y="15204"/>
                  <a:pt x="12" y="15216"/>
                  <a:pt x="12" y="15240"/>
                </a:cubicBezTo>
                <a:cubicBezTo>
                  <a:pt x="24" y="15252"/>
                  <a:pt x="12" y="15276"/>
                  <a:pt x="24" y="15288"/>
                </a:cubicBezTo>
                <a:cubicBezTo>
                  <a:pt x="36" y="15300"/>
                  <a:pt x="36" y="15323"/>
                  <a:pt x="36" y="15335"/>
                </a:cubicBezTo>
                <a:cubicBezTo>
                  <a:pt x="48" y="15347"/>
                  <a:pt x="48" y="15371"/>
                  <a:pt x="60" y="15383"/>
                </a:cubicBezTo>
                <a:cubicBezTo>
                  <a:pt x="60" y="15407"/>
                  <a:pt x="72" y="15419"/>
                  <a:pt x="72" y="15431"/>
                </a:cubicBezTo>
                <a:cubicBezTo>
                  <a:pt x="84" y="15454"/>
                  <a:pt x="96" y="15466"/>
                  <a:pt x="96" y="15478"/>
                </a:cubicBezTo>
                <a:cubicBezTo>
                  <a:pt x="108" y="15502"/>
                  <a:pt x="119" y="15514"/>
                  <a:pt x="119" y="15526"/>
                </a:cubicBezTo>
                <a:cubicBezTo>
                  <a:pt x="131" y="15550"/>
                  <a:pt x="143" y="15561"/>
                  <a:pt x="155" y="15585"/>
                </a:cubicBezTo>
                <a:cubicBezTo>
                  <a:pt x="167" y="15597"/>
                  <a:pt x="167" y="15609"/>
                  <a:pt x="179" y="15633"/>
                </a:cubicBezTo>
                <a:cubicBezTo>
                  <a:pt x="191" y="15645"/>
                  <a:pt x="203" y="15669"/>
                  <a:pt x="215" y="15681"/>
                </a:cubicBezTo>
                <a:lnTo>
                  <a:pt x="250" y="15728"/>
                </a:lnTo>
                <a:lnTo>
                  <a:pt x="298" y="15776"/>
                </a:lnTo>
                <a:lnTo>
                  <a:pt x="346" y="15823"/>
                </a:lnTo>
                <a:lnTo>
                  <a:pt x="393" y="15871"/>
                </a:lnTo>
                <a:cubicBezTo>
                  <a:pt x="417" y="15895"/>
                  <a:pt x="441" y="15907"/>
                  <a:pt x="453" y="15931"/>
                </a:cubicBezTo>
                <a:lnTo>
                  <a:pt x="524" y="15978"/>
                </a:lnTo>
                <a:cubicBezTo>
                  <a:pt x="584" y="16014"/>
                  <a:pt x="643" y="16050"/>
                  <a:pt x="715" y="16073"/>
                </a:cubicBezTo>
                <a:cubicBezTo>
                  <a:pt x="751" y="16097"/>
                  <a:pt x="798" y="16109"/>
                  <a:pt x="846" y="16121"/>
                </a:cubicBezTo>
                <a:cubicBezTo>
                  <a:pt x="953" y="16157"/>
                  <a:pt x="1072" y="16181"/>
                  <a:pt x="1191" y="16181"/>
                </a:cubicBezTo>
                <a:lnTo>
                  <a:pt x="1203" y="16181"/>
                </a:lnTo>
                <a:cubicBezTo>
                  <a:pt x="1310" y="16181"/>
                  <a:pt x="1417" y="16169"/>
                  <a:pt x="1524" y="16133"/>
                </a:cubicBezTo>
                <a:cubicBezTo>
                  <a:pt x="1572" y="16121"/>
                  <a:pt x="1620" y="16109"/>
                  <a:pt x="1667" y="16085"/>
                </a:cubicBezTo>
                <a:cubicBezTo>
                  <a:pt x="1703" y="16073"/>
                  <a:pt x="1739" y="16062"/>
                  <a:pt x="1763" y="16038"/>
                </a:cubicBezTo>
                <a:lnTo>
                  <a:pt x="1846" y="15990"/>
                </a:lnTo>
                <a:lnTo>
                  <a:pt x="1917" y="15942"/>
                </a:lnTo>
                <a:cubicBezTo>
                  <a:pt x="1941" y="15931"/>
                  <a:pt x="1965" y="15919"/>
                  <a:pt x="1989" y="15907"/>
                </a:cubicBezTo>
                <a:lnTo>
                  <a:pt x="2036" y="15859"/>
                </a:lnTo>
                <a:lnTo>
                  <a:pt x="2084" y="15812"/>
                </a:lnTo>
                <a:lnTo>
                  <a:pt x="2132" y="15752"/>
                </a:lnTo>
                <a:cubicBezTo>
                  <a:pt x="2144" y="15740"/>
                  <a:pt x="2155" y="15728"/>
                  <a:pt x="2167" y="15704"/>
                </a:cubicBezTo>
                <a:cubicBezTo>
                  <a:pt x="2179" y="15692"/>
                  <a:pt x="2191" y="15681"/>
                  <a:pt x="2203" y="15657"/>
                </a:cubicBezTo>
                <a:lnTo>
                  <a:pt x="2239" y="15609"/>
                </a:lnTo>
                <a:lnTo>
                  <a:pt x="2263" y="15561"/>
                </a:lnTo>
                <a:cubicBezTo>
                  <a:pt x="2275" y="15550"/>
                  <a:pt x="2286" y="15538"/>
                  <a:pt x="2286" y="15514"/>
                </a:cubicBezTo>
                <a:cubicBezTo>
                  <a:pt x="2298" y="15502"/>
                  <a:pt x="2310" y="15478"/>
                  <a:pt x="2310" y="15466"/>
                </a:cubicBezTo>
                <a:cubicBezTo>
                  <a:pt x="2310" y="15454"/>
                  <a:pt x="2334" y="15431"/>
                  <a:pt x="2334" y="15419"/>
                </a:cubicBezTo>
                <a:cubicBezTo>
                  <a:pt x="2346" y="15407"/>
                  <a:pt x="2346" y="15383"/>
                  <a:pt x="2358" y="15371"/>
                </a:cubicBezTo>
                <a:cubicBezTo>
                  <a:pt x="2358" y="15359"/>
                  <a:pt x="2370" y="15335"/>
                  <a:pt x="2370" y="15323"/>
                </a:cubicBezTo>
                <a:lnTo>
                  <a:pt x="2382" y="15276"/>
                </a:lnTo>
                <a:cubicBezTo>
                  <a:pt x="2382" y="15264"/>
                  <a:pt x="2394" y="15240"/>
                  <a:pt x="2394" y="15228"/>
                </a:cubicBezTo>
                <a:lnTo>
                  <a:pt x="2405" y="15180"/>
                </a:lnTo>
                <a:cubicBezTo>
                  <a:pt x="2405" y="15157"/>
                  <a:pt x="2405" y="15145"/>
                  <a:pt x="2405" y="15133"/>
                </a:cubicBezTo>
                <a:lnTo>
                  <a:pt x="2405" y="15085"/>
                </a:lnTo>
                <a:lnTo>
                  <a:pt x="2405" y="15026"/>
                </a:lnTo>
                <a:lnTo>
                  <a:pt x="2405" y="14978"/>
                </a:lnTo>
                <a:lnTo>
                  <a:pt x="2405" y="14954"/>
                </a:lnTo>
                <a:lnTo>
                  <a:pt x="2405" y="1214"/>
                </a:lnTo>
                <a:lnTo>
                  <a:pt x="2405" y="1167"/>
                </a:lnTo>
                <a:lnTo>
                  <a:pt x="2405" y="1119"/>
                </a:lnTo>
                <a:lnTo>
                  <a:pt x="2405" y="1072"/>
                </a:lnTo>
                <a:cubicBezTo>
                  <a:pt x="2405" y="1060"/>
                  <a:pt x="2405" y="1036"/>
                  <a:pt x="2405" y="1024"/>
                </a:cubicBezTo>
                <a:lnTo>
                  <a:pt x="2405" y="976"/>
                </a:lnTo>
                <a:cubicBezTo>
                  <a:pt x="2405" y="964"/>
                  <a:pt x="2394" y="941"/>
                  <a:pt x="2394" y="929"/>
                </a:cubicBezTo>
                <a:cubicBezTo>
                  <a:pt x="2382" y="917"/>
                  <a:pt x="2382" y="893"/>
                  <a:pt x="2370" y="881"/>
                </a:cubicBezTo>
                <a:cubicBezTo>
                  <a:pt x="2370" y="869"/>
                  <a:pt x="2370" y="845"/>
                  <a:pt x="2358" y="833"/>
                </a:cubicBezTo>
                <a:lnTo>
                  <a:pt x="2346" y="786"/>
                </a:lnTo>
                <a:lnTo>
                  <a:pt x="2322" y="738"/>
                </a:lnTo>
                <a:cubicBezTo>
                  <a:pt x="2322" y="714"/>
                  <a:pt x="2310" y="703"/>
                  <a:pt x="2298" y="691"/>
                </a:cubicBezTo>
                <a:lnTo>
                  <a:pt x="2275" y="643"/>
                </a:lnTo>
                <a:lnTo>
                  <a:pt x="2251" y="595"/>
                </a:lnTo>
                <a:lnTo>
                  <a:pt x="2215" y="548"/>
                </a:lnTo>
                <a:cubicBezTo>
                  <a:pt x="2203" y="524"/>
                  <a:pt x="2191" y="512"/>
                  <a:pt x="2179" y="500"/>
                </a:cubicBezTo>
                <a:cubicBezTo>
                  <a:pt x="2167" y="476"/>
                  <a:pt x="2155" y="464"/>
                  <a:pt x="2144" y="452"/>
                </a:cubicBezTo>
                <a:lnTo>
                  <a:pt x="2108" y="393"/>
                </a:lnTo>
                <a:lnTo>
                  <a:pt x="2060" y="345"/>
                </a:lnTo>
                <a:lnTo>
                  <a:pt x="2001" y="298"/>
                </a:lnTo>
                <a:cubicBezTo>
                  <a:pt x="1989" y="286"/>
                  <a:pt x="1965" y="274"/>
                  <a:pt x="1941" y="250"/>
                </a:cubicBezTo>
                <a:lnTo>
                  <a:pt x="1882" y="202"/>
                </a:lnTo>
                <a:lnTo>
                  <a:pt x="1798" y="155"/>
                </a:lnTo>
                <a:cubicBezTo>
                  <a:pt x="1763" y="143"/>
                  <a:pt x="1739" y="119"/>
                  <a:pt x="1703" y="107"/>
                </a:cubicBezTo>
                <a:cubicBezTo>
                  <a:pt x="1655" y="95"/>
                  <a:pt x="1620" y="71"/>
                  <a:pt x="1572" y="60"/>
                </a:cubicBezTo>
                <a:cubicBezTo>
                  <a:pt x="1489" y="36"/>
                  <a:pt x="1417" y="12"/>
                  <a:pt x="1334" y="12"/>
                </a:cubicBezTo>
                <a:cubicBezTo>
                  <a:pt x="1286" y="0"/>
                  <a:pt x="1251" y="0"/>
                  <a:pt x="12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2" name="Google Shape;2482;p23"/>
          <p:cNvSpPr/>
          <p:nvPr/>
        </p:nvSpPr>
        <p:spPr>
          <a:xfrm>
            <a:off x="6566206" y="-169612"/>
            <a:ext cx="142572" cy="125041"/>
          </a:xfrm>
          <a:custGeom>
            <a:avLst/>
            <a:gdLst/>
            <a:ahLst/>
            <a:cxnLst/>
            <a:rect l="l" t="t" r="r" b="b"/>
            <a:pathLst>
              <a:path w="4359" h="3823" extrusionOk="0">
                <a:moveTo>
                  <a:pt x="1132" y="0"/>
                </a:moveTo>
                <a:cubicBezTo>
                  <a:pt x="501" y="0"/>
                  <a:pt x="1" y="512"/>
                  <a:pt x="1" y="1131"/>
                </a:cubicBezTo>
                <a:lnTo>
                  <a:pt x="1" y="2679"/>
                </a:lnTo>
                <a:cubicBezTo>
                  <a:pt x="1" y="3310"/>
                  <a:pt x="501" y="3810"/>
                  <a:pt x="1132" y="3822"/>
                </a:cubicBezTo>
                <a:lnTo>
                  <a:pt x="3216" y="3822"/>
                </a:lnTo>
                <a:cubicBezTo>
                  <a:pt x="3847" y="3810"/>
                  <a:pt x="4359" y="3310"/>
                  <a:pt x="4359" y="2679"/>
                </a:cubicBezTo>
                <a:lnTo>
                  <a:pt x="4359" y="1131"/>
                </a:lnTo>
                <a:cubicBezTo>
                  <a:pt x="4359" y="512"/>
                  <a:pt x="3847" y="0"/>
                  <a:pt x="3216" y="0"/>
                </a:cubicBezTo>
                <a:close/>
              </a:path>
            </a:pathLst>
          </a:custGeom>
          <a:solidFill>
            <a:srgbClr val="821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3" name="Google Shape;2483;p23"/>
          <p:cNvSpPr/>
          <p:nvPr/>
        </p:nvSpPr>
        <p:spPr>
          <a:xfrm>
            <a:off x="6566206" y="277825"/>
            <a:ext cx="142572" cy="124648"/>
          </a:xfrm>
          <a:custGeom>
            <a:avLst/>
            <a:gdLst/>
            <a:ahLst/>
            <a:cxnLst/>
            <a:rect l="l" t="t" r="r" b="b"/>
            <a:pathLst>
              <a:path w="4359" h="3811" extrusionOk="0">
                <a:moveTo>
                  <a:pt x="1132" y="0"/>
                </a:moveTo>
                <a:cubicBezTo>
                  <a:pt x="501" y="0"/>
                  <a:pt x="1" y="512"/>
                  <a:pt x="1" y="1132"/>
                </a:cubicBezTo>
                <a:lnTo>
                  <a:pt x="1" y="2679"/>
                </a:lnTo>
                <a:cubicBezTo>
                  <a:pt x="1" y="3310"/>
                  <a:pt x="501" y="3810"/>
                  <a:pt x="1132" y="3810"/>
                </a:cubicBezTo>
                <a:lnTo>
                  <a:pt x="3216" y="3810"/>
                </a:lnTo>
                <a:cubicBezTo>
                  <a:pt x="3847" y="3810"/>
                  <a:pt x="4359" y="3310"/>
                  <a:pt x="4359" y="2679"/>
                </a:cubicBezTo>
                <a:lnTo>
                  <a:pt x="4359" y="1132"/>
                </a:lnTo>
                <a:cubicBezTo>
                  <a:pt x="4359" y="512"/>
                  <a:pt x="3847" y="0"/>
                  <a:pt x="3216" y="0"/>
                </a:cubicBezTo>
                <a:close/>
              </a:path>
            </a:pathLst>
          </a:custGeom>
          <a:solidFill>
            <a:srgbClr val="821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4" name="Google Shape;2484;p23"/>
          <p:cNvSpPr/>
          <p:nvPr/>
        </p:nvSpPr>
        <p:spPr>
          <a:xfrm>
            <a:off x="6588806" y="-148189"/>
            <a:ext cx="80264" cy="529240"/>
          </a:xfrm>
          <a:custGeom>
            <a:avLst/>
            <a:gdLst/>
            <a:ahLst/>
            <a:cxnLst/>
            <a:rect l="l" t="t" r="r" b="b"/>
            <a:pathLst>
              <a:path w="2454" h="16181" extrusionOk="0">
                <a:moveTo>
                  <a:pt x="1227" y="0"/>
                </a:moveTo>
                <a:cubicBezTo>
                  <a:pt x="929" y="0"/>
                  <a:pt x="643" y="119"/>
                  <a:pt x="417" y="310"/>
                </a:cubicBezTo>
                <a:lnTo>
                  <a:pt x="393" y="333"/>
                </a:lnTo>
                <a:cubicBezTo>
                  <a:pt x="370" y="369"/>
                  <a:pt x="334" y="393"/>
                  <a:pt x="298" y="429"/>
                </a:cubicBezTo>
                <a:cubicBezTo>
                  <a:pt x="286" y="452"/>
                  <a:pt x="262" y="476"/>
                  <a:pt x="251" y="500"/>
                </a:cubicBezTo>
                <a:cubicBezTo>
                  <a:pt x="227" y="524"/>
                  <a:pt x="203" y="560"/>
                  <a:pt x="179" y="595"/>
                </a:cubicBezTo>
                <a:cubicBezTo>
                  <a:pt x="167" y="631"/>
                  <a:pt x="143" y="655"/>
                  <a:pt x="131" y="691"/>
                </a:cubicBezTo>
                <a:cubicBezTo>
                  <a:pt x="120" y="726"/>
                  <a:pt x="108" y="750"/>
                  <a:pt x="96" y="786"/>
                </a:cubicBezTo>
                <a:cubicBezTo>
                  <a:pt x="72" y="833"/>
                  <a:pt x="60" y="869"/>
                  <a:pt x="48" y="917"/>
                </a:cubicBezTo>
                <a:cubicBezTo>
                  <a:pt x="36" y="941"/>
                  <a:pt x="36" y="964"/>
                  <a:pt x="24" y="1000"/>
                </a:cubicBezTo>
                <a:cubicBezTo>
                  <a:pt x="12" y="1072"/>
                  <a:pt x="0" y="1143"/>
                  <a:pt x="0" y="1226"/>
                </a:cubicBezTo>
                <a:lnTo>
                  <a:pt x="0" y="14954"/>
                </a:lnTo>
                <a:cubicBezTo>
                  <a:pt x="0" y="15633"/>
                  <a:pt x="548" y="16181"/>
                  <a:pt x="1227" y="16181"/>
                </a:cubicBezTo>
                <a:cubicBezTo>
                  <a:pt x="1322" y="16181"/>
                  <a:pt x="1405" y="16169"/>
                  <a:pt x="1489" y="16157"/>
                </a:cubicBezTo>
                <a:lnTo>
                  <a:pt x="1524" y="16145"/>
                </a:lnTo>
                <a:cubicBezTo>
                  <a:pt x="1596" y="16121"/>
                  <a:pt x="1655" y="16097"/>
                  <a:pt x="1727" y="16073"/>
                </a:cubicBezTo>
                <a:lnTo>
                  <a:pt x="1739" y="16073"/>
                </a:lnTo>
                <a:cubicBezTo>
                  <a:pt x="1882" y="16002"/>
                  <a:pt x="2013" y="15907"/>
                  <a:pt x="2132" y="15788"/>
                </a:cubicBezTo>
                <a:cubicBezTo>
                  <a:pt x="2334" y="15561"/>
                  <a:pt x="2453" y="15276"/>
                  <a:pt x="2453" y="14966"/>
                </a:cubicBezTo>
                <a:lnTo>
                  <a:pt x="2453" y="1226"/>
                </a:lnTo>
                <a:cubicBezTo>
                  <a:pt x="2453" y="548"/>
                  <a:pt x="1905" y="0"/>
                  <a:pt x="1227" y="0"/>
                </a:cubicBezTo>
                <a:close/>
              </a:path>
            </a:pathLst>
          </a:custGeom>
          <a:solidFill>
            <a:srgbClr val="272425">
              <a:alpha val="200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5" name="Google Shape;2485;p23"/>
          <p:cNvSpPr/>
          <p:nvPr/>
        </p:nvSpPr>
        <p:spPr>
          <a:xfrm>
            <a:off x="6600483" y="-148189"/>
            <a:ext cx="79872" cy="529240"/>
          </a:xfrm>
          <a:custGeom>
            <a:avLst/>
            <a:gdLst/>
            <a:ahLst/>
            <a:cxnLst/>
            <a:rect l="l" t="t" r="r" b="b"/>
            <a:pathLst>
              <a:path w="2442" h="16181" extrusionOk="0">
                <a:moveTo>
                  <a:pt x="1144" y="0"/>
                </a:moveTo>
                <a:cubicBezTo>
                  <a:pt x="1060" y="0"/>
                  <a:pt x="965" y="24"/>
                  <a:pt x="882" y="48"/>
                </a:cubicBezTo>
                <a:cubicBezTo>
                  <a:pt x="834" y="60"/>
                  <a:pt x="798" y="71"/>
                  <a:pt x="751" y="83"/>
                </a:cubicBezTo>
                <a:cubicBezTo>
                  <a:pt x="715" y="107"/>
                  <a:pt x="691" y="119"/>
                  <a:pt x="656" y="131"/>
                </a:cubicBezTo>
                <a:cubicBezTo>
                  <a:pt x="620" y="155"/>
                  <a:pt x="596" y="167"/>
                  <a:pt x="572" y="179"/>
                </a:cubicBezTo>
                <a:cubicBezTo>
                  <a:pt x="548" y="202"/>
                  <a:pt x="525" y="214"/>
                  <a:pt x="501" y="226"/>
                </a:cubicBezTo>
                <a:lnTo>
                  <a:pt x="441" y="274"/>
                </a:lnTo>
                <a:lnTo>
                  <a:pt x="394" y="322"/>
                </a:lnTo>
                <a:cubicBezTo>
                  <a:pt x="370" y="333"/>
                  <a:pt x="358" y="357"/>
                  <a:pt x="346" y="369"/>
                </a:cubicBezTo>
                <a:cubicBezTo>
                  <a:pt x="322" y="381"/>
                  <a:pt x="310" y="393"/>
                  <a:pt x="298" y="417"/>
                </a:cubicBezTo>
                <a:cubicBezTo>
                  <a:pt x="286" y="429"/>
                  <a:pt x="275" y="441"/>
                  <a:pt x="263" y="464"/>
                </a:cubicBezTo>
                <a:lnTo>
                  <a:pt x="227" y="512"/>
                </a:lnTo>
                <a:lnTo>
                  <a:pt x="191" y="560"/>
                </a:lnTo>
                <a:lnTo>
                  <a:pt x="167" y="607"/>
                </a:lnTo>
                <a:lnTo>
                  <a:pt x="132" y="655"/>
                </a:lnTo>
                <a:lnTo>
                  <a:pt x="108" y="703"/>
                </a:lnTo>
                <a:cubicBezTo>
                  <a:pt x="108" y="714"/>
                  <a:pt x="96" y="726"/>
                  <a:pt x="96" y="750"/>
                </a:cubicBezTo>
                <a:cubicBezTo>
                  <a:pt x="84" y="762"/>
                  <a:pt x="84" y="774"/>
                  <a:pt x="72" y="786"/>
                </a:cubicBezTo>
                <a:lnTo>
                  <a:pt x="60" y="833"/>
                </a:lnTo>
                <a:lnTo>
                  <a:pt x="48" y="881"/>
                </a:lnTo>
                <a:cubicBezTo>
                  <a:pt x="48" y="905"/>
                  <a:pt x="36" y="917"/>
                  <a:pt x="36" y="929"/>
                </a:cubicBezTo>
                <a:cubicBezTo>
                  <a:pt x="24" y="953"/>
                  <a:pt x="24" y="964"/>
                  <a:pt x="24" y="976"/>
                </a:cubicBezTo>
                <a:lnTo>
                  <a:pt x="24" y="1024"/>
                </a:lnTo>
                <a:cubicBezTo>
                  <a:pt x="24" y="1048"/>
                  <a:pt x="24" y="1060"/>
                  <a:pt x="13" y="1072"/>
                </a:cubicBezTo>
                <a:cubicBezTo>
                  <a:pt x="1" y="1095"/>
                  <a:pt x="13" y="1107"/>
                  <a:pt x="13" y="1119"/>
                </a:cubicBezTo>
                <a:lnTo>
                  <a:pt x="13" y="1167"/>
                </a:lnTo>
                <a:lnTo>
                  <a:pt x="13" y="1214"/>
                </a:lnTo>
                <a:lnTo>
                  <a:pt x="13" y="14954"/>
                </a:lnTo>
                <a:cubicBezTo>
                  <a:pt x="13" y="14966"/>
                  <a:pt x="13" y="14978"/>
                  <a:pt x="13" y="14990"/>
                </a:cubicBezTo>
                <a:lnTo>
                  <a:pt x="13" y="15050"/>
                </a:lnTo>
                <a:cubicBezTo>
                  <a:pt x="13" y="15061"/>
                  <a:pt x="13" y="15073"/>
                  <a:pt x="13" y="15097"/>
                </a:cubicBezTo>
                <a:cubicBezTo>
                  <a:pt x="13" y="15109"/>
                  <a:pt x="13" y="15121"/>
                  <a:pt x="24" y="15145"/>
                </a:cubicBezTo>
                <a:lnTo>
                  <a:pt x="24" y="15192"/>
                </a:lnTo>
                <a:cubicBezTo>
                  <a:pt x="24" y="15204"/>
                  <a:pt x="24" y="15216"/>
                  <a:pt x="24" y="15240"/>
                </a:cubicBezTo>
                <a:cubicBezTo>
                  <a:pt x="36" y="15252"/>
                  <a:pt x="24" y="15276"/>
                  <a:pt x="36" y="15288"/>
                </a:cubicBezTo>
                <a:cubicBezTo>
                  <a:pt x="48" y="15300"/>
                  <a:pt x="48" y="15323"/>
                  <a:pt x="60" y="15335"/>
                </a:cubicBezTo>
                <a:lnTo>
                  <a:pt x="72" y="15383"/>
                </a:lnTo>
                <a:lnTo>
                  <a:pt x="96" y="15431"/>
                </a:lnTo>
                <a:cubicBezTo>
                  <a:pt x="96" y="15454"/>
                  <a:pt x="108" y="15466"/>
                  <a:pt x="120" y="15478"/>
                </a:cubicBezTo>
                <a:cubicBezTo>
                  <a:pt x="120" y="15502"/>
                  <a:pt x="132" y="15514"/>
                  <a:pt x="144" y="15526"/>
                </a:cubicBezTo>
                <a:cubicBezTo>
                  <a:pt x="144" y="15550"/>
                  <a:pt x="155" y="15561"/>
                  <a:pt x="167" y="15585"/>
                </a:cubicBezTo>
                <a:cubicBezTo>
                  <a:pt x="179" y="15597"/>
                  <a:pt x="191" y="15609"/>
                  <a:pt x="203" y="15633"/>
                </a:cubicBezTo>
                <a:cubicBezTo>
                  <a:pt x="203" y="15645"/>
                  <a:pt x="227" y="15657"/>
                  <a:pt x="239" y="15681"/>
                </a:cubicBezTo>
                <a:cubicBezTo>
                  <a:pt x="239" y="15692"/>
                  <a:pt x="263" y="15716"/>
                  <a:pt x="275" y="15728"/>
                </a:cubicBezTo>
                <a:cubicBezTo>
                  <a:pt x="286" y="15740"/>
                  <a:pt x="298" y="15764"/>
                  <a:pt x="310" y="15776"/>
                </a:cubicBezTo>
                <a:lnTo>
                  <a:pt x="358" y="15823"/>
                </a:lnTo>
                <a:lnTo>
                  <a:pt x="417" y="15871"/>
                </a:lnTo>
                <a:cubicBezTo>
                  <a:pt x="429" y="15895"/>
                  <a:pt x="453" y="15907"/>
                  <a:pt x="477" y="15931"/>
                </a:cubicBezTo>
                <a:lnTo>
                  <a:pt x="536" y="15978"/>
                </a:lnTo>
                <a:cubicBezTo>
                  <a:pt x="572" y="15990"/>
                  <a:pt x="596" y="16014"/>
                  <a:pt x="620" y="16026"/>
                </a:cubicBezTo>
                <a:cubicBezTo>
                  <a:pt x="656" y="16050"/>
                  <a:pt x="691" y="16062"/>
                  <a:pt x="727" y="16073"/>
                </a:cubicBezTo>
                <a:cubicBezTo>
                  <a:pt x="763" y="16097"/>
                  <a:pt x="810" y="16109"/>
                  <a:pt x="858" y="16121"/>
                </a:cubicBezTo>
                <a:cubicBezTo>
                  <a:pt x="977" y="16157"/>
                  <a:pt x="1096" y="16181"/>
                  <a:pt x="1215" y="16181"/>
                </a:cubicBezTo>
                <a:lnTo>
                  <a:pt x="1227" y="16181"/>
                </a:lnTo>
                <a:cubicBezTo>
                  <a:pt x="1334" y="16181"/>
                  <a:pt x="1441" y="16169"/>
                  <a:pt x="1537" y="16133"/>
                </a:cubicBezTo>
                <a:cubicBezTo>
                  <a:pt x="1584" y="16121"/>
                  <a:pt x="1632" y="16109"/>
                  <a:pt x="1679" y="16085"/>
                </a:cubicBezTo>
                <a:lnTo>
                  <a:pt x="1787" y="16038"/>
                </a:lnTo>
                <a:cubicBezTo>
                  <a:pt x="1810" y="16026"/>
                  <a:pt x="1834" y="16014"/>
                  <a:pt x="1870" y="15990"/>
                </a:cubicBezTo>
                <a:lnTo>
                  <a:pt x="1941" y="15942"/>
                </a:lnTo>
                <a:cubicBezTo>
                  <a:pt x="1953" y="15931"/>
                  <a:pt x="1977" y="15919"/>
                  <a:pt x="2001" y="15907"/>
                </a:cubicBezTo>
                <a:cubicBezTo>
                  <a:pt x="2013" y="15883"/>
                  <a:pt x="2037" y="15871"/>
                  <a:pt x="2049" y="15859"/>
                </a:cubicBezTo>
                <a:lnTo>
                  <a:pt x="2096" y="15812"/>
                </a:lnTo>
                <a:lnTo>
                  <a:pt x="2144" y="15752"/>
                </a:lnTo>
                <a:lnTo>
                  <a:pt x="2180" y="15704"/>
                </a:lnTo>
                <a:lnTo>
                  <a:pt x="2215" y="15657"/>
                </a:lnTo>
                <a:lnTo>
                  <a:pt x="2251" y="15609"/>
                </a:lnTo>
                <a:cubicBezTo>
                  <a:pt x="2263" y="15597"/>
                  <a:pt x="2275" y="15585"/>
                  <a:pt x="2287" y="15561"/>
                </a:cubicBezTo>
                <a:cubicBezTo>
                  <a:pt x="2287" y="15550"/>
                  <a:pt x="2299" y="15538"/>
                  <a:pt x="2310" y="15514"/>
                </a:cubicBezTo>
                <a:cubicBezTo>
                  <a:pt x="2310" y="15502"/>
                  <a:pt x="2322" y="15478"/>
                  <a:pt x="2334" y="15466"/>
                </a:cubicBezTo>
                <a:lnTo>
                  <a:pt x="2358" y="15419"/>
                </a:lnTo>
                <a:cubicBezTo>
                  <a:pt x="2358" y="15407"/>
                  <a:pt x="2358" y="15383"/>
                  <a:pt x="2370" y="15371"/>
                </a:cubicBezTo>
                <a:cubicBezTo>
                  <a:pt x="2370" y="15359"/>
                  <a:pt x="2382" y="15335"/>
                  <a:pt x="2382" y="15323"/>
                </a:cubicBezTo>
                <a:cubicBezTo>
                  <a:pt x="2394" y="15311"/>
                  <a:pt x="2394" y="15288"/>
                  <a:pt x="2406" y="15276"/>
                </a:cubicBezTo>
                <a:cubicBezTo>
                  <a:pt x="2406" y="15264"/>
                  <a:pt x="2406" y="15240"/>
                  <a:pt x="2406" y="15228"/>
                </a:cubicBezTo>
                <a:cubicBezTo>
                  <a:pt x="2418" y="15204"/>
                  <a:pt x="2406" y="15192"/>
                  <a:pt x="2418" y="15180"/>
                </a:cubicBezTo>
                <a:cubicBezTo>
                  <a:pt x="2430" y="15157"/>
                  <a:pt x="2418" y="15145"/>
                  <a:pt x="2430" y="15133"/>
                </a:cubicBezTo>
                <a:cubicBezTo>
                  <a:pt x="2441" y="15109"/>
                  <a:pt x="2430" y="15097"/>
                  <a:pt x="2430" y="15085"/>
                </a:cubicBezTo>
                <a:lnTo>
                  <a:pt x="2430" y="15026"/>
                </a:lnTo>
                <a:lnTo>
                  <a:pt x="2430" y="14978"/>
                </a:lnTo>
                <a:lnTo>
                  <a:pt x="2430" y="1214"/>
                </a:lnTo>
                <a:lnTo>
                  <a:pt x="2430" y="1167"/>
                </a:lnTo>
                <a:lnTo>
                  <a:pt x="2430" y="1119"/>
                </a:lnTo>
                <a:cubicBezTo>
                  <a:pt x="2430" y="1107"/>
                  <a:pt x="2430" y="1084"/>
                  <a:pt x="2430" y="1072"/>
                </a:cubicBezTo>
                <a:cubicBezTo>
                  <a:pt x="2418" y="1060"/>
                  <a:pt x="2418" y="1036"/>
                  <a:pt x="2418" y="1024"/>
                </a:cubicBezTo>
                <a:cubicBezTo>
                  <a:pt x="2418" y="1012"/>
                  <a:pt x="2418" y="988"/>
                  <a:pt x="2418" y="976"/>
                </a:cubicBezTo>
                <a:cubicBezTo>
                  <a:pt x="2418" y="964"/>
                  <a:pt x="2406" y="941"/>
                  <a:pt x="2406" y="929"/>
                </a:cubicBezTo>
                <a:cubicBezTo>
                  <a:pt x="2406" y="905"/>
                  <a:pt x="2406" y="893"/>
                  <a:pt x="2394" y="881"/>
                </a:cubicBezTo>
                <a:cubicBezTo>
                  <a:pt x="2382" y="869"/>
                  <a:pt x="2382" y="845"/>
                  <a:pt x="2382" y="833"/>
                </a:cubicBezTo>
                <a:cubicBezTo>
                  <a:pt x="2382" y="810"/>
                  <a:pt x="2370" y="798"/>
                  <a:pt x="2358" y="786"/>
                </a:cubicBezTo>
                <a:cubicBezTo>
                  <a:pt x="2358" y="762"/>
                  <a:pt x="2346" y="750"/>
                  <a:pt x="2346" y="738"/>
                </a:cubicBezTo>
                <a:cubicBezTo>
                  <a:pt x="2346" y="714"/>
                  <a:pt x="2322" y="703"/>
                  <a:pt x="2322" y="691"/>
                </a:cubicBezTo>
                <a:lnTo>
                  <a:pt x="2299" y="643"/>
                </a:lnTo>
                <a:cubicBezTo>
                  <a:pt x="2287" y="619"/>
                  <a:pt x="2275" y="607"/>
                  <a:pt x="2263" y="595"/>
                </a:cubicBezTo>
                <a:cubicBezTo>
                  <a:pt x="2251" y="572"/>
                  <a:pt x="2251" y="560"/>
                  <a:pt x="2239" y="548"/>
                </a:cubicBezTo>
                <a:lnTo>
                  <a:pt x="2203" y="500"/>
                </a:lnTo>
                <a:lnTo>
                  <a:pt x="2168" y="452"/>
                </a:lnTo>
                <a:lnTo>
                  <a:pt x="2120" y="393"/>
                </a:lnTo>
                <a:cubicBezTo>
                  <a:pt x="2108" y="381"/>
                  <a:pt x="2096" y="369"/>
                  <a:pt x="2072" y="345"/>
                </a:cubicBezTo>
                <a:lnTo>
                  <a:pt x="2025" y="298"/>
                </a:lnTo>
                <a:cubicBezTo>
                  <a:pt x="2001" y="286"/>
                  <a:pt x="1989" y="274"/>
                  <a:pt x="1965" y="250"/>
                </a:cubicBezTo>
                <a:lnTo>
                  <a:pt x="1894" y="202"/>
                </a:lnTo>
                <a:lnTo>
                  <a:pt x="1822" y="155"/>
                </a:lnTo>
                <a:cubicBezTo>
                  <a:pt x="1787" y="143"/>
                  <a:pt x="1751" y="119"/>
                  <a:pt x="1715" y="107"/>
                </a:cubicBezTo>
                <a:cubicBezTo>
                  <a:pt x="1679" y="95"/>
                  <a:pt x="1632" y="71"/>
                  <a:pt x="1596" y="60"/>
                </a:cubicBezTo>
                <a:cubicBezTo>
                  <a:pt x="1513" y="36"/>
                  <a:pt x="1429" y="12"/>
                  <a:pt x="1346" y="12"/>
                </a:cubicBezTo>
                <a:cubicBezTo>
                  <a:pt x="1310" y="0"/>
                  <a:pt x="1263" y="0"/>
                  <a:pt x="121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6" name="Google Shape;2486;p23"/>
          <p:cNvSpPr/>
          <p:nvPr/>
        </p:nvSpPr>
        <p:spPr>
          <a:xfrm>
            <a:off x="6195500" y="-169612"/>
            <a:ext cx="142932" cy="125041"/>
          </a:xfrm>
          <a:custGeom>
            <a:avLst/>
            <a:gdLst/>
            <a:ahLst/>
            <a:cxnLst/>
            <a:rect l="l" t="t" r="r" b="b"/>
            <a:pathLst>
              <a:path w="4370" h="3823" extrusionOk="0">
                <a:moveTo>
                  <a:pt x="1143" y="0"/>
                </a:moveTo>
                <a:cubicBezTo>
                  <a:pt x="512" y="0"/>
                  <a:pt x="12" y="512"/>
                  <a:pt x="0" y="1131"/>
                </a:cubicBezTo>
                <a:lnTo>
                  <a:pt x="0" y="2679"/>
                </a:lnTo>
                <a:cubicBezTo>
                  <a:pt x="12" y="3310"/>
                  <a:pt x="512" y="3810"/>
                  <a:pt x="1143" y="3822"/>
                </a:cubicBezTo>
                <a:lnTo>
                  <a:pt x="3227" y="3822"/>
                </a:lnTo>
                <a:cubicBezTo>
                  <a:pt x="3858" y="3810"/>
                  <a:pt x="4358" y="3310"/>
                  <a:pt x="4370" y="2679"/>
                </a:cubicBezTo>
                <a:lnTo>
                  <a:pt x="4370" y="1131"/>
                </a:lnTo>
                <a:cubicBezTo>
                  <a:pt x="4358" y="512"/>
                  <a:pt x="3858" y="0"/>
                  <a:pt x="3227" y="0"/>
                </a:cubicBezTo>
                <a:close/>
              </a:path>
            </a:pathLst>
          </a:custGeom>
          <a:solidFill>
            <a:srgbClr val="821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7" name="Google Shape;2487;p23"/>
          <p:cNvSpPr/>
          <p:nvPr/>
        </p:nvSpPr>
        <p:spPr>
          <a:xfrm>
            <a:off x="6195500" y="277825"/>
            <a:ext cx="142932" cy="124648"/>
          </a:xfrm>
          <a:custGeom>
            <a:avLst/>
            <a:gdLst/>
            <a:ahLst/>
            <a:cxnLst/>
            <a:rect l="l" t="t" r="r" b="b"/>
            <a:pathLst>
              <a:path w="4370" h="3811" extrusionOk="0">
                <a:moveTo>
                  <a:pt x="1143" y="0"/>
                </a:moveTo>
                <a:cubicBezTo>
                  <a:pt x="512" y="0"/>
                  <a:pt x="12" y="512"/>
                  <a:pt x="0" y="1132"/>
                </a:cubicBezTo>
                <a:lnTo>
                  <a:pt x="0" y="2679"/>
                </a:lnTo>
                <a:cubicBezTo>
                  <a:pt x="12" y="3310"/>
                  <a:pt x="512" y="3810"/>
                  <a:pt x="1143" y="3810"/>
                </a:cubicBezTo>
                <a:lnTo>
                  <a:pt x="3227" y="3810"/>
                </a:lnTo>
                <a:cubicBezTo>
                  <a:pt x="3858" y="3810"/>
                  <a:pt x="4358" y="3310"/>
                  <a:pt x="4370" y="2679"/>
                </a:cubicBezTo>
                <a:lnTo>
                  <a:pt x="4370" y="1132"/>
                </a:lnTo>
                <a:cubicBezTo>
                  <a:pt x="4358" y="512"/>
                  <a:pt x="3858" y="0"/>
                  <a:pt x="3227" y="0"/>
                </a:cubicBezTo>
                <a:close/>
              </a:path>
            </a:pathLst>
          </a:custGeom>
          <a:solidFill>
            <a:srgbClr val="821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8" name="Google Shape;2488;p23"/>
          <p:cNvSpPr/>
          <p:nvPr/>
        </p:nvSpPr>
        <p:spPr>
          <a:xfrm>
            <a:off x="6218461" y="-148189"/>
            <a:ext cx="80264" cy="529240"/>
          </a:xfrm>
          <a:custGeom>
            <a:avLst/>
            <a:gdLst/>
            <a:ahLst/>
            <a:cxnLst/>
            <a:rect l="l" t="t" r="r" b="b"/>
            <a:pathLst>
              <a:path w="2454" h="16181" extrusionOk="0">
                <a:moveTo>
                  <a:pt x="1227" y="0"/>
                </a:moveTo>
                <a:cubicBezTo>
                  <a:pt x="929" y="0"/>
                  <a:pt x="632" y="119"/>
                  <a:pt x="417" y="310"/>
                </a:cubicBezTo>
                <a:lnTo>
                  <a:pt x="394" y="333"/>
                </a:lnTo>
                <a:cubicBezTo>
                  <a:pt x="358" y="369"/>
                  <a:pt x="334" y="393"/>
                  <a:pt x="298" y="429"/>
                </a:cubicBezTo>
                <a:cubicBezTo>
                  <a:pt x="286" y="452"/>
                  <a:pt x="263" y="476"/>
                  <a:pt x="251" y="500"/>
                </a:cubicBezTo>
                <a:cubicBezTo>
                  <a:pt x="227" y="524"/>
                  <a:pt x="203" y="560"/>
                  <a:pt x="179" y="595"/>
                </a:cubicBezTo>
                <a:cubicBezTo>
                  <a:pt x="167" y="631"/>
                  <a:pt x="144" y="655"/>
                  <a:pt x="132" y="691"/>
                </a:cubicBezTo>
                <a:cubicBezTo>
                  <a:pt x="120" y="726"/>
                  <a:pt x="96" y="750"/>
                  <a:pt x="84" y="786"/>
                </a:cubicBezTo>
                <a:cubicBezTo>
                  <a:pt x="72" y="833"/>
                  <a:pt x="60" y="869"/>
                  <a:pt x="48" y="917"/>
                </a:cubicBezTo>
                <a:cubicBezTo>
                  <a:pt x="48" y="941"/>
                  <a:pt x="36" y="964"/>
                  <a:pt x="24" y="1000"/>
                </a:cubicBezTo>
                <a:cubicBezTo>
                  <a:pt x="13" y="1072"/>
                  <a:pt x="1" y="1143"/>
                  <a:pt x="1" y="1226"/>
                </a:cubicBezTo>
                <a:lnTo>
                  <a:pt x="1" y="14954"/>
                </a:lnTo>
                <a:cubicBezTo>
                  <a:pt x="1" y="15633"/>
                  <a:pt x="548" y="16181"/>
                  <a:pt x="1227" y="16181"/>
                </a:cubicBezTo>
                <a:cubicBezTo>
                  <a:pt x="1310" y="16181"/>
                  <a:pt x="1406" y="16169"/>
                  <a:pt x="1489" y="16157"/>
                </a:cubicBezTo>
                <a:lnTo>
                  <a:pt x="1525" y="16145"/>
                </a:lnTo>
                <a:cubicBezTo>
                  <a:pt x="1596" y="16121"/>
                  <a:pt x="1656" y="16097"/>
                  <a:pt x="1727" y="16073"/>
                </a:cubicBezTo>
                <a:lnTo>
                  <a:pt x="1739" y="16073"/>
                </a:lnTo>
                <a:cubicBezTo>
                  <a:pt x="1882" y="16002"/>
                  <a:pt x="2013" y="15907"/>
                  <a:pt x="2120" y="15788"/>
                </a:cubicBezTo>
                <a:cubicBezTo>
                  <a:pt x="2334" y="15561"/>
                  <a:pt x="2453" y="15276"/>
                  <a:pt x="2453" y="14966"/>
                </a:cubicBezTo>
                <a:lnTo>
                  <a:pt x="2453" y="1226"/>
                </a:lnTo>
                <a:cubicBezTo>
                  <a:pt x="2453" y="548"/>
                  <a:pt x="1906" y="0"/>
                  <a:pt x="1227" y="0"/>
                </a:cubicBezTo>
                <a:close/>
              </a:path>
            </a:pathLst>
          </a:custGeom>
          <a:solidFill>
            <a:srgbClr val="272425">
              <a:alpha val="200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9" name="Google Shape;2489;p23"/>
          <p:cNvSpPr/>
          <p:nvPr/>
        </p:nvSpPr>
        <p:spPr>
          <a:xfrm>
            <a:off x="6230922" y="-148189"/>
            <a:ext cx="78694" cy="529240"/>
          </a:xfrm>
          <a:custGeom>
            <a:avLst/>
            <a:gdLst/>
            <a:ahLst/>
            <a:cxnLst/>
            <a:rect l="l" t="t" r="r" b="b"/>
            <a:pathLst>
              <a:path w="2406" h="16181" extrusionOk="0">
                <a:moveTo>
                  <a:pt x="1120" y="0"/>
                </a:moveTo>
                <a:cubicBezTo>
                  <a:pt x="1036" y="0"/>
                  <a:pt x="941" y="24"/>
                  <a:pt x="858" y="48"/>
                </a:cubicBezTo>
                <a:cubicBezTo>
                  <a:pt x="822" y="60"/>
                  <a:pt x="775" y="71"/>
                  <a:pt x="727" y="83"/>
                </a:cubicBezTo>
                <a:cubicBezTo>
                  <a:pt x="703" y="107"/>
                  <a:pt x="667" y="119"/>
                  <a:pt x="632" y="131"/>
                </a:cubicBezTo>
                <a:cubicBezTo>
                  <a:pt x="596" y="155"/>
                  <a:pt x="584" y="167"/>
                  <a:pt x="548" y="179"/>
                </a:cubicBezTo>
                <a:cubicBezTo>
                  <a:pt x="525" y="202"/>
                  <a:pt x="501" y="214"/>
                  <a:pt x="489" y="226"/>
                </a:cubicBezTo>
                <a:lnTo>
                  <a:pt x="417" y="274"/>
                </a:lnTo>
                <a:lnTo>
                  <a:pt x="370" y="322"/>
                </a:lnTo>
                <a:lnTo>
                  <a:pt x="322" y="369"/>
                </a:lnTo>
                <a:cubicBezTo>
                  <a:pt x="310" y="381"/>
                  <a:pt x="286" y="393"/>
                  <a:pt x="274" y="417"/>
                </a:cubicBezTo>
                <a:lnTo>
                  <a:pt x="239" y="464"/>
                </a:lnTo>
                <a:lnTo>
                  <a:pt x="203" y="512"/>
                </a:lnTo>
                <a:lnTo>
                  <a:pt x="167" y="560"/>
                </a:lnTo>
                <a:cubicBezTo>
                  <a:pt x="155" y="572"/>
                  <a:pt x="155" y="583"/>
                  <a:pt x="144" y="607"/>
                </a:cubicBezTo>
                <a:lnTo>
                  <a:pt x="120" y="655"/>
                </a:lnTo>
                <a:cubicBezTo>
                  <a:pt x="108" y="667"/>
                  <a:pt x="96" y="679"/>
                  <a:pt x="96" y="703"/>
                </a:cubicBezTo>
                <a:cubicBezTo>
                  <a:pt x="84" y="714"/>
                  <a:pt x="72" y="726"/>
                  <a:pt x="72" y="750"/>
                </a:cubicBezTo>
                <a:cubicBezTo>
                  <a:pt x="60" y="762"/>
                  <a:pt x="60" y="774"/>
                  <a:pt x="48" y="786"/>
                </a:cubicBezTo>
                <a:lnTo>
                  <a:pt x="36" y="833"/>
                </a:lnTo>
                <a:lnTo>
                  <a:pt x="24" y="881"/>
                </a:lnTo>
                <a:cubicBezTo>
                  <a:pt x="24" y="905"/>
                  <a:pt x="13" y="917"/>
                  <a:pt x="13" y="929"/>
                </a:cubicBezTo>
                <a:cubicBezTo>
                  <a:pt x="1" y="953"/>
                  <a:pt x="1" y="964"/>
                  <a:pt x="1" y="976"/>
                </a:cubicBezTo>
                <a:lnTo>
                  <a:pt x="1" y="1024"/>
                </a:lnTo>
                <a:lnTo>
                  <a:pt x="1" y="1072"/>
                </a:lnTo>
                <a:lnTo>
                  <a:pt x="1" y="1119"/>
                </a:lnTo>
                <a:lnTo>
                  <a:pt x="1" y="1167"/>
                </a:lnTo>
                <a:lnTo>
                  <a:pt x="1" y="1214"/>
                </a:lnTo>
                <a:lnTo>
                  <a:pt x="1" y="14954"/>
                </a:lnTo>
                <a:lnTo>
                  <a:pt x="1" y="14990"/>
                </a:lnTo>
                <a:lnTo>
                  <a:pt x="1" y="15050"/>
                </a:lnTo>
                <a:lnTo>
                  <a:pt x="1" y="15097"/>
                </a:lnTo>
                <a:lnTo>
                  <a:pt x="1" y="15145"/>
                </a:lnTo>
                <a:lnTo>
                  <a:pt x="1" y="15192"/>
                </a:lnTo>
                <a:cubicBezTo>
                  <a:pt x="1" y="15204"/>
                  <a:pt x="1" y="15216"/>
                  <a:pt x="13" y="15240"/>
                </a:cubicBezTo>
                <a:cubicBezTo>
                  <a:pt x="13" y="15252"/>
                  <a:pt x="13" y="15276"/>
                  <a:pt x="24" y="15288"/>
                </a:cubicBezTo>
                <a:cubicBezTo>
                  <a:pt x="36" y="15300"/>
                  <a:pt x="36" y="15323"/>
                  <a:pt x="36" y="15335"/>
                </a:cubicBezTo>
                <a:cubicBezTo>
                  <a:pt x="36" y="15347"/>
                  <a:pt x="48" y="15371"/>
                  <a:pt x="60" y="15383"/>
                </a:cubicBezTo>
                <a:cubicBezTo>
                  <a:pt x="60" y="15407"/>
                  <a:pt x="60" y="15419"/>
                  <a:pt x="72" y="15431"/>
                </a:cubicBezTo>
                <a:cubicBezTo>
                  <a:pt x="84" y="15454"/>
                  <a:pt x="84" y="15466"/>
                  <a:pt x="96" y="15478"/>
                </a:cubicBezTo>
                <a:cubicBezTo>
                  <a:pt x="108" y="15502"/>
                  <a:pt x="108" y="15514"/>
                  <a:pt x="120" y="15526"/>
                </a:cubicBezTo>
                <a:cubicBezTo>
                  <a:pt x="132" y="15550"/>
                  <a:pt x="144" y="15561"/>
                  <a:pt x="144" y="15585"/>
                </a:cubicBezTo>
                <a:cubicBezTo>
                  <a:pt x="155" y="15597"/>
                  <a:pt x="167" y="15609"/>
                  <a:pt x="179" y="15633"/>
                </a:cubicBezTo>
                <a:cubicBezTo>
                  <a:pt x="191" y="15645"/>
                  <a:pt x="203" y="15669"/>
                  <a:pt x="215" y="15681"/>
                </a:cubicBezTo>
                <a:lnTo>
                  <a:pt x="251" y="15728"/>
                </a:lnTo>
                <a:lnTo>
                  <a:pt x="298" y="15776"/>
                </a:lnTo>
                <a:lnTo>
                  <a:pt x="334" y="15823"/>
                </a:lnTo>
                <a:lnTo>
                  <a:pt x="394" y="15871"/>
                </a:lnTo>
                <a:cubicBezTo>
                  <a:pt x="417" y="15895"/>
                  <a:pt x="429" y="15907"/>
                  <a:pt x="453" y="15931"/>
                </a:cubicBezTo>
                <a:cubicBezTo>
                  <a:pt x="477" y="15942"/>
                  <a:pt x="501" y="15966"/>
                  <a:pt x="525" y="15978"/>
                </a:cubicBezTo>
                <a:cubicBezTo>
                  <a:pt x="584" y="16014"/>
                  <a:pt x="644" y="16050"/>
                  <a:pt x="703" y="16073"/>
                </a:cubicBezTo>
                <a:cubicBezTo>
                  <a:pt x="751" y="16097"/>
                  <a:pt x="798" y="16109"/>
                  <a:pt x="834" y="16121"/>
                </a:cubicBezTo>
                <a:cubicBezTo>
                  <a:pt x="953" y="16157"/>
                  <a:pt x="1072" y="16181"/>
                  <a:pt x="1191" y="16181"/>
                </a:cubicBezTo>
                <a:lnTo>
                  <a:pt x="1203" y="16181"/>
                </a:lnTo>
                <a:cubicBezTo>
                  <a:pt x="1310" y="16181"/>
                  <a:pt x="1417" y="16169"/>
                  <a:pt x="1525" y="16133"/>
                </a:cubicBezTo>
                <a:cubicBezTo>
                  <a:pt x="1572" y="16121"/>
                  <a:pt x="1620" y="16109"/>
                  <a:pt x="1656" y="16085"/>
                </a:cubicBezTo>
                <a:cubicBezTo>
                  <a:pt x="1691" y="16073"/>
                  <a:pt x="1727" y="16062"/>
                  <a:pt x="1763" y="16038"/>
                </a:cubicBezTo>
                <a:lnTo>
                  <a:pt x="1846" y="15990"/>
                </a:lnTo>
                <a:lnTo>
                  <a:pt x="1918" y="15942"/>
                </a:lnTo>
                <a:cubicBezTo>
                  <a:pt x="1941" y="15931"/>
                  <a:pt x="1953" y="15919"/>
                  <a:pt x="1977" y="15907"/>
                </a:cubicBezTo>
                <a:lnTo>
                  <a:pt x="2037" y="15859"/>
                </a:lnTo>
                <a:lnTo>
                  <a:pt x="2084" y="15812"/>
                </a:lnTo>
                <a:lnTo>
                  <a:pt x="2120" y="15752"/>
                </a:lnTo>
                <a:cubicBezTo>
                  <a:pt x="2144" y="15740"/>
                  <a:pt x="2156" y="15728"/>
                  <a:pt x="2168" y="15704"/>
                </a:cubicBezTo>
                <a:cubicBezTo>
                  <a:pt x="2179" y="15692"/>
                  <a:pt x="2191" y="15681"/>
                  <a:pt x="2203" y="15657"/>
                </a:cubicBezTo>
                <a:lnTo>
                  <a:pt x="2227" y="15609"/>
                </a:lnTo>
                <a:lnTo>
                  <a:pt x="2263" y="15561"/>
                </a:lnTo>
                <a:cubicBezTo>
                  <a:pt x="2275" y="15550"/>
                  <a:pt x="2275" y="15538"/>
                  <a:pt x="2287" y="15514"/>
                </a:cubicBezTo>
                <a:cubicBezTo>
                  <a:pt x="2299" y="15502"/>
                  <a:pt x="2299" y="15478"/>
                  <a:pt x="2310" y="15466"/>
                </a:cubicBezTo>
                <a:cubicBezTo>
                  <a:pt x="2310" y="15454"/>
                  <a:pt x="2322" y="15431"/>
                  <a:pt x="2334" y="15419"/>
                </a:cubicBezTo>
                <a:cubicBezTo>
                  <a:pt x="2334" y="15407"/>
                  <a:pt x="2346" y="15383"/>
                  <a:pt x="2346" y="15371"/>
                </a:cubicBezTo>
                <a:cubicBezTo>
                  <a:pt x="2346" y="15359"/>
                  <a:pt x="2358" y="15335"/>
                  <a:pt x="2370" y="15323"/>
                </a:cubicBezTo>
                <a:lnTo>
                  <a:pt x="2382" y="15276"/>
                </a:lnTo>
                <a:cubicBezTo>
                  <a:pt x="2382" y="15264"/>
                  <a:pt x="2394" y="15240"/>
                  <a:pt x="2394" y="15228"/>
                </a:cubicBezTo>
                <a:lnTo>
                  <a:pt x="2406" y="15180"/>
                </a:lnTo>
                <a:cubicBezTo>
                  <a:pt x="2406" y="15157"/>
                  <a:pt x="2406" y="15145"/>
                  <a:pt x="2406" y="15133"/>
                </a:cubicBezTo>
                <a:lnTo>
                  <a:pt x="2406" y="15085"/>
                </a:lnTo>
                <a:lnTo>
                  <a:pt x="2406" y="15026"/>
                </a:lnTo>
                <a:lnTo>
                  <a:pt x="2406" y="14978"/>
                </a:lnTo>
                <a:cubicBezTo>
                  <a:pt x="2406" y="14978"/>
                  <a:pt x="2406" y="14966"/>
                  <a:pt x="2406" y="14954"/>
                </a:cubicBezTo>
                <a:lnTo>
                  <a:pt x="2406" y="1214"/>
                </a:lnTo>
                <a:lnTo>
                  <a:pt x="2394" y="1214"/>
                </a:lnTo>
                <a:lnTo>
                  <a:pt x="2394" y="1167"/>
                </a:lnTo>
                <a:lnTo>
                  <a:pt x="2394" y="1119"/>
                </a:lnTo>
                <a:lnTo>
                  <a:pt x="2394" y="1072"/>
                </a:lnTo>
                <a:cubicBezTo>
                  <a:pt x="2394" y="1060"/>
                  <a:pt x="2394" y="1036"/>
                  <a:pt x="2394" y="1024"/>
                </a:cubicBezTo>
                <a:lnTo>
                  <a:pt x="2394" y="976"/>
                </a:lnTo>
                <a:cubicBezTo>
                  <a:pt x="2394" y="964"/>
                  <a:pt x="2382" y="941"/>
                  <a:pt x="2382" y="929"/>
                </a:cubicBezTo>
                <a:cubicBezTo>
                  <a:pt x="2382" y="917"/>
                  <a:pt x="2382" y="893"/>
                  <a:pt x="2370" y="881"/>
                </a:cubicBezTo>
                <a:cubicBezTo>
                  <a:pt x="2370" y="869"/>
                  <a:pt x="2358" y="845"/>
                  <a:pt x="2358" y="833"/>
                </a:cubicBezTo>
                <a:lnTo>
                  <a:pt x="2334" y="786"/>
                </a:lnTo>
                <a:lnTo>
                  <a:pt x="2322" y="738"/>
                </a:lnTo>
                <a:cubicBezTo>
                  <a:pt x="2322" y="714"/>
                  <a:pt x="2299" y="703"/>
                  <a:pt x="2299" y="691"/>
                </a:cubicBezTo>
                <a:lnTo>
                  <a:pt x="2275" y="643"/>
                </a:lnTo>
                <a:cubicBezTo>
                  <a:pt x="2263" y="619"/>
                  <a:pt x="2251" y="607"/>
                  <a:pt x="2239" y="595"/>
                </a:cubicBezTo>
                <a:lnTo>
                  <a:pt x="2215" y="548"/>
                </a:lnTo>
                <a:cubicBezTo>
                  <a:pt x="2203" y="524"/>
                  <a:pt x="2191" y="512"/>
                  <a:pt x="2179" y="500"/>
                </a:cubicBezTo>
                <a:cubicBezTo>
                  <a:pt x="2168" y="476"/>
                  <a:pt x="2156" y="464"/>
                  <a:pt x="2144" y="452"/>
                </a:cubicBezTo>
                <a:lnTo>
                  <a:pt x="2096" y="393"/>
                </a:lnTo>
                <a:lnTo>
                  <a:pt x="2060" y="345"/>
                </a:lnTo>
                <a:lnTo>
                  <a:pt x="2001" y="298"/>
                </a:lnTo>
                <a:cubicBezTo>
                  <a:pt x="1977" y="286"/>
                  <a:pt x="1965" y="274"/>
                  <a:pt x="1941" y="250"/>
                </a:cubicBezTo>
                <a:lnTo>
                  <a:pt x="1882" y="202"/>
                </a:lnTo>
                <a:lnTo>
                  <a:pt x="1798" y="155"/>
                </a:lnTo>
                <a:cubicBezTo>
                  <a:pt x="1763" y="143"/>
                  <a:pt x="1727" y="119"/>
                  <a:pt x="1703" y="107"/>
                </a:cubicBezTo>
                <a:cubicBezTo>
                  <a:pt x="1656" y="95"/>
                  <a:pt x="1608" y="71"/>
                  <a:pt x="1572" y="60"/>
                </a:cubicBezTo>
                <a:cubicBezTo>
                  <a:pt x="1489" y="36"/>
                  <a:pt x="1406" y="12"/>
                  <a:pt x="1322" y="12"/>
                </a:cubicBezTo>
                <a:cubicBezTo>
                  <a:pt x="1287" y="0"/>
                  <a:pt x="1239" y="0"/>
                  <a:pt x="12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0" name="Google Shape;2490;p23"/>
          <p:cNvSpPr/>
          <p:nvPr/>
        </p:nvSpPr>
        <p:spPr>
          <a:xfrm>
            <a:off x="7819390" y="-169612"/>
            <a:ext cx="142539" cy="125041"/>
          </a:xfrm>
          <a:custGeom>
            <a:avLst/>
            <a:gdLst/>
            <a:ahLst/>
            <a:cxnLst/>
            <a:rect l="l" t="t" r="r" b="b"/>
            <a:pathLst>
              <a:path w="4358" h="3823" extrusionOk="0">
                <a:moveTo>
                  <a:pt x="1143" y="0"/>
                </a:moveTo>
                <a:cubicBezTo>
                  <a:pt x="512" y="0"/>
                  <a:pt x="0" y="512"/>
                  <a:pt x="0" y="1131"/>
                </a:cubicBezTo>
                <a:lnTo>
                  <a:pt x="0" y="2679"/>
                </a:lnTo>
                <a:cubicBezTo>
                  <a:pt x="0" y="3310"/>
                  <a:pt x="512" y="3810"/>
                  <a:pt x="1143" y="3822"/>
                </a:cubicBezTo>
                <a:lnTo>
                  <a:pt x="3227" y="3822"/>
                </a:lnTo>
                <a:cubicBezTo>
                  <a:pt x="3858" y="3810"/>
                  <a:pt x="4358" y="3310"/>
                  <a:pt x="4358" y="2679"/>
                </a:cubicBezTo>
                <a:lnTo>
                  <a:pt x="4358" y="1131"/>
                </a:lnTo>
                <a:cubicBezTo>
                  <a:pt x="4358" y="512"/>
                  <a:pt x="3858" y="0"/>
                  <a:pt x="3227" y="0"/>
                </a:cubicBezTo>
                <a:close/>
              </a:path>
            </a:pathLst>
          </a:custGeom>
          <a:solidFill>
            <a:srgbClr val="821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1" name="Google Shape;2491;p23"/>
          <p:cNvSpPr/>
          <p:nvPr/>
        </p:nvSpPr>
        <p:spPr>
          <a:xfrm>
            <a:off x="7819390" y="277825"/>
            <a:ext cx="142539" cy="124648"/>
          </a:xfrm>
          <a:custGeom>
            <a:avLst/>
            <a:gdLst/>
            <a:ahLst/>
            <a:cxnLst/>
            <a:rect l="l" t="t" r="r" b="b"/>
            <a:pathLst>
              <a:path w="4358" h="3811" extrusionOk="0">
                <a:moveTo>
                  <a:pt x="1143" y="0"/>
                </a:moveTo>
                <a:cubicBezTo>
                  <a:pt x="512" y="0"/>
                  <a:pt x="0" y="512"/>
                  <a:pt x="0" y="1132"/>
                </a:cubicBezTo>
                <a:lnTo>
                  <a:pt x="0" y="2679"/>
                </a:lnTo>
                <a:cubicBezTo>
                  <a:pt x="0" y="3298"/>
                  <a:pt x="512" y="3810"/>
                  <a:pt x="1143" y="3810"/>
                </a:cubicBezTo>
                <a:lnTo>
                  <a:pt x="3227" y="3810"/>
                </a:lnTo>
                <a:cubicBezTo>
                  <a:pt x="3846" y="3810"/>
                  <a:pt x="4358" y="3298"/>
                  <a:pt x="4358" y="2679"/>
                </a:cubicBezTo>
                <a:lnTo>
                  <a:pt x="4358" y="1132"/>
                </a:lnTo>
                <a:cubicBezTo>
                  <a:pt x="4358" y="512"/>
                  <a:pt x="3846" y="0"/>
                  <a:pt x="3227" y="0"/>
                </a:cubicBezTo>
                <a:close/>
              </a:path>
            </a:pathLst>
          </a:custGeom>
          <a:solidFill>
            <a:srgbClr val="821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2" name="Google Shape;2492;p23"/>
          <p:cNvSpPr/>
          <p:nvPr/>
        </p:nvSpPr>
        <p:spPr>
          <a:xfrm>
            <a:off x="7842350" y="-148189"/>
            <a:ext cx="80264" cy="529240"/>
          </a:xfrm>
          <a:custGeom>
            <a:avLst/>
            <a:gdLst/>
            <a:ahLst/>
            <a:cxnLst/>
            <a:rect l="l" t="t" r="r" b="b"/>
            <a:pathLst>
              <a:path w="2454" h="16181" extrusionOk="0">
                <a:moveTo>
                  <a:pt x="1227" y="0"/>
                </a:moveTo>
                <a:cubicBezTo>
                  <a:pt x="929" y="0"/>
                  <a:pt x="632" y="119"/>
                  <a:pt x="417" y="310"/>
                </a:cubicBezTo>
                <a:lnTo>
                  <a:pt x="394" y="333"/>
                </a:lnTo>
                <a:cubicBezTo>
                  <a:pt x="358" y="369"/>
                  <a:pt x="322" y="393"/>
                  <a:pt x="298" y="429"/>
                </a:cubicBezTo>
                <a:cubicBezTo>
                  <a:pt x="275" y="452"/>
                  <a:pt x="263" y="476"/>
                  <a:pt x="239" y="500"/>
                </a:cubicBezTo>
                <a:cubicBezTo>
                  <a:pt x="227" y="524"/>
                  <a:pt x="203" y="560"/>
                  <a:pt x="179" y="595"/>
                </a:cubicBezTo>
                <a:cubicBezTo>
                  <a:pt x="155" y="631"/>
                  <a:pt x="144" y="655"/>
                  <a:pt x="132" y="691"/>
                </a:cubicBezTo>
                <a:cubicBezTo>
                  <a:pt x="108" y="726"/>
                  <a:pt x="96" y="750"/>
                  <a:pt x="84" y="786"/>
                </a:cubicBezTo>
                <a:cubicBezTo>
                  <a:pt x="72" y="833"/>
                  <a:pt x="60" y="869"/>
                  <a:pt x="48" y="917"/>
                </a:cubicBezTo>
                <a:cubicBezTo>
                  <a:pt x="36" y="941"/>
                  <a:pt x="25" y="964"/>
                  <a:pt x="25" y="1000"/>
                </a:cubicBezTo>
                <a:cubicBezTo>
                  <a:pt x="13" y="1072"/>
                  <a:pt x="1" y="1143"/>
                  <a:pt x="1" y="1226"/>
                </a:cubicBezTo>
                <a:lnTo>
                  <a:pt x="1" y="14954"/>
                </a:lnTo>
                <a:cubicBezTo>
                  <a:pt x="1" y="15633"/>
                  <a:pt x="548" y="16181"/>
                  <a:pt x="1227" y="16181"/>
                </a:cubicBezTo>
                <a:cubicBezTo>
                  <a:pt x="1310" y="16181"/>
                  <a:pt x="1394" y="16169"/>
                  <a:pt x="1477" y="16157"/>
                </a:cubicBezTo>
                <a:lnTo>
                  <a:pt x="1525" y="16145"/>
                </a:lnTo>
                <a:cubicBezTo>
                  <a:pt x="1584" y="16121"/>
                  <a:pt x="1656" y="16097"/>
                  <a:pt x="1727" y="16073"/>
                </a:cubicBezTo>
                <a:lnTo>
                  <a:pt x="1739" y="16073"/>
                </a:lnTo>
                <a:cubicBezTo>
                  <a:pt x="1882" y="16002"/>
                  <a:pt x="2013" y="15907"/>
                  <a:pt x="2120" y="15788"/>
                </a:cubicBezTo>
                <a:cubicBezTo>
                  <a:pt x="2334" y="15561"/>
                  <a:pt x="2453" y="15276"/>
                  <a:pt x="2453" y="14966"/>
                </a:cubicBezTo>
                <a:lnTo>
                  <a:pt x="2453" y="1226"/>
                </a:lnTo>
                <a:cubicBezTo>
                  <a:pt x="2453" y="548"/>
                  <a:pt x="1906" y="0"/>
                  <a:pt x="1227" y="0"/>
                </a:cubicBezTo>
                <a:close/>
              </a:path>
            </a:pathLst>
          </a:custGeom>
          <a:solidFill>
            <a:srgbClr val="272425">
              <a:alpha val="200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3" name="Google Shape;2493;p23"/>
          <p:cNvSpPr/>
          <p:nvPr/>
        </p:nvSpPr>
        <p:spPr>
          <a:xfrm>
            <a:off x="7854027" y="-148189"/>
            <a:ext cx="79087" cy="529240"/>
          </a:xfrm>
          <a:custGeom>
            <a:avLst/>
            <a:gdLst/>
            <a:ahLst/>
            <a:cxnLst/>
            <a:rect l="l" t="t" r="r" b="b"/>
            <a:pathLst>
              <a:path w="2418" h="16181" extrusionOk="0">
                <a:moveTo>
                  <a:pt x="1132" y="0"/>
                </a:moveTo>
                <a:cubicBezTo>
                  <a:pt x="1049" y="0"/>
                  <a:pt x="965" y="24"/>
                  <a:pt x="882" y="48"/>
                </a:cubicBezTo>
                <a:cubicBezTo>
                  <a:pt x="834" y="60"/>
                  <a:pt x="787" y="71"/>
                  <a:pt x="739" y="83"/>
                </a:cubicBezTo>
                <a:cubicBezTo>
                  <a:pt x="715" y="107"/>
                  <a:pt x="680" y="119"/>
                  <a:pt x="644" y="131"/>
                </a:cubicBezTo>
                <a:cubicBezTo>
                  <a:pt x="620" y="155"/>
                  <a:pt x="596" y="167"/>
                  <a:pt x="572" y="179"/>
                </a:cubicBezTo>
                <a:cubicBezTo>
                  <a:pt x="537" y="202"/>
                  <a:pt x="525" y="214"/>
                  <a:pt x="501" y="226"/>
                </a:cubicBezTo>
                <a:lnTo>
                  <a:pt x="430" y="274"/>
                </a:lnTo>
                <a:lnTo>
                  <a:pt x="382" y="322"/>
                </a:lnTo>
                <a:cubicBezTo>
                  <a:pt x="370" y="333"/>
                  <a:pt x="346" y="357"/>
                  <a:pt x="334" y="369"/>
                </a:cubicBezTo>
                <a:lnTo>
                  <a:pt x="287" y="417"/>
                </a:lnTo>
                <a:cubicBezTo>
                  <a:pt x="275" y="429"/>
                  <a:pt x="263" y="441"/>
                  <a:pt x="251" y="464"/>
                </a:cubicBezTo>
                <a:lnTo>
                  <a:pt x="215" y="512"/>
                </a:lnTo>
                <a:lnTo>
                  <a:pt x="179" y="560"/>
                </a:lnTo>
                <a:lnTo>
                  <a:pt x="156" y="607"/>
                </a:lnTo>
                <a:lnTo>
                  <a:pt x="132" y="655"/>
                </a:lnTo>
                <a:lnTo>
                  <a:pt x="108" y="703"/>
                </a:lnTo>
                <a:cubicBezTo>
                  <a:pt x="108" y="714"/>
                  <a:pt x="96" y="726"/>
                  <a:pt x="84" y="750"/>
                </a:cubicBezTo>
                <a:cubicBezTo>
                  <a:pt x="72" y="762"/>
                  <a:pt x="72" y="774"/>
                  <a:pt x="60" y="786"/>
                </a:cubicBezTo>
                <a:lnTo>
                  <a:pt x="49" y="833"/>
                </a:lnTo>
                <a:lnTo>
                  <a:pt x="37" y="881"/>
                </a:lnTo>
                <a:cubicBezTo>
                  <a:pt x="37" y="905"/>
                  <a:pt x="25" y="917"/>
                  <a:pt x="25" y="929"/>
                </a:cubicBezTo>
                <a:cubicBezTo>
                  <a:pt x="13" y="953"/>
                  <a:pt x="13" y="964"/>
                  <a:pt x="13" y="976"/>
                </a:cubicBezTo>
                <a:lnTo>
                  <a:pt x="13" y="1024"/>
                </a:lnTo>
                <a:cubicBezTo>
                  <a:pt x="13" y="1048"/>
                  <a:pt x="13" y="1060"/>
                  <a:pt x="1" y="1072"/>
                </a:cubicBezTo>
                <a:cubicBezTo>
                  <a:pt x="1" y="1095"/>
                  <a:pt x="1" y="1107"/>
                  <a:pt x="1" y="1119"/>
                </a:cubicBezTo>
                <a:lnTo>
                  <a:pt x="1" y="1167"/>
                </a:lnTo>
                <a:lnTo>
                  <a:pt x="1" y="1214"/>
                </a:lnTo>
                <a:lnTo>
                  <a:pt x="1" y="14954"/>
                </a:lnTo>
                <a:cubicBezTo>
                  <a:pt x="1" y="14966"/>
                  <a:pt x="1" y="14978"/>
                  <a:pt x="1" y="14990"/>
                </a:cubicBezTo>
                <a:lnTo>
                  <a:pt x="1" y="15050"/>
                </a:lnTo>
                <a:cubicBezTo>
                  <a:pt x="1" y="15061"/>
                  <a:pt x="1" y="15073"/>
                  <a:pt x="1" y="15097"/>
                </a:cubicBezTo>
                <a:cubicBezTo>
                  <a:pt x="1" y="15109"/>
                  <a:pt x="13" y="15121"/>
                  <a:pt x="13" y="15145"/>
                </a:cubicBezTo>
                <a:lnTo>
                  <a:pt x="13" y="15192"/>
                </a:lnTo>
                <a:cubicBezTo>
                  <a:pt x="13" y="15204"/>
                  <a:pt x="13" y="15216"/>
                  <a:pt x="25" y="15240"/>
                </a:cubicBezTo>
                <a:cubicBezTo>
                  <a:pt x="37" y="15252"/>
                  <a:pt x="25" y="15276"/>
                  <a:pt x="37" y="15288"/>
                </a:cubicBezTo>
                <a:cubicBezTo>
                  <a:pt x="49" y="15300"/>
                  <a:pt x="49" y="15323"/>
                  <a:pt x="49" y="15335"/>
                </a:cubicBezTo>
                <a:lnTo>
                  <a:pt x="60" y="15383"/>
                </a:lnTo>
                <a:lnTo>
                  <a:pt x="84" y="15431"/>
                </a:lnTo>
                <a:cubicBezTo>
                  <a:pt x="84" y="15454"/>
                  <a:pt x="96" y="15466"/>
                  <a:pt x="108" y="15478"/>
                </a:cubicBezTo>
                <a:cubicBezTo>
                  <a:pt x="120" y="15502"/>
                  <a:pt x="120" y="15514"/>
                  <a:pt x="132" y="15526"/>
                </a:cubicBezTo>
                <a:cubicBezTo>
                  <a:pt x="144" y="15550"/>
                  <a:pt x="156" y="15561"/>
                  <a:pt x="156" y="15585"/>
                </a:cubicBezTo>
                <a:cubicBezTo>
                  <a:pt x="168" y="15597"/>
                  <a:pt x="179" y="15609"/>
                  <a:pt x="191" y="15633"/>
                </a:cubicBezTo>
                <a:cubicBezTo>
                  <a:pt x="203" y="15645"/>
                  <a:pt x="215" y="15657"/>
                  <a:pt x="227" y="15681"/>
                </a:cubicBezTo>
                <a:cubicBezTo>
                  <a:pt x="239" y="15692"/>
                  <a:pt x="251" y="15716"/>
                  <a:pt x="263" y="15728"/>
                </a:cubicBezTo>
                <a:cubicBezTo>
                  <a:pt x="275" y="15740"/>
                  <a:pt x="287" y="15764"/>
                  <a:pt x="310" y="15776"/>
                </a:cubicBezTo>
                <a:lnTo>
                  <a:pt x="358" y="15823"/>
                </a:lnTo>
                <a:lnTo>
                  <a:pt x="406" y="15871"/>
                </a:lnTo>
                <a:cubicBezTo>
                  <a:pt x="430" y="15895"/>
                  <a:pt x="441" y="15907"/>
                  <a:pt x="465" y="15931"/>
                </a:cubicBezTo>
                <a:lnTo>
                  <a:pt x="537" y="15978"/>
                </a:lnTo>
                <a:cubicBezTo>
                  <a:pt x="560" y="15990"/>
                  <a:pt x="584" y="16014"/>
                  <a:pt x="620" y="16026"/>
                </a:cubicBezTo>
                <a:cubicBezTo>
                  <a:pt x="644" y="16050"/>
                  <a:pt x="680" y="16062"/>
                  <a:pt x="715" y="16073"/>
                </a:cubicBezTo>
                <a:cubicBezTo>
                  <a:pt x="763" y="16097"/>
                  <a:pt x="811" y="16109"/>
                  <a:pt x="846" y="16121"/>
                </a:cubicBezTo>
                <a:cubicBezTo>
                  <a:pt x="965" y="16157"/>
                  <a:pt x="1084" y="16181"/>
                  <a:pt x="1203" y="16181"/>
                </a:cubicBezTo>
                <a:lnTo>
                  <a:pt x="1215" y="16181"/>
                </a:lnTo>
                <a:cubicBezTo>
                  <a:pt x="1322" y="16181"/>
                  <a:pt x="1430" y="16169"/>
                  <a:pt x="1537" y="16133"/>
                </a:cubicBezTo>
                <a:cubicBezTo>
                  <a:pt x="1584" y="16121"/>
                  <a:pt x="1632" y="16109"/>
                  <a:pt x="1680" y="16085"/>
                </a:cubicBezTo>
                <a:lnTo>
                  <a:pt x="1751" y="16050"/>
                </a:lnTo>
                <a:cubicBezTo>
                  <a:pt x="1775" y="16026"/>
                  <a:pt x="1811" y="16014"/>
                  <a:pt x="1834" y="16002"/>
                </a:cubicBezTo>
                <a:lnTo>
                  <a:pt x="1906" y="15954"/>
                </a:lnTo>
                <a:cubicBezTo>
                  <a:pt x="1930" y="15931"/>
                  <a:pt x="1954" y="15919"/>
                  <a:pt x="1965" y="15907"/>
                </a:cubicBezTo>
                <a:cubicBezTo>
                  <a:pt x="1989" y="15883"/>
                  <a:pt x="2001" y="15871"/>
                  <a:pt x="2025" y="15859"/>
                </a:cubicBezTo>
                <a:lnTo>
                  <a:pt x="2073" y="15812"/>
                </a:lnTo>
                <a:lnTo>
                  <a:pt x="2108" y="15752"/>
                </a:lnTo>
                <a:lnTo>
                  <a:pt x="2156" y="15704"/>
                </a:lnTo>
                <a:lnTo>
                  <a:pt x="2192" y="15657"/>
                </a:lnTo>
                <a:lnTo>
                  <a:pt x="2215" y="15609"/>
                </a:lnTo>
                <a:cubicBezTo>
                  <a:pt x="2227" y="15597"/>
                  <a:pt x="2239" y="15585"/>
                  <a:pt x="2251" y="15561"/>
                </a:cubicBezTo>
                <a:cubicBezTo>
                  <a:pt x="2263" y="15550"/>
                  <a:pt x="2263" y="15538"/>
                  <a:pt x="2275" y="15514"/>
                </a:cubicBezTo>
                <a:cubicBezTo>
                  <a:pt x="2287" y="15502"/>
                  <a:pt x="2287" y="15478"/>
                  <a:pt x="2299" y="15466"/>
                </a:cubicBezTo>
                <a:lnTo>
                  <a:pt x="2323" y="15419"/>
                </a:lnTo>
                <a:cubicBezTo>
                  <a:pt x="2323" y="15407"/>
                  <a:pt x="2335" y="15383"/>
                  <a:pt x="2335" y="15371"/>
                </a:cubicBezTo>
                <a:cubicBezTo>
                  <a:pt x="2335" y="15359"/>
                  <a:pt x="2346" y="15335"/>
                  <a:pt x="2358" y="15323"/>
                </a:cubicBezTo>
                <a:cubicBezTo>
                  <a:pt x="2358" y="15311"/>
                  <a:pt x="2370" y="15288"/>
                  <a:pt x="2370" y="15276"/>
                </a:cubicBezTo>
                <a:cubicBezTo>
                  <a:pt x="2370" y="15264"/>
                  <a:pt x="2382" y="15240"/>
                  <a:pt x="2382" y="15228"/>
                </a:cubicBezTo>
                <a:cubicBezTo>
                  <a:pt x="2382" y="15204"/>
                  <a:pt x="2382" y="15192"/>
                  <a:pt x="2394" y="15180"/>
                </a:cubicBezTo>
                <a:cubicBezTo>
                  <a:pt x="2406" y="15157"/>
                  <a:pt x="2394" y="15145"/>
                  <a:pt x="2394" y="15133"/>
                </a:cubicBezTo>
                <a:cubicBezTo>
                  <a:pt x="2406" y="15109"/>
                  <a:pt x="2394" y="15097"/>
                  <a:pt x="2394" y="15085"/>
                </a:cubicBezTo>
                <a:lnTo>
                  <a:pt x="2394" y="15026"/>
                </a:lnTo>
                <a:lnTo>
                  <a:pt x="2394" y="14978"/>
                </a:lnTo>
                <a:lnTo>
                  <a:pt x="2394" y="14954"/>
                </a:lnTo>
                <a:lnTo>
                  <a:pt x="2394" y="1226"/>
                </a:lnTo>
                <a:cubicBezTo>
                  <a:pt x="2394" y="1226"/>
                  <a:pt x="2418" y="1214"/>
                  <a:pt x="2418" y="1214"/>
                </a:cubicBezTo>
                <a:lnTo>
                  <a:pt x="2418" y="1167"/>
                </a:lnTo>
                <a:lnTo>
                  <a:pt x="2418" y="1119"/>
                </a:lnTo>
                <a:cubicBezTo>
                  <a:pt x="2418" y="1107"/>
                  <a:pt x="2418" y="1084"/>
                  <a:pt x="2418" y="1072"/>
                </a:cubicBezTo>
                <a:cubicBezTo>
                  <a:pt x="2418" y="1060"/>
                  <a:pt x="2418" y="1036"/>
                  <a:pt x="2406" y="1024"/>
                </a:cubicBezTo>
                <a:cubicBezTo>
                  <a:pt x="2406" y="1012"/>
                  <a:pt x="2406" y="988"/>
                  <a:pt x="2406" y="976"/>
                </a:cubicBezTo>
                <a:cubicBezTo>
                  <a:pt x="2406" y="964"/>
                  <a:pt x="2406" y="941"/>
                  <a:pt x="2394" y="929"/>
                </a:cubicBezTo>
                <a:cubicBezTo>
                  <a:pt x="2394" y="905"/>
                  <a:pt x="2394" y="893"/>
                  <a:pt x="2382" y="881"/>
                </a:cubicBezTo>
                <a:cubicBezTo>
                  <a:pt x="2382" y="869"/>
                  <a:pt x="2370" y="845"/>
                  <a:pt x="2370" y="833"/>
                </a:cubicBezTo>
                <a:cubicBezTo>
                  <a:pt x="2370" y="810"/>
                  <a:pt x="2358" y="798"/>
                  <a:pt x="2358" y="786"/>
                </a:cubicBezTo>
                <a:cubicBezTo>
                  <a:pt x="2346" y="762"/>
                  <a:pt x="2346" y="750"/>
                  <a:pt x="2335" y="738"/>
                </a:cubicBezTo>
                <a:cubicBezTo>
                  <a:pt x="2323" y="714"/>
                  <a:pt x="2323" y="703"/>
                  <a:pt x="2311" y="691"/>
                </a:cubicBezTo>
                <a:lnTo>
                  <a:pt x="2287" y="643"/>
                </a:lnTo>
                <a:cubicBezTo>
                  <a:pt x="2275" y="619"/>
                  <a:pt x="2263" y="607"/>
                  <a:pt x="2263" y="595"/>
                </a:cubicBezTo>
                <a:cubicBezTo>
                  <a:pt x="2251" y="572"/>
                  <a:pt x="2239" y="560"/>
                  <a:pt x="2227" y="548"/>
                </a:cubicBezTo>
                <a:lnTo>
                  <a:pt x="2192" y="500"/>
                </a:lnTo>
                <a:lnTo>
                  <a:pt x="2156" y="452"/>
                </a:lnTo>
                <a:lnTo>
                  <a:pt x="2108" y="393"/>
                </a:lnTo>
                <a:cubicBezTo>
                  <a:pt x="2096" y="381"/>
                  <a:pt x="2084" y="369"/>
                  <a:pt x="2073" y="345"/>
                </a:cubicBezTo>
                <a:lnTo>
                  <a:pt x="2013" y="298"/>
                </a:lnTo>
                <a:cubicBezTo>
                  <a:pt x="2001" y="286"/>
                  <a:pt x="1977" y="274"/>
                  <a:pt x="1954" y="250"/>
                </a:cubicBezTo>
                <a:lnTo>
                  <a:pt x="1894" y="202"/>
                </a:lnTo>
                <a:lnTo>
                  <a:pt x="1811" y="155"/>
                </a:lnTo>
                <a:cubicBezTo>
                  <a:pt x="1775" y="143"/>
                  <a:pt x="1739" y="119"/>
                  <a:pt x="1715" y="107"/>
                </a:cubicBezTo>
                <a:cubicBezTo>
                  <a:pt x="1668" y="95"/>
                  <a:pt x="1632" y="71"/>
                  <a:pt x="1584" y="60"/>
                </a:cubicBezTo>
                <a:cubicBezTo>
                  <a:pt x="1501" y="36"/>
                  <a:pt x="1418" y="12"/>
                  <a:pt x="1346" y="12"/>
                </a:cubicBezTo>
                <a:cubicBezTo>
                  <a:pt x="1299" y="0"/>
                  <a:pt x="1251" y="0"/>
                  <a:pt x="121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4" name="Google Shape;2494;p23"/>
          <p:cNvSpPr/>
          <p:nvPr/>
        </p:nvSpPr>
        <p:spPr>
          <a:xfrm>
            <a:off x="7449044" y="-169612"/>
            <a:ext cx="142572" cy="125041"/>
          </a:xfrm>
          <a:custGeom>
            <a:avLst/>
            <a:gdLst/>
            <a:ahLst/>
            <a:cxnLst/>
            <a:rect l="l" t="t" r="r" b="b"/>
            <a:pathLst>
              <a:path w="4359" h="3823" extrusionOk="0">
                <a:moveTo>
                  <a:pt x="1131" y="0"/>
                </a:moveTo>
                <a:cubicBezTo>
                  <a:pt x="500" y="0"/>
                  <a:pt x="0" y="512"/>
                  <a:pt x="0" y="1131"/>
                </a:cubicBezTo>
                <a:lnTo>
                  <a:pt x="0" y="2679"/>
                </a:lnTo>
                <a:cubicBezTo>
                  <a:pt x="0" y="3310"/>
                  <a:pt x="512" y="3822"/>
                  <a:pt x="1143" y="3822"/>
                </a:cubicBezTo>
                <a:lnTo>
                  <a:pt x="3227" y="3822"/>
                </a:lnTo>
                <a:cubicBezTo>
                  <a:pt x="3846" y="3810"/>
                  <a:pt x="4358" y="3310"/>
                  <a:pt x="4358" y="2679"/>
                </a:cubicBezTo>
                <a:lnTo>
                  <a:pt x="4358" y="1131"/>
                </a:lnTo>
                <a:cubicBezTo>
                  <a:pt x="4346" y="512"/>
                  <a:pt x="3846" y="0"/>
                  <a:pt x="3215" y="0"/>
                </a:cubicBezTo>
                <a:close/>
              </a:path>
            </a:pathLst>
          </a:custGeom>
          <a:solidFill>
            <a:srgbClr val="821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5" name="Google Shape;2495;p23"/>
          <p:cNvSpPr/>
          <p:nvPr/>
        </p:nvSpPr>
        <p:spPr>
          <a:xfrm>
            <a:off x="7448651" y="277825"/>
            <a:ext cx="142964" cy="124648"/>
          </a:xfrm>
          <a:custGeom>
            <a:avLst/>
            <a:gdLst/>
            <a:ahLst/>
            <a:cxnLst/>
            <a:rect l="l" t="t" r="r" b="b"/>
            <a:pathLst>
              <a:path w="4371" h="3811" extrusionOk="0">
                <a:moveTo>
                  <a:pt x="1143" y="0"/>
                </a:moveTo>
                <a:cubicBezTo>
                  <a:pt x="512" y="0"/>
                  <a:pt x="0" y="501"/>
                  <a:pt x="12" y="1132"/>
                </a:cubicBezTo>
                <a:lnTo>
                  <a:pt x="12" y="2679"/>
                </a:lnTo>
                <a:cubicBezTo>
                  <a:pt x="12" y="3310"/>
                  <a:pt x="524" y="3810"/>
                  <a:pt x="1143" y="3810"/>
                </a:cubicBezTo>
                <a:lnTo>
                  <a:pt x="3227" y="3810"/>
                </a:lnTo>
                <a:cubicBezTo>
                  <a:pt x="3858" y="3810"/>
                  <a:pt x="4370" y="3298"/>
                  <a:pt x="4370" y="2679"/>
                </a:cubicBezTo>
                <a:lnTo>
                  <a:pt x="4370" y="1132"/>
                </a:lnTo>
                <a:cubicBezTo>
                  <a:pt x="4370" y="512"/>
                  <a:pt x="3858" y="0"/>
                  <a:pt x="3227" y="0"/>
                </a:cubicBezTo>
                <a:close/>
              </a:path>
            </a:pathLst>
          </a:custGeom>
          <a:solidFill>
            <a:srgbClr val="821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6" name="Google Shape;2496;p23"/>
          <p:cNvSpPr/>
          <p:nvPr/>
        </p:nvSpPr>
        <p:spPr>
          <a:xfrm>
            <a:off x="7472004" y="-148189"/>
            <a:ext cx="80264" cy="529240"/>
          </a:xfrm>
          <a:custGeom>
            <a:avLst/>
            <a:gdLst/>
            <a:ahLst/>
            <a:cxnLst/>
            <a:rect l="l" t="t" r="r" b="b"/>
            <a:pathLst>
              <a:path w="2454" h="16181" extrusionOk="0">
                <a:moveTo>
                  <a:pt x="1227" y="0"/>
                </a:moveTo>
                <a:cubicBezTo>
                  <a:pt x="930" y="0"/>
                  <a:pt x="632" y="119"/>
                  <a:pt x="418" y="310"/>
                </a:cubicBezTo>
                <a:lnTo>
                  <a:pt x="394" y="333"/>
                </a:lnTo>
                <a:cubicBezTo>
                  <a:pt x="358" y="369"/>
                  <a:pt x="334" y="393"/>
                  <a:pt x="299" y="429"/>
                </a:cubicBezTo>
                <a:cubicBezTo>
                  <a:pt x="287" y="452"/>
                  <a:pt x="263" y="476"/>
                  <a:pt x="251" y="500"/>
                </a:cubicBezTo>
                <a:cubicBezTo>
                  <a:pt x="227" y="524"/>
                  <a:pt x="203" y="560"/>
                  <a:pt x="179" y="595"/>
                </a:cubicBezTo>
                <a:cubicBezTo>
                  <a:pt x="168" y="631"/>
                  <a:pt x="144" y="655"/>
                  <a:pt x="132" y="691"/>
                </a:cubicBezTo>
                <a:cubicBezTo>
                  <a:pt x="120" y="726"/>
                  <a:pt x="96" y="750"/>
                  <a:pt x="84" y="786"/>
                </a:cubicBezTo>
                <a:cubicBezTo>
                  <a:pt x="72" y="833"/>
                  <a:pt x="60" y="869"/>
                  <a:pt x="48" y="917"/>
                </a:cubicBezTo>
                <a:cubicBezTo>
                  <a:pt x="48" y="941"/>
                  <a:pt x="37" y="964"/>
                  <a:pt x="25" y="1000"/>
                </a:cubicBezTo>
                <a:cubicBezTo>
                  <a:pt x="13" y="1072"/>
                  <a:pt x="1" y="1143"/>
                  <a:pt x="1" y="1226"/>
                </a:cubicBezTo>
                <a:lnTo>
                  <a:pt x="1" y="14954"/>
                </a:lnTo>
                <a:cubicBezTo>
                  <a:pt x="1" y="15633"/>
                  <a:pt x="549" y="16181"/>
                  <a:pt x="1227" y="16181"/>
                </a:cubicBezTo>
                <a:cubicBezTo>
                  <a:pt x="1311" y="16181"/>
                  <a:pt x="1394" y="16169"/>
                  <a:pt x="1477" y="16157"/>
                </a:cubicBezTo>
                <a:lnTo>
                  <a:pt x="1525" y="16145"/>
                </a:lnTo>
                <a:cubicBezTo>
                  <a:pt x="1584" y="16121"/>
                  <a:pt x="1656" y="16097"/>
                  <a:pt x="1715" y="16073"/>
                </a:cubicBezTo>
                <a:lnTo>
                  <a:pt x="1739" y="16073"/>
                </a:lnTo>
                <a:cubicBezTo>
                  <a:pt x="1882" y="16002"/>
                  <a:pt x="2013" y="15907"/>
                  <a:pt x="2120" y="15788"/>
                </a:cubicBezTo>
                <a:cubicBezTo>
                  <a:pt x="2334" y="15561"/>
                  <a:pt x="2442" y="15276"/>
                  <a:pt x="2442" y="14966"/>
                </a:cubicBezTo>
                <a:lnTo>
                  <a:pt x="2442" y="1226"/>
                </a:lnTo>
                <a:cubicBezTo>
                  <a:pt x="2454" y="548"/>
                  <a:pt x="1906" y="0"/>
                  <a:pt x="1227" y="0"/>
                </a:cubicBezTo>
                <a:close/>
              </a:path>
            </a:pathLst>
          </a:custGeom>
          <a:solidFill>
            <a:srgbClr val="272425">
              <a:alpha val="200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7" name="Google Shape;2497;p23"/>
          <p:cNvSpPr/>
          <p:nvPr/>
        </p:nvSpPr>
        <p:spPr>
          <a:xfrm>
            <a:off x="7484073" y="-148189"/>
            <a:ext cx="78694" cy="529240"/>
          </a:xfrm>
          <a:custGeom>
            <a:avLst/>
            <a:gdLst/>
            <a:ahLst/>
            <a:cxnLst/>
            <a:rect l="l" t="t" r="r" b="b"/>
            <a:pathLst>
              <a:path w="2406" h="16181" extrusionOk="0">
                <a:moveTo>
                  <a:pt x="1132" y="0"/>
                </a:moveTo>
                <a:cubicBezTo>
                  <a:pt x="1037" y="0"/>
                  <a:pt x="953" y="24"/>
                  <a:pt x="870" y="48"/>
                </a:cubicBezTo>
                <a:cubicBezTo>
                  <a:pt x="822" y="60"/>
                  <a:pt x="787" y="71"/>
                  <a:pt x="739" y="83"/>
                </a:cubicBezTo>
                <a:cubicBezTo>
                  <a:pt x="703" y="107"/>
                  <a:pt x="668" y="119"/>
                  <a:pt x="644" y="131"/>
                </a:cubicBezTo>
                <a:cubicBezTo>
                  <a:pt x="608" y="155"/>
                  <a:pt x="584" y="167"/>
                  <a:pt x="561" y="179"/>
                </a:cubicBezTo>
                <a:cubicBezTo>
                  <a:pt x="537" y="202"/>
                  <a:pt x="513" y="214"/>
                  <a:pt x="489" y="226"/>
                </a:cubicBezTo>
                <a:lnTo>
                  <a:pt x="430" y="274"/>
                </a:lnTo>
                <a:lnTo>
                  <a:pt x="382" y="322"/>
                </a:lnTo>
                <a:cubicBezTo>
                  <a:pt x="358" y="333"/>
                  <a:pt x="346" y="357"/>
                  <a:pt x="334" y="369"/>
                </a:cubicBezTo>
                <a:cubicBezTo>
                  <a:pt x="311" y="381"/>
                  <a:pt x="299" y="393"/>
                  <a:pt x="287" y="417"/>
                </a:cubicBezTo>
                <a:lnTo>
                  <a:pt x="251" y="464"/>
                </a:lnTo>
                <a:lnTo>
                  <a:pt x="215" y="512"/>
                </a:lnTo>
                <a:lnTo>
                  <a:pt x="180" y="560"/>
                </a:lnTo>
                <a:cubicBezTo>
                  <a:pt x="168" y="572"/>
                  <a:pt x="156" y="583"/>
                  <a:pt x="156" y="607"/>
                </a:cubicBezTo>
                <a:lnTo>
                  <a:pt x="120" y="655"/>
                </a:lnTo>
                <a:cubicBezTo>
                  <a:pt x="120" y="667"/>
                  <a:pt x="108" y="679"/>
                  <a:pt x="96" y="703"/>
                </a:cubicBezTo>
                <a:cubicBezTo>
                  <a:pt x="96" y="714"/>
                  <a:pt x="84" y="726"/>
                  <a:pt x="72" y="750"/>
                </a:cubicBezTo>
                <a:cubicBezTo>
                  <a:pt x="72" y="762"/>
                  <a:pt x="72" y="774"/>
                  <a:pt x="60" y="786"/>
                </a:cubicBezTo>
                <a:lnTo>
                  <a:pt x="49" y="833"/>
                </a:lnTo>
                <a:lnTo>
                  <a:pt x="25" y="881"/>
                </a:lnTo>
                <a:cubicBezTo>
                  <a:pt x="25" y="905"/>
                  <a:pt x="25" y="917"/>
                  <a:pt x="13" y="929"/>
                </a:cubicBezTo>
                <a:cubicBezTo>
                  <a:pt x="13" y="953"/>
                  <a:pt x="13" y="964"/>
                  <a:pt x="1" y="976"/>
                </a:cubicBezTo>
                <a:lnTo>
                  <a:pt x="1" y="1024"/>
                </a:lnTo>
                <a:lnTo>
                  <a:pt x="1" y="1072"/>
                </a:lnTo>
                <a:lnTo>
                  <a:pt x="1" y="1119"/>
                </a:lnTo>
                <a:lnTo>
                  <a:pt x="1" y="1167"/>
                </a:lnTo>
                <a:lnTo>
                  <a:pt x="1" y="1214"/>
                </a:lnTo>
                <a:lnTo>
                  <a:pt x="1" y="14954"/>
                </a:lnTo>
                <a:lnTo>
                  <a:pt x="1" y="14990"/>
                </a:lnTo>
                <a:lnTo>
                  <a:pt x="1" y="15050"/>
                </a:lnTo>
                <a:lnTo>
                  <a:pt x="1" y="15097"/>
                </a:lnTo>
                <a:lnTo>
                  <a:pt x="1" y="15145"/>
                </a:lnTo>
                <a:lnTo>
                  <a:pt x="1" y="15192"/>
                </a:lnTo>
                <a:cubicBezTo>
                  <a:pt x="1" y="15204"/>
                  <a:pt x="13" y="15216"/>
                  <a:pt x="13" y="15240"/>
                </a:cubicBezTo>
                <a:cubicBezTo>
                  <a:pt x="25" y="15252"/>
                  <a:pt x="13" y="15276"/>
                  <a:pt x="25" y="15288"/>
                </a:cubicBezTo>
                <a:cubicBezTo>
                  <a:pt x="37" y="15300"/>
                  <a:pt x="37" y="15323"/>
                  <a:pt x="49" y="15335"/>
                </a:cubicBezTo>
                <a:cubicBezTo>
                  <a:pt x="49" y="15347"/>
                  <a:pt x="60" y="15371"/>
                  <a:pt x="60" y="15383"/>
                </a:cubicBezTo>
                <a:cubicBezTo>
                  <a:pt x="72" y="15407"/>
                  <a:pt x="72" y="15419"/>
                  <a:pt x="84" y="15431"/>
                </a:cubicBezTo>
                <a:cubicBezTo>
                  <a:pt x="84" y="15454"/>
                  <a:pt x="96" y="15466"/>
                  <a:pt x="108" y="15478"/>
                </a:cubicBezTo>
                <a:cubicBezTo>
                  <a:pt x="108" y="15502"/>
                  <a:pt x="120" y="15514"/>
                  <a:pt x="132" y="15526"/>
                </a:cubicBezTo>
                <a:cubicBezTo>
                  <a:pt x="132" y="15550"/>
                  <a:pt x="144" y="15561"/>
                  <a:pt x="156" y="15585"/>
                </a:cubicBezTo>
                <a:cubicBezTo>
                  <a:pt x="168" y="15597"/>
                  <a:pt x="180" y="15609"/>
                  <a:pt x="191" y="15633"/>
                </a:cubicBezTo>
                <a:cubicBezTo>
                  <a:pt x="191" y="15645"/>
                  <a:pt x="203" y="15669"/>
                  <a:pt x="227" y="15681"/>
                </a:cubicBezTo>
                <a:lnTo>
                  <a:pt x="263" y="15728"/>
                </a:lnTo>
                <a:lnTo>
                  <a:pt x="299" y="15776"/>
                </a:lnTo>
                <a:lnTo>
                  <a:pt x="346" y="15823"/>
                </a:lnTo>
                <a:lnTo>
                  <a:pt x="406" y="15871"/>
                </a:lnTo>
                <a:cubicBezTo>
                  <a:pt x="418" y="15895"/>
                  <a:pt x="441" y="15907"/>
                  <a:pt x="465" y="15931"/>
                </a:cubicBezTo>
                <a:cubicBezTo>
                  <a:pt x="489" y="15942"/>
                  <a:pt x="501" y="15966"/>
                  <a:pt x="525" y="15978"/>
                </a:cubicBezTo>
                <a:cubicBezTo>
                  <a:pt x="584" y="16014"/>
                  <a:pt x="644" y="16050"/>
                  <a:pt x="715" y="16073"/>
                </a:cubicBezTo>
                <a:cubicBezTo>
                  <a:pt x="751" y="16097"/>
                  <a:pt x="799" y="16109"/>
                  <a:pt x="846" y="16121"/>
                </a:cubicBezTo>
                <a:cubicBezTo>
                  <a:pt x="965" y="16157"/>
                  <a:pt x="1084" y="16181"/>
                  <a:pt x="1203" y="16181"/>
                </a:cubicBezTo>
                <a:lnTo>
                  <a:pt x="1215" y="16181"/>
                </a:lnTo>
                <a:cubicBezTo>
                  <a:pt x="1323" y="16181"/>
                  <a:pt x="1430" y="16169"/>
                  <a:pt x="1525" y="16133"/>
                </a:cubicBezTo>
                <a:cubicBezTo>
                  <a:pt x="1573" y="16121"/>
                  <a:pt x="1620" y="16109"/>
                  <a:pt x="1668" y="16085"/>
                </a:cubicBezTo>
                <a:cubicBezTo>
                  <a:pt x="1704" y="16073"/>
                  <a:pt x="1739" y="16062"/>
                  <a:pt x="1775" y="16038"/>
                </a:cubicBezTo>
                <a:lnTo>
                  <a:pt x="1858" y="15990"/>
                </a:lnTo>
                <a:lnTo>
                  <a:pt x="1918" y="15942"/>
                </a:lnTo>
                <a:cubicBezTo>
                  <a:pt x="1942" y="15931"/>
                  <a:pt x="1965" y="15919"/>
                  <a:pt x="1989" y="15907"/>
                </a:cubicBezTo>
                <a:lnTo>
                  <a:pt x="2037" y="15859"/>
                </a:lnTo>
                <a:lnTo>
                  <a:pt x="2085" y="15812"/>
                </a:lnTo>
                <a:lnTo>
                  <a:pt x="2132" y="15752"/>
                </a:lnTo>
                <a:cubicBezTo>
                  <a:pt x="2144" y="15740"/>
                  <a:pt x="2156" y="15728"/>
                  <a:pt x="2168" y="15704"/>
                </a:cubicBezTo>
                <a:cubicBezTo>
                  <a:pt x="2180" y="15692"/>
                  <a:pt x="2192" y="15681"/>
                  <a:pt x="2204" y="15657"/>
                </a:cubicBezTo>
                <a:lnTo>
                  <a:pt x="2239" y="15609"/>
                </a:lnTo>
                <a:lnTo>
                  <a:pt x="2275" y="15561"/>
                </a:lnTo>
                <a:cubicBezTo>
                  <a:pt x="2275" y="15550"/>
                  <a:pt x="2287" y="15538"/>
                  <a:pt x="2299" y="15514"/>
                </a:cubicBezTo>
                <a:cubicBezTo>
                  <a:pt x="2299" y="15502"/>
                  <a:pt x="2311" y="15478"/>
                  <a:pt x="2323" y="15466"/>
                </a:cubicBezTo>
                <a:cubicBezTo>
                  <a:pt x="2323" y="15454"/>
                  <a:pt x="2335" y="15431"/>
                  <a:pt x="2335" y="15419"/>
                </a:cubicBezTo>
                <a:cubicBezTo>
                  <a:pt x="2346" y="15407"/>
                  <a:pt x="2346" y="15383"/>
                  <a:pt x="2358" y="15371"/>
                </a:cubicBezTo>
                <a:cubicBezTo>
                  <a:pt x="2358" y="15359"/>
                  <a:pt x="2370" y="15335"/>
                  <a:pt x="2370" y="15323"/>
                </a:cubicBezTo>
                <a:lnTo>
                  <a:pt x="2394" y="15276"/>
                </a:lnTo>
                <a:cubicBezTo>
                  <a:pt x="2394" y="15264"/>
                  <a:pt x="2394" y="15240"/>
                  <a:pt x="2406" y="15228"/>
                </a:cubicBezTo>
                <a:lnTo>
                  <a:pt x="2406" y="15180"/>
                </a:lnTo>
                <a:cubicBezTo>
                  <a:pt x="2406" y="15157"/>
                  <a:pt x="2406" y="15145"/>
                  <a:pt x="2406" y="15133"/>
                </a:cubicBezTo>
                <a:lnTo>
                  <a:pt x="2406" y="15085"/>
                </a:lnTo>
                <a:lnTo>
                  <a:pt x="2406" y="15026"/>
                </a:lnTo>
                <a:lnTo>
                  <a:pt x="2406" y="14978"/>
                </a:lnTo>
                <a:cubicBezTo>
                  <a:pt x="2406" y="14978"/>
                  <a:pt x="2406" y="14966"/>
                  <a:pt x="2406" y="14954"/>
                </a:cubicBezTo>
                <a:lnTo>
                  <a:pt x="2406" y="1214"/>
                </a:lnTo>
                <a:lnTo>
                  <a:pt x="2406" y="1167"/>
                </a:lnTo>
                <a:lnTo>
                  <a:pt x="2406" y="1119"/>
                </a:lnTo>
                <a:lnTo>
                  <a:pt x="2406" y="1072"/>
                </a:lnTo>
                <a:cubicBezTo>
                  <a:pt x="2406" y="1060"/>
                  <a:pt x="2406" y="1036"/>
                  <a:pt x="2406" y="1024"/>
                </a:cubicBezTo>
                <a:lnTo>
                  <a:pt x="2406" y="976"/>
                </a:lnTo>
                <a:cubicBezTo>
                  <a:pt x="2406" y="964"/>
                  <a:pt x="2394" y="941"/>
                  <a:pt x="2394" y="929"/>
                </a:cubicBezTo>
                <a:cubicBezTo>
                  <a:pt x="2394" y="917"/>
                  <a:pt x="2382" y="893"/>
                  <a:pt x="2382" y="881"/>
                </a:cubicBezTo>
                <a:cubicBezTo>
                  <a:pt x="2370" y="869"/>
                  <a:pt x="2370" y="845"/>
                  <a:pt x="2358" y="833"/>
                </a:cubicBezTo>
                <a:cubicBezTo>
                  <a:pt x="2358" y="822"/>
                  <a:pt x="2358" y="798"/>
                  <a:pt x="2346" y="786"/>
                </a:cubicBezTo>
                <a:lnTo>
                  <a:pt x="2323" y="738"/>
                </a:lnTo>
                <a:cubicBezTo>
                  <a:pt x="2323" y="714"/>
                  <a:pt x="2311" y="703"/>
                  <a:pt x="2299" y="691"/>
                </a:cubicBezTo>
                <a:lnTo>
                  <a:pt x="2287" y="643"/>
                </a:lnTo>
                <a:cubicBezTo>
                  <a:pt x="2275" y="619"/>
                  <a:pt x="2263" y="607"/>
                  <a:pt x="2251" y="595"/>
                </a:cubicBezTo>
                <a:lnTo>
                  <a:pt x="2227" y="548"/>
                </a:lnTo>
                <a:cubicBezTo>
                  <a:pt x="2216" y="524"/>
                  <a:pt x="2204" y="512"/>
                  <a:pt x="2192" y="500"/>
                </a:cubicBezTo>
                <a:cubicBezTo>
                  <a:pt x="2180" y="476"/>
                  <a:pt x="2168" y="464"/>
                  <a:pt x="2156" y="452"/>
                </a:cubicBezTo>
                <a:lnTo>
                  <a:pt x="2108" y="393"/>
                </a:lnTo>
                <a:lnTo>
                  <a:pt x="2061" y="345"/>
                </a:lnTo>
                <a:lnTo>
                  <a:pt x="2013" y="298"/>
                </a:lnTo>
                <a:cubicBezTo>
                  <a:pt x="1989" y="286"/>
                  <a:pt x="1965" y="274"/>
                  <a:pt x="1954" y="250"/>
                </a:cubicBezTo>
                <a:lnTo>
                  <a:pt x="1882" y="202"/>
                </a:lnTo>
                <a:lnTo>
                  <a:pt x="1799" y="155"/>
                </a:lnTo>
                <a:cubicBezTo>
                  <a:pt x="1775" y="143"/>
                  <a:pt x="1739" y="119"/>
                  <a:pt x="1704" y="107"/>
                </a:cubicBezTo>
                <a:cubicBezTo>
                  <a:pt x="1668" y="95"/>
                  <a:pt x="1620" y="71"/>
                  <a:pt x="1573" y="60"/>
                </a:cubicBezTo>
                <a:cubicBezTo>
                  <a:pt x="1501" y="36"/>
                  <a:pt x="1418" y="12"/>
                  <a:pt x="1334" y="12"/>
                </a:cubicBezTo>
                <a:cubicBezTo>
                  <a:pt x="1287" y="0"/>
                  <a:pt x="1251" y="0"/>
                  <a:pt x="12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8" name="Google Shape;2498;p23"/>
          <p:cNvSpPr/>
          <p:nvPr/>
        </p:nvSpPr>
        <p:spPr>
          <a:xfrm rot="2831864">
            <a:off x="7087130" y="577385"/>
            <a:ext cx="544920" cy="589681"/>
          </a:xfrm>
          <a:custGeom>
            <a:avLst/>
            <a:gdLst/>
            <a:ahLst/>
            <a:cxnLst/>
            <a:rect l="l" t="t" r="r" b="b"/>
            <a:pathLst>
              <a:path w="6087" h="6587" extrusionOk="0">
                <a:moveTo>
                  <a:pt x="3972" y="0"/>
                </a:moveTo>
                <a:cubicBezTo>
                  <a:pt x="3972" y="0"/>
                  <a:pt x="3749" y="537"/>
                  <a:pt x="3402" y="537"/>
                </a:cubicBezTo>
                <a:cubicBezTo>
                  <a:pt x="3304" y="537"/>
                  <a:pt x="3195" y="494"/>
                  <a:pt x="3079" y="384"/>
                </a:cubicBezTo>
                <a:lnTo>
                  <a:pt x="3079" y="384"/>
                </a:lnTo>
                <a:cubicBezTo>
                  <a:pt x="3079" y="384"/>
                  <a:pt x="3177" y="1009"/>
                  <a:pt x="2820" y="1294"/>
                </a:cubicBezTo>
                <a:cubicBezTo>
                  <a:pt x="2764" y="1339"/>
                  <a:pt x="2701" y="1359"/>
                  <a:pt x="2635" y="1359"/>
                </a:cubicBezTo>
                <a:cubicBezTo>
                  <a:pt x="2280" y="1359"/>
                  <a:pt x="1823" y="806"/>
                  <a:pt x="1740" y="679"/>
                </a:cubicBezTo>
                <a:cubicBezTo>
                  <a:pt x="1740" y="679"/>
                  <a:pt x="1456" y="1447"/>
                  <a:pt x="334" y="1447"/>
                </a:cubicBezTo>
                <a:cubicBezTo>
                  <a:pt x="315" y="1447"/>
                  <a:pt x="296" y="1447"/>
                  <a:pt x="277" y="1446"/>
                </a:cubicBezTo>
                <a:lnTo>
                  <a:pt x="277" y="1446"/>
                </a:lnTo>
                <a:cubicBezTo>
                  <a:pt x="277" y="1446"/>
                  <a:pt x="1205" y="1901"/>
                  <a:pt x="741" y="2642"/>
                </a:cubicBezTo>
                <a:cubicBezTo>
                  <a:pt x="741" y="2642"/>
                  <a:pt x="904" y="2589"/>
                  <a:pt x="1103" y="2589"/>
                </a:cubicBezTo>
                <a:cubicBezTo>
                  <a:pt x="1303" y="2589"/>
                  <a:pt x="1540" y="2642"/>
                  <a:pt x="1687" y="2856"/>
                </a:cubicBezTo>
                <a:cubicBezTo>
                  <a:pt x="1939" y="3216"/>
                  <a:pt x="1556" y="3595"/>
                  <a:pt x="846" y="3595"/>
                </a:cubicBezTo>
                <a:cubicBezTo>
                  <a:pt x="727" y="3595"/>
                  <a:pt x="599" y="3584"/>
                  <a:pt x="464" y="3561"/>
                </a:cubicBezTo>
                <a:lnTo>
                  <a:pt x="464" y="3561"/>
                </a:lnTo>
                <a:cubicBezTo>
                  <a:pt x="464" y="3561"/>
                  <a:pt x="973" y="4507"/>
                  <a:pt x="0" y="5025"/>
                </a:cubicBezTo>
                <a:cubicBezTo>
                  <a:pt x="0" y="5025"/>
                  <a:pt x="265" y="4906"/>
                  <a:pt x="588" y="4906"/>
                </a:cubicBezTo>
                <a:cubicBezTo>
                  <a:pt x="920" y="4906"/>
                  <a:pt x="1313" y="5032"/>
                  <a:pt x="1544" y="5543"/>
                </a:cubicBezTo>
                <a:cubicBezTo>
                  <a:pt x="1544" y="5543"/>
                  <a:pt x="2035" y="4503"/>
                  <a:pt x="2550" y="4503"/>
                </a:cubicBezTo>
                <a:cubicBezTo>
                  <a:pt x="2569" y="4503"/>
                  <a:pt x="2588" y="4505"/>
                  <a:pt x="2606" y="4507"/>
                </a:cubicBezTo>
                <a:cubicBezTo>
                  <a:pt x="3142" y="4588"/>
                  <a:pt x="2481" y="5659"/>
                  <a:pt x="2481" y="5659"/>
                </a:cubicBezTo>
                <a:cubicBezTo>
                  <a:pt x="2481" y="5659"/>
                  <a:pt x="2496" y="5657"/>
                  <a:pt x="2522" y="5657"/>
                </a:cubicBezTo>
                <a:cubicBezTo>
                  <a:pt x="2684" y="5657"/>
                  <a:pt x="3280" y="5717"/>
                  <a:pt x="3365" y="6587"/>
                </a:cubicBezTo>
                <a:cubicBezTo>
                  <a:pt x="3365" y="6587"/>
                  <a:pt x="3935" y="5578"/>
                  <a:pt x="4675" y="5578"/>
                </a:cubicBezTo>
                <a:cubicBezTo>
                  <a:pt x="4682" y="5578"/>
                  <a:pt x="4688" y="5578"/>
                  <a:pt x="4695" y="5578"/>
                </a:cubicBezTo>
                <a:cubicBezTo>
                  <a:pt x="4695" y="5578"/>
                  <a:pt x="4338" y="4677"/>
                  <a:pt x="4579" y="4409"/>
                </a:cubicBezTo>
                <a:cubicBezTo>
                  <a:pt x="4648" y="4332"/>
                  <a:pt x="4757" y="4305"/>
                  <a:pt x="4877" y="4305"/>
                </a:cubicBezTo>
                <a:cubicBezTo>
                  <a:pt x="5172" y="4305"/>
                  <a:pt x="5534" y="4472"/>
                  <a:pt x="5534" y="4472"/>
                </a:cubicBezTo>
                <a:cubicBezTo>
                  <a:pt x="5534" y="4472"/>
                  <a:pt x="5498" y="3829"/>
                  <a:pt x="6087" y="3802"/>
                </a:cubicBezTo>
                <a:cubicBezTo>
                  <a:pt x="6087" y="3802"/>
                  <a:pt x="5418" y="3053"/>
                  <a:pt x="5882" y="2660"/>
                </a:cubicBezTo>
                <a:lnTo>
                  <a:pt x="5882" y="2660"/>
                </a:lnTo>
                <a:cubicBezTo>
                  <a:pt x="5882" y="2660"/>
                  <a:pt x="5637" y="2722"/>
                  <a:pt x="5309" y="2722"/>
                </a:cubicBezTo>
                <a:cubicBezTo>
                  <a:pt x="5013" y="2722"/>
                  <a:pt x="4650" y="2672"/>
                  <a:pt x="4338" y="2481"/>
                </a:cubicBezTo>
                <a:cubicBezTo>
                  <a:pt x="4338" y="2481"/>
                  <a:pt x="4213" y="1518"/>
                  <a:pt x="4748" y="857"/>
                </a:cubicBezTo>
                <a:cubicBezTo>
                  <a:pt x="4748" y="857"/>
                  <a:pt x="3990" y="750"/>
                  <a:pt x="397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9" name="Google Shape;2499;p23"/>
          <p:cNvSpPr/>
          <p:nvPr/>
        </p:nvSpPr>
        <p:spPr>
          <a:xfrm rot="2831864">
            <a:off x="7126405" y="580941"/>
            <a:ext cx="323622" cy="413144"/>
          </a:xfrm>
          <a:custGeom>
            <a:avLst/>
            <a:gdLst/>
            <a:ahLst/>
            <a:cxnLst/>
            <a:rect l="l" t="t" r="r" b="b"/>
            <a:pathLst>
              <a:path w="3615" h="4615" extrusionOk="0">
                <a:moveTo>
                  <a:pt x="1589" y="0"/>
                </a:moveTo>
                <a:cubicBezTo>
                  <a:pt x="1401" y="233"/>
                  <a:pt x="1009" y="536"/>
                  <a:pt x="277" y="518"/>
                </a:cubicBezTo>
                <a:cubicBezTo>
                  <a:pt x="277" y="518"/>
                  <a:pt x="1196" y="973"/>
                  <a:pt x="732" y="1705"/>
                </a:cubicBezTo>
                <a:cubicBezTo>
                  <a:pt x="732" y="1705"/>
                  <a:pt x="1392" y="1500"/>
                  <a:pt x="1687" y="1928"/>
                </a:cubicBezTo>
                <a:cubicBezTo>
                  <a:pt x="1981" y="2348"/>
                  <a:pt x="1410" y="2794"/>
                  <a:pt x="455" y="2633"/>
                </a:cubicBezTo>
                <a:cubicBezTo>
                  <a:pt x="455" y="2633"/>
                  <a:pt x="973" y="3579"/>
                  <a:pt x="0" y="4097"/>
                </a:cubicBezTo>
                <a:cubicBezTo>
                  <a:pt x="0" y="4097"/>
                  <a:pt x="1080" y="3606"/>
                  <a:pt x="1535" y="4615"/>
                </a:cubicBezTo>
                <a:cubicBezTo>
                  <a:pt x="1535" y="4615"/>
                  <a:pt x="2071" y="3499"/>
                  <a:pt x="2606" y="3579"/>
                </a:cubicBezTo>
                <a:cubicBezTo>
                  <a:pt x="2687" y="3579"/>
                  <a:pt x="2749" y="3633"/>
                  <a:pt x="2785" y="3704"/>
                </a:cubicBezTo>
                <a:cubicBezTo>
                  <a:pt x="3615" y="2357"/>
                  <a:pt x="3044" y="598"/>
                  <a:pt x="1589" y="0"/>
                </a:cubicBezTo>
                <a:close/>
              </a:path>
            </a:pathLst>
          </a:custGeom>
          <a:gradFill>
            <a:gsLst>
              <a:gs pos="0">
                <a:srgbClr val="FFFFFF">
                  <a:alpha val="0"/>
                </a:srgbClr>
              </a:gs>
              <a:gs pos="100000">
                <a:srgbClr val="FFFFFF">
                  <a:alpha val="2196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0" name="Google Shape;2500;p23"/>
          <p:cNvSpPr/>
          <p:nvPr/>
        </p:nvSpPr>
        <p:spPr>
          <a:xfrm rot="2831864">
            <a:off x="7087592" y="569416"/>
            <a:ext cx="549754" cy="602483"/>
          </a:xfrm>
          <a:custGeom>
            <a:avLst/>
            <a:gdLst/>
            <a:ahLst/>
            <a:cxnLst/>
            <a:rect l="l" t="t" r="r" b="b"/>
            <a:pathLst>
              <a:path w="6141" h="6730" extrusionOk="0">
                <a:moveTo>
                  <a:pt x="1551" y="2823"/>
                </a:moveTo>
                <a:cubicBezTo>
                  <a:pt x="1581" y="2844"/>
                  <a:pt x="1609" y="2867"/>
                  <a:pt x="1634" y="2893"/>
                </a:cubicBezTo>
                <a:lnTo>
                  <a:pt x="1634" y="2893"/>
                </a:lnTo>
                <a:cubicBezTo>
                  <a:pt x="1609" y="2867"/>
                  <a:pt x="1581" y="2843"/>
                  <a:pt x="1551" y="2823"/>
                </a:cubicBezTo>
                <a:close/>
                <a:moveTo>
                  <a:pt x="599" y="5016"/>
                </a:moveTo>
                <a:cubicBezTo>
                  <a:pt x="551" y="5016"/>
                  <a:pt x="503" y="5019"/>
                  <a:pt x="455" y="5025"/>
                </a:cubicBezTo>
                <a:cubicBezTo>
                  <a:pt x="359" y="5036"/>
                  <a:pt x="266" y="5055"/>
                  <a:pt x="175" y="5083"/>
                </a:cubicBezTo>
                <a:lnTo>
                  <a:pt x="175" y="5083"/>
                </a:lnTo>
                <a:cubicBezTo>
                  <a:pt x="264" y="5058"/>
                  <a:pt x="355" y="5039"/>
                  <a:pt x="446" y="5034"/>
                </a:cubicBezTo>
                <a:cubicBezTo>
                  <a:pt x="497" y="5028"/>
                  <a:pt x="548" y="5025"/>
                  <a:pt x="598" y="5025"/>
                </a:cubicBezTo>
                <a:cubicBezTo>
                  <a:pt x="699" y="5025"/>
                  <a:pt x="801" y="5037"/>
                  <a:pt x="902" y="5061"/>
                </a:cubicBezTo>
                <a:cubicBezTo>
                  <a:pt x="804" y="5030"/>
                  <a:pt x="702" y="5016"/>
                  <a:pt x="599" y="5016"/>
                </a:cubicBezTo>
                <a:close/>
                <a:moveTo>
                  <a:pt x="1634" y="2893"/>
                </a:moveTo>
                <a:lnTo>
                  <a:pt x="1634" y="2893"/>
                </a:lnTo>
                <a:cubicBezTo>
                  <a:pt x="1661" y="2919"/>
                  <a:pt x="1684" y="2949"/>
                  <a:pt x="1705" y="2981"/>
                </a:cubicBezTo>
                <a:cubicBezTo>
                  <a:pt x="1776" y="3070"/>
                  <a:pt x="1794" y="3195"/>
                  <a:pt x="1750" y="3302"/>
                </a:cubicBezTo>
                <a:cubicBezTo>
                  <a:pt x="1696" y="3410"/>
                  <a:pt x="1616" y="3490"/>
                  <a:pt x="1517" y="3543"/>
                </a:cubicBezTo>
                <a:cubicBezTo>
                  <a:pt x="1410" y="3597"/>
                  <a:pt x="1303" y="3633"/>
                  <a:pt x="1187" y="3651"/>
                </a:cubicBezTo>
                <a:cubicBezTo>
                  <a:pt x="1071" y="3673"/>
                  <a:pt x="955" y="3684"/>
                  <a:pt x="839" y="3684"/>
                </a:cubicBezTo>
                <a:cubicBezTo>
                  <a:pt x="723" y="3684"/>
                  <a:pt x="607" y="3673"/>
                  <a:pt x="491" y="3651"/>
                </a:cubicBezTo>
                <a:lnTo>
                  <a:pt x="464" y="3651"/>
                </a:lnTo>
                <a:lnTo>
                  <a:pt x="473" y="3677"/>
                </a:lnTo>
                <a:cubicBezTo>
                  <a:pt x="474" y="3679"/>
                  <a:pt x="475" y="3681"/>
                  <a:pt x="476" y="3683"/>
                </a:cubicBezTo>
                <a:lnTo>
                  <a:pt x="476" y="3683"/>
                </a:lnTo>
                <a:lnTo>
                  <a:pt x="464" y="3695"/>
                </a:lnTo>
                <a:cubicBezTo>
                  <a:pt x="471" y="3696"/>
                  <a:pt x="477" y="3698"/>
                  <a:pt x="484" y="3699"/>
                </a:cubicBezTo>
                <a:lnTo>
                  <a:pt x="484" y="3699"/>
                </a:lnTo>
                <a:cubicBezTo>
                  <a:pt x="541" y="3818"/>
                  <a:pt x="581" y="3953"/>
                  <a:pt x="598" y="4079"/>
                </a:cubicBezTo>
                <a:cubicBezTo>
                  <a:pt x="616" y="4222"/>
                  <a:pt x="607" y="4365"/>
                  <a:pt x="571" y="4507"/>
                </a:cubicBezTo>
                <a:cubicBezTo>
                  <a:pt x="527" y="4641"/>
                  <a:pt x="455" y="4766"/>
                  <a:pt x="357" y="4873"/>
                </a:cubicBezTo>
                <a:cubicBezTo>
                  <a:pt x="313" y="4927"/>
                  <a:pt x="259" y="4971"/>
                  <a:pt x="197" y="5016"/>
                </a:cubicBezTo>
                <a:cubicBezTo>
                  <a:pt x="143" y="5052"/>
                  <a:pt x="81" y="5087"/>
                  <a:pt x="18" y="5123"/>
                </a:cubicBezTo>
                <a:lnTo>
                  <a:pt x="18" y="5134"/>
                </a:lnTo>
                <a:lnTo>
                  <a:pt x="18" y="5134"/>
                </a:lnTo>
                <a:cubicBezTo>
                  <a:pt x="12" y="5137"/>
                  <a:pt x="6" y="5139"/>
                  <a:pt x="0" y="5141"/>
                </a:cubicBezTo>
                <a:lnTo>
                  <a:pt x="9" y="5150"/>
                </a:lnTo>
                <a:cubicBezTo>
                  <a:pt x="23" y="5142"/>
                  <a:pt x="37" y="5135"/>
                  <a:pt x="50" y="5127"/>
                </a:cubicBezTo>
                <a:lnTo>
                  <a:pt x="50" y="5127"/>
                </a:lnTo>
                <a:cubicBezTo>
                  <a:pt x="92" y="5110"/>
                  <a:pt x="133" y="5096"/>
                  <a:pt x="175" y="5083"/>
                </a:cubicBezTo>
                <a:lnTo>
                  <a:pt x="175" y="5083"/>
                </a:lnTo>
                <a:cubicBezTo>
                  <a:pt x="141" y="5092"/>
                  <a:pt x="108" y="5103"/>
                  <a:pt x="75" y="5114"/>
                </a:cubicBezTo>
                <a:lnTo>
                  <a:pt x="75" y="5114"/>
                </a:lnTo>
                <a:cubicBezTo>
                  <a:pt x="115" y="5093"/>
                  <a:pt x="153" y="5072"/>
                  <a:pt x="188" y="5043"/>
                </a:cubicBezTo>
                <a:cubicBezTo>
                  <a:pt x="250" y="4998"/>
                  <a:pt x="304" y="4954"/>
                  <a:pt x="357" y="4900"/>
                </a:cubicBezTo>
                <a:cubicBezTo>
                  <a:pt x="455" y="4793"/>
                  <a:pt x="527" y="4668"/>
                  <a:pt x="571" y="4525"/>
                </a:cubicBezTo>
                <a:cubicBezTo>
                  <a:pt x="616" y="4382"/>
                  <a:pt x="625" y="4240"/>
                  <a:pt x="607" y="4097"/>
                </a:cubicBezTo>
                <a:cubicBezTo>
                  <a:pt x="582" y="3962"/>
                  <a:pt x="549" y="3828"/>
                  <a:pt x="493" y="3700"/>
                </a:cubicBezTo>
                <a:lnTo>
                  <a:pt x="493" y="3700"/>
                </a:lnTo>
                <a:cubicBezTo>
                  <a:pt x="611" y="3722"/>
                  <a:pt x="732" y="3733"/>
                  <a:pt x="852" y="3733"/>
                </a:cubicBezTo>
                <a:cubicBezTo>
                  <a:pt x="959" y="3733"/>
                  <a:pt x="1065" y="3724"/>
                  <a:pt x="1169" y="3704"/>
                </a:cubicBezTo>
                <a:cubicBezTo>
                  <a:pt x="1285" y="3686"/>
                  <a:pt x="1401" y="3651"/>
                  <a:pt x="1509" y="3588"/>
                </a:cubicBezTo>
                <a:cubicBezTo>
                  <a:pt x="1616" y="3543"/>
                  <a:pt x="1705" y="3454"/>
                  <a:pt x="1758" y="3338"/>
                </a:cubicBezTo>
                <a:cubicBezTo>
                  <a:pt x="1803" y="3222"/>
                  <a:pt x="1785" y="3088"/>
                  <a:pt x="1714" y="2990"/>
                </a:cubicBezTo>
                <a:cubicBezTo>
                  <a:pt x="1692" y="2955"/>
                  <a:pt x="1665" y="2923"/>
                  <a:pt x="1634" y="2893"/>
                </a:cubicBezTo>
                <a:close/>
                <a:moveTo>
                  <a:pt x="902" y="5061"/>
                </a:moveTo>
                <a:cubicBezTo>
                  <a:pt x="937" y="5079"/>
                  <a:pt x="973" y="5087"/>
                  <a:pt x="1018" y="5105"/>
                </a:cubicBezTo>
                <a:lnTo>
                  <a:pt x="1116" y="5150"/>
                </a:lnTo>
                <a:cubicBezTo>
                  <a:pt x="1178" y="5195"/>
                  <a:pt x="1241" y="5239"/>
                  <a:pt x="1294" y="5293"/>
                </a:cubicBezTo>
                <a:cubicBezTo>
                  <a:pt x="1348" y="5346"/>
                  <a:pt x="1401" y="5400"/>
                  <a:pt x="1446" y="5462"/>
                </a:cubicBezTo>
                <a:cubicBezTo>
                  <a:pt x="1491" y="5516"/>
                  <a:pt x="1517" y="5587"/>
                  <a:pt x="1562" y="5650"/>
                </a:cubicBezTo>
                <a:cubicBezTo>
                  <a:pt x="1500" y="5507"/>
                  <a:pt x="1410" y="5382"/>
                  <a:pt x="1294" y="5275"/>
                </a:cubicBezTo>
                <a:cubicBezTo>
                  <a:pt x="1241" y="5221"/>
                  <a:pt x="1187" y="5177"/>
                  <a:pt x="1116" y="5141"/>
                </a:cubicBezTo>
                <a:lnTo>
                  <a:pt x="1018" y="5096"/>
                </a:lnTo>
                <a:cubicBezTo>
                  <a:pt x="982" y="5079"/>
                  <a:pt x="946" y="5070"/>
                  <a:pt x="902" y="5061"/>
                </a:cubicBezTo>
                <a:close/>
                <a:moveTo>
                  <a:pt x="4008" y="0"/>
                </a:moveTo>
                <a:lnTo>
                  <a:pt x="3963" y="98"/>
                </a:lnTo>
                <a:cubicBezTo>
                  <a:pt x="3927" y="179"/>
                  <a:pt x="3883" y="268"/>
                  <a:pt x="3820" y="348"/>
                </a:cubicBezTo>
                <a:cubicBezTo>
                  <a:pt x="3767" y="429"/>
                  <a:pt x="3695" y="491"/>
                  <a:pt x="3624" y="554"/>
                </a:cubicBezTo>
                <a:cubicBezTo>
                  <a:pt x="3564" y="594"/>
                  <a:pt x="3493" y="614"/>
                  <a:pt x="3424" y="614"/>
                </a:cubicBezTo>
                <a:cubicBezTo>
                  <a:pt x="3401" y="614"/>
                  <a:pt x="3378" y="612"/>
                  <a:pt x="3356" y="607"/>
                </a:cubicBezTo>
                <a:cubicBezTo>
                  <a:pt x="3267" y="580"/>
                  <a:pt x="3178" y="536"/>
                  <a:pt x="3115" y="473"/>
                </a:cubicBezTo>
                <a:lnTo>
                  <a:pt x="3062" y="429"/>
                </a:lnTo>
                <a:lnTo>
                  <a:pt x="3070" y="491"/>
                </a:lnTo>
                <a:cubicBezTo>
                  <a:pt x="3072" y="500"/>
                  <a:pt x="3073" y="508"/>
                  <a:pt x="3074" y="516"/>
                </a:cubicBezTo>
                <a:lnTo>
                  <a:pt x="3074" y="516"/>
                </a:lnTo>
                <a:lnTo>
                  <a:pt x="3070" y="518"/>
                </a:lnTo>
                <a:cubicBezTo>
                  <a:pt x="3072" y="519"/>
                  <a:pt x="3073" y="520"/>
                  <a:pt x="3074" y="521"/>
                </a:cubicBezTo>
                <a:lnTo>
                  <a:pt x="3074" y="521"/>
                </a:lnTo>
                <a:cubicBezTo>
                  <a:pt x="3095" y="700"/>
                  <a:pt x="3077" y="885"/>
                  <a:pt x="3035" y="1062"/>
                </a:cubicBezTo>
                <a:cubicBezTo>
                  <a:pt x="2999" y="1152"/>
                  <a:pt x="2954" y="1232"/>
                  <a:pt x="2901" y="1303"/>
                </a:cubicBezTo>
                <a:cubicBezTo>
                  <a:pt x="2838" y="1384"/>
                  <a:pt x="2758" y="1428"/>
                  <a:pt x="2669" y="1437"/>
                </a:cubicBezTo>
                <a:cubicBezTo>
                  <a:pt x="2571" y="1437"/>
                  <a:pt x="2481" y="1419"/>
                  <a:pt x="2401" y="1366"/>
                </a:cubicBezTo>
                <a:cubicBezTo>
                  <a:pt x="2321" y="1321"/>
                  <a:pt x="2240" y="1268"/>
                  <a:pt x="2169" y="1196"/>
                </a:cubicBezTo>
                <a:cubicBezTo>
                  <a:pt x="2017" y="1071"/>
                  <a:pt x="1892" y="928"/>
                  <a:pt x="1776" y="777"/>
                </a:cubicBezTo>
                <a:lnTo>
                  <a:pt x="1758" y="741"/>
                </a:lnTo>
                <a:lnTo>
                  <a:pt x="1741" y="777"/>
                </a:lnTo>
                <a:cubicBezTo>
                  <a:pt x="1678" y="911"/>
                  <a:pt x="1598" y="1027"/>
                  <a:pt x="1500" y="1125"/>
                </a:cubicBezTo>
                <a:cubicBezTo>
                  <a:pt x="1393" y="1223"/>
                  <a:pt x="1277" y="1303"/>
                  <a:pt x="1143" y="1375"/>
                </a:cubicBezTo>
                <a:cubicBezTo>
                  <a:pt x="1009" y="1428"/>
                  <a:pt x="875" y="1473"/>
                  <a:pt x="732" y="1500"/>
                </a:cubicBezTo>
                <a:cubicBezTo>
                  <a:pt x="661" y="1517"/>
                  <a:pt x="589" y="1526"/>
                  <a:pt x="518" y="1526"/>
                </a:cubicBezTo>
                <a:lnTo>
                  <a:pt x="232" y="1526"/>
                </a:lnTo>
                <a:lnTo>
                  <a:pt x="293" y="1561"/>
                </a:lnTo>
                <a:lnTo>
                  <a:pt x="293" y="1561"/>
                </a:lnTo>
                <a:lnTo>
                  <a:pt x="286" y="1589"/>
                </a:lnTo>
                <a:cubicBezTo>
                  <a:pt x="306" y="1589"/>
                  <a:pt x="325" y="1589"/>
                  <a:pt x="344" y="1590"/>
                </a:cubicBezTo>
                <a:lnTo>
                  <a:pt x="344" y="1590"/>
                </a:lnTo>
                <a:cubicBezTo>
                  <a:pt x="425" y="1640"/>
                  <a:pt x="506" y="1700"/>
                  <a:pt x="580" y="1767"/>
                </a:cubicBezTo>
                <a:cubicBezTo>
                  <a:pt x="679" y="1848"/>
                  <a:pt x="750" y="1946"/>
                  <a:pt x="803" y="2053"/>
                </a:cubicBezTo>
                <a:cubicBezTo>
                  <a:pt x="857" y="2160"/>
                  <a:pt x="884" y="2276"/>
                  <a:pt x="866" y="2392"/>
                </a:cubicBezTo>
                <a:cubicBezTo>
                  <a:pt x="848" y="2517"/>
                  <a:pt x="812" y="2624"/>
                  <a:pt x="750" y="2731"/>
                </a:cubicBezTo>
                <a:lnTo>
                  <a:pt x="743" y="2746"/>
                </a:lnTo>
                <a:lnTo>
                  <a:pt x="743" y="2746"/>
                </a:lnTo>
                <a:cubicBezTo>
                  <a:pt x="739" y="2747"/>
                  <a:pt x="736" y="2748"/>
                  <a:pt x="732" y="2749"/>
                </a:cubicBezTo>
                <a:lnTo>
                  <a:pt x="738" y="2755"/>
                </a:lnTo>
                <a:lnTo>
                  <a:pt x="738" y="2755"/>
                </a:lnTo>
                <a:lnTo>
                  <a:pt x="732" y="2767"/>
                </a:lnTo>
                <a:lnTo>
                  <a:pt x="746" y="2763"/>
                </a:lnTo>
                <a:lnTo>
                  <a:pt x="746" y="2763"/>
                </a:lnTo>
                <a:lnTo>
                  <a:pt x="759" y="2776"/>
                </a:lnTo>
                <a:cubicBezTo>
                  <a:pt x="762" y="2770"/>
                  <a:pt x="766" y="2764"/>
                  <a:pt x="769" y="2758"/>
                </a:cubicBezTo>
                <a:lnTo>
                  <a:pt x="769" y="2758"/>
                </a:lnTo>
                <a:cubicBezTo>
                  <a:pt x="877" y="2723"/>
                  <a:pt x="987" y="2706"/>
                  <a:pt x="1097" y="2706"/>
                </a:cubicBezTo>
                <a:cubicBezTo>
                  <a:pt x="1214" y="2706"/>
                  <a:pt x="1331" y="2726"/>
                  <a:pt x="1446" y="2767"/>
                </a:cubicBezTo>
                <a:cubicBezTo>
                  <a:pt x="1483" y="2782"/>
                  <a:pt x="1518" y="2801"/>
                  <a:pt x="1551" y="2823"/>
                </a:cubicBezTo>
                <a:lnTo>
                  <a:pt x="1551" y="2823"/>
                </a:lnTo>
                <a:cubicBezTo>
                  <a:pt x="1516" y="2798"/>
                  <a:pt x="1477" y="2777"/>
                  <a:pt x="1437" y="2758"/>
                </a:cubicBezTo>
                <a:cubicBezTo>
                  <a:pt x="1330" y="2713"/>
                  <a:pt x="1205" y="2696"/>
                  <a:pt x="1089" y="2696"/>
                </a:cubicBezTo>
                <a:cubicBezTo>
                  <a:pt x="989" y="2696"/>
                  <a:pt x="883" y="2709"/>
                  <a:pt x="782" y="2735"/>
                </a:cubicBezTo>
                <a:lnTo>
                  <a:pt x="782" y="2735"/>
                </a:lnTo>
                <a:cubicBezTo>
                  <a:pt x="832" y="2639"/>
                  <a:pt x="868" y="2537"/>
                  <a:pt x="884" y="2428"/>
                </a:cubicBezTo>
                <a:cubicBezTo>
                  <a:pt x="893" y="2303"/>
                  <a:pt x="875" y="2178"/>
                  <a:pt x="821" y="2062"/>
                </a:cubicBezTo>
                <a:cubicBezTo>
                  <a:pt x="759" y="1955"/>
                  <a:pt x="687" y="1857"/>
                  <a:pt x="598" y="1767"/>
                </a:cubicBezTo>
                <a:cubicBezTo>
                  <a:pt x="526" y="1703"/>
                  <a:pt x="443" y="1644"/>
                  <a:pt x="357" y="1591"/>
                </a:cubicBezTo>
                <a:lnTo>
                  <a:pt x="357" y="1591"/>
                </a:lnTo>
                <a:cubicBezTo>
                  <a:pt x="383" y="1592"/>
                  <a:pt x="408" y="1593"/>
                  <a:pt x="433" y="1593"/>
                </a:cubicBezTo>
                <a:cubicBezTo>
                  <a:pt x="457" y="1593"/>
                  <a:pt x="482" y="1592"/>
                  <a:pt x="509" y="1589"/>
                </a:cubicBezTo>
                <a:cubicBezTo>
                  <a:pt x="589" y="1580"/>
                  <a:pt x="661" y="1571"/>
                  <a:pt x="732" y="1562"/>
                </a:cubicBezTo>
                <a:cubicBezTo>
                  <a:pt x="875" y="1535"/>
                  <a:pt x="1018" y="1491"/>
                  <a:pt x="1152" y="1428"/>
                </a:cubicBezTo>
                <a:cubicBezTo>
                  <a:pt x="1418" y="1308"/>
                  <a:pt x="1626" y="1097"/>
                  <a:pt x="1761" y="842"/>
                </a:cubicBezTo>
                <a:lnTo>
                  <a:pt x="1761" y="842"/>
                </a:lnTo>
                <a:cubicBezTo>
                  <a:pt x="1864" y="991"/>
                  <a:pt x="1991" y="1124"/>
                  <a:pt x="2133" y="1250"/>
                </a:cubicBezTo>
                <a:cubicBezTo>
                  <a:pt x="2205" y="1312"/>
                  <a:pt x="2285" y="1375"/>
                  <a:pt x="2374" y="1419"/>
                </a:cubicBezTo>
                <a:cubicBezTo>
                  <a:pt x="2464" y="1473"/>
                  <a:pt x="2562" y="1500"/>
                  <a:pt x="2669" y="1500"/>
                </a:cubicBezTo>
                <a:cubicBezTo>
                  <a:pt x="2767" y="1491"/>
                  <a:pt x="2865" y="1437"/>
                  <a:pt x="2928" y="1348"/>
                </a:cubicBezTo>
                <a:cubicBezTo>
                  <a:pt x="2990" y="1276"/>
                  <a:pt x="3035" y="1187"/>
                  <a:pt x="3070" y="1089"/>
                </a:cubicBezTo>
                <a:cubicBezTo>
                  <a:pt x="3119" y="921"/>
                  <a:pt x="3138" y="738"/>
                  <a:pt x="3122" y="560"/>
                </a:cubicBezTo>
                <a:lnTo>
                  <a:pt x="3122" y="560"/>
                </a:lnTo>
                <a:cubicBezTo>
                  <a:pt x="3188" y="610"/>
                  <a:pt x="3260" y="648"/>
                  <a:pt x="3338" y="670"/>
                </a:cubicBezTo>
                <a:cubicBezTo>
                  <a:pt x="3364" y="674"/>
                  <a:pt x="3390" y="676"/>
                  <a:pt x="3416" y="676"/>
                </a:cubicBezTo>
                <a:cubicBezTo>
                  <a:pt x="3496" y="676"/>
                  <a:pt x="3574" y="654"/>
                  <a:pt x="3642" y="607"/>
                </a:cubicBezTo>
                <a:cubicBezTo>
                  <a:pt x="3722" y="554"/>
                  <a:pt x="3802" y="473"/>
                  <a:pt x="3856" y="393"/>
                </a:cubicBezTo>
                <a:cubicBezTo>
                  <a:pt x="3900" y="336"/>
                  <a:pt x="3935" y="276"/>
                  <a:pt x="3967" y="214"/>
                </a:cubicBezTo>
                <a:lnTo>
                  <a:pt x="3967" y="214"/>
                </a:lnTo>
                <a:cubicBezTo>
                  <a:pt x="3975" y="291"/>
                  <a:pt x="3993" y="366"/>
                  <a:pt x="4025" y="438"/>
                </a:cubicBezTo>
                <a:cubicBezTo>
                  <a:pt x="4061" y="545"/>
                  <a:pt x="4115" y="634"/>
                  <a:pt x="4195" y="714"/>
                </a:cubicBezTo>
                <a:cubicBezTo>
                  <a:pt x="4266" y="786"/>
                  <a:pt x="4356" y="857"/>
                  <a:pt x="4454" y="902"/>
                </a:cubicBezTo>
                <a:cubicBezTo>
                  <a:pt x="4538" y="948"/>
                  <a:pt x="4629" y="981"/>
                  <a:pt x="4721" y="1000"/>
                </a:cubicBezTo>
                <a:lnTo>
                  <a:pt x="4721" y="1000"/>
                </a:lnTo>
                <a:cubicBezTo>
                  <a:pt x="4644" y="1106"/>
                  <a:pt x="4581" y="1219"/>
                  <a:pt x="4525" y="1339"/>
                </a:cubicBezTo>
                <a:cubicBezTo>
                  <a:pt x="4463" y="1464"/>
                  <a:pt x="4418" y="1607"/>
                  <a:pt x="4382" y="1749"/>
                </a:cubicBezTo>
                <a:cubicBezTo>
                  <a:pt x="4356" y="1883"/>
                  <a:pt x="4338" y="2026"/>
                  <a:pt x="4329" y="2178"/>
                </a:cubicBezTo>
                <a:cubicBezTo>
                  <a:pt x="4320" y="2321"/>
                  <a:pt x="4320" y="2463"/>
                  <a:pt x="4338" y="2606"/>
                </a:cubicBezTo>
                <a:lnTo>
                  <a:pt x="4338" y="2624"/>
                </a:lnTo>
                <a:lnTo>
                  <a:pt x="4347" y="2624"/>
                </a:lnTo>
                <a:cubicBezTo>
                  <a:pt x="4463" y="2687"/>
                  <a:pt x="4588" y="2740"/>
                  <a:pt x="4713" y="2785"/>
                </a:cubicBezTo>
                <a:cubicBezTo>
                  <a:pt x="4846" y="2820"/>
                  <a:pt x="4971" y="2838"/>
                  <a:pt x="5105" y="2856"/>
                </a:cubicBezTo>
                <a:cubicBezTo>
                  <a:pt x="5170" y="2861"/>
                  <a:pt x="5235" y="2863"/>
                  <a:pt x="5300" y="2863"/>
                </a:cubicBezTo>
                <a:cubicBezTo>
                  <a:pt x="5478" y="2863"/>
                  <a:pt x="5655" y="2846"/>
                  <a:pt x="5832" y="2810"/>
                </a:cubicBezTo>
                <a:lnTo>
                  <a:pt x="5832" y="2810"/>
                </a:lnTo>
                <a:cubicBezTo>
                  <a:pt x="5779" y="2877"/>
                  <a:pt x="5742" y="2960"/>
                  <a:pt x="5721" y="3044"/>
                </a:cubicBezTo>
                <a:cubicBezTo>
                  <a:pt x="5712" y="3160"/>
                  <a:pt x="5721" y="3267"/>
                  <a:pt x="5757" y="3374"/>
                </a:cubicBezTo>
                <a:cubicBezTo>
                  <a:pt x="5832" y="3565"/>
                  <a:pt x="5930" y="3742"/>
                  <a:pt x="6059" y="3902"/>
                </a:cubicBezTo>
                <a:lnTo>
                  <a:pt x="6059" y="3902"/>
                </a:lnTo>
                <a:cubicBezTo>
                  <a:pt x="5988" y="3907"/>
                  <a:pt x="5921" y="3924"/>
                  <a:pt x="5855" y="3954"/>
                </a:cubicBezTo>
                <a:cubicBezTo>
                  <a:pt x="5784" y="3990"/>
                  <a:pt x="5712" y="4043"/>
                  <a:pt x="5668" y="4115"/>
                </a:cubicBezTo>
                <a:cubicBezTo>
                  <a:pt x="5623" y="4177"/>
                  <a:pt x="5587" y="4257"/>
                  <a:pt x="5560" y="4338"/>
                </a:cubicBezTo>
                <a:cubicBezTo>
                  <a:pt x="5545" y="4408"/>
                  <a:pt x="5536" y="4479"/>
                  <a:pt x="5534" y="4550"/>
                </a:cubicBezTo>
                <a:lnTo>
                  <a:pt x="5534" y="4550"/>
                </a:lnTo>
                <a:cubicBezTo>
                  <a:pt x="5372" y="4484"/>
                  <a:pt x="5203" y="4435"/>
                  <a:pt x="5025" y="4409"/>
                </a:cubicBezTo>
                <a:cubicBezTo>
                  <a:pt x="4987" y="4402"/>
                  <a:pt x="4950" y="4399"/>
                  <a:pt x="4913" y="4399"/>
                </a:cubicBezTo>
                <a:cubicBezTo>
                  <a:pt x="4853" y="4399"/>
                  <a:pt x="4795" y="4407"/>
                  <a:pt x="4739" y="4418"/>
                </a:cubicBezTo>
                <a:cubicBezTo>
                  <a:pt x="4641" y="4445"/>
                  <a:pt x="4570" y="4516"/>
                  <a:pt x="4534" y="4605"/>
                </a:cubicBezTo>
                <a:cubicBezTo>
                  <a:pt x="4498" y="4695"/>
                  <a:pt x="4489" y="4793"/>
                  <a:pt x="4498" y="4891"/>
                </a:cubicBezTo>
                <a:cubicBezTo>
                  <a:pt x="4507" y="4980"/>
                  <a:pt x="4516" y="5070"/>
                  <a:pt x="4534" y="5168"/>
                </a:cubicBezTo>
                <a:cubicBezTo>
                  <a:pt x="4568" y="5337"/>
                  <a:pt x="4618" y="5507"/>
                  <a:pt x="4684" y="5677"/>
                </a:cubicBezTo>
                <a:lnTo>
                  <a:pt x="4684" y="5677"/>
                </a:lnTo>
                <a:cubicBezTo>
                  <a:pt x="4548" y="5680"/>
                  <a:pt x="4412" y="5715"/>
                  <a:pt x="4284" y="5775"/>
                </a:cubicBezTo>
                <a:cubicBezTo>
                  <a:pt x="4150" y="5837"/>
                  <a:pt x="4025" y="5917"/>
                  <a:pt x="3918" y="6016"/>
                </a:cubicBezTo>
                <a:cubicBezTo>
                  <a:pt x="3811" y="6114"/>
                  <a:pt x="3713" y="6221"/>
                  <a:pt x="3624" y="6337"/>
                </a:cubicBezTo>
                <a:cubicBezTo>
                  <a:pt x="3532" y="6437"/>
                  <a:pt x="3456" y="6553"/>
                  <a:pt x="3388" y="6669"/>
                </a:cubicBezTo>
                <a:lnTo>
                  <a:pt x="3388" y="6669"/>
                </a:lnTo>
                <a:lnTo>
                  <a:pt x="3365" y="6515"/>
                </a:lnTo>
                <a:cubicBezTo>
                  <a:pt x="3356" y="6453"/>
                  <a:pt x="3338" y="6399"/>
                  <a:pt x="3320" y="6337"/>
                </a:cubicBezTo>
                <a:cubicBezTo>
                  <a:pt x="3285" y="6221"/>
                  <a:pt x="3222" y="6114"/>
                  <a:pt x="3142" y="6025"/>
                </a:cubicBezTo>
                <a:cubicBezTo>
                  <a:pt x="2994" y="5852"/>
                  <a:pt x="2785" y="5755"/>
                  <a:pt x="2557" y="5755"/>
                </a:cubicBezTo>
                <a:cubicBezTo>
                  <a:pt x="2543" y="5755"/>
                  <a:pt x="2529" y="5755"/>
                  <a:pt x="2515" y="5756"/>
                </a:cubicBezTo>
                <a:lnTo>
                  <a:pt x="2515" y="5756"/>
                </a:lnTo>
                <a:cubicBezTo>
                  <a:pt x="2645" y="5553"/>
                  <a:pt x="2741" y="5334"/>
                  <a:pt x="2812" y="5105"/>
                </a:cubicBezTo>
                <a:cubicBezTo>
                  <a:pt x="2847" y="4989"/>
                  <a:pt x="2856" y="4864"/>
                  <a:pt x="2821" y="4748"/>
                </a:cubicBezTo>
                <a:cubicBezTo>
                  <a:pt x="2794" y="4686"/>
                  <a:pt x="2749" y="4641"/>
                  <a:pt x="2687" y="4623"/>
                </a:cubicBezTo>
                <a:cubicBezTo>
                  <a:pt x="2647" y="4610"/>
                  <a:pt x="2603" y="4602"/>
                  <a:pt x="2558" y="4602"/>
                </a:cubicBezTo>
                <a:cubicBezTo>
                  <a:pt x="2542" y="4602"/>
                  <a:pt x="2525" y="4603"/>
                  <a:pt x="2508" y="4605"/>
                </a:cubicBezTo>
                <a:cubicBezTo>
                  <a:pt x="2392" y="4632"/>
                  <a:pt x="2276" y="4686"/>
                  <a:pt x="2187" y="4775"/>
                </a:cubicBezTo>
                <a:cubicBezTo>
                  <a:pt x="2098" y="4846"/>
                  <a:pt x="2008" y="4936"/>
                  <a:pt x="1937" y="5034"/>
                </a:cubicBezTo>
                <a:cubicBezTo>
                  <a:pt x="1794" y="5221"/>
                  <a:pt x="1660" y="5436"/>
                  <a:pt x="1562" y="5650"/>
                </a:cubicBezTo>
                <a:cubicBezTo>
                  <a:pt x="1669" y="5436"/>
                  <a:pt x="1794" y="5221"/>
                  <a:pt x="1946" y="5034"/>
                </a:cubicBezTo>
                <a:cubicBezTo>
                  <a:pt x="2017" y="4936"/>
                  <a:pt x="2098" y="4855"/>
                  <a:pt x="2196" y="4775"/>
                </a:cubicBezTo>
                <a:cubicBezTo>
                  <a:pt x="2285" y="4695"/>
                  <a:pt x="2392" y="4641"/>
                  <a:pt x="2508" y="4614"/>
                </a:cubicBezTo>
                <a:cubicBezTo>
                  <a:pt x="2525" y="4612"/>
                  <a:pt x="2542" y="4611"/>
                  <a:pt x="2558" y="4611"/>
                </a:cubicBezTo>
                <a:cubicBezTo>
                  <a:pt x="2603" y="4611"/>
                  <a:pt x="2647" y="4619"/>
                  <a:pt x="2687" y="4632"/>
                </a:cubicBezTo>
                <a:cubicBezTo>
                  <a:pt x="2740" y="4650"/>
                  <a:pt x="2785" y="4695"/>
                  <a:pt x="2812" y="4748"/>
                </a:cubicBezTo>
                <a:cubicBezTo>
                  <a:pt x="2838" y="4864"/>
                  <a:pt x="2838" y="4989"/>
                  <a:pt x="2794" y="5105"/>
                </a:cubicBezTo>
                <a:cubicBezTo>
                  <a:pt x="2722" y="5328"/>
                  <a:pt x="2624" y="5552"/>
                  <a:pt x="2499" y="5757"/>
                </a:cubicBezTo>
                <a:lnTo>
                  <a:pt x="2490" y="5775"/>
                </a:lnTo>
                <a:lnTo>
                  <a:pt x="2508" y="5775"/>
                </a:lnTo>
                <a:cubicBezTo>
                  <a:pt x="2518" y="5774"/>
                  <a:pt x="2528" y="5774"/>
                  <a:pt x="2537" y="5774"/>
                </a:cubicBezTo>
                <a:cubicBezTo>
                  <a:pt x="2760" y="5774"/>
                  <a:pt x="2979" y="5871"/>
                  <a:pt x="3133" y="6042"/>
                </a:cubicBezTo>
                <a:cubicBezTo>
                  <a:pt x="3204" y="6132"/>
                  <a:pt x="3258" y="6239"/>
                  <a:pt x="3294" y="6346"/>
                </a:cubicBezTo>
                <a:cubicBezTo>
                  <a:pt x="3320" y="6408"/>
                  <a:pt x="3329" y="6462"/>
                  <a:pt x="3347" y="6515"/>
                </a:cubicBezTo>
                <a:lnTo>
                  <a:pt x="3374" y="6694"/>
                </a:lnTo>
                <a:lnTo>
                  <a:pt x="3374" y="6730"/>
                </a:lnTo>
                <a:lnTo>
                  <a:pt x="3401" y="6694"/>
                </a:lnTo>
                <a:cubicBezTo>
                  <a:pt x="3472" y="6578"/>
                  <a:pt x="3552" y="6453"/>
                  <a:pt x="3642" y="6346"/>
                </a:cubicBezTo>
                <a:cubicBezTo>
                  <a:pt x="3731" y="6230"/>
                  <a:pt x="3838" y="6132"/>
                  <a:pt x="3945" y="6033"/>
                </a:cubicBezTo>
                <a:cubicBezTo>
                  <a:pt x="4052" y="5935"/>
                  <a:pt x="4168" y="5855"/>
                  <a:pt x="4302" y="5793"/>
                </a:cubicBezTo>
                <a:cubicBezTo>
                  <a:pt x="4427" y="5730"/>
                  <a:pt x="4570" y="5703"/>
                  <a:pt x="4713" y="5703"/>
                </a:cubicBezTo>
                <a:lnTo>
                  <a:pt x="4730" y="5703"/>
                </a:lnTo>
                <a:lnTo>
                  <a:pt x="4722" y="5676"/>
                </a:lnTo>
                <a:cubicBezTo>
                  <a:pt x="4659" y="5507"/>
                  <a:pt x="4606" y="5328"/>
                  <a:pt x="4570" y="5150"/>
                </a:cubicBezTo>
                <a:cubicBezTo>
                  <a:pt x="4552" y="5061"/>
                  <a:pt x="4543" y="4971"/>
                  <a:pt x="4534" y="4882"/>
                </a:cubicBezTo>
                <a:cubicBezTo>
                  <a:pt x="4525" y="4793"/>
                  <a:pt x="4534" y="4695"/>
                  <a:pt x="4570" y="4614"/>
                </a:cubicBezTo>
                <a:cubicBezTo>
                  <a:pt x="4597" y="4525"/>
                  <a:pt x="4668" y="4472"/>
                  <a:pt x="4757" y="4445"/>
                </a:cubicBezTo>
                <a:cubicBezTo>
                  <a:pt x="4807" y="4434"/>
                  <a:pt x="4863" y="4426"/>
                  <a:pt x="4920" y="4426"/>
                </a:cubicBezTo>
                <a:cubicBezTo>
                  <a:pt x="4956" y="4426"/>
                  <a:pt x="4991" y="4429"/>
                  <a:pt x="5025" y="4436"/>
                </a:cubicBezTo>
                <a:cubicBezTo>
                  <a:pt x="5203" y="4463"/>
                  <a:pt x="5382" y="4516"/>
                  <a:pt x="5552" y="4588"/>
                </a:cubicBezTo>
                <a:lnTo>
                  <a:pt x="5578" y="4605"/>
                </a:lnTo>
                <a:lnTo>
                  <a:pt x="5578" y="4570"/>
                </a:lnTo>
                <a:cubicBezTo>
                  <a:pt x="5569" y="4409"/>
                  <a:pt x="5614" y="4257"/>
                  <a:pt x="5703" y="4124"/>
                </a:cubicBezTo>
                <a:cubicBezTo>
                  <a:pt x="5748" y="4061"/>
                  <a:pt x="5810" y="4008"/>
                  <a:pt x="5882" y="3981"/>
                </a:cubicBezTo>
                <a:cubicBezTo>
                  <a:pt x="5946" y="3949"/>
                  <a:pt x="6010" y="3931"/>
                  <a:pt x="6080" y="3928"/>
                </a:cubicBezTo>
                <a:lnTo>
                  <a:pt x="6080" y="3928"/>
                </a:lnTo>
                <a:cubicBezTo>
                  <a:pt x="6082" y="3931"/>
                  <a:pt x="6085" y="3933"/>
                  <a:pt x="6087" y="3936"/>
                </a:cubicBezTo>
                <a:lnTo>
                  <a:pt x="6091" y="3927"/>
                </a:lnTo>
                <a:lnTo>
                  <a:pt x="6091" y="3927"/>
                </a:lnTo>
                <a:cubicBezTo>
                  <a:pt x="6096" y="3927"/>
                  <a:pt x="6100" y="3927"/>
                  <a:pt x="6105" y="3927"/>
                </a:cubicBezTo>
                <a:lnTo>
                  <a:pt x="6141" y="3927"/>
                </a:lnTo>
                <a:lnTo>
                  <a:pt x="6114" y="3900"/>
                </a:lnTo>
                <a:cubicBezTo>
                  <a:pt x="5980" y="3740"/>
                  <a:pt x="5864" y="3552"/>
                  <a:pt x="5801" y="3347"/>
                </a:cubicBezTo>
                <a:cubicBezTo>
                  <a:pt x="5766" y="3249"/>
                  <a:pt x="5748" y="3142"/>
                  <a:pt x="5766" y="3044"/>
                </a:cubicBezTo>
                <a:cubicBezTo>
                  <a:pt x="5782" y="2948"/>
                  <a:pt x="5826" y="2866"/>
                  <a:pt x="5887" y="2799"/>
                </a:cubicBezTo>
                <a:lnTo>
                  <a:pt x="5887" y="2799"/>
                </a:lnTo>
                <a:cubicBezTo>
                  <a:pt x="5894" y="2797"/>
                  <a:pt x="5901" y="2795"/>
                  <a:pt x="5909" y="2794"/>
                </a:cubicBezTo>
                <a:lnTo>
                  <a:pt x="5901" y="2784"/>
                </a:lnTo>
                <a:lnTo>
                  <a:pt x="5901" y="2784"/>
                </a:lnTo>
                <a:cubicBezTo>
                  <a:pt x="5903" y="2781"/>
                  <a:pt x="5906" y="2778"/>
                  <a:pt x="5909" y="2776"/>
                </a:cubicBezTo>
                <a:lnTo>
                  <a:pt x="5971" y="2722"/>
                </a:lnTo>
                <a:lnTo>
                  <a:pt x="5891" y="2740"/>
                </a:lnTo>
                <a:cubicBezTo>
                  <a:pt x="5708" y="2779"/>
                  <a:pt x="5515" y="2804"/>
                  <a:pt x="5324" y="2804"/>
                </a:cubicBezTo>
                <a:cubicBezTo>
                  <a:pt x="5254" y="2804"/>
                  <a:pt x="5184" y="2801"/>
                  <a:pt x="5114" y="2794"/>
                </a:cubicBezTo>
                <a:cubicBezTo>
                  <a:pt x="4980" y="2785"/>
                  <a:pt x="4855" y="2758"/>
                  <a:pt x="4730" y="2722"/>
                </a:cubicBezTo>
                <a:cubicBezTo>
                  <a:pt x="4609" y="2687"/>
                  <a:pt x="4487" y="2636"/>
                  <a:pt x="4381" y="2575"/>
                </a:cubicBezTo>
                <a:lnTo>
                  <a:pt x="4381" y="2575"/>
                </a:lnTo>
                <a:cubicBezTo>
                  <a:pt x="4356" y="2294"/>
                  <a:pt x="4374" y="2013"/>
                  <a:pt x="4436" y="1741"/>
                </a:cubicBezTo>
                <a:cubicBezTo>
                  <a:pt x="4463" y="1607"/>
                  <a:pt x="4507" y="1464"/>
                  <a:pt x="4570" y="1339"/>
                </a:cubicBezTo>
                <a:cubicBezTo>
                  <a:pt x="4632" y="1214"/>
                  <a:pt x="4704" y="1089"/>
                  <a:pt x="4793" y="982"/>
                </a:cubicBezTo>
                <a:lnTo>
                  <a:pt x="4820" y="946"/>
                </a:lnTo>
                <a:lnTo>
                  <a:pt x="4775" y="937"/>
                </a:lnTo>
                <a:cubicBezTo>
                  <a:pt x="4677" y="919"/>
                  <a:pt x="4579" y="884"/>
                  <a:pt x="4489" y="839"/>
                </a:cubicBezTo>
                <a:cubicBezTo>
                  <a:pt x="4391" y="795"/>
                  <a:pt x="4311" y="732"/>
                  <a:pt x="4240" y="661"/>
                </a:cubicBezTo>
                <a:cubicBezTo>
                  <a:pt x="4168" y="589"/>
                  <a:pt x="4106" y="500"/>
                  <a:pt x="4070" y="402"/>
                </a:cubicBezTo>
                <a:cubicBezTo>
                  <a:pt x="4034" y="304"/>
                  <a:pt x="4016" y="205"/>
                  <a:pt x="4016" y="98"/>
                </a:cubicBezTo>
                <a:lnTo>
                  <a:pt x="400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1" name="Google Shape;2501;p23"/>
          <p:cNvSpPr/>
          <p:nvPr/>
        </p:nvSpPr>
        <p:spPr>
          <a:xfrm rot="2831864">
            <a:off x="7194469" y="677929"/>
            <a:ext cx="401237" cy="405445"/>
          </a:xfrm>
          <a:custGeom>
            <a:avLst/>
            <a:gdLst/>
            <a:ahLst/>
            <a:cxnLst/>
            <a:rect l="l" t="t" r="r" b="b"/>
            <a:pathLst>
              <a:path w="4482" h="4529" extrusionOk="0">
                <a:moveTo>
                  <a:pt x="2804" y="1"/>
                </a:moveTo>
                <a:cubicBezTo>
                  <a:pt x="2804" y="1"/>
                  <a:pt x="2804" y="1"/>
                  <a:pt x="2804" y="2"/>
                </a:cubicBezTo>
                <a:cubicBezTo>
                  <a:pt x="2805" y="7"/>
                  <a:pt x="2807" y="12"/>
                  <a:pt x="2808" y="17"/>
                </a:cubicBezTo>
                <a:lnTo>
                  <a:pt x="2808" y="17"/>
                </a:lnTo>
                <a:cubicBezTo>
                  <a:pt x="2806" y="7"/>
                  <a:pt x="2804" y="1"/>
                  <a:pt x="2804" y="1"/>
                </a:cubicBezTo>
                <a:close/>
                <a:moveTo>
                  <a:pt x="26" y="3498"/>
                </a:moveTo>
                <a:cubicBezTo>
                  <a:pt x="15" y="3504"/>
                  <a:pt x="7" y="3508"/>
                  <a:pt x="3" y="3509"/>
                </a:cubicBezTo>
                <a:lnTo>
                  <a:pt x="10" y="3509"/>
                </a:lnTo>
                <a:cubicBezTo>
                  <a:pt x="16" y="3506"/>
                  <a:pt x="21" y="3502"/>
                  <a:pt x="26" y="3498"/>
                </a:cubicBezTo>
                <a:close/>
                <a:moveTo>
                  <a:pt x="1" y="3509"/>
                </a:moveTo>
                <a:cubicBezTo>
                  <a:pt x="1" y="3510"/>
                  <a:pt x="1" y="3510"/>
                  <a:pt x="1" y="3510"/>
                </a:cubicBezTo>
                <a:cubicBezTo>
                  <a:pt x="1" y="3510"/>
                  <a:pt x="2" y="3510"/>
                  <a:pt x="3" y="3509"/>
                </a:cubicBezTo>
                <a:close/>
                <a:moveTo>
                  <a:pt x="2808" y="17"/>
                </a:moveTo>
                <a:cubicBezTo>
                  <a:pt x="2833" y="141"/>
                  <a:pt x="2973" y="939"/>
                  <a:pt x="3054" y="1376"/>
                </a:cubicBezTo>
                <a:cubicBezTo>
                  <a:pt x="3072" y="1456"/>
                  <a:pt x="3081" y="1554"/>
                  <a:pt x="3098" y="1626"/>
                </a:cubicBezTo>
                <a:lnTo>
                  <a:pt x="2117" y="1403"/>
                </a:lnTo>
                <a:cubicBezTo>
                  <a:pt x="1582" y="1280"/>
                  <a:pt x="151" y="1037"/>
                  <a:pt x="135" y="1037"/>
                </a:cubicBezTo>
                <a:cubicBezTo>
                  <a:pt x="135" y="1037"/>
                  <a:pt x="135" y="1037"/>
                  <a:pt x="135" y="1037"/>
                </a:cubicBezTo>
                <a:lnTo>
                  <a:pt x="1171" y="1269"/>
                </a:lnTo>
                <a:lnTo>
                  <a:pt x="2804" y="1644"/>
                </a:lnTo>
                <a:lnTo>
                  <a:pt x="3027" y="1697"/>
                </a:lnTo>
                <a:lnTo>
                  <a:pt x="2697" y="1903"/>
                </a:lnTo>
                <a:lnTo>
                  <a:pt x="1983" y="2331"/>
                </a:lnTo>
                <a:lnTo>
                  <a:pt x="680" y="3107"/>
                </a:lnTo>
                <a:cubicBezTo>
                  <a:pt x="528" y="3197"/>
                  <a:pt x="376" y="3286"/>
                  <a:pt x="234" y="3375"/>
                </a:cubicBezTo>
                <a:lnTo>
                  <a:pt x="82" y="3464"/>
                </a:lnTo>
                <a:cubicBezTo>
                  <a:pt x="68" y="3472"/>
                  <a:pt x="47" y="3484"/>
                  <a:pt x="26" y="3498"/>
                </a:cubicBezTo>
                <a:lnTo>
                  <a:pt x="26" y="3498"/>
                </a:lnTo>
                <a:cubicBezTo>
                  <a:pt x="225" y="3404"/>
                  <a:pt x="1529" y="2737"/>
                  <a:pt x="1911" y="2509"/>
                </a:cubicBezTo>
                <a:cubicBezTo>
                  <a:pt x="2295" y="2277"/>
                  <a:pt x="2697" y="2036"/>
                  <a:pt x="3081" y="1795"/>
                </a:cubicBezTo>
                <a:lnTo>
                  <a:pt x="3081" y="1795"/>
                </a:lnTo>
                <a:cubicBezTo>
                  <a:pt x="3000" y="2072"/>
                  <a:pt x="2911" y="2358"/>
                  <a:pt x="2831" y="2625"/>
                </a:cubicBezTo>
                <a:cubicBezTo>
                  <a:pt x="2679" y="3143"/>
                  <a:pt x="2536" y="3652"/>
                  <a:pt x="2384" y="4170"/>
                </a:cubicBezTo>
                <a:lnTo>
                  <a:pt x="2286" y="4527"/>
                </a:lnTo>
                <a:cubicBezTo>
                  <a:pt x="2286" y="4528"/>
                  <a:pt x="2285" y="4529"/>
                  <a:pt x="2285" y="4529"/>
                </a:cubicBezTo>
                <a:cubicBezTo>
                  <a:pt x="2285" y="4529"/>
                  <a:pt x="2514" y="3960"/>
                  <a:pt x="2643" y="3598"/>
                </a:cubicBezTo>
                <a:cubicBezTo>
                  <a:pt x="2813" y="3107"/>
                  <a:pt x="2956" y="2590"/>
                  <a:pt x="3107" y="2072"/>
                </a:cubicBezTo>
                <a:cubicBezTo>
                  <a:pt x="3134" y="1974"/>
                  <a:pt x="3170" y="1867"/>
                  <a:pt x="3197" y="1760"/>
                </a:cubicBezTo>
                <a:lnTo>
                  <a:pt x="3786" y="2286"/>
                </a:lnTo>
                <a:cubicBezTo>
                  <a:pt x="3955" y="2447"/>
                  <a:pt x="4384" y="2777"/>
                  <a:pt x="4384" y="2777"/>
                </a:cubicBezTo>
                <a:cubicBezTo>
                  <a:pt x="4384" y="2777"/>
                  <a:pt x="3679" y="2090"/>
                  <a:pt x="3330" y="1787"/>
                </a:cubicBezTo>
                <a:lnTo>
                  <a:pt x="3241" y="1706"/>
                </a:lnTo>
                <a:lnTo>
                  <a:pt x="3313" y="1662"/>
                </a:lnTo>
                <a:cubicBezTo>
                  <a:pt x="3705" y="1421"/>
                  <a:pt x="4116" y="1126"/>
                  <a:pt x="4348" y="716"/>
                </a:cubicBezTo>
                <a:cubicBezTo>
                  <a:pt x="4437" y="591"/>
                  <a:pt x="4482" y="430"/>
                  <a:pt x="4473" y="269"/>
                </a:cubicBezTo>
                <a:lnTo>
                  <a:pt x="4473" y="260"/>
                </a:lnTo>
                <a:cubicBezTo>
                  <a:pt x="4473" y="234"/>
                  <a:pt x="4455" y="207"/>
                  <a:pt x="4419" y="198"/>
                </a:cubicBezTo>
                <a:cubicBezTo>
                  <a:pt x="4415" y="193"/>
                  <a:pt x="4404" y="189"/>
                  <a:pt x="4394" y="189"/>
                </a:cubicBezTo>
                <a:cubicBezTo>
                  <a:pt x="4384" y="189"/>
                  <a:pt x="4375" y="193"/>
                  <a:pt x="4375" y="207"/>
                </a:cubicBezTo>
                <a:cubicBezTo>
                  <a:pt x="4384" y="332"/>
                  <a:pt x="4357" y="457"/>
                  <a:pt x="4294" y="564"/>
                </a:cubicBezTo>
                <a:cubicBezTo>
                  <a:pt x="4107" y="948"/>
                  <a:pt x="3741" y="1233"/>
                  <a:pt x="3393" y="1465"/>
                </a:cubicBezTo>
                <a:cubicBezTo>
                  <a:pt x="3322" y="1510"/>
                  <a:pt x="3259" y="1554"/>
                  <a:pt x="3188" y="1599"/>
                </a:cubicBezTo>
                <a:cubicBezTo>
                  <a:pt x="3072" y="1135"/>
                  <a:pt x="2965" y="671"/>
                  <a:pt x="2857" y="216"/>
                </a:cubicBezTo>
                <a:cubicBezTo>
                  <a:pt x="2841" y="150"/>
                  <a:pt x="2824" y="83"/>
                  <a:pt x="2808" y="17"/>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2" name="Google Shape;2502;p23"/>
          <p:cNvSpPr/>
          <p:nvPr/>
        </p:nvSpPr>
        <p:spPr>
          <a:xfrm rot="2438462">
            <a:off x="7571614" y="841523"/>
            <a:ext cx="354061" cy="258451"/>
          </a:xfrm>
          <a:custGeom>
            <a:avLst/>
            <a:gdLst/>
            <a:ahLst/>
            <a:cxnLst/>
            <a:rect l="l" t="t" r="r" b="b"/>
            <a:pathLst>
              <a:path w="3955" h="2887" extrusionOk="0">
                <a:moveTo>
                  <a:pt x="2568" y="0"/>
                </a:moveTo>
                <a:cubicBezTo>
                  <a:pt x="1801" y="0"/>
                  <a:pt x="993" y="157"/>
                  <a:pt x="626" y="545"/>
                </a:cubicBezTo>
                <a:cubicBezTo>
                  <a:pt x="1" y="1206"/>
                  <a:pt x="527" y="2179"/>
                  <a:pt x="527" y="2179"/>
                </a:cubicBezTo>
                <a:cubicBezTo>
                  <a:pt x="668" y="2439"/>
                  <a:pt x="969" y="2887"/>
                  <a:pt x="1609" y="2887"/>
                </a:cubicBezTo>
                <a:cubicBezTo>
                  <a:pt x="1782" y="2887"/>
                  <a:pt x="1980" y="2854"/>
                  <a:pt x="2205" y="2777"/>
                </a:cubicBezTo>
                <a:cubicBezTo>
                  <a:pt x="3267" y="2411"/>
                  <a:pt x="3955" y="206"/>
                  <a:pt x="3955" y="206"/>
                </a:cubicBezTo>
                <a:cubicBezTo>
                  <a:pt x="3623" y="77"/>
                  <a:pt x="3106" y="0"/>
                  <a:pt x="256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3" name="Google Shape;2503;p23"/>
          <p:cNvSpPr/>
          <p:nvPr/>
        </p:nvSpPr>
        <p:spPr>
          <a:xfrm rot="2438462">
            <a:off x="7550869" y="860873"/>
            <a:ext cx="356120" cy="190504"/>
          </a:xfrm>
          <a:custGeom>
            <a:avLst/>
            <a:gdLst/>
            <a:ahLst/>
            <a:cxnLst/>
            <a:rect l="l" t="t" r="r" b="b"/>
            <a:pathLst>
              <a:path w="3978" h="2128" extrusionOk="0">
                <a:moveTo>
                  <a:pt x="3977" y="1"/>
                </a:moveTo>
                <a:cubicBezTo>
                  <a:pt x="3967" y="1"/>
                  <a:pt x="3296" y="292"/>
                  <a:pt x="2856" y="503"/>
                </a:cubicBezTo>
                <a:lnTo>
                  <a:pt x="2910" y="164"/>
                </a:lnTo>
                <a:lnTo>
                  <a:pt x="2928" y="111"/>
                </a:lnTo>
                <a:lnTo>
                  <a:pt x="2928" y="111"/>
                </a:lnTo>
                <a:cubicBezTo>
                  <a:pt x="2865" y="236"/>
                  <a:pt x="2829" y="378"/>
                  <a:pt x="2794" y="521"/>
                </a:cubicBezTo>
                <a:lnTo>
                  <a:pt x="2794" y="530"/>
                </a:lnTo>
                <a:cubicBezTo>
                  <a:pt x="2526" y="664"/>
                  <a:pt x="2321" y="780"/>
                  <a:pt x="2062" y="932"/>
                </a:cubicBezTo>
                <a:cubicBezTo>
                  <a:pt x="1955" y="994"/>
                  <a:pt x="1857" y="1066"/>
                  <a:pt x="1750" y="1128"/>
                </a:cubicBezTo>
                <a:lnTo>
                  <a:pt x="1830" y="396"/>
                </a:lnTo>
                <a:lnTo>
                  <a:pt x="1839" y="280"/>
                </a:lnTo>
                <a:cubicBezTo>
                  <a:pt x="1839" y="279"/>
                  <a:pt x="1839" y="279"/>
                  <a:pt x="1839" y="279"/>
                </a:cubicBezTo>
                <a:cubicBezTo>
                  <a:pt x="1832" y="279"/>
                  <a:pt x="1731" y="824"/>
                  <a:pt x="1696" y="1083"/>
                </a:cubicBezTo>
                <a:cubicBezTo>
                  <a:pt x="1696" y="1119"/>
                  <a:pt x="1696" y="1146"/>
                  <a:pt x="1687" y="1173"/>
                </a:cubicBezTo>
                <a:cubicBezTo>
                  <a:pt x="1535" y="1271"/>
                  <a:pt x="1384" y="1369"/>
                  <a:pt x="1232" y="1467"/>
                </a:cubicBezTo>
                <a:lnTo>
                  <a:pt x="1143" y="1521"/>
                </a:lnTo>
                <a:lnTo>
                  <a:pt x="1125" y="798"/>
                </a:lnTo>
                <a:lnTo>
                  <a:pt x="1125" y="682"/>
                </a:lnTo>
                <a:cubicBezTo>
                  <a:pt x="1125" y="681"/>
                  <a:pt x="1125" y="680"/>
                  <a:pt x="1125" y="680"/>
                </a:cubicBezTo>
                <a:cubicBezTo>
                  <a:pt x="1122" y="680"/>
                  <a:pt x="1080" y="1216"/>
                  <a:pt x="1089" y="1467"/>
                </a:cubicBezTo>
                <a:lnTo>
                  <a:pt x="1089" y="1548"/>
                </a:lnTo>
                <a:cubicBezTo>
                  <a:pt x="928" y="1646"/>
                  <a:pt x="759" y="1735"/>
                  <a:pt x="589" y="1815"/>
                </a:cubicBezTo>
                <a:cubicBezTo>
                  <a:pt x="420" y="1905"/>
                  <a:pt x="241" y="1967"/>
                  <a:pt x="54" y="2012"/>
                </a:cubicBezTo>
                <a:cubicBezTo>
                  <a:pt x="0" y="2038"/>
                  <a:pt x="18" y="2128"/>
                  <a:pt x="81" y="2128"/>
                </a:cubicBezTo>
                <a:cubicBezTo>
                  <a:pt x="241" y="2092"/>
                  <a:pt x="393" y="2038"/>
                  <a:pt x="545" y="1967"/>
                </a:cubicBezTo>
                <a:cubicBezTo>
                  <a:pt x="741" y="1878"/>
                  <a:pt x="928" y="1780"/>
                  <a:pt x="1107" y="1673"/>
                </a:cubicBezTo>
                <a:cubicBezTo>
                  <a:pt x="1205" y="1610"/>
                  <a:pt x="1294" y="1557"/>
                  <a:pt x="1393" y="1494"/>
                </a:cubicBezTo>
                <a:lnTo>
                  <a:pt x="2160" y="1699"/>
                </a:lnTo>
                <a:lnTo>
                  <a:pt x="2276" y="1735"/>
                </a:lnTo>
                <a:cubicBezTo>
                  <a:pt x="2277" y="1735"/>
                  <a:pt x="2277" y="1735"/>
                  <a:pt x="2278" y="1735"/>
                </a:cubicBezTo>
                <a:cubicBezTo>
                  <a:pt x="2288" y="1735"/>
                  <a:pt x="1753" y="1537"/>
                  <a:pt x="1491" y="1467"/>
                </a:cubicBezTo>
                <a:lnTo>
                  <a:pt x="1455" y="1458"/>
                </a:lnTo>
                <a:cubicBezTo>
                  <a:pt x="1642" y="1333"/>
                  <a:pt x="1830" y="1208"/>
                  <a:pt x="2017" y="1092"/>
                </a:cubicBezTo>
                <a:cubicBezTo>
                  <a:pt x="2160" y="1003"/>
                  <a:pt x="2312" y="914"/>
                  <a:pt x="2464" y="834"/>
                </a:cubicBezTo>
                <a:lnTo>
                  <a:pt x="3079" y="905"/>
                </a:lnTo>
                <a:lnTo>
                  <a:pt x="3186" y="914"/>
                </a:lnTo>
                <a:cubicBezTo>
                  <a:pt x="2972" y="860"/>
                  <a:pt x="2758" y="816"/>
                  <a:pt x="2544" y="780"/>
                </a:cubicBezTo>
                <a:cubicBezTo>
                  <a:pt x="2883" y="593"/>
                  <a:pt x="3222" y="405"/>
                  <a:pt x="3570" y="227"/>
                </a:cubicBezTo>
                <a:lnTo>
                  <a:pt x="3972" y="4"/>
                </a:lnTo>
                <a:cubicBezTo>
                  <a:pt x="3976" y="2"/>
                  <a:pt x="3977" y="1"/>
                  <a:pt x="397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4" name="Google Shape;2504;p23"/>
          <p:cNvSpPr/>
          <p:nvPr/>
        </p:nvSpPr>
        <p:spPr>
          <a:xfrm rot="2438462">
            <a:off x="7655798" y="841458"/>
            <a:ext cx="268477" cy="286113"/>
          </a:xfrm>
          <a:custGeom>
            <a:avLst/>
            <a:gdLst/>
            <a:ahLst/>
            <a:cxnLst/>
            <a:rect l="l" t="t" r="r" b="b"/>
            <a:pathLst>
              <a:path w="2999" h="3196" extrusionOk="0">
                <a:moveTo>
                  <a:pt x="964" y="3196"/>
                </a:moveTo>
                <a:cubicBezTo>
                  <a:pt x="1071" y="3178"/>
                  <a:pt x="1178" y="3151"/>
                  <a:pt x="1276" y="3116"/>
                </a:cubicBezTo>
                <a:cubicBezTo>
                  <a:pt x="2222" y="2794"/>
                  <a:pt x="2874" y="1018"/>
                  <a:pt x="2999" y="626"/>
                </a:cubicBezTo>
                <a:cubicBezTo>
                  <a:pt x="1428" y="1"/>
                  <a:pt x="0" y="1804"/>
                  <a:pt x="964" y="3196"/>
                </a:cubicBezTo>
                <a:close/>
              </a:path>
            </a:pathLst>
          </a:custGeom>
          <a:gradFill>
            <a:gsLst>
              <a:gs pos="0">
                <a:srgbClr val="FFFFFF">
                  <a:alpha val="0"/>
                </a:srgbClr>
              </a:gs>
              <a:gs pos="100000">
                <a:srgbClr val="FFFFFF">
                  <a:alpha val="2196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5" name="Google Shape;2505;p23"/>
          <p:cNvSpPr/>
          <p:nvPr/>
        </p:nvSpPr>
        <p:spPr>
          <a:xfrm rot="2438462">
            <a:off x="7594741" y="849580"/>
            <a:ext cx="330875" cy="260958"/>
          </a:xfrm>
          <a:custGeom>
            <a:avLst/>
            <a:gdLst/>
            <a:ahLst/>
            <a:cxnLst/>
            <a:rect l="l" t="t" r="r" b="b"/>
            <a:pathLst>
              <a:path w="3696" h="2915" extrusionOk="0">
                <a:moveTo>
                  <a:pt x="233" y="2198"/>
                </a:moveTo>
                <a:cubicBezTo>
                  <a:pt x="331" y="2385"/>
                  <a:pt x="465" y="2555"/>
                  <a:pt x="643" y="2689"/>
                </a:cubicBezTo>
                <a:cubicBezTo>
                  <a:pt x="474" y="2555"/>
                  <a:pt x="331" y="2385"/>
                  <a:pt x="233" y="2198"/>
                </a:cubicBezTo>
                <a:close/>
                <a:moveTo>
                  <a:pt x="2275" y="1"/>
                </a:moveTo>
                <a:cubicBezTo>
                  <a:pt x="1874" y="1"/>
                  <a:pt x="1473" y="47"/>
                  <a:pt x="1080" y="154"/>
                </a:cubicBezTo>
                <a:cubicBezTo>
                  <a:pt x="875" y="207"/>
                  <a:pt x="670" y="297"/>
                  <a:pt x="491" y="422"/>
                </a:cubicBezTo>
                <a:cubicBezTo>
                  <a:pt x="304" y="547"/>
                  <a:pt x="170" y="725"/>
                  <a:pt x="90" y="930"/>
                </a:cubicBezTo>
                <a:cubicBezTo>
                  <a:pt x="18" y="1136"/>
                  <a:pt x="0" y="1359"/>
                  <a:pt x="36" y="1573"/>
                </a:cubicBezTo>
                <a:cubicBezTo>
                  <a:pt x="63" y="1796"/>
                  <a:pt x="134" y="2001"/>
                  <a:pt x="232" y="2198"/>
                </a:cubicBezTo>
                <a:cubicBezTo>
                  <a:pt x="134" y="2001"/>
                  <a:pt x="72" y="1787"/>
                  <a:pt x="45" y="1573"/>
                </a:cubicBezTo>
                <a:cubicBezTo>
                  <a:pt x="9" y="1359"/>
                  <a:pt x="27" y="1144"/>
                  <a:pt x="107" y="939"/>
                </a:cubicBezTo>
                <a:cubicBezTo>
                  <a:pt x="188" y="734"/>
                  <a:pt x="322" y="555"/>
                  <a:pt x="500" y="430"/>
                </a:cubicBezTo>
                <a:cubicBezTo>
                  <a:pt x="679" y="314"/>
                  <a:pt x="884" y="225"/>
                  <a:pt x="1089" y="181"/>
                </a:cubicBezTo>
                <a:cubicBezTo>
                  <a:pt x="1474" y="82"/>
                  <a:pt x="1874" y="37"/>
                  <a:pt x="2275" y="37"/>
                </a:cubicBezTo>
                <a:cubicBezTo>
                  <a:pt x="2311" y="37"/>
                  <a:pt x="2347" y="37"/>
                  <a:pt x="2383" y="38"/>
                </a:cubicBezTo>
                <a:cubicBezTo>
                  <a:pt x="2598" y="47"/>
                  <a:pt x="2812" y="65"/>
                  <a:pt x="3026" y="100"/>
                </a:cubicBezTo>
                <a:cubicBezTo>
                  <a:pt x="3231" y="126"/>
                  <a:pt x="3428" y="176"/>
                  <a:pt x="3624" y="251"/>
                </a:cubicBezTo>
                <a:lnTo>
                  <a:pt x="3624" y="251"/>
                </a:lnTo>
                <a:cubicBezTo>
                  <a:pt x="3492" y="652"/>
                  <a:pt x="3334" y="1036"/>
                  <a:pt x="3142" y="1412"/>
                </a:cubicBezTo>
                <a:cubicBezTo>
                  <a:pt x="2955" y="1796"/>
                  <a:pt x="2714" y="2153"/>
                  <a:pt x="2410" y="2465"/>
                </a:cubicBezTo>
                <a:cubicBezTo>
                  <a:pt x="2120" y="2739"/>
                  <a:pt x="1731" y="2897"/>
                  <a:pt x="1334" y="2897"/>
                </a:cubicBezTo>
                <a:cubicBezTo>
                  <a:pt x="1303" y="2897"/>
                  <a:pt x="1272" y="2896"/>
                  <a:pt x="1241" y="2894"/>
                </a:cubicBezTo>
                <a:cubicBezTo>
                  <a:pt x="1027" y="2885"/>
                  <a:pt x="821" y="2813"/>
                  <a:pt x="643" y="2689"/>
                </a:cubicBezTo>
                <a:lnTo>
                  <a:pt x="643" y="2689"/>
                </a:lnTo>
                <a:cubicBezTo>
                  <a:pt x="813" y="2822"/>
                  <a:pt x="1027" y="2894"/>
                  <a:pt x="1241" y="2912"/>
                </a:cubicBezTo>
                <a:cubicBezTo>
                  <a:pt x="1273" y="2914"/>
                  <a:pt x="1304" y="2915"/>
                  <a:pt x="1335" y="2915"/>
                </a:cubicBezTo>
                <a:cubicBezTo>
                  <a:pt x="1740" y="2915"/>
                  <a:pt x="2130" y="2757"/>
                  <a:pt x="2428" y="2483"/>
                </a:cubicBezTo>
                <a:cubicBezTo>
                  <a:pt x="2731" y="2171"/>
                  <a:pt x="2990" y="1823"/>
                  <a:pt x="3178" y="1430"/>
                </a:cubicBezTo>
                <a:cubicBezTo>
                  <a:pt x="3374" y="1046"/>
                  <a:pt x="3544" y="654"/>
                  <a:pt x="3686" y="243"/>
                </a:cubicBezTo>
                <a:lnTo>
                  <a:pt x="3695" y="216"/>
                </a:lnTo>
                <a:lnTo>
                  <a:pt x="3669" y="207"/>
                </a:lnTo>
                <a:cubicBezTo>
                  <a:pt x="3463" y="136"/>
                  <a:pt x="3249" y="82"/>
                  <a:pt x="3035" y="56"/>
                </a:cubicBezTo>
                <a:cubicBezTo>
                  <a:pt x="2812" y="20"/>
                  <a:pt x="2598" y="11"/>
                  <a:pt x="2383" y="2"/>
                </a:cubicBezTo>
                <a:cubicBezTo>
                  <a:pt x="2347" y="1"/>
                  <a:pt x="2311" y="1"/>
                  <a:pt x="227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6" name="Google Shape;2506;p23"/>
          <p:cNvSpPr/>
          <p:nvPr/>
        </p:nvSpPr>
        <p:spPr>
          <a:xfrm rot="2831864">
            <a:off x="7823009" y="650563"/>
            <a:ext cx="555752" cy="562198"/>
          </a:xfrm>
          <a:custGeom>
            <a:avLst/>
            <a:gdLst/>
            <a:ahLst/>
            <a:cxnLst/>
            <a:rect l="l" t="t" r="r" b="b"/>
            <a:pathLst>
              <a:path w="6208" h="6280" extrusionOk="0">
                <a:moveTo>
                  <a:pt x="1551" y="0"/>
                </a:moveTo>
                <a:cubicBezTo>
                  <a:pt x="1515" y="18"/>
                  <a:pt x="1480" y="45"/>
                  <a:pt x="1462" y="81"/>
                </a:cubicBezTo>
                <a:lnTo>
                  <a:pt x="1533" y="170"/>
                </a:lnTo>
                <a:cubicBezTo>
                  <a:pt x="1016" y="750"/>
                  <a:pt x="632" y="1419"/>
                  <a:pt x="391" y="2151"/>
                </a:cubicBezTo>
                <a:cubicBezTo>
                  <a:pt x="311" y="2365"/>
                  <a:pt x="257" y="2589"/>
                  <a:pt x="212" y="2812"/>
                </a:cubicBezTo>
                <a:cubicBezTo>
                  <a:pt x="202" y="2849"/>
                  <a:pt x="236" y="2874"/>
                  <a:pt x="267" y="2874"/>
                </a:cubicBezTo>
                <a:cubicBezTo>
                  <a:pt x="288" y="2874"/>
                  <a:pt x="307" y="2863"/>
                  <a:pt x="311" y="2838"/>
                </a:cubicBezTo>
                <a:cubicBezTo>
                  <a:pt x="462" y="2080"/>
                  <a:pt x="775" y="1357"/>
                  <a:pt x="1221" y="723"/>
                </a:cubicBezTo>
                <a:cubicBezTo>
                  <a:pt x="1328" y="580"/>
                  <a:pt x="1435" y="438"/>
                  <a:pt x="1551" y="295"/>
                </a:cubicBezTo>
                <a:cubicBezTo>
                  <a:pt x="1587" y="795"/>
                  <a:pt x="1649" y="1294"/>
                  <a:pt x="1756" y="1785"/>
                </a:cubicBezTo>
                <a:cubicBezTo>
                  <a:pt x="1640" y="2196"/>
                  <a:pt x="1551" y="2615"/>
                  <a:pt x="1471" y="3035"/>
                </a:cubicBezTo>
                <a:cubicBezTo>
                  <a:pt x="909" y="3222"/>
                  <a:pt x="400" y="3579"/>
                  <a:pt x="34" y="4052"/>
                </a:cubicBezTo>
                <a:cubicBezTo>
                  <a:pt x="0" y="4092"/>
                  <a:pt x="32" y="4143"/>
                  <a:pt x="69" y="4143"/>
                </a:cubicBezTo>
                <a:cubicBezTo>
                  <a:pt x="81" y="4143"/>
                  <a:pt x="94" y="4137"/>
                  <a:pt x="105" y="4124"/>
                </a:cubicBezTo>
                <a:cubicBezTo>
                  <a:pt x="453" y="3677"/>
                  <a:pt x="926" y="3338"/>
                  <a:pt x="1462" y="3151"/>
                </a:cubicBezTo>
                <a:lnTo>
                  <a:pt x="1462" y="3151"/>
                </a:lnTo>
                <a:cubicBezTo>
                  <a:pt x="1399" y="3526"/>
                  <a:pt x="1355" y="3892"/>
                  <a:pt x="1346" y="4266"/>
                </a:cubicBezTo>
                <a:cubicBezTo>
                  <a:pt x="1346" y="4309"/>
                  <a:pt x="1378" y="4331"/>
                  <a:pt x="1409" y="4331"/>
                </a:cubicBezTo>
                <a:cubicBezTo>
                  <a:pt x="1436" y="4331"/>
                  <a:pt x="1462" y="4313"/>
                  <a:pt x="1462" y="4275"/>
                </a:cubicBezTo>
                <a:cubicBezTo>
                  <a:pt x="1498" y="3517"/>
                  <a:pt x="1614" y="2758"/>
                  <a:pt x="1810" y="2017"/>
                </a:cubicBezTo>
                <a:cubicBezTo>
                  <a:pt x="1971" y="2713"/>
                  <a:pt x="2176" y="3401"/>
                  <a:pt x="2435" y="4079"/>
                </a:cubicBezTo>
                <a:cubicBezTo>
                  <a:pt x="2444" y="4100"/>
                  <a:pt x="2461" y="4109"/>
                  <a:pt x="2478" y="4109"/>
                </a:cubicBezTo>
                <a:cubicBezTo>
                  <a:pt x="2513" y="4109"/>
                  <a:pt x="2551" y="4073"/>
                  <a:pt x="2533" y="4025"/>
                </a:cubicBezTo>
                <a:cubicBezTo>
                  <a:pt x="2113" y="2838"/>
                  <a:pt x="1828" y="1607"/>
                  <a:pt x="1676" y="357"/>
                </a:cubicBezTo>
                <a:lnTo>
                  <a:pt x="1676" y="357"/>
                </a:lnTo>
                <a:lnTo>
                  <a:pt x="2069" y="884"/>
                </a:lnTo>
                <a:lnTo>
                  <a:pt x="3773" y="3133"/>
                </a:lnTo>
                <a:cubicBezTo>
                  <a:pt x="3773" y="3142"/>
                  <a:pt x="3765" y="3142"/>
                  <a:pt x="3765" y="3151"/>
                </a:cubicBezTo>
                <a:cubicBezTo>
                  <a:pt x="3657" y="3704"/>
                  <a:pt x="3657" y="4266"/>
                  <a:pt x="3765" y="4820"/>
                </a:cubicBezTo>
                <a:cubicBezTo>
                  <a:pt x="3772" y="4854"/>
                  <a:pt x="3795" y="4869"/>
                  <a:pt x="3820" y="4869"/>
                </a:cubicBezTo>
                <a:cubicBezTo>
                  <a:pt x="3859" y="4869"/>
                  <a:pt x="3904" y="4833"/>
                  <a:pt x="3898" y="4784"/>
                </a:cubicBezTo>
                <a:cubicBezTo>
                  <a:pt x="3800" y="4284"/>
                  <a:pt x="3791" y="3776"/>
                  <a:pt x="3881" y="3276"/>
                </a:cubicBezTo>
                <a:lnTo>
                  <a:pt x="3881" y="3276"/>
                </a:lnTo>
                <a:lnTo>
                  <a:pt x="4345" y="3883"/>
                </a:lnTo>
                <a:cubicBezTo>
                  <a:pt x="4604" y="4641"/>
                  <a:pt x="4648" y="5445"/>
                  <a:pt x="4470" y="6221"/>
                </a:cubicBezTo>
                <a:cubicBezTo>
                  <a:pt x="4460" y="6259"/>
                  <a:pt x="4486" y="6279"/>
                  <a:pt x="4515" y="6279"/>
                </a:cubicBezTo>
                <a:cubicBezTo>
                  <a:pt x="4540" y="6279"/>
                  <a:pt x="4568" y="6263"/>
                  <a:pt x="4577" y="6230"/>
                </a:cubicBezTo>
                <a:cubicBezTo>
                  <a:pt x="4737" y="5543"/>
                  <a:pt x="4728" y="4829"/>
                  <a:pt x="4541" y="4141"/>
                </a:cubicBezTo>
                <a:lnTo>
                  <a:pt x="4541" y="4141"/>
                </a:lnTo>
                <a:lnTo>
                  <a:pt x="5799" y="5819"/>
                </a:lnTo>
                <a:cubicBezTo>
                  <a:pt x="5810" y="5833"/>
                  <a:pt x="5824" y="5838"/>
                  <a:pt x="5838" y="5838"/>
                </a:cubicBezTo>
                <a:cubicBezTo>
                  <a:pt x="5880" y="5838"/>
                  <a:pt x="5922" y="5786"/>
                  <a:pt x="5889" y="5739"/>
                </a:cubicBezTo>
                <a:cubicBezTo>
                  <a:pt x="5532" y="5266"/>
                  <a:pt x="5166" y="4784"/>
                  <a:pt x="4809" y="4311"/>
                </a:cubicBezTo>
                <a:lnTo>
                  <a:pt x="4809" y="4311"/>
                </a:lnTo>
                <a:cubicBezTo>
                  <a:pt x="5118" y="4515"/>
                  <a:pt x="5478" y="4619"/>
                  <a:pt x="5843" y="4619"/>
                </a:cubicBezTo>
                <a:cubicBezTo>
                  <a:pt x="5942" y="4619"/>
                  <a:pt x="6040" y="4612"/>
                  <a:pt x="6139" y="4597"/>
                </a:cubicBezTo>
                <a:cubicBezTo>
                  <a:pt x="6207" y="4588"/>
                  <a:pt x="6193" y="4489"/>
                  <a:pt x="6129" y="4489"/>
                </a:cubicBezTo>
                <a:cubicBezTo>
                  <a:pt x="6126" y="4489"/>
                  <a:pt x="6124" y="4489"/>
                  <a:pt x="6121" y="4490"/>
                </a:cubicBezTo>
                <a:cubicBezTo>
                  <a:pt x="6036" y="4501"/>
                  <a:pt x="5951" y="4507"/>
                  <a:pt x="5866" y="4507"/>
                </a:cubicBezTo>
                <a:cubicBezTo>
                  <a:pt x="5319" y="4507"/>
                  <a:pt x="4791" y="4262"/>
                  <a:pt x="4443" y="3829"/>
                </a:cubicBezTo>
                <a:lnTo>
                  <a:pt x="2595" y="1393"/>
                </a:lnTo>
                <a:lnTo>
                  <a:pt x="2595" y="1393"/>
                </a:lnTo>
                <a:cubicBezTo>
                  <a:pt x="3042" y="1785"/>
                  <a:pt x="3524" y="2115"/>
                  <a:pt x="4050" y="2401"/>
                </a:cubicBezTo>
                <a:cubicBezTo>
                  <a:pt x="4318" y="2535"/>
                  <a:pt x="4595" y="2660"/>
                  <a:pt x="4871" y="2758"/>
                </a:cubicBezTo>
                <a:cubicBezTo>
                  <a:pt x="4987" y="2803"/>
                  <a:pt x="5157" y="2821"/>
                  <a:pt x="5255" y="2901"/>
                </a:cubicBezTo>
                <a:cubicBezTo>
                  <a:pt x="5263" y="2909"/>
                  <a:pt x="5272" y="2912"/>
                  <a:pt x="5281" y="2912"/>
                </a:cubicBezTo>
                <a:cubicBezTo>
                  <a:pt x="5321" y="2912"/>
                  <a:pt x="5362" y="2839"/>
                  <a:pt x="5318" y="2803"/>
                </a:cubicBezTo>
                <a:cubicBezTo>
                  <a:pt x="5103" y="2624"/>
                  <a:pt x="4684" y="2571"/>
                  <a:pt x="4425" y="2455"/>
                </a:cubicBezTo>
                <a:cubicBezTo>
                  <a:pt x="3622" y="2080"/>
                  <a:pt x="2899" y="1571"/>
                  <a:pt x="2283" y="937"/>
                </a:cubicBezTo>
                <a:lnTo>
                  <a:pt x="2283" y="937"/>
                </a:lnTo>
                <a:cubicBezTo>
                  <a:pt x="2754" y="1242"/>
                  <a:pt x="3317" y="1443"/>
                  <a:pt x="3889" y="1443"/>
                </a:cubicBezTo>
                <a:cubicBezTo>
                  <a:pt x="4207" y="1443"/>
                  <a:pt x="4527" y="1381"/>
                  <a:pt x="4836" y="1241"/>
                </a:cubicBezTo>
                <a:cubicBezTo>
                  <a:pt x="4891" y="1209"/>
                  <a:pt x="4869" y="1129"/>
                  <a:pt x="4815" y="1129"/>
                </a:cubicBezTo>
                <a:cubicBezTo>
                  <a:pt x="4807" y="1129"/>
                  <a:pt x="4799" y="1131"/>
                  <a:pt x="4791" y="1134"/>
                </a:cubicBezTo>
                <a:cubicBezTo>
                  <a:pt x="4495" y="1266"/>
                  <a:pt x="4188" y="1325"/>
                  <a:pt x="3885" y="1325"/>
                </a:cubicBezTo>
                <a:cubicBezTo>
                  <a:pt x="3165" y="1325"/>
                  <a:pt x="2462" y="994"/>
                  <a:pt x="1953" y="536"/>
                </a:cubicBezTo>
                <a:lnTo>
                  <a:pt x="1658" y="152"/>
                </a:lnTo>
                <a:cubicBezTo>
                  <a:pt x="1658" y="143"/>
                  <a:pt x="1649" y="134"/>
                  <a:pt x="1649" y="134"/>
                </a:cubicBezTo>
                <a:lnTo>
                  <a:pt x="1551"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7" name="Google Shape;2507;p23"/>
          <p:cNvSpPr/>
          <p:nvPr/>
        </p:nvSpPr>
        <p:spPr>
          <a:xfrm rot="2831864">
            <a:off x="7817413" y="761519"/>
            <a:ext cx="69021" cy="54787"/>
          </a:xfrm>
          <a:custGeom>
            <a:avLst/>
            <a:gdLst/>
            <a:ahLst/>
            <a:cxnLst/>
            <a:rect l="l" t="t" r="r" b="b"/>
            <a:pathLst>
              <a:path w="771" h="612" extrusionOk="0">
                <a:moveTo>
                  <a:pt x="387" y="0"/>
                </a:moveTo>
                <a:cubicBezTo>
                  <a:pt x="360" y="0"/>
                  <a:pt x="332" y="4"/>
                  <a:pt x="304" y="11"/>
                </a:cubicBezTo>
                <a:cubicBezTo>
                  <a:pt x="36" y="83"/>
                  <a:pt x="0" y="449"/>
                  <a:pt x="250" y="574"/>
                </a:cubicBezTo>
                <a:cubicBezTo>
                  <a:pt x="295" y="599"/>
                  <a:pt x="343" y="611"/>
                  <a:pt x="390" y="611"/>
                </a:cubicBezTo>
                <a:cubicBezTo>
                  <a:pt x="491" y="611"/>
                  <a:pt x="588" y="555"/>
                  <a:pt x="643" y="458"/>
                </a:cubicBezTo>
                <a:cubicBezTo>
                  <a:pt x="770" y="250"/>
                  <a:pt x="613" y="0"/>
                  <a:pt x="38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8" name="Google Shape;2508;p23"/>
          <p:cNvSpPr/>
          <p:nvPr/>
        </p:nvSpPr>
        <p:spPr>
          <a:xfrm rot="2831864">
            <a:off x="7907451" y="687462"/>
            <a:ext cx="89432" cy="71170"/>
          </a:xfrm>
          <a:custGeom>
            <a:avLst/>
            <a:gdLst/>
            <a:ahLst/>
            <a:cxnLst/>
            <a:rect l="l" t="t" r="r" b="b"/>
            <a:pathLst>
              <a:path w="999" h="795" extrusionOk="0">
                <a:moveTo>
                  <a:pt x="497" y="1"/>
                </a:moveTo>
                <a:cubicBezTo>
                  <a:pt x="463" y="1"/>
                  <a:pt x="428" y="5"/>
                  <a:pt x="393" y="14"/>
                </a:cubicBezTo>
                <a:cubicBezTo>
                  <a:pt x="45" y="112"/>
                  <a:pt x="0" y="576"/>
                  <a:pt x="313" y="746"/>
                </a:cubicBezTo>
                <a:cubicBezTo>
                  <a:pt x="371" y="778"/>
                  <a:pt x="436" y="794"/>
                  <a:pt x="500" y="794"/>
                </a:cubicBezTo>
                <a:cubicBezTo>
                  <a:pt x="631" y="794"/>
                  <a:pt x="758" y="729"/>
                  <a:pt x="830" y="603"/>
                </a:cubicBezTo>
                <a:cubicBezTo>
                  <a:pt x="998" y="331"/>
                  <a:pt x="793" y="1"/>
                  <a:pt x="49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9" name="Google Shape;2509;p23"/>
          <p:cNvSpPr/>
          <p:nvPr/>
        </p:nvSpPr>
        <p:spPr>
          <a:xfrm rot="2831864">
            <a:off x="8239611" y="870519"/>
            <a:ext cx="128822" cy="99996"/>
          </a:xfrm>
          <a:custGeom>
            <a:avLst/>
            <a:gdLst/>
            <a:ahLst/>
            <a:cxnLst/>
            <a:rect l="l" t="t" r="r" b="b"/>
            <a:pathLst>
              <a:path w="1439" h="1117" extrusionOk="0">
                <a:moveTo>
                  <a:pt x="726" y="0"/>
                </a:moveTo>
                <a:cubicBezTo>
                  <a:pt x="682" y="0"/>
                  <a:pt x="636" y="5"/>
                  <a:pt x="590" y="16"/>
                </a:cubicBezTo>
                <a:cubicBezTo>
                  <a:pt x="108" y="132"/>
                  <a:pt x="1" y="784"/>
                  <a:pt x="438" y="1034"/>
                </a:cubicBezTo>
                <a:cubicBezTo>
                  <a:pt x="529" y="1090"/>
                  <a:pt x="628" y="1116"/>
                  <a:pt x="725" y="1116"/>
                </a:cubicBezTo>
                <a:cubicBezTo>
                  <a:pt x="907" y="1116"/>
                  <a:pt x="1083" y="1024"/>
                  <a:pt x="1188" y="855"/>
                </a:cubicBezTo>
                <a:cubicBezTo>
                  <a:pt x="1439" y="475"/>
                  <a:pt x="1147" y="0"/>
                  <a:pt x="72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0" name="Google Shape;2510;p23"/>
          <p:cNvSpPr/>
          <p:nvPr/>
        </p:nvSpPr>
        <p:spPr>
          <a:xfrm rot="2831864">
            <a:off x="8209083" y="1025550"/>
            <a:ext cx="108948" cy="86210"/>
          </a:xfrm>
          <a:custGeom>
            <a:avLst/>
            <a:gdLst/>
            <a:ahLst/>
            <a:cxnLst/>
            <a:rect l="l" t="t" r="r" b="b"/>
            <a:pathLst>
              <a:path w="1217" h="963" extrusionOk="0">
                <a:moveTo>
                  <a:pt x="613" y="0"/>
                </a:moveTo>
                <a:cubicBezTo>
                  <a:pt x="571" y="0"/>
                  <a:pt x="527" y="6"/>
                  <a:pt x="482" y="18"/>
                </a:cubicBezTo>
                <a:cubicBezTo>
                  <a:pt x="63" y="134"/>
                  <a:pt x="0" y="705"/>
                  <a:pt x="384" y="902"/>
                </a:cubicBezTo>
                <a:cubicBezTo>
                  <a:pt x="458" y="943"/>
                  <a:pt x="538" y="963"/>
                  <a:pt x="616" y="963"/>
                </a:cubicBezTo>
                <a:cubicBezTo>
                  <a:pt x="774" y="963"/>
                  <a:pt x="925" y="882"/>
                  <a:pt x="1009" y="732"/>
                </a:cubicBezTo>
                <a:cubicBezTo>
                  <a:pt x="1216" y="405"/>
                  <a:pt x="968" y="0"/>
                  <a:pt x="61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1" name="Google Shape;2511;p23"/>
          <p:cNvSpPr/>
          <p:nvPr/>
        </p:nvSpPr>
        <p:spPr>
          <a:xfrm rot="2831864">
            <a:off x="7955268" y="870920"/>
            <a:ext cx="119870" cy="95072"/>
          </a:xfrm>
          <a:custGeom>
            <a:avLst/>
            <a:gdLst/>
            <a:ahLst/>
            <a:cxnLst/>
            <a:rect l="l" t="t" r="r" b="b"/>
            <a:pathLst>
              <a:path w="1339" h="1062" extrusionOk="0">
                <a:moveTo>
                  <a:pt x="669" y="1"/>
                </a:moveTo>
                <a:cubicBezTo>
                  <a:pt x="623" y="1"/>
                  <a:pt x="575" y="7"/>
                  <a:pt x="527" y="20"/>
                </a:cubicBezTo>
                <a:cubicBezTo>
                  <a:pt x="63" y="145"/>
                  <a:pt x="0" y="779"/>
                  <a:pt x="420" y="993"/>
                </a:cubicBezTo>
                <a:cubicBezTo>
                  <a:pt x="499" y="1040"/>
                  <a:pt x="586" y="1062"/>
                  <a:pt x="671" y="1062"/>
                </a:cubicBezTo>
                <a:cubicBezTo>
                  <a:pt x="847" y="1062"/>
                  <a:pt x="1017" y="970"/>
                  <a:pt x="1107" y="814"/>
                </a:cubicBezTo>
                <a:cubicBezTo>
                  <a:pt x="1338" y="447"/>
                  <a:pt x="1062" y="1"/>
                  <a:pt x="66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2" name="Google Shape;2512;p23"/>
          <p:cNvSpPr/>
          <p:nvPr/>
        </p:nvSpPr>
        <p:spPr>
          <a:xfrm rot="2831864">
            <a:off x="7973745" y="1046270"/>
            <a:ext cx="97131" cy="76989"/>
          </a:xfrm>
          <a:custGeom>
            <a:avLst/>
            <a:gdLst/>
            <a:ahLst/>
            <a:cxnLst/>
            <a:rect l="l" t="t" r="r" b="b"/>
            <a:pathLst>
              <a:path w="1085" h="860" extrusionOk="0">
                <a:moveTo>
                  <a:pt x="550" y="1"/>
                </a:moveTo>
                <a:cubicBezTo>
                  <a:pt x="511" y="1"/>
                  <a:pt x="470" y="6"/>
                  <a:pt x="429" y="18"/>
                </a:cubicBezTo>
                <a:cubicBezTo>
                  <a:pt x="54" y="116"/>
                  <a:pt x="0" y="625"/>
                  <a:pt x="348" y="804"/>
                </a:cubicBezTo>
                <a:cubicBezTo>
                  <a:pt x="410" y="842"/>
                  <a:pt x="478" y="859"/>
                  <a:pt x="545" y="859"/>
                </a:cubicBezTo>
                <a:cubicBezTo>
                  <a:pt x="685" y="859"/>
                  <a:pt x="824" y="784"/>
                  <a:pt x="902" y="652"/>
                </a:cubicBezTo>
                <a:cubicBezTo>
                  <a:pt x="1084" y="358"/>
                  <a:pt x="864" y="1"/>
                  <a:pt x="55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3" name="Google Shape;2513;p23"/>
          <p:cNvSpPr/>
          <p:nvPr/>
        </p:nvSpPr>
        <p:spPr>
          <a:xfrm rot="2831864">
            <a:off x="7878157" y="858468"/>
            <a:ext cx="76810" cy="60964"/>
          </a:xfrm>
          <a:custGeom>
            <a:avLst/>
            <a:gdLst/>
            <a:ahLst/>
            <a:cxnLst/>
            <a:rect l="l" t="t" r="r" b="b"/>
            <a:pathLst>
              <a:path w="858" h="681" extrusionOk="0">
                <a:moveTo>
                  <a:pt x="431" y="0"/>
                </a:moveTo>
                <a:cubicBezTo>
                  <a:pt x="402" y="0"/>
                  <a:pt x="371" y="4"/>
                  <a:pt x="340" y="13"/>
                </a:cubicBezTo>
                <a:cubicBezTo>
                  <a:pt x="45" y="93"/>
                  <a:pt x="0" y="495"/>
                  <a:pt x="277" y="637"/>
                </a:cubicBezTo>
                <a:cubicBezTo>
                  <a:pt x="327" y="666"/>
                  <a:pt x="381" y="680"/>
                  <a:pt x="434" y="680"/>
                </a:cubicBezTo>
                <a:cubicBezTo>
                  <a:pt x="545" y="680"/>
                  <a:pt x="654" y="621"/>
                  <a:pt x="714" y="512"/>
                </a:cubicBezTo>
                <a:cubicBezTo>
                  <a:pt x="858" y="281"/>
                  <a:pt x="681" y="0"/>
                  <a:pt x="43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4" name="Google Shape;2514;p23"/>
          <p:cNvSpPr/>
          <p:nvPr/>
        </p:nvSpPr>
        <p:spPr>
          <a:xfrm rot="2831864">
            <a:off x="8166640" y="1185453"/>
            <a:ext cx="85404" cy="67768"/>
          </a:xfrm>
          <a:custGeom>
            <a:avLst/>
            <a:gdLst/>
            <a:ahLst/>
            <a:cxnLst/>
            <a:rect l="l" t="t" r="r" b="b"/>
            <a:pathLst>
              <a:path w="954" h="757" extrusionOk="0">
                <a:moveTo>
                  <a:pt x="476" y="0"/>
                </a:moveTo>
                <a:cubicBezTo>
                  <a:pt x="444" y="0"/>
                  <a:pt x="410" y="5"/>
                  <a:pt x="375" y="14"/>
                </a:cubicBezTo>
                <a:cubicBezTo>
                  <a:pt x="45" y="103"/>
                  <a:pt x="0" y="550"/>
                  <a:pt x="304" y="710"/>
                </a:cubicBezTo>
                <a:cubicBezTo>
                  <a:pt x="359" y="742"/>
                  <a:pt x="418" y="757"/>
                  <a:pt x="477" y="757"/>
                </a:cubicBezTo>
                <a:cubicBezTo>
                  <a:pt x="600" y="757"/>
                  <a:pt x="719" y="691"/>
                  <a:pt x="786" y="576"/>
                </a:cubicBezTo>
                <a:cubicBezTo>
                  <a:pt x="954" y="321"/>
                  <a:pt x="756" y="0"/>
                  <a:pt x="47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5" name="Google Shape;2515;p23"/>
          <p:cNvSpPr/>
          <p:nvPr/>
        </p:nvSpPr>
        <p:spPr>
          <a:xfrm rot="2831864">
            <a:off x="8031777" y="1242769"/>
            <a:ext cx="118348" cy="93103"/>
          </a:xfrm>
          <a:custGeom>
            <a:avLst/>
            <a:gdLst/>
            <a:ahLst/>
            <a:cxnLst/>
            <a:rect l="l" t="t" r="r" b="b"/>
            <a:pathLst>
              <a:path w="1322" h="1040" extrusionOk="0">
                <a:moveTo>
                  <a:pt x="669" y="0"/>
                </a:moveTo>
                <a:cubicBezTo>
                  <a:pt x="623" y="0"/>
                  <a:pt x="576" y="6"/>
                  <a:pt x="527" y="20"/>
                </a:cubicBezTo>
                <a:cubicBezTo>
                  <a:pt x="72" y="136"/>
                  <a:pt x="1" y="760"/>
                  <a:pt x="429" y="975"/>
                </a:cubicBezTo>
                <a:cubicBezTo>
                  <a:pt x="505" y="1019"/>
                  <a:pt x="588" y="1039"/>
                  <a:pt x="670" y="1039"/>
                </a:cubicBezTo>
                <a:cubicBezTo>
                  <a:pt x="838" y="1039"/>
                  <a:pt x="1003" y="952"/>
                  <a:pt x="1098" y="796"/>
                </a:cubicBezTo>
                <a:cubicBezTo>
                  <a:pt x="1322" y="437"/>
                  <a:pt x="1053" y="0"/>
                  <a:pt x="66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6" name="Google Shape;2516;p23"/>
          <p:cNvSpPr/>
          <p:nvPr/>
        </p:nvSpPr>
        <p:spPr>
          <a:xfrm rot="2831864">
            <a:off x="7931648" y="1174165"/>
            <a:ext cx="98922" cy="78332"/>
          </a:xfrm>
          <a:custGeom>
            <a:avLst/>
            <a:gdLst/>
            <a:ahLst/>
            <a:cxnLst/>
            <a:rect l="l" t="t" r="r" b="b"/>
            <a:pathLst>
              <a:path w="1105" h="875" extrusionOk="0">
                <a:moveTo>
                  <a:pt x="551" y="1"/>
                </a:moveTo>
                <a:cubicBezTo>
                  <a:pt x="515" y="1"/>
                  <a:pt x="477" y="5"/>
                  <a:pt x="438" y="15"/>
                </a:cubicBezTo>
                <a:cubicBezTo>
                  <a:pt x="55" y="122"/>
                  <a:pt x="1" y="640"/>
                  <a:pt x="349" y="818"/>
                </a:cubicBezTo>
                <a:cubicBezTo>
                  <a:pt x="413" y="856"/>
                  <a:pt x="484" y="874"/>
                  <a:pt x="555" y="874"/>
                </a:cubicBezTo>
                <a:cubicBezTo>
                  <a:pt x="700" y="874"/>
                  <a:pt x="842" y="799"/>
                  <a:pt x="920" y="667"/>
                </a:cubicBezTo>
                <a:cubicBezTo>
                  <a:pt x="1105" y="370"/>
                  <a:pt x="878" y="1"/>
                  <a:pt x="55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7" name="Google Shape;2517;p23"/>
          <p:cNvSpPr/>
          <p:nvPr/>
        </p:nvSpPr>
        <p:spPr>
          <a:xfrm rot="2831864">
            <a:off x="7962990" y="1205387"/>
            <a:ext cx="40016" cy="41180"/>
          </a:xfrm>
          <a:custGeom>
            <a:avLst/>
            <a:gdLst/>
            <a:ahLst/>
            <a:cxnLst/>
            <a:rect l="l" t="t" r="r" b="b"/>
            <a:pathLst>
              <a:path w="447" h="460" extrusionOk="0">
                <a:moveTo>
                  <a:pt x="234" y="0"/>
                </a:moveTo>
                <a:cubicBezTo>
                  <a:pt x="195" y="0"/>
                  <a:pt x="155" y="9"/>
                  <a:pt x="116" y="22"/>
                </a:cubicBezTo>
                <a:cubicBezTo>
                  <a:pt x="89" y="40"/>
                  <a:pt x="72" y="57"/>
                  <a:pt x="54" y="75"/>
                </a:cubicBezTo>
                <a:cubicBezTo>
                  <a:pt x="36" y="102"/>
                  <a:pt x="27" y="120"/>
                  <a:pt x="18" y="147"/>
                </a:cubicBezTo>
                <a:lnTo>
                  <a:pt x="9" y="173"/>
                </a:lnTo>
                <a:lnTo>
                  <a:pt x="9" y="182"/>
                </a:lnTo>
                <a:cubicBezTo>
                  <a:pt x="9" y="200"/>
                  <a:pt x="9" y="218"/>
                  <a:pt x="0" y="245"/>
                </a:cubicBezTo>
                <a:cubicBezTo>
                  <a:pt x="0" y="263"/>
                  <a:pt x="9" y="281"/>
                  <a:pt x="9" y="307"/>
                </a:cubicBezTo>
                <a:cubicBezTo>
                  <a:pt x="27" y="370"/>
                  <a:pt x="89" y="432"/>
                  <a:pt x="161" y="450"/>
                </a:cubicBezTo>
                <a:cubicBezTo>
                  <a:pt x="179" y="450"/>
                  <a:pt x="197" y="459"/>
                  <a:pt x="214" y="459"/>
                </a:cubicBezTo>
                <a:cubicBezTo>
                  <a:pt x="232" y="459"/>
                  <a:pt x="259" y="450"/>
                  <a:pt x="277" y="450"/>
                </a:cubicBezTo>
                <a:cubicBezTo>
                  <a:pt x="295" y="441"/>
                  <a:pt x="313" y="432"/>
                  <a:pt x="330" y="423"/>
                </a:cubicBezTo>
                <a:cubicBezTo>
                  <a:pt x="366" y="406"/>
                  <a:pt x="393" y="379"/>
                  <a:pt x="411" y="343"/>
                </a:cubicBezTo>
                <a:cubicBezTo>
                  <a:pt x="420" y="325"/>
                  <a:pt x="429" y="307"/>
                  <a:pt x="438" y="289"/>
                </a:cubicBezTo>
                <a:cubicBezTo>
                  <a:pt x="446" y="254"/>
                  <a:pt x="446" y="209"/>
                  <a:pt x="438" y="173"/>
                </a:cubicBezTo>
                <a:lnTo>
                  <a:pt x="438" y="165"/>
                </a:lnTo>
                <a:cubicBezTo>
                  <a:pt x="429" y="147"/>
                  <a:pt x="429" y="129"/>
                  <a:pt x="411" y="111"/>
                </a:cubicBezTo>
                <a:lnTo>
                  <a:pt x="384" y="66"/>
                </a:lnTo>
                <a:cubicBezTo>
                  <a:pt x="366" y="49"/>
                  <a:pt x="357" y="40"/>
                  <a:pt x="339" y="31"/>
                </a:cubicBezTo>
                <a:cubicBezTo>
                  <a:pt x="322" y="22"/>
                  <a:pt x="304" y="13"/>
                  <a:pt x="277" y="4"/>
                </a:cubicBezTo>
                <a:cubicBezTo>
                  <a:pt x="263" y="1"/>
                  <a:pt x="248" y="0"/>
                  <a:pt x="234" y="0"/>
                </a:cubicBezTo>
                <a:close/>
              </a:path>
            </a:pathLst>
          </a:custGeom>
          <a:gradFill>
            <a:gsLst>
              <a:gs pos="0">
                <a:srgbClr val="FFFFFF">
                  <a:alpha val="0"/>
                </a:srgbClr>
              </a:gs>
              <a:gs pos="100000">
                <a:srgbClr val="FFFFFF">
                  <a:alpha val="2196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8" name="Google Shape;2518;p23"/>
          <p:cNvSpPr/>
          <p:nvPr/>
        </p:nvSpPr>
        <p:spPr>
          <a:xfrm rot="2831864">
            <a:off x="8070119" y="1287639"/>
            <a:ext cx="33660" cy="36883"/>
          </a:xfrm>
          <a:custGeom>
            <a:avLst/>
            <a:gdLst/>
            <a:ahLst/>
            <a:cxnLst/>
            <a:rect l="l" t="t" r="r" b="b"/>
            <a:pathLst>
              <a:path w="376" h="412" extrusionOk="0">
                <a:moveTo>
                  <a:pt x="135" y="1"/>
                </a:moveTo>
                <a:lnTo>
                  <a:pt x="108" y="10"/>
                </a:lnTo>
                <a:lnTo>
                  <a:pt x="90" y="19"/>
                </a:lnTo>
                <a:cubicBezTo>
                  <a:pt x="72" y="28"/>
                  <a:pt x="63" y="36"/>
                  <a:pt x="54" y="54"/>
                </a:cubicBezTo>
                <a:cubicBezTo>
                  <a:pt x="45" y="54"/>
                  <a:pt x="45" y="63"/>
                  <a:pt x="36" y="72"/>
                </a:cubicBezTo>
                <a:lnTo>
                  <a:pt x="28" y="81"/>
                </a:lnTo>
                <a:cubicBezTo>
                  <a:pt x="19" y="99"/>
                  <a:pt x="10" y="117"/>
                  <a:pt x="1" y="135"/>
                </a:cubicBezTo>
                <a:lnTo>
                  <a:pt x="1" y="144"/>
                </a:lnTo>
                <a:cubicBezTo>
                  <a:pt x="1" y="152"/>
                  <a:pt x="1" y="152"/>
                  <a:pt x="1" y="152"/>
                </a:cubicBezTo>
                <a:lnTo>
                  <a:pt x="1" y="161"/>
                </a:lnTo>
                <a:lnTo>
                  <a:pt x="1" y="215"/>
                </a:lnTo>
                <a:cubicBezTo>
                  <a:pt x="1" y="215"/>
                  <a:pt x="1" y="224"/>
                  <a:pt x="1" y="224"/>
                </a:cubicBezTo>
                <a:cubicBezTo>
                  <a:pt x="1" y="224"/>
                  <a:pt x="1" y="233"/>
                  <a:pt x="1" y="233"/>
                </a:cubicBezTo>
                <a:lnTo>
                  <a:pt x="1" y="277"/>
                </a:lnTo>
                <a:lnTo>
                  <a:pt x="1" y="286"/>
                </a:lnTo>
                <a:lnTo>
                  <a:pt x="19" y="322"/>
                </a:lnTo>
                <a:lnTo>
                  <a:pt x="45" y="358"/>
                </a:lnTo>
                <a:cubicBezTo>
                  <a:pt x="54" y="367"/>
                  <a:pt x="63" y="376"/>
                  <a:pt x="81" y="385"/>
                </a:cubicBezTo>
                <a:cubicBezTo>
                  <a:pt x="108" y="402"/>
                  <a:pt x="135" y="411"/>
                  <a:pt x="170" y="411"/>
                </a:cubicBezTo>
                <a:lnTo>
                  <a:pt x="242" y="411"/>
                </a:lnTo>
                <a:cubicBezTo>
                  <a:pt x="260" y="402"/>
                  <a:pt x="277" y="393"/>
                  <a:pt x="295" y="385"/>
                </a:cubicBezTo>
                <a:cubicBezTo>
                  <a:pt x="304" y="376"/>
                  <a:pt x="313" y="376"/>
                  <a:pt x="322" y="367"/>
                </a:cubicBezTo>
                <a:cubicBezTo>
                  <a:pt x="331" y="349"/>
                  <a:pt x="349" y="340"/>
                  <a:pt x="349" y="331"/>
                </a:cubicBezTo>
                <a:cubicBezTo>
                  <a:pt x="349" y="331"/>
                  <a:pt x="349" y="322"/>
                  <a:pt x="349" y="322"/>
                </a:cubicBezTo>
                <a:cubicBezTo>
                  <a:pt x="358" y="304"/>
                  <a:pt x="367" y="286"/>
                  <a:pt x="376" y="269"/>
                </a:cubicBezTo>
                <a:cubicBezTo>
                  <a:pt x="376" y="251"/>
                  <a:pt x="376" y="233"/>
                  <a:pt x="376" y="215"/>
                </a:cubicBezTo>
                <a:lnTo>
                  <a:pt x="376" y="197"/>
                </a:lnTo>
                <a:cubicBezTo>
                  <a:pt x="376" y="161"/>
                  <a:pt x="367" y="126"/>
                  <a:pt x="349" y="99"/>
                </a:cubicBezTo>
                <a:cubicBezTo>
                  <a:pt x="349" y="81"/>
                  <a:pt x="349" y="72"/>
                  <a:pt x="340" y="54"/>
                </a:cubicBezTo>
                <a:lnTo>
                  <a:pt x="322" y="45"/>
                </a:lnTo>
                <a:cubicBezTo>
                  <a:pt x="322" y="36"/>
                  <a:pt x="313" y="28"/>
                  <a:pt x="304" y="28"/>
                </a:cubicBezTo>
                <a:cubicBezTo>
                  <a:pt x="304" y="28"/>
                  <a:pt x="295" y="19"/>
                  <a:pt x="295" y="19"/>
                </a:cubicBezTo>
                <a:cubicBezTo>
                  <a:pt x="277" y="19"/>
                  <a:pt x="260" y="10"/>
                  <a:pt x="251" y="1"/>
                </a:cubicBezTo>
                <a:close/>
              </a:path>
            </a:pathLst>
          </a:custGeom>
          <a:gradFill>
            <a:gsLst>
              <a:gs pos="0">
                <a:srgbClr val="FFFFFF">
                  <a:alpha val="0"/>
                </a:srgbClr>
              </a:gs>
              <a:gs pos="100000">
                <a:srgbClr val="FFFFFF">
                  <a:alpha val="2196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9" name="Google Shape;2519;p23"/>
          <p:cNvSpPr/>
          <p:nvPr/>
        </p:nvSpPr>
        <p:spPr>
          <a:xfrm rot="2831864">
            <a:off x="8197676" y="1213197"/>
            <a:ext cx="28916" cy="30169"/>
          </a:xfrm>
          <a:custGeom>
            <a:avLst/>
            <a:gdLst/>
            <a:ahLst/>
            <a:cxnLst/>
            <a:rect l="l" t="t" r="r" b="b"/>
            <a:pathLst>
              <a:path w="323" h="337" extrusionOk="0">
                <a:moveTo>
                  <a:pt x="153" y="0"/>
                </a:moveTo>
                <a:cubicBezTo>
                  <a:pt x="135" y="0"/>
                  <a:pt x="126" y="9"/>
                  <a:pt x="108" y="18"/>
                </a:cubicBezTo>
                <a:cubicBezTo>
                  <a:pt x="90" y="18"/>
                  <a:pt x="72" y="27"/>
                  <a:pt x="63" y="45"/>
                </a:cubicBezTo>
                <a:lnTo>
                  <a:pt x="54" y="54"/>
                </a:lnTo>
                <a:lnTo>
                  <a:pt x="28" y="89"/>
                </a:lnTo>
                <a:lnTo>
                  <a:pt x="28" y="98"/>
                </a:lnTo>
                <a:lnTo>
                  <a:pt x="10" y="134"/>
                </a:lnTo>
                <a:cubicBezTo>
                  <a:pt x="1" y="170"/>
                  <a:pt x="1" y="196"/>
                  <a:pt x="10" y="223"/>
                </a:cubicBezTo>
                <a:cubicBezTo>
                  <a:pt x="19" y="250"/>
                  <a:pt x="28" y="268"/>
                  <a:pt x="54" y="286"/>
                </a:cubicBezTo>
                <a:cubicBezTo>
                  <a:pt x="72" y="312"/>
                  <a:pt x="90" y="321"/>
                  <a:pt x="117" y="330"/>
                </a:cubicBezTo>
                <a:cubicBezTo>
                  <a:pt x="130" y="335"/>
                  <a:pt x="146" y="337"/>
                  <a:pt x="162" y="337"/>
                </a:cubicBezTo>
                <a:cubicBezTo>
                  <a:pt x="177" y="337"/>
                  <a:pt x="193" y="335"/>
                  <a:pt x="206" y="330"/>
                </a:cubicBezTo>
                <a:lnTo>
                  <a:pt x="242" y="312"/>
                </a:lnTo>
                <a:lnTo>
                  <a:pt x="278" y="286"/>
                </a:lnTo>
                <a:lnTo>
                  <a:pt x="304" y="259"/>
                </a:lnTo>
                <a:cubicBezTo>
                  <a:pt x="304" y="241"/>
                  <a:pt x="313" y="232"/>
                  <a:pt x="313" y="214"/>
                </a:cubicBezTo>
                <a:cubicBezTo>
                  <a:pt x="322" y="205"/>
                  <a:pt x="322" y="187"/>
                  <a:pt x="322" y="170"/>
                </a:cubicBezTo>
                <a:lnTo>
                  <a:pt x="322" y="161"/>
                </a:lnTo>
                <a:lnTo>
                  <a:pt x="322" y="116"/>
                </a:lnTo>
                <a:lnTo>
                  <a:pt x="304" y="80"/>
                </a:lnTo>
                <a:lnTo>
                  <a:pt x="278" y="45"/>
                </a:lnTo>
                <a:cubicBezTo>
                  <a:pt x="269" y="27"/>
                  <a:pt x="251" y="18"/>
                  <a:pt x="233" y="18"/>
                </a:cubicBezTo>
                <a:cubicBezTo>
                  <a:pt x="224" y="9"/>
                  <a:pt x="206" y="0"/>
                  <a:pt x="188" y="0"/>
                </a:cubicBezTo>
                <a:close/>
              </a:path>
            </a:pathLst>
          </a:custGeom>
          <a:gradFill>
            <a:gsLst>
              <a:gs pos="0">
                <a:srgbClr val="FFFFFF">
                  <a:alpha val="0"/>
                </a:srgbClr>
              </a:gs>
              <a:gs pos="100000">
                <a:srgbClr val="FFFFFF">
                  <a:alpha val="2196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0" name="Google Shape;2520;p23"/>
          <p:cNvSpPr/>
          <p:nvPr/>
        </p:nvSpPr>
        <p:spPr>
          <a:xfrm rot="2831864">
            <a:off x="8245558" y="1064853"/>
            <a:ext cx="32049" cy="32855"/>
          </a:xfrm>
          <a:custGeom>
            <a:avLst/>
            <a:gdLst/>
            <a:ahLst/>
            <a:cxnLst/>
            <a:rect l="l" t="t" r="r" b="b"/>
            <a:pathLst>
              <a:path w="358" h="367" extrusionOk="0">
                <a:moveTo>
                  <a:pt x="152" y="1"/>
                </a:moveTo>
                <a:lnTo>
                  <a:pt x="125" y="10"/>
                </a:lnTo>
                <a:lnTo>
                  <a:pt x="107" y="19"/>
                </a:lnTo>
                <a:lnTo>
                  <a:pt x="98" y="28"/>
                </a:lnTo>
                <a:lnTo>
                  <a:pt x="89" y="28"/>
                </a:lnTo>
                <a:cubicBezTo>
                  <a:pt x="71" y="37"/>
                  <a:pt x="63" y="46"/>
                  <a:pt x="54" y="54"/>
                </a:cubicBezTo>
                <a:lnTo>
                  <a:pt x="45" y="63"/>
                </a:lnTo>
                <a:cubicBezTo>
                  <a:pt x="36" y="72"/>
                  <a:pt x="27" y="81"/>
                  <a:pt x="18" y="99"/>
                </a:cubicBezTo>
                <a:lnTo>
                  <a:pt x="9" y="117"/>
                </a:lnTo>
                <a:lnTo>
                  <a:pt x="0" y="135"/>
                </a:lnTo>
                <a:lnTo>
                  <a:pt x="0" y="144"/>
                </a:lnTo>
                <a:lnTo>
                  <a:pt x="0" y="171"/>
                </a:lnTo>
                <a:lnTo>
                  <a:pt x="0" y="188"/>
                </a:lnTo>
                <a:lnTo>
                  <a:pt x="0" y="197"/>
                </a:lnTo>
                <a:lnTo>
                  <a:pt x="0" y="215"/>
                </a:lnTo>
                <a:cubicBezTo>
                  <a:pt x="0" y="215"/>
                  <a:pt x="0" y="224"/>
                  <a:pt x="0" y="224"/>
                </a:cubicBezTo>
                <a:cubicBezTo>
                  <a:pt x="0" y="224"/>
                  <a:pt x="0" y="233"/>
                  <a:pt x="0" y="242"/>
                </a:cubicBezTo>
                <a:cubicBezTo>
                  <a:pt x="0" y="260"/>
                  <a:pt x="9" y="269"/>
                  <a:pt x="9" y="278"/>
                </a:cubicBezTo>
                <a:lnTo>
                  <a:pt x="9" y="287"/>
                </a:lnTo>
                <a:cubicBezTo>
                  <a:pt x="18" y="304"/>
                  <a:pt x="27" y="313"/>
                  <a:pt x="45" y="322"/>
                </a:cubicBezTo>
                <a:lnTo>
                  <a:pt x="71" y="349"/>
                </a:lnTo>
                <a:cubicBezTo>
                  <a:pt x="89" y="358"/>
                  <a:pt x="98" y="358"/>
                  <a:pt x="116" y="367"/>
                </a:cubicBezTo>
                <a:lnTo>
                  <a:pt x="214" y="367"/>
                </a:lnTo>
                <a:lnTo>
                  <a:pt x="232" y="358"/>
                </a:lnTo>
                <a:lnTo>
                  <a:pt x="250" y="349"/>
                </a:lnTo>
                <a:cubicBezTo>
                  <a:pt x="259" y="349"/>
                  <a:pt x="268" y="340"/>
                  <a:pt x="277" y="331"/>
                </a:cubicBezTo>
                <a:cubicBezTo>
                  <a:pt x="286" y="331"/>
                  <a:pt x="295" y="322"/>
                  <a:pt x="295" y="313"/>
                </a:cubicBezTo>
                <a:lnTo>
                  <a:pt x="295" y="304"/>
                </a:lnTo>
                <a:lnTo>
                  <a:pt x="330" y="269"/>
                </a:lnTo>
                <a:lnTo>
                  <a:pt x="339" y="251"/>
                </a:lnTo>
                <a:cubicBezTo>
                  <a:pt x="348" y="233"/>
                  <a:pt x="357" y="224"/>
                  <a:pt x="357" y="206"/>
                </a:cubicBezTo>
                <a:lnTo>
                  <a:pt x="357" y="179"/>
                </a:lnTo>
                <a:lnTo>
                  <a:pt x="357" y="171"/>
                </a:lnTo>
                <a:lnTo>
                  <a:pt x="357" y="126"/>
                </a:lnTo>
                <a:cubicBezTo>
                  <a:pt x="357" y="108"/>
                  <a:pt x="348" y="99"/>
                  <a:pt x="339" y="81"/>
                </a:cubicBezTo>
                <a:lnTo>
                  <a:pt x="339" y="72"/>
                </a:lnTo>
                <a:cubicBezTo>
                  <a:pt x="339" y="72"/>
                  <a:pt x="330" y="63"/>
                  <a:pt x="321" y="63"/>
                </a:cubicBezTo>
                <a:cubicBezTo>
                  <a:pt x="321" y="54"/>
                  <a:pt x="312" y="46"/>
                  <a:pt x="304" y="37"/>
                </a:cubicBezTo>
                <a:cubicBezTo>
                  <a:pt x="304" y="37"/>
                  <a:pt x="304" y="37"/>
                  <a:pt x="295" y="28"/>
                </a:cubicBezTo>
                <a:cubicBezTo>
                  <a:pt x="286" y="19"/>
                  <a:pt x="268" y="10"/>
                  <a:pt x="241" y="1"/>
                </a:cubicBezTo>
                <a:close/>
              </a:path>
            </a:pathLst>
          </a:custGeom>
          <a:gradFill>
            <a:gsLst>
              <a:gs pos="0">
                <a:srgbClr val="FFFFFF">
                  <a:alpha val="0"/>
                </a:srgbClr>
              </a:gs>
              <a:gs pos="100000">
                <a:srgbClr val="FFFFFF">
                  <a:alpha val="2196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1" name="Google Shape;2521;p23"/>
          <p:cNvSpPr/>
          <p:nvPr/>
        </p:nvSpPr>
        <p:spPr>
          <a:xfrm rot="2831864">
            <a:off x="8275385" y="915814"/>
            <a:ext cx="42433" cy="42791"/>
          </a:xfrm>
          <a:custGeom>
            <a:avLst/>
            <a:gdLst/>
            <a:ahLst/>
            <a:cxnLst/>
            <a:rect l="l" t="t" r="r" b="b"/>
            <a:pathLst>
              <a:path w="474" h="478" extrusionOk="0">
                <a:moveTo>
                  <a:pt x="250" y="0"/>
                </a:moveTo>
                <a:cubicBezTo>
                  <a:pt x="232" y="0"/>
                  <a:pt x="206" y="9"/>
                  <a:pt x="188" y="9"/>
                </a:cubicBezTo>
                <a:cubicBezTo>
                  <a:pt x="116" y="27"/>
                  <a:pt x="63" y="80"/>
                  <a:pt x="18" y="134"/>
                </a:cubicBezTo>
                <a:cubicBezTo>
                  <a:pt x="9" y="152"/>
                  <a:pt x="0" y="170"/>
                  <a:pt x="0" y="196"/>
                </a:cubicBezTo>
                <a:cubicBezTo>
                  <a:pt x="0" y="205"/>
                  <a:pt x="0" y="214"/>
                  <a:pt x="0" y="223"/>
                </a:cubicBezTo>
                <a:cubicBezTo>
                  <a:pt x="0" y="232"/>
                  <a:pt x="0" y="241"/>
                  <a:pt x="0" y="250"/>
                </a:cubicBezTo>
                <a:lnTo>
                  <a:pt x="0" y="286"/>
                </a:lnTo>
                <a:cubicBezTo>
                  <a:pt x="0" y="295"/>
                  <a:pt x="0" y="303"/>
                  <a:pt x="9" y="312"/>
                </a:cubicBezTo>
                <a:lnTo>
                  <a:pt x="9" y="330"/>
                </a:lnTo>
                <a:lnTo>
                  <a:pt x="9" y="339"/>
                </a:lnTo>
                <a:cubicBezTo>
                  <a:pt x="18" y="348"/>
                  <a:pt x="18" y="348"/>
                  <a:pt x="27" y="357"/>
                </a:cubicBezTo>
                <a:cubicBezTo>
                  <a:pt x="27" y="366"/>
                  <a:pt x="27" y="375"/>
                  <a:pt x="36" y="384"/>
                </a:cubicBezTo>
                <a:cubicBezTo>
                  <a:pt x="73" y="443"/>
                  <a:pt x="141" y="478"/>
                  <a:pt x="213" y="478"/>
                </a:cubicBezTo>
                <a:cubicBezTo>
                  <a:pt x="228" y="478"/>
                  <a:pt x="244" y="476"/>
                  <a:pt x="259" y="473"/>
                </a:cubicBezTo>
                <a:cubicBezTo>
                  <a:pt x="295" y="455"/>
                  <a:pt x="339" y="437"/>
                  <a:pt x="366" y="402"/>
                </a:cubicBezTo>
                <a:cubicBezTo>
                  <a:pt x="384" y="393"/>
                  <a:pt x="393" y="384"/>
                  <a:pt x="411" y="366"/>
                </a:cubicBezTo>
                <a:cubicBezTo>
                  <a:pt x="438" y="330"/>
                  <a:pt x="455" y="295"/>
                  <a:pt x="464" y="259"/>
                </a:cubicBezTo>
                <a:cubicBezTo>
                  <a:pt x="473" y="241"/>
                  <a:pt x="473" y="223"/>
                  <a:pt x="473" y="205"/>
                </a:cubicBezTo>
                <a:cubicBezTo>
                  <a:pt x="473" y="196"/>
                  <a:pt x="473" y="179"/>
                  <a:pt x="473" y="170"/>
                </a:cubicBezTo>
                <a:cubicBezTo>
                  <a:pt x="473" y="161"/>
                  <a:pt x="464" y="161"/>
                  <a:pt x="464" y="152"/>
                </a:cubicBezTo>
                <a:cubicBezTo>
                  <a:pt x="455" y="107"/>
                  <a:pt x="429" y="71"/>
                  <a:pt x="393" y="45"/>
                </a:cubicBezTo>
                <a:cubicBezTo>
                  <a:pt x="375" y="27"/>
                  <a:pt x="348" y="9"/>
                  <a:pt x="322" y="9"/>
                </a:cubicBezTo>
                <a:cubicBezTo>
                  <a:pt x="304" y="0"/>
                  <a:pt x="286" y="0"/>
                  <a:pt x="268" y="0"/>
                </a:cubicBezTo>
                <a:close/>
              </a:path>
            </a:pathLst>
          </a:custGeom>
          <a:gradFill>
            <a:gsLst>
              <a:gs pos="0">
                <a:srgbClr val="FFFFFF">
                  <a:alpha val="0"/>
                </a:srgbClr>
              </a:gs>
              <a:gs pos="100000">
                <a:srgbClr val="FFFFFF">
                  <a:alpha val="2196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2" name="Google Shape;2522;p23"/>
          <p:cNvSpPr/>
          <p:nvPr/>
        </p:nvSpPr>
        <p:spPr>
          <a:xfrm rot="2831864">
            <a:off x="8006940" y="1075231"/>
            <a:ext cx="29632" cy="34735"/>
          </a:xfrm>
          <a:custGeom>
            <a:avLst/>
            <a:gdLst/>
            <a:ahLst/>
            <a:cxnLst/>
            <a:rect l="l" t="t" r="r" b="b"/>
            <a:pathLst>
              <a:path w="331" h="388" extrusionOk="0">
                <a:moveTo>
                  <a:pt x="180" y="1"/>
                </a:moveTo>
                <a:cubicBezTo>
                  <a:pt x="168" y="1"/>
                  <a:pt x="155" y="2"/>
                  <a:pt x="143" y="4"/>
                </a:cubicBezTo>
                <a:cubicBezTo>
                  <a:pt x="116" y="13"/>
                  <a:pt x="99" y="31"/>
                  <a:pt x="81" y="48"/>
                </a:cubicBezTo>
                <a:lnTo>
                  <a:pt x="54" y="75"/>
                </a:lnTo>
                <a:lnTo>
                  <a:pt x="45" y="84"/>
                </a:lnTo>
                <a:cubicBezTo>
                  <a:pt x="27" y="93"/>
                  <a:pt x="18" y="111"/>
                  <a:pt x="9" y="138"/>
                </a:cubicBezTo>
                <a:cubicBezTo>
                  <a:pt x="9" y="147"/>
                  <a:pt x="0" y="155"/>
                  <a:pt x="0" y="164"/>
                </a:cubicBezTo>
                <a:lnTo>
                  <a:pt x="0" y="209"/>
                </a:lnTo>
                <a:cubicBezTo>
                  <a:pt x="0" y="209"/>
                  <a:pt x="0" y="209"/>
                  <a:pt x="0" y="218"/>
                </a:cubicBezTo>
                <a:lnTo>
                  <a:pt x="0" y="263"/>
                </a:lnTo>
                <a:lnTo>
                  <a:pt x="0" y="272"/>
                </a:lnTo>
                <a:cubicBezTo>
                  <a:pt x="9" y="298"/>
                  <a:pt x="18" y="316"/>
                  <a:pt x="45" y="334"/>
                </a:cubicBezTo>
                <a:cubicBezTo>
                  <a:pt x="54" y="352"/>
                  <a:pt x="72" y="361"/>
                  <a:pt x="90" y="370"/>
                </a:cubicBezTo>
                <a:cubicBezTo>
                  <a:pt x="108" y="379"/>
                  <a:pt x="134" y="388"/>
                  <a:pt x="152" y="388"/>
                </a:cubicBezTo>
                <a:cubicBezTo>
                  <a:pt x="179" y="388"/>
                  <a:pt x="206" y="379"/>
                  <a:pt x="233" y="361"/>
                </a:cubicBezTo>
                <a:lnTo>
                  <a:pt x="241" y="352"/>
                </a:lnTo>
                <a:lnTo>
                  <a:pt x="250" y="352"/>
                </a:lnTo>
                <a:lnTo>
                  <a:pt x="268" y="343"/>
                </a:lnTo>
                <a:lnTo>
                  <a:pt x="286" y="334"/>
                </a:lnTo>
                <a:cubicBezTo>
                  <a:pt x="295" y="316"/>
                  <a:pt x="304" y="307"/>
                  <a:pt x="313" y="298"/>
                </a:cubicBezTo>
                <a:cubicBezTo>
                  <a:pt x="313" y="280"/>
                  <a:pt x="322" y="272"/>
                  <a:pt x="331" y="254"/>
                </a:cubicBezTo>
                <a:lnTo>
                  <a:pt x="331" y="245"/>
                </a:lnTo>
                <a:cubicBezTo>
                  <a:pt x="331" y="236"/>
                  <a:pt x="331" y="218"/>
                  <a:pt x="331" y="200"/>
                </a:cubicBezTo>
                <a:cubicBezTo>
                  <a:pt x="331" y="200"/>
                  <a:pt x="331" y="191"/>
                  <a:pt x="331" y="191"/>
                </a:cubicBezTo>
                <a:cubicBezTo>
                  <a:pt x="331" y="182"/>
                  <a:pt x="331" y="182"/>
                  <a:pt x="331" y="173"/>
                </a:cubicBezTo>
                <a:cubicBezTo>
                  <a:pt x="331" y="155"/>
                  <a:pt x="331" y="138"/>
                  <a:pt x="331" y="120"/>
                </a:cubicBezTo>
                <a:cubicBezTo>
                  <a:pt x="322" y="93"/>
                  <a:pt x="313" y="66"/>
                  <a:pt x="304" y="48"/>
                </a:cubicBezTo>
                <a:cubicBezTo>
                  <a:pt x="269" y="14"/>
                  <a:pt x="224" y="1"/>
                  <a:pt x="180" y="1"/>
                </a:cubicBezTo>
                <a:close/>
              </a:path>
            </a:pathLst>
          </a:custGeom>
          <a:gradFill>
            <a:gsLst>
              <a:gs pos="0">
                <a:srgbClr val="FFFFFF">
                  <a:alpha val="0"/>
                </a:srgbClr>
              </a:gs>
              <a:gs pos="100000">
                <a:srgbClr val="FFFFFF">
                  <a:alpha val="2196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3" name="Google Shape;2523;p23"/>
          <p:cNvSpPr/>
          <p:nvPr/>
        </p:nvSpPr>
        <p:spPr>
          <a:xfrm rot="2831864">
            <a:off x="7991014" y="908089"/>
            <a:ext cx="40106" cy="41449"/>
          </a:xfrm>
          <a:custGeom>
            <a:avLst/>
            <a:gdLst/>
            <a:ahLst/>
            <a:cxnLst/>
            <a:rect l="l" t="t" r="r" b="b"/>
            <a:pathLst>
              <a:path w="448" h="463" extrusionOk="0">
                <a:moveTo>
                  <a:pt x="233" y="1"/>
                </a:moveTo>
                <a:cubicBezTo>
                  <a:pt x="215" y="1"/>
                  <a:pt x="197" y="1"/>
                  <a:pt x="179" y="10"/>
                </a:cubicBezTo>
                <a:cubicBezTo>
                  <a:pt x="170" y="10"/>
                  <a:pt x="162" y="10"/>
                  <a:pt x="153" y="19"/>
                </a:cubicBezTo>
                <a:cubicBezTo>
                  <a:pt x="144" y="19"/>
                  <a:pt x="135" y="28"/>
                  <a:pt x="126" y="28"/>
                </a:cubicBezTo>
                <a:cubicBezTo>
                  <a:pt x="108" y="37"/>
                  <a:pt x="99" y="54"/>
                  <a:pt x="90" y="63"/>
                </a:cubicBezTo>
                <a:cubicBezTo>
                  <a:pt x="72" y="72"/>
                  <a:pt x="54" y="90"/>
                  <a:pt x="46" y="108"/>
                </a:cubicBezTo>
                <a:lnTo>
                  <a:pt x="37" y="126"/>
                </a:lnTo>
                <a:cubicBezTo>
                  <a:pt x="28" y="144"/>
                  <a:pt x="19" y="161"/>
                  <a:pt x="19" y="188"/>
                </a:cubicBezTo>
                <a:cubicBezTo>
                  <a:pt x="1" y="242"/>
                  <a:pt x="10" y="295"/>
                  <a:pt x="37" y="349"/>
                </a:cubicBezTo>
                <a:cubicBezTo>
                  <a:pt x="37" y="349"/>
                  <a:pt x="37" y="349"/>
                  <a:pt x="37" y="358"/>
                </a:cubicBezTo>
                <a:lnTo>
                  <a:pt x="63" y="385"/>
                </a:lnTo>
                <a:cubicBezTo>
                  <a:pt x="63" y="394"/>
                  <a:pt x="72" y="402"/>
                  <a:pt x="81" y="402"/>
                </a:cubicBezTo>
                <a:lnTo>
                  <a:pt x="99" y="420"/>
                </a:lnTo>
                <a:lnTo>
                  <a:pt x="126" y="429"/>
                </a:lnTo>
                <a:cubicBezTo>
                  <a:pt x="144" y="438"/>
                  <a:pt x="162" y="447"/>
                  <a:pt x="179" y="456"/>
                </a:cubicBezTo>
                <a:cubicBezTo>
                  <a:pt x="197" y="460"/>
                  <a:pt x="215" y="463"/>
                  <a:pt x="232" y="463"/>
                </a:cubicBezTo>
                <a:cubicBezTo>
                  <a:pt x="249" y="463"/>
                  <a:pt x="264" y="460"/>
                  <a:pt x="278" y="456"/>
                </a:cubicBezTo>
                <a:cubicBezTo>
                  <a:pt x="313" y="447"/>
                  <a:pt x="340" y="429"/>
                  <a:pt x="367" y="402"/>
                </a:cubicBezTo>
                <a:cubicBezTo>
                  <a:pt x="394" y="376"/>
                  <a:pt x="420" y="331"/>
                  <a:pt x="429" y="295"/>
                </a:cubicBezTo>
                <a:cubicBezTo>
                  <a:pt x="429" y="286"/>
                  <a:pt x="438" y="277"/>
                  <a:pt x="438" y="269"/>
                </a:cubicBezTo>
                <a:cubicBezTo>
                  <a:pt x="438" y="251"/>
                  <a:pt x="447" y="233"/>
                  <a:pt x="447" y="215"/>
                </a:cubicBezTo>
                <a:cubicBezTo>
                  <a:pt x="447" y="215"/>
                  <a:pt x="447" y="206"/>
                  <a:pt x="447" y="206"/>
                </a:cubicBezTo>
                <a:cubicBezTo>
                  <a:pt x="447" y="188"/>
                  <a:pt x="447" y="179"/>
                  <a:pt x="447" y="161"/>
                </a:cubicBezTo>
                <a:cubicBezTo>
                  <a:pt x="438" y="144"/>
                  <a:pt x="438" y="126"/>
                  <a:pt x="429" y="108"/>
                </a:cubicBezTo>
                <a:cubicBezTo>
                  <a:pt x="420" y="90"/>
                  <a:pt x="411" y="72"/>
                  <a:pt x="394" y="63"/>
                </a:cubicBezTo>
                <a:cubicBezTo>
                  <a:pt x="385" y="45"/>
                  <a:pt x="367" y="37"/>
                  <a:pt x="349" y="28"/>
                </a:cubicBezTo>
                <a:cubicBezTo>
                  <a:pt x="331" y="19"/>
                  <a:pt x="322" y="10"/>
                  <a:pt x="304" y="10"/>
                </a:cubicBezTo>
                <a:lnTo>
                  <a:pt x="295" y="10"/>
                </a:lnTo>
                <a:cubicBezTo>
                  <a:pt x="278" y="1"/>
                  <a:pt x="251" y="1"/>
                  <a:pt x="233" y="1"/>
                </a:cubicBezTo>
                <a:close/>
              </a:path>
            </a:pathLst>
          </a:custGeom>
          <a:gradFill>
            <a:gsLst>
              <a:gs pos="0">
                <a:srgbClr val="FFFFFF">
                  <a:alpha val="0"/>
                </a:srgbClr>
              </a:gs>
              <a:gs pos="100000">
                <a:srgbClr val="FFFFFF">
                  <a:alpha val="2196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4" name="Google Shape;2524;p23"/>
          <p:cNvSpPr/>
          <p:nvPr/>
        </p:nvSpPr>
        <p:spPr>
          <a:xfrm rot="2831864">
            <a:off x="7897910" y="879682"/>
            <a:ext cx="32049" cy="29990"/>
          </a:xfrm>
          <a:custGeom>
            <a:avLst/>
            <a:gdLst/>
            <a:ahLst/>
            <a:cxnLst/>
            <a:rect l="l" t="t" r="r" b="b"/>
            <a:pathLst>
              <a:path w="358" h="335" extrusionOk="0">
                <a:moveTo>
                  <a:pt x="177" y="0"/>
                </a:moveTo>
                <a:cubicBezTo>
                  <a:pt x="167" y="0"/>
                  <a:pt x="156" y="2"/>
                  <a:pt x="143" y="7"/>
                </a:cubicBezTo>
                <a:cubicBezTo>
                  <a:pt x="134" y="7"/>
                  <a:pt x="116" y="16"/>
                  <a:pt x="107" y="25"/>
                </a:cubicBezTo>
                <a:lnTo>
                  <a:pt x="89" y="25"/>
                </a:lnTo>
                <a:lnTo>
                  <a:pt x="71" y="33"/>
                </a:lnTo>
                <a:lnTo>
                  <a:pt x="54" y="51"/>
                </a:lnTo>
                <a:cubicBezTo>
                  <a:pt x="45" y="60"/>
                  <a:pt x="36" y="69"/>
                  <a:pt x="27" y="87"/>
                </a:cubicBezTo>
                <a:lnTo>
                  <a:pt x="18" y="96"/>
                </a:lnTo>
                <a:lnTo>
                  <a:pt x="9" y="141"/>
                </a:lnTo>
                <a:cubicBezTo>
                  <a:pt x="0" y="158"/>
                  <a:pt x="0" y="176"/>
                  <a:pt x="9" y="203"/>
                </a:cubicBezTo>
                <a:cubicBezTo>
                  <a:pt x="0" y="212"/>
                  <a:pt x="9" y="230"/>
                  <a:pt x="18" y="239"/>
                </a:cubicBezTo>
                <a:cubicBezTo>
                  <a:pt x="18" y="257"/>
                  <a:pt x="36" y="274"/>
                  <a:pt x="45" y="292"/>
                </a:cubicBezTo>
                <a:lnTo>
                  <a:pt x="80" y="310"/>
                </a:lnTo>
                <a:lnTo>
                  <a:pt x="116" y="328"/>
                </a:lnTo>
                <a:cubicBezTo>
                  <a:pt x="125" y="332"/>
                  <a:pt x="136" y="335"/>
                  <a:pt x="147" y="335"/>
                </a:cubicBezTo>
                <a:cubicBezTo>
                  <a:pt x="159" y="335"/>
                  <a:pt x="170" y="332"/>
                  <a:pt x="179" y="328"/>
                </a:cubicBezTo>
                <a:cubicBezTo>
                  <a:pt x="196" y="328"/>
                  <a:pt x="223" y="319"/>
                  <a:pt x="241" y="310"/>
                </a:cubicBezTo>
                <a:lnTo>
                  <a:pt x="250" y="310"/>
                </a:lnTo>
                <a:lnTo>
                  <a:pt x="259" y="301"/>
                </a:lnTo>
                <a:cubicBezTo>
                  <a:pt x="268" y="292"/>
                  <a:pt x="286" y="283"/>
                  <a:pt x="295" y="274"/>
                </a:cubicBezTo>
                <a:cubicBezTo>
                  <a:pt x="304" y="266"/>
                  <a:pt x="312" y="248"/>
                  <a:pt x="321" y="239"/>
                </a:cubicBezTo>
                <a:lnTo>
                  <a:pt x="330" y="221"/>
                </a:lnTo>
                <a:cubicBezTo>
                  <a:pt x="348" y="212"/>
                  <a:pt x="348" y="185"/>
                  <a:pt x="348" y="167"/>
                </a:cubicBezTo>
                <a:cubicBezTo>
                  <a:pt x="357" y="150"/>
                  <a:pt x="357" y="141"/>
                  <a:pt x="348" y="123"/>
                </a:cubicBezTo>
                <a:cubicBezTo>
                  <a:pt x="348" y="105"/>
                  <a:pt x="348" y="87"/>
                  <a:pt x="330" y="69"/>
                </a:cubicBezTo>
                <a:lnTo>
                  <a:pt x="304" y="51"/>
                </a:lnTo>
                <a:lnTo>
                  <a:pt x="268" y="25"/>
                </a:lnTo>
                <a:cubicBezTo>
                  <a:pt x="250" y="16"/>
                  <a:pt x="232" y="7"/>
                  <a:pt x="205" y="7"/>
                </a:cubicBezTo>
                <a:cubicBezTo>
                  <a:pt x="196" y="2"/>
                  <a:pt x="188" y="0"/>
                  <a:pt x="177" y="0"/>
                </a:cubicBezTo>
                <a:close/>
              </a:path>
            </a:pathLst>
          </a:custGeom>
          <a:gradFill>
            <a:gsLst>
              <a:gs pos="0">
                <a:srgbClr val="FFFFFF">
                  <a:alpha val="0"/>
                </a:srgbClr>
              </a:gs>
              <a:gs pos="100000">
                <a:srgbClr val="FFFFFF">
                  <a:alpha val="2196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5" name="Google Shape;2525;p23"/>
          <p:cNvSpPr/>
          <p:nvPr/>
        </p:nvSpPr>
        <p:spPr>
          <a:xfrm rot="2831864">
            <a:off x="7835578" y="779110"/>
            <a:ext cx="31333" cy="30258"/>
          </a:xfrm>
          <a:custGeom>
            <a:avLst/>
            <a:gdLst/>
            <a:ahLst/>
            <a:cxnLst/>
            <a:rect l="l" t="t" r="r" b="b"/>
            <a:pathLst>
              <a:path w="350" h="338" extrusionOk="0">
                <a:moveTo>
                  <a:pt x="175" y="0"/>
                </a:moveTo>
                <a:cubicBezTo>
                  <a:pt x="162" y="0"/>
                  <a:pt x="148" y="2"/>
                  <a:pt x="135" y="7"/>
                </a:cubicBezTo>
                <a:lnTo>
                  <a:pt x="126" y="7"/>
                </a:lnTo>
                <a:lnTo>
                  <a:pt x="81" y="25"/>
                </a:lnTo>
                <a:lnTo>
                  <a:pt x="55" y="51"/>
                </a:lnTo>
                <a:cubicBezTo>
                  <a:pt x="37" y="69"/>
                  <a:pt x="28" y="78"/>
                  <a:pt x="19" y="105"/>
                </a:cubicBezTo>
                <a:cubicBezTo>
                  <a:pt x="10" y="123"/>
                  <a:pt x="1" y="141"/>
                  <a:pt x="10" y="159"/>
                </a:cubicBezTo>
                <a:lnTo>
                  <a:pt x="10" y="176"/>
                </a:lnTo>
                <a:cubicBezTo>
                  <a:pt x="10" y="194"/>
                  <a:pt x="10" y="203"/>
                  <a:pt x="10" y="221"/>
                </a:cubicBezTo>
                <a:cubicBezTo>
                  <a:pt x="19" y="239"/>
                  <a:pt x="28" y="257"/>
                  <a:pt x="37" y="275"/>
                </a:cubicBezTo>
                <a:cubicBezTo>
                  <a:pt x="46" y="283"/>
                  <a:pt x="55" y="292"/>
                  <a:pt x="72" y="301"/>
                </a:cubicBezTo>
                <a:cubicBezTo>
                  <a:pt x="81" y="310"/>
                  <a:pt x="90" y="319"/>
                  <a:pt x="99" y="319"/>
                </a:cubicBezTo>
                <a:cubicBezTo>
                  <a:pt x="117" y="328"/>
                  <a:pt x="126" y="337"/>
                  <a:pt x="144" y="337"/>
                </a:cubicBezTo>
                <a:lnTo>
                  <a:pt x="206" y="337"/>
                </a:lnTo>
                <a:cubicBezTo>
                  <a:pt x="215" y="328"/>
                  <a:pt x="233" y="319"/>
                  <a:pt x="242" y="319"/>
                </a:cubicBezTo>
                <a:lnTo>
                  <a:pt x="251" y="310"/>
                </a:lnTo>
                <a:cubicBezTo>
                  <a:pt x="269" y="301"/>
                  <a:pt x="287" y="292"/>
                  <a:pt x="295" y="283"/>
                </a:cubicBezTo>
                <a:cubicBezTo>
                  <a:pt x="313" y="266"/>
                  <a:pt x="322" y="248"/>
                  <a:pt x="331" y="230"/>
                </a:cubicBezTo>
                <a:cubicBezTo>
                  <a:pt x="340" y="212"/>
                  <a:pt x="349" y="185"/>
                  <a:pt x="349" y="167"/>
                </a:cubicBezTo>
                <a:lnTo>
                  <a:pt x="349" y="123"/>
                </a:lnTo>
                <a:cubicBezTo>
                  <a:pt x="340" y="105"/>
                  <a:pt x="322" y="96"/>
                  <a:pt x="313" y="78"/>
                </a:cubicBezTo>
                <a:cubicBezTo>
                  <a:pt x="304" y="69"/>
                  <a:pt x="295" y="60"/>
                  <a:pt x="287" y="51"/>
                </a:cubicBezTo>
                <a:cubicBezTo>
                  <a:pt x="269" y="25"/>
                  <a:pt x="242" y="16"/>
                  <a:pt x="215" y="7"/>
                </a:cubicBezTo>
                <a:cubicBezTo>
                  <a:pt x="202" y="2"/>
                  <a:pt x="188" y="0"/>
                  <a:pt x="175" y="0"/>
                </a:cubicBezTo>
                <a:close/>
              </a:path>
            </a:pathLst>
          </a:custGeom>
          <a:gradFill>
            <a:gsLst>
              <a:gs pos="0">
                <a:srgbClr val="FFFFFF">
                  <a:alpha val="0"/>
                </a:srgbClr>
              </a:gs>
              <a:gs pos="100000">
                <a:srgbClr val="FFFFFF">
                  <a:alpha val="2196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6" name="Google Shape;2526;p23"/>
          <p:cNvSpPr/>
          <p:nvPr/>
        </p:nvSpPr>
        <p:spPr>
          <a:xfrm rot="2831864">
            <a:off x="7938954" y="722783"/>
            <a:ext cx="30437" cy="29632"/>
          </a:xfrm>
          <a:custGeom>
            <a:avLst/>
            <a:gdLst/>
            <a:ahLst/>
            <a:cxnLst/>
            <a:rect l="l" t="t" r="r" b="b"/>
            <a:pathLst>
              <a:path w="340" h="331" extrusionOk="0">
                <a:moveTo>
                  <a:pt x="179" y="1"/>
                </a:moveTo>
                <a:cubicBezTo>
                  <a:pt x="134" y="1"/>
                  <a:pt x="98" y="18"/>
                  <a:pt x="72" y="45"/>
                </a:cubicBezTo>
                <a:lnTo>
                  <a:pt x="63" y="54"/>
                </a:lnTo>
                <a:lnTo>
                  <a:pt x="36" y="90"/>
                </a:lnTo>
                <a:lnTo>
                  <a:pt x="27" y="99"/>
                </a:lnTo>
                <a:cubicBezTo>
                  <a:pt x="18" y="108"/>
                  <a:pt x="18" y="125"/>
                  <a:pt x="9" y="143"/>
                </a:cubicBezTo>
                <a:cubicBezTo>
                  <a:pt x="9" y="152"/>
                  <a:pt x="9" y="170"/>
                  <a:pt x="0" y="179"/>
                </a:cubicBezTo>
                <a:cubicBezTo>
                  <a:pt x="0" y="206"/>
                  <a:pt x="9" y="224"/>
                  <a:pt x="18" y="242"/>
                </a:cubicBezTo>
                <a:cubicBezTo>
                  <a:pt x="18" y="250"/>
                  <a:pt x="27" y="268"/>
                  <a:pt x="36" y="277"/>
                </a:cubicBezTo>
                <a:cubicBezTo>
                  <a:pt x="45" y="295"/>
                  <a:pt x="63" y="304"/>
                  <a:pt x="81" y="313"/>
                </a:cubicBezTo>
                <a:lnTo>
                  <a:pt x="116" y="331"/>
                </a:lnTo>
                <a:lnTo>
                  <a:pt x="161" y="331"/>
                </a:lnTo>
                <a:cubicBezTo>
                  <a:pt x="179" y="331"/>
                  <a:pt x="206" y="331"/>
                  <a:pt x="223" y="322"/>
                </a:cubicBezTo>
                <a:cubicBezTo>
                  <a:pt x="241" y="313"/>
                  <a:pt x="259" y="304"/>
                  <a:pt x="268" y="286"/>
                </a:cubicBezTo>
                <a:lnTo>
                  <a:pt x="286" y="268"/>
                </a:lnTo>
                <a:lnTo>
                  <a:pt x="295" y="268"/>
                </a:lnTo>
                <a:cubicBezTo>
                  <a:pt x="304" y="259"/>
                  <a:pt x="313" y="242"/>
                  <a:pt x="322" y="224"/>
                </a:cubicBezTo>
                <a:cubicBezTo>
                  <a:pt x="330" y="215"/>
                  <a:pt x="330" y="206"/>
                  <a:pt x="339" y="188"/>
                </a:cubicBezTo>
                <a:lnTo>
                  <a:pt x="339" y="179"/>
                </a:lnTo>
                <a:lnTo>
                  <a:pt x="339" y="134"/>
                </a:lnTo>
                <a:cubicBezTo>
                  <a:pt x="339" y="117"/>
                  <a:pt x="339" y="99"/>
                  <a:pt x="330" y="81"/>
                </a:cubicBezTo>
                <a:cubicBezTo>
                  <a:pt x="322" y="72"/>
                  <a:pt x="313" y="63"/>
                  <a:pt x="304" y="54"/>
                </a:cubicBezTo>
                <a:cubicBezTo>
                  <a:pt x="295" y="36"/>
                  <a:pt x="277" y="27"/>
                  <a:pt x="259" y="18"/>
                </a:cubicBezTo>
                <a:lnTo>
                  <a:pt x="223" y="1"/>
                </a:lnTo>
                <a:close/>
              </a:path>
            </a:pathLst>
          </a:custGeom>
          <a:gradFill>
            <a:gsLst>
              <a:gs pos="0">
                <a:srgbClr val="FFFFFF">
                  <a:alpha val="0"/>
                </a:srgbClr>
              </a:gs>
              <a:gs pos="100000">
                <a:srgbClr val="FFFFFF">
                  <a:alpha val="2196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7" name="Google Shape;2527;p23"/>
          <p:cNvSpPr/>
          <p:nvPr/>
        </p:nvSpPr>
        <p:spPr>
          <a:xfrm rot="2831864">
            <a:off x="7825700" y="762488"/>
            <a:ext cx="63113" cy="55325"/>
          </a:xfrm>
          <a:custGeom>
            <a:avLst/>
            <a:gdLst/>
            <a:ahLst/>
            <a:cxnLst/>
            <a:rect l="l" t="t" r="r" b="b"/>
            <a:pathLst>
              <a:path w="705" h="618" extrusionOk="0">
                <a:moveTo>
                  <a:pt x="131" y="553"/>
                </a:moveTo>
                <a:cubicBezTo>
                  <a:pt x="141" y="562"/>
                  <a:pt x="152" y="571"/>
                  <a:pt x="163" y="580"/>
                </a:cubicBezTo>
                <a:cubicBezTo>
                  <a:pt x="151" y="571"/>
                  <a:pt x="141" y="562"/>
                  <a:pt x="131" y="553"/>
                </a:cubicBezTo>
                <a:close/>
                <a:moveTo>
                  <a:pt x="163" y="580"/>
                </a:moveTo>
                <a:cubicBezTo>
                  <a:pt x="166" y="581"/>
                  <a:pt x="169" y="583"/>
                  <a:pt x="172" y="585"/>
                </a:cubicBezTo>
                <a:lnTo>
                  <a:pt x="172" y="585"/>
                </a:lnTo>
                <a:cubicBezTo>
                  <a:pt x="169" y="583"/>
                  <a:pt x="166" y="581"/>
                  <a:pt x="163" y="580"/>
                </a:cubicBezTo>
                <a:close/>
                <a:moveTo>
                  <a:pt x="356" y="0"/>
                </a:moveTo>
                <a:cubicBezTo>
                  <a:pt x="325" y="0"/>
                  <a:pt x="293" y="6"/>
                  <a:pt x="261" y="17"/>
                </a:cubicBezTo>
                <a:cubicBezTo>
                  <a:pt x="181" y="44"/>
                  <a:pt x="118" y="98"/>
                  <a:pt x="74" y="169"/>
                </a:cubicBezTo>
                <a:cubicBezTo>
                  <a:pt x="0" y="291"/>
                  <a:pt x="24" y="451"/>
                  <a:pt x="131" y="553"/>
                </a:cubicBezTo>
                <a:lnTo>
                  <a:pt x="131" y="553"/>
                </a:lnTo>
                <a:cubicBezTo>
                  <a:pt x="86" y="509"/>
                  <a:pt x="56" y="451"/>
                  <a:pt x="56" y="392"/>
                </a:cubicBezTo>
                <a:cubicBezTo>
                  <a:pt x="47" y="321"/>
                  <a:pt x="65" y="240"/>
                  <a:pt x="109" y="178"/>
                </a:cubicBezTo>
                <a:cubicBezTo>
                  <a:pt x="164" y="81"/>
                  <a:pt x="245" y="41"/>
                  <a:pt x="328" y="41"/>
                </a:cubicBezTo>
                <a:cubicBezTo>
                  <a:pt x="516" y="41"/>
                  <a:pt x="705" y="252"/>
                  <a:pt x="556" y="464"/>
                </a:cubicBezTo>
                <a:cubicBezTo>
                  <a:pt x="511" y="526"/>
                  <a:pt x="457" y="580"/>
                  <a:pt x="386" y="606"/>
                </a:cubicBezTo>
                <a:cubicBezTo>
                  <a:pt x="362" y="612"/>
                  <a:pt x="337" y="615"/>
                  <a:pt x="310" y="615"/>
                </a:cubicBezTo>
                <a:cubicBezTo>
                  <a:pt x="262" y="615"/>
                  <a:pt x="213" y="605"/>
                  <a:pt x="172" y="585"/>
                </a:cubicBezTo>
                <a:lnTo>
                  <a:pt x="172" y="585"/>
                </a:lnTo>
                <a:cubicBezTo>
                  <a:pt x="216" y="607"/>
                  <a:pt x="262" y="617"/>
                  <a:pt x="307" y="617"/>
                </a:cubicBezTo>
                <a:cubicBezTo>
                  <a:pt x="410" y="617"/>
                  <a:pt x="510" y="563"/>
                  <a:pt x="565" y="472"/>
                </a:cubicBezTo>
                <a:cubicBezTo>
                  <a:pt x="609" y="410"/>
                  <a:pt x="636" y="330"/>
                  <a:pt x="627" y="249"/>
                </a:cubicBezTo>
                <a:cubicBezTo>
                  <a:pt x="613" y="104"/>
                  <a:pt x="492" y="0"/>
                  <a:pt x="35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8" name="Google Shape;2528;p23"/>
          <p:cNvSpPr/>
          <p:nvPr/>
        </p:nvSpPr>
        <p:spPr>
          <a:xfrm rot="2831864">
            <a:off x="7916388" y="691646"/>
            <a:ext cx="78332" cy="71170"/>
          </a:xfrm>
          <a:custGeom>
            <a:avLst/>
            <a:gdLst/>
            <a:ahLst/>
            <a:cxnLst/>
            <a:rect l="l" t="t" r="r" b="b"/>
            <a:pathLst>
              <a:path w="875" h="795" extrusionOk="0">
                <a:moveTo>
                  <a:pt x="96" y="644"/>
                </a:moveTo>
                <a:lnTo>
                  <a:pt x="96" y="644"/>
                </a:lnTo>
                <a:cubicBezTo>
                  <a:pt x="120" y="683"/>
                  <a:pt x="152" y="716"/>
                  <a:pt x="191" y="742"/>
                </a:cubicBezTo>
                <a:cubicBezTo>
                  <a:pt x="153" y="714"/>
                  <a:pt x="121" y="681"/>
                  <a:pt x="96" y="644"/>
                </a:cubicBezTo>
                <a:close/>
                <a:moveTo>
                  <a:pt x="191" y="742"/>
                </a:moveTo>
                <a:lnTo>
                  <a:pt x="191" y="742"/>
                </a:lnTo>
                <a:cubicBezTo>
                  <a:pt x="230" y="766"/>
                  <a:pt x="272" y="781"/>
                  <a:pt x="314" y="788"/>
                </a:cubicBezTo>
                <a:lnTo>
                  <a:pt x="314" y="788"/>
                </a:lnTo>
                <a:cubicBezTo>
                  <a:pt x="272" y="780"/>
                  <a:pt x="230" y="765"/>
                  <a:pt x="191" y="742"/>
                </a:cubicBezTo>
                <a:close/>
                <a:moveTo>
                  <a:pt x="437" y="1"/>
                </a:moveTo>
                <a:cubicBezTo>
                  <a:pt x="400" y="1"/>
                  <a:pt x="362" y="6"/>
                  <a:pt x="324" y="19"/>
                </a:cubicBezTo>
                <a:cubicBezTo>
                  <a:pt x="226" y="55"/>
                  <a:pt x="137" y="117"/>
                  <a:pt x="83" y="207"/>
                </a:cubicBezTo>
                <a:cubicBezTo>
                  <a:pt x="0" y="345"/>
                  <a:pt x="9" y="516"/>
                  <a:pt x="96" y="644"/>
                </a:cubicBezTo>
                <a:lnTo>
                  <a:pt x="96" y="644"/>
                </a:lnTo>
                <a:cubicBezTo>
                  <a:pt x="69" y="601"/>
                  <a:pt x="52" y="552"/>
                  <a:pt x="48" y="501"/>
                </a:cubicBezTo>
                <a:cubicBezTo>
                  <a:pt x="30" y="403"/>
                  <a:pt x="57" y="305"/>
                  <a:pt x="110" y="224"/>
                </a:cubicBezTo>
                <a:cubicBezTo>
                  <a:pt x="185" y="107"/>
                  <a:pt x="290" y="58"/>
                  <a:pt x="395" y="58"/>
                </a:cubicBezTo>
                <a:cubicBezTo>
                  <a:pt x="638" y="58"/>
                  <a:pt x="874" y="324"/>
                  <a:pt x="699" y="599"/>
                </a:cubicBezTo>
                <a:cubicBezTo>
                  <a:pt x="646" y="680"/>
                  <a:pt x="574" y="742"/>
                  <a:pt x="476" y="778"/>
                </a:cubicBezTo>
                <a:cubicBezTo>
                  <a:pt x="441" y="787"/>
                  <a:pt x="406" y="792"/>
                  <a:pt x="371" y="792"/>
                </a:cubicBezTo>
                <a:cubicBezTo>
                  <a:pt x="352" y="792"/>
                  <a:pt x="333" y="791"/>
                  <a:pt x="314" y="788"/>
                </a:cubicBezTo>
                <a:lnTo>
                  <a:pt x="314" y="788"/>
                </a:lnTo>
                <a:cubicBezTo>
                  <a:pt x="338" y="792"/>
                  <a:pt x="362" y="795"/>
                  <a:pt x="387" y="795"/>
                </a:cubicBezTo>
                <a:cubicBezTo>
                  <a:pt x="519" y="795"/>
                  <a:pt x="646" y="727"/>
                  <a:pt x="717" y="608"/>
                </a:cubicBezTo>
                <a:cubicBezTo>
                  <a:pt x="780" y="528"/>
                  <a:pt x="806" y="421"/>
                  <a:pt x="789" y="314"/>
                </a:cubicBezTo>
                <a:cubicBezTo>
                  <a:pt x="766" y="130"/>
                  <a:pt x="611" y="1"/>
                  <a:pt x="437" y="1"/>
                </a:cubicBezTo>
                <a:close/>
              </a:path>
            </a:pathLst>
          </a:custGeom>
          <a:solidFill>
            <a:srgbClr val="7A170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9" name="Google Shape;2529;p23"/>
          <p:cNvSpPr/>
          <p:nvPr/>
        </p:nvSpPr>
        <p:spPr>
          <a:xfrm rot="2831864">
            <a:off x="8249332" y="873525"/>
            <a:ext cx="116020" cy="100891"/>
          </a:xfrm>
          <a:custGeom>
            <a:avLst/>
            <a:gdLst/>
            <a:ahLst/>
            <a:cxnLst/>
            <a:rect l="l" t="t" r="r" b="b"/>
            <a:pathLst>
              <a:path w="1296" h="1127" extrusionOk="0">
                <a:moveTo>
                  <a:pt x="631" y="1"/>
                </a:moveTo>
                <a:cubicBezTo>
                  <a:pt x="582" y="1"/>
                  <a:pt x="532" y="8"/>
                  <a:pt x="483" y="22"/>
                </a:cubicBezTo>
                <a:cubicBezTo>
                  <a:pt x="188" y="94"/>
                  <a:pt x="1" y="397"/>
                  <a:pt x="72" y="700"/>
                </a:cubicBezTo>
                <a:cubicBezTo>
                  <a:pt x="99" y="843"/>
                  <a:pt x="188" y="968"/>
                  <a:pt x="313" y="1040"/>
                </a:cubicBezTo>
                <a:cubicBezTo>
                  <a:pt x="188" y="959"/>
                  <a:pt x="108" y="834"/>
                  <a:pt x="81" y="700"/>
                </a:cubicBezTo>
                <a:cubicBezTo>
                  <a:pt x="54" y="558"/>
                  <a:pt x="90" y="415"/>
                  <a:pt x="170" y="290"/>
                </a:cubicBezTo>
                <a:cubicBezTo>
                  <a:pt x="284" y="126"/>
                  <a:pt x="437" y="58"/>
                  <a:pt x="588" y="58"/>
                </a:cubicBezTo>
                <a:cubicBezTo>
                  <a:pt x="948" y="58"/>
                  <a:pt x="1296" y="446"/>
                  <a:pt x="1063" y="861"/>
                </a:cubicBezTo>
                <a:cubicBezTo>
                  <a:pt x="983" y="977"/>
                  <a:pt x="867" y="1066"/>
                  <a:pt x="724" y="1102"/>
                </a:cubicBezTo>
                <a:cubicBezTo>
                  <a:pt x="677" y="1114"/>
                  <a:pt x="631" y="1120"/>
                  <a:pt x="585" y="1120"/>
                </a:cubicBezTo>
                <a:cubicBezTo>
                  <a:pt x="490" y="1120"/>
                  <a:pt x="398" y="1094"/>
                  <a:pt x="313" y="1040"/>
                </a:cubicBezTo>
                <a:lnTo>
                  <a:pt x="313" y="1040"/>
                </a:lnTo>
                <a:cubicBezTo>
                  <a:pt x="402" y="1097"/>
                  <a:pt x="499" y="1127"/>
                  <a:pt x="599" y="1127"/>
                </a:cubicBezTo>
                <a:cubicBezTo>
                  <a:pt x="641" y="1127"/>
                  <a:pt x="682" y="1121"/>
                  <a:pt x="724" y="1111"/>
                </a:cubicBezTo>
                <a:cubicBezTo>
                  <a:pt x="867" y="1075"/>
                  <a:pt x="992" y="995"/>
                  <a:pt x="1081" y="870"/>
                </a:cubicBezTo>
                <a:cubicBezTo>
                  <a:pt x="1161" y="745"/>
                  <a:pt x="1188" y="593"/>
                  <a:pt x="1161" y="451"/>
                </a:cubicBezTo>
                <a:cubicBezTo>
                  <a:pt x="1134" y="299"/>
                  <a:pt x="1045" y="165"/>
                  <a:pt x="920" y="85"/>
                </a:cubicBezTo>
                <a:cubicBezTo>
                  <a:pt x="830" y="30"/>
                  <a:pt x="732" y="1"/>
                  <a:pt x="631" y="1"/>
                </a:cubicBezTo>
                <a:close/>
              </a:path>
            </a:pathLst>
          </a:custGeom>
          <a:solidFill>
            <a:srgbClr val="7A170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0" name="Google Shape;2530;p23"/>
          <p:cNvSpPr/>
          <p:nvPr/>
        </p:nvSpPr>
        <p:spPr>
          <a:xfrm rot="2831864">
            <a:off x="8220738" y="1033052"/>
            <a:ext cx="96057" cy="85225"/>
          </a:xfrm>
          <a:custGeom>
            <a:avLst/>
            <a:gdLst/>
            <a:ahLst/>
            <a:cxnLst/>
            <a:rect l="l" t="t" r="r" b="b"/>
            <a:pathLst>
              <a:path w="1073" h="952" extrusionOk="0">
                <a:moveTo>
                  <a:pt x="28" y="592"/>
                </a:moveTo>
                <a:cubicBezTo>
                  <a:pt x="46" y="716"/>
                  <a:pt x="108" y="823"/>
                  <a:pt x="215" y="886"/>
                </a:cubicBezTo>
                <a:cubicBezTo>
                  <a:pt x="117" y="823"/>
                  <a:pt x="46" y="716"/>
                  <a:pt x="28" y="592"/>
                </a:cubicBezTo>
                <a:close/>
                <a:moveTo>
                  <a:pt x="503" y="0"/>
                </a:moveTo>
                <a:cubicBezTo>
                  <a:pt x="461" y="0"/>
                  <a:pt x="418" y="6"/>
                  <a:pt x="376" y="20"/>
                </a:cubicBezTo>
                <a:cubicBezTo>
                  <a:pt x="251" y="56"/>
                  <a:pt x="153" y="136"/>
                  <a:pt x="90" y="243"/>
                </a:cubicBezTo>
                <a:cubicBezTo>
                  <a:pt x="28" y="350"/>
                  <a:pt x="1" y="475"/>
                  <a:pt x="28" y="591"/>
                </a:cubicBezTo>
                <a:cubicBezTo>
                  <a:pt x="19" y="475"/>
                  <a:pt x="46" y="359"/>
                  <a:pt x="108" y="261"/>
                </a:cubicBezTo>
                <a:cubicBezTo>
                  <a:pt x="198" y="97"/>
                  <a:pt x="334" y="30"/>
                  <a:pt x="468" y="30"/>
                </a:cubicBezTo>
                <a:cubicBezTo>
                  <a:pt x="773" y="30"/>
                  <a:pt x="1072" y="373"/>
                  <a:pt x="831" y="707"/>
                </a:cubicBezTo>
                <a:cubicBezTo>
                  <a:pt x="769" y="814"/>
                  <a:pt x="670" y="895"/>
                  <a:pt x="563" y="930"/>
                </a:cubicBezTo>
                <a:cubicBezTo>
                  <a:pt x="523" y="943"/>
                  <a:pt x="483" y="949"/>
                  <a:pt x="442" y="949"/>
                </a:cubicBezTo>
                <a:cubicBezTo>
                  <a:pt x="364" y="949"/>
                  <a:pt x="286" y="927"/>
                  <a:pt x="215" y="886"/>
                </a:cubicBezTo>
                <a:lnTo>
                  <a:pt x="215" y="886"/>
                </a:lnTo>
                <a:cubicBezTo>
                  <a:pt x="284" y="930"/>
                  <a:pt x="366" y="951"/>
                  <a:pt x="448" y="951"/>
                </a:cubicBezTo>
                <a:cubicBezTo>
                  <a:pt x="484" y="951"/>
                  <a:pt x="520" y="947"/>
                  <a:pt x="554" y="939"/>
                </a:cubicBezTo>
                <a:cubicBezTo>
                  <a:pt x="679" y="904"/>
                  <a:pt x="777" y="832"/>
                  <a:pt x="849" y="725"/>
                </a:cubicBezTo>
                <a:cubicBezTo>
                  <a:pt x="920" y="627"/>
                  <a:pt x="947" y="502"/>
                  <a:pt x="929" y="377"/>
                </a:cubicBezTo>
                <a:cubicBezTo>
                  <a:pt x="900" y="155"/>
                  <a:pt x="710" y="0"/>
                  <a:pt x="503" y="0"/>
                </a:cubicBezTo>
                <a:close/>
              </a:path>
            </a:pathLst>
          </a:custGeom>
          <a:solidFill>
            <a:srgbClr val="7A170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1" name="Google Shape;2531;p23"/>
          <p:cNvSpPr/>
          <p:nvPr/>
        </p:nvSpPr>
        <p:spPr>
          <a:xfrm rot="2831864">
            <a:off x="7968623" y="874712"/>
            <a:ext cx="95968" cy="93550"/>
          </a:xfrm>
          <a:custGeom>
            <a:avLst/>
            <a:gdLst/>
            <a:ahLst/>
            <a:cxnLst/>
            <a:rect l="l" t="t" r="r" b="b"/>
            <a:pathLst>
              <a:path w="1072" h="1045" extrusionOk="0">
                <a:moveTo>
                  <a:pt x="251" y="973"/>
                </a:moveTo>
                <a:lnTo>
                  <a:pt x="251" y="973"/>
                </a:lnTo>
                <a:cubicBezTo>
                  <a:pt x="297" y="1002"/>
                  <a:pt x="346" y="1021"/>
                  <a:pt x="397" y="1032"/>
                </a:cubicBezTo>
                <a:lnTo>
                  <a:pt x="397" y="1032"/>
                </a:lnTo>
                <a:cubicBezTo>
                  <a:pt x="346" y="1021"/>
                  <a:pt x="296" y="1001"/>
                  <a:pt x="251" y="973"/>
                </a:cubicBezTo>
                <a:close/>
                <a:moveTo>
                  <a:pt x="581" y="1"/>
                </a:moveTo>
                <a:cubicBezTo>
                  <a:pt x="531" y="1"/>
                  <a:pt x="480" y="9"/>
                  <a:pt x="429" y="27"/>
                </a:cubicBezTo>
                <a:cubicBezTo>
                  <a:pt x="161" y="107"/>
                  <a:pt x="1" y="375"/>
                  <a:pt x="45" y="652"/>
                </a:cubicBezTo>
                <a:cubicBezTo>
                  <a:pt x="63" y="786"/>
                  <a:pt x="143" y="902"/>
                  <a:pt x="251" y="973"/>
                </a:cubicBezTo>
                <a:cubicBezTo>
                  <a:pt x="143" y="902"/>
                  <a:pt x="72" y="786"/>
                  <a:pt x="54" y="661"/>
                </a:cubicBezTo>
                <a:cubicBezTo>
                  <a:pt x="36" y="527"/>
                  <a:pt x="63" y="393"/>
                  <a:pt x="135" y="286"/>
                </a:cubicBezTo>
                <a:cubicBezTo>
                  <a:pt x="206" y="179"/>
                  <a:pt x="313" y="98"/>
                  <a:pt x="438" y="63"/>
                </a:cubicBezTo>
                <a:cubicBezTo>
                  <a:pt x="478" y="51"/>
                  <a:pt x="519" y="46"/>
                  <a:pt x="559" y="46"/>
                </a:cubicBezTo>
                <a:cubicBezTo>
                  <a:pt x="768" y="46"/>
                  <a:pt x="963" y="195"/>
                  <a:pt x="1000" y="420"/>
                </a:cubicBezTo>
                <a:cubicBezTo>
                  <a:pt x="1036" y="678"/>
                  <a:pt x="884" y="937"/>
                  <a:pt x="634" y="1018"/>
                </a:cubicBezTo>
                <a:cubicBezTo>
                  <a:pt x="585" y="1034"/>
                  <a:pt x="536" y="1042"/>
                  <a:pt x="488" y="1042"/>
                </a:cubicBezTo>
                <a:cubicBezTo>
                  <a:pt x="457" y="1042"/>
                  <a:pt x="427" y="1039"/>
                  <a:pt x="397" y="1032"/>
                </a:cubicBezTo>
                <a:lnTo>
                  <a:pt x="397" y="1032"/>
                </a:lnTo>
                <a:cubicBezTo>
                  <a:pt x="433" y="1040"/>
                  <a:pt x="469" y="1044"/>
                  <a:pt x="505" y="1044"/>
                </a:cubicBezTo>
                <a:cubicBezTo>
                  <a:pt x="549" y="1044"/>
                  <a:pt x="593" y="1038"/>
                  <a:pt x="634" y="1026"/>
                </a:cubicBezTo>
                <a:cubicBezTo>
                  <a:pt x="902" y="946"/>
                  <a:pt x="1072" y="687"/>
                  <a:pt x="1045" y="411"/>
                </a:cubicBezTo>
                <a:cubicBezTo>
                  <a:pt x="1008" y="170"/>
                  <a:pt x="805" y="1"/>
                  <a:pt x="581" y="1"/>
                </a:cubicBezTo>
                <a:close/>
              </a:path>
            </a:pathLst>
          </a:custGeom>
          <a:solidFill>
            <a:srgbClr val="7A170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2" name="Google Shape;2532;p23"/>
          <p:cNvSpPr/>
          <p:nvPr/>
        </p:nvSpPr>
        <p:spPr>
          <a:xfrm rot="2831864">
            <a:off x="7984315" y="1051609"/>
            <a:ext cx="84777" cy="76720"/>
          </a:xfrm>
          <a:custGeom>
            <a:avLst/>
            <a:gdLst/>
            <a:ahLst/>
            <a:cxnLst/>
            <a:rect l="l" t="t" r="r" b="b"/>
            <a:pathLst>
              <a:path w="947" h="857" extrusionOk="0">
                <a:moveTo>
                  <a:pt x="56" y="623"/>
                </a:moveTo>
                <a:cubicBezTo>
                  <a:pt x="83" y="696"/>
                  <a:pt x="131" y="759"/>
                  <a:pt x="203" y="799"/>
                </a:cubicBezTo>
                <a:cubicBezTo>
                  <a:pt x="136" y="754"/>
                  <a:pt x="87" y="693"/>
                  <a:pt x="56" y="623"/>
                </a:cubicBezTo>
                <a:close/>
                <a:moveTo>
                  <a:pt x="203" y="799"/>
                </a:moveTo>
                <a:lnTo>
                  <a:pt x="203" y="799"/>
                </a:lnTo>
                <a:cubicBezTo>
                  <a:pt x="256" y="836"/>
                  <a:pt x="316" y="854"/>
                  <a:pt x="378" y="855"/>
                </a:cubicBezTo>
                <a:lnTo>
                  <a:pt x="378" y="855"/>
                </a:lnTo>
                <a:cubicBezTo>
                  <a:pt x="318" y="850"/>
                  <a:pt x="258" y="831"/>
                  <a:pt x="203" y="799"/>
                </a:cubicBezTo>
                <a:close/>
                <a:moveTo>
                  <a:pt x="473" y="0"/>
                </a:moveTo>
                <a:cubicBezTo>
                  <a:pt x="431" y="0"/>
                  <a:pt x="388" y="7"/>
                  <a:pt x="346" y="22"/>
                </a:cubicBezTo>
                <a:cubicBezTo>
                  <a:pt x="239" y="58"/>
                  <a:pt x="141" y="129"/>
                  <a:pt x="87" y="227"/>
                </a:cubicBezTo>
                <a:cubicBezTo>
                  <a:pt x="7" y="348"/>
                  <a:pt x="0" y="498"/>
                  <a:pt x="56" y="623"/>
                </a:cubicBezTo>
                <a:lnTo>
                  <a:pt x="56" y="623"/>
                </a:lnTo>
                <a:cubicBezTo>
                  <a:pt x="46" y="597"/>
                  <a:pt x="38" y="568"/>
                  <a:pt x="34" y="540"/>
                </a:cubicBezTo>
                <a:cubicBezTo>
                  <a:pt x="25" y="433"/>
                  <a:pt x="43" y="326"/>
                  <a:pt x="105" y="236"/>
                </a:cubicBezTo>
                <a:cubicBezTo>
                  <a:pt x="186" y="104"/>
                  <a:pt x="303" y="49"/>
                  <a:pt x="418" y="49"/>
                </a:cubicBezTo>
                <a:cubicBezTo>
                  <a:pt x="685" y="49"/>
                  <a:pt x="947" y="342"/>
                  <a:pt x="748" y="647"/>
                </a:cubicBezTo>
                <a:cubicBezTo>
                  <a:pt x="694" y="736"/>
                  <a:pt x="605" y="807"/>
                  <a:pt x="507" y="834"/>
                </a:cubicBezTo>
                <a:cubicBezTo>
                  <a:pt x="465" y="848"/>
                  <a:pt x="424" y="855"/>
                  <a:pt x="384" y="855"/>
                </a:cubicBezTo>
                <a:cubicBezTo>
                  <a:pt x="382" y="855"/>
                  <a:pt x="380" y="855"/>
                  <a:pt x="378" y="855"/>
                </a:cubicBezTo>
                <a:lnTo>
                  <a:pt x="378" y="855"/>
                </a:lnTo>
                <a:cubicBezTo>
                  <a:pt x="390" y="856"/>
                  <a:pt x="402" y="857"/>
                  <a:pt x="415" y="857"/>
                </a:cubicBezTo>
                <a:cubicBezTo>
                  <a:pt x="555" y="857"/>
                  <a:pt x="692" y="785"/>
                  <a:pt x="774" y="656"/>
                </a:cubicBezTo>
                <a:cubicBezTo>
                  <a:pt x="837" y="567"/>
                  <a:pt x="864" y="450"/>
                  <a:pt x="846" y="343"/>
                </a:cubicBezTo>
                <a:cubicBezTo>
                  <a:pt x="824" y="139"/>
                  <a:pt x="659" y="0"/>
                  <a:pt x="473" y="0"/>
                </a:cubicBezTo>
                <a:close/>
              </a:path>
            </a:pathLst>
          </a:custGeom>
          <a:solidFill>
            <a:srgbClr val="7A170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3" name="Google Shape;2533;p23"/>
          <p:cNvSpPr/>
          <p:nvPr/>
        </p:nvSpPr>
        <p:spPr>
          <a:xfrm rot="2831864">
            <a:off x="7883406" y="859119"/>
            <a:ext cx="69379" cy="60875"/>
          </a:xfrm>
          <a:custGeom>
            <a:avLst/>
            <a:gdLst/>
            <a:ahLst/>
            <a:cxnLst/>
            <a:rect l="l" t="t" r="r" b="b"/>
            <a:pathLst>
              <a:path w="775" h="680" extrusionOk="0">
                <a:moveTo>
                  <a:pt x="400" y="0"/>
                </a:moveTo>
                <a:cubicBezTo>
                  <a:pt x="365" y="0"/>
                  <a:pt x="330" y="7"/>
                  <a:pt x="295" y="21"/>
                </a:cubicBezTo>
                <a:cubicBezTo>
                  <a:pt x="206" y="47"/>
                  <a:pt x="135" y="101"/>
                  <a:pt x="90" y="181"/>
                </a:cubicBezTo>
                <a:cubicBezTo>
                  <a:pt x="1" y="333"/>
                  <a:pt x="36" y="529"/>
                  <a:pt x="188" y="636"/>
                </a:cubicBezTo>
                <a:cubicBezTo>
                  <a:pt x="117" y="583"/>
                  <a:pt x="72" y="511"/>
                  <a:pt x="54" y="431"/>
                </a:cubicBezTo>
                <a:cubicBezTo>
                  <a:pt x="45" y="342"/>
                  <a:pt x="72" y="262"/>
                  <a:pt x="117" y="199"/>
                </a:cubicBezTo>
                <a:cubicBezTo>
                  <a:pt x="179" y="90"/>
                  <a:pt x="272" y="45"/>
                  <a:pt x="364" y="45"/>
                </a:cubicBezTo>
                <a:cubicBezTo>
                  <a:pt x="572" y="45"/>
                  <a:pt x="775" y="276"/>
                  <a:pt x="608" y="511"/>
                </a:cubicBezTo>
                <a:cubicBezTo>
                  <a:pt x="572" y="583"/>
                  <a:pt x="500" y="636"/>
                  <a:pt x="429" y="663"/>
                </a:cubicBezTo>
                <a:cubicBezTo>
                  <a:pt x="402" y="672"/>
                  <a:pt x="375" y="676"/>
                  <a:pt x="347" y="676"/>
                </a:cubicBezTo>
                <a:cubicBezTo>
                  <a:pt x="291" y="676"/>
                  <a:pt x="236" y="660"/>
                  <a:pt x="188" y="636"/>
                </a:cubicBezTo>
                <a:lnTo>
                  <a:pt x="188" y="636"/>
                </a:lnTo>
                <a:cubicBezTo>
                  <a:pt x="238" y="666"/>
                  <a:pt x="293" y="680"/>
                  <a:pt x="347" y="680"/>
                </a:cubicBezTo>
                <a:cubicBezTo>
                  <a:pt x="459" y="680"/>
                  <a:pt x="569" y="622"/>
                  <a:pt x="634" y="520"/>
                </a:cubicBezTo>
                <a:cubicBezTo>
                  <a:pt x="688" y="449"/>
                  <a:pt x="706" y="360"/>
                  <a:pt x="697" y="270"/>
                </a:cubicBezTo>
                <a:cubicBezTo>
                  <a:pt x="675" y="112"/>
                  <a:pt x="543" y="0"/>
                  <a:pt x="400" y="0"/>
                </a:cubicBezTo>
                <a:close/>
              </a:path>
            </a:pathLst>
          </a:custGeom>
          <a:solidFill>
            <a:srgbClr val="7A170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4" name="Google Shape;2534;p23"/>
          <p:cNvSpPr/>
          <p:nvPr/>
        </p:nvSpPr>
        <p:spPr>
          <a:xfrm rot="2831864">
            <a:off x="8174554" y="1189609"/>
            <a:ext cx="76541" cy="67768"/>
          </a:xfrm>
          <a:custGeom>
            <a:avLst/>
            <a:gdLst/>
            <a:ahLst/>
            <a:cxnLst/>
            <a:rect l="l" t="t" r="r" b="b"/>
            <a:pathLst>
              <a:path w="855" h="757" extrusionOk="0">
                <a:moveTo>
                  <a:pt x="108" y="626"/>
                </a:moveTo>
                <a:cubicBezTo>
                  <a:pt x="131" y="658"/>
                  <a:pt x="160" y="685"/>
                  <a:pt x="194" y="707"/>
                </a:cubicBezTo>
                <a:cubicBezTo>
                  <a:pt x="160" y="684"/>
                  <a:pt x="131" y="657"/>
                  <a:pt x="108" y="626"/>
                </a:cubicBezTo>
                <a:close/>
                <a:moveTo>
                  <a:pt x="423" y="1"/>
                </a:moveTo>
                <a:cubicBezTo>
                  <a:pt x="386" y="1"/>
                  <a:pt x="348" y="7"/>
                  <a:pt x="310" y="20"/>
                </a:cubicBezTo>
                <a:cubicBezTo>
                  <a:pt x="221" y="56"/>
                  <a:pt x="140" y="118"/>
                  <a:pt x="87" y="198"/>
                </a:cubicBezTo>
                <a:cubicBezTo>
                  <a:pt x="1" y="334"/>
                  <a:pt x="12" y="504"/>
                  <a:pt x="108" y="626"/>
                </a:cubicBezTo>
                <a:lnTo>
                  <a:pt x="108" y="626"/>
                </a:lnTo>
                <a:cubicBezTo>
                  <a:pt x="75" y="583"/>
                  <a:pt x="52" y="532"/>
                  <a:pt x="42" y="475"/>
                </a:cubicBezTo>
                <a:cubicBezTo>
                  <a:pt x="33" y="386"/>
                  <a:pt x="60" y="288"/>
                  <a:pt x="105" y="216"/>
                </a:cubicBezTo>
                <a:cubicBezTo>
                  <a:pt x="146" y="119"/>
                  <a:pt x="227" y="79"/>
                  <a:pt x="316" y="79"/>
                </a:cubicBezTo>
                <a:cubicBezTo>
                  <a:pt x="553" y="79"/>
                  <a:pt x="855" y="357"/>
                  <a:pt x="667" y="564"/>
                </a:cubicBezTo>
                <a:cubicBezTo>
                  <a:pt x="622" y="645"/>
                  <a:pt x="542" y="707"/>
                  <a:pt x="462" y="734"/>
                </a:cubicBezTo>
                <a:cubicBezTo>
                  <a:pt x="428" y="744"/>
                  <a:pt x="393" y="749"/>
                  <a:pt x="359" y="749"/>
                </a:cubicBezTo>
                <a:cubicBezTo>
                  <a:pt x="301" y="749"/>
                  <a:pt x="244" y="735"/>
                  <a:pt x="194" y="707"/>
                </a:cubicBezTo>
                <a:lnTo>
                  <a:pt x="194" y="707"/>
                </a:lnTo>
                <a:cubicBezTo>
                  <a:pt x="251" y="740"/>
                  <a:pt x="314" y="756"/>
                  <a:pt x="377" y="756"/>
                </a:cubicBezTo>
                <a:cubicBezTo>
                  <a:pt x="501" y="756"/>
                  <a:pt x="623" y="695"/>
                  <a:pt x="694" y="582"/>
                </a:cubicBezTo>
                <a:cubicBezTo>
                  <a:pt x="747" y="502"/>
                  <a:pt x="774" y="404"/>
                  <a:pt x="756" y="306"/>
                </a:cubicBezTo>
                <a:cubicBezTo>
                  <a:pt x="742" y="123"/>
                  <a:pt x="590" y="1"/>
                  <a:pt x="423" y="1"/>
                </a:cubicBezTo>
                <a:close/>
              </a:path>
            </a:pathLst>
          </a:custGeom>
          <a:solidFill>
            <a:srgbClr val="7A170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5" name="Google Shape;2535;p23"/>
          <p:cNvSpPr/>
          <p:nvPr/>
        </p:nvSpPr>
        <p:spPr>
          <a:xfrm rot="2831864">
            <a:off x="8045146" y="1246466"/>
            <a:ext cx="95968" cy="92655"/>
          </a:xfrm>
          <a:custGeom>
            <a:avLst/>
            <a:gdLst/>
            <a:ahLst/>
            <a:cxnLst/>
            <a:rect l="l" t="t" r="r" b="b"/>
            <a:pathLst>
              <a:path w="1072" h="1035" extrusionOk="0">
                <a:moveTo>
                  <a:pt x="579" y="0"/>
                </a:moveTo>
                <a:cubicBezTo>
                  <a:pt x="530" y="0"/>
                  <a:pt x="479" y="9"/>
                  <a:pt x="429" y="26"/>
                </a:cubicBezTo>
                <a:cubicBezTo>
                  <a:pt x="161" y="107"/>
                  <a:pt x="0" y="375"/>
                  <a:pt x="45" y="651"/>
                </a:cubicBezTo>
                <a:cubicBezTo>
                  <a:pt x="72" y="776"/>
                  <a:pt x="143" y="892"/>
                  <a:pt x="259" y="964"/>
                </a:cubicBezTo>
                <a:cubicBezTo>
                  <a:pt x="143" y="892"/>
                  <a:pt x="72" y="776"/>
                  <a:pt x="54" y="651"/>
                </a:cubicBezTo>
                <a:cubicBezTo>
                  <a:pt x="27" y="383"/>
                  <a:pt x="188" y="142"/>
                  <a:pt x="438" y="71"/>
                </a:cubicBezTo>
                <a:cubicBezTo>
                  <a:pt x="480" y="57"/>
                  <a:pt x="523" y="51"/>
                  <a:pt x="565" y="51"/>
                </a:cubicBezTo>
                <a:cubicBezTo>
                  <a:pt x="770" y="51"/>
                  <a:pt x="954" y="203"/>
                  <a:pt x="991" y="410"/>
                </a:cubicBezTo>
                <a:cubicBezTo>
                  <a:pt x="1027" y="669"/>
                  <a:pt x="875" y="928"/>
                  <a:pt x="625" y="1008"/>
                </a:cubicBezTo>
                <a:cubicBezTo>
                  <a:pt x="578" y="1021"/>
                  <a:pt x="531" y="1029"/>
                  <a:pt x="484" y="1029"/>
                </a:cubicBezTo>
                <a:cubicBezTo>
                  <a:pt x="404" y="1029"/>
                  <a:pt x="326" y="1008"/>
                  <a:pt x="259" y="964"/>
                </a:cubicBezTo>
                <a:lnTo>
                  <a:pt x="259" y="964"/>
                </a:lnTo>
                <a:cubicBezTo>
                  <a:pt x="331" y="1011"/>
                  <a:pt x="414" y="1035"/>
                  <a:pt x="498" y="1035"/>
                </a:cubicBezTo>
                <a:cubicBezTo>
                  <a:pt x="541" y="1035"/>
                  <a:pt x="583" y="1029"/>
                  <a:pt x="625" y="1017"/>
                </a:cubicBezTo>
                <a:cubicBezTo>
                  <a:pt x="893" y="937"/>
                  <a:pt x="1071" y="678"/>
                  <a:pt x="1027" y="410"/>
                </a:cubicBezTo>
                <a:cubicBezTo>
                  <a:pt x="997" y="169"/>
                  <a:pt x="801" y="0"/>
                  <a:pt x="579" y="0"/>
                </a:cubicBezTo>
                <a:close/>
              </a:path>
            </a:pathLst>
          </a:custGeom>
          <a:solidFill>
            <a:srgbClr val="7A170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6" name="Google Shape;2536;p23"/>
          <p:cNvSpPr/>
          <p:nvPr/>
        </p:nvSpPr>
        <p:spPr>
          <a:xfrm rot="2831864">
            <a:off x="7942296" y="1180349"/>
            <a:ext cx="86747" cy="77526"/>
          </a:xfrm>
          <a:custGeom>
            <a:avLst/>
            <a:gdLst/>
            <a:ahLst/>
            <a:cxnLst/>
            <a:rect l="l" t="t" r="r" b="b"/>
            <a:pathLst>
              <a:path w="969" h="866" extrusionOk="0">
                <a:moveTo>
                  <a:pt x="64" y="650"/>
                </a:moveTo>
                <a:cubicBezTo>
                  <a:pt x="92" y="713"/>
                  <a:pt x="140" y="766"/>
                  <a:pt x="199" y="807"/>
                </a:cubicBezTo>
                <a:cubicBezTo>
                  <a:pt x="139" y="765"/>
                  <a:pt x="94" y="711"/>
                  <a:pt x="64" y="650"/>
                </a:cubicBezTo>
                <a:close/>
                <a:moveTo>
                  <a:pt x="199" y="807"/>
                </a:moveTo>
                <a:cubicBezTo>
                  <a:pt x="257" y="844"/>
                  <a:pt x="318" y="863"/>
                  <a:pt x="380" y="864"/>
                </a:cubicBezTo>
                <a:lnTo>
                  <a:pt x="380" y="864"/>
                </a:lnTo>
                <a:cubicBezTo>
                  <a:pt x="318" y="859"/>
                  <a:pt x="257" y="840"/>
                  <a:pt x="199" y="807"/>
                </a:cubicBezTo>
                <a:close/>
                <a:moveTo>
                  <a:pt x="478" y="0"/>
                </a:moveTo>
                <a:cubicBezTo>
                  <a:pt x="436" y="0"/>
                  <a:pt x="393" y="7"/>
                  <a:pt x="351" y="22"/>
                </a:cubicBezTo>
                <a:cubicBezTo>
                  <a:pt x="235" y="58"/>
                  <a:pt x="146" y="129"/>
                  <a:pt x="92" y="227"/>
                </a:cubicBezTo>
                <a:cubicBezTo>
                  <a:pt x="7" y="361"/>
                  <a:pt x="0" y="520"/>
                  <a:pt x="64" y="650"/>
                </a:cubicBezTo>
                <a:lnTo>
                  <a:pt x="64" y="650"/>
                </a:lnTo>
                <a:cubicBezTo>
                  <a:pt x="50" y="618"/>
                  <a:pt x="41" y="585"/>
                  <a:pt x="38" y="549"/>
                </a:cubicBezTo>
                <a:cubicBezTo>
                  <a:pt x="21" y="442"/>
                  <a:pt x="47" y="326"/>
                  <a:pt x="110" y="245"/>
                </a:cubicBezTo>
                <a:cubicBezTo>
                  <a:pt x="189" y="100"/>
                  <a:pt x="310" y="41"/>
                  <a:pt x="430" y="41"/>
                </a:cubicBezTo>
                <a:cubicBezTo>
                  <a:pt x="701" y="41"/>
                  <a:pt x="969" y="344"/>
                  <a:pt x="752" y="647"/>
                </a:cubicBezTo>
                <a:cubicBezTo>
                  <a:pt x="699" y="745"/>
                  <a:pt x="619" y="816"/>
                  <a:pt x="511" y="843"/>
                </a:cubicBezTo>
                <a:cubicBezTo>
                  <a:pt x="470" y="857"/>
                  <a:pt x="429" y="864"/>
                  <a:pt x="388" y="864"/>
                </a:cubicBezTo>
                <a:cubicBezTo>
                  <a:pt x="385" y="864"/>
                  <a:pt x="383" y="864"/>
                  <a:pt x="380" y="864"/>
                </a:cubicBezTo>
                <a:lnTo>
                  <a:pt x="380" y="864"/>
                </a:lnTo>
                <a:cubicBezTo>
                  <a:pt x="393" y="865"/>
                  <a:pt x="406" y="866"/>
                  <a:pt x="419" y="866"/>
                </a:cubicBezTo>
                <a:cubicBezTo>
                  <a:pt x="564" y="866"/>
                  <a:pt x="703" y="794"/>
                  <a:pt x="779" y="665"/>
                </a:cubicBezTo>
                <a:cubicBezTo>
                  <a:pt x="851" y="566"/>
                  <a:pt x="877" y="459"/>
                  <a:pt x="860" y="343"/>
                </a:cubicBezTo>
                <a:cubicBezTo>
                  <a:pt x="838" y="139"/>
                  <a:pt x="667" y="0"/>
                  <a:pt x="478" y="0"/>
                </a:cubicBezTo>
                <a:close/>
              </a:path>
            </a:pathLst>
          </a:custGeom>
          <a:solidFill>
            <a:srgbClr val="7A170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7" name="Google Shape;2537;p23"/>
          <p:cNvSpPr/>
          <p:nvPr/>
        </p:nvSpPr>
        <p:spPr>
          <a:xfrm rot="-7840361">
            <a:off x="7897675" y="1670408"/>
            <a:ext cx="266693" cy="303492"/>
          </a:xfrm>
          <a:custGeom>
            <a:avLst/>
            <a:gdLst/>
            <a:ahLst/>
            <a:cxnLst/>
            <a:rect l="l" t="t" r="r" b="b"/>
            <a:pathLst>
              <a:path w="3312" h="3769" extrusionOk="0">
                <a:moveTo>
                  <a:pt x="402" y="1"/>
                </a:moveTo>
                <a:lnTo>
                  <a:pt x="402" y="1"/>
                </a:lnTo>
                <a:cubicBezTo>
                  <a:pt x="54" y="750"/>
                  <a:pt x="1" y="2625"/>
                  <a:pt x="652" y="3339"/>
                </a:cubicBezTo>
                <a:cubicBezTo>
                  <a:pt x="968" y="3680"/>
                  <a:pt x="1367" y="3768"/>
                  <a:pt x="1696" y="3768"/>
                </a:cubicBezTo>
                <a:cubicBezTo>
                  <a:pt x="2044" y="3768"/>
                  <a:pt x="2312" y="3669"/>
                  <a:pt x="2312" y="3669"/>
                </a:cubicBezTo>
                <a:cubicBezTo>
                  <a:pt x="2651" y="3544"/>
                  <a:pt x="3312" y="3205"/>
                  <a:pt x="2964" y="2107"/>
                </a:cubicBezTo>
                <a:cubicBezTo>
                  <a:pt x="2625" y="1000"/>
                  <a:pt x="402" y="1"/>
                  <a:pt x="40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8" name="Google Shape;2538;p23"/>
          <p:cNvSpPr/>
          <p:nvPr/>
        </p:nvSpPr>
        <p:spPr>
          <a:xfrm rot="-7840361">
            <a:off x="7980161" y="1628501"/>
            <a:ext cx="167811" cy="340291"/>
          </a:xfrm>
          <a:custGeom>
            <a:avLst/>
            <a:gdLst/>
            <a:ahLst/>
            <a:cxnLst/>
            <a:rect l="l" t="t" r="r" b="b"/>
            <a:pathLst>
              <a:path w="2084" h="4226" extrusionOk="0">
                <a:moveTo>
                  <a:pt x="1727" y="1940"/>
                </a:moveTo>
                <a:lnTo>
                  <a:pt x="1727" y="1940"/>
                </a:lnTo>
                <a:cubicBezTo>
                  <a:pt x="1727" y="1940"/>
                  <a:pt x="1727" y="1940"/>
                  <a:pt x="1726" y="1941"/>
                </a:cubicBezTo>
                <a:lnTo>
                  <a:pt x="1724" y="1950"/>
                </a:lnTo>
                <a:lnTo>
                  <a:pt x="1724" y="1950"/>
                </a:lnTo>
                <a:cubicBezTo>
                  <a:pt x="1727" y="1943"/>
                  <a:pt x="1728" y="1940"/>
                  <a:pt x="1727" y="1940"/>
                </a:cubicBezTo>
                <a:close/>
                <a:moveTo>
                  <a:pt x="10" y="1"/>
                </a:moveTo>
                <a:cubicBezTo>
                  <a:pt x="0" y="1"/>
                  <a:pt x="280" y="711"/>
                  <a:pt x="495" y="1182"/>
                </a:cubicBezTo>
                <a:lnTo>
                  <a:pt x="155" y="1084"/>
                </a:lnTo>
                <a:lnTo>
                  <a:pt x="93" y="1066"/>
                </a:lnTo>
                <a:lnTo>
                  <a:pt x="93" y="1066"/>
                </a:lnTo>
                <a:cubicBezTo>
                  <a:pt x="227" y="1138"/>
                  <a:pt x="370" y="1200"/>
                  <a:pt x="512" y="1245"/>
                </a:cubicBezTo>
                <a:lnTo>
                  <a:pt x="521" y="1245"/>
                </a:lnTo>
                <a:cubicBezTo>
                  <a:pt x="655" y="1530"/>
                  <a:pt x="762" y="1754"/>
                  <a:pt x="914" y="2030"/>
                </a:cubicBezTo>
                <a:cubicBezTo>
                  <a:pt x="977" y="2137"/>
                  <a:pt x="1039" y="2253"/>
                  <a:pt x="1110" y="2361"/>
                </a:cubicBezTo>
                <a:lnTo>
                  <a:pt x="361" y="2182"/>
                </a:lnTo>
                <a:lnTo>
                  <a:pt x="245" y="2146"/>
                </a:lnTo>
                <a:cubicBezTo>
                  <a:pt x="244" y="2146"/>
                  <a:pt x="244" y="2146"/>
                  <a:pt x="243" y="2146"/>
                </a:cubicBezTo>
                <a:lnTo>
                  <a:pt x="243" y="2146"/>
                </a:lnTo>
                <a:cubicBezTo>
                  <a:pt x="233" y="2146"/>
                  <a:pt x="786" y="2344"/>
                  <a:pt x="1057" y="2414"/>
                </a:cubicBezTo>
                <a:lnTo>
                  <a:pt x="1146" y="2432"/>
                </a:lnTo>
                <a:cubicBezTo>
                  <a:pt x="1244" y="2593"/>
                  <a:pt x="1343" y="2762"/>
                  <a:pt x="1432" y="2923"/>
                </a:cubicBezTo>
                <a:lnTo>
                  <a:pt x="1485" y="3021"/>
                </a:lnTo>
                <a:lnTo>
                  <a:pt x="745" y="2932"/>
                </a:lnTo>
                <a:lnTo>
                  <a:pt x="637" y="2923"/>
                </a:lnTo>
                <a:cubicBezTo>
                  <a:pt x="602" y="2923"/>
                  <a:pt x="1164" y="3039"/>
                  <a:pt x="1432" y="3075"/>
                </a:cubicBezTo>
                <a:lnTo>
                  <a:pt x="1521" y="3083"/>
                </a:lnTo>
                <a:cubicBezTo>
                  <a:pt x="1610" y="3262"/>
                  <a:pt x="1700" y="3432"/>
                  <a:pt x="1780" y="3610"/>
                </a:cubicBezTo>
                <a:cubicBezTo>
                  <a:pt x="1860" y="3789"/>
                  <a:pt x="1923" y="3976"/>
                  <a:pt x="1967" y="4172"/>
                </a:cubicBezTo>
                <a:cubicBezTo>
                  <a:pt x="1972" y="4208"/>
                  <a:pt x="2003" y="4226"/>
                  <a:pt x="2031" y="4226"/>
                </a:cubicBezTo>
                <a:cubicBezTo>
                  <a:pt x="2059" y="4226"/>
                  <a:pt x="2083" y="4208"/>
                  <a:pt x="2074" y="4172"/>
                </a:cubicBezTo>
                <a:cubicBezTo>
                  <a:pt x="2039" y="4003"/>
                  <a:pt x="1994" y="3842"/>
                  <a:pt x="1923" y="3681"/>
                </a:cubicBezTo>
                <a:cubicBezTo>
                  <a:pt x="1833" y="3485"/>
                  <a:pt x="1735" y="3280"/>
                  <a:pt x="1637" y="3083"/>
                </a:cubicBezTo>
                <a:cubicBezTo>
                  <a:pt x="1583" y="2985"/>
                  <a:pt x="1521" y="2887"/>
                  <a:pt x="1467" y="2780"/>
                </a:cubicBezTo>
                <a:cubicBezTo>
                  <a:pt x="1548" y="2539"/>
                  <a:pt x="1619" y="2298"/>
                  <a:pt x="1700" y="2057"/>
                </a:cubicBezTo>
                <a:lnTo>
                  <a:pt x="1724" y="1950"/>
                </a:lnTo>
                <a:lnTo>
                  <a:pt x="1724" y="1950"/>
                </a:lnTo>
                <a:cubicBezTo>
                  <a:pt x="1699" y="2019"/>
                  <a:pt x="1513" y="2450"/>
                  <a:pt x="1441" y="2682"/>
                </a:cubicBezTo>
                <a:lnTo>
                  <a:pt x="1423" y="2709"/>
                </a:lnTo>
                <a:cubicBezTo>
                  <a:pt x="1307" y="2512"/>
                  <a:pt x="1191" y="2307"/>
                  <a:pt x="1075" y="2102"/>
                </a:cubicBezTo>
                <a:cubicBezTo>
                  <a:pt x="986" y="1941"/>
                  <a:pt x="905" y="1789"/>
                  <a:pt x="816" y="1629"/>
                </a:cubicBezTo>
                <a:cubicBezTo>
                  <a:pt x="852" y="1423"/>
                  <a:pt x="878" y="1227"/>
                  <a:pt x="905" y="1022"/>
                </a:cubicBezTo>
                <a:lnTo>
                  <a:pt x="923" y="924"/>
                </a:lnTo>
                <a:lnTo>
                  <a:pt x="923" y="924"/>
                </a:lnTo>
                <a:cubicBezTo>
                  <a:pt x="861" y="1120"/>
                  <a:pt x="807" y="1325"/>
                  <a:pt x="771" y="1530"/>
                </a:cubicBezTo>
                <a:cubicBezTo>
                  <a:pt x="584" y="1173"/>
                  <a:pt x="405" y="808"/>
                  <a:pt x="227" y="442"/>
                </a:cubicBezTo>
                <a:cubicBezTo>
                  <a:pt x="155" y="299"/>
                  <a:pt x="84" y="156"/>
                  <a:pt x="13" y="4"/>
                </a:cubicBezTo>
                <a:cubicBezTo>
                  <a:pt x="11" y="2"/>
                  <a:pt x="10" y="1"/>
                  <a:pt x="1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9" name="Google Shape;2539;p23"/>
          <p:cNvSpPr/>
          <p:nvPr/>
        </p:nvSpPr>
        <p:spPr>
          <a:xfrm rot="-7840361">
            <a:off x="7949139" y="1692205"/>
            <a:ext cx="212743" cy="277483"/>
          </a:xfrm>
          <a:custGeom>
            <a:avLst/>
            <a:gdLst/>
            <a:ahLst/>
            <a:cxnLst/>
            <a:rect l="l" t="t" r="r" b="b"/>
            <a:pathLst>
              <a:path w="2642" h="3446" extrusionOk="0">
                <a:moveTo>
                  <a:pt x="1062" y="171"/>
                </a:moveTo>
                <a:cubicBezTo>
                  <a:pt x="794" y="54"/>
                  <a:pt x="518" y="1"/>
                  <a:pt x="232" y="10"/>
                </a:cubicBezTo>
                <a:cubicBezTo>
                  <a:pt x="0" y="876"/>
                  <a:pt x="27" y="2384"/>
                  <a:pt x="598" y="3009"/>
                </a:cubicBezTo>
                <a:cubicBezTo>
                  <a:pt x="848" y="3276"/>
                  <a:pt x="1187" y="3428"/>
                  <a:pt x="1553" y="3446"/>
                </a:cubicBezTo>
                <a:cubicBezTo>
                  <a:pt x="2642" y="2500"/>
                  <a:pt x="2383" y="742"/>
                  <a:pt x="1062" y="171"/>
                </a:cubicBezTo>
                <a:close/>
              </a:path>
            </a:pathLst>
          </a:custGeom>
          <a:gradFill>
            <a:gsLst>
              <a:gs pos="0">
                <a:srgbClr val="FFFFFF">
                  <a:alpha val="0"/>
                </a:srgbClr>
              </a:gs>
              <a:gs pos="100000">
                <a:srgbClr val="FFFFFF">
                  <a:alpha val="2196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0" name="Google Shape;2540;p23"/>
          <p:cNvSpPr/>
          <p:nvPr/>
        </p:nvSpPr>
        <p:spPr>
          <a:xfrm rot="-7840361">
            <a:off x="7914828" y="1673995"/>
            <a:ext cx="237222" cy="306391"/>
          </a:xfrm>
          <a:custGeom>
            <a:avLst/>
            <a:gdLst/>
            <a:ahLst/>
            <a:cxnLst/>
            <a:rect l="l" t="t" r="r" b="b"/>
            <a:pathLst>
              <a:path w="2946" h="3805" extrusionOk="0">
                <a:moveTo>
                  <a:pt x="268" y="1"/>
                </a:moveTo>
                <a:lnTo>
                  <a:pt x="259" y="19"/>
                </a:lnTo>
                <a:cubicBezTo>
                  <a:pt x="170" y="224"/>
                  <a:pt x="117" y="438"/>
                  <a:pt x="81" y="661"/>
                </a:cubicBezTo>
                <a:cubicBezTo>
                  <a:pt x="45" y="876"/>
                  <a:pt x="27" y="1099"/>
                  <a:pt x="18" y="1313"/>
                </a:cubicBezTo>
                <a:cubicBezTo>
                  <a:pt x="1" y="1759"/>
                  <a:pt x="45" y="2196"/>
                  <a:pt x="152" y="2625"/>
                </a:cubicBezTo>
                <a:cubicBezTo>
                  <a:pt x="215" y="2839"/>
                  <a:pt x="295" y="3035"/>
                  <a:pt x="420" y="3223"/>
                </a:cubicBezTo>
                <a:cubicBezTo>
                  <a:pt x="545" y="3410"/>
                  <a:pt x="715" y="3553"/>
                  <a:pt x="911" y="3660"/>
                </a:cubicBezTo>
                <a:cubicBezTo>
                  <a:pt x="1107" y="3758"/>
                  <a:pt x="1330" y="3803"/>
                  <a:pt x="1545" y="3803"/>
                </a:cubicBezTo>
                <a:cubicBezTo>
                  <a:pt x="1567" y="3804"/>
                  <a:pt x="1590" y="3804"/>
                  <a:pt x="1612" y="3804"/>
                </a:cubicBezTo>
                <a:cubicBezTo>
                  <a:pt x="1813" y="3804"/>
                  <a:pt x="2012" y="3769"/>
                  <a:pt x="2196" y="3705"/>
                </a:cubicBezTo>
                <a:lnTo>
                  <a:pt x="2196" y="3705"/>
                </a:lnTo>
                <a:cubicBezTo>
                  <a:pt x="2012" y="3761"/>
                  <a:pt x="1813" y="3795"/>
                  <a:pt x="1619" y="3795"/>
                </a:cubicBezTo>
                <a:cubicBezTo>
                  <a:pt x="1597" y="3795"/>
                  <a:pt x="1575" y="3795"/>
                  <a:pt x="1554" y="3794"/>
                </a:cubicBezTo>
                <a:cubicBezTo>
                  <a:pt x="1330" y="3794"/>
                  <a:pt x="1116" y="3741"/>
                  <a:pt x="920" y="3642"/>
                </a:cubicBezTo>
                <a:cubicBezTo>
                  <a:pt x="724" y="3544"/>
                  <a:pt x="554" y="3401"/>
                  <a:pt x="429" y="3214"/>
                </a:cubicBezTo>
                <a:cubicBezTo>
                  <a:pt x="322" y="3027"/>
                  <a:pt x="233" y="2830"/>
                  <a:pt x="179" y="2616"/>
                </a:cubicBezTo>
                <a:cubicBezTo>
                  <a:pt x="72" y="2188"/>
                  <a:pt x="36" y="1750"/>
                  <a:pt x="54" y="1313"/>
                </a:cubicBezTo>
                <a:cubicBezTo>
                  <a:pt x="63" y="1099"/>
                  <a:pt x="90" y="885"/>
                  <a:pt x="126" y="670"/>
                </a:cubicBezTo>
                <a:cubicBezTo>
                  <a:pt x="160" y="455"/>
                  <a:pt x="219" y="257"/>
                  <a:pt x="295" y="67"/>
                </a:cubicBezTo>
                <a:lnTo>
                  <a:pt x="295" y="67"/>
                </a:lnTo>
                <a:cubicBezTo>
                  <a:pt x="688" y="252"/>
                  <a:pt x="1071" y="461"/>
                  <a:pt x="1429" y="688"/>
                </a:cubicBezTo>
                <a:cubicBezTo>
                  <a:pt x="1803" y="920"/>
                  <a:pt x="2152" y="1206"/>
                  <a:pt x="2455" y="1518"/>
                </a:cubicBezTo>
                <a:cubicBezTo>
                  <a:pt x="2607" y="1679"/>
                  <a:pt x="2732" y="1866"/>
                  <a:pt x="2812" y="2072"/>
                </a:cubicBezTo>
                <a:cubicBezTo>
                  <a:pt x="2892" y="2277"/>
                  <a:pt x="2928" y="2500"/>
                  <a:pt x="2937" y="2714"/>
                </a:cubicBezTo>
                <a:cubicBezTo>
                  <a:pt x="2937" y="2937"/>
                  <a:pt x="2866" y="3151"/>
                  <a:pt x="2732" y="3330"/>
                </a:cubicBezTo>
                <a:cubicBezTo>
                  <a:pt x="2589" y="3500"/>
                  <a:pt x="2401" y="3633"/>
                  <a:pt x="2196" y="3705"/>
                </a:cubicBezTo>
                <a:cubicBezTo>
                  <a:pt x="2410" y="3633"/>
                  <a:pt x="2589" y="3508"/>
                  <a:pt x="2741" y="3330"/>
                </a:cubicBezTo>
                <a:cubicBezTo>
                  <a:pt x="2874" y="3160"/>
                  <a:pt x="2946" y="2937"/>
                  <a:pt x="2946" y="2714"/>
                </a:cubicBezTo>
                <a:cubicBezTo>
                  <a:pt x="2946" y="2491"/>
                  <a:pt x="2910" y="2268"/>
                  <a:pt x="2830" y="2063"/>
                </a:cubicBezTo>
                <a:cubicBezTo>
                  <a:pt x="2749" y="1857"/>
                  <a:pt x="2625" y="1670"/>
                  <a:pt x="2482" y="1500"/>
                </a:cubicBezTo>
                <a:cubicBezTo>
                  <a:pt x="2169" y="1179"/>
                  <a:pt x="1830" y="893"/>
                  <a:pt x="1455" y="661"/>
                </a:cubicBezTo>
                <a:cubicBezTo>
                  <a:pt x="1081" y="411"/>
                  <a:pt x="697" y="197"/>
                  <a:pt x="295" y="10"/>
                </a:cubicBezTo>
                <a:lnTo>
                  <a:pt x="26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1" name="Google Shape;2541;p23"/>
          <p:cNvSpPr/>
          <p:nvPr/>
        </p:nvSpPr>
        <p:spPr>
          <a:xfrm rot="-7840361">
            <a:off x="8239690" y="1743430"/>
            <a:ext cx="129401" cy="223050"/>
          </a:xfrm>
          <a:custGeom>
            <a:avLst/>
            <a:gdLst/>
            <a:ahLst/>
            <a:cxnLst/>
            <a:rect l="l" t="t" r="r" b="b"/>
            <a:pathLst>
              <a:path w="1607" h="2770" extrusionOk="0">
                <a:moveTo>
                  <a:pt x="928" y="1"/>
                </a:moveTo>
                <a:cubicBezTo>
                  <a:pt x="892" y="1"/>
                  <a:pt x="853" y="7"/>
                  <a:pt x="813" y="21"/>
                </a:cubicBezTo>
                <a:cubicBezTo>
                  <a:pt x="1" y="298"/>
                  <a:pt x="1277" y="2770"/>
                  <a:pt x="1277" y="2770"/>
                </a:cubicBezTo>
                <a:cubicBezTo>
                  <a:pt x="1514" y="2278"/>
                  <a:pt x="1607" y="1"/>
                  <a:pt x="92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2" name="Google Shape;2542;p23"/>
          <p:cNvSpPr/>
          <p:nvPr/>
        </p:nvSpPr>
        <p:spPr>
          <a:xfrm rot="-7840361">
            <a:off x="8311142" y="1812448"/>
            <a:ext cx="232632" cy="70136"/>
          </a:xfrm>
          <a:custGeom>
            <a:avLst/>
            <a:gdLst/>
            <a:ahLst/>
            <a:cxnLst/>
            <a:rect l="l" t="t" r="r" b="b"/>
            <a:pathLst>
              <a:path w="2889" h="871" extrusionOk="0">
                <a:moveTo>
                  <a:pt x="699" y="0"/>
                </a:moveTo>
                <a:cubicBezTo>
                  <a:pt x="405" y="0"/>
                  <a:pt x="183" y="80"/>
                  <a:pt x="122" y="297"/>
                </a:cubicBezTo>
                <a:cubicBezTo>
                  <a:pt x="0" y="727"/>
                  <a:pt x="626" y="870"/>
                  <a:pt x="1321" y="870"/>
                </a:cubicBezTo>
                <a:cubicBezTo>
                  <a:pt x="1956" y="870"/>
                  <a:pt x="2650" y="751"/>
                  <a:pt x="2889" y="619"/>
                </a:cubicBezTo>
                <a:cubicBezTo>
                  <a:pt x="2889" y="619"/>
                  <a:pt x="1517" y="0"/>
                  <a:pt x="69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3" name="Google Shape;2543;p23"/>
          <p:cNvSpPr/>
          <p:nvPr/>
        </p:nvSpPr>
        <p:spPr>
          <a:xfrm rot="-7840361">
            <a:off x="8257605" y="1864029"/>
            <a:ext cx="185526" cy="185123"/>
          </a:xfrm>
          <a:custGeom>
            <a:avLst/>
            <a:gdLst/>
            <a:ahLst/>
            <a:cxnLst/>
            <a:rect l="l" t="t" r="r" b="b"/>
            <a:pathLst>
              <a:path w="2304" h="2299" extrusionOk="0">
                <a:moveTo>
                  <a:pt x="813" y="1"/>
                </a:moveTo>
                <a:cubicBezTo>
                  <a:pt x="730" y="1"/>
                  <a:pt x="651" y="35"/>
                  <a:pt x="581" y="112"/>
                </a:cubicBezTo>
                <a:cubicBezTo>
                  <a:pt x="1" y="737"/>
                  <a:pt x="2303" y="2299"/>
                  <a:pt x="2303" y="2299"/>
                </a:cubicBezTo>
                <a:cubicBezTo>
                  <a:pt x="2280" y="1797"/>
                  <a:pt x="1416" y="1"/>
                  <a:pt x="81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4" name="Google Shape;2544;p23"/>
          <p:cNvSpPr/>
          <p:nvPr/>
        </p:nvSpPr>
        <p:spPr>
          <a:xfrm rot="-7840361">
            <a:off x="8244513" y="1629029"/>
            <a:ext cx="130045" cy="222405"/>
          </a:xfrm>
          <a:custGeom>
            <a:avLst/>
            <a:gdLst/>
            <a:ahLst/>
            <a:cxnLst/>
            <a:rect l="l" t="t" r="r" b="b"/>
            <a:pathLst>
              <a:path w="1615" h="2762" extrusionOk="0">
                <a:moveTo>
                  <a:pt x="933" y="0"/>
                </a:moveTo>
                <a:cubicBezTo>
                  <a:pt x="895" y="0"/>
                  <a:pt x="855" y="7"/>
                  <a:pt x="813" y="22"/>
                </a:cubicBezTo>
                <a:cubicBezTo>
                  <a:pt x="1" y="289"/>
                  <a:pt x="1286" y="2762"/>
                  <a:pt x="1286" y="2762"/>
                </a:cubicBezTo>
                <a:cubicBezTo>
                  <a:pt x="1515" y="2279"/>
                  <a:pt x="1615" y="0"/>
                  <a:pt x="93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5" name="Google Shape;2545;p23"/>
          <p:cNvSpPr/>
          <p:nvPr/>
        </p:nvSpPr>
        <p:spPr>
          <a:xfrm rot="-7840361">
            <a:off x="8315842" y="1697576"/>
            <a:ext cx="232632" cy="70136"/>
          </a:xfrm>
          <a:custGeom>
            <a:avLst/>
            <a:gdLst/>
            <a:ahLst/>
            <a:cxnLst/>
            <a:rect l="l" t="t" r="r" b="b"/>
            <a:pathLst>
              <a:path w="2889" h="871" extrusionOk="0">
                <a:moveTo>
                  <a:pt x="691" y="1"/>
                </a:moveTo>
                <a:cubicBezTo>
                  <a:pt x="400" y="1"/>
                  <a:pt x="181" y="80"/>
                  <a:pt x="122" y="296"/>
                </a:cubicBezTo>
                <a:cubicBezTo>
                  <a:pt x="0" y="727"/>
                  <a:pt x="631" y="871"/>
                  <a:pt x="1331" y="871"/>
                </a:cubicBezTo>
                <a:cubicBezTo>
                  <a:pt x="1963" y="871"/>
                  <a:pt x="2651" y="753"/>
                  <a:pt x="2889" y="626"/>
                </a:cubicBezTo>
                <a:cubicBezTo>
                  <a:pt x="2889" y="626"/>
                  <a:pt x="1507" y="1"/>
                  <a:pt x="69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6" name="Google Shape;2546;p23"/>
          <p:cNvSpPr/>
          <p:nvPr/>
        </p:nvSpPr>
        <p:spPr>
          <a:xfrm rot="-7840361">
            <a:off x="8242204" y="1516662"/>
            <a:ext cx="138500" cy="218460"/>
          </a:xfrm>
          <a:custGeom>
            <a:avLst/>
            <a:gdLst/>
            <a:ahLst/>
            <a:cxnLst/>
            <a:rect l="l" t="t" r="r" b="b"/>
            <a:pathLst>
              <a:path w="1720" h="2713" extrusionOk="0">
                <a:moveTo>
                  <a:pt x="913" y="1"/>
                </a:moveTo>
                <a:cubicBezTo>
                  <a:pt x="867" y="1"/>
                  <a:pt x="819" y="12"/>
                  <a:pt x="768" y="35"/>
                </a:cubicBezTo>
                <a:cubicBezTo>
                  <a:pt x="0" y="401"/>
                  <a:pt x="1544" y="2713"/>
                  <a:pt x="1544" y="2713"/>
                </a:cubicBezTo>
                <a:cubicBezTo>
                  <a:pt x="1719" y="2213"/>
                  <a:pt x="1560" y="1"/>
                  <a:pt x="91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7" name="Google Shape;2547;p23"/>
          <p:cNvSpPr/>
          <p:nvPr/>
        </p:nvSpPr>
        <p:spPr>
          <a:xfrm rot="-7840361">
            <a:off x="8319050" y="1560008"/>
            <a:ext cx="229330" cy="67317"/>
          </a:xfrm>
          <a:custGeom>
            <a:avLst/>
            <a:gdLst/>
            <a:ahLst/>
            <a:cxnLst/>
            <a:rect l="l" t="t" r="r" b="b"/>
            <a:pathLst>
              <a:path w="2848" h="836" extrusionOk="0">
                <a:moveTo>
                  <a:pt x="833" y="0"/>
                </a:moveTo>
                <a:cubicBezTo>
                  <a:pt x="424" y="0"/>
                  <a:pt x="102" y="93"/>
                  <a:pt x="54" y="371"/>
                </a:cubicBezTo>
                <a:cubicBezTo>
                  <a:pt x="0" y="715"/>
                  <a:pt x="372" y="835"/>
                  <a:pt x="864" y="835"/>
                </a:cubicBezTo>
                <a:cubicBezTo>
                  <a:pt x="1586" y="835"/>
                  <a:pt x="2567" y="576"/>
                  <a:pt x="2848" y="380"/>
                </a:cubicBezTo>
                <a:cubicBezTo>
                  <a:pt x="2848" y="380"/>
                  <a:pt x="1662" y="0"/>
                  <a:pt x="83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8" name="Google Shape;2548;p23"/>
          <p:cNvSpPr/>
          <p:nvPr/>
        </p:nvSpPr>
        <p:spPr>
          <a:xfrm rot="-7840361">
            <a:off x="8224530" y="1405989"/>
            <a:ext cx="153799" cy="211374"/>
          </a:xfrm>
          <a:custGeom>
            <a:avLst/>
            <a:gdLst/>
            <a:ahLst/>
            <a:cxnLst/>
            <a:rect l="l" t="t" r="r" b="b"/>
            <a:pathLst>
              <a:path w="1910" h="2625" extrusionOk="0">
                <a:moveTo>
                  <a:pt x="905" y="0"/>
                </a:moveTo>
                <a:cubicBezTo>
                  <a:pt x="850" y="0"/>
                  <a:pt x="792" y="17"/>
                  <a:pt x="732" y="54"/>
                </a:cubicBezTo>
                <a:cubicBezTo>
                  <a:pt x="0" y="500"/>
                  <a:pt x="1794" y="2624"/>
                  <a:pt x="1794" y="2624"/>
                </a:cubicBezTo>
                <a:cubicBezTo>
                  <a:pt x="1909" y="2116"/>
                  <a:pt x="1528" y="0"/>
                  <a:pt x="90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9" name="Google Shape;2549;p23"/>
          <p:cNvSpPr/>
          <p:nvPr/>
        </p:nvSpPr>
        <p:spPr>
          <a:xfrm rot="-7840361">
            <a:off x="8311799" y="1424894"/>
            <a:ext cx="224741" cy="69331"/>
          </a:xfrm>
          <a:custGeom>
            <a:avLst/>
            <a:gdLst/>
            <a:ahLst/>
            <a:cxnLst/>
            <a:rect l="l" t="t" r="r" b="b"/>
            <a:pathLst>
              <a:path w="2791" h="861" extrusionOk="0">
                <a:moveTo>
                  <a:pt x="1142" y="1"/>
                </a:moveTo>
                <a:cubicBezTo>
                  <a:pt x="556" y="1"/>
                  <a:pt x="35" y="106"/>
                  <a:pt x="15" y="477"/>
                </a:cubicBezTo>
                <a:cubicBezTo>
                  <a:pt x="1" y="757"/>
                  <a:pt x="251" y="860"/>
                  <a:pt x="610" y="860"/>
                </a:cubicBezTo>
                <a:cubicBezTo>
                  <a:pt x="1336" y="860"/>
                  <a:pt x="2504" y="433"/>
                  <a:pt x="2791" y="182"/>
                </a:cubicBezTo>
                <a:cubicBezTo>
                  <a:pt x="2791" y="182"/>
                  <a:pt x="1911" y="1"/>
                  <a:pt x="114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0" name="Google Shape;2550;p23"/>
          <p:cNvSpPr/>
          <p:nvPr/>
        </p:nvSpPr>
        <p:spPr>
          <a:xfrm rot="-7840361">
            <a:off x="8261855" y="1846982"/>
            <a:ext cx="152431" cy="187378"/>
          </a:xfrm>
          <a:custGeom>
            <a:avLst/>
            <a:gdLst/>
            <a:ahLst/>
            <a:cxnLst/>
            <a:rect l="l" t="t" r="r" b="b"/>
            <a:pathLst>
              <a:path w="1893" h="2327" extrusionOk="0">
                <a:moveTo>
                  <a:pt x="358" y="1"/>
                </a:moveTo>
                <a:cubicBezTo>
                  <a:pt x="333" y="1"/>
                  <a:pt x="309" y="3"/>
                  <a:pt x="286" y="6"/>
                </a:cubicBezTo>
                <a:cubicBezTo>
                  <a:pt x="303" y="4"/>
                  <a:pt x="321" y="3"/>
                  <a:pt x="338" y="3"/>
                </a:cubicBezTo>
                <a:cubicBezTo>
                  <a:pt x="387" y="3"/>
                  <a:pt x="437" y="11"/>
                  <a:pt x="483" y="24"/>
                </a:cubicBezTo>
                <a:cubicBezTo>
                  <a:pt x="443" y="7"/>
                  <a:pt x="400" y="1"/>
                  <a:pt x="358" y="1"/>
                </a:cubicBezTo>
                <a:close/>
                <a:moveTo>
                  <a:pt x="483" y="24"/>
                </a:moveTo>
                <a:lnTo>
                  <a:pt x="483" y="24"/>
                </a:lnTo>
                <a:cubicBezTo>
                  <a:pt x="599" y="78"/>
                  <a:pt x="706" y="149"/>
                  <a:pt x="795" y="247"/>
                </a:cubicBezTo>
                <a:cubicBezTo>
                  <a:pt x="974" y="435"/>
                  <a:pt x="1125" y="649"/>
                  <a:pt x="1259" y="872"/>
                </a:cubicBezTo>
                <a:cubicBezTo>
                  <a:pt x="1393" y="1095"/>
                  <a:pt x="1509" y="1327"/>
                  <a:pt x="1607" y="1568"/>
                </a:cubicBezTo>
                <a:cubicBezTo>
                  <a:pt x="1661" y="1684"/>
                  <a:pt x="1714" y="1800"/>
                  <a:pt x="1750" y="1925"/>
                </a:cubicBezTo>
                <a:cubicBezTo>
                  <a:pt x="1788" y="2023"/>
                  <a:pt x="1813" y="2127"/>
                  <a:pt x="1830" y="2238"/>
                </a:cubicBezTo>
                <a:lnTo>
                  <a:pt x="1830" y="2238"/>
                </a:lnTo>
                <a:cubicBezTo>
                  <a:pt x="1643" y="2113"/>
                  <a:pt x="1456" y="1974"/>
                  <a:pt x="1277" y="1836"/>
                </a:cubicBezTo>
                <a:cubicBezTo>
                  <a:pt x="1081" y="1684"/>
                  <a:pt x="884" y="1524"/>
                  <a:pt x="706" y="1354"/>
                </a:cubicBezTo>
                <a:cubicBezTo>
                  <a:pt x="519" y="1184"/>
                  <a:pt x="349" y="997"/>
                  <a:pt x="206" y="792"/>
                </a:cubicBezTo>
                <a:cubicBezTo>
                  <a:pt x="135" y="694"/>
                  <a:pt x="81" y="577"/>
                  <a:pt x="46" y="461"/>
                </a:cubicBezTo>
                <a:cubicBezTo>
                  <a:pt x="10" y="337"/>
                  <a:pt x="46" y="203"/>
                  <a:pt x="126" y="113"/>
                </a:cubicBezTo>
                <a:lnTo>
                  <a:pt x="126" y="113"/>
                </a:lnTo>
                <a:cubicBezTo>
                  <a:pt x="37" y="212"/>
                  <a:pt x="1" y="345"/>
                  <a:pt x="46" y="479"/>
                </a:cubicBezTo>
                <a:cubicBezTo>
                  <a:pt x="72" y="595"/>
                  <a:pt x="126" y="711"/>
                  <a:pt x="197" y="810"/>
                </a:cubicBezTo>
                <a:cubicBezTo>
                  <a:pt x="340" y="1015"/>
                  <a:pt x="510" y="1202"/>
                  <a:pt x="688" y="1381"/>
                </a:cubicBezTo>
                <a:cubicBezTo>
                  <a:pt x="1045" y="1729"/>
                  <a:pt x="1438" y="2041"/>
                  <a:pt x="1857" y="2327"/>
                </a:cubicBezTo>
                <a:lnTo>
                  <a:pt x="1866" y="2327"/>
                </a:lnTo>
                <a:cubicBezTo>
                  <a:pt x="1884" y="2327"/>
                  <a:pt x="1893" y="2309"/>
                  <a:pt x="1893" y="2300"/>
                </a:cubicBezTo>
                <a:cubicBezTo>
                  <a:pt x="1875" y="2166"/>
                  <a:pt x="1848" y="2032"/>
                  <a:pt x="1804" y="1907"/>
                </a:cubicBezTo>
                <a:cubicBezTo>
                  <a:pt x="1759" y="1791"/>
                  <a:pt x="1706" y="1666"/>
                  <a:pt x="1652" y="1550"/>
                </a:cubicBezTo>
                <a:cubicBezTo>
                  <a:pt x="1545" y="1309"/>
                  <a:pt x="1420" y="1077"/>
                  <a:pt x="1286" y="863"/>
                </a:cubicBezTo>
                <a:cubicBezTo>
                  <a:pt x="1143" y="640"/>
                  <a:pt x="983" y="435"/>
                  <a:pt x="804" y="247"/>
                </a:cubicBezTo>
                <a:cubicBezTo>
                  <a:pt x="715" y="149"/>
                  <a:pt x="599" y="69"/>
                  <a:pt x="483" y="24"/>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1" name="Google Shape;2551;p23"/>
          <p:cNvSpPr/>
          <p:nvPr/>
        </p:nvSpPr>
        <p:spPr>
          <a:xfrm rot="-7840361">
            <a:off x="8256846" y="1729315"/>
            <a:ext cx="75531" cy="225304"/>
          </a:xfrm>
          <a:custGeom>
            <a:avLst/>
            <a:gdLst/>
            <a:ahLst/>
            <a:cxnLst/>
            <a:rect l="l" t="t" r="r" b="b"/>
            <a:pathLst>
              <a:path w="938" h="2798" extrusionOk="0">
                <a:moveTo>
                  <a:pt x="350" y="5"/>
                </a:moveTo>
                <a:cubicBezTo>
                  <a:pt x="325" y="8"/>
                  <a:pt x="301" y="13"/>
                  <a:pt x="277" y="22"/>
                </a:cubicBezTo>
                <a:cubicBezTo>
                  <a:pt x="299" y="15"/>
                  <a:pt x="324" y="9"/>
                  <a:pt x="350" y="5"/>
                </a:cubicBezTo>
                <a:close/>
                <a:moveTo>
                  <a:pt x="413" y="1"/>
                </a:moveTo>
                <a:cubicBezTo>
                  <a:pt x="392" y="1"/>
                  <a:pt x="370" y="2"/>
                  <a:pt x="350" y="5"/>
                </a:cubicBezTo>
                <a:lnTo>
                  <a:pt x="350" y="5"/>
                </a:lnTo>
                <a:cubicBezTo>
                  <a:pt x="362" y="4"/>
                  <a:pt x="373" y="3"/>
                  <a:pt x="385" y="3"/>
                </a:cubicBezTo>
                <a:cubicBezTo>
                  <a:pt x="477" y="3"/>
                  <a:pt x="567" y="43"/>
                  <a:pt x="625" y="120"/>
                </a:cubicBezTo>
                <a:cubicBezTo>
                  <a:pt x="656" y="159"/>
                  <a:pt x="685" y="200"/>
                  <a:pt x="711" y="244"/>
                </a:cubicBezTo>
                <a:lnTo>
                  <a:pt x="711" y="244"/>
                </a:lnTo>
                <a:cubicBezTo>
                  <a:pt x="686" y="196"/>
                  <a:pt x="658" y="151"/>
                  <a:pt x="625" y="111"/>
                </a:cubicBezTo>
                <a:cubicBezTo>
                  <a:pt x="580" y="66"/>
                  <a:pt x="527" y="22"/>
                  <a:pt x="464" y="4"/>
                </a:cubicBezTo>
                <a:cubicBezTo>
                  <a:pt x="447" y="2"/>
                  <a:pt x="430" y="1"/>
                  <a:pt x="413" y="1"/>
                </a:cubicBezTo>
                <a:close/>
                <a:moveTo>
                  <a:pt x="276" y="22"/>
                </a:moveTo>
                <a:cubicBezTo>
                  <a:pt x="152" y="67"/>
                  <a:pt x="63" y="165"/>
                  <a:pt x="36" y="290"/>
                </a:cubicBezTo>
                <a:cubicBezTo>
                  <a:pt x="71" y="165"/>
                  <a:pt x="152" y="67"/>
                  <a:pt x="276" y="22"/>
                </a:cubicBezTo>
                <a:close/>
                <a:moveTo>
                  <a:pt x="711" y="244"/>
                </a:moveTo>
                <a:cubicBezTo>
                  <a:pt x="746" y="312"/>
                  <a:pt x="773" y="386"/>
                  <a:pt x="794" y="459"/>
                </a:cubicBezTo>
                <a:cubicBezTo>
                  <a:pt x="857" y="709"/>
                  <a:pt x="893" y="968"/>
                  <a:pt x="902" y="1227"/>
                </a:cubicBezTo>
                <a:cubicBezTo>
                  <a:pt x="902" y="1486"/>
                  <a:pt x="893" y="1744"/>
                  <a:pt x="875" y="2003"/>
                </a:cubicBezTo>
                <a:cubicBezTo>
                  <a:pt x="857" y="2128"/>
                  <a:pt x="848" y="2262"/>
                  <a:pt x="821" y="2387"/>
                </a:cubicBezTo>
                <a:cubicBezTo>
                  <a:pt x="806" y="2494"/>
                  <a:pt x="777" y="2602"/>
                  <a:pt x="741" y="2703"/>
                </a:cubicBezTo>
                <a:lnTo>
                  <a:pt x="741" y="2703"/>
                </a:lnTo>
                <a:cubicBezTo>
                  <a:pt x="637" y="2503"/>
                  <a:pt x="546" y="2290"/>
                  <a:pt x="455" y="2084"/>
                </a:cubicBezTo>
                <a:cubicBezTo>
                  <a:pt x="348" y="1851"/>
                  <a:pt x="259" y="1619"/>
                  <a:pt x="179" y="1387"/>
                </a:cubicBezTo>
                <a:cubicBezTo>
                  <a:pt x="98" y="1155"/>
                  <a:pt x="45" y="905"/>
                  <a:pt x="18" y="664"/>
                </a:cubicBezTo>
                <a:cubicBezTo>
                  <a:pt x="0" y="541"/>
                  <a:pt x="9" y="418"/>
                  <a:pt x="35" y="294"/>
                </a:cubicBezTo>
                <a:lnTo>
                  <a:pt x="35" y="294"/>
                </a:lnTo>
                <a:cubicBezTo>
                  <a:pt x="9" y="418"/>
                  <a:pt x="0" y="541"/>
                  <a:pt x="9" y="664"/>
                </a:cubicBezTo>
                <a:cubicBezTo>
                  <a:pt x="36" y="914"/>
                  <a:pt x="89" y="1155"/>
                  <a:pt x="161" y="1396"/>
                </a:cubicBezTo>
                <a:cubicBezTo>
                  <a:pt x="312" y="1869"/>
                  <a:pt x="491" y="2333"/>
                  <a:pt x="723" y="2780"/>
                </a:cubicBezTo>
                <a:cubicBezTo>
                  <a:pt x="723" y="2789"/>
                  <a:pt x="732" y="2789"/>
                  <a:pt x="732" y="2798"/>
                </a:cubicBezTo>
                <a:cubicBezTo>
                  <a:pt x="750" y="2798"/>
                  <a:pt x="759" y="2798"/>
                  <a:pt x="768" y="2780"/>
                </a:cubicBezTo>
                <a:cubicBezTo>
                  <a:pt x="812" y="2664"/>
                  <a:pt x="848" y="2530"/>
                  <a:pt x="866" y="2405"/>
                </a:cubicBezTo>
                <a:cubicBezTo>
                  <a:pt x="893" y="2271"/>
                  <a:pt x="902" y="2146"/>
                  <a:pt x="919" y="2012"/>
                </a:cubicBezTo>
                <a:cubicBezTo>
                  <a:pt x="937" y="1753"/>
                  <a:pt x="937" y="1494"/>
                  <a:pt x="928" y="1236"/>
                </a:cubicBezTo>
                <a:cubicBezTo>
                  <a:pt x="910" y="968"/>
                  <a:pt x="875" y="709"/>
                  <a:pt x="803" y="459"/>
                </a:cubicBezTo>
                <a:cubicBezTo>
                  <a:pt x="782" y="383"/>
                  <a:pt x="750" y="311"/>
                  <a:pt x="711" y="244"/>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2" name="Google Shape;2552;p23"/>
          <p:cNvSpPr/>
          <p:nvPr/>
        </p:nvSpPr>
        <p:spPr>
          <a:xfrm rot="-7840361">
            <a:off x="8311978" y="1808535"/>
            <a:ext cx="226431" cy="73679"/>
          </a:xfrm>
          <a:custGeom>
            <a:avLst/>
            <a:gdLst/>
            <a:ahLst/>
            <a:cxnLst/>
            <a:rect l="l" t="t" r="r" b="b"/>
            <a:pathLst>
              <a:path w="2812" h="915" extrusionOk="0">
                <a:moveTo>
                  <a:pt x="573" y="0"/>
                </a:moveTo>
                <a:cubicBezTo>
                  <a:pt x="459" y="0"/>
                  <a:pt x="350" y="26"/>
                  <a:pt x="241" y="64"/>
                </a:cubicBezTo>
                <a:cubicBezTo>
                  <a:pt x="116" y="118"/>
                  <a:pt x="27" y="243"/>
                  <a:pt x="9" y="377"/>
                </a:cubicBezTo>
                <a:cubicBezTo>
                  <a:pt x="0" y="448"/>
                  <a:pt x="18" y="520"/>
                  <a:pt x="45" y="582"/>
                </a:cubicBezTo>
                <a:cubicBezTo>
                  <a:pt x="80" y="636"/>
                  <a:pt x="134" y="680"/>
                  <a:pt x="188" y="716"/>
                </a:cubicBezTo>
                <a:cubicBezTo>
                  <a:pt x="304" y="787"/>
                  <a:pt x="429" y="832"/>
                  <a:pt x="553" y="859"/>
                </a:cubicBezTo>
                <a:cubicBezTo>
                  <a:pt x="762" y="896"/>
                  <a:pt x="976" y="915"/>
                  <a:pt x="1192" y="915"/>
                </a:cubicBezTo>
                <a:cubicBezTo>
                  <a:pt x="1235" y="915"/>
                  <a:pt x="1278" y="914"/>
                  <a:pt x="1321" y="912"/>
                </a:cubicBezTo>
                <a:cubicBezTo>
                  <a:pt x="1571" y="903"/>
                  <a:pt x="1830" y="886"/>
                  <a:pt x="2080" y="850"/>
                </a:cubicBezTo>
                <a:cubicBezTo>
                  <a:pt x="2330" y="814"/>
                  <a:pt x="2579" y="752"/>
                  <a:pt x="2812" y="645"/>
                </a:cubicBezTo>
                <a:lnTo>
                  <a:pt x="2812" y="645"/>
                </a:lnTo>
                <a:cubicBezTo>
                  <a:pt x="2579" y="734"/>
                  <a:pt x="2330" y="796"/>
                  <a:pt x="2080" y="814"/>
                </a:cubicBezTo>
                <a:cubicBezTo>
                  <a:pt x="1821" y="850"/>
                  <a:pt x="1571" y="868"/>
                  <a:pt x="1321" y="868"/>
                </a:cubicBezTo>
                <a:cubicBezTo>
                  <a:pt x="1062" y="868"/>
                  <a:pt x="812" y="850"/>
                  <a:pt x="562" y="805"/>
                </a:cubicBezTo>
                <a:cubicBezTo>
                  <a:pt x="437" y="778"/>
                  <a:pt x="321" y="734"/>
                  <a:pt x="214" y="671"/>
                </a:cubicBezTo>
                <a:cubicBezTo>
                  <a:pt x="107" y="618"/>
                  <a:pt x="45" y="502"/>
                  <a:pt x="63" y="377"/>
                </a:cubicBezTo>
                <a:cubicBezTo>
                  <a:pt x="72" y="261"/>
                  <a:pt x="152" y="154"/>
                  <a:pt x="259" y="109"/>
                </a:cubicBezTo>
                <a:cubicBezTo>
                  <a:pt x="356" y="64"/>
                  <a:pt x="460" y="44"/>
                  <a:pt x="564" y="44"/>
                </a:cubicBezTo>
                <a:cubicBezTo>
                  <a:pt x="584" y="44"/>
                  <a:pt x="605" y="45"/>
                  <a:pt x="625" y="47"/>
                </a:cubicBezTo>
                <a:cubicBezTo>
                  <a:pt x="875" y="47"/>
                  <a:pt x="1125" y="91"/>
                  <a:pt x="1375" y="154"/>
                </a:cubicBezTo>
                <a:cubicBezTo>
                  <a:pt x="1616" y="216"/>
                  <a:pt x="1857" y="297"/>
                  <a:pt x="2098" y="377"/>
                </a:cubicBezTo>
                <a:cubicBezTo>
                  <a:pt x="2338" y="457"/>
                  <a:pt x="2579" y="546"/>
                  <a:pt x="2812" y="645"/>
                </a:cubicBezTo>
                <a:cubicBezTo>
                  <a:pt x="2356" y="430"/>
                  <a:pt x="1874" y="252"/>
                  <a:pt x="1384" y="118"/>
                </a:cubicBezTo>
                <a:cubicBezTo>
                  <a:pt x="1134" y="47"/>
                  <a:pt x="884" y="11"/>
                  <a:pt x="625" y="2"/>
                </a:cubicBezTo>
                <a:cubicBezTo>
                  <a:pt x="608" y="1"/>
                  <a:pt x="590" y="0"/>
                  <a:pt x="57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3" name="Google Shape;2553;p23"/>
          <p:cNvSpPr/>
          <p:nvPr/>
        </p:nvSpPr>
        <p:spPr>
          <a:xfrm rot="-7840361">
            <a:off x="8259606" y="1617138"/>
            <a:ext cx="78430" cy="224579"/>
          </a:xfrm>
          <a:custGeom>
            <a:avLst/>
            <a:gdLst/>
            <a:ahLst/>
            <a:cxnLst/>
            <a:rect l="l" t="t" r="r" b="b"/>
            <a:pathLst>
              <a:path w="974" h="2789" extrusionOk="0">
                <a:moveTo>
                  <a:pt x="411" y="1"/>
                </a:moveTo>
                <a:cubicBezTo>
                  <a:pt x="393" y="1"/>
                  <a:pt x="375" y="2"/>
                  <a:pt x="358" y="4"/>
                </a:cubicBezTo>
                <a:cubicBezTo>
                  <a:pt x="224" y="31"/>
                  <a:pt x="108" y="120"/>
                  <a:pt x="63" y="254"/>
                </a:cubicBezTo>
                <a:cubicBezTo>
                  <a:pt x="18" y="379"/>
                  <a:pt x="1" y="504"/>
                  <a:pt x="18" y="638"/>
                </a:cubicBezTo>
                <a:cubicBezTo>
                  <a:pt x="36" y="896"/>
                  <a:pt x="90" y="1146"/>
                  <a:pt x="170" y="1387"/>
                </a:cubicBezTo>
                <a:cubicBezTo>
                  <a:pt x="331" y="1869"/>
                  <a:pt x="536" y="2342"/>
                  <a:pt x="777" y="2789"/>
                </a:cubicBezTo>
                <a:cubicBezTo>
                  <a:pt x="661" y="2565"/>
                  <a:pt x="563" y="2333"/>
                  <a:pt x="465" y="2101"/>
                </a:cubicBezTo>
                <a:cubicBezTo>
                  <a:pt x="375" y="1860"/>
                  <a:pt x="286" y="1628"/>
                  <a:pt x="215" y="1378"/>
                </a:cubicBezTo>
                <a:cubicBezTo>
                  <a:pt x="134" y="1137"/>
                  <a:pt x="81" y="896"/>
                  <a:pt x="63" y="638"/>
                </a:cubicBezTo>
                <a:cubicBezTo>
                  <a:pt x="54" y="522"/>
                  <a:pt x="72" y="397"/>
                  <a:pt x="108" y="281"/>
                </a:cubicBezTo>
                <a:cubicBezTo>
                  <a:pt x="152" y="165"/>
                  <a:pt x="251" y="84"/>
                  <a:pt x="367" y="58"/>
                </a:cubicBezTo>
                <a:cubicBezTo>
                  <a:pt x="382" y="55"/>
                  <a:pt x="398" y="54"/>
                  <a:pt x="414" y="54"/>
                </a:cubicBezTo>
                <a:cubicBezTo>
                  <a:pt x="520" y="54"/>
                  <a:pt x="615" y="107"/>
                  <a:pt x="670" y="200"/>
                </a:cubicBezTo>
                <a:cubicBezTo>
                  <a:pt x="741" y="307"/>
                  <a:pt x="786" y="415"/>
                  <a:pt x="822" y="539"/>
                </a:cubicBezTo>
                <a:cubicBezTo>
                  <a:pt x="875" y="780"/>
                  <a:pt x="911" y="1030"/>
                  <a:pt x="920" y="1289"/>
                </a:cubicBezTo>
                <a:cubicBezTo>
                  <a:pt x="938" y="1539"/>
                  <a:pt x="929" y="1789"/>
                  <a:pt x="911" y="2048"/>
                </a:cubicBezTo>
                <a:cubicBezTo>
                  <a:pt x="902" y="2298"/>
                  <a:pt x="857" y="2548"/>
                  <a:pt x="777" y="2789"/>
                </a:cubicBezTo>
                <a:cubicBezTo>
                  <a:pt x="866" y="2557"/>
                  <a:pt x="920" y="2307"/>
                  <a:pt x="938" y="2048"/>
                </a:cubicBezTo>
                <a:cubicBezTo>
                  <a:pt x="965" y="1798"/>
                  <a:pt x="973" y="1539"/>
                  <a:pt x="965" y="1280"/>
                </a:cubicBezTo>
                <a:cubicBezTo>
                  <a:pt x="956" y="1030"/>
                  <a:pt x="929" y="772"/>
                  <a:pt x="866" y="522"/>
                </a:cubicBezTo>
                <a:cubicBezTo>
                  <a:pt x="831" y="397"/>
                  <a:pt x="786" y="281"/>
                  <a:pt x="715" y="165"/>
                </a:cubicBezTo>
                <a:cubicBezTo>
                  <a:pt x="670" y="111"/>
                  <a:pt x="625" y="66"/>
                  <a:pt x="563" y="31"/>
                </a:cubicBezTo>
                <a:cubicBezTo>
                  <a:pt x="516" y="11"/>
                  <a:pt x="464" y="1"/>
                  <a:pt x="41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4" name="Google Shape;2554;p23"/>
          <p:cNvSpPr/>
          <p:nvPr/>
        </p:nvSpPr>
        <p:spPr>
          <a:xfrm rot="-7840361">
            <a:off x="8316765" y="1693472"/>
            <a:ext cx="227156" cy="74242"/>
          </a:xfrm>
          <a:custGeom>
            <a:avLst/>
            <a:gdLst/>
            <a:ahLst/>
            <a:cxnLst/>
            <a:rect l="l" t="t" r="r" b="b"/>
            <a:pathLst>
              <a:path w="2821" h="922" extrusionOk="0">
                <a:moveTo>
                  <a:pt x="625" y="1"/>
                </a:moveTo>
                <a:cubicBezTo>
                  <a:pt x="500" y="1"/>
                  <a:pt x="366" y="19"/>
                  <a:pt x="241" y="72"/>
                </a:cubicBezTo>
                <a:cubicBezTo>
                  <a:pt x="116" y="126"/>
                  <a:pt x="27" y="242"/>
                  <a:pt x="9" y="385"/>
                </a:cubicBezTo>
                <a:cubicBezTo>
                  <a:pt x="0" y="447"/>
                  <a:pt x="18" y="518"/>
                  <a:pt x="54" y="581"/>
                </a:cubicBezTo>
                <a:cubicBezTo>
                  <a:pt x="90" y="643"/>
                  <a:pt x="134" y="688"/>
                  <a:pt x="197" y="724"/>
                </a:cubicBezTo>
                <a:cubicBezTo>
                  <a:pt x="304" y="786"/>
                  <a:pt x="429" y="831"/>
                  <a:pt x="554" y="858"/>
                </a:cubicBezTo>
                <a:cubicBezTo>
                  <a:pt x="779" y="896"/>
                  <a:pt x="998" y="922"/>
                  <a:pt x="1221" y="922"/>
                </a:cubicBezTo>
                <a:cubicBezTo>
                  <a:pt x="1255" y="922"/>
                  <a:pt x="1288" y="921"/>
                  <a:pt x="1321" y="920"/>
                </a:cubicBezTo>
                <a:cubicBezTo>
                  <a:pt x="1580" y="911"/>
                  <a:pt x="1830" y="893"/>
                  <a:pt x="2080" y="849"/>
                </a:cubicBezTo>
                <a:cubicBezTo>
                  <a:pt x="2339" y="822"/>
                  <a:pt x="2580" y="751"/>
                  <a:pt x="2821" y="652"/>
                </a:cubicBezTo>
                <a:lnTo>
                  <a:pt x="2821" y="652"/>
                </a:lnTo>
                <a:cubicBezTo>
                  <a:pt x="2580" y="742"/>
                  <a:pt x="2330" y="795"/>
                  <a:pt x="2080" y="822"/>
                </a:cubicBezTo>
                <a:cubicBezTo>
                  <a:pt x="1830" y="849"/>
                  <a:pt x="1571" y="867"/>
                  <a:pt x="1321" y="867"/>
                </a:cubicBezTo>
                <a:cubicBezTo>
                  <a:pt x="1289" y="868"/>
                  <a:pt x="1257" y="868"/>
                  <a:pt x="1224" y="868"/>
                </a:cubicBezTo>
                <a:cubicBezTo>
                  <a:pt x="1005" y="868"/>
                  <a:pt x="781" y="843"/>
                  <a:pt x="572" y="804"/>
                </a:cubicBezTo>
                <a:cubicBezTo>
                  <a:pt x="447" y="777"/>
                  <a:pt x="331" y="733"/>
                  <a:pt x="224" y="670"/>
                </a:cubicBezTo>
                <a:cubicBezTo>
                  <a:pt x="116" y="617"/>
                  <a:pt x="54" y="501"/>
                  <a:pt x="63" y="385"/>
                </a:cubicBezTo>
                <a:cubicBezTo>
                  <a:pt x="81" y="260"/>
                  <a:pt x="152" y="153"/>
                  <a:pt x="268" y="108"/>
                </a:cubicBezTo>
                <a:cubicBezTo>
                  <a:pt x="369" y="69"/>
                  <a:pt x="470" y="44"/>
                  <a:pt x="577" y="44"/>
                </a:cubicBezTo>
                <a:cubicBezTo>
                  <a:pt x="593" y="44"/>
                  <a:pt x="609" y="44"/>
                  <a:pt x="625" y="45"/>
                </a:cubicBezTo>
                <a:cubicBezTo>
                  <a:pt x="884" y="54"/>
                  <a:pt x="1134" y="90"/>
                  <a:pt x="1375" y="161"/>
                </a:cubicBezTo>
                <a:cubicBezTo>
                  <a:pt x="1625" y="224"/>
                  <a:pt x="1866" y="295"/>
                  <a:pt x="2107" y="385"/>
                </a:cubicBezTo>
                <a:cubicBezTo>
                  <a:pt x="2348" y="465"/>
                  <a:pt x="2580" y="554"/>
                  <a:pt x="2821" y="652"/>
                </a:cubicBezTo>
                <a:cubicBezTo>
                  <a:pt x="2357" y="438"/>
                  <a:pt x="1875" y="260"/>
                  <a:pt x="1384" y="126"/>
                </a:cubicBezTo>
                <a:cubicBezTo>
                  <a:pt x="1143" y="54"/>
                  <a:pt x="884" y="10"/>
                  <a:pt x="62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5" name="Google Shape;2555;p23"/>
          <p:cNvSpPr/>
          <p:nvPr/>
        </p:nvSpPr>
        <p:spPr>
          <a:xfrm rot="-7840361">
            <a:off x="8254486" y="1503148"/>
            <a:ext cx="89864" cy="220312"/>
          </a:xfrm>
          <a:custGeom>
            <a:avLst/>
            <a:gdLst/>
            <a:ahLst/>
            <a:cxnLst/>
            <a:rect l="l" t="t" r="r" b="b"/>
            <a:pathLst>
              <a:path w="1116" h="2736" extrusionOk="0">
                <a:moveTo>
                  <a:pt x="402" y="0"/>
                </a:moveTo>
                <a:cubicBezTo>
                  <a:pt x="368" y="0"/>
                  <a:pt x="335" y="5"/>
                  <a:pt x="304" y="14"/>
                </a:cubicBezTo>
                <a:cubicBezTo>
                  <a:pt x="170" y="58"/>
                  <a:pt x="63" y="165"/>
                  <a:pt x="36" y="299"/>
                </a:cubicBezTo>
                <a:cubicBezTo>
                  <a:pt x="0" y="424"/>
                  <a:pt x="0" y="558"/>
                  <a:pt x="36" y="683"/>
                </a:cubicBezTo>
                <a:cubicBezTo>
                  <a:pt x="80" y="942"/>
                  <a:pt x="161" y="1183"/>
                  <a:pt x="277" y="1415"/>
                </a:cubicBezTo>
                <a:cubicBezTo>
                  <a:pt x="482" y="1879"/>
                  <a:pt x="741" y="2316"/>
                  <a:pt x="1026" y="2736"/>
                </a:cubicBezTo>
                <a:cubicBezTo>
                  <a:pt x="893" y="2522"/>
                  <a:pt x="768" y="2299"/>
                  <a:pt x="652" y="2075"/>
                </a:cubicBezTo>
                <a:cubicBezTo>
                  <a:pt x="527" y="1852"/>
                  <a:pt x="411" y="1629"/>
                  <a:pt x="312" y="1388"/>
                </a:cubicBezTo>
                <a:cubicBezTo>
                  <a:pt x="205" y="1165"/>
                  <a:pt x="134" y="924"/>
                  <a:pt x="80" y="674"/>
                </a:cubicBezTo>
                <a:cubicBezTo>
                  <a:pt x="54" y="549"/>
                  <a:pt x="54" y="424"/>
                  <a:pt x="80" y="308"/>
                </a:cubicBezTo>
                <a:cubicBezTo>
                  <a:pt x="107" y="183"/>
                  <a:pt x="196" y="94"/>
                  <a:pt x="321" y="58"/>
                </a:cubicBezTo>
                <a:cubicBezTo>
                  <a:pt x="344" y="53"/>
                  <a:pt x="366" y="51"/>
                  <a:pt x="389" y="51"/>
                </a:cubicBezTo>
                <a:cubicBezTo>
                  <a:pt x="483" y="51"/>
                  <a:pt x="576" y="95"/>
                  <a:pt x="634" y="174"/>
                </a:cubicBezTo>
                <a:cubicBezTo>
                  <a:pt x="714" y="273"/>
                  <a:pt x="777" y="380"/>
                  <a:pt x="821" y="496"/>
                </a:cubicBezTo>
                <a:cubicBezTo>
                  <a:pt x="901" y="728"/>
                  <a:pt x="973" y="978"/>
                  <a:pt x="1009" y="1228"/>
                </a:cubicBezTo>
                <a:cubicBezTo>
                  <a:pt x="1044" y="1477"/>
                  <a:pt x="1071" y="1727"/>
                  <a:pt x="1080" y="1986"/>
                </a:cubicBezTo>
                <a:cubicBezTo>
                  <a:pt x="1098" y="2236"/>
                  <a:pt x="1080" y="2486"/>
                  <a:pt x="1026" y="2736"/>
                </a:cubicBezTo>
                <a:cubicBezTo>
                  <a:pt x="1089" y="2486"/>
                  <a:pt x="1116" y="2227"/>
                  <a:pt x="1107" y="1968"/>
                </a:cubicBezTo>
                <a:cubicBezTo>
                  <a:pt x="1098" y="1718"/>
                  <a:pt x="1080" y="1460"/>
                  <a:pt x="1044" y="1210"/>
                </a:cubicBezTo>
                <a:cubicBezTo>
                  <a:pt x="1009" y="951"/>
                  <a:pt x="946" y="701"/>
                  <a:pt x="857" y="460"/>
                </a:cubicBezTo>
                <a:cubicBezTo>
                  <a:pt x="812" y="344"/>
                  <a:pt x="750" y="228"/>
                  <a:pt x="669" y="130"/>
                </a:cubicBezTo>
                <a:cubicBezTo>
                  <a:pt x="625" y="76"/>
                  <a:pt x="562" y="41"/>
                  <a:pt x="500" y="14"/>
                </a:cubicBezTo>
                <a:cubicBezTo>
                  <a:pt x="469" y="5"/>
                  <a:pt x="435" y="0"/>
                  <a:pt x="40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6" name="Google Shape;2556;p23"/>
          <p:cNvSpPr/>
          <p:nvPr/>
        </p:nvSpPr>
        <p:spPr>
          <a:xfrm rot="-7840361">
            <a:off x="8319276" y="1557744"/>
            <a:ext cx="227156" cy="70458"/>
          </a:xfrm>
          <a:custGeom>
            <a:avLst/>
            <a:gdLst/>
            <a:ahLst/>
            <a:cxnLst/>
            <a:rect l="l" t="t" r="r" b="b"/>
            <a:pathLst>
              <a:path w="2821" h="875" extrusionOk="0">
                <a:moveTo>
                  <a:pt x="824" y="0"/>
                </a:moveTo>
                <a:cubicBezTo>
                  <a:pt x="739" y="0"/>
                  <a:pt x="655" y="3"/>
                  <a:pt x="572" y="9"/>
                </a:cubicBezTo>
                <a:cubicBezTo>
                  <a:pt x="438" y="18"/>
                  <a:pt x="313" y="54"/>
                  <a:pt x="197" y="116"/>
                </a:cubicBezTo>
                <a:cubicBezTo>
                  <a:pt x="72" y="188"/>
                  <a:pt x="1" y="312"/>
                  <a:pt x="1" y="455"/>
                </a:cubicBezTo>
                <a:cubicBezTo>
                  <a:pt x="1" y="527"/>
                  <a:pt x="19" y="589"/>
                  <a:pt x="63" y="652"/>
                </a:cubicBezTo>
                <a:cubicBezTo>
                  <a:pt x="99" y="705"/>
                  <a:pt x="152" y="741"/>
                  <a:pt x="215" y="777"/>
                </a:cubicBezTo>
                <a:cubicBezTo>
                  <a:pt x="340" y="821"/>
                  <a:pt x="465" y="857"/>
                  <a:pt x="599" y="866"/>
                </a:cubicBezTo>
                <a:cubicBezTo>
                  <a:pt x="682" y="872"/>
                  <a:pt x="766" y="875"/>
                  <a:pt x="851" y="875"/>
                </a:cubicBezTo>
                <a:cubicBezTo>
                  <a:pt x="1020" y="875"/>
                  <a:pt x="1191" y="863"/>
                  <a:pt x="1357" y="839"/>
                </a:cubicBezTo>
                <a:cubicBezTo>
                  <a:pt x="1616" y="803"/>
                  <a:pt x="1866" y="750"/>
                  <a:pt x="2107" y="687"/>
                </a:cubicBezTo>
                <a:cubicBezTo>
                  <a:pt x="2357" y="625"/>
                  <a:pt x="2598" y="527"/>
                  <a:pt x="2821" y="402"/>
                </a:cubicBezTo>
                <a:lnTo>
                  <a:pt x="2821" y="402"/>
                </a:lnTo>
                <a:cubicBezTo>
                  <a:pt x="2589" y="527"/>
                  <a:pt x="2357" y="607"/>
                  <a:pt x="2107" y="661"/>
                </a:cubicBezTo>
                <a:cubicBezTo>
                  <a:pt x="1857" y="723"/>
                  <a:pt x="1607" y="768"/>
                  <a:pt x="1357" y="794"/>
                </a:cubicBezTo>
                <a:cubicBezTo>
                  <a:pt x="1191" y="818"/>
                  <a:pt x="1020" y="830"/>
                  <a:pt x="851" y="830"/>
                </a:cubicBezTo>
                <a:cubicBezTo>
                  <a:pt x="766" y="830"/>
                  <a:pt x="682" y="827"/>
                  <a:pt x="599" y="821"/>
                </a:cubicBezTo>
                <a:cubicBezTo>
                  <a:pt x="474" y="812"/>
                  <a:pt x="358" y="777"/>
                  <a:pt x="242" y="732"/>
                </a:cubicBezTo>
                <a:cubicBezTo>
                  <a:pt x="126" y="687"/>
                  <a:pt x="54" y="571"/>
                  <a:pt x="54" y="455"/>
                </a:cubicBezTo>
                <a:cubicBezTo>
                  <a:pt x="54" y="330"/>
                  <a:pt x="117" y="223"/>
                  <a:pt x="224" y="161"/>
                </a:cubicBezTo>
                <a:cubicBezTo>
                  <a:pt x="331" y="98"/>
                  <a:pt x="447" y="63"/>
                  <a:pt x="572" y="54"/>
                </a:cubicBezTo>
                <a:cubicBezTo>
                  <a:pt x="655" y="48"/>
                  <a:pt x="739" y="45"/>
                  <a:pt x="824" y="45"/>
                </a:cubicBezTo>
                <a:cubicBezTo>
                  <a:pt x="993" y="45"/>
                  <a:pt x="1164" y="57"/>
                  <a:pt x="1331" y="80"/>
                </a:cubicBezTo>
                <a:cubicBezTo>
                  <a:pt x="1580" y="116"/>
                  <a:pt x="1830" y="161"/>
                  <a:pt x="2080" y="214"/>
                </a:cubicBezTo>
                <a:cubicBezTo>
                  <a:pt x="2330" y="268"/>
                  <a:pt x="2571" y="330"/>
                  <a:pt x="2821" y="402"/>
                </a:cubicBezTo>
                <a:cubicBezTo>
                  <a:pt x="2339" y="241"/>
                  <a:pt x="1839" y="116"/>
                  <a:pt x="1339" y="36"/>
                </a:cubicBezTo>
                <a:cubicBezTo>
                  <a:pt x="1167" y="12"/>
                  <a:pt x="994" y="0"/>
                  <a:pt x="82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7" name="Google Shape;2557;p23"/>
          <p:cNvSpPr/>
          <p:nvPr/>
        </p:nvSpPr>
        <p:spPr>
          <a:xfrm rot="-7840361">
            <a:off x="8236350" y="1391930"/>
            <a:ext cx="105002" cy="213548"/>
          </a:xfrm>
          <a:custGeom>
            <a:avLst/>
            <a:gdLst/>
            <a:ahLst/>
            <a:cxnLst/>
            <a:rect l="l" t="t" r="r" b="b"/>
            <a:pathLst>
              <a:path w="1304" h="2652" extrusionOk="0">
                <a:moveTo>
                  <a:pt x="380" y="0"/>
                </a:moveTo>
                <a:cubicBezTo>
                  <a:pt x="334" y="0"/>
                  <a:pt x="290" y="10"/>
                  <a:pt x="250" y="27"/>
                </a:cubicBezTo>
                <a:cubicBezTo>
                  <a:pt x="125" y="81"/>
                  <a:pt x="36" y="197"/>
                  <a:pt x="18" y="340"/>
                </a:cubicBezTo>
                <a:cubicBezTo>
                  <a:pt x="0" y="465"/>
                  <a:pt x="18" y="599"/>
                  <a:pt x="54" y="723"/>
                </a:cubicBezTo>
                <a:cubicBezTo>
                  <a:pt x="134" y="964"/>
                  <a:pt x="241" y="1205"/>
                  <a:pt x="375" y="1420"/>
                </a:cubicBezTo>
                <a:cubicBezTo>
                  <a:pt x="634" y="1857"/>
                  <a:pt x="937" y="2267"/>
                  <a:pt x="1267" y="2651"/>
                </a:cubicBezTo>
                <a:cubicBezTo>
                  <a:pt x="1107" y="2455"/>
                  <a:pt x="955" y="2250"/>
                  <a:pt x="812" y="2044"/>
                </a:cubicBezTo>
                <a:cubicBezTo>
                  <a:pt x="669" y="1830"/>
                  <a:pt x="527" y="1625"/>
                  <a:pt x="402" y="1402"/>
                </a:cubicBezTo>
                <a:cubicBezTo>
                  <a:pt x="277" y="1179"/>
                  <a:pt x="170" y="956"/>
                  <a:pt x="98" y="706"/>
                </a:cubicBezTo>
                <a:cubicBezTo>
                  <a:pt x="54" y="590"/>
                  <a:pt x="45" y="465"/>
                  <a:pt x="54" y="349"/>
                </a:cubicBezTo>
                <a:cubicBezTo>
                  <a:pt x="71" y="224"/>
                  <a:pt x="152" y="125"/>
                  <a:pt x="268" y="72"/>
                </a:cubicBezTo>
                <a:cubicBezTo>
                  <a:pt x="299" y="59"/>
                  <a:pt x="333" y="53"/>
                  <a:pt x="366" y="53"/>
                </a:cubicBezTo>
                <a:cubicBezTo>
                  <a:pt x="449" y="53"/>
                  <a:pt x="532" y="89"/>
                  <a:pt x="589" y="152"/>
                </a:cubicBezTo>
                <a:cubicBezTo>
                  <a:pt x="678" y="233"/>
                  <a:pt x="759" y="331"/>
                  <a:pt x="812" y="447"/>
                </a:cubicBezTo>
                <a:cubicBezTo>
                  <a:pt x="928" y="670"/>
                  <a:pt x="1018" y="911"/>
                  <a:pt x="1080" y="1152"/>
                </a:cubicBezTo>
                <a:cubicBezTo>
                  <a:pt x="1142" y="1402"/>
                  <a:pt x="1196" y="1643"/>
                  <a:pt x="1232" y="1902"/>
                </a:cubicBezTo>
                <a:cubicBezTo>
                  <a:pt x="1285" y="2143"/>
                  <a:pt x="1294" y="2401"/>
                  <a:pt x="1267" y="2651"/>
                </a:cubicBezTo>
                <a:cubicBezTo>
                  <a:pt x="1303" y="2401"/>
                  <a:pt x="1303" y="2143"/>
                  <a:pt x="1267" y="1893"/>
                </a:cubicBezTo>
                <a:cubicBezTo>
                  <a:pt x="1232" y="1643"/>
                  <a:pt x="1187" y="1393"/>
                  <a:pt x="1125" y="1143"/>
                </a:cubicBezTo>
                <a:cubicBezTo>
                  <a:pt x="1062" y="893"/>
                  <a:pt x="973" y="652"/>
                  <a:pt x="857" y="420"/>
                </a:cubicBezTo>
                <a:cubicBezTo>
                  <a:pt x="803" y="304"/>
                  <a:pt x="723" y="197"/>
                  <a:pt x="625" y="108"/>
                </a:cubicBezTo>
                <a:cubicBezTo>
                  <a:pt x="580" y="63"/>
                  <a:pt x="518" y="27"/>
                  <a:pt x="455" y="9"/>
                </a:cubicBezTo>
                <a:cubicBezTo>
                  <a:pt x="430" y="3"/>
                  <a:pt x="405" y="0"/>
                  <a:pt x="38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8" name="Google Shape;2558;p23"/>
          <p:cNvSpPr/>
          <p:nvPr/>
        </p:nvSpPr>
        <p:spPr>
          <a:xfrm rot="-7840361">
            <a:off x="8309874" y="1423063"/>
            <a:ext cx="226431" cy="71344"/>
          </a:xfrm>
          <a:custGeom>
            <a:avLst/>
            <a:gdLst/>
            <a:ahLst/>
            <a:cxnLst/>
            <a:rect l="l" t="t" r="r" b="b"/>
            <a:pathLst>
              <a:path w="2812" h="886" extrusionOk="0">
                <a:moveTo>
                  <a:pt x="9" y="493"/>
                </a:moveTo>
                <a:cubicBezTo>
                  <a:pt x="0" y="555"/>
                  <a:pt x="18" y="618"/>
                  <a:pt x="54" y="680"/>
                </a:cubicBezTo>
                <a:cubicBezTo>
                  <a:pt x="18" y="618"/>
                  <a:pt x="9" y="555"/>
                  <a:pt x="9" y="493"/>
                </a:cubicBezTo>
                <a:close/>
                <a:moveTo>
                  <a:pt x="1202" y="0"/>
                </a:moveTo>
                <a:cubicBezTo>
                  <a:pt x="979" y="0"/>
                  <a:pt x="763" y="24"/>
                  <a:pt x="554" y="55"/>
                </a:cubicBezTo>
                <a:cubicBezTo>
                  <a:pt x="429" y="82"/>
                  <a:pt x="313" y="127"/>
                  <a:pt x="206" y="189"/>
                </a:cubicBezTo>
                <a:lnTo>
                  <a:pt x="206" y="189"/>
                </a:lnTo>
                <a:cubicBezTo>
                  <a:pt x="313" y="127"/>
                  <a:pt x="429" y="82"/>
                  <a:pt x="554" y="64"/>
                </a:cubicBezTo>
                <a:cubicBezTo>
                  <a:pt x="737" y="38"/>
                  <a:pt x="920" y="22"/>
                  <a:pt x="1099" y="22"/>
                </a:cubicBezTo>
                <a:cubicBezTo>
                  <a:pt x="1165" y="22"/>
                  <a:pt x="1230" y="24"/>
                  <a:pt x="1294" y="29"/>
                </a:cubicBezTo>
                <a:cubicBezTo>
                  <a:pt x="1544" y="37"/>
                  <a:pt x="1794" y="64"/>
                  <a:pt x="2044" y="100"/>
                </a:cubicBezTo>
                <a:cubicBezTo>
                  <a:pt x="2267" y="125"/>
                  <a:pt x="2496" y="165"/>
                  <a:pt x="2720" y="206"/>
                </a:cubicBezTo>
                <a:lnTo>
                  <a:pt x="2720" y="206"/>
                </a:lnTo>
                <a:cubicBezTo>
                  <a:pt x="2628" y="270"/>
                  <a:pt x="2536" y="322"/>
                  <a:pt x="2437" y="368"/>
                </a:cubicBezTo>
                <a:cubicBezTo>
                  <a:pt x="2321" y="430"/>
                  <a:pt x="2205" y="475"/>
                  <a:pt x="2080" y="519"/>
                </a:cubicBezTo>
                <a:cubicBezTo>
                  <a:pt x="1839" y="618"/>
                  <a:pt x="1598" y="698"/>
                  <a:pt x="1339" y="760"/>
                </a:cubicBezTo>
                <a:cubicBezTo>
                  <a:pt x="1089" y="823"/>
                  <a:pt x="839" y="867"/>
                  <a:pt x="580" y="867"/>
                </a:cubicBezTo>
                <a:cubicBezTo>
                  <a:pt x="563" y="869"/>
                  <a:pt x="546" y="869"/>
                  <a:pt x="529" y="869"/>
                </a:cubicBezTo>
                <a:cubicBezTo>
                  <a:pt x="414" y="869"/>
                  <a:pt x="306" y="844"/>
                  <a:pt x="197" y="805"/>
                </a:cubicBezTo>
                <a:lnTo>
                  <a:pt x="197" y="805"/>
                </a:lnTo>
                <a:cubicBezTo>
                  <a:pt x="313" y="859"/>
                  <a:pt x="447" y="885"/>
                  <a:pt x="580" y="885"/>
                </a:cubicBezTo>
                <a:cubicBezTo>
                  <a:pt x="839" y="885"/>
                  <a:pt x="1098" y="850"/>
                  <a:pt x="1348" y="787"/>
                </a:cubicBezTo>
                <a:cubicBezTo>
                  <a:pt x="1607" y="734"/>
                  <a:pt x="1857" y="662"/>
                  <a:pt x="2098" y="564"/>
                </a:cubicBezTo>
                <a:cubicBezTo>
                  <a:pt x="2223" y="519"/>
                  <a:pt x="2348" y="475"/>
                  <a:pt x="2455" y="412"/>
                </a:cubicBezTo>
                <a:cubicBezTo>
                  <a:pt x="2580" y="368"/>
                  <a:pt x="2696" y="296"/>
                  <a:pt x="2803" y="216"/>
                </a:cubicBezTo>
                <a:cubicBezTo>
                  <a:pt x="2803" y="207"/>
                  <a:pt x="2803" y="207"/>
                  <a:pt x="2812" y="198"/>
                </a:cubicBezTo>
                <a:cubicBezTo>
                  <a:pt x="2812" y="189"/>
                  <a:pt x="2803" y="171"/>
                  <a:pt x="2785" y="171"/>
                </a:cubicBezTo>
                <a:cubicBezTo>
                  <a:pt x="2294" y="73"/>
                  <a:pt x="1794" y="20"/>
                  <a:pt x="1303" y="2"/>
                </a:cubicBezTo>
                <a:cubicBezTo>
                  <a:pt x="1269" y="1"/>
                  <a:pt x="1236" y="0"/>
                  <a:pt x="120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9" name="Google Shape;2559;p23"/>
          <p:cNvSpPr/>
          <p:nvPr/>
        </p:nvSpPr>
        <p:spPr>
          <a:xfrm rot="-7840361">
            <a:off x="8090195" y="1432194"/>
            <a:ext cx="481046" cy="382083"/>
          </a:xfrm>
          <a:custGeom>
            <a:avLst/>
            <a:gdLst/>
            <a:ahLst/>
            <a:cxnLst/>
            <a:rect l="l" t="t" r="r" b="b"/>
            <a:pathLst>
              <a:path w="5974" h="4745" extrusionOk="0">
                <a:moveTo>
                  <a:pt x="1250" y="0"/>
                </a:moveTo>
                <a:lnTo>
                  <a:pt x="1250" y="0"/>
                </a:lnTo>
                <a:cubicBezTo>
                  <a:pt x="1232" y="286"/>
                  <a:pt x="1241" y="572"/>
                  <a:pt x="1277" y="857"/>
                </a:cubicBezTo>
                <a:cubicBezTo>
                  <a:pt x="1312" y="1063"/>
                  <a:pt x="1357" y="1277"/>
                  <a:pt x="1402" y="1482"/>
                </a:cubicBezTo>
                <a:cubicBezTo>
                  <a:pt x="1011" y="1074"/>
                  <a:pt x="199" y="195"/>
                  <a:pt x="187" y="195"/>
                </a:cubicBezTo>
                <a:lnTo>
                  <a:pt x="187" y="195"/>
                </a:lnTo>
                <a:cubicBezTo>
                  <a:pt x="187" y="195"/>
                  <a:pt x="187" y="195"/>
                  <a:pt x="188" y="197"/>
                </a:cubicBezTo>
                <a:cubicBezTo>
                  <a:pt x="554" y="697"/>
                  <a:pt x="955" y="1170"/>
                  <a:pt x="1393" y="1607"/>
                </a:cubicBezTo>
                <a:cubicBezTo>
                  <a:pt x="1339" y="1617"/>
                  <a:pt x="1284" y="1621"/>
                  <a:pt x="1227" y="1621"/>
                </a:cubicBezTo>
                <a:cubicBezTo>
                  <a:pt x="1031" y="1621"/>
                  <a:pt x="825" y="1570"/>
                  <a:pt x="652" y="1536"/>
                </a:cubicBezTo>
                <a:cubicBezTo>
                  <a:pt x="496" y="1498"/>
                  <a:pt x="116" y="1449"/>
                  <a:pt x="25" y="1449"/>
                </a:cubicBezTo>
                <a:cubicBezTo>
                  <a:pt x="7" y="1449"/>
                  <a:pt x="0" y="1451"/>
                  <a:pt x="9" y="1455"/>
                </a:cubicBezTo>
                <a:cubicBezTo>
                  <a:pt x="215" y="1536"/>
                  <a:pt x="429" y="1589"/>
                  <a:pt x="643" y="1625"/>
                </a:cubicBezTo>
                <a:cubicBezTo>
                  <a:pt x="819" y="1669"/>
                  <a:pt x="1030" y="1717"/>
                  <a:pt x="1230" y="1717"/>
                </a:cubicBezTo>
                <a:cubicBezTo>
                  <a:pt x="1314" y="1717"/>
                  <a:pt x="1396" y="1709"/>
                  <a:pt x="1473" y="1687"/>
                </a:cubicBezTo>
                <a:cubicBezTo>
                  <a:pt x="1768" y="1991"/>
                  <a:pt x="2080" y="2267"/>
                  <a:pt x="2401" y="2544"/>
                </a:cubicBezTo>
                <a:cubicBezTo>
                  <a:pt x="2169" y="2544"/>
                  <a:pt x="1946" y="2517"/>
                  <a:pt x="1723" y="2455"/>
                </a:cubicBezTo>
                <a:cubicBezTo>
                  <a:pt x="1560" y="2425"/>
                  <a:pt x="1180" y="2377"/>
                  <a:pt x="1093" y="2377"/>
                </a:cubicBezTo>
                <a:cubicBezTo>
                  <a:pt x="1075" y="2377"/>
                  <a:pt x="1070" y="2379"/>
                  <a:pt x="1080" y="2383"/>
                </a:cubicBezTo>
                <a:cubicBezTo>
                  <a:pt x="1286" y="2464"/>
                  <a:pt x="1491" y="2517"/>
                  <a:pt x="1705" y="2553"/>
                </a:cubicBezTo>
                <a:cubicBezTo>
                  <a:pt x="1886" y="2593"/>
                  <a:pt x="2097" y="2643"/>
                  <a:pt x="2300" y="2643"/>
                </a:cubicBezTo>
                <a:cubicBezTo>
                  <a:pt x="2368" y="2643"/>
                  <a:pt x="2435" y="2638"/>
                  <a:pt x="2499" y="2624"/>
                </a:cubicBezTo>
                <a:cubicBezTo>
                  <a:pt x="2874" y="2928"/>
                  <a:pt x="3258" y="3222"/>
                  <a:pt x="3660" y="3499"/>
                </a:cubicBezTo>
                <a:cubicBezTo>
                  <a:pt x="3586" y="3518"/>
                  <a:pt x="3507" y="3526"/>
                  <a:pt x="3427" y="3526"/>
                </a:cubicBezTo>
                <a:cubicBezTo>
                  <a:pt x="3247" y="3526"/>
                  <a:pt x="3059" y="3488"/>
                  <a:pt x="2892" y="3463"/>
                </a:cubicBezTo>
                <a:cubicBezTo>
                  <a:pt x="2739" y="3436"/>
                  <a:pt x="2401" y="3413"/>
                  <a:pt x="2285" y="3413"/>
                </a:cubicBezTo>
                <a:cubicBezTo>
                  <a:pt x="2253" y="3413"/>
                  <a:pt x="2238" y="3415"/>
                  <a:pt x="2249" y="3419"/>
                </a:cubicBezTo>
                <a:cubicBezTo>
                  <a:pt x="2455" y="3490"/>
                  <a:pt x="2669" y="3535"/>
                  <a:pt x="2883" y="3562"/>
                </a:cubicBezTo>
                <a:cubicBezTo>
                  <a:pt x="3046" y="3589"/>
                  <a:pt x="3236" y="3623"/>
                  <a:pt x="3420" y="3623"/>
                </a:cubicBezTo>
                <a:cubicBezTo>
                  <a:pt x="3538" y="3623"/>
                  <a:pt x="3653" y="3609"/>
                  <a:pt x="3758" y="3570"/>
                </a:cubicBezTo>
                <a:lnTo>
                  <a:pt x="3874" y="3651"/>
                </a:lnTo>
                <a:cubicBezTo>
                  <a:pt x="4222" y="3874"/>
                  <a:pt x="4579" y="4097"/>
                  <a:pt x="4945" y="4293"/>
                </a:cubicBezTo>
                <a:cubicBezTo>
                  <a:pt x="4731" y="4356"/>
                  <a:pt x="4499" y="4383"/>
                  <a:pt x="4275" y="4383"/>
                </a:cubicBezTo>
                <a:cubicBezTo>
                  <a:pt x="4079" y="4392"/>
                  <a:pt x="3570" y="4463"/>
                  <a:pt x="3633" y="4472"/>
                </a:cubicBezTo>
                <a:cubicBezTo>
                  <a:pt x="3751" y="4487"/>
                  <a:pt x="3871" y="4493"/>
                  <a:pt x="3992" y="4493"/>
                </a:cubicBezTo>
                <a:cubicBezTo>
                  <a:pt x="4090" y="4493"/>
                  <a:pt x="4188" y="4489"/>
                  <a:pt x="4284" y="4481"/>
                </a:cubicBezTo>
                <a:cubicBezTo>
                  <a:pt x="4525" y="4472"/>
                  <a:pt x="4829" y="4463"/>
                  <a:pt x="5061" y="4356"/>
                </a:cubicBezTo>
                <a:cubicBezTo>
                  <a:pt x="5329" y="4499"/>
                  <a:pt x="5605" y="4624"/>
                  <a:pt x="5882" y="4740"/>
                </a:cubicBezTo>
                <a:cubicBezTo>
                  <a:pt x="5890" y="4743"/>
                  <a:pt x="5898" y="4745"/>
                  <a:pt x="5905" y="4745"/>
                </a:cubicBezTo>
                <a:cubicBezTo>
                  <a:pt x="5952" y="4745"/>
                  <a:pt x="5973" y="4674"/>
                  <a:pt x="5927" y="4650"/>
                </a:cubicBezTo>
                <a:cubicBezTo>
                  <a:pt x="5668" y="4543"/>
                  <a:pt x="5409" y="4427"/>
                  <a:pt x="5159" y="4293"/>
                </a:cubicBezTo>
                <a:cubicBezTo>
                  <a:pt x="5168" y="4276"/>
                  <a:pt x="5168" y="4258"/>
                  <a:pt x="5159" y="4240"/>
                </a:cubicBezTo>
                <a:cubicBezTo>
                  <a:pt x="5016" y="3981"/>
                  <a:pt x="4882" y="3704"/>
                  <a:pt x="4757" y="3437"/>
                </a:cubicBezTo>
                <a:cubicBezTo>
                  <a:pt x="4650" y="3213"/>
                  <a:pt x="4561" y="2981"/>
                  <a:pt x="4472" y="2740"/>
                </a:cubicBezTo>
                <a:lnTo>
                  <a:pt x="4472" y="2740"/>
                </a:lnTo>
                <a:cubicBezTo>
                  <a:pt x="4516" y="2999"/>
                  <a:pt x="4588" y="3258"/>
                  <a:pt x="4686" y="3499"/>
                </a:cubicBezTo>
                <a:cubicBezTo>
                  <a:pt x="4793" y="3749"/>
                  <a:pt x="4918" y="3990"/>
                  <a:pt x="5043" y="4231"/>
                </a:cubicBezTo>
                <a:cubicBezTo>
                  <a:pt x="4695" y="4035"/>
                  <a:pt x="4347" y="3829"/>
                  <a:pt x="4017" y="3615"/>
                </a:cubicBezTo>
                <a:cubicBezTo>
                  <a:pt x="3936" y="3562"/>
                  <a:pt x="3856" y="3508"/>
                  <a:pt x="3776" y="3454"/>
                </a:cubicBezTo>
                <a:cubicBezTo>
                  <a:pt x="3704" y="3187"/>
                  <a:pt x="3624" y="2910"/>
                  <a:pt x="3561" y="2642"/>
                </a:cubicBezTo>
                <a:cubicBezTo>
                  <a:pt x="3508" y="2392"/>
                  <a:pt x="3419" y="2098"/>
                  <a:pt x="3383" y="1848"/>
                </a:cubicBezTo>
                <a:lnTo>
                  <a:pt x="3383" y="1848"/>
                </a:lnTo>
                <a:cubicBezTo>
                  <a:pt x="3401" y="2116"/>
                  <a:pt x="3437" y="2383"/>
                  <a:pt x="3481" y="2642"/>
                </a:cubicBezTo>
                <a:cubicBezTo>
                  <a:pt x="3535" y="2865"/>
                  <a:pt x="3588" y="3151"/>
                  <a:pt x="3651" y="3374"/>
                </a:cubicBezTo>
                <a:cubicBezTo>
                  <a:pt x="3294" y="3124"/>
                  <a:pt x="2946" y="2865"/>
                  <a:pt x="2606" y="2589"/>
                </a:cubicBezTo>
                <a:cubicBezTo>
                  <a:pt x="2615" y="2571"/>
                  <a:pt x="2615" y="2553"/>
                  <a:pt x="2606" y="2544"/>
                </a:cubicBezTo>
                <a:cubicBezTo>
                  <a:pt x="2544" y="2259"/>
                  <a:pt x="2473" y="1964"/>
                  <a:pt x="2428" y="1678"/>
                </a:cubicBezTo>
                <a:cubicBezTo>
                  <a:pt x="2383" y="1428"/>
                  <a:pt x="2339" y="1179"/>
                  <a:pt x="2321" y="920"/>
                </a:cubicBezTo>
                <a:cubicBezTo>
                  <a:pt x="2294" y="1179"/>
                  <a:pt x="2294" y="1428"/>
                  <a:pt x="2321" y="1678"/>
                </a:cubicBezTo>
                <a:cubicBezTo>
                  <a:pt x="2374" y="1955"/>
                  <a:pt x="2437" y="2232"/>
                  <a:pt x="2490" y="2499"/>
                </a:cubicBezTo>
                <a:cubicBezTo>
                  <a:pt x="2160" y="2223"/>
                  <a:pt x="1839" y="1928"/>
                  <a:pt x="1536" y="1616"/>
                </a:cubicBezTo>
                <a:cubicBezTo>
                  <a:pt x="1464" y="1312"/>
                  <a:pt x="1393" y="1000"/>
                  <a:pt x="1339" y="679"/>
                </a:cubicBezTo>
                <a:cubicBezTo>
                  <a:pt x="1303" y="456"/>
                  <a:pt x="1268" y="224"/>
                  <a:pt x="125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0" name="Google Shape;2560;p23"/>
          <p:cNvSpPr/>
          <p:nvPr/>
        </p:nvSpPr>
        <p:spPr>
          <a:xfrm rot="-7840361">
            <a:off x="8221829" y="1575605"/>
            <a:ext cx="97836" cy="150256"/>
          </a:xfrm>
          <a:custGeom>
            <a:avLst/>
            <a:gdLst/>
            <a:ahLst/>
            <a:cxnLst/>
            <a:rect l="l" t="t" r="r" b="b"/>
            <a:pathLst>
              <a:path w="1215" h="1866" extrusionOk="0">
                <a:moveTo>
                  <a:pt x="420" y="205"/>
                </a:moveTo>
                <a:cubicBezTo>
                  <a:pt x="0" y="402"/>
                  <a:pt x="277" y="1187"/>
                  <a:pt x="607" y="1865"/>
                </a:cubicBezTo>
                <a:cubicBezTo>
                  <a:pt x="822" y="1749"/>
                  <a:pt x="1027" y="1615"/>
                  <a:pt x="1214" y="1455"/>
                </a:cubicBezTo>
                <a:cubicBezTo>
                  <a:pt x="1107" y="705"/>
                  <a:pt x="857" y="0"/>
                  <a:pt x="420" y="205"/>
                </a:cubicBezTo>
                <a:close/>
              </a:path>
            </a:pathLst>
          </a:custGeom>
          <a:gradFill>
            <a:gsLst>
              <a:gs pos="0">
                <a:srgbClr val="FFFFFF">
                  <a:alpha val="0"/>
                </a:srgbClr>
              </a:gs>
              <a:gs pos="100000">
                <a:srgbClr val="FFFFFF">
                  <a:alpha val="2196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1" name="Google Shape;2561;p23"/>
          <p:cNvSpPr/>
          <p:nvPr/>
        </p:nvSpPr>
        <p:spPr>
          <a:xfrm rot="-7840361">
            <a:off x="8184317" y="1663296"/>
            <a:ext cx="306955" cy="351484"/>
          </a:xfrm>
          <a:custGeom>
            <a:avLst/>
            <a:gdLst/>
            <a:ahLst/>
            <a:cxnLst/>
            <a:rect l="l" t="t" r="r" b="b"/>
            <a:pathLst>
              <a:path w="3812" h="4365" extrusionOk="0">
                <a:moveTo>
                  <a:pt x="1" y="2579"/>
                </a:moveTo>
                <a:cubicBezTo>
                  <a:pt x="108" y="2865"/>
                  <a:pt x="269" y="3124"/>
                  <a:pt x="465" y="3356"/>
                </a:cubicBezTo>
                <a:cubicBezTo>
                  <a:pt x="1125" y="3454"/>
                  <a:pt x="2071" y="3338"/>
                  <a:pt x="2455" y="3186"/>
                </a:cubicBezTo>
                <a:lnTo>
                  <a:pt x="2482" y="3186"/>
                </a:lnTo>
                <a:cubicBezTo>
                  <a:pt x="2777" y="3481"/>
                  <a:pt x="3089" y="3766"/>
                  <a:pt x="3410" y="4034"/>
                </a:cubicBezTo>
                <a:lnTo>
                  <a:pt x="3383" y="4034"/>
                </a:lnTo>
                <a:cubicBezTo>
                  <a:pt x="2794" y="3793"/>
                  <a:pt x="1134" y="3168"/>
                  <a:pt x="849" y="3731"/>
                </a:cubicBezTo>
                <a:cubicBezTo>
                  <a:pt x="1295" y="4088"/>
                  <a:pt x="1839" y="4302"/>
                  <a:pt x="2411" y="4364"/>
                </a:cubicBezTo>
                <a:cubicBezTo>
                  <a:pt x="2884" y="4329"/>
                  <a:pt x="3330" y="4239"/>
                  <a:pt x="3544" y="4150"/>
                </a:cubicBezTo>
                <a:cubicBezTo>
                  <a:pt x="3580" y="4177"/>
                  <a:pt x="3615" y="4204"/>
                  <a:pt x="3660" y="4239"/>
                </a:cubicBezTo>
                <a:lnTo>
                  <a:pt x="3767" y="4204"/>
                </a:lnTo>
                <a:cubicBezTo>
                  <a:pt x="3714" y="4159"/>
                  <a:pt x="3660" y="4123"/>
                  <a:pt x="3607" y="4079"/>
                </a:cubicBezTo>
                <a:cubicBezTo>
                  <a:pt x="3615" y="4061"/>
                  <a:pt x="3615" y="4052"/>
                  <a:pt x="3607" y="4034"/>
                </a:cubicBezTo>
                <a:cubicBezTo>
                  <a:pt x="3598" y="4007"/>
                  <a:pt x="3598" y="3981"/>
                  <a:pt x="3589" y="3954"/>
                </a:cubicBezTo>
                <a:cubicBezTo>
                  <a:pt x="3785" y="3222"/>
                  <a:pt x="3812" y="1107"/>
                  <a:pt x="3062" y="1357"/>
                </a:cubicBezTo>
                <a:cubicBezTo>
                  <a:pt x="2375" y="1589"/>
                  <a:pt x="3205" y="3436"/>
                  <a:pt x="3464" y="3963"/>
                </a:cubicBezTo>
                <a:cubicBezTo>
                  <a:pt x="3142" y="3695"/>
                  <a:pt x="2839" y="3400"/>
                  <a:pt x="2545" y="3115"/>
                </a:cubicBezTo>
                <a:lnTo>
                  <a:pt x="2527" y="3052"/>
                </a:lnTo>
                <a:cubicBezTo>
                  <a:pt x="2750" y="2401"/>
                  <a:pt x="2803" y="116"/>
                  <a:pt x="2027" y="384"/>
                </a:cubicBezTo>
                <a:cubicBezTo>
                  <a:pt x="1357" y="607"/>
                  <a:pt x="2125" y="2356"/>
                  <a:pt x="2402" y="2936"/>
                </a:cubicBezTo>
                <a:cubicBezTo>
                  <a:pt x="2402" y="2954"/>
                  <a:pt x="2402" y="2963"/>
                  <a:pt x="2411" y="2981"/>
                </a:cubicBezTo>
                <a:cubicBezTo>
                  <a:pt x="2259" y="2820"/>
                  <a:pt x="2036" y="2579"/>
                  <a:pt x="1822" y="2356"/>
                </a:cubicBezTo>
                <a:cubicBezTo>
                  <a:pt x="1670" y="1678"/>
                  <a:pt x="795" y="0"/>
                  <a:pt x="242" y="223"/>
                </a:cubicBezTo>
                <a:cubicBezTo>
                  <a:pt x="162" y="357"/>
                  <a:pt x="90" y="500"/>
                  <a:pt x="37" y="643"/>
                </a:cubicBezTo>
                <a:cubicBezTo>
                  <a:pt x="162" y="1366"/>
                  <a:pt x="1848" y="2499"/>
                  <a:pt x="1848" y="2499"/>
                </a:cubicBezTo>
                <a:lnTo>
                  <a:pt x="1848" y="2499"/>
                </a:lnTo>
                <a:cubicBezTo>
                  <a:pt x="2018" y="2695"/>
                  <a:pt x="2188" y="2892"/>
                  <a:pt x="2375" y="3079"/>
                </a:cubicBezTo>
                <a:cubicBezTo>
                  <a:pt x="1902" y="2874"/>
                  <a:pt x="554" y="2347"/>
                  <a:pt x="1" y="2579"/>
                </a:cubicBezTo>
                <a:close/>
              </a:path>
            </a:pathLst>
          </a:custGeom>
          <a:gradFill>
            <a:gsLst>
              <a:gs pos="0">
                <a:srgbClr val="FFFFFF">
                  <a:alpha val="0"/>
                </a:srgbClr>
              </a:gs>
              <a:gs pos="100000">
                <a:srgbClr val="FFFFFF">
                  <a:alpha val="2196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2" name="Google Shape;2562;p23"/>
          <p:cNvSpPr/>
          <p:nvPr/>
        </p:nvSpPr>
        <p:spPr>
          <a:xfrm rot="-7840361">
            <a:off x="8230369" y="1570044"/>
            <a:ext cx="28103" cy="29552"/>
          </a:xfrm>
          <a:custGeom>
            <a:avLst/>
            <a:gdLst/>
            <a:ahLst/>
            <a:cxnLst/>
            <a:rect l="l" t="t" r="r" b="b"/>
            <a:pathLst>
              <a:path w="349" h="367" extrusionOk="0">
                <a:moveTo>
                  <a:pt x="179" y="54"/>
                </a:moveTo>
                <a:cubicBezTo>
                  <a:pt x="72" y="116"/>
                  <a:pt x="1" y="241"/>
                  <a:pt x="1" y="366"/>
                </a:cubicBezTo>
                <a:cubicBezTo>
                  <a:pt x="126" y="250"/>
                  <a:pt x="242" y="134"/>
                  <a:pt x="349" y="0"/>
                </a:cubicBezTo>
                <a:cubicBezTo>
                  <a:pt x="286" y="0"/>
                  <a:pt x="224" y="18"/>
                  <a:pt x="179" y="54"/>
                </a:cubicBezTo>
                <a:close/>
              </a:path>
            </a:pathLst>
          </a:custGeom>
          <a:gradFill>
            <a:gsLst>
              <a:gs pos="0">
                <a:srgbClr val="FFFFFF">
                  <a:alpha val="0"/>
                </a:srgbClr>
              </a:gs>
              <a:gs pos="100000">
                <a:srgbClr val="FFFFFF">
                  <a:alpha val="2196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3" name="Google Shape;2563;p23"/>
          <p:cNvSpPr/>
          <p:nvPr/>
        </p:nvSpPr>
        <p:spPr>
          <a:xfrm rot="-3422581">
            <a:off x="8076770" y="2481498"/>
            <a:ext cx="247861" cy="226418"/>
          </a:xfrm>
          <a:custGeom>
            <a:avLst/>
            <a:gdLst/>
            <a:ahLst/>
            <a:cxnLst/>
            <a:rect l="l" t="t" r="r" b="b"/>
            <a:pathLst>
              <a:path w="4196" h="3833" extrusionOk="0">
                <a:moveTo>
                  <a:pt x="1187" y="1"/>
                </a:moveTo>
                <a:cubicBezTo>
                  <a:pt x="1184" y="1"/>
                  <a:pt x="1181" y="1"/>
                  <a:pt x="1178" y="1"/>
                </a:cubicBezTo>
                <a:cubicBezTo>
                  <a:pt x="1000" y="10"/>
                  <a:pt x="813" y="206"/>
                  <a:pt x="813" y="206"/>
                </a:cubicBezTo>
                <a:cubicBezTo>
                  <a:pt x="754" y="86"/>
                  <a:pt x="689" y="49"/>
                  <a:pt x="631" y="49"/>
                </a:cubicBezTo>
                <a:cubicBezTo>
                  <a:pt x="539" y="49"/>
                  <a:pt x="464" y="144"/>
                  <a:pt x="464" y="144"/>
                </a:cubicBezTo>
                <a:cubicBezTo>
                  <a:pt x="464" y="144"/>
                  <a:pt x="330" y="79"/>
                  <a:pt x="218" y="79"/>
                </a:cubicBezTo>
                <a:cubicBezTo>
                  <a:pt x="170" y="79"/>
                  <a:pt x="125" y="91"/>
                  <a:pt x="99" y="126"/>
                </a:cubicBezTo>
                <a:cubicBezTo>
                  <a:pt x="0" y="233"/>
                  <a:pt x="223" y="527"/>
                  <a:pt x="223" y="527"/>
                </a:cubicBezTo>
                <a:cubicBezTo>
                  <a:pt x="152" y="581"/>
                  <a:pt x="99" y="661"/>
                  <a:pt x="81" y="751"/>
                </a:cubicBezTo>
                <a:cubicBezTo>
                  <a:pt x="45" y="911"/>
                  <a:pt x="295" y="1143"/>
                  <a:pt x="295" y="1143"/>
                </a:cubicBezTo>
                <a:cubicBezTo>
                  <a:pt x="295" y="1143"/>
                  <a:pt x="81" y="1233"/>
                  <a:pt x="90" y="1402"/>
                </a:cubicBezTo>
                <a:cubicBezTo>
                  <a:pt x="99" y="1563"/>
                  <a:pt x="384" y="1643"/>
                  <a:pt x="384" y="1643"/>
                </a:cubicBezTo>
                <a:cubicBezTo>
                  <a:pt x="384" y="1643"/>
                  <a:pt x="188" y="1902"/>
                  <a:pt x="339" y="2098"/>
                </a:cubicBezTo>
                <a:cubicBezTo>
                  <a:pt x="476" y="2273"/>
                  <a:pt x="710" y="2286"/>
                  <a:pt x="777" y="2286"/>
                </a:cubicBezTo>
                <a:cubicBezTo>
                  <a:pt x="788" y="2286"/>
                  <a:pt x="795" y="2286"/>
                  <a:pt x="795" y="2286"/>
                </a:cubicBezTo>
                <a:lnTo>
                  <a:pt x="795" y="2286"/>
                </a:lnTo>
                <a:cubicBezTo>
                  <a:pt x="795" y="2286"/>
                  <a:pt x="643" y="2411"/>
                  <a:pt x="795" y="2678"/>
                </a:cubicBezTo>
                <a:cubicBezTo>
                  <a:pt x="946" y="2946"/>
                  <a:pt x="1312" y="2946"/>
                  <a:pt x="1312" y="2946"/>
                </a:cubicBezTo>
                <a:cubicBezTo>
                  <a:pt x="1205" y="3026"/>
                  <a:pt x="1187" y="3187"/>
                  <a:pt x="1277" y="3294"/>
                </a:cubicBezTo>
                <a:cubicBezTo>
                  <a:pt x="1384" y="3455"/>
                  <a:pt x="1687" y="3475"/>
                  <a:pt x="1831" y="3475"/>
                </a:cubicBezTo>
                <a:cubicBezTo>
                  <a:pt x="1880" y="3475"/>
                  <a:pt x="1910" y="3473"/>
                  <a:pt x="1910" y="3473"/>
                </a:cubicBezTo>
                <a:lnTo>
                  <a:pt x="1910" y="3473"/>
                </a:lnTo>
                <a:cubicBezTo>
                  <a:pt x="1872" y="3648"/>
                  <a:pt x="2094" y="3682"/>
                  <a:pt x="2270" y="3682"/>
                </a:cubicBezTo>
                <a:cubicBezTo>
                  <a:pt x="2380" y="3682"/>
                  <a:pt x="2473" y="3669"/>
                  <a:pt x="2473" y="3669"/>
                </a:cubicBezTo>
                <a:lnTo>
                  <a:pt x="2473" y="3669"/>
                </a:lnTo>
                <a:cubicBezTo>
                  <a:pt x="2427" y="3755"/>
                  <a:pt x="2439" y="3833"/>
                  <a:pt x="2584" y="3833"/>
                </a:cubicBezTo>
                <a:cubicBezTo>
                  <a:pt x="2694" y="3833"/>
                  <a:pt x="2881" y="3788"/>
                  <a:pt x="3178" y="3669"/>
                </a:cubicBezTo>
                <a:cubicBezTo>
                  <a:pt x="3539" y="3524"/>
                  <a:pt x="3801" y="3489"/>
                  <a:pt x="3969" y="3489"/>
                </a:cubicBezTo>
                <a:cubicBezTo>
                  <a:pt x="4121" y="3489"/>
                  <a:pt x="4195" y="3517"/>
                  <a:pt x="4195" y="3517"/>
                </a:cubicBezTo>
                <a:cubicBezTo>
                  <a:pt x="4195" y="3517"/>
                  <a:pt x="3954" y="2982"/>
                  <a:pt x="4008" y="2714"/>
                </a:cubicBezTo>
                <a:cubicBezTo>
                  <a:pt x="4061" y="2455"/>
                  <a:pt x="4142" y="1884"/>
                  <a:pt x="3990" y="1697"/>
                </a:cubicBezTo>
                <a:cubicBezTo>
                  <a:pt x="3932" y="1622"/>
                  <a:pt x="3880" y="1596"/>
                  <a:pt x="3837" y="1596"/>
                </a:cubicBezTo>
                <a:cubicBezTo>
                  <a:pt x="3742" y="1596"/>
                  <a:pt x="3686" y="1723"/>
                  <a:pt x="3686" y="1723"/>
                </a:cubicBezTo>
                <a:cubicBezTo>
                  <a:pt x="3686" y="1723"/>
                  <a:pt x="3811" y="1134"/>
                  <a:pt x="3588" y="1018"/>
                </a:cubicBezTo>
                <a:cubicBezTo>
                  <a:pt x="3551" y="1000"/>
                  <a:pt x="3518" y="992"/>
                  <a:pt x="3488" y="992"/>
                </a:cubicBezTo>
                <a:cubicBezTo>
                  <a:pt x="3332" y="992"/>
                  <a:pt x="3276" y="1206"/>
                  <a:pt x="3276" y="1206"/>
                </a:cubicBezTo>
                <a:cubicBezTo>
                  <a:pt x="3276" y="1206"/>
                  <a:pt x="3285" y="822"/>
                  <a:pt x="3044" y="688"/>
                </a:cubicBezTo>
                <a:cubicBezTo>
                  <a:pt x="3001" y="665"/>
                  <a:pt x="2955" y="654"/>
                  <a:pt x="2911" y="654"/>
                </a:cubicBezTo>
                <a:cubicBezTo>
                  <a:pt x="2816" y="654"/>
                  <a:pt x="2726" y="704"/>
                  <a:pt x="2678" y="795"/>
                </a:cubicBezTo>
                <a:cubicBezTo>
                  <a:pt x="2678" y="795"/>
                  <a:pt x="2544" y="510"/>
                  <a:pt x="2365" y="438"/>
                </a:cubicBezTo>
                <a:cubicBezTo>
                  <a:pt x="2331" y="424"/>
                  <a:pt x="2296" y="417"/>
                  <a:pt x="2262" y="417"/>
                </a:cubicBezTo>
                <a:cubicBezTo>
                  <a:pt x="2190" y="417"/>
                  <a:pt x="2122" y="449"/>
                  <a:pt x="2080" y="510"/>
                </a:cubicBezTo>
                <a:cubicBezTo>
                  <a:pt x="2080" y="510"/>
                  <a:pt x="2062" y="224"/>
                  <a:pt x="1875" y="162"/>
                </a:cubicBezTo>
                <a:cubicBezTo>
                  <a:pt x="1845" y="150"/>
                  <a:pt x="1815" y="145"/>
                  <a:pt x="1787" y="145"/>
                </a:cubicBezTo>
                <a:cubicBezTo>
                  <a:pt x="1640" y="145"/>
                  <a:pt x="1527" y="278"/>
                  <a:pt x="1527" y="278"/>
                </a:cubicBezTo>
                <a:cubicBezTo>
                  <a:pt x="1527" y="278"/>
                  <a:pt x="1362" y="1"/>
                  <a:pt x="118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4" name="Google Shape;2564;p23"/>
          <p:cNvSpPr/>
          <p:nvPr/>
        </p:nvSpPr>
        <p:spPr>
          <a:xfrm rot="-3422581">
            <a:off x="8079114" y="2445185"/>
            <a:ext cx="314906" cy="253118"/>
          </a:xfrm>
          <a:custGeom>
            <a:avLst/>
            <a:gdLst/>
            <a:ahLst/>
            <a:cxnLst/>
            <a:rect l="l" t="t" r="r" b="b"/>
            <a:pathLst>
              <a:path w="5331" h="4285" extrusionOk="0">
                <a:moveTo>
                  <a:pt x="634" y="0"/>
                </a:moveTo>
                <a:cubicBezTo>
                  <a:pt x="643" y="36"/>
                  <a:pt x="661" y="72"/>
                  <a:pt x="670" y="98"/>
                </a:cubicBezTo>
                <a:cubicBezTo>
                  <a:pt x="741" y="304"/>
                  <a:pt x="795" y="509"/>
                  <a:pt x="822" y="723"/>
                </a:cubicBezTo>
                <a:lnTo>
                  <a:pt x="45" y="18"/>
                </a:lnTo>
                <a:cubicBezTo>
                  <a:pt x="27" y="27"/>
                  <a:pt x="18" y="36"/>
                  <a:pt x="1" y="54"/>
                </a:cubicBezTo>
                <a:cubicBezTo>
                  <a:pt x="500" y="509"/>
                  <a:pt x="1000" y="964"/>
                  <a:pt x="1509" y="1402"/>
                </a:cubicBezTo>
                <a:lnTo>
                  <a:pt x="1107" y="1402"/>
                </a:lnTo>
                <a:cubicBezTo>
                  <a:pt x="964" y="1393"/>
                  <a:pt x="822" y="1375"/>
                  <a:pt x="679" y="1357"/>
                </a:cubicBezTo>
                <a:cubicBezTo>
                  <a:pt x="465" y="1321"/>
                  <a:pt x="242" y="1277"/>
                  <a:pt x="27" y="1214"/>
                </a:cubicBezTo>
                <a:cubicBezTo>
                  <a:pt x="18" y="1223"/>
                  <a:pt x="18" y="1232"/>
                  <a:pt x="10" y="1250"/>
                </a:cubicBezTo>
                <a:cubicBezTo>
                  <a:pt x="224" y="1312"/>
                  <a:pt x="447" y="1366"/>
                  <a:pt x="670" y="1402"/>
                </a:cubicBezTo>
                <a:cubicBezTo>
                  <a:pt x="813" y="1419"/>
                  <a:pt x="956" y="1437"/>
                  <a:pt x="1107" y="1446"/>
                </a:cubicBezTo>
                <a:cubicBezTo>
                  <a:pt x="1170" y="1446"/>
                  <a:pt x="1241" y="1455"/>
                  <a:pt x="1313" y="1455"/>
                </a:cubicBezTo>
                <a:lnTo>
                  <a:pt x="1536" y="1455"/>
                </a:lnTo>
                <a:cubicBezTo>
                  <a:pt x="1545" y="1464"/>
                  <a:pt x="1562" y="1464"/>
                  <a:pt x="1571" y="1464"/>
                </a:cubicBezTo>
                <a:cubicBezTo>
                  <a:pt x="1670" y="1553"/>
                  <a:pt x="1777" y="1642"/>
                  <a:pt x="1875" y="1732"/>
                </a:cubicBezTo>
                <a:lnTo>
                  <a:pt x="2125" y="1946"/>
                </a:lnTo>
                <a:cubicBezTo>
                  <a:pt x="1881" y="1980"/>
                  <a:pt x="1635" y="1997"/>
                  <a:pt x="1388" y="1997"/>
                </a:cubicBezTo>
                <a:cubicBezTo>
                  <a:pt x="993" y="1997"/>
                  <a:pt x="596" y="1953"/>
                  <a:pt x="206" y="1866"/>
                </a:cubicBezTo>
                <a:lnTo>
                  <a:pt x="197" y="1866"/>
                </a:lnTo>
                <a:lnTo>
                  <a:pt x="197" y="1892"/>
                </a:lnTo>
                <a:cubicBezTo>
                  <a:pt x="582" y="1989"/>
                  <a:pt x="974" y="2037"/>
                  <a:pt x="1369" y="2037"/>
                </a:cubicBezTo>
                <a:cubicBezTo>
                  <a:pt x="1632" y="2037"/>
                  <a:pt x="1896" y="2016"/>
                  <a:pt x="2160" y="1973"/>
                </a:cubicBezTo>
                <a:cubicBezTo>
                  <a:pt x="2357" y="2142"/>
                  <a:pt x="2562" y="2312"/>
                  <a:pt x="2776" y="2481"/>
                </a:cubicBezTo>
                <a:cubicBezTo>
                  <a:pt x="2230" y="2664"/>
                  <a:pt x="1660" y="2769"/>
                  <a:pt x="1082" y="2769"/>
                </a:cubicBezTo>
                <a:cubicBezTo>
                  <a:pt x="1037" y="2769"/>
                  <a:pt x="992" y="2768"/>
                  <a:pt x="947" y="2767"/>
                </a:cubicBezTo>
                <a:lnTo>
                  <a:pt x="848" y="2767"/>
                </a:lnTo>
                <a:cubicBezTo>
                  <a:pt x="884" y="2794"/>
                  <a:pt x="920" y="2812"/>
                  <a:pt x="947" y="2821"/>
                </a:cubicBezTo>
                <a:cubicBezTo>
                  <a:pt x="976" y="2821"/>
                  <a:pt x="1005" y="2821"/>
                  <a:pt x="1034" y="2821"/>
                </a:cubicBezTo>
                <a:cubicBezTo>
                  <a:pt x="1467" y="2821"/>
                  <a:pt x="1885" y="2760"/>
                  <a:pt x="2303" y="2660"/>
                </a:cubicBezTo>
                <a:cubicBezTo>
                  <a:pt x="2473" y="2615"/>
                  <a:pt x="2633" y="2562"/>
                  <a:pt x="2803" y="2499"/>
                </a:cubicBezTo>
                <a:cubicBezTo>
                  <a:pt x="2973" y="2642"/>
                  <a:pt x="3151" y="2785"/>
                  <a:pt x="3330" y="2919"/>
                </a:cubicBezTo>
                <a:lnTo>
                  <a:pt x="3106" y="3017"/>
                </a:lnTo>
                <a:cubicBezTo>
                  <a:pt x="2687" y="3204"/>
                  <a:pt x="2259" y="3356"/>
                  <a:pt x="1812" y="3463"/>
                </a:cubicBezTo>
                <a:cubicBezTo>
                  <a:pt x="1812" y="3481"/>
                  <a:pt x="1821" y="3499"/>
                  <a:pt x="1830" y="3517"/>
                </a:cubicBezTo>
                <a:cubicBezTo>
                  <a:pt x="2223" y="3427"/>
                  <a:pt x="2616" y="3303"/>
                  <a:pt x="2982" y="3133"/>
                </a:cubicBezTo>
                <a:cubicBezTo>
                  <a:pt x="3115" y="3070"/>
                  <a:pt x="3240" y="3017"/>
                  <a:pt x="3374" y="2963"/>
                </a:cubicBezTo>
                <a:cubicBezTo>
                  <a:pt x="3562" y="3106"/>
                  <a:pt x="3749" y="3249"/>
                  <a:pt x="3945" y="3392"/>
                </a:cubicBezTo>
                <a:cubicBezTo>
                  <a:pt x="4142" y="3526"/>
                  <a:pt x="4347" y="3677"/>
                  <a:pt x="4552" y="3820"/>
                </a:cubicBezTo>
                <a:lnTo>
                  <a:pt x="4856" y="4043"/>
                </a:lnTo>
                <a:cubicBezTo>
                  <a:pt x="4963" y="4115"/>
                  <a:pt x="5061" y="4186"/>
                  <a:pt x="5168" y="4266"/>
                </a:cubicBezTo>
                <a:cubicBezTo>
                  <a:pt x="5185" y="4279"/>
                  <a:pt x="5202" y="4284"/>
                  <a:pt x="5218" y="4284"/>
                </a:cubicBezTo>
                <a:cubicBezTo>
                  <a:pt x="5289" y="4284"/>
                  <a:pt x="5331" y="4168"/>
                  <a:pt x="5257" y="4124"/>
                </a:cubicBezTo>
                <a:cubicBezTo>
                  <a:pt x="5168" y="4079"/>
                  <a:pt x="5061" y="4025"/>
                  <a:pt x="4963" y="3972"/>
                </a:cubicBezTo>
                <a:cubicBezTo>
                  <a:pt x="4865" y="3918"/>
                  <a:pt x="4767" y="3865"/>
                  <a:pt x="4677" y="3802"/>
                </a:cubicBezTo>
                <a:cubicBezTo>
                  <a:pt x="4490" y="3686"/>
                  <a:pt x="4302" y="3561"/>
                  <a:pt x="4115" y="3427"/>
                </a:cubicBezTo>
                <a:lnTo>
                  <a:pt x="4079" y="3401"/>
                </a:lnTo>
                <a:lnTo>
                  <a:pt x="4070" y="3401"/>
                </a:lnTo>
                <a:lnTo>
                  <a:pt x="3847" y="3240"/>
                </a:lnTo>
                <a:lnTo>
                  <a:pt x="3829" y="3195"/>
                </a:lnTo>
                <a:lnTo>
                  <a:pt x="3562" y="2999"/>
                </a:lnTo>
                <a:lnTo>
                  <a:pt x="3312" y="2812"/>
                </a:lnTo>
                <a:lnTo>
                  <a:pt x="3178" y="2696"/>
                </a:lnTo>
                <a:cubicBezTo>
                  <a:pt x="3339" y="2356"/>
                  <a:pt x="3437" y="1991"/>
                  <a:pt x="3472" y="1625"/>
                </a:cubicBezTo>
                <a:cubicBezTo>
                  <a:pt x="3490" y="1393"/>
                  <a:pt x="3499" y="1169"/>
                  <a:pt x="3499" y="937"/>
                </a:cubicBezTo>
                <a:cubicBezTo>
                  <a:pt x="3481" y="928"/>
                  <a:pt x="3463" y="920"/>
                  <a:pt x="3446" y="920"/>
                </a:cubicBezTo>
                <a:cubicBezTo>
                  <a:pt x="3446" y="928"/>
                  <a:pt x="3446" y="937"/>
                  <a:pt x="3446" y="946"/>
                </a:cubicBezTo>
                <a:cubicBezTo>
                  <a:pt x="3455" y="1330"/>
                  <a:pt x="3419" y="1714"/>
                  <a:pt x="3339" y="2098"/>
                </a:cubicBezTo>
                <a:cubicBezTo>
                  <a:pt x="3285" y="2294"/>
                  <a:pt x="3223" y="2490"/>
                  <a:pt x="3142" y="2678"/>
                </a:cubicBezTo>
                <a:lnTo>
                  <a:pt x="3071" y="2624"/>
                </a:lnTo>
                <a:cubicBezTo>
                  <a:pt x="2839" y="2446"/>
                  <a:pt x="2616" y="2258"/>
                  <a:pt x="2392" y="2071"/>
                </a:cubicBezTo>
                <a:cubicBezTo>
                  <a:pt x="2517" y="1634"/>
                  <a:pt x="2589" y="1169"/>
                  <a:pt x="2580" y="714"/>
                </a:cubicBezTo>
                <a:cubicBezTo>
                  <a:pt x="2580" y="714"/>
                  <a:pt x="2562" y="670"/>
                  <a:pt x="2535" y="616"/>
                </a:cubicBezTo>
                <a:lnTo>
                  <a:pt x="2535" y="616"/>
                </a:lnTo>
                <a:cubicBezTo>
                  <a:pt x="2544" y="902"/>
                  <a:pt x="2526" y="1178"/>
                  <a:pt x="2500" y="1446"/>
                </a:cubicBezTo>
                <a:cubicBezTo>
                  <a:pt x="2473" y="1651"/>
                  <a:pt x="2428" y="1857"/>
                  <a:pt x="2375" y="2062"/>
                </a:cubicBezTo>
                <a:cubicBezTo>
                  <a:pt x="2187" y="1901"/>
                  <a:pt x="2009" y="1750"/>
                  <a:pt x="1821" y="1589"/>
                </a:cubicBezTo>
                <a:cubicBezTo>
                  <a:pt x="1928" y="1312"/>
                  <a:pt x="1982" y="1009"/>
                  <a:pt x="1973" y="705"/>
                </a:cubicBezTo>
                <a:cubicBezTo>
                  <a:pt x="1973" y="616"/>
                  <a:pt x="1973" y="518"/>
                  <a:pt x="1982" y="429"/>
                </a:cubicBezTo>
                <a:cubicBezTo>
                  <a:pt x="1973" y="384"/>
                  <a:pt x="1964" y="339"/>
                  <a:pt x="1955" y="304"/>
                </a:cubicBezTo>
                <a:cubicBezTo>
                  <a:pt x="1946" y="411"/>
                  <a:pt x="1946" y="527"/>
                  <a:pt x="1946" y="634"/>
                </a:cubicBezTo>
                <a:cubicBezTo>
                  <a:pt x="1946" y="786"/>
                  <a:pt x="1937" y="937"/>
                  <a:pt x="1919" y="1080"/>
                </a:cubicBezTo>
                <a:cubicBezTo>
                  <a:pt x="1911" y="1250"/>
                  <a:pt x="1866" y="1419"/>
                  <a:pt x="1795" y="1571"/>
                </a:cubicBezTo>
                <a:lnTo>
                  <a:pt x="1384" y="1205"/>
                </a:lnTo>
                <a:cubicBezTo>
                  <a:pt x="1438" y="821"/>
                  <a:pt x="1420" y="429"/>
                  <a:pt x="1321" y="45"/>
                </a:cubicBezTo>
                <a:lnTo>
                  <a:pt x="1286" y="18"/>
                </a:lnTo>
                <a:lnTo>
                  <a:pt x="1286" y="18"/>
                </a:lnTo>
                <a:cubicBezTo>
                  <a:pt x="1375" y="393"/>
                  <a:pt x="1402" y="795"/>
                  <a:pt x="1348" y="1187"/>
                </a:cubicBezTo>
                <a:lnTo>
                  <a:pt x="1036" y="911"/>
                </a:lnTo>
                <a:lnTo>
                  <a:pt x="848" y="741"/>
                </a:lnTo>
                <a:cubicBezTo>
                  <a:pt x="831" y="527"/>
                  <a:pt x="786" y="322"/>
                  <a:pt x="715" y="125"/>
                </a:cubicBezTo>
                <a:cubicBezTo>
                  <a:pt x="697" y="81"/>
                  <a:pt x="670" y="36"/>
                  <a:pt x="63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5" name="Google Shape;2565;p23"/>
          <p:cNvSpPr/>
          <p:nvPr/>
        </p:nvSpPr>
        <p:spPr>
          <a:xfrm rot="-3422581">
            <a:off x="8071330" y="2525419"/>
            <a:ext cx="160850" cy="178807"/>
          </a:xfrm>
          <a:custGeom>
            <a:avLst/>
            <a:gdLst/>
            <a:ahLst/>
            <a:cxnLst/>
            <a:rect l="l" t="t" r="r" b="b"/>
            <a:pathLst>
              <a:path w="2723" h="3027" extrusionOk="0">
                <a:moveTo>
                  <a:pt x="1178" y="108"/>
                </a:moveTo>
                <a:cubicBezTo>
                  <a:pt x="1000" y="117"/>
                  <a:pt x="813" y="313"/>
                  <a:pt x="813" y="313"/>
                </a:cubicBezTo>
                <a:cubicBezTo>
                  <a:pt x="661" y="1"/>
                  <a:pt x="464" y="251"/>
                  <a:pt x="464" y="251"/>
                </a:cubicBezTo>
                <a:cubicBezTo>
                  <a:pt x="464" y="251"/>
                  <a:pt x="179" y="126"/>
                  <a:pt x="90" y="233"/>
                </a:cubicBezTo>
                <a:cubicBezTo>
                  <a:pt x="0" y="340"/>
                  <a:pt x="223" y="634"/>
                  <a:pt x="223" y="634"/>
                </a:cubicBezTo>
                <a:cubicBezTo>
                  <a:pt x="152" y="688"/>
                  <a:pt x="99" y="768"/>
                  <a:pt x="81" y="858"/>
                </a:cubicBezTo>
                <a:cubicBezTo>
                  <a:pt x="45" y="1018"/>
                  <a:pt x="295" y="1250"/>
                  <a:pt x="295" y="1250"/>
                </a:cubicBezTo>
                <a:cubicBezTo>
                  <a:pt x="295" y="1250"/>
                  <a:pt x="81" y="1340"/>
                  <a:pt x="90" y="1509"/>
                </a:cubicBezTo>
                <a:cubicBezTo>
                  <a:pt x="99" y="1670"/>
                  <a:pt x="384" y="1750"/>
                  <a:pt x="384" y="1750"/>
                </a:cubicBezTo>
                <a:cubicBezTo>
                  <a:pt x="384" y="1750"/>
                  <a:pt x="188" y="2009"/>
                  <a:pt x="339" y="2205"/>
                </a:cubicBezTo>
                <a:cubicBezTo>
                  <a:pt x="491" y="2411"/>
                  <a:pt x="795" y="2393"/>
                  <a:pt x="795" y="2393"/>
                </a:cubicBezTo>
                <a:cubicBezTo>
                  <a:pt x="795" y="2393"/>
                  <a:pt x="643" y="2518"/>
                  <a:pt x="795" y="2785"/>
                </a:cubicBezTo>
                <a:cubicBezTo>
                  <a:pt x="875" y="2910"/>
                  <a:pt x="1000" y="3000"/>
                  <a:pt x="1143" y="3026"/>
                </a:cubicBezTo>
                <a:cubicBezTo>
                  <a:pt x="2365" y="2669"/>
                  <a:pt x="2722" y="1099"/>
                  <a:pt x="1767" y="251"/>
                </a:cubicBezTo>
                <a:cubicBezTo>
                  <a:pt x="1669" y="260"/>
                  <a:pt x="1589" y="313"/>
                  <a:pt x="1527" y="376"/>
                </a:cubicBezTo>
                <a:cubicBezTo>
                  <a:pt x="1527" y="376"/>
                  <a:pt x="1357" y="99"/>
                  <a:pt x="1178" y="108"/>
                </a:cubicBezTo>
                <a:close/>
              </a:path>
            </a:pathLst>
          </a:custGeom>
          <a:gradFill>
            <a:gsLst>
              <a:gs pos="0">
                <a:srgbClr val="FFFFFF">
                  <a:alpha val="0"/>
                </a:srgbClr>
              </a:gs>
              <a:gs pos="100000">
                <a:srgbClr val="FFFFFF">
                  <a:alpha val="2196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6" name="Google Shape;2566;p23"/>
          <p:cNvSpPr/>
          <p:nvPr/>
        </p:nvSpPr>
        <p:spPr>
          <a:xfrm rot="-3422581">
            <a:off x="8078950" y="2479309"/>
            <a:ext cx="245262" cy="228840"/>
          </a:xfrm>
          <a:custGeom>
            <a:avLst/>
            <a:gdLst/>
            <a:ahLst/>
            <a:cxnLst/>
            <a:rect l="l" t="t" r="r" b="b"/>
            <a:pathLst>
              <a:path w="4152" h="3874" extrusionOk="0">
                <a:moveTo>
                  <a:pt x="1152" y="0"/>
                </a:moveTo>
                <a:cubicBezTo>
                  <a:pt x="1072" y="0"/>
                  <a:pt x="1001" y="27"/>
                  <a:pt x="929" y="71"/>
                </a:cubicBezTo>
                <a:cubicBezTo>
                  <a:pt x="878" y="101"/>
                  <a:pt x="826" y="142"/>
                  <a:pt x="780" y="186"/>
                </a:cubicBezTo>
                <a:lnTo>
                  <a:pt x="780" y="186"/>
                </a:lnTo>
                <a:cubicBezTo>
                  <a:pt x="764" y="160"/>
                  <a:pt x="746" y="136"/>
                  <a:pt x="733" y="116"/>
                </a:cubicBezTo>
                <a:cubicBezTo>
                  <a:pt x="697" y="80"/>
                  <a:pt x="661" y="54"/>
                  <a:pt x="617" y="45"/>
                </a:cubicBezTo>
                <a:cubicBezTo>
                  <a:pt x="605" y="42"/>
                  <a:pt x="593" y="41"/>
                  <a:pt x="581" y="41"/>
                </a:cubicBezTo>
                <a:cubicBezTo>
                  <a:pt x="549" y="41"/>
                  <a:pt x="518" y="49"/>
                  <a:pt x="492" y="63"/>
                </a:cubicBezTo>
                <a:cubicBezTo>
                  <a:pt x="461" y="86"/>
                  <a:pt x="430" y="109"/>
                  <a:pt x="405" y="132"/>
                </a:cubicBezTo>
                <a:lnTo>
                  <a:pt x="405" y="132"/>
                </a:lnTo>
                <a:cubicBezTo>
                  <a:pt x="342" y="103"/>
                  <a:pt x="280" y="87"/>
                  <a:pt x="224" y="71"/>
                </a:cubicBezTo>
                <a:lnTo>
                  <a:pt x="108" y="71"/>
                </a:lnTo>
                <a:cubicBezTo>
                  <a:pt x="63" y="80"/>
                  <a:pt x="28" y="116"/>
                  <a:pt x="10" y="152"/>
                </a:cubicBezTo>
                <a:cubicBezTo>
                  <a:pt x="1" y="196"/>
                  <a:pt x="1" y="232"/>
                  <a:pt x="10" y="277"/>
                </a:cubicBezTo>
                <a:cubicBezTo>
                  <a:pt x="19" y="312"/>
                  <a:pt x="37" y="339"/>
                  <a:pt x="55" y="375"/>
                </a:cubicBezTo>
                <a:cubicBezTo>
                  <a:pt x="79" y="431"/>
                  <a:pt x="110" y="487"/>
                  <a:pt x="148" y="543"/>
                </a:cubicBezTo>
                <a:lnTo>
                  <a:pt x="148" y="543"/>
                </a:lnTo>
                <a:cubicBezTo>
                  <a:pt x="105" y="578"/>
                  <a:pt x="69" y="624"/>
                  <a:pt x="46" y="669"/>
                </a:cubicBezTo>
                <a:cubicBezTo>
                  <a:pt x="28" y="705"/>
                  <a:pt x="19" y="732"/>
                  <a:pt x="10" y="768"/>
                </a:cubicBezTo>
                <a:cubicBezTo>
                  <a:pt x="10" y="803"/>
                  <a:pt x="10" y="839"/>
                  <a:pt x="19" y="866"/>
                </a:cubicBezTo>
                <a:cubicBezTo>
                  <a:pt x="37" y="928"/>
                  <a:pt x="72" y="982"/>
                  <a:pt x="108" y="1035"/>
                </a:cubicBezTo>
                <a:cubicBezTo>
                  <a:pt x="137" y="1078"/>
                  <a:pt x="171" y="1115"/>
                  <a:pt x="206" y="1151"/>
                </a:cubicBezTo>
                <a:lnTo>
                  <a:pt x="206" y="1151"/>
                </a:lnTo>
                <a:cubicBezTo>
                  <a:pt x="159" y="1178"/>
                  <a:pt x="117" y="1214"/>
                  <a:pt x="81" y="1250"/>
                </a:cubicBezTo>
                <a:cubicBezTo>
                  <a:pt x="37" y="1303"/>
                  <a:pt x="10" y="1374"/>
                  <a:pt x="28" y="1446"/>
                </a:cubicBezTo>
                <a:cubicBezTo>
                  <a:pt x="46" y="1508"/>
                  <a:pt x="90" y="1562"/>
                  <a:pt x="153" y="1598"/>
                </a:cubicBezTo>
                <a:cubicBezTo>
                  <a:pt x="198" y="1628"/>
                  <a:pt x="250" y="1652"/>
                  <a:pt x="303" y="1669"/>
                </a:cubicBezTo>
                <a:lnTo>
                  <a:pt x="303" y="1669"/>
                </a:lnTo>
                <a:cubicBezTo>
                  <a:pt x="262" y="1734"/>
                  <a:pt x="240" y="1805"/>
                  <a:pt x="224" y="1883"/>
                </a:cubicBezTo>
                <a:cubicBezTo>
                  <a:pt x="206" y="1972"/>
                  <a:pt x="233" y="2062"/>
                  <a:pt x="287" y="2133"/>
                </a:cubicBezTo>
                <a:cubicBezTo>
                  <a:pt x="340" y="2205"/>
                  <a:pt x="412" y="2249"/>
                  <a:pt x="501" y="2276"/>
                </a:cubicBezTo>
                <a:cubicBezTo>
                  <a:pt x="568" y="2306"/>
                  <a:pt x="635" y="2317"/>
                  <a:pt x="707" y="2320"/>
                </a:cubicBezTo>
                <a:lnTo>
                  <a:pt x="707" y="2320"/>
                </a:lnTo>
                <a:cubicBezTo>
                  <a:pt x="666" y="2386"/>
                  <a:pt x="655" y="2468"/>
                  <a:pt x="670" y="2544"/>
                </a:cubicBezTo>
                <a:cubicBezTo>
                  <a:pt x="688" y="2633"/>
                  <a:pt x="733" y="2713"/>
                  <a:pt x="795" y="2785"/>
                </a:cubicBezTo>
                <a:cubicBezTo>
                  <a:pt x="858" y="2847"/>
                  <a:pt x="929" y="2892"/>
                  <a:pt x="1018" y="2927"/>
                </a:cubicBezTo>
                <a:cubicBezTo>
                  <a:pt x="1084" y="2949"/>
                  <a:pt x="1155" y="2965"/>
                  <a:pt x="1227" y="2975"/>
                </a:cubicBezTo>
                <a:lnTo>
                  <a:pt x="1227" y="2975"/>
                </a:lnTo>
                <a:cubicBezTo>
                  <a:pt x="1170" y="3037"/>
                  <a:pt x="1146" y="3120"/>
                  <a:pt x="1161" y="3204"/>
                </a:cubicBezTo>
                <a:cubicBezTo>
                  <a:pt x="1188" y="3293"/>
                  <a:pt x="1250" y="3383"/>
                  <a:pt x="1331" y="3427"/>
                </a:cubicBezTo>
                <a:cubicBezTo>
                  <a:pt x="1420" y="3463"/>
                  <a:pt x="1509" y="3490"/>
                  <a:pt x="1599" y="3499"/>
                </a:cubicBezTo>
                <a:cubicBezTo>
                  <a:pt x="1509" y="3490"/>
                  <a:pt x="1429" y="3463"/>
                  <a:pt x="1349" y="3427"/>
                </a:cubicBezTo>
                <a:cubicBezTo>
                  <a:pt x="1268" y="3383"/>
                  <a:pt x="1215" y="3311"/>
                  <a:pt x="1197" y="3222"/>
                </a:cubicBezTo>
                <a:cubicBezTo>
                  <a:pt x="1179" y="3142"/>
                  <a:pt x="1215" y="3052"/>
                  <a:pt x="1286" y="2999"/>
                </a:cubicBezTo>
                <a:lnTo>
                  <a:pt x="1322" y="2972"/>
                </a:lnTo>
                <a:lnTo>
                  <a:pt x="1273" y="2972"/>
                </a:lnTo>
                <a:lnTo>
                  <a:pt x="1259" y="2945"/>
                </a:lnTo>
                <a:cubicBezTo>
                  <a:pt x="1249" y="2953"/>
                  <a:pt x="1240" y="2962"/>
                  <a:pt x="1231" y="2971"/>
                </a:cubicBezTo>
                <a:lnTo>
                  <a:pt x="1231" y="2971"/>
                </a:lnTo>
                <a:cubicBezTo>
                  <a:pt x="1163" y="2966"/>
                  <a:pt x="1095" y="2950"/>
                  <a:pt x="1027" y="2927"/>
                </a:cubicBezTo>
                <a:cubicBezTo>
                  <a:pt x="947" y="2892"/>
                  <a:pt x="876" y="2847"/>
                  <a:pt x="822" y="2785"/>
                </a:cubicBezTo>
                <a:cubicBezTo>
                  <a:pt x="769" y="2722"/>
                  <a:pt x="724" y="2651"/>
                  <a:pt x="706" y="2562"/>
                </a:cubicBezTo>
                <a:cubicBezTo>
                  <a:pt x="688" y="2481"/>
                  <a:pt x="706" y="2401"/>
                  <a:pt x="760" y="2338"/>
                </a:cubicBezTo>
                <a:lnTo>
                  <a:pt x="795" y="2303"/>
                </a:lnTo>
                <a:lnTo>
                  <a:pt x="751" y="2303"/>
                </a:lnTo>
                <a:cubicBezTo>
                  <a:pt x="748" y="2303"/>
                  <a:pt x="745" y="2303"/>
                  <a:pt x="742" y="2303"/>
                </a:cubicBezTo>
                <a:lnTo>
                  <a:pt x="742" y="2303"/>
                </a:lnTo>
                <a:lnTo>
                  <a:pt x="733" y="2285"/>
                </a:lnTo>
                <a:cubicBezTo>
                  <a:pt x="728" y="2291"/>
                  <a:pt x="723" y="2297"/>
                  <a:pt x="718" y="2304"/>
                </a:cubicBezTo>
                <a:lnTo>
                  <a:pt x="718" y="2304"/>
                </a:lnTo>
                <a:cubicBezTo>
                  <a:pt x="568" y="2303"/>
                  <a:pt x="422" y="2241"/>
                  <a:pt x="322" y="2133"/>
                </a:cubicBezTo>
                <a:cubicBezTo>
                  <a:pt x="269" y="2071"/>
                  <a:pt x="251" y="1990"/>
                  <a:pt x="269" y="1910"/>
                </a:cubicBezTo>
                <a:cubicBezTo>
                  <a:pt x="278" y="1830"/>
                  <a:pt x="313" y="1749"/>
                  <a:pt x="358" y="1687"/>
                </a:cubicBezTo>
                <a:lnTo>
                  <a:pt x="376" y="1660"/>
                </a:lnTo>
                <a:lnTo>
                  <a:pt x="349" y="1651"/>
                </a:lnTo>
                <a:cubicBezTo>
                  <a:pt x="340" y="1649"/>
                  <a:pt x="331" y="1646"/>
                  <a:pt x="322" y="1643"/>
                </a:cubicBezTo>
                <a:lnTo>
                  <a:pt x="322" y="1643"/>
                </a:lnTo>
                <a:lnTo>
                  <a:pt x="322" y="1642"/>
                </a:lnTo>
                <a:cubicBezTo>
                  <a:pt x="322" y="1642"/>
                  <a:pt x="322" y="1643"/>
                  <a:pt x="322" y="1643"/>
                </a:cubicBezTo>
                <a:lnTo>
                  <a:pt x="322" y="1643"/>
                </a:lnTo>
                <a:cubicBezTo>
                  <a:pt x="271" y="1625"/>
                  <a:pt x="225" y="1603"/>
                  <a:pt x="179" y="1580"/>
                </a:cubicBezTo>
                <a:cubicBezTo>
                  <a:pt x="126" y="1544"/>
                  <a:pt x="90" y="1499"/>
                  <a:pt x="72" y="1446"/>
                </a:cubicBezTo>
                <a:cubicBezTo>
                  <a:pt x="55" y="1392"/>
                  <a:pt x="72" y="1339"/>
                  <a:pt x="117" y="1294"/>
                </a:cubicBezTo>
                <a:cubicBezTo>
                  <a:pt x="153" y="1250"/>
                  <a:pt x="206" y="1214"/>
                  <a:pt x="260" y="1187"/>
                </a:cubicBezTo>
                <a:lnTo>
                  <a:pt x="287" y="1178"/>
                </a:lnTo>
                <a:lnTo>
                  <a:pt x="260" y="1151"/>
                </a:lnTo>
                <a:cubicBezTo>
                  <a:pt x="224" y="1107"/>
                  <a:pt x="179" y="1062"/>
                  <a:pt x="144" y="1017"/>
                </a:cubicBezTo>
                <a:cubicBezTo>
                  <a:pt x="108" y="973"/>
                  <a:pt x="81" y="919"/>
                  <a:pt x="63" y="866"/>
                </a:cubicBezTo>
                <a:cubicBezTo>
                  <a:pt x="55" y="839"/>
                  <a:pt x="55" y="812"/>
                  <a:pt x="63" y="785"/>
                </a:cubicBezTo>
                <a:cubicBezTo>
                  <a:pt x="81" y="696"/>
                  <a:pt x="126" y="625"/>
                  <a:pt x="197" y="571"/>
                </a:cubicBezTo>
                <a:lnTo>
                  <a:pt x="215" y="562"/>
                </a:lnTo>
                <a:lnTo>
                  <a:pt x="206" y="536"/>
                </a:lnTo>
                <a:cubicBezTo>
                  <a:pt x="162" y="482"/>
                  <a:pt x="126" y="420"/>
                  <a:pt x="99" y="366"/>
                </a:cubicBezTo>
                <a:cubicBezTo>
                  <a:pt x="72" y="303"/>
                  <a:pt x="55" y="241"/>
                  <a:pt x="63" y="179"/>
                </a:cubicBezTo>
                <a:cubicBezTo>
                  <a:pt x="77" y="144"/>
                  <a:pt x="123" y="131"/>
                  <a:pt x="172" y="131"/>
                </a:cubicBezTo>
                <a:cubicBezTo>
                  <a:pt x="187" y="131"/>
                  <a:pt x="201" y="132"/>
                  <a:pt x="215" y="134"/>
                </a:cubicBezTo>
                <a:cubicBezTo>
                  <a:pt x="287" y="143"/>
                  <a:pt x="349" y="161"/>
                  <a:pt x="412" y="196"/>
                </a:cubicBezTo>
                <a:lnTo>
                  <a:pt x="429" y="196"/>
                </a:lnTo>
                <a:lnTo>
                  <a:pt x="438" y="187"/>
                </a:lnTo>
                <a:cubicBezTo>
                  <a:pt x="483" y="125"/>
                  <a:pt x="545" y="98"/>
                  <a:pt x="617" y="98"/>
                </a:cubicBezTo>
                <a:cubicBezTo>
                  <a:pt x="644" y="107"/>
                  <a:pt x="670" y="125"/>
                  <a:pt x="697" y="152"/>
                </a:cubicBezTo>
                <a:cubicBezTo>
                  <a:pt x="715" y="179"/>
                  <a:pt x="733" y="214"/>
                  <a:pt x="751" y="241"/>
                </a:cubicBezTo>
                <a:lnTo>
                  <a:pt x="769" y="277"/>
                </a:lnTo>
                <a:lnTo>
                  <a:pt x="795" y="250"/>
                </a:lnTo>
                <a:cubicBezTo>
                  <a:pt x="840" y="196"/>
                  <a:pt x="893" y="152"/>
                  <a:pt x="956" y="116"/>
                </a:cubicBezTo>
                <a:cubicBezTo>
                  <a:pt x="1018" y="71"/>
                  <a:pt x="1081" y="54"/>
                  <a:pt x="1152" y="54"/>
                </a:cubicBezTo>
                <a:cubicBezTo>
                  <a:pt x="1215" y="63"/>
                  <a:pt x="1277" y="98"/>
                  <a:pt x="1331" y="143"/>
                </a:cubicBezTo>
                <a:cubicBezTo>
                  <a:pt x="1384" y="196"/>
                  <a:pt x="1429" y="250"/>
                  <a:pt x="1465" y="312"/>
                </a:cubicBezTo>
                <a:lnTo>
                  <a:pt x="1483" y="339"/>
                </a:lnTo>
                <a:lnTo>
                  <a:pt x="1500" y="312"/>
                </a:lnTo>
                <a:cubicBezTo>
                  <a:pt x="1545" y="268"/>
                  <a:pt x="1599" y="223"/>
                  <a:pt x="1661" y="205"/>
                </a:cubicBezTo>
                <a:cubicBezTo>
                  <a:pt x="1688" y="192"/>
                  <a:pt x="1719" y="185"/>
                  <a:pt x="1750" y="185"/>
                </a:cubicBezTo>
                <a:cubicBezTo>
                  <a:pt x="1781" y="185"/>
                  <a:pt x="1813" y="192"/>
                  <a:pt x="1840" y="205"/>
                </a:cubicBezTo>
                <a:cubicBezTo>
                  <a:pt x="1893" y="232"/>
                  <a:pt x="1938" y="277"/>
                  <a:pt x="1964" y="339"/>
                </a:cubicBezTo>
                <a:cubicBezTo>
                  <a:pt x="1991" y="393"/>
                  <a:pt x="2009" y="455"/>
                  <a:pt x="2018" y="527"/>
                </a:cubicBezTo>
                <a:lnTo>
                  <a:pt x="2018" y="571"/>
                </a:lnTo>
                <a:lnTo>
                  <a:pt x="2045" y="536"/>
                </a:lnTo>
                <a:cubicBezTo>
                  <a:pt x="2080" y="491"/>
                  <a:pt x="2143" y="455"/>
                  <a:pt x="2205" y="455"/>
                </a:cubicBezTo>
                <a:cubicBezTo>
                  <a:pt x="2268" y="455"/>
                  <a:pt x="2330" y="473"/>
                  <a:pt x="2375" y="509"/>
                </a:cubicBezTo>
                <a:cubicBezTo>
                  <a:pt x="2473" y="598"/>
                  <a:pt x="2554" y="696"/>
                  <a:pt x="2607" y="821"/>
                </a:cubicBezTo>
                <a:lnTo>
                  <a:pt x="2625" y="848"/>
                </a:lnTo>
                <a:lnTo>
                  <a:pt x="2643" y="821"/>
                </a:lnTo>
                <a:cubicBezTo>
                  <a:pt x="2687" y="750"/>
                  <a:pt x="2750" y="705"/>
                  <a:pt x="2830" y="696"/>
                </a:cubicBezTo>
                <a:cubicBezTo>
                  <a:pt x="2840" y="695"/>
                  <a:pt x="2851" y="695"/>
                  <a:pt x="2861" y="695"/>
                </a:cubicBezTo>
                <a:cubicBezTo>
                  <a:pt x="2931" y="695"/>
                  <a:pt x="2999" y="721"/>
                  <a:pt x="3053" y="768"/>
                </a:cubicBezTo>
                <a:cubicBezTo>
                  <a:pt x="3116" y="830"/>
                  <a:pt x="3160" y="901"/>
                  <a:pt x="3178" y="973"/>
                </a:cubicBezTo>
                <a:cubicBezTo>
                  <a:pt x="3205" y="1053"/>
                  <a:pt x="3214" y="1134"/>
                  <a:pt x="3214" y="1223"/>
                </a:cubicBezTo>
                <a:lnTo>
                  <a:pt x="3214" y="1330"/>
                </a:lnTo>
                <a:lnTo>
                  <a:pt x="3250" y="1223"/>
                </a:lnTo>
                <a:cubicBezTo>
                  <a:pt x="3276" y="1142"/>
                  <a:pt x="3330" y="1044"/>
                  <a:pt x="3419" y="1026"/>
                </a:cubicBezTo>
                <a:cubicBezTo>
                  <a:pt x="3427" y="1025"/>
                  <a:pt x="3435" y="1024"/>
                  <a:pt x="3443" y="1024"/>
                </a:cubicBezTo>
                <a:cubicBezTo>
                  <a:pt x="3480" y="1024"/>
                  <a:pt x="3516" y="1040"/>
                  <a:pt x="3553" y="1062"/>
                </a:cubicBezTo>
                <a:cubicBezTo>
                  <a:pt x="3589" y="1089"/>
                  <a:pt x="3616" y="1125"/>
                  <a:pt x="3633" y="1169"/>
                </a:cubicBezTo>
                <a:cubicBezTo>
                  <a:pt x="3660" y="1258"/>
                  <a:pt x="3669" y="1357"/>
                  <a:pt x="3660" y="1455"/>
                </a:cubicBezTo>
                <a:cubicBezTo>
                  <a:pt x="3660" y="1553"/>
                  <a:pt x="3651" y="1642"/>
                  <a:pt x="3633" y="1740"/>
                </a:cubicBezTo>
                <a:lnTo>
                  <a:pt x="3607" y="1839"/>
                </a:lnTo>
                <a:lnTo>
                  <a:pt x="3651" y="1749"/>
                </a:lnTo>
                <a:cubicBezTo>
                  <a:pt x="3652" y="1749"/>
                  <a:pt x="3652" y="1748"/>
                  <a:pt x="3653" y="1747"/>
                </a:cubicBezTo>
                <a:lnTo>
                  <a:pt x="3653" y="1747"/>
                </a:lnTo>
                <a:lnTo>
                  <a:pt x="3660" y="1749"/>
                </a:lnTo>
                <a:cubicBezTo>
                  <a:pt x="3661" y="1743"/>
                  <a:pt x="3663" y="1736"/>
                  <a:pt x="3664" y="1730"/>
                </a:cubicBezTo>
                <a:lnTo>
                  <a:pt x="3664" y="1730"/>
                </a:lnTo>
                <a:cubicBezTo>
                  <a:pt x="3686" y="1697"/>
                  <a:pt x="3710" y="1674"/>
                  <a:pt x="3741" y="1651"/>
                </a:cubicBezTo>
                <a:cubicBezTo>
                  <a:pt x="3758" y="1638"/>
                  <a:pt x="3778" y="1631"/>
                  <a:pt x="3800" y="1631"/>
                </a:cubicBezTo>
                <a:cubicBezTo>
                  <a:pt x="3821" y="1631"/>
                  <a:pt x="3843" y="1638"/>
                  <a:pt x="3865" y="1651"/>
                </a:cubicBezTo>
                <a:cubicBezTo>
                  <a:pt x="3937" y="1696"/>
                  <a:pt x="3990" y="1785"/>
                  <a:pt x="4008" y="1874"/>
                </a:cubicBezTo>
                <a:cubicBezTo>
                  <a:pt x="4035" y="2053"/>
                  <a:pt x="4035" y="2249"/>
                  <a:pt x="4008" y="2428"/>
                </a:cubicBezTo>
                <a:cubicBezTo>
                  <a:pt x="3990" y="2526"/>
                  <a:pt x="3982" y="2615"/>
                  <a:pt x="3964" y="2713"/>
                </a:cubicBezTo>
                <a:cubicBezTo>
                  <a:pt x="3946" y="2802"/>
                  <a:pt x="3946" y="2901"/>
                  <a:pt x="3973" y="2990"/>
                </a:cubicBezTo>
                <a:cubicBezTo>
                  <a:pt x="4008" y="3177"/>
                  <a:pt x="4071" y="3356"/>
                  <a:pt x="4151" y="3534"/>
                </a:cubicBezTo>
                <a:cubicBezTo>
                  <a:pt x="4080" y="3356"/>
                  <a:pt x="4017" y="3177"/>
                  <a:pt x="3982" y="2990"/>
                </a:cubicBezTo>
                <a:cubicBezTo>
                  <a:pt x="3937" y="2811"/>
                  <a:pt x="4008" y="2624"/>
                  <a:pt x="4026" y="2437"/>
                </a:cubicBezTo>
                <a:cubicBezTo>
                  <a:pt x="4053" y="2249"/>
                  <a:pt x="4053" y="2053"/>
                  <a:pt x="4026" y="1865"/>
                </a:cubicBezTo>
                <a:cubicBezTo>
                  <a:pt x="4008" y="1767"/>
                  <a:pt x="3955" y="1678"/>
                  <a:pt x="3874" y="1624"/>
                </a:cubicBezTo>
                <a:cubicBezTo>
                  <a:pt x="3852" y="1611"/>
                  <a:pt x="3828" y="1604"/>
                  <a:pt x="3802" y="1604"/>
                </a:cubicBezTo>
                <a:cubicBezTo>
                  <a:pt x="3776" y="1604"/>
                  <a:pt x="3749" y="1611"/>
                  <a:pt x="3723" y="1624"/>
                </a:cubicBezTo>
                <a:cubicBezTo>
                  <a:pt x="3705" y="1637"/>
                  <a:pt x="3688" y="1652"/>
                  <a:pt x="3673" y="1671"/>
                </a:cubicBezTo>
                <a:lnTo>
                  <a:pt x="3673" y="1671"/>
                </a:lnTo>
                <a:cubicBezTo>
                  <a:pt x="3683" y="1599"/>
                  <a:pt x="3689" y="1527"/>
                  <a:pt x="3696" y="1455"/>
                </a:cubicBezTo>
                <a:cubicBezTo>
                  <a:pt x="3696" y="1357"/>
                  <a:pt x="3687" y="1250"/>
                  <a:pt x="3660" y="1160"/>
                </a:cubicBezTo>
                <a:cubicBezTo>
                  <a:pt x="3627" y="1060"/>
                  <a:pt x="3539" y="999"/>
                  <a:pt x="3432" y="999"/>
                </a:cubicBezTo>
                <a:cubicBezTo>
                  <a:pt x="3425" y="999"/>
                  <a:pt x="3418" y="999"/>
                  <a:pt x="3410" y="1000"/>
                </a:cubicBezTo>
                <a:cubicBezTo>
                  <a:pt x="3366" y="1009"/>
                  <a:pt x="3312" y="1044"/>
                  <a:pt x="3285" y="1089"/>
                </a:cubicBezTo>
                <a:cubicBezTo>
                  <a:pt x="3272" y="1106"/>
                  <a:pt x="3259" y="1126"/>
                  <a:pt x="3247" y="1147"/>
                </a:cubicBezTo>
                <a:lnTo>
                  <a:pt x="3247" y="1147"/>
                </a:lnTo>
                <a:cubicBezTo>
                  <a:pt x="3243" y="1084"/>
                  <a:pt x="3233" y="1022"/>
                  <a:pt x="3214" y="964"/>
                </a:cubicBezTo>
                <a:cubicBezTo>
                  <a:pt x="3187" y="884"/>
                  <a:pt x="3143" y="803"/>
                  <a:pt x="3080" y="741"/>
                </a:cubicBezTo>
                <a:cubicBezTo>
                  <a:pt x="3009" y="678"/>
                  <a:pt x="2919" y="652"/>
                  <a:pt x="2830" y="652"/>
                </a:cubicBezTo>
                <a:cubicBezTo>
                  <a:pt x="2753" y="667"/>
                  <a:pt x="2682" y="710"/>
                  <a:pt x="2635" y="773"/>
                </a:cubicBezTo>
                <a:lnTo>
                  <a:pt x="2635" y="773"/>
                </a:lnTo>
                <a:cubicBezTo>
                  <a:pt x="2607" y="721"/>
                  <a:pt x="2582" y="670"/>
                  <a:pt x="2545" y="625"/>
                </a:cubicBezTo>
                <a:cubicBezTo>
                  <a:pt x="2509" y="571"/>
                  <a:pt x="2455" y="518"/>
                  <a:pt x="2402" y="482"/>
                </a:cubicBezTo>
                <a:cubicBezTo>
                  <a:pt x="2348" y="437"/>
                  <a:pt x="2277" y="411"/>
                  <a:pt x="2205" y="411"/>
                </a:cubicBezTo>
                <a:cubicBezTo>
                  <a:pt x="2150" y="418"/>
                  <a:pt x="2094" y="441"/>
                  <a:pt x="2052" y="476"/>
                </a:cubicBezTo>
                <a:lnTo>
                  <a:pt x="2052" y="476"/>
                </a:lnTo>
                <a:cubicBezTo>
                  <a:pt x="2046" y="421"/>
                  <a:pt x="2029" y="370"/>
                  <a:pt x="2000" y="312"/>
                </a:cubicBezTo>
                <a:cubicBezTo>
                  <a:pt x="1973" y="250"/>
                  <a:pt x="1920" y="196"/>
                  <a:pt x="1857" y="161"/>
                </a:cubicBezTo>
                <a:cubicBezTo>
                  <a:pt x="1822" y="147"/>
                  <a:pt x="1786" y="141"/>
                  <a:pt x="1750" y="141"/>
                </a:cubicBezTo>
                <a:cubicBezTo>
                  <a:pt x="1715" y="141"/>
                  <a:pt x="1679" y="147"/>
                  <a:pt x="1643" y="161"/>
                </a:cubicBezTo>
                <a:cubicBezTo>
                  <a:pt x="1582" y="184"/>
                  <a:pt x="1533" y="220"/>
                  <a:pt x="1487" y="270"/>
                </a:cubicBezTo>
                <a:lnTo>
                  <a:pt x="1487" y="270"/>
                </a:lnTo>
                <a:cubicBezTo>
                  <a:pt x="1452" y="210"/>
                  <a:pt x="1405" y="163"/>
                  <a:pt x="1358" y="116"/>
                </a:cubicBezTo>
                <a:cubicBezTo>
                  <a:pt x="1304" y="54"/>
                  <a:pt x="1233" y="18"/>
                  <a:pt x="1152" y="0"/>
                </a:cubicBezTo>
                <a:close/>
                <a:moveTo>
                  <a:pt x="1857" y="3490"/>
                </a:moveTo>
                <a:cubicBezTo>
                  <a:pt x="1856" y="3496"/>
                  <a:pt x="1854" y="3502"/>
                  <a:pt x="1853" y="3508"/>
                </a:cubicBezTo>
                <a:lnTo>
                  <a:pt x="1853" y="3508"/>
                </a:lnTo>
                <a:cubicBezTo>
                  <a:pt x="1769" y="3508"/>
                  <a:pt x="1684" y="3507"/>
                  <a:pt x="1599" y="3499"/>
                </a:cubicBezTo>
                <a:lnTo>
                  <a:pt x="1599" y="3499"/>
                </a:lnTo>
                <a:cubicBezTo>
                  <a:pt x="1662" y="3505"/>
                  <a:pt x="1725" y="3511"/>
                  <a:pt x="1791" y="3511"/>
                </a:cubicBezTo>
                <a:cubicBezTo>
                  <a:pt x="1811" y="3511"/>
                  <a:pt x="1832" y="3511"/>
                  <a:pt x="1853" y="3509"/>
                </a:cubicBezTo>
                <a:lnTo>
                  <a:pt x="1853" y="3509"/>
                </a:lnTo>
                <a:cubicBezTo>
                  <a:pt x="1845" y="3567"/>
                  <a:pt x="1872" y="3627"/>
                  <a:pt x="1920" y="3659"/>
                </a:cubicBezTo>
                <a:cubicBezTo>
                  <a:pt x="1973" y="3686"/>
                  <a:pt x="2027" y="3704"/>
                  <a:pt x="2089" y="3713"/>
                </a:cubicBezTo>
                <a:cubicBezTo>
                  <a:pt x="2137" y="3717"/>
                  <a:pt x="2186" y="3719"/>
                  <a:pt x="2233" y="3719"/>
                </a:cubicBezTo>
                <a:cubicBezTo>
                  <a:pt x="2292" y="3719"/>
                  <a:pt x="2351" y="3715"/>
                  <a:pt x="2407" y="3707"/>
                </a:cubicBezTo>
                <a:lnTo>
                  <a:pt x="2407" y="3707"/>
                </a:lnTo>
                <a:cubicBezTo>
                  <a:pt x="2393" y="3739"/>
                  <a:pt x="2396" y="3775"/>
                  <a:pt x="2411" y="3811"/>
                </a:cubicBezTo>
                <a:cubicBezTo>
                  <a:pt x="2416" y="3816"/>
                  <a:pt x="2422" y="3821"/>
                  <a:pt x="2428" y="3826"/>
                </a:cubicBezTo>
                <a:lnTo>
                  <a:pt x="2428" y="3826"/>
                </a:lnTo>
                <a:cubicBezTo>
                  <a:pt x="2420" y="3791"/>
                  <a:pt x="2420" y="3757"/>
                  <a:pt x="2446" y="3731"/>
                </a:cubicBezTo>
                <a:lnTo>
                  <a:pt x="2455" y="3704"/>
                </a:lnTo>
                <a:lnTo>
                  <a:pt x="2429" y="3704"/>
                </a:lnTo>
                <a:lnTo>
                  <a:pt x="2420" y="3686"/>
                </a:lnTo>
                <a:cubicBezTo>
                  <a:pt x="2415" y="3693"/>
                  <a:pt x="2410" y="3700"/>
                  <a:pt x="2407" y="3707"/>
                </a:cubicBezTo>
                <a:lnTo>
                  <a:pt x="2407" y="3707"/>
                </a:lnTo>
                <a:cubicBezTo>
                  <a:pt x="2360" y="3714"/>
                  <a:pt x="2312" y="3717"/>
                  <a:pt x="2263" y="3717"/>
                </a:cubicBezTo>
                <a:cubicBezTo>
                  <a:pt x="2208" y="3717"/>
                  <a:pt x="2152" y="3713"/>
                  <a:pt x="2098" y="3704"/>
                </a:cubicBezTo>
                <a:cubicBezTo>
                  <a:pt x="2036" y="3704"/>
                  <a:pt x="1982" y="3686"/>
                  <a:pt x="1938" y="3659"/>
                </a:cubicBezTo>
                <a:cubicBezTo>
                  <a:pt x="1893" y="3624"/>
                  <a:pt x="1875" y="3570"/>
                  <a:pt x="1884" y="3525"/>
                </a:cubicBezTo>
                <a:lnTo>
                  <a:pt x="1884" y="3508"/>
                </a:lnTo>
                <a:lnTo>
                  <a:pt x="1875" y="3508"/>
                </a:lnTo>
                <a:lnTo>
                  <a:pt x="1857" y="3490"/>
                </a:lnTo>
                <a:close/>
                <a:moveTo>
                  <a:pt x="3911" y="3508"/>
                </a:moveTo>
                <a:cubicBezTo>
                  <a:pt x="3832" y="3508"/>
                  <a:pt x="3754" y="3516"/>
                  <a:pt x="3678" y="3534"/>
                </a:cubicBezTo>
                <a:cubicBezTo>
                  <a:pt x="3517" y="3561"/>
                  <a:pt x="3366" y="3606"/>
                  <a:pt x="3214" y="3659"/>
                </a:cubicBezTo>
                <a:cubicBezTo>
                  <a:pt x="3062" y="3722"/>
                  <a:pt x="2911" y="3775"/>
                  <a:pt x="2759" y="3820"/>
                </a:cubicBezTo>
                <a:cubicBezTo>
                  <a:pt x="2678" y="3847"/>
                  <a:pt x="2598" y="3856"/>
                  <a:pt x="2518" y="3856"/>
                </a:cubicBezTo>
                <a:cubicBezTo>
                  <a:pt x="2482" y="3856"/>
                  <a:pt x="2452" y="3844"/>
                  <a:pt x="2428" y="3826"/>
                </a:cubicBezTo>
                <a:lnTo>
                  <a:pt x="2428" y="3826"/>
                </a:lnTo>
                <a:cubicBezTo>
                  <a:pt x="2428" y="3827"/>
                  <a:pt x="2428" y="3828"/>
                  <a:pt x="2429" y="3829"/>
                </a:cubicBezTo>
                <a:cubicBezTo>
                  <a:pt x="2446" y="3856"/>
                  <a:pt x="2491" y="3865"/>
                  <a:pt x="2527" y="3873"/>
                </a:cubicBezTo>
                <a:cubicBezTo>
                  <a:pt x="2607" y="3873"/>
                  <a:pt x="2687" y="3856"/>
                  <a:pt x="2759" y="3838"/>
                </a:cubicBezTo>
                <a:cubicBezTo>
                  <a:pt x="2919" y="3793"/>
                  <a:pt x="3071" y="3740"/>
                  <a:pt x="3214" y="3686"/>
                </a:cubicBezTo>
                <a:cubicBezTo>
                  <a:pt x="3366" y="3624"/>
                  <a:pt x="3517" y="3588"/>
                  <a:pt x="3678" y="3561"/>
                </a:cubicBezTo>
                <a:cubicBezTo>
                  <a:pt x="3773" y="3533"/>
                  <a:pt x="3871" y="3519"/>
                  <a:pt x="3971" y="3519"/>
                </a:cubicBezTo>
                <a:cubicBezTo>
                  <a:pt x="4031" y="3519"/>
                  <a:pt x="4091" y="3524"/>
                  <a:pt x="4151" y="3534"/>
                </a:cubicBezTo>
                <a:cubicBezTo>
                  <a:pt x="4071" y="3516"/>
                  <a:pt x="3990" y="3508"/>
                  <a:pt x="3911" y="3508"/>
                </a:cubicBezTo>
                <a:close/>
              </a:path>
            </a:pathLst>
          </a:custGeom>
          <a:solidFill>
            <a:srgbClr val="6B09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7" name="Google Shape;2567;p23"/>
          <p:cNvSpPr/>
          <p:nvPr/>
        </p:nvSpPr>
        <p:spPr>
          <a:xfrm rot="-7115392">
            <a:off x="1082854" y="4440730"/>
            <a:ext cx="86377" cy="72370"/>
          </a:xfrm>
          <a:custGeom>
            <a:avLst/>
            <a:gdLst/>
            <a:ahLst/>
            <a:cxnLst/>
            <a:rect l="l" t="t" r="r" b="b"/>
            <a:pathLst>
              <a:path w="1073" h="899" extrusionOk="0">
                <a:moveTo>
                  <a:pt x="493" y="0"/>
                </a:moveTo>
                <a:cubicBezTo>
                  <a:pt x="233" y="0"/>
                  <a:pt x="1" y="236"/>
                  <a:pt x="55" y="534"/>
                </a:cubicBezTo>
                <a:cubicBezTo>
                  <a:pt x="94" y="748"/>
                  <a:pt x="289" y="898"/>
                  <a:pt x="500" y="898"/>
                </a:cubicBezTo>
                <a:cubicBezTo>
                  <a:pt x="527" y="898"/>
                  <a:pt x="554" y="896"/>
                  <a:pt x="581" y="891"/>
                </a:cubicBezTo>
                <a:cubicBezTo>
                  <a:pt x="965" y="811"/>
                  <a:pt x="1072" y="302"/>
                  <a:pt x="742" y="79"/>
                </a:cubicBezTo>
                <a:cubicBezTo>
                  <a:pt x="662" y="25"/>
                  <a:pt x="576" y="0"/>
                  <a:pt x="49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8" name="Google Shape;2568;p23"/>
          <p:cNvSpPr/>
          <p:nvPr/>
        </p:nvSpPr>
        <p:spPr>
          <a:xfrm rot="-7115392">
            <a:off x="1087927" y="4443018"/>
            <a:ext cx="79132" cy="74463"/>
          </a:xfrm>
          <a:custGeom>
            <a:avLst/>
            <a:gdLst/>
            <a:ahLst/>
            <a:cxnLst/>
            <a:rect l="l" t="t" r="r" b="b"/>
            <a:pathLst>
              <a:path w="983" h="925" extrusionOk="0">
                <a:moveTo>
                  <a:pt x="509" y="1"/>
                </a:moveTo>
                <a:cubicBezTo>
                  <a:pt x="241" y="1"/>
                  <a:pt x="0" y="245"/>
                  <a:pt x="55" y="551"/>
                </a:cubicBezTo>
                <a:cubicBezTo>
                  <a:pt x="37" y="435"/>
                  <a:pt x="55" y="310"/>
                  <a:pt x="126" y="212"/>
                </a:cubicBezTo>
                <a:cubicBezTo>
                  <a:pt x="216" y="89"/>
                  <a:pt x="348" y="32"/>
                  <a:pt x="478" y="32"/>
                </a:cubicBezTo>
                <a:cubicBezTo>
                  <a:pt x="671" y="32"/>
                  <a:pt x="860" y="158"/>
                  <a:pt x="903" y="381"/>
                </a:cubicBezTo>
                <a:cubicBezTo>
                  <a:pt x="958" y="670"/>
                  <a:pt x="727" y="905"/>
                  <a:pt x="472" y="905"/>
                </a:cubicBezTo>
                <a:cubicBezTo>
                  <a:pt x="395" y="905"/>
                  <a:pt x="316" y="884"/>
                  <a:pt x="242" y="836"/>
                </a:cubicBezTo>
                <a:cubicBezTo>
                  <a:pt x="144" y="765"/>
                  <a:pt x="82" y="667"/>
                  <a:pt x="55" y="551"/>
                </a:cubicBezTo>
                <a:lnTo>
                  <a:pt x="55" y="551"/>
                </a:lnTo>
                <a:cubicBezTo>
                  <a:pt x="103" y="790"/>
                  <a:pt x="306" y="925"/>
                  <a:pt x="511" y="925"/>
                </a:cubicBezTo>
                <a:cubicBezTo>
                  <a:pt x="651" y="925"/>
                  <a:pt x="791" y="863"/>
                  <a:pt x="885" y="729"/>
                </a:cubicBezTo>
                <a:cubicBezTo>
                  <a:pt x="956" y="622"/>
                  <a:pt x="983" y="497"/>
                  <a:pt x="956" y="372"/>
                </a:cubicBezTo>
                <a:cubicBezTo>
                  <a:pt x="938" y="247"/>
                  <a:pt x="858" y="140"/>
                  <a:pt x="760" y="78"/>
                </a:cubicBezTo>
                <a:cubicBezTo>
                  <a:pt x="679" y="25"/>
                  <a:pt x="593" y="1"/>
                  <a:pt x="509" y="1"/>
                </a:cubicBezTo>
                <a:close/>
              </a:path>
            </a:pathLst>
          </a:custGeom>
          <a:solidFill>
            <a:srgbClr val="680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9" name="Google Shape;2569;p23"/>
          <p:cNvSpPr/>
          <p:nvPr/>
        </p:nvSpPr>
        <p:spPr>
          <a:xfrm rot="-7115392">
            <a:off x="1117343" y="4452459"/>
            <a:ext cx="33166" cy="27209"/>
          </a:xfrm>
          <a:custGeom>
            <a:avLst/>
            <a:gdLst/>
            <a:ahLst/>
            <a:cxnLst/>
            <a:rect l="l" t="t" r="r" b="b"/>
            <a:pathLst>
              <a:path w="412" h="338" extrusionOk="0">
                <a:moveTo>
                  <a:pt x="191" y="0"/>
                </a:moveTo>
                <a:cubicBezTo>
                  <a:pt x="91" y="0"/>
                  <a:pt x="1" y="93"/>
                  <a:pt x="28" y="201"/>
                </a:cubicBezTo>
                <a:cubicBezTo>
                  <a:pt x="43" y="280"/>
                  <a:pt x="108" y="338"/>
                  <a:pt x="191" y="338"/>
                </a:cubicBezTo>
                <a:cubicBezTo>
                  <a:pt x="202" y="338"/>
                  <a:pt x="213" y="337"/>
                  <a:pt x="224" y="335"/>
                </a:cubicBezTo>
                <a:cubicBezTo>
                  <a:pt x="367" y="308"/>
                  <a:pt x="411" y="112"/>
                  <a:pt x="286" y="31"/>
                </a:cubicBezTo>
                <a:cubicBezTo>
                  <a:pt x="256" y="10"/>
                  <a:pt x="223" y="0"/>
                  <a:pt x="191" y="0"/>
                </a:cubicBezTo>
                <a:close/>
              </a:path>
            </a:pathLst>
          </a:custGeom>
          <a:gradFill>
            <a:gsLst>
              <a:gs pos="0">
                <a:srgbClr val="FFFFFF">
                  <a:alpha val="0"/>
                </a:srgbClr>
              </a:gs>
              <a:gs pos="100000">
                <a:srgbClr val="FFFFFF">
                  <a:alpha val="2196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0" name="Google Shape;2570;p23"/>
          <p:cNvSpPr/>
          <p:nvPr/>
        </p:nvSpPr>
        <p:spPr>
          <a:xfrm rot="-7115392">
            <a:off x="1020924" y="4314727"/>
            <a:ext cx="76959" cy="76959"/>
          </a:xfrm>
          <a:custGeom>
            <a:avLst/>
            <a:gdLst/>
            <a:ahLst/>
            <a:cxnLst/>
            <a:rect l="l" t="t" r="r" b="b"/>
            <a:pathLst>
              <a:path w="956" h="956" extrusionOk="0">
                <a:moveTo>
                  <a:pt x="482" y="1"/>
                </a:moveTo>
                <a:cubicBezTo>
                  <a:pt x="214" y="1"/>
                  <a:pt x="0" y="215"/>
                  <a:pt x="0" y="482"/>
                </a:cubicBezTo>
                <a:cubicBezTo>
                  <a:pt x="0" y="741"/>
                  <a:pt x="214" y="955"/>
                  <a:pt x="482" y="955"/>
                </a:cubicBezTo>
                <a:cubicBezTo>
                  <a:pt x="741" y="955"/>
                  <a:pt x="955" y="741"/>
                  <a:pt x="955" y="482"/>
                </a:cubicBezTo>
                <a:cubicBezTo>
                  <a:pt x="955" y="215"/>
                  <a:pt x="741" y="1"/>
                  <a:pt x="48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1" name="Google Shape;2571;p23"/>
          <p:cNvSpPr/>
          <p:nvPr/>
        </p:nvSpPr>
        <p:spPr>
          <a:xfrm rot="-7115392">
            <a:off x="1014766" y="4313368"/>
            <a:ext cx="89436" cy="79132"/>
          </a:xfrm>
          <a:custGeom>
            <a:avLst/>
            <a:gdLst/>
            <a:ahLst/>
            <a:cxnLst/>
            <a:rect l="l" t="t" r="r" b="b"/>
            <a:pathLst>
              <a:path w="1111" h="983" extrusionOk="0">
                <a:moveTo>
                  <a:pt x="578" y="1"/>
                </a:moveTo>
                <a:cubicBezTo>
                  <a:pt x="357" y="1"/>
                  <a:pt x="155" y="145"/>
                  <a:pt x="93" y="369"/>
                </a:cubicBezTo>
                <a:cubicBezTo>
                  <a:pt x="129" y="244"/>
                  <a:pt x="209" y="145"/>
                  <a:pt x="316" y="83"/>
                </a:cubicBezTo>
                <a:cubicBezTo>
                  <a:pt x="392" y="40"/>
                  <a:pt x="470" y="20"/>
                  <a:pt x="545" y="20"/>
                </a:cubicBezTo>
                <a:cubicBezTo>
                  <a:pt x="827" y="20"/>
                  <a:pt x="1070" y="291"/>
                  <a:pt x="985" y="601"/>
                </a:cubicBezTo>
                <a:cubicBezTo>
                  <a:pt x="930" y="827"/>
                  <a:pt x="735" y="949"/>
                  <a:pt x="539" y="949"/>
                </a:cubicBezTo>
                <a:cubicBezTo>
                  <a:pt x="388" y="949"/>
                  <a:pt x="236" y="877"/>
                  <a:pt x="146" y="726"/>
                </a:cubicBezTo>
                <a:cubicBezTo>
                  <a:pt x="75" y="618"/>
                  <a:pt x="57" y="485"/>
                  <a:pt x="93" y="369"/>
                </a:cubicBezTo>
                <a:lnTo>
                  <a:pt x="93" y="360"/>
                </a:lnTo>
                <a:lnTo>
                  <a:pt x="93" y="360"/>
                </a:lnTo>
                <a:cubicBezTo>
                  <a:pt x="1" y="694"/>
                  <a:pt x="265" y="983"/>
                  <a:pt x="570" y="983"/>
                </a:cubicBezTo>
                <a:cubicBezTo>
                  <a:pt x="648" y="983"/>
                  <a:pt x="729" y="964"/>
                  <a:pt x="807" y="922"/>
                </a:cubicBezTo>
                <a:cubicBezTo>
                  <a:pt x="914" y="859"/>
                  <a:pt x="1003" y="743"/>
                  <a:pt x="1039" y="618"/>
                </a:cubicBezTo>
                <a:cubicBezTo>
                  <a:pt x="1110" y="351"/>
                  <a:pt x="950" y="74"/>
                  <a:pt x="682" y="12"/>
                </a:cubicBezTo>
                <a:cubicBezTo>
                  <a:pt x="647" y="4"/>
                  <a:pt x="612" y="1"/>
                  <a:pt x="578" y="1"/>
                </a:cubicBezTo>
                <a:close/>
              </a:path>
            </a:pathLst>
          </a:custGeom>
          <a:solidFill>
            <a:srgbClr val="680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2" name="Google Shape;2572;p23"/>
          <p:cNvSpPr/>
          <p:nvPr/>
        </p:nvSpPr>
        <p:spPr>
          <a:xfrm rot="-7115392">
            <a:off x="1054122" y="4325523"/>
            <a:ext cx="30510" cy="25519"/>
          </a:xfrm>
          <a:custGeom>
            <a:avLst/>
            <a:gdLst/>
            <a:ahLst/>
            <a:cxnLst/>
            <a:rect l="l" t="t" r="r" b="b"/>
            <a:pathLst>
              <a:path w="379" h="317" extrusionOk="0">
                <a:moveTo>
                  <a:pt x="178" y="1"/>
                </a:moveTo>
                <a:cubicBezTo>
                  <a:pt x="112" y="1"/>
                  <a:pt x="48" y="42"/>
                  <a:pt x="28" y="117"/>
                </a:cubicBezTo>
                <a:cubicBezTo>
                  <a:pt x="1" y="198"/>
                  <a:pt x="54" y="287"/>
                  <a:pt x="135" y="314"/>
                </a:cubicBezTo>
                <a:cubicBezTo>
                  <a:pt x="146" y="316"/>
                  <a:pt x="157" y="317"/>
                  <a:pt x="167" y="317"/>
                </a:cubicBezTo>
                <a:cubicBezTo>
                  <a:pt x="286" y="317"/>
                  <a:pt x="379" y="188"/>
                  <a:pt x="313" y="81"/>
                </a:cubicBezTo>
                <a:cubicBezTo>
                  <a:pt x="282" y="26"/>
                  <a:pt x="230" y="1"/>
                  <a:pt x="178" y="1"/>
                </a:cubicBezTo>
                <a:close/>
              </a:path>
            </a:pathLst>
          </a:custGeom>
          <a:gradFill>
            <a:gsLst>
              <a:gs pos="0">
                <a:srgbClr val="FFFFFF">
                  <a:alpha val="0"/>
                </a:srgbClr>
              </a:gs>
              <a:gs pos="100000">
                <a:srgbClr val="FFFFFF">
                  <a:alpha val="2196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3" name="Google Shape;2573;p23"/>
          <p:cNvSpPr/>
          <p:nvPr/>
        </p:nvSpPr>
        <p:spPr>
          <a:xfrm rot="-7115392">
            <a:off x="827813" y="4321038"/>
            <a:ext cx="227173" cy="254382"/>
          </a:xfrm>
          <a:custGeom>
            <a:avLst/>
            <a:gdLst/>
            <a:ahLst/>
            <a:cxnLst/>
            <a:rect l="l" t="t" r="r" b="b"/>
            <a:pathLst>
              <a:path w="2822" h="3160" fill="none" extrusionOk="0">
                <a:moveTo>
                  <a:pt x="1" y="3160"/>
                </a:moveTo>
                <a:cubicBezTo>
                  <a:pt x="1" y="3160"/>
                  <a:pt x="1277" y="447"/>
                  <a:pt x="2821" y="0"/>
                </a:cubicBezTo>
              </a:path>
            </a:pathLst>
          </a:custGeom>
          <a:solidFill>
            <a:schemeClr val="dk1"/>
          </a:solidFill>
          <a:ln w="2000" cap="rnd" cmpd="sng">
            <a:solidFill>
              <a:srgbClr val="4D222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4" name="Google Shape;2574;p23"/>
          <p:cNvSpPr/>
          <p:nvPr/>
        </p:nvSpPr>
        <p:spPr>
          <a:xfrm rot="-7115392">
            <a:off x="965199" y="4360411"/>
            <a:ext cx="63998" cy="158184"/>
          </a:xfrm>
          <a:custGeom>
            <a:avLst/>
            <a:gdLst/>
            <a:ahLst/>
            <a:cxnLst/>
            <a:rect l="l" t="t" r="r" b="b"/>
            <a:pathLst>
              <a:path w="795" h="1965" fill="none" extrusionOk="0">
                <a:moveTo>
                  <a:pt x="795" y="1964"/>
                </a:moveTo>
                <a:cubicBezTo>
                  <a:pt x="795" y="1964"/>
                  <a:pt x="0" y="1232"/>
                  <a:pt x="420" y="1"/>
                </a:cubicBezTo>
              </a:path>
            </a:pathLst>
          </a:custGeom>
          <a:solidFill>
            <a:schemeClr val="dk1"/>
          </a:solidFill>
          <a:ln w="2000" cap="rnd" cmpd="sng">
            <a:solidFill>
              <a:srgbClr val="4D222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5" name="Google Shape;2575;p23"/>
          <p:cNvSpPr/>
          <p:nvPr/>
        </p:nvSpPr>
        <p:spPr>
          <a:xfrm rot="-7115392">
            <a:off x="498545" y="3828575"/>
            <a:ext cx="368612" cy="263559"/>
          </a:xfrm>
          <a:custGeom>
            <a:avLst/>
            <a:gdLst/>
            <a:ahLst/>
            <a:cxnLst/>
            <a:rect l="l" t="t" r="r" b="b"/>
            <a:pathLst>
              <a:path w="4579" h="3274" extrusionOk="0">
                <a:moveTo>
                  <a:pt x="1886" y="1"/>
                </a:moveTo>
                <a:cubicBezTo>
                  <a:pt x="980" y="1"/>
                  <a:pt x="482" y="1004"/>
                  <a:pt x="482" y="1004"/>
                </a:cubicBezTo>
                <a:cubicBezTo>
                  <a:pt x="304" y="1387"/>
                  <a:pt x="0" y="2218"/>
                  <a:pt x="1036" y="2958"/>
                </a:cubicBezTo>
                <a:cubicBezTo>
                  <a:pt x="1363" y="3193"/>
                  <a:pt x="1833" y="3274"/>
                  <a:pt x="2325" y="3274"/>
                </a:cubicBezTo>
                <a:cubicBezTo>
                  <a:pt x="3401" y="3274"/>
                  <a:pt x="4579" y="2887"/>
                  <a:pt x="4579" y="2887"/>
                </a:cubicBezTo>
                <a:cubicBezTo>
                  <a:pt x="4338" y="1923"/>
                  <a:pt x="3089" y="156"/>
                  <a:pt x="2062" y="13"/>
                </a:cubicBezTo>
                <a:cubicBezTo>
                  <a:pt x="2002" y="5"/>
                  <a:pt x="1943" y="1"/>
                  <a:pt x="188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6" name="Google Shape;2576;p23"/>
          <p:cNvSpPr/>
          <p:nvPr/>
        </p:nvSpPr>
        <p:spPr>
          <a:xfrm rot="-7115392">
            <a:off x="507409" y="3892289"/>
            <a:ext cx="373120" cy="188371"/>
          </a:xfrm>
          <a:custGeom>
            <a:avLst/>
            <a:gdLst/>
            <a:ahLst/>
            <a:cxnLst/>
            <a:rect l="l" t="t" r="r" b="b"/>
            <a:pathLst>
              <a:path w="4635" h="2340" extrusionOk="0">
                <a:moveTo>
                  <a:pt x="104" y="1"/>
                </a:moveTo>
                <a:cubicBezTo>
                  <a:pt x="50" y="1"/>
                  <a:pt x="0" y="66"/>
                  <a:pt x="49" y="116"/>
                </a:cubicBezTo>
                <a:cubicBezTo>
                  <a:pt x="192" y="240"/>
                  <a:pt x="344" y="348"/>
                  <a:pt x="513" y="437"/>
                </a:cubicBezTo>
                <a:cubicBezTo>
                  <a:pt x="719" y="562"/>
                  <a:pt x="942" y="660"/>
                  <a:pt x="1156" y="767"/>
                </a:cubicBezTo>
                <a:cubicBezTo>
                  <a:pt x="1272" y="821"/>
                  <a:pt x="1388" y="874"/>
                  <a:pt x="1504" y="919"/>
                </a:cubicBezTo>
                <a:cubicBezTo>
                  <a:pt x="1611" y="1204"/>
                  <a:pt x="1718" y="1490"/>
                  <a:pt x="1825" y="1767"/>
                </a:cubicBezTo>
                <a:lnTo>
                  <a:pt x="1870" y="1901"/>
                </a:lnTo>
                <a:cubicBezTo>
                  <a:pt x="1871" y="1901"/>
                  <a:pt x="1871" y="1902"/>
                  <a:pt x="1872" y="1902"/>
                </a:cubicBezTo>
                <a:cubicBezTo>
                  <a:pt x="1887" y="1902"/>
                  <a:pt x="1715" y="1277"/>
                  <a:pt x="1611" y="990"/>
                </a:cubicBezTo>
                <a:lnTo>
                  <a:pt x="1593" y="954"/>
                </a:lnTo>
                <a:lnTo>
                  <a:pt x="1593" y="954"/>
                </a:lnTo>
                <a:cubicBezTo>
                  <a:pt x="1834" y="1044"/>
                  <a:pt x="2066" y="1133"/>
                  <a:pt x="2298" y="1240"/>
                </a:cubicBezTo>
                <a:cubicBezTo>
                  <a:pt x="2486" y="1311"/>
                  <a:pt x="2664" y="1392"/>
                  <a:pt x="2843" y="1481"/>
                </a:cubicBezTo>
                <a:cubicBezTo>
                  <a:pt x="2950" y="1686"/>
                  <a:pt x="3066" y="1892"/>
                  <a:pt x="3191" y="2097"/>
                </a:cubicBezTo>
                <a:lnTo>
                  <a:pt x="3244" y="2204"/>
                </a:lnTo>
                <a:cubicBezTo>
                  <a:pt x="3155" y="1972"/>
                  <a:pt x="3057" y="1740"/>
                  <a:pt x="2941" y="1526"/>
                </a:cubicBezTo>
                <a:lnTo>
                  <a:pt x="2941" y="1526"/>
                </a:lnTo>
                <a:cubicBezTo>
                  <a:pt x="3343" y="1713"/>
                  <a:pt x="3744" y="1909"/>
                  <a:pt x="4146" y="2097"/>
                </a:cubicBezTo>
                <a:lnTo>
                  <a:pt x="4619" y="2338"/>
                </a:lnTo>
                <a:cubicBezTo>
                  <a:pt x="4621" y="2339"/>
                  <a:pt x="4623" y="2340"/>
                  <a:pt x="4623" y="2340"/>
                </a:cubicBezTo>
                <a:cubicBezTo>
                  <a:pt x="4635" y="2340"/>
                  <a:pt x="3913" y="1899"/>
                  <a:pt x="3414" y="1624"/>
                </a:cubicBezTo>
                <a:lnTo>
                  <a:pt x="3762" y="1454"/>
                </a:lnTo>
                <a:lnTo>
                  <a:pt x="3825" y="1428"/>
                </a:lnTo>
                <a:lnTo>
                  <a:pt x="3825" y="1428"/>
                </a:lnTo>
                <a:cubicBezTo>
                  <a:pt x="3664" y="1463"/>
                  <a:pt x="3503" y="1517"/>
                  <a:pt x="3351" y="1579"/>
                </a:cubicBezTo>
                <a:lnTo>
                  <a:pt x="3343" y="1588"/>
                </a:lnTo>
                <a:cubicBezTo>
                  <a:pt x="3039" y="1428"/>
                  <a:pt x="2798" y="1311"/>
                  <a:pt x="2477" y="1169"/>
                </a:cubicBezTo>
                <a:cubicBezTo>
                  <a:pt x="2352" y="1115"/>
                  <a:pt x="2218" y="1062"/>
                  <a:pt x="2093" y="1008"/>
                </a:cubicBezTo>
                <a:lnTo>
                  <a:pt x="2825" y="597"/>
                </a:lnTo>
                <a:lnTo>
                  <a:pt x="2941" y="526"/>
                </a:lnTo>
                <a:cubicBezTo>
                  <a:pt x="2942" y="526"/>
                  <a:pt x="2943" y="525"/>
                  <a:pt x="2942" y="525"/>
                </a:cubicBezTo>
                <a:lnTo>
                  <a:pt x="2942" y="525"/>
                </a:lnTo>
                <a:cubicBezTo>
                  <a:pt x="2938" y="525"/>
                  <a:pt x="2352" y="781"/>
                  <a:pt x="2093" y="928"/>
                </a:cubicBezTo>
                <a:lnTo>
                  <a:pt x="2013" y="981"/>
                </a:lnTo>
                <a:cubicBezTo>
                  <a:pt x="1816" y="901"/>
                  <a:pt x="1629" y="830"/>
                  <a:pt x="1442" y="749"/>
                </a:cubicBezTo>
                <a:lnTo>
                  <a:pt x="1326" y="696"/>
                </a:lnTo>
                <a:lnTo>
                  <a:pt x="1986" y="205"/>
                </a:lnTo>
                <a:lnTo>
                  <a:pt x="2084" y="124"/>
                </a:lnTo>
                <a:cubicBezTo>
                  <a:pt x="2086" y="123"/>
                  <a:pt x="2086" y="123"/>
                  <a:pt x="2086" y="123"/>
                </a:cubicBezTo>
                <a:lnTo>
                  <a:pt x="2086" y="123"/>
                </a:lnTo>
                <a:cubicBezTo>
                  <a:pt x="2078" y="123"/>
                  <a:pt x="1557" y="435"/>
                  <a:pt x="1326" y="615"/>
                </a:cubicBezTo>
                <a:lnTo>
                  <a:pt x="1254" y="669"/>
                </a:lnTo>
                <a:cubicBezTo>
                  <a:pt x="1058" y="580"/>
                  <a:pt x="870" y="490"/>
                  <a:pt x="683" y="383"/>
                </a:cubicBezTo>
                <a:cubicBezTo>
                  <a:pt x="487" y="285"/>
                  <a:pt x="308" y="160"/>
                  <a:pt x="147" y="17"/>
                </a:cubicBezTo>
                <a:cubicBezTo>
                  <a:pt x="134" y="6"/>
                  <a:pt x="119" y="1"/>
                  <a:pt x="10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7" name="Google Shape;2577;p23"/>
          <p:cNvSpPr/>
          <p:nvPr/>
        </p:nvSpPr>
        <p:spPr>
          <a:xfrm rot="-7115392">
            <a:off x="563416" y="3802317"/>
            <a:ext cx="301072" cy="219928"/>
          </a:xfrm>
          <a:custGeom>
            <a:avLst/>
            <a:gdLst/>
            <a:ahLst/>
            <a:cxnLst/>
            <a:rect l="l" t="t" r="r" b="b"/>
            <a:pathLst>
              <a:path w="3740" h="2732" extrusionOk="0">
                <a:moveTo>
                  <a:pt x="0" y="1821"/>
                </a:moveTo>
                <a:cubicBezTo>
                  <a:pt x="89" y="1911"/>
                  <a:pt x="179" y="1991"/>
                  <a:pt x="286" y="2062"/>
                </a:cubicBezTo>
                <a:cubicBezTo>
                  <a:pt x="1205" y="2732"/>
                  <a:pt x="3293" y="2152"/>
                  <a:pt x="3740" y="2018"/>
                </a:cubicBezTo>
                <a:cubicBezTo>
                  <a:pt x="3276" y="134"/>
                  <a:pt x="652" y="1"/>
                  <a:pt x="0" y="1821"/>
                </a:cubicBezTo>
                <a:close/>
              </a:path>
            </a:pathLst>
          </a:custGeom>
          <a:gradFill>
            <a:gsLst>
              <a:gs pos="0">
                <a:srgbClr val="FFFFFF">
                  <a:alpha val="0"/>
                </a:srgbClr>
              </a:gs>
              <a:gs pos="100000">
                <a:srgbClr val="FFFFFF">
                  <a:alpha val="2196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8" name="Google Shape;2578;p23"/>
          <p:cNvSpPr/>
          <p:nvPr/>
        </p:nvSpPr>
        <p:spPr>
          <a:xfrm rot="-7115392">
            <a:off x="502653" y="3815973"/>
            <a:ext cx="348487" cy="265733"/>
          </a:xfrm>
          <a:custGeom>
            <a:avLst/>
            <a:gdLst/>
            <a:ahLst/>
            <a:cxnLst/>
            <a:rect l="l" t="t" r="r" b="b"/>
            <a:pathLst>
              <a:path w="4329" h="3301" extrusionOk="0">
                <a:moveTo>
                  <a:pt x="1597" y="1"/>
                </a:moveTo>
                <a:cubicBezTo>
                  <a:pt x="1492" y="1"/>
                  <a:pt x="1388" y="14"/>
                  <a:pt x="1285" y="41"/>
                </a:cubicBezTo>
                <a:cubicBezTo>
                  <a:pt x="1044" y="112"/>
                  <a:pt x="821" y="246"/>
                  <a:pt x="643" y="416"/>
                </a:cubicBezTo>
                <a:cubicBezTo>
                  <a:pt x="464" y="585"/>
                  <a:pt x="312" y="791"/>
                  <a:pt x="196" y="1014"/>
                </a:cubicBezTo>
                <a:cubicBezTo>
                  <a:pt x="312" y="791"/>
                  <a:pt x="464" y="594"/>
                  <a:pt x="652" y="425"/>
                </a:cubicBezTo>
                <a:cubicBezTo>
                  <a:pt x="821" y="246"/>
                  <a:pt x="1044" y="121"/>
                  <a:pt x="1285" y="59"/>
                </a:cubicBezTo>
                <a:cubicBezTo>
                  <a:pt x="1388" y="32"/>
                  <a:pt x="1492" y="18"/>
                  <a:pt x="1596" y="18"/>
                </a:cubicBezTo>
                <a:cubicBezTo>
                  <a:pt x="1736" y="18"/>
                  <a:pt x="1875" y="43"/>
                  <a:pt x="2008" y="94"/>
                </a:cubicBezTo>
                <a:cubicBezTo>
                  <a:pt x="2240" y="184"/>
                  <a:pt x="2454" y="309"/>
                  <a:pt x="2642" y="469"/>
                </a:cubicBezTo>
                <a:cubicBezTo>
                  <a:pt x="3017" y="791"/>
                  <a:pt x="3347" y="1165"/>
                  <a:pt x="3624" y="1576"/>
                </a:cubicBezTo>
                <a:cubicBezTo>
                  <a:pt x="3766" y="1781"/>
                  <a:pt x="3891" y="1995"/>
                  <a:pt x="3998" y="2219"/>
                </a:cubicBezTo>
                <a:cubicBezTo>
                  <a:pt x="4110" y="2425"/>
                  <a:pt x="4197" y="2647"/>
                  <a:pt x="4259" y="2878"/>
                </a:cubicBezTo>
                <a:lnTo>
                  <a:pt x="4259" y="2878"/>
                </a:lnTo>
                <a:cubicBezTo>
                  <a:pt x="3803" y="3026"/>
                  <a:pt x="3329" y="3130"/>
                  <a:pt x="2856" y="3200"/>
                </a:cubicBezTo>
                <a:cubicBezTo>
                  <a:pt x="2615" y="3236"/>
                  <a:pt x="2365" y="3263"/>
                  <a:pt x="2124" y="3263"/>
                </a:cubicBezTo>
                <a:cubicBezTo>
                  <a:pt x="2083" y="3264"/>
                  <a:pt x="2041" y="3265"/>
                  <a:pt x="1999" y="3265"/>
                </a:cubicBezTo>
                <a:cubicBezTo>
                  <a:pt x="1798" y="3265"/>
                  <a:pt x="1592" y="3248"/>
                  <a:pt x="1392" y="3218"/>
                </a:cubicBezTo>
                <a:cubicBezTo>
                  <a:pt x="910" y="3120"/>
                  <a:pt x="482" y="2834"/>
                  <a:pt x="214" y="2415"/>
                </a:cubicBezTo>
                <a:cubicBezTo>
                  <a:pt x="80" y="2210"/>
                  <a:pt x="9" y="1960"/>
                  <a:pt x="18" y="1719"/>
                </a:cubicBezTo>
                <a:cubicBezTo>
                  <a:pt x="18" y="1471"/>
                  <a:pt x="79" y="1233"/>
                  <a:pt x="193" y="1020"/>
                </a:cubicBezTo>
                <a:lnTo>
                  <a:pt x="193" y="1020"/>
                </a:lnTo>
                <a:cubicBezTo>
                  <a:pt x="79" y="1233"/>
                  <a:pt x="18" y="1471"/>
                  <a:pt x="9" y="1719"/>
                </a:cubicBezTo>
                <a:cubicBezTo>
                  <a:pt x="0" y="1969"/>
                  <a:pt x="71" y="2210"/>
                  <a:pt x="205" y="2424"/>
                </a:cubicBezTo>
                <a:cubicBezTo>
                  <a:pt x="473" y="2843"/>
                  <a:pt x="901" y="3138"/>
                  <a:pt x="1392" y="3236"/>
                </a:cubicBezTo>
                <a:cubicBezTo>
                  <a:pt x="1594" y="3281"/>
                  <a:pt x="1796" y="3301"/>
                  <a:pt x="2003" y="3301"/>
                </a:cubicBezTo>
                <a:cubicBezTo>
                  <a:pt x="2043" y="3301"/>
                  <a:pt x="2084" y="3300"/>
                  <a:pt x="2124" y="3299"/>
                </a:cubicBezTo>
                <a:cubicBezTo>
                  <a:pt x="2374" y="3290"/>
                  <a:pt x="2615" y="3272"/>
                  <a:pt x="2865" y="3236"/>
                </a:cubicBezTo>
                <a:cubicBezTo>
                  <a:pt x="3347" y="3174"/>
                  <a:pt x="3829" y="3066"/>
                  <a:pt x="4302" y="2924"/>
                </a:cubicBezTo>
                <a:lnTo>
                  <a:pt x="4329" y="2915"/>
                </a:lnTo>
                <a:lnTo>
                  <a:pt x="4320" y="2888"/>
                </a:lnTo>
                <a:cubicBezTo>
                  <a:pt x="4248" y="2647"/>
                  <a:pt x="4159" y="2415"/>
                  <a:pt x="4043" y="2192"/>
                </a:cubicBezTo>
                <a:cubicBezTo>
                  <a:pt x="3927" y="1978"/>
                  <a:pt x="3802" y="1763"/>
                  <a:pt x="3659" y="1558"/>
                </a:cubicBezTo>
                <a:cubicBezTo>
                  <a:pt x="3374" y="1139"/>
                  <a:pt x="3043" y="773"/>
                  <a:pt x="2660" y="451"/>
                </a:cubicBezTo>
                <a:cubicBezTo>
                  <a:pt x="2472" y="291"/>
                  <a:pt x="2249" y="157"/>
                  <a:pt x="2017" y="77"/>
                </a:cubicBezTo>
                <a:cubicBezTo>
                  <a:pt x="1879" y="25"/>
                  <a:pt x="1738" y="1"/>
                  <a:pt x="159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9" name="Google Shape;2579;p23"/>
          <p:cNvSpPr/>
          <p:nvPr/>
        </p:nvSpPr>
        <p:spPr>
          <a:xfrm rot="-7115392">
            <a:off x="942589" y="3903993"/>
            <a:ext cx="135966" cy="223631"/>
          </a:xfrm>
          <a:custGeom>
            <a:avLst/>
            <a:gdLst/>
            <a:ahLst/>
            <a:cxnLst/>
            <a:rect l="l" t="t" r="r" b="b"/>
            <a:pathLst>
              <a:path w="1689" h="2778" extrusionOk="0">
                <a:moveTo>
                  <a:pt x="1108" y="1"/>
                </a:moveTo>
                <a:cubicBezTo>
                  <a:pt x="747" y="433"/>
                  <a:pt x="1" y="2777"/>
                  <a:pt x="813" y="2777"/>
                </a:cubicBezTo>
                <a:cubicBezTo>
                  <a:pt x="822" y="2777"/>
                  <a:pt x="831" y="2777"/>
                  <a:pt x="841" y="2776"/>
                </a:cubicBezTo>
                <a:cubicBezTo>
                  <a:pt x="1689" y="2723"/>
                  <a:pt x="1109" y="1"/>
                  <a:pt x="1108" y="1"/>
                </a:cubicBezTo>
                <a:close/>
              </a:path>
            </a:pathLst>
          </a:custGeom>
          <a:solidFill>
            <a:srgbClr val="EE7B2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0" name="Google Shape;2580;p23"/>
          <p:cNvSpPr/>
          <p:nvPr/>
        </p:nvSpPr>
        <p:spPr>
          <a:xfrm rot="-7115392">
            <a:off x="766883" y="3876473"/>
            <a:ext cx="239328" cy="99579"/>
          </a:xfrm>
          <a:custGeom>
            <a:avLst/>
            <a:gdLst/>
            <a:ahLst/>
            <a:cxnLst/>
            <a:rect l="l" t="t" r="r" b="b"/>
            <a:pathLst>
              <a:path w="2973" h="1237" extrusionOk="0">
                <a:moveTo>
                  <a:pt x="277" y="0"/>
                </a:moveTo>
                <a:cubicBezTo>
                  <a:pt x="162" y="0"/>
                  <a:pt x="68" y="8"/>
                  <a:pt x="1" y="24"/>
                </a:cubicBezTo>
                <a:cubicBezTo>
                  <a:pt x="1" y="24"/>
                  <a:pt x="1471" y="1237"/>
                  <a:pt x="2224" y="1237"/>
                </a:cubicBezTo>
                <a:cubicBezTo>
                  <a:pt x="2380" y="1237"/>
                  <a:pt x="2505" y="1185"/>
                  <a:pt x="2580" y="1059"/>
                </a:cubicBezTo>
                <a:cubicBezTo>
                  <a:pt x="2972" y="416"/>
                  <a:pt x="1108" y="0"/>
                  <a:pt x="27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1" name="Google Shape;2581;p23"/>
          <p:cNvSpPr/>
          <p:nvPr/>
        </p:nvSpPr>
        <p:spPr>
          <a:xfrm rot="-7115392">
            <a:off x="921943" y="3771414"/>
            <a:ext cx="154481" cy="211314"/>
          </a:xfrm>
          <a:custGeom>
            <a:avLst/>
            <a:gdLst/>
            <a:ahLst/>
            <a:cxnLst/>
            <a:rect l="l" t="t" r="r" b="b"/>
            <a:pathLst>
              <a:path w="1919" h="2625" extrusionOk="0">
                <a:moveTo>
                  <a:pt x="107" y="0"/>
                </a:moveTo>
                <a:lnTo>
                  <a:pt x="107" y="0"/>
                </a:lnTo>
                <a:cubicBezTo>
                  <a:pt x="0" y="508"/>
                  <a:pt x="397" y="2624"/>
                  <a:pt x="1022" y="2624"/>
                </a:cubicBezTo>
                <a:cubicBezTo>
                  <a:pt x="1078" y="2624"/>
                  <a:pt x="1136" y="2607"/>
                  <a:pt x="1195" y="2571"/>
                </a:cubicBezTo>
                <a:cubicBezTo>
                  <a:pt x="1918" y="2116"/>
                  <a:pt x="107" y="0"/>
                  <a:pt x="107" y="0"/>
                </a:cubicBezTo>
                <a:close/>
              </a:path>
            </a:pathLst>
          </a:custGeom>
          <a:solidFill>
            <a:srgbClr val="EE7B2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2" name="Google Shape;2582;p23"/>
          <p:cNvSpPr/>
          <p:nvPr/>
        </p:nvSpPr>
        <p:spPr>
          <a:xfrm rot="-7115392">
            <a:off x="885259" y="4003243"/>
            <a:ext cx="136207" cy="223631"/>
          </a:xfrm>
          <a:custGeom>
            <a:avLst/>
            <a:gdLst/>
            <a:ahLst/>
            <a:cxnLst/>
            <a:rect l="l" t="t" r="r" b="b"/>
            <a:pathLst>
              <a:path w="1692" h="2778" extrusionOk="0">
                <a:moveTo>
                  <a:pt x="1112" y="1"/>
                </a:moveTo>
                <a:cubicBezTo>
                  <a:pt x="740" y="425"/>
                  <a:pt x="1" y="2777"/>
                  <a:pt x="812" y="2777"/>
                </a:cubicBezTo>
                <a:cubicBezTo>
                  <a:pt x="819" y="2777"/>
                  <a:pt x="827" y="2777"/>
                  <a:pt x="835" y="2777"/>
                </a:cubicBezTo>
                <a:cubicBezTo>
                  <a:pt x="1692" y="2723"/>
                  <a:pt x="1112" y="1"/>
                  <a:pt x="1112" y="1"/>
                </a:cubicBezTo>
                <a:close/>
              </a:path>
            </a:pathLst>
          </a:custGeom>
          <a:solidFill>
            <a:srgbClr val="EE7B2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3" name="Google Shape;2583;p23"/>
          <p:cNvSpPr/>
          <p:nvPr/>
        </p:nvSpPr>
        <p:spPr>
          <a:xfrm rot="-7115392">
            <a:off x="709534" y="3975950"/>
            <a:ext cx="239570" cy="100062"/>
          </a:xfrm>
          <a:custGeom>
            <a:avLst/>
            <a:gdLst/>
            <a:ahLst/>
            <a:cxnLst/>
            <a:rect l="l" t="t" r="r" b="b"/>
            <a:pathLst>
              <a:path w="2976" h="1243" extrusionOk="0">
                <a:moveTo>
                  <a:pt x="258" y="0"/>
                </a:moveTo>
                <a:cubicBezTo>
                  <a:pt x="152" y="0"/>
                  <a:pt x="63" y="7"/>
                  <a:pt x="0" y="21"/>
                </a:cubicBezTo>
                <a:cubicBezTo>
                  <a:pt x="0" y="21"/>
                  <a:pt x="1479" y="1242"/>
                  <a:pt x="2233" y="1242"/>
                </a:cubicBezTo>
                <a:cubicBezTo>
                  <a:pt x="2389" y="1242"/>
                  <a:pt x="2514" y="1191"/>
                  <a:pt x="2588" y="1066"/>
                </a:cubicBezTo>
                <a:cubicBezTo>
                  <a:pt x="2976" y="417"/>
                  <a:pt x="1080" y="0"/>
                  <a:pt x="25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4" name="Google Shape;2584;p23"/>
          <p:cNvSpPr/>
          <p:nvPr/>
        </p:nvSpPr>
        <p:spPr>
          <a:xfrm rot="-7115392">
            <a:off x="826239" y="4096155"/>
            <a:ext cx="134436" cy="225402"/>
          </a:xfrm>
          <a:custGeom>
            <a:avLst/>
            <a:gdLst/>
            <a:ahLst/>
            <a:cxnLst/>
            <a:rect l="l" t="t" r="r" b="b"/>
            <a:pathLst>
              <a:path w="1670" h="2800" extrusionOk="0">
                <a:moveTo>
                  <a:pt x="777" y="0"/>
                </a:moveTo>
                <a:cubicBezTo>
                  <a:pt x="465" y="469"/>
                  <a:pt x="1" y="2800"/>
                  <a:pt x="753" y="2800"/>
                </a:cubicBezTo>
                <a:cubicBezTo>
                  <a:pt x="775" y="2800"/>
                  <a:pt x="798" y="2798"/>
                  <a:pt x="822" y="2794"/>
                </a:cubicBezTo>
                <a:cubicBezTo>
                  <a:pt x="1670" y="2642"/>
                  <a:pt x="777" y="0"/>
                  <a:pt x="777" y="0"/>
                </a:cubicBezTo>
                <a:close/>
              </a:path>
            </a:pathLst>
          </a:custGeom>
          <a:solidFill>
            <a:srgbClr val="EE7B2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5" name="Google Shape;2585;p23"/>
          <p:cNvSpPr/>
          <p:nvPr/>
        </p:nvSpPr>
        <p:spPr>
          <a:xfrm rot="-7115392">
            <a:off x="652156" y="4107829"/>
            <a:ext cx="237879" cy="83399"/>
          </a:xfrm>
          <a:custGeom>
            <a:avLst/>
            <a:gdLst/>
            <a:ahLst/>
            <a:cxnLst/>
            <a:rect l="l" t="t" r="r" b="b"/>
            <a:pathLst>
              <a:path w="2955" h="1036" extrusionOk="0">
                <a:moveTo>
                  <a:pt x="696" y="1"/>
                </a:moveTo>
                <a:cubicBezTo>
                  <a:pt x="391" y="1"/>
                  <a:pt x="134" y="27"/>
                  <a:pt x="0" y="73"/>
                </a:cubicBezTo>
                <a:cubicBezTo>
                  <a:pt x="0" y="73"/>
                  <a:pt x="1483" y="1035"/>
                  <a:pt x="2263" y="1035"/>
                </a:cubicBezTo>
                <a:cubicBezTo>
                  <a:pt x="2462" y="1035"/>
                  <a:pt x="2616" y="972"/>
                  <a:pt x="2687" y="814"/>
                </a:cubicBezTo>
                <a:cubicBezTo>
                  <a:pt x="2955" y="232"/>
                  <a:pt x="1611" y="1"/>
                  <a:pt x="69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6" name="Google Shape;2586;p23"/>
          <p:cNvSpPr/>
          <p:nvPr/>
        </p:nvSpPr>
        <p:spPr>
          <a:xfrm rot="-7115392">
            <a:off x="778581" y="4193201"/>
            <a:ext cx="130814" cy="223389"/>
          </a:xfrm>
          <a:custGeom>
            <a:avLst/>
            <a:gdLst/>
            <a:ahLst/>
            <a:cxnLst/>
            <a:rect l="l" t="t" r="r" b="b"/>
            <a:pathLst>
              <a:path w="1625" h="2775" extrusionOk="0">
                <a:moveTo>
                  <a:pt x="446" y="0"/>
                </a:moveTo>
                <a:cubicBezTo>
                  <a:pt x="199" y="477"/>
                  <a:pt x="1" y="2775"/>
                  <a:pt x="697" y="2775"/>
                </a:cubicBezTo>
                <a:cubicBezTo>
                  <a:pt x="730" y="2775"/>
                  <a:pt x="765" y="2769"/>
                  <a:pt x="803" y="2758"/>
                </a:cubicBezTo>
                <a:cubicBezTo>
                  <a:pt x="1624" y="2526"/>
                  <a:pt x="446" y="1"/>
                  <a:pt x="446" y="0"/>
                </a:cubicBezTo>
                <a:close/>
              </a:path>
            </a:pathLst>
          </a:custGeom>
          <a:solidFill>
            <a:srgbClr val="EE7B2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7" name="Google Shape;2587;p23"/>
          <p:cNvSpPr/>
          <p:nvPr/>
        </p:nvSpPr>
        <p:spPr>
          <a:xfrm rot="-7115392">
            <a:off x="605645" y="4238930"/>
            <a:ext cx="234176" cy="72853"/>
          </a:xfrm>
          <a:custGeom>
            <a:avLst/>
            <a:gdLst/>
            <a:ahLst/>
            <a:cxnLst/>
            <a:rect l="l" t="t" r="r" b="b"/>
            <a:pathLst>
              <a:path w="2909" h="905" extrusionOk="0">
                <a:moveTo>
                  <a:pt x="1338" y="1"/>
                </a:moveTo>
                <a:cubicBezTo>
                  <a:pt x="777" y="1"/>
                  <a:pt x="216" y="81"/>
                  <a:pt x="0" y="186"/>
                </a:cubicBezTo>
                <a:cubicBezTo>
                  <a:pt x="0" y="186"/>
                  <a:pt x="1424" y="905"/>
                  <a:pt x="2234" y="905"/>
                </a:cubicBezTo>
                <a:cubicBezTo>
                  <a:pt x="2495" y="905"/>
                  <a:pt x="2693" y="830"/>
                  <a:pt x="2758" y="632"/>
                </a:cubicBezTo>
                <a:cubicBezTo>
                  <a:pt x="2909" y="159"/>
                  <a:pt x="2123" y="1"/>
                  <a:pt x="133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8" name="Google Shape;2588;p23"/>
          <p:cNvSpPr/>
          <p:nvPr/>
        </p:nvSpPr>
        <p:spPr>
          <a:xfrm rot="-7115392">
            <a:off x="897977" y="4118618"/>
            <a:ext cx="79776" cy="140232"/>
          </a:xfrm>
          <a:custGeom>
            <a:avLst/>
            <a:gdLst/>
            <a:ahLst/>
            <a:cxnLst/>
            <a:rect l="l" t="t" r="r" b="b"/>
            <a:pathLst>
              <a:path w="991" h="1742" extrusionOk="0">
                <a:moveTo>
                  <a:pt x="527" y="1652"/>
                </a:moveTo>
                <a:cubicBezTo>
                  <a:pt x="991" y="1572"/>
                  <a:pt x="928" y="742"/>
                  <a:pt x="785" y="1"/>
                </a:cubicBezTo>
                <a:cubicBezTo>
                  <a:pt x="544" y="54"/>
                  <a:pt x="312" y="135"/>
                  <a:pt x="98" y="242"/>
                </a:cubicBezTo>
                <a:cubicBezTo>
                  <a:pt x="0" y="991"/>
                  <a:pt x="54" y="1741"/>
                  <a:pt x="527" y="1652"/>
                </a:cubicBezTo>
                <a:close/>
              </a:path>
            </a:pathLst>
          </a:custGeom>
          <a:gradFill>
            <a:gsLst>
              <a:gs pos="0">
                <a:srgbClr val="FFFFFF">
                  <a:alpha val="0"/>
                </a:srgbClr>
              </a:gs>
              <a:gs pos="100000">
                <a:srgbClr val="FFFFFF">
                  <a:alpha val="2196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9" name="Google Shape;2589;p23"/>
          <p:cNvSpPr/>
          <p:nvPr/>
        </p:nvSpPr>
        <p:spPr>
          <a:xfrm rot="-7115392">
            <a:off x="803478" y="3798951"/>
            <a:ext cx="326994" cy="389462"/>
          </a:xfrm>
          <a:custGeom>
            <a:avLst/>
            <a:gdLst/>
            <a:ahLst/>
            <a:cxnLst/>
            <a:rect l="l" t="t" r="r" b="b"/>
            <a:pathLst>
              <a:path w="4062" h="4838" extrusionOk="0">
                <a:moveTo>
                  <a:pt x="4061" y="2562"/>
                </a:moveTo>
                <a:cubicBezTo>
                  <a:pt x="4035" y="2258"/>
                  <a:pt x="3954" y="1964"/>
                  <a:pt x="3820" y="1687"/>
                </a:cubicBezTo>
                <a:cubicBezTo>
                  <a:pt x="3214" y="1419"/>
                  <a:pt x="2267" y="1286"/>
                  <a:pt x="1857" y="1330"/>
                </a:cubicBezTo>
                <a:lnTo>
                  <a:pt x="1830" y="1330"/>
                </a:lnTo>
                <a:cubicBezTo>
                  <a:pt x="1616" y="964"/>
                  <a:pt x="1393" y="607"/>
                  <a:pt x="1161" y="268"/>
                </a:cubicBezTo>
                <a:lnTo>
                  <a:pt x="1188" y="268"/>
                </a:lnTo>
                <a:cubicBezTo>
                  <a:pt x="1687" y="661"/>
                  <a:pt x="3124" y="1705"/>
                  <a:pt x="3553" y="1232"/>
                </a:cubicBezTo>
                <a:cubicBezTo>
                  <a:pt x="3214" y="768"/>
                  <a:pt x="2749" y="420"/>
                  <a:pt x="2214" y="215"/>
                </a:cubicBezTo>
                <a:cubicBezTo>
                  <a:pt x="1750" y="125"/>
                  <a:pt x="1286" y="90"/>
                  <a:pt x="1063" y="125"/>
                </a:cubicBezTo>
                <a:cubicBezTo>
                  <a:pt x="1027" y="81"/>
                  <a:pt x="1000" y="45"/>
                  <a:pt x="973" y="0"/>
                </a:cubicBezTo>
                <a:lnTo>
                  <a:pt x="857" y="0"/>
                </a:lnTo>
                <a:cubicBezTo>
                  <a:pt x="902" y="54"/>
                  <a:pt x="947" y="116"/>
                  <a:pt x="982" y="170"/>
                </a:cubicBezTo>
                <a:cubicBezTo>
                  <a:pt x="973" y="179"/>
                  <a:pt x="964" y="188"/>
                  <a:pt x="964" y="206"/>
                </a:cubicBezTo>
                <a:lnTo>
                  <a:pt x="964" y="295"/>
                </a:lnTo>
                <a:cubicBezTo>
                  <a:pt x="581" y="946"/>
                  <a:pt x="1" y="2981"/>
                  <a:pt x="786" y="2928"/>
                </a:cubicBezTo>
                <a:cubicBezTo>
                  <a:pt x="1518" y="2892"/>
                  <a:pt x="1196" y="893"/>
                  <a:pt x="1089" y="313"/>
                </a:cubicBezTo>
                <a:cubicBezTo>
                  <a:pt x="1330" y="661"/>
                  <a:pt x="1553" y="1018"/>
                  <a:pt x="1759" y="1375"/>
                </a:cubicBezTo>
                <a:lnTo>
                  <a:pt x="1759" y="1446"/>
                </a:lnTo>
                <a:cubicBezTo>
                  <a:pt x="1375" y="2008"/>
                  <a:pt x="723" y="4195"/>
                  <a:pt x="1536" y="4150"/>
                </a:cubicBezTo>
                <a:cubicBezTo>
                  <a:pt x="2250" y="4106"/>
                  <a:pt x="1964" y="2214"/>
                  <a:pt x="1848" y="1580"/>
                </a:cubicBezTo>
                <a:lnTo>
                  <a:pt x="1848" y="1544"/>
                </a:lnTo>
                <a:cubicBezTo>
                  <a:pt x="1955" y="1741"/>
                  <a:pt x="2107" y="2026"/>
                  <a:pt x="2250" y="2303"/>
                </a:cubicBezTo>
                <a:cubicBezTo>
                  <a:pt x="2223" y="2990"/>
                  <a:pt x="2624" y="4838"/>
                  <a:pt x="3214" y="4766"/>
                </a:cubicBezTo>
                <a:cubicBezTo>
                  <a:pt x="3330" y="4659"/>
                  <a:pt x="3428" y="4543"/>
                  <a:pt x="3526" y="4427"/>
                </a:cubicBezTo>
                <a:cubicBezTo>
                  <a:pt x="3597" y="3695"/>
                  <a:pt x="2267" y="2151"/>
                  <a:pt x="2267" y="2151"/>
                </a:cubicBezTo>
                <a:lnTo>
                  <a:pt x="2267" y="2151"/>
                </a:lnTo>
                <a:cubicBezTo>
                  <a:pt x="2160" y="1919"/>
                  <a:pt x="2035" y="1687"/>
                  <a:pt x="1910" y="1455"/>
                </a:cubicBezTo>
                <a:cubicBezTo>
                  <a:pt x="2303" y="1776"/>
                  <a:pt x="3472" y="2633"/>
                  <a:pt x="4061" y="2562"/>
                </a:cubicBezTo>
                <a:close/>
              </a:path>
            </a:pathLst>
          </a:custGeom>
          <a:gradFill>
            <a:gsLst>
              <a:gs pos="0">
                <a:srgbClr val="FFFFFF">
                  <a:alpha val="0"/>
                </a:srgbClr>
              </a:gs>
              <a:gs pos="100000">
                <a:srgbClr val="FFFFFF">
                  <a:alpha val="2196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0" name="Google Shape;2590;p23"/>
          <p:cNvSpPr/>
          <p:nvPr/>
        </p:nvSpPr>
        <p:spPr>
          <a:xfrm rot="-7115392">
            <a:off x="914747" y="4243350"/>
            <a:ext cx="34535" cy="22379"/>
          </a:xfrm>
          <a:custGeom>
            <a:avLst/>
            <a:gdLst/>
            <a:ahLst/>
            <a:cxnLst/>
            <a:rect l="l" t="t" r="r" b="b"/>
            <a:pathLst>
              <a:path w="429" h="278" extrusionOk="0">
                <a:moveTo>
                  <a:pt x="179" y="250"/>
                </a:moveTo>
                <a:cubicBezTo>
                  <a:pt x="295" y="215"/>
                  <a:pt x="393" y="116"/>
                  <a:pt x="429" y="0"/>
                </a:cubicBezTo>
                <a:cubicBezTo>
                  <a:pt x="277" y="72"/>
                  <a:pt x="134" y="161"/>
                  <a:pt x="0" y="259"/>
                </a:cubicBezTo>
                <a:cubicBezTo>
                  <a:pt x="63" y="277"/>
                  <a:pt x="116" y="268"/>
                  <a:pt x="179" y="250"/>
                </a:cubicBezTo>
                <a:close/>
              </a:path>
            </a:pathLst>
          </a:custGeom>
          <a:gradFill>
            <a:gsLst>
              <a:gs pos="0">
                <a:srgbClr val="FFFFFF">
                  <a:alpha val="0"/>
                </a:srgbClr>
              </a:gs>
              <a:gs pos="100000">
                <a:srgbClr val="FFFFFF">
                  <a:alpha val="2196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1" name="Google Shape;2591;p23"/>
          <p:cNvSpPr/>
          <p:nvPr/>
        </p:nvSpPr>
        <p:spPr>
          <a:xfrm rot="-7115392">
            <a:off x="954846" y="3788851"/>
            <a:ext cx="106341" cy="213568"/>
          </a:xfrm>
          <a:custGeom>
            <a:avLst/>
            <a:gdLst/>
            <a:ahLst/>
            <a:cxnLst/>
            <a:rect l="l" t="t" r="r" b="b"/>
            <a:pathLst>
              <a:path w="1321" h="2653" extrusionOk="0">
                <a:moveTo>
                  <a:pt x="1259" y="1911"/>
                </a:moveTo>
                <a:cubicBezTo>
                  <a:pt x="1294" y="2027"/>
                  <a:pt x="1321" y="2152"/>
                  <a:pt x="1321" y="2277"/>
                </a:cubicBezTo>
                <a:cubicBezTo>
                  <a:pt x="1321" y="2152"/>
                  <a:pt x="1303" y="2027"/>
                  <a:pt x="1259" y="1911"/>
                </a:cubicBezTo>
                <a:close/>
                <a:moveTo>
                  <a:pt x="47" y="1"/>
                </a:moveTo>
                <a:cubicBezTo>
                  <a:pt x="36" y="1"/>
                  <a:pt x="23" y="8"/>
                  <a:pt x="18" y="19"/>
                </a:cubicBezTo>
                <a:cubicBezTo>
                  <a:pt x="0" y="153"/>
                  <a:pt x="0" y="287"/>
                  <a:pt x="9" y="421"/>
                </a:cubicBezTo>
                <a:cubicBezTo>
                  <a:pt x="18" y="546"/>
                  <a:pt x="36" y="680"/>
                  <a:pt x="54" y="805"/>
                </a:cubicBezTo>
                <a:cubicBezTo>
                  <a:pt x="98" y="1064"/>
                  <a:pt x="161" y="1322"/>
                  <a:pt x="232" y="1572"/>
                </a:cubicBezTo>
                <a:cubicBezTo>
                  <a:pt x="304" y="1822"/>
                  <a:pt x="411" y="2063"/>
                  <a:pt x="536" y="2286"/>
                </a:cubicBezTo>
                <a:cubicBezTo>
                  <a:pt x="598" y="2402"/>
                  <a:pt x="687" y="2500"/>
                  <a:pt x="785" y="2581"/>
                </a:cubicBezTo>
                <a:cubicBezTo>
                  <a:pt x="839" y="2625"/>
                  <a:pt x="902" y="2643"/>
                  <a:pt x="973" y="2652"/>
                </a:cubicBezTo>
                <a:cubicBezTo>
                  <a:pt x="1035" y="2643"/>
                  <a:pt x="1097" y="2626"/>
                  <a:pt x="1150" y="2591"/>
                </a:cubicBezTo>
                <a:lnTo>
                  <a:pt x="1150" y="2591"/>
                </a:lnTo>
                <a:cubicBezTo>
                  <a:pt x="1097" y="2626"/>
                  <a:pt x="1035" y="2643"/>
                  <a:pt x="973" y="2643"/>
                </a:cubicBezTo>
                <a:cubicBezTo>
                  <a:pt x="902" y="2634"/>
                  <a:pt x="839" y="2617"/>
                  <a:pt x="794" y="2581"/>
                </a:cubicBezTo>
                <a:cubicBezTo>
                  <a:pt x="687" y="2500"/>
                  <a:pt x="607" y="2393"/>
                  <a:pt x="545" y="2286"/>
                </a:cubicBezTo>
                <a:cubicBezTo>
                  <a:pt x="420" y="2054"/>
                  <a:pt x="321" y="1813"/>
                  <a:pt x="259" y="1563"/>
                </a:cubicBezTo>
                <a:cubicBezTo>
                  <a:pt x="188" y="1305"/>
                  <a:pt x="134" y="1055"/>
                  <a:pt x="98" y="796"/>
                </a:cubicBezTo>
                <a:cubicBezTo>
                  <a:pt x="80" y="671"/>
                  <a:pt x="63" y="537"/>
                  <a:pt x="63" y="412"/>
                </a:cubicBezTo>
                <a:cubicBezTo>
                  <a:pt x="48" y="307"/>
                  <a:pt x="51" y="196"/>
                  <a:pt x="64" y="89"/>
                </a:cubicBezTo>
                <a:lnTo>
                  <a:pt x="64" y="89"/>
                </a:lnTo>
                <a:cubicBezTo>
                  <a:pt x="212" y="264"/>
                  <a:pt x="359" y="445"/>
                  <a:pt x="491" y="626"/>
                </a:cubicBezTo>
                <a:cubicBezTo>
                  <a:pt x="643" y="823"/>
                  <a:pt x="785" y="1028"/>
                  <a:pt x="919" y="1242"/>
                </a:cubicBezTo>
                <a:cubicBezTo>
                  <a:pt x="1053" y="1447"/>
                  <a:pt x="1169" y="1670"/>
                  <a:pt x="1259" y="1911"/>
                </a:cubicBezTo>
                <a:cubicBezTo>
                  <a:pt x="1178" y="1670"/>
                  <a:pt x="1071" y="1447"/>
                  <a:pt x="937" y="1233"/>
                </a:cubicBezTo>
                <a:cubicBezTo>
                  <a:pt x="687" y="796"/>
                  <a:pt x="393" y="394"/>
                  <a:pt x="63" y="10"/>
                </a:cubicBezTo>
                <a:cubicBezTo>
                  <a:pt x="59" y="4"/>
                  <a:pt x="53" y="1"/>
                  <a:pt x="47" y="1"/>
                </a:cubicBezTo>
                <a:close/>
              </a:path>
            </a:pathLst>
          </a:custGeom>
          <a:gradFill>
            <a:gsLst>
              <a:gs pos="0">
                <a:srgbClr val="FFFFFF">
                  <a:alpha val="0"/>
                </a:srgbClr>
              </a:gs>
              <a:gs pos="100000">
                <a:srgbClr val="FFFFFF">
                  <a:alpha val="2196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2" name="Google Shape;2592;p23"/>
          <p:cNvSpPr/>
          <p:nvPr/>
        </p:nvSpPr>
        <p:spPr>
          <a:xfrm rot="-7115392">
            <a:off x="973089" y="3901039"/>
            <a:ext cx="71163" cy="224919"/>
          </a:xfrm>
          <a:custGeom>
            <a:avLst/>
            <a:gdLst/>
            <a:ahLst/>
            <a:cxnLst/>
            <a:rect l="l" t="t" r="r" b="b"/>
            <a:pathLst>
              <a:path w="884" h="2794" extrusionOk="0">
                <a:moveTo>
                  <a:pt x="669" y="0"/>
                </a:moveTo>
                <a:cubicBezTo>
                  <a:pt x="663" y="0"/>
                  <a:pt x="656" y="2"/>
                  <a:pt x="652" y="7"/>
                </a:cubicBezTo>
                <a:cubicBezTo>
                  <a:pt x="571" y="114"/>
                  <a:pt x="500" y="221"/>
                  <a:pt x="455" y="346"/>
                </a:cubicBezTo>
                <a:cubicBezTo>
                  <a:pt x="393" y="462"/>
                  <a:pt x="348" y="578"/>
                  <a:pt x="304" y="703"/>
                </a:cubicBezTo>
                <a:cubicBezTo>
                  <a:pt x="214" y="953"/>
                  <a:pt x="143" y="1203"/>
                  <a:pt x="89" y="1453"/>
                </a:cubicBezTo>
                <a:cubicBezTo>
                  <a:pt x="36" y="1712"/>
                  <a:pt x="0" y="1970"/>
                  <a:pt x="9" y="2229"/>
                </a:cubicBezTo>
                <a:cubicBezTo>
                  <a:pt x="9" y="2363"/>
                  <a:pt x="36" y="2488"/>
                  <a:pt x="89" y="2613"/>
                </a:cubicBezTo>
                <a:cubicBezTo>
                  <a:pt x="116" y="2667"/>
                  <a:pt x="161" y="2720"/>
                  <a:pt x="214" y="2756"/>
                </a:cubicBezTo>
                <a:cubicBezTo>
                  <a:pt x="258" y="2778"/>
                  <a:pt x="315" y="2794"/>
                  <a:pt x="368" y="2794"/>
                </a:cubicBezTo>
                <a:cubicBezTo>
                  <a:pt x="379" y="2794"/>
                  <a:pt x="391" y="2793"/>
                  <a:pt x="402" y="2791"/>
                </a:cubicBezTo>
                <a:cubicBezTo>
                  <a:pt x="339" y="2791"/>
                  <a:pt x="277" y="2783"/>
                  <a:pt x="223" y="2747"/>
                </a:cubicBezTo>
                <a:cubicBezTo>
                  <a:pt x="161" y="2711"/>
                  <a:pt x="125" y="2667"/>
                  <a:pt x="98" y="2604"/>
                </a:cubicBezTo>
                <a:cubicBezTo>
                  <a:pt x="45" y="2488"/>
                  <a:pt x="18" y="2363"/>
                  <a:pt x="18" y="2229"/>
                </a:cubicBezTo>
                <a:cubicBezTo>
                  <a:pt x="27" y="1970"/>
                  <a:pt x="54" y="1712"/>
                  <a:pt x="125" y="1462"/>
                </a:cubicBezTo>
                <a:cubicBezTo>
                  <a:pt x="179" y="1212"/>
                  <a:pt x="259" y="962"/>
                  <a:pt x="348" y="721"/>
                </a:cubicBezTo>
                <a:cubicBezTo>
                  <a:pt x="393" y="596"/>
                  <a:pt x="437" y="471"/>
                  <a:pt x="500" y="364"/>
                </a:cubicBezTo>
                <a:cubicBezTo>
                  <a:pt x="538" y="266"/>
                  <a:pt x="595" y="167"/>
                  <a:pt x="655" y="80"/>
                </a:cubicBezTo>
                <a:lnTo>
                  <a:pt x="655" y="80"/>
                </a:lnTo>
                <a:cubicBezTo>
                  <a:pt x="702" y="304"/>
                  <a:pt x="735" y="534"/>
                  <a:pt x="768" y="757"/>
                </a:cubicBezTo>
                <a:cubicBezTo>
                  <a:pt x="803" y="1006"/>
                  <a:pt x="830" y="1247"/>
                  <a:pt x="848" y="1497"/>
                </a:cubicBezTo>
                <a:cubicBezTo>
                  <a:pt x="866" y="1747"/>
                  <a:pt x="857" y="1997"/>
                  <a:pt x="821" y="2247"/>
                </a:cubicBezTo>
                <a:cubicBezTo>
                  <a:pt x="803" y="2363"/>
                  <a:pt x="759" y="2488"/>
                  <a:pt x="696" y="2595"/>
                </a:cubicBezTo>
                <a:cubicBezTo>
                  <a:pt x="634" y="2702"/>
                  <a:pt x="527" y="2783"/>
                  <a:pt x="402" y="2791"/>
                </a:cubicBezTo>
                <a:cubicBezTo>
                  <a:pt x="527" y="2783"/>
                  <a:pt x="634" y="2711"/>
                  <a:pt x="705" y="2604"/>
                </a:cubicBezTo>
                <a:cubicBezTo>
                  <a:pt x="768" y="2497"/>
                  <a:pt x="803" y="2381"/>
                  <a:pt x="821" y="2256"/>
                </a:cubicBezTo>
                <a:cubicBezTo>
                  <a:pt x="866" y="2006"/>
                  <a:pt x="884" y="1756"/>
                  <a:pt x="875" y="1506"/>
                </a:cubicBezTo>
                <a:cubicBezTo>
                  <a:pt x="857" y="1006"/>
                  <a:pt x="794" y="516"/>
                  <a:pt x="696" y="25"/>
                </a:cubicBezTo>
                <a:cubicBezTo>
                  <a:pt x="696" y="16"/>
                  <a:pt x="687" y="7"/>
                  <a:pt x="687" y="7"/>
                </a:cubicBezTo>
                <a:cubicBezTo>
                  <a:pt x="683" y="2"/>
                  <a:pt x="676" y="0"/>
                  <a:pt x="669" y="0"/>
                </a:cubicBezTo>
                <a:close/>
              </a:path>
            </a:pathLst>
          </a:custGeom>
          <a:solidFill>
            <a:srgbClr val="CB47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3" name="Google Shape;2593;p23"/>
          <p:cNvSpPr/>
          <p:nvPr/>
        </p:nvSpPr>
        <p:spPr>
          <a:xfrm rot="-7115392">
            <a:off x="785339" y="3885662"/>
            <a:ext cx="214937" cy="102155"/>
          </a:xfrm>
          <a:custGeom>
            <a:avLst/>
            <a:gdLst/>
            <a:ahLst/>
            <a:cxnLst/>
            <a:rect l="l" t="t" r="r" b="b"/>
            <a:pathLst>
              <a:path w="2670" h="1269" extrusionOk="0">
                <a:moveTo>
                  <a:pt x="380" y="1"/>
                </a:moveTo>
                <a:cubicBezTo>
                  <a:pt x="253" y="1"/>
                  <a:pt x="126" y="12"/>
                  <a:pt x="1" y="34"/>
                </a:cubicBezTo>
                <a:cubicBezTo>
                  <a:pt x="110" y="18"/>
                  <a:pt x="222" y="11"/>
                  <a:pt x="333" y="11"/>
                </a:cubicBezTo>
                <a:cubicBezTo>
                  <a:pt x="476" y="11"/>
                  <a:pt x="619" y="23"/>
                  <a:pt x="759" y="43"/>
                </a:cubicBezTo>
                <a:cubicBezTo>
                  <a:pt x="1009" y="79"/>
                  <a:pt x="1259" y="132"/>
                  <a:pt x="1500" y="195"/>
                </a:cubicBezTo>
                <a:cubicBezTo>
                  <a:pt x="1750" y="257"/>
                  <a:pt x="1982" y="346"/>
                  <a:pt x="2214" y="453"/>
                </a:cubicBezTo>
                <a:cubicBezTo>
                  <a:pt x="2321" y="516"/>
                  <a:pt x="2428" y="587"/>
                  <a:pt x="2509" y="677"/>
                </a:cubicBezTo>
                <a:cubicBezTo>
                  <a:pt x="2598" y="766"/>
                  <a:pt x="2634" y="891"/>
                  <a:pt x="2589" y="1007"/>
                </a:cubicBezTo>
                <a:cubicBezTo>
                  <a:pt x="2544" y="1114"/>
                  <a:pt x="2437" y="1194"/>
                  <a:pt x="2321" y="1212"/>
                </a:cubicBezTo>
                <a:cubicBezTo>
                  <a:pt x="2280" y="1218"/>
                  <a:pt x="2238" y="1221"/>
                  <a:pt x="2197" y="1221"/>
                </a:cubicBezTo>
                <a:cubicBezTo>
                  <a:pt x="2114" y="1221"/>
                  <a:pt x="2033" y="1209"/>
                  <a:pt x="1955" y="1185"/>
                </a:cubicBezTo>
                <a:cubicBezTo>
                  <a:pt x="1714" y="1105"/>
                  <a:pt x="1482" y="1007"/>
                  <a:pt x="1259" y="882"/>
                </a:cubicBezTo>
                <a:cubicBezTo>
                  <a:pt x="1036" y="757"/>
                  <a:pt x="822" y="614"/>
                  <a:pt x="617" y="480"/>
                </a:cubicBezTo>
                <a:cubicBezTo>
                  <a:pt x="402" y="337"/>
                  <a:pt x="197" y="186"/>
                  <a:pt x="1" y="34"/>
                </a:cubicBezTo>
                <a:lnTo>
                  <a:pt x="1" y="34"/>
                </a:lnTo>
                <a:cubicBezTo>
                  <a:pt x="385" y="355"/>
                  <a:pt x="804" y="650"/>
                  <a:pt x="1241" y="909"/>
                </a:cubicBezTo>
                <a:cubicBezTo>
                  <a:pt x="1464" y="1043"/>
                  <a:pt x="1697" y="1150"/>
                  <a:pt x="1937" y="1221"/>
                </a:cubicBezTo>
                <a:cubicBezTo>
                  <a:pt x="2034" y="1256"/>
                  <a:pt x="2137" y="1269"/>
                  <a:pt x="2240" y="1269"/>
                </a:cubicBezTo>
                <a:cubicBezTo>
                  <a:pt x="2270" y="1269"/>
                  <a:pt x="2300" y="1268"/>
                  <a:pt x="2330" y="1266"/>
                </a:cubicBezTo>
                <a:cubicBezTo>
                  <a:pt x="2464" y="1239"/>
                  <a:pt x="2580" y="1150"/>
                  <a:pt x="2634" y="1025"/>
                </a:cubicBezTo>
                <a:cubicBezTo>
                  <a:pt x="2660" y="962"/>
                  <a:pt x="2669" y="891"/>
                  <a:pt x="2651" y="819"/>
                </a:cubicBezTo>
                <a:cubicBezTo>
                  <a:pt x="2634" y="757"/>
                  <a:pt x="2598" y="694"/>
                  <a:pt x="2553" y="650"/>
                </a:cubicBezTo>
                <a:cubicBezTo>
                  <a:pt x="2455" y="552"/>
                  <a:pt x="2348" y="480"/>
                  <a:pt x="2232" y="427"/>
                </a:cubicBezTo>
                <a:cubicBezTo>
                  <a:pt x="2000" y="311"/>
                  <a:pt x="1759" y="221"/>
                  <a:pt x="1509" y="168"/>
                </a:cubicBezTo>
                <a:cubicBezTo>
                  <a:pt x="1268" y="105"/>
                  <a:pt x="1018" y="61"/>
                  <a:pt x="759" y="34"/>
                </a:cubicBezTo>
                <a:cubicBezTo>
                  <a:pt x="634" y="12"/>
                  <a:pt x="507" y="1"/>
                  <a:pt x="380" y="1"/>
                </a:cubicBezTo>
                <a:close/>
              </a:path>
            </a:pathLst>
          </a:custGeom>
          <a:solidFill>
            <a:srgbClr val="CB47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4" name="Google Shape;2594;p23"/>
          <p:cNvSpPr/>
          <p:nvPr/>
        </p:nvSpPr>
        <p:spPr>
          <a:xfrm rot="-7115392">
            <a:off x="916169" y="3999586"/>
            <a:ext cx="74061" cy="225804"/>
          </a:xfrm>
          <a:custGeom>
            <a:avLst/>
            <a:gdLst/>
            <a:ahLst/>
            <a:cxnLst/>
            <a:rect l="l" t="t" r="r" b="b"/>
            <a:pathLst>
              <a:path w="920" h="2805" extrusionOk="0">
                <a:moveTo>
                  <a:pt x="697" y="1"/>
                </a:moveTo>
                <a:lnTo>
                  <a:pt x="697" y="1"/>
                </a:lnTo>
                <a:cubicBezTo>
                  <a:pt x="545" y="206"/>
                  <a:pt x="420" y="438"/>
                  <a:pt x="331" y="679"/>
                </a:cubicBezTo>
                <a:cubicBezTo>
                  <a:pt x="242" y="911"/>
                  <a:pt x="170" y="1161"/>
                  <a:pt x="108" y="1411"/>
                </a:cubicBezTo>
                <a:cubicBezTo>
                  <a:pt x="45" y="1652"/>
                  <a:pt x="9" y="1911"/>
                  <a:pt x="1" y="2170"/>
                </a:cubicBezTo>
                <a:cubicBezTo>
                  <a:pt x="1" y="2295"/>
                  <a:pt x="18" y="2429"/>
                  <a:pt x="63" y="2554"/>
                </a:cubicBezTo>
                <a:cubicBezTo>
                  <a:pt x="81" y="2616"/>
                  <a:pt x="125" y="2670"/>
                  <a:pt x="170" y="2723"/>
                </a:cubicBezTo>
                <a:cubicBezTo>
                  <a:pt x="224" y="2768"/>
                  <a:pt x="286" y="2795"/>
                  <a:pt x="358" y="2803"/>
                </a:cubicBezTo>
                <a:cubicBezTo>
                  <a:pt x="367" y="2804"/>
                  <a:pt x="376" y="2804"/>
                  <a:pt x="385" y="2804"/>
                </a:cubicBezTo>
                <a:cubicBezTo>
                  <a:pt x="517" y="2804"/>
                  <a:pt x="639" y="2743"/>
                  <a:pt x="715" y="2643"/>
                </a:cubicBezTo>
                <a:cubicBezTo>
                  <a:pt x="786" y="2527"/>
                  <a:pt x="839" y="2411"/>
                  <a:pt x="857" y="2277"/>
                </a:cubicBezTo>
                <a:cubicBezTo>
                  <a:pt x="902" y="2027"/>
                  <a:pt x="920" y="1768"/>
                  <a:pt x="902" y="1509"/>
                </a:cubicBezTo>
                <a:cubicBezTo>
                  <a:pt x="875" y="1001"/>
                  <a:pt x="804" y="501"/>
                  <a:pt x="697" y="1"/>
                </a:cubicBezTo>
                <a:lnTo>
                  <a:pt x="697" y="1"/>
                </a:lnTo>
                <a:cubicBezTo>
                  <a:pt x="741" y="251"/>
                  <a:pt x="777" y="501"/>
                  <a:pt x="804" y="760"/>
                </a:cubicBezTo>
                <a:cubicBezTo>
                  <a:pt x="839" y="1010"/>
                  <a:pt x="857" y="1259"/>
                  <a:pt x="866" y="1518"/>
                </a:cubicBezTo>
                <a:cubicBezTo>
                  <a:pt x="875" y="1768"/>
                  <a:pt x="857" y="2018"/>
                  <a:pt x="813" y="2268"/>
                </a:cubicBezTo>
                <a:cubicBezTo>
                  <a:pt x="786" y="2393"/>
                  <a:pt x="741" y="2509"/>
                  <a:pt x="670" y="2607"/>
                </a:cubicBezTo>
                <a:cubicBezTo>
                  <a:pt x="604" y="2698"/>
                  <a:pt x="499" y="2751"/>
                  <a:pt x="392" y="2751"/>
                </a:cubicBezTo>
                <a:cubicBezTo>
                  <a:pt x="383" y="2751"/>
                  <a:pt x="375" y="2751"/>
                  <a:pt x="366" y="2750"/>
                </a:cubicBezTo>
                <a:cubicBezTo>
                  <a:pt x="242" y="2732"/>
                  <a:pt x="143" y="2652"/>
                  <a:pt x="108" y="2536"/>
                </a:cubicBezTo>
                <a:cubicBezTo>
                  <a:pt x="72" y="2411"/>
                  <a:pt x="54" y="2286"/>
                  <a:pt x="54" y="2170"/>
                </a:cubicBezTo>
                <a:cubicBezTo>
                  <a:pt x="63" y="1911"/>
                  <a:pt x="99" y="1661"/>
                  <a:pt x="152" y="1420"/>
                </a:cubicBezTo>
                <a:cubicBezTo>
                  <a:pt x="206" y="1170"/>
                  <a:pt x="277" y="920"/>
                  <a:pt x="366" y="688"/>
                </a:cubicBezTo>
                <a:cubicBezTo>
                  <a:pt x="438" y="438"/>
                  <a:pt x="554" y="215"/>
                  <a:pt x="697" y="1"/>
                </a:cubicBezTo>
                <a:close/>
              </a:path>
            </a:pathLst>
          </a:custGeom>
          <a:solidFill>
            <a:srgbClr val="CB47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5" name="Google Shape;2595;p23"/>
          <p:cNvSpPr/>
          <p:nvPr/>
        </p:nvSpPr>
        <p:spPr>
          <a:xfrm rot="-7115392">
            <a:off x="728263" y="3985543"/>
            <a:ext cx="214856" cy="102075"/>
          </a:xfrm>
          <a:custGeom>
            <a:avLst/>
            <a:gdLst/>
            <a:ahLst/>
            <a:cxnLst/>
            <a:rect l="l" t="t" r="r" b="b"/>
            <a:pathLst>
              <a:path w="2669" h="1268" extrusionOk="0">
                <a:moveTo>
                  <a:pt x="384" y="1"/>
                </a:moveTo>
                <a:cubicBezTo>
                  <a:pt x="257" y="1"/>
                  <a:pt x="129" y="9"/>
                  <a:pt x="0" y="27"/>
                </a:cubicBezTo>
                <a:cubicBezTo>
                  <a:pt x="97" y="17"/>
                  <a:pt x="193" y="12"/>
                  <a:pt x="288" y="12"/>
                </a:cubicBezTo>
                <a:cubicBezTo>
                  <a:pt x="446" y="12"/>
                  <a:pt x="603" y="26"/>
                  <a:pt x="759" y="54"/>
                </a:cubicBezTo>
                <a:cubicBezTo>
                  <a:pt x="1009" y="81"/>
                  <a:pt x="1258" y="134"/>
                  <a:pt x="1508" y="197"/>
                </a:cubicBezTo>
                <a:cubicBezTo>
                  <a:pt x="1749" y="259"/>
                  <a:pt x="1990" y="349"/>
                  <a:pt x="2213" y="456"/>
                </a:cubicBezTo>
                <a:cubicBezTo>
                  <a:pt x="2329" y="518"/>
                  <a:pt x="2428" y="590"/>
                  <a:pt x="2517" y="679"/>
                </a:cubicBezTo>
                <a:cubicBezTo>
                  <a:pt x="2606" y="768"/>
                  <a:pt x="2633" y="893"/>
                  <a:pt x="2588" y="1009"/>
                </a:cubicBezTo>
                <a:cubicBezTo>
                  <a:pt x="2544" y="1116"/>
                  <a:pt x="2446" y="1196"/>
                  <a:pt x="2321" y="1214"/>
                </a:cubicBezTo>
                <a:cubicBezTo>
                  <a:pt x="2289" y="1219"/>
                  <a:pt x="2258" y="1221"/>
                  <a:pt x="2226" y="1221"/>
                </a:cubicBezTo>
                <a:cubicBezTo>
                  <a:pt x="2138" y="1221"/>
                  <a:pt x="2046" y="1205"/>
                  <a:pt x="1955" y="1179"/>
                </a:cubicBezTo>
                <a:cubicBezTo>
                  <a:pt x="1714" y="1107"/>
                  <a:pt x="1482" y="1009"/>
                  <a:pt x="1267" y="884"/>
                </a:cubicBezTo>
                <a:cubicBezTo>
                  <a:pt x="1044" y="759"/>
                  <a:pt x="830" y="616"/>
                  <a:pt x="616" y="474"/>
                </a:cubicBezTo>
                <a:cubicBezTo>
                  <a:pt x="411" y="340"/>
                  <a:pt x="205" y="188"/>
                  <a:pt x="0" y="27"/>
                </a:cubicBezTo>
                <a:lnTo>
                  <a:pt x="0" y="27"/>
                </a:lnTo>
                <a:cubicBezTo>
                  <a:pt x="393" y="358"/>
                  <a:pt x="803" y="652"/>
                  <a:pt x="1250" y="911"/>
                </a:cubicBezTo>
                <a:cubicBezTo>
                  <a:pt x="1464" y="1045"/>
                  <a:pt x="1696" y="1152"/>
                  <a:pt x="1946" y="1223"/>
                </a:cubicBezTo>
                <a:cubicBezTo>
                  <a:pt x="2031" y="1254"/>
                  <a:pt x="2121" y="1268"/>
                  <a:pt x="2209" y="1268"/>
                </a:cubicBezTo>
                <a:cubicBezTo>
                  <a:pt x="2249" y="1268"/>
                  <a:pt x="2290" y="1265"/>
                  <a:pt x="2329" y="1259"/>
                </a:cubicBezTo>
                <a:cubicBezTo>
                  <a:pt x="2472" y="1241"/>
                  <a:pt x="2588" y="1152"/>
                  <a:pt x="2642" y="1027"/>
                </a:cubicBezTo>
                <a:cubicBezTo>
                  <a:pt x="2669" y="955"/>
                  <a:pt x="2669" y="884"/>
                  <a:pt x="2651" y="822"/>
                </a:cubicBezTo>
                <a:cubicBezTo>
                  <a:pt x="2633" y="759"/>
                  <a:pt x="2597" y="697"/>
                  <a:pt x="2553" y="643"/>
                </a:cubicBezTo>
                <a:cubicBezTo>
                  <a:pt x="2463" y="554"/>
                  <a:pt x="2356" y="482"/>
                  <a:pt x="2240" y="420"/>
                </a:cubicBezTo>
                <a:cubicBezTo>
                  <a:pt x="2008" y="313"/>
                  <a:pt x="1767" y="224"/>
                  <a:pt x="1517" y="170"/>
                </a:cubicBezTo>
                <a:cubicBezTo>
                  <a:pt x="1267" y="108"/>
                  <a:pt x="1018" y="63"/>
                  <a:pt x="768" y="27"/>
                </a:cubicBezTo>
                <a:cubicBezTo>
                  <a:pt x="638" y="9"/>
                  <a:pt x="511" y="1"/>
                  <a:pt x="384" y="1"/>
                </a:cubicBezTo>
                <a:close/>
              </a:path>
            </a:pathLst>
          </a:custGeom>
          <a:solidFill>
            <a:srgbClr val="CB47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6" name="Google Shape;2596;p23"/>
          <p:cNvSpPr/>
          <p:nvPr/>
        </p:nvSpPr>
        <p:spPr>
          <a:xfrm rot="-7115392">
            <a:off x="860797" y="4099641"/>
            <a:ext cx="71968" cy="227092"/>
          </a:xfrm>
          <a:custGeom>
            <a:avLst/>
            <a:gdLst/>
            <a:ahLst/>
            <a:cxnLst/>
            <a:rect l="l" t="t" r="r" b="b"/>
            <a:pathLst>
              <a:path w="894" h="2821" extrusionOk="0">
                <a:moveTo>
                  <a:pt x="456" y="0"/>
                </a:moveTo>
                <a:cubicBezTo>
                  <a:pt x="527" y="241"/>
                  <a:pt x="590" y="491"/>
                  <a:pt x="652" y="741"/>
                </a:cubicBezTo>
                <a:cubicBezTo>
                  <a:pt x="715" y="982"/>
                  <a:pt x="759" y="1232"/>
                  <a:pt x="795" y="1482"/>
                </a:cubicBezTo>
                <a:cubicBezTo>
                  <a:pt x="840" y="1732"/>
                  <a:pt x="849" y="1991"/>
                  <a:pt x="831" y="2240"/>
                </a:cubicBezTo>
                <a:cubicBezTo>
                  <a:pt x="822" y="2365"/>
                  <a:pt x="786" y="2481"/>
                  <a:pt x="733" y="2597"/>
                </a:cubicBezTo>
                <a:cubicBezTo>
                  <a:pt x="670" y="2705"/>
                  <a:pt x="563" y="2767"/>
                  <a:pt x="438" y="2767"/>
                </a:cubicBezTo>
                <a:cubicBezTo>
                  <a:pt x="322" y="2767"/>
                  <a:pt x="206" y="2696"/>
                  <a:pt x="161" y="2580"/>
                </a:cubicBezTo>
                <a:cubicBezTo>
                  <a:pt x="108" y="2472"/>
                  <a:pt x="81" y="2348"/>
                  <a:pt x="72" y="2223"/>
                </a:cubicBezTo>
                <a:cubicBezTo>
                  <a:pt x="45" y="1973"/>
                  <a:pt x="45" y="1723"/>
                  <a:pt x="81" y="1473"/>
                </a:cubicBezTo>
                <a:cubicBezTo>
                  <a:pt x="108" y="1214"/>
                  <a:pt x="153" y="964"/>
                  <a:pt x="206" y="723"/>
                </a:cubicBezTo>
                <a:cubicBezTo>
                  <a:pt x="260" y="473"/>
                  <a:pt x="340" y="223"/>
                  <a:pt x="456" y="0"/>
                </a:cubicBezTo>
                <a:lnTo>
                  <a:pt x="456" y="0"/>
                </a:lnTo>
                <a:cubicBezTo>
                  <a:pt x="331" y="223"/>
                  <a:pt x="242" y="464"/>
                  <a:pt x="179" y="714"/>
                </a:cubicBezTo>
                <a:cubicBezTo>
                  <a:pt x="117" y="955"/>
                  <a:pt x="72" y="1214"/>
                  <a:pt x="37" y="1464"/>
                </a:cubicBezTo>
                <a:cubicBezTo>
                  <a:pt x="1" y="1714"/>
                  <a:pt x="1" y="1973"/>
                  <a:pt x="19" y="2232"/>
                </a:cubicBezTo>
                <a:cubicBezTo>
                  <a:pt x="28" y="2356"/>
                  <a:pt x="63" y="2490"/>
                  <a:pt x="117" y="2606"/>
                </a:cubicBezTo>
                <a:cubicBezTo>
                  <a:pt x="144" y="2669"/>
                  <a:pt x="188" y="2722"/>
                  <a:pt x="242" y="2758"/>
                </a:cubicBezTo>
                <a:cubicBezTo>
                  <a:pt x="304" y="2803"/>
                  <a:pt x="367" y="2821"/>
                  <a:pt x="438" y="2821"/>
                </a:cubicBezTo>
                <a:cubicBezTo>
                  <a:pt x="581" y="2821"/>
                  <a:pt x="706" y="2740"/>
                  <a:pt x="777" y="2615"/>
                </a:cubicBezTo>
                <a:cubicBezTo>
                  <a:pt x="831" y="2499"/>
                  <a:pt x="867" y="2374"/>
                  <a:pt x="875" y="2249"/>
                </a:cubicBezTo>
                <a:cubicBezTo>
                  <a:pt x="893" y="1991"/>
                  <a:pt x="884" y="1732"/>
                  <a:pt x="840" y="1482"/>
                </a:cubicBezTo>
                <a:cubicBezTo>
                  <a:pt x="751" y="973"/>
                  <a:pt x="626" y="482"/>
                  <a:pt x="456" y="0"/>
                </a:cubicBezTo>
                <a:close/>
              </a:path>
            </a:pathLst>
          </a:custGeom>
          <a:solidFill>
            <a:srgbClr val="CB47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7" name="Google Shape;2597;p23"/>
          <p:cNvSpPr/>
          <p:nvPr/>
        </p:nvSpPr>
        <p:spPr>
          <a:xfrm rot="-7115392">
            <a:off x="664674" y="4113089"/>
            <a:ext cx="221377" cy="87021"/>
          </a:xfrm>
          <a:custGeom>
            <a:avLst/>
            <a:gdLst/>
            <a:ahLst/>
            <a:cxnLst/>
            <a:rect l="l" t="t" r="r" b="b"/>
            <a:pathLst>
              <a:path w="2750" h="1081" extrusionOk="0">
                <a:moveTo>
                  <a:pt x="680" y="1"/>
                </a:moveTo>
                <a:cubicBezTo>
                  <a:pt x="449" y="1"/>
                  <a:pt x="225" y="35"/>
                  <a:pt x="0" y="91"/>
                </a:cubicBezTo>
                <a:cubicBezTo>
                  <a:pt x="198" y="49"/>
                  <a:pt x="401" y="24"/>
                  <a:pt x="602" y="24"/>
                </a:cubicBezTo>
                <a:cubicBezTo>
                  <a:pt x="654" y="24"/>
                  <a:pt x="707" y="25"/>
                  <a:pt x="759" y="29"/>
                </a:cubicBezTo>
                <a:cubicBezTo>
                  <a:pt x="1018" y="38"/>
                  <a:pt x="1268" y="56"/>
                  <a:pt x="1518" y="100"/>
                </a:cubicBezTo>
                <a:cubicBezTo>
                  <a:pt x="1768" y="127"/>
                  <a:pt x="2017" y="190"/>
                  <a:pt x="2258" y="279"/>
                </a:cubicBezTo>
                <a:cubicBezTo>
                  <a:pt x="2374" y="315"/>
                  <a:pt x="2482" y="377"/>
                  <a:pt x="2580" y="457"/>
                </a:cubicBezTo>
                <a:cubicBezTo>
                  <a:pt x="2678" y="529"/>
                  <a:pt x="2723" y="654"/>
                  <a:pt x="2687" y="770"/>
                </a:cubicBezTo>
                <a:cubicBezTo>
                  <a:pt x="2660" y="886"/>
                  <a:pt x="2571" y="975"/>
                  <a:pt x="2446" y="1011"/>
                </a:cubicBezTo>
                <a:cubicBezTo>
                  <a:pt x="2382" y="1026"/>
                  <a:pt x="2315" y="1032"/>
                  <a:pt x="2248" y="1032"/>
                </a:cubicBezTo>
                <a:cubicBezTo>
                  <a:pt x="2192" y="1032"/>
                  <a:pt x="2136" y="1028"/>
                  <a:pt x="2080" y="1020"/>
                </a:cubicBezTo>
                <a:cubicBezTo>
                  <a:pt x="1830" y="966"/>
                  <a:pt x="1589" y="895"/>
                  <a:pt x="1357" y="797"/>
                </a:cubicBezTo>
                <a:cubicBezTo>
                  <a:pt x="1125" y="698"/>
                  <a:pt x="902" y="582"/>
                  <a:pt x="670" y="466"/>
                </a:cubicBezTo>
                <a:cubicBezTo>
                  <a:pt x="438" y="350"/>
                  <a:pt x="224" y="225"/>
                  <a:pt x="0" y="91"/>
                </a:cubicBezTo>
                <a:lnTo>
                  <a:pt x="0" y="91"/>
                </a:lnTo>
                <a:cubicBezTo>
                  <a:pt x="429" y="377"/>
                  <a:pt x="866" y="618"/>
                  <a:pt x="1330" y="832"/>
                </a:cubicBezTo>
                <a:cubicBezTo>
                  <a:pt x="1571" y="939"/>
                  <a:pt x="1812" y="1011"/>
                  <a:pt x="2062" y="1064"/>
                </a:cubicBezTo>
                <a:cubicBezTo>
                  <a:pt x="2118" y="1076"/>
                  <a:pt x="2173" y="1080"/>
                  <a:pt x="2227" y="1080"/>
                </a:cubicBezTo>
                <a:cubicBezTo>
                  <a:pt x="2302" y="1080"/>
                  <a:pt x="2377" y="1071"/>
                  <a:pt x="2455" y="1055"/>
                </a:cubicBezTo>
                <a:cubicBezTo>
                  <a:pt x="2589" y="1020"/>
                  <a:pt x="2696" y="913"/>
                  <a:pt x="2731" y="788"/>
                </a:cubicBezTo>
                <a:cubicBezTo>
                  <a:pt x="2749" y="716"/>
                  <a:pt x="2749" y="645"/>
                  <a:pt x="2723" y="582"/>
                </a:cubicBezTo>
                <a:cubicBezTo>
                  <a:pt x="2696" y="520"/>
                  <a:pt x="2651" y="457"/>
                  <a:pt x="2606" y="422"/>
                </a:cubicBezTo>
                <a:cubicBezTo>
                  <a:pt x="2499" y="332"/>
                  <a:pt x="2392" y="270"/>
                  <a:pt x="2267" y="225"/>
                </a:cubicBezTo>
                <a:cubicBezTo>
                  <a:pt x="2026" y="145"/>
                  <a:pt x="1776" y="83"/>
                  <a:pt x="1518" y="56"/>
                </a:cubicBezTo>
                <a:cubicBezTo>
                  <a:pt x="1268" y="20"/>
                  <a:pt x="1018" y="2"/>
                  <a:pt x="759" y="2"/>
                </a:cubicBezTo>
                <a:cubicBezTo>
                  <a:pt x="733" y="1"/>
                  <a:pt x="706" y="1"/>
                  <a:pt x="680" y="1"/>
                </a:cubicBezTo>
                <a:close/>
              </a:path>
            </a:pathLst>
          </a:custGeom>
          <a:solidFill>
            <a:srgbClr val="CB47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8" name="Google Shape;2598;p23"/>
          <p:cNvSpPr/>
          <p:nvPr/>
        </p:nvSpPr>
        <p:spPr>
          <a:xfrm rot="-7115392">
            <a:off x="813357" y="4202418"/>
            <a:ext cx="75510" cy="225885"/>
          </a:xfrm>
          <a:custGeom>
            <a:avLst/>
            <a:gdLst/>
            <a:ahLst/>
            <a:cxnLst/>
            <a:rect l="l" t="t" r="r" b="b"/>
            <a:pathLst>
              <a:path w="938" h="2806" extrusionOk="0">
                <a:moveTo>
                  <a:pt x="259" y="0"/>
                </a:moveTo>
                <a:cubicBezTo>
                  <a:pt x="161" y="233"/>
                  <a:pt x="98" y="482"/>
                  <a:pt x="72" y="732"/>
                </a:cubicBezTo>
                <a:cubicBezTo>
                  <a:pt x="36" y="982"/>
                  <a:pt x="9" y="1241"/>
                  <a:pt x="9" y="1500"/>
                </a:cubicBezTo>
                <a:cubicBezTo>
                  <a:pt x="0" y="1750"/>
                  <a:pt x="27" y="2009"/>
                  <a:pt x="72" y="2259"/>
                </a:cubicBezTo>
                <a:cubicBezTo>
                  <a:pt x="98" y="2383"/>
                  <a:pt x="143" y="2508"/>
                  <a:pt x="214" y="2624"/>
                </a:cubicBezTo>
                <a:cubicBezTo>
                  <a:pt x="250" y="2678"/>
                  <a:pt x="295" y="2732"/>
                  <a:pt x="357" y="2767"/>
                </a:cubicBezTo>
                <a:cubicBezTo>
                  <a:pt x="409" y="2789"/>
                  <a:pt x="466" y="2805"/>
                  <a:pt x="520" y="2805"/>
                </a:cubicBezTo>
                <a:cubicBezTo>
                  <a:pt x="531" y="2805"/>
                  <a:pt x="542" y="2805"/>
                  <a:pt x="553" y="2803"/>
                </a:cubicBezTo>
                <a:cubicBezTo>
                  <a:pt x="696" y="2785"/>
                  <a:pt x="812" y="2696"/>
                  <a:pt x="866" y="2562"/>
                </a:cubicBezTo>
                <a:cubicBezTo>
                  <a:pt x="910" y="2446"/>
                  <a:pt x="937" y="2312"/>
                  <a:pt x="928" y="2178"/>
                </a:cubicBezTo>
                <a:cubicBezTo>
                  <a:pt x="919" y="1928"/>
                  <a:pt x="875" y="1669"/>
                  <a:pt x="803" y="1428"/>
                </a:cubicBezTo>
                <a:cubicBezTo>
                  <a:pt x="661" y="938"/>
                  <a:pt x="482" y="456"/>
                  <a:pt x="259" y="0"/>
                </a:cubicBezTo>
                <a:lnTo>
                  <a:pt x="259" y="0"/>
                </a:lnTo>
                <a:cubicBezTo>
                  <a:pt x="366" y="233"/>
                  <a:pt x="464" y="465"/>
                  <a:pt x="545" y="706"/>
                </a:cubicBezTo>
                <a:cubicBezTo>
                  <a:pt x="625" y="947"/>
                  <a:pt x="705" y="1188"/>
                  <a:pt x="768" y="1437"/>
                </a:cubicBezTo>
                <a:cubicBezTo>
                  <a:pt x="830" y="1678"/>
                  <a:pt x="875" y="1928"/>
                  <a:pt x="884" y="2178"/>
                </a:cubicBezTo>
                <a:cubicBezTo>
                  <a:pt x="884" y="2303"/>
                  <a:pt x="866" y="2428"/>
                  <a:pt x="821" y="2544"/>
                </a:cubicBezTo>
                <a:cubicBezTo>
                  <a:pt x="777" y="2651"/>
                  <a:pt x="669" y="2732"/>
                  <a:pt x="553" y="2749"/>
                </a:cubicBezTo>
                <a:cubicBezTo>
                  <a:pt x="545" y="2750"/>
                  <a:pt x="536" y="2750"/>
                  <a:pt x="527" y="2750"/>
                </a:cubicBezTo>
                <a:cubicBezTo>
                  <a:pt x="412" y="2750"/>
                  <a:pt x="309" y="2697"/>
                  <a:pt x="259" y="2598"/>
                </a:cubicBezTo>
                <a:cubicBezTo>
                  <a:pt x="188" y="2491"/>
                  <a:pt x="143" y="2375"/>
                  <a:pt x="125" y="2250"/>
                </a:cubicBezTo>
                <a:cubicBezTo>
                  <a:pt x="72" y="2000"/>
                  <a:pt x="45" y="1750"/>
                  <a:pt x="54" y="1500"/>
                </a:cubicBezTo>
                <a:cubicBezTo>
                  <a:pt x="45" y="1241"/>
                  <a:pt x="63" y="991"/>
                  <a:pt x="98" y="741"/>
                </a:cubicBezTo>
                <a:cubicBezTo>
                  <a:pt x="116" y="482"/>
                  <a:pt x="170" y="233"/>
                  <a:pt x="259" y="0"/>
                </a:cubicBezTo>
                <a:close/>
              </a:path>
            </a:pathLst>
          </a:custGeom>
          <a:solidFill>
            <a:srgbClr val="CB47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9" name="Google Shape;2599;p23"/>
          <p:cNvSpPr/>
          <p:nvPr/>
        </p:nvSpPr>
        <p:spPr>
          <a:xfrm rot="-7115392">
            <a:off x="611786" y="4243707"/>
            <a:ext cx="226368" cy="74705"/>
          </a:xfrm>
          <a:custGeom>
            <a:avLst/>
            <a:gdLst/>
            <a:ahLst/>
            <a:cxnLst/>
            <a:rect l="l" t="t" r="r" b="b"/>
            <a:pathLst>
              <a:path w="2812" h="928" extrusionOk="0">
                <a:moveTo>
                  <a:pt x="1272" y="1"/>
                </a:moveTo>
                <a:cubicBezTo>
                  <a:pt x="1109" y="1"/>
                  <a:pt x="946" y="8"/>
                  <a:pt x="786" y="19"/>
                </a:cubicBezTo>
                <a:cubicBezTo>
                  <a:pt x="661" y="37"/>
                  <a:pt x="527" y="46"/>
                  <a:pt x="402" y="73"/>
                </a:cubicBezTo>
                <a:cubicBezTo>
                  <a:pt x="268" y="91"/>
                  <a:pt x="143" y="126"/>
                  <a:pt x="18" y="180"/>
                </a:cubicBezTo>
                <a:cubicBezTo>
                  <a:pt x="9" y="189"/>
                  <a:pt x="9" y="189"/>
                  <a:pt x="9" y="198"/>
                </a:cubicBezTo>
                <a:cubicBezTo>
                  <a:pt x="1" y="207"/>
                  <a:pt x="9" y="225"/>
                  <a:pt x="18" y="233"/>
                </a:cubicBezTo>
                <a:cubicBezTo>
                  <a:pt x="465" y="448"/>
                  <a:pt x="929" y="635"/>
                  <a:pt x="1411" y="778"/>
                </a:cubicBezTo>
                <a:cubicBezTo>
                  <a:pt x="1652" y="849"/>
                  <a:pt x="1893" y="903"/>
                  <a:pt x="2143" y="921"/>
                </a:cubicBezTo>
                <a:cubicBezTo>
                  <a:pt x="2177" y="926"/>
                  <a:pt x="2212" y="928"/>
                  <a:pt x="2247" y="928"/>
                </a:cubicBezTo>
                <a:cubicBezTo>
                  <a:pt x="2337" y="928"/>
                  <a:pt x="2427" y="913"/>
                  <a:pt x="2517" y="894"/>
                </a:cubicBezTo>
                <a:cubicBezTo>
                  <a:pt x="2642" y="858"/>
                  <a:pt x="2740" y="769"/>
                  <a:pt x="2785" y="653"/>
                </a:cubicBezTo>
                <a:lnTo>
                  <a:pt x="2785" y="653"/>
                </a:lnTo>
                <a:cubicBezTo>
                  <a:pt x="2740" y="769"/>
                  <a:pt x="2633" y="858"/>
                  <a:pt x="2508" y="885"/>
                </a:cubicBezTo>
                <a:cubicBezTo>
                  <a:pt x="2431" y="909"/>
                  <a:pt x="2350" y="921"/>
                  <a:pt x="2267" y="921"/>
                </a:cubicBezTo>
                <a:cubicBezTo>
                  <a:pt x="2226" y="921"/>
                  <a:pt x="2184" y="918"/>
                  <a:pt x="2143" y="912"/>
                </a:cubicBezTo>
                <a:cubicBezTo>
                  <a:pt x="1893" y="885"/>
                  <a:pt x="1652" y="831"/>
                  <a:pt x="1411" y="751"/>
                </a:cubicBezTo>
                <a:cubicBezTo>
                  <a:pt x="1179" y="680"/>
                  <a:pt x="947" y="590"/>
                  <a:pt x="715" y="492"/>
                </a:cubicBezTo>
                <a:cubicBezTo>
                  <a:pt x="502" y="402"/>
                  <a:pt x="297" y="313"/>
                  <a:pt x="93" y="209"/>
                </a:cubicBezTo>
                <a:lnTo>
                  <a:pt x="93" y="209"/>
                </a:lnTo>
                <a:cubicBezTo>
                  <a:pt x="192" y="169"/>
                  <a:pt x="297" y="141"/>
                  <a:pt x="402" y="126"/>
                </a:cubicBezTo>
                <a:cubicBezTo>
                  <a:pt x="536" y="100"/>
                  <a:pt x="661" y="82"/>
                  <a:pt x="786" y="73"/>
                </a:cubicBezTo>
                <a:cubicBezTo>
                  <a:pt x="1045" y="46"/>
                  <a:pt x="1304" y="37"/>
                  <a:pt x="1562" y="37"/>
                </a:cubicBezTo>
                <a:cubicBezTo>
                  <a:pt x="1821" y="37"/>
                  <a:pt x="2080" y="73"/>
                  <a:pt x="2330" y="135"/>
                </a:cubicBezTo>
                <a:cubicBezTo>
                  <a:pt x="2455" y="162"/>
                  <a:pt x="2580" y="225"/>
                  <a:pt x="2678" y="305"/>
                </a:cubicBezTo>
                <a:cubicBezTo>
                  <a:pt x="2732" y="341"/>
                  <a:pt x="2767" y="394"/>
                  <a:pt x="2794" y="457"/>
                </a:cubicBezTo>
                <a:cubicBezTo>
                  <a:pt x="2803" y="519"/>
                  <a:pt x="2803" y="590"/>
                  <a:pt x="2785" y="653"/>
                </a:cubicBezTo>
                <a:cubicBezTo>
                  <a:pt x="2803" y="590"/>
                  <a:pt x="2812" y="519"/>
                  <a:pt x="2794" y="448"/>
                </a:cubicBezTo>
                <a:cubicBezTo>
                  <a:pt x="2776" y="385"/>
                  <a:pt x="2741" y="332"/>
                  <a:pt x="2687" y="287"/>
                </a:cubicBezTo>
                <a:cubicBezTo>
                  <a:pt x="2580" y="207"/>
                  <a:pt x="2464" y="153"/>
                  <a:pt x="2339" y="117"/>
                </a:cubicBezTo>
                <a:cubicBezTo>
                  <a:pt x="2089" y="55"/>
                  <a:pt x="1830" y="10"/>
                  <a:pt x="1571" y="10"/>
                </a:cubicBezTo>
                <a:cubicBezTo>
                  <a:pt x="1472" y="4"/>
                  <a:pt x="1372" y="1"/>
                  <a:pt x="1272" y="1"/>
                </a:cubicBezTo>
                <a:close/>
              </a:path>
            </a:pathLst>
          </a:custGeom>
          <a:solidFill>
            <a:srgbClr val="CB47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0" name="Google Shape;2600;p23"/>
          <p:cNvSpPr/>
          <p:nvPr/>
        </p:nvSpPr>
        <p:spPr>
          <a:xfrm rot="-7115392">
            <a:off x="660027" y="3935269"/>
            <a:ext cx="394775" cy="474793"/>
          </a:xfrm>
          <a:custGeom>
            <a:avLst/>
            <a:gdLst/>
            <a:ahLst/>
            <a:cxnLst/>
            <a:rect l="l" t="t" r="r" b="b"/>
            <a:pathLst>
              <a:path w="4904" h="5898" extrusionOk="0">
                <a:moveTo>
                  <a:pt x="69" y="1"/>
                </a:moveTo>
                <a:cubicBezTo>
                  <a:pt x="32" y="1"/>
                  <a:pt x="0" y="57"/>
                  <a:pt x="36" y="85"/>
                </a:cubicBezTo>
                <a:cubicBezTo>
                  <a:pt x="259" y="255"/>
                  <a:pt x="473" y="442"/>
                  <a:pt x="687" y="629"/>
                </a:cubicBezTo>
                <a:cubicBezTo>
                  <a:pt x="669" y="647"/>
                  <a:pt x="669" y="665"/>
                  <a:pt x="669" y="683"/>
                </a:cubicBezTo>
                <a:cubicBezTo>
                  <a:pt x="732" y="978"/>
                  <a:pt x="794" y="1272"/>
                  <a:pt x="848" y="1567"/>
                </a:cubicBezTo>
                <a:cubicBezTo>
                  <a:pt x="884" y="1808"/>
                  <a:pt x="919" y="2057"/>
                  <a:pt x="937" y="2307"/>
                </a:cubicBezTo>
                <a:cubicBezTo>
                  <a:pt x="964" y="2049"/>
                  <a:pt x="964" y="1781"/>
                  <a:pt x="937" y="1522"/>
                </a:cubicBezTo>
                <a:cubicBezTo>
                  <a:pt x="893" y="1254"/>
                  <a:pt x="839" y="986"/>
                  <a:pt x="776" y="728"/>
                </a:cubicBezTo>
                <a:lnTo>
                  <a:pt x="776" y="728"/>
                </a:lnTo>
                <a:cubicBezTo>
                  <a:pt x="1071" y="1004"/>
                  <a:pt x="1348" y="1299"/>
                  <a:pt x="1607" y="1584"/>
                </a:cubicBezTo>
                <a:cubicBezTo>
                  <a:pt x="1669" y="1656"/>
                  <a:pt x="1731" y="1736"/>
                  <a:pt x="1803" y="1808"/>
                </a:cubicBezTo>
                <a:cubicBezTo>
                  <a:pt x="1803" y="2084"/>
                  <a:pt x="1803" y="2361"/>
                  <a:pt x="1794" y="2647"/>
                </a:cubicBezTo>
                <a:cubicBezTo>
                  <a:pt x="1776" y="2896"/>
                  <a:pt x="1794" y="3209"/>
                  <a:pt x="1758" y="3459"/>
                </a:cubicBezTo>
                <a:cubicBezTo>
                  <a:pt x="1812" y="3200"/>
                  <a:pt x="1847" y="2941"/>
                  <a:pt x="1865" y="2673"/>
                </a:cubicBezTo>
                <a:cubicBezTo>
                  <a:pt x="1874" y="2441"/>
                  <a:pt x="1892" y="2156"/>
                  <a:pt x="1892" y="1924"/>
                </a:cubicBezTo>
                <a:cubicBezTo>
                  <a:pt x="2178" y="2254"/>
                  <a:pt x="2445" y="2602"/>
                  <a:pt x="2695" y="2959"/>
                </a:cubicBezTo>
                <a:cubicBezTo>
                  <a:pt x="2686" y="2968"/>
                  <a:pt x="2678" y="2986"/>
                  <a:pt x="2678" y="2995"/>
                </a:cubicBezTo>
                <a:cubicBezTo>
                  <a:pt x="2669" y="3289"/>
                  <a:pt x="2651" y="3584"/>
                  <a:pt x="2624" y="3878"/>
                </a:cubicBezTo>
                <a:cubicBezTo>
                  <a:pt x="2606" y="4137"/>
                  <a:pt x="2570" y="4387"/>
                  <a:pt x="2526" y="4637"/>
                </a:cubicBezTo>
                <a:cubicBezTo>
                  <a:pt x="2615" y="4396"/>
                  <a:pt x="2686" y="4155"/>
                  <a:pt x="2722" y="3905"/>
                </a:cubicBezTo>
                <a:cubicBezTo>
                  <a:pt x="2749" y="3628"/>
                  <a:pt x="2758" y="3343"/>
                  <a:pt x="2776" y="3066"/>
                </a:cubicBezTo>
                <a:cubicBezTo>
                  <a:pt x="3017" y="3423"/>
                  <a:pt x="3249" y="3789"/>
                  <a:pt x="3463" y="4173"/>
                </a:cubicBezTo>
                <a:cubicBezTo>
                  <a:pt x="3454" y="4485"/>
                  <a:pt x="3436" y="4806"/>
                  <a:pt x="3409" y="5128"/>
                </a:cubicBezTo>
                <a:cubicBezTo>
                  <a:pt x="3383" y="5351"/>
                  <a:pt x="3356" y="5583"/>
                  <a:pt x="3311" y="5806"/>
                </a:cubicBezTo>
                <a:cubicBezTo>
                  <a:pt x="3409" y="5538"/>
                  <a:pt x="3472" y="5262"/>
                  <a:pt x="3516" y="4976"/>
                </a:cubicBezTo>
                <a:cubicBezTo>
                  <a:pt x="3534" y="4762"/>
                  <a:pt x="3543" y="4548"/>
                  <a:pt x="3552" y="4333"/>
                </a:cubicBezTo>
                <a:cubicBezTo>
                  <a:pt x="3831" y="4830"/>
                  <a:pt x="4391" y="5897"/>
                  <a:pt x="4392" y="5897"/>
                </a:cubicBezTo>
                <a:cubicBezTo>
                  <a:pt x="4392" y="5897"/>
                  <a:pt x="4392" y="5896"/>
                  <a:pt x="4391" y="5895"/>
                </a:cubicBezTo>
                <a:cubicBezTo>
                  <a:pt x="4168" y="5315"/>
                  <a:pt x="3900" y="4762"/>
                  <a:pt x="3606" y="4217"/>
                </a:cubicBezTo>
                <a:lnTo>
                  <a:pt x="3606" y="4217"/>
                </a:lnTo>
                <a:cubicBezTo>
                  <a:pt x="3847" y="4244"/>
                  <a:pt x="4088" y="4378"/>
                  <a:pt x="4293" y="4485"/>
                </a:cubicBezTo>
                <a:cubicBezTo>
                  <a:pt x="4464" y="4567"/>
                  <a:pt x="4867" y="4731"/>
                  <a:pt x="4901" y="4731"/>
                </a:cubicBezTo>
                <a:cubicBezTo>
                  <a:pt x="4904" y="4731"/>
                  <a:pt x="4904" y="4729"/>
                  <a:pt x="4900" y="4726"/>
                </a:cubicBezTo>
                <a:cubicBezTo>
                  <a:pt x="4721" y="4592"/>
                  <a:pt x="4534" y="4485"/>
                  <a:pt x="4338" y="4396"/>
                </a:cubicBezTo>
                <a:cubicBezTo>
                  <a:pt x="4106" y="4271"/>
                  <a:pt x="3820" y="4119"/>
                  <a:pt x="3552" y="4119"/>
                </a:cubicBezTo>
                <a:cubicBezTo>
                  <a:pt x="3347" y="3753"/>
                  <a:pt x="3124" y="3396"/>
                  <a:pt x="2883" y="3048"/>
                </a:cubicBezTo>
                <a:lnTo>
                  <a:pt x="2883" y="3048"/>
                </a:lnTo>
                <a:cubicBezTo>
                  <a:pt x="3106" y="3102"/>
                  <a:pt x="3320" y="3191"/>
                  <a:pt x="3516" y="3307"/>
                </a:cubicBezTo>
                <a:cubicBezTo>
                  <a:pt x="3668" y="3395"/>
                  <a:pt x="4064" y="3555"/>
                  <a:pt x="4113" y="3555"/>
                </a:cubicBezTo>
                <a:cubicBezTo>
                  <a:pt x="4118" y="3555"/>
                  <a:pt x="4119" y="3553"/>
                  <a:pt x="4114" y="3548"/>
                </a:cubicBezTo>
                <a:cubicBezTo>
                  <a:pt x="3936" y="3423"/>
                  <a:pt x="3749" y="3307"/>
                  <a:pt x="3552" y="3218"/>
                </a:cubicBezTo>
                <a:cubicBezTo>
                  <a:pt x="3329" y="3102"/>
                  <a:pt x="3070" y="2959"/>
                  <a:pt x="2811" y="2941"/>
                </a:cubicBezTo>
                <a:cubicBezTo>
                  <a:pt x="2526" y="2539"/>
                  <a:pt x="2231" y="2165"/>
                  <a:pt x="1919" y="1799"/>
                </a:cubicBezTo>
                <a:cubicBezTo>
                  <a:pt x="2160" y="1799"/>
                  <a:pt x="2428" y="1933"/>
                  <a:pt x="2642" y="2031"/>
                </a:cubicBezTo>
                <a:cubicBezTo>
                  <a:pt x="2803" y="2103"/>
                  <a:pt x="3211" y="2241"/>
                  <a:pt x="3256" y="2241"/>
                </a:cubicBezTo>
                <a:cubicBezTo>
                  <a:pt x="3261" y="2241"/>
                  <a:pt x="3262" y="2239"/>
                  <a:pt x="3258" y="2236"/>
                </a:cubicBezTo>
                <a:cubicBezTo>
                  <a:pt x="3070" y="2120"/>
                  <a:pt x="2883" y="2013"/>
                  <a:pt x="2678" y="1933"/>
                </a:cubicBezTo>
                <a:cubicBezTo>
                  <a:pt x="2447" y="1834"/>
                  <a:pt x="2172" y="1697"/>
                  <a:pt x="1906" y="1697"/>
                </a:cubicBezTo>
                <a:cubicBezTo>
                  <a:pt x="1884" y="1697"/>
                  <a:pt x="1861" y="1698"/>
                  <a:pt x="1839" y="1700"/>
                </a:cubicBezTo>
                <a:lnTo>
                  <a:pt x="1740" y="1593"/>
                </a:lnTo>
                <a:cubicBezTo>
                  <a:pt x="1473" y="1281"/>
                  <a:pt x="1187" y="978"/>
                  <a:pt x="884" y="683"/>
                </a:cubicBezTo>
                <a:cubicBezTo>
                  <a:pt x="1107" y="683"/>
                  <a:pt x="1339" y="710"/>
                  <a:pt x="1553" y="772"/>
                </a:cubicBezTo>
                <a:cubicBezTo>
                  <a:pt x="1720" y="810"/>
                  <a:pt x="2105" y="867"/>
                  <a:pt x="2185" y="867"/>
                </a:cubicBezTo>
                <a:cubicBezTo>
                  <a:pt x="2199" y="867"/>
                  <a:pt x="2204" y="866"/>
                  <a:pt x="2196" y="862"/>
                </a:cubicBezTo>
                <a:cubicBezTo>
                  <a:pt x="1990" y="781"/>
                  <a:pt x="1785" y="719"/>
                  <a:pt x="1571" y="683"/>
                </a:cubicBezTo>
                <a:cubicBezTo>
                  <a:pt x="1386" y="642"/>
                  <a:pt x="1175" y="585"/>
                  <a:pt x="969" y="585"/>
                </a:cubicBezTo>
                <a:cubicBezTo>
                  <a:pt x="907" y="585"/>
                  <a:pt x="846" y="590"/>
                  <a:pt x="785" y="603"/>
                </a:cubicBezTo>
                <a:cubicBezTo>
                  <a:pt x="571" y="389"/>
                  <a:pt x="339" y="192"/>
                  <a:pt x="98" y="14"/>
                </a:cubicBezTo>
                <a:cubicBezTo>
                  <a:pt x="89" y="4"/>
                  <a:pt x="79" y="1"/>
                  <a:pt x="6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1" name="Google Shape;2601;p23"/>
          <p:cNvSpPr/>
          <p:nvPr/>
        </p:nvSpPr>
        <p:spPr>
          <a:xfrm rot="10800000">
            <a:off x="1835603" y="4226695"/>
            <a:ext cx="231129" cy="249285"/>
          </a:xfrm>
          <a:custGeom>
            <a:avLst/>
            <a:gdLst/>
            <a:ahLst/>
            <a:cxnLst/>
            <a:rect l="l" t="t" r="r" b="b"/>
            <a:pathLst>
              <a:path w="3348" h="3611" extrusionOk="0">
                <a:moveTo>
                  <a:pt x="1808" y="1"/>
                </a:moveTo>
                <a:cubicBezTo>
                  <a:pt x="1552" y="1"/>
                  <a:pt x="1246" y="107"/>
                  <a:pt x="893" y="416"/>
                </a:cubicBezTo>
                <a:cubicBezTo>
                  <a:pt x="28" y="1165"/>
                  <a:pt x="1" y="3611"/>
                  <a:pt x="1" y="3611"/>
                </a:cubicBezTo>
                <a:cubicBezTo>
                  <a:pt x="6" y="3611"/>
                  <a:pt x="11" y="3611"/>
                  <a:pt x="17" y="3611"/>
                </a:cubicBezTo>
                <a:cubicBezTo>
                  <a:pt x="853" y="3611"/>
                  <a:pt x="2565" y="2918"/>
                  <a:pt x="2955" y="2040"/>
                </a:cubicBezTo>
                <a:cubicBezTo>
                  <a:pt x="3348" y="1148"/>
                  <a:pt x="2598" y="380"/>
                  <a:pt x="2598" y="380"/>
                </a:cubicBezTo>
                <a:cubicBezTo>
                  <a:pt x="2450" y="226"/>
                  <a:pt x="2182" y="1"/>
                  <a:pt x="180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2" name="Google Shape;2602;p23"/>
          <p:cNvSpPr/>
          <p:nvPr/>
        </p:nvSpPr>
        <p:spPr>
          <a:xfrm rot="10800000">
            <a:off x="1840573" y="4246094"/>
            <a:ext cx="213387" cy="246731"/>
          </a:xfrm>
          <a:custGeom>
            <a:avLst/>
            <a:gdLst/>
            <a:ahLst/>
            <a:cxnLst/>
            <a:rect l="l" t="t" r="r" b="b"/>
            <a:pathLst>
              <a:path w="3091" h="3574" extrusionOk="0">
                <a:moveTo>
                  <a:pt x="1083" y="1222"/>
                </a:moveTo>
                <a:cubicBezTo>
                  <a:pt x="1082" y="1222"/>
                  <a:pt x="1082" y="1222"/>
                  <a:pt x="1083" y="1222"/>
                </a:cubicBezTo>
                <a:lnTo>
                  <a:pt x="1083" y="1222"/>
                </a:lnTo>
                <a:close/>
                <a:moveTo>
                  <a:pt x="3009" y="1"/>
                </a:moveTo>
                <a:cubicBezTo>
                  <a:pt x="3001" y="1"/>
                  <a:pt x="2993" y="3"/>
                  <a:pt x="2984" y="8"/>
                </a:cubicBezTo>
                <a:cubicBezTo>
                  <a:pt x="2841" y="106"/>
                  <a:pt x="2716" y="222"/>
                  <a:pt x="2600" y="347"/>
                </a:cubicBezTo>
                <a:cubicBezTo>
                  <a:pt x="2449" y="499"/>
                  <a:pt x="2306" y="678"/>
                  <a:pt x="2163" y="847"/>
                </a:cubicBezTo>
                <a:cubicBezTo>
                  <a:pt x="2092" y="936"/>
                  <a:pt x="2020" y="1026"/>
                  <a:pt x="1958" y="1124"/>
                </a:cubicBezTo>
                <a:lnTo>
                  <a:pt x="1199" y="1204"/>
                </a:lnTo>
                <a:lnTo>
                  <a:pt x="1083" y="1222"/>
                </a:lnTo>
                <a:lnTo>
                  <a:pt x="1083" y="1222"/>
                </a:lnTo>
                <a:cubicBezTo>
                  <a:pt x="1108" y="1222"/>
                  <a:pt x="1631" y="1221"/>
                  <a:pt x="1877" y="1195"/>
                </a:cubicBezTo>
                <a:lnTo>
                  <a:pt x="1913" y="1195"/>
                </a:lnTo>
                <a:cubicBezTo>
                  <a:pt x="1779" y="1383"/>
                  <a:pt x="1636" y="1570"/>
                  <a:pt x="1494" y="1757"/>
                </a:cubicBezTo>
                <a:cubicBezTo>
                  <a:pt x="1387" y="1900"/>
                  <a:pt x="1271" y="2043"/>
                  <a:pt x="1163" y="2186"/>
                </a:cubicBezTo>
                <a:lnTo>
                  <a:pt x="574" y="2346"/>
                </a:lnTo>
                <a:lnTo>
                  <a:pt x="485" y="2373"/>
                </a:lnTo>
                <a:cubicBezTo>
                  <a:pt x="690" y="2346"/>
                  <a:pt x="896" y="2311"/>
                  <a:pt x="1101" y="2257"/>
                </a:cubicBezTo>
                <a:lnTo>
                  <a:pt x="1101" y="2257"/>
                </a:lnTo>
                <a:cubicBezTo>
                  <a:pt x="842" y="2579"/>
                  <a:pt x="583" y="2891"/>
                  <a:pt x="316" y="3203"/>
                </a:cubicBezTo>
                <a:cubicBezTo>
                  <a:pt x="217" y="3319"/>
                  <a:pt x="110" y="3444"/>
                  <a:pt x="3" y="3569"/>
                </a:cubicBezTo>
                <a:cubicBezTo>
                  <a:pt x="1" y="3572"/>
                  <a:pt x="0" y="3574"/>
                  <a:pt x="1" y="3574"/>
                </a:cubicBezTo>
                <a:cubicBezTo>
                  <a:pt x="15" y="3574"/>
                  <a:pt x="548" y="3032"/>
                  <a:pt x="887" y="2659"/>
                </a:cubicBezTo>
                <a:cubicBezTo>
                  <a:pt x="905" y="2775"/>
                  <a:pt x="914" y="2891"/>
                  <a:pt x="931" y="3007"/>
                </a:cubicBezTo>
                <a:lnTo>
                  <a:pt x="940" y="3069"/>
                </a:lnTo>
                <a:cubicBezTo>
                  <a:pt x="949" y="2918"/>
                  <a:pt x="949" y="2766"/>
                  <a:pt x="940" y="2614"/>
                </a:cubicBezTo>
                <a:lnTo>
                  <a:pt x="940" y="2605"/>
                </a:lnTo>
                <a:cubicBezTo>
                  <a:pt x="1146" y="2373"/>
                  <a:pt x="1306" y="2177"/>
                  <a:pt x="1494" y="1936"/>
                </a:cubicBezTo>
                <a:cubicBezTo>
                  <a:pt x="1574" y="1829"/>
                  <a:pt x="1654" y="1731"/>
                  <a:pt x="1726" y="1624"/>
                </a:cubicBezTo>
                <a:lnTo>
                  <a:pt x="1860" y="2382"/>
                </a:lnTo>
                <a:lnTo>
                  <a:pt x="1877" y="2498"/>
                </a:lnTo>
                <a:cubicBezTo>
                  <a:pt x="1878" y="2499"/>
                  <a:pt x="1878" y="2500"/>
                  <a:pt x="1878" y="2500"/>
                </a:cubicBezTo>
                <a:cubicBezTo>
                  <a:pt x="1883" y="2500"/>
                  <a:pt x="1832" y="1919"/>
                  <a:pt x="1788" y="1650"/>
                </a:cubicBezTo>
                <a:lnTo>
                  <a:pt x="1770" y="1561"/>
                </a:lnTo>
                <a:cubicBezTo>
                  <a:pt x="1886" y="1409"/>
                  <a:pt x="1993" y="1258"/>
                  <a:pt x="2110" y="1106"/>
                </a:cubicBezTo>
                <a:cubicBezTo>
                  <a:pt x="2127" y="1079"/>
                  <a:pt x="2154" y="1043"/>
                  <a:pt x="2181" y="1017"/>
                </a:cubicBezTo>
                <a:lnTo>
                  <a:pt x="2395" y="1722"/>
                </a:lnTo>
                <a:lnTo>
                  <a:pt x="2431" y="1838"/>
                </a:lnTo>
                <a:cubicBezTo>
                  <a:pt x="2431" y="1839"/>
                  <a:pt x="2431" y="1839"/>
                  <a:pt x="2431" y="1839"/>
                </a:cubicBezTo>
                <a:cubicBezTo>
                  <a:pt x="2433" y="1839"/>
                  <a:pt x="2321" y="1294"/>
                  <a:pt x="2243" y="1043"/>
                </a:cubicBezTo>
                <a:cubicBezTo>
                  <a:pt x="2234" y="1017"/>
                  <a:pt x="2226" y="990"/>
                  <a:pt x="2217" y="963"/>
                </a:cubicBezTo>
                <a:cubicBezTo>
                  <a:pt x="2342" y="811"/>
                  <a:pt x="2467" y="660"/>
                  <a:pt x="2600" y="517"/>
                </a:cubicBezTo>
                <a:cubicBezTo>
                  <a:pt x="2725" y="365"/>
                  <a:pt x="2868" y="231"/>
                  <a:pt x="3029" y="124"/>
                </a:cubicBezTo>
                <a:cubicBezTo>
                  <a:pt x="3090" y="86"/>
                  <a:pt x="3059" y="1"/>
                  <a:pt x="300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3" name="Google Shape;2603;p23"/>
          <p:cNvSpPr/>
          <p:nvPr/>
        </p:nvSpPr>
        <p:spPr>
          <a:xfrm rot="10800000">
            <a:off x="1852240" y="4228489"/>
            <a:ext cx="202756" cy="221878"/>
          </a:xfrm>
          <a:custGeom>
            <a:avLst/>
            <a:gdLst/>
            <a:ahLst/>
            <a:cxnLst/>
            <a:rect l="l" t="t" r="r" b="b"/>
            <a:pathLst>
              <a:path w="2937" h="3214" extrusionOk="0">
                <a:moveTo>
                  <a:pt x="0" y="2392"/>
                </a:moveTo>
                <a:cubicBezTo>
                  <a:pt x="0" y="2669"/>
                  <a:pt x="63" y="2954"/>
                  <a:pt x="179" y="3213"/>
                </a:cubicBezTo>
                <a:cubicBezTo>
                  <a:pt x="1071" y="3070"/>
                  <a:pt x="2446" y="2445"/>
                  <a:pt x="2785" y="1669"/>
                </a:cubicBezTo>
                <a:cubicBezTo>
                  <a:pt x="2928" y="1330"/>
                  <a:pt x="2937" y="955"/>
                  <a:pt x="2803" y="625"/>
                </a:cubicBezTo>
                <a:cubicBezTo>
                  <a:pt x="1500" y="0"/>
                  <a:pt x="0" y="946"/>
                  <a:pt x="0" y="2392"/>
                </a:cubicBezTo>
                <a:close/>
              </a:path>
            </a:pathLst>
          </a:custGeom>
          <a:gradFill>
            <a:gsLst>
              <a:gs pos="0">
                <a:srgbClr val="FFFFFF">
                  <a:alpha val="0"/>
                </a:srgbClr>
              </a:gs>
              <a:gs pos="100000">
                <a:srgbClr val="FFFFFF">
                  <a:alpha val="2196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4" name="Google Shape;2604;p23"/>
          <p:cNvSpPr/>
          <p:nvPr/>
        </p:nvSpPr>
        <p:spPr>
          <a:xfrm rot="10800000">
            <a:off x="1854104" y="4224831"/>
            <a:ext cx="214423" cy="251011"/>
          </a:xfrm>
          <a:custGeom>
            <a:avLst/>
            <a:gdLst/>
            <a:ahLst/>
            <a:cxnLst/>
            <a:rect l="l" t="t" r="r" b="b"/>
            <a:pathLst>
              <a:path w="3106" h="3636" extrusionOk="0">
                <a:moveTo>
                  <a:pt x="2624" y="378"/>
                </a:moveTo>
                <a:cubicBezTo>
                  <a:pt x="2743" y="511"/>
                  <a:pt x="2839" y="654"/>
                  <a:pt x="2919" y="809"/>
                </a:cubicBezTo>
                <a:lnTo>
                  <a:pt x="2919" y="809"/>
                </a:lnTo>
                <a:cubicBezTo>
                  <a:pt x="2843" y="651"/>
                  <a:pt x="2745" y="506"/>
                  <a:pt x="2624" y="378"/>
                </a:cubicBezTo>
                <a:close/>
                <a:moveTo>
                  <a:pt x="1830" y="0"/>
                </a:moveTo>
                <a:cubicBezTo>
                  <a:pt x="1691" y="0"/>
                  <a:pt x="1552" y="30"/>
                  <a:pt x="1428" y="92"/>
                </a:cubicBezTo>
                <a:cubicBezTo>
                  <a:pt x="1223" y="182"/>
                  <a:pt x="1026" y="307"/>
                  <a:pt x="866" y="458"/>
                </a:cubicBezTo>
                <a:cubicBezTo>
                  <a:pt x="714" y="619"/>
                  <a:pt x="589" y="806"/>
                  <a:pt x="500" y="1012"/>
                </a:cubicBezTo>
                <a:cubicBezTo>
                  <a:pt x="321" y="1413"/>
                  <a:pt x="196" y="1851"/>
                  <a:pt x="134" y="2288"/>
                </a:cubicBezTo>
                <a:cubicBezTo>
                  <a:pt x="62" y="2725"/>
                  <a:pt x="18" y="3163"/>
                  <a:pt x="0" y="3609"/>
                </a:cubicBezTo>
                <a:lnTo>
                  <a:pt x="0" y="3636"/>
                </a:lnTo>
                <a:lnTo>
                  <a:pt x="27" y="3636"/>
                </a:lnTo>
                <a:cubicBezTo>
                  <a:pt x="250" y="3636"/>
                  <a:pt x="473" y="3600"/>
                  <a:pt x="687" y="3546"/>
                </a:cubicBezTo>
                <a:cubicBezTo>
                  <a:pt x="901" y="3493"/>
                  <a:pt x="1107" y="3421"/>
                  <a:pt x="1312" y="3341"/>
                </a:cubicBezTo>
                <a:cubicBezTo>
                  <a:pt x="1723" y="3180"/>
                  <a:pt x="2106" y="2957"/>
                  <a:pt x="2454" y="2690"/>
                </a:cubicBezTo>
                <a:cubicBezTo>
                  <a:pt x="2624" y="2547"/>
                  <a:pt x="2776" y="2386"/>
                  <a:pt x="2901" y="2208"/>
                </a:cubicBezTo>
                <a:cubicBezTo>
                  <a:pt x="3017" y="2020"/>
                  <a:pt x="3088" y="1797"/>
                  <a:pt x="3097" y="1583"/>
                </a:cubicBezTo>
                <a:cubicBezTo>
                  <a:pt x="3106" y="1360"/>
                  <a:pt x="3061" y="1137"/>
                  <a:pt x="2981" y="940"/>
                </a:cubicBezTo>
                <a:cubicBezTo>
                  <a:pt x="2961" y="895"/>
                  <a:pt x="2941" y="852"/>
                  <a:pt x="2919" y="809"/>
                </a:cubicBezTo>
                <a:lnTo>
                  <a:pt x="2919" y="809"/>
                </a:lnTo>
                <a:cubicBezTo>
                  <a:pt x="2938" y="849"/>
                  <a:pt x="2956" y="890"/>
                  <a:pt x="2972" y="931"/>
                </a:cubicBezTo>
                <a:cubicBezTo>
                  <a:pt x="3061" y="1137"/>
                  <a:pt x="3097" y="1351"/>
                  <a:pt x="3088" y="1574"/>
                </a:cubicBezTo>
                <a:cubicBezTo>
                  <a:pt x="3070" y="1788"/>
                  <a:pt x="3008" y="2002"/>
                  <a:pt x="2892" y="2190"/>
                </a:cubicBezTo>
                <a:cubicBezTo>
                  <a:pt x="2767" y="2368"/>
                  <a:pt x="2615" y="2529"/>
                  <a:pt x="2445" y="2663"/>
                </a:cubicBezTo>
                <a:cubicBezTo>
                  <a:pt x="2097" y="2931"/>
                  <a:pt x="1714" y="3145"/>
                  <a:pt x="1303" y="3296"/>
                </a:cubicBezTo>
                <a:cubicBezTo>
                  <a:pt x="1098" y="3377"/>
                  <a:pt x="893" y="3448"/>
                  <a:pt x="678" y="3493"/>
                </a:cubicBezTo>
                <a:cubicBezTo>
                  <a:pt x="473" y="3544"/>
                  <a:pt x="268" y="3579"/>
                  <a:pt x="63" y="3582"/>
                </a:cubicBezTo>
                <a:lnTo>
                  <a:pt x="63" y="3582"/>
                </a:lnTo>
                <a:cubicBezTo>
                  <a:pt x="64" y="3145"/>
                  <a:pt x="108" y="2716"/>
                  <a:pt x="170" y="2288"/>
                </a:cubicBezTo>
                <a:cubicBezTo>
                  <a:pt x="232" y="1851"/>
                  <a:pt x="348" y="1422"/>
                  <a:pt x="518" y="1021"/>
                </a:cubicBezTo>
                <a:cubicBezTo>
                  <a:pt x="607" y="815"/>
                  <a:pt x="723" y="628"/>
                  <a:pt x="884" y="467"/>
                </a:cubicBezTo>
                <a:cubicBezTo>
                  <a:pt x="1035" y="315"/>
                  <a:pt x="1223" y="191"/>
                  <a:pt x="1419" y="101"/>
                </a:cubicBezTo>
                <a:cubicBezTo>
                  <a:pt x="1549" y="39"/>
                  <a:pt x="1686" y="9"/>
                  <a:pt x="1826" y="9"/>
                </a:cubicBezTo>
                <a:cubicBezTo>
                  <a:pt x="1907" y="9"/>
                  <a:pt x="1989" y="19"/>
                  <a:pt x="2071" y="39"/>
                </a:cubicBezTo>
                <a:cubicBezTo>
                  <a:pt x="2276" y="92"/>
                  <a:pt x="2472" y="217"/>
                  <a:pt x="2624" y="378"/>
                </a:cubicBezTo>
                <a:cubicBezTo>
                  <a:pt x="2472" y="217"/>
                  <a:pt x="2285" y="92"/>
                  <a:pt x="2071" y="30"/>
                </a:cubicBezTo>
                <a:cubicBezTo>
                  <a:pt x="1992" y="10"/>
                  <a:pt x="1911" y="0"/>
                  <a:pt x="183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5" name="Google Shape;2605;p23"/>
          <p:cNvSpPr/>
          <p:nvPr/>
        </p:nvSpPr>
        <p:spPr>
          <a:xfrm rot="10800000">
            <a:off x="1476419" y="4345850"/>
            <a:ext cx="298231" cy="209245"/>
          </a:xfrm>
          <a:custGeom>
            <a:avLst/>
            <a:gdLst/>
            <a:ahLst/>
            <a:cxnLst/>
            <a:rect l="l" t="t" r="r" b="b"/>
            <a:pathLst>
              <a:path w="4320" h="3031" extrusionOk="0">
                <a:moveTo>
                  <a:pt x="2747" y="1"/>
                </a:moveTo>
                <a:cubicBezTo>
                  <a:pt x="1585" y="1"/>
                  <a:pt x="0" y="1151"/>
                  <a:pt x="0" y="1151"/>
                </a:cubicBezTo>
                <a:cubicBezTo>
                  <a:pt x="462" y="1898"/>
                  <a:pt x="1932" y="3031"/>
                  <a:pt x="2915" y="3031"/>
                </a:cubicBezTo>
                <a:cubicBezTo>
                  <a:pt x="2978" y="3031"/>
                  <a:pt x="3039" y="3026"/>
                  <a:pt x="3097" y="3016"/>
                </a:cubicBezTo>
                <a:cubicBezTo>
                  <a:pt x="4061" y="2847"/>
                  <a:pt x="4240" y="1669"/>
                  <a:pt x="4240" y="1669"/>
                </a:cubicBezTo>
                <a:cubicBezTo>
                  <a:pt x="4293" y="1267"/>
                  <a:pt x="4320" y="428"/>
                  <a:pt x="3169" y="62"/>
                </a:cubicBezTo>
                <a:cubicBezTo>
                  <a:pt x="3038" y="20"/>
                  <a:pt x="2896" y="1"/>
                  <a:pt x="274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6" name="Google Shape;2606;p23"/>
          <p:cNvSpPr/>
          <p:nvPr/>
        </p:nvSpPr>
        <p:spPr>
          <a:xfrm rot="10800000">
            <a:off x="1507209" y="4335702"/>
            <a:ext cx="264404" cy="193574"/>
          </a:xfrm>
          <a:custGeom>
            <a:avLst/>
            <a:gdLst/>
            <a:ahLst/>
            <a:cxnLst/>
            <a:rect l="l" t="t" r="r" b="b"/>
            <a:pathLst>
              <a:path w="3830" h="2804" extrusionOk="0">
                <a:moveTo>
                  <a:pt x="1607" y="10"/>
                </a:moveTo>
                <a:cubicBezTo>
                  <a:pt x="1465" y="10"/>
                  <a:pt x="1322" y="18"/>
                  <a:pt x="1188" y="54"/>
                </a:cubicBezTo>
                <a:cubicBezTo>
                  <a:pt x="840" y="215"/>
                  <a:pt x="510" y="402"/>
                  <a:pt x="197" y="608"/>
                </a:cubicBezTo>
                <a:cubicBezTo>
                  <a:pt x="126" y="679"/>
                  <a:pt x="54" y="759"/>
                  <a:pt x="1" y="849"/>
                </a:cubicBezTo>
                <a:cubicBezTo>
                  <a:pt x="545" y="1643"/>
                  <a:pt x="2107" y="2803"/>
                  <a:pt x="3044" y="2642"/>
                </a:cubicBezTo>
                <a:cubicBezTo>
                  <a:pt x="3205" y="2616"/>
                  <a:pt x="3366" y="2553"/>
                  <a:pt x="3499" y="2464"/>
                </a:cubicBezTo>
                <a:cubicBezTo>
                  <a:pt x="3830" y="1214"/>
                  <a:pt x="2893" y="1"/>
                  <a:pt x="1607" y="10"/>
                </a:cubicBezTo>
                <a:close/>
              </a:path>
            </a:pathLst>
          </a:custGeom>
          <a:gradFill>
            <a:gsLst>
              <a:gs pos="0">
                <a:srgbClr val="FFFFFF">
                  <a:alpha val="0"/>
                </a:srgbClr>
              </a:gs>
              <a:gs pos="100000">
                <a:srgbClr val="FFFFFF">
                  <a:alpha val="2196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7" name="Google Shape;2607;p23"/>
          <p:cNvSpPr/>
          <p:nvPr/>
        </p:nvSpPr>
        <p:spPr>
          <a:xfrm rot="10800000">
            <a:off x="1479457" y="4345505"/>
            <a:ext cx="297679" cy="210419"/>
          </a:xfrm>
          <a:custGeom>
            <a:avLst/>
            <a:gdLst/>
            <a:ahLst/>
            <a:cxnLst/>
            <a:rect l="l" t="t" r="r" b="b"/>
            <a:pathLst>
              <a:path w="4312" h="3048" extrusionOk="0">
                <a:moveTo>
                  <a:pt x="2754" y="1"/>
                </a:moveTo>
                <a:cubicBezTo>
                  <a:pt x="2690" y="1"/>
                  <a:pt x="2626" y="4"/>
                  <a:pt x="2562" y="12"/>
                </a:cubicBezTo>
                <a:cubicBezTo>
                  <a:pt x="2098" y="83"/>
                  <a:pt x="1652" y="226"/>
                  <a:pt x="1232" y="440"/>
                </a:cubicBezTo>
                <a:cubicBezTo>
                  <a:pt x="813" y="637"/>
                  <a:pt x="411" y="869"/>
                  <a:pt x="27" y="1136"/>
                </a:cubicBezTo>
                <a:lnTo>
                  <a:pt x="1" y="1154"/>
                </a:lnTo>
                <a:lnTo>
                  <a:pt x="18" y="1172"/>
                </a:lnTo>
                <a:cubicBezTo>
                  <a:pt x="152" y="1368"/>
                  <a:pt x="295" y="1556"/>
                  <a:pt x="474" y="1716"/>
                </a:cubicBezTo>
                <a:cubicBezTo>
                  <a:pt x="634" y="1886"/>
                  <a:pt x="813" y="2038"/>
                  <a:pt x="1000" y="2181"/>
                </a:cubicBezTo>
                <a:cubicBezTo>
                  <a:pt x="1366" y="2475"/>
                  <a:pt x="1777" y="2716"/>
                  <a:pt x="2214" y="2895"/>
                </a:cubicBezTo>
                <a:cubicBezTo>
                  <a:pt x="2437" y="2984"/>
                  <a:pt x="2669" y="3037"/>
                  <a:pt x="2901" y="3046"/>
                </a:cubicBezTo>
                <a:cubicBezTo>
                  <a:pt x="2915" y="3047"/>
                  <a:pt x="2928" y="3047"/>
                  <a:pt x="2942" y="3047"/>
                </a:cubicBezTo>
                <a:cubicBezTo>
                  <a:pt x="3168" y="3047"/>
                  <a:pt x="3385" y="2977"/>
                  <a:pt x="3571" y="2859"/>
                </a:cubicBezTo>
                <a:cubicBezTo>
                  <a:pt x="3764" y="2727"/>
                  <a:pt x="3923" y="2552"/>
                  <a:pt x="4030" y="2350"/>
                </a:cubicBezTo>
                <a:lnTo>
                  <a:pt x="4030" y="2350"/>
                </a:lnTo>
                <a:cubicBezTo>
                  <a:pt x="3923" y="2552"/>
                  <a:pt x="3764" y="2727"/>
                  <a:pt x="3571" y="2850"/>
                </a:cubicBezTo>
                <a:cubicBezTo>
                  <a:pt x="3378" y="2967"/>
                  <a:pt x="3162" y="3029"/>
                  <a:pt x="2945" y="3029"/>
                </a:cubicBezTo>
                <a:cubicBezTo>
                  <a:pt x="2930" y="3029"/>
                  <a:pt x="2916" y="3029"/>
                  <a:pt x="2901" y="3028"/>
                </a:cubicBezTo>
                <a:cubicBezTo>
                  <a:pt x="2660" y="3020"/>
                  <a:pt x="2437" y="2966"/>
                  <a:pt x="2223" y="2877"/>
                </a:cubicBezTo>
                <a:cubicBezTo>
                  <a:pt x="1786" y="2689"/>
                  <a:pt x="1384" y="2448"/>
                  <a:pt x="1018" y="2154"/>
                </a:cubicBezTo>
                <a:cubicBezTo>
                  <a:pt x="839" y="2011"/>
                  <a:pt x="661" y="1850"/>
                  <a:pt x="500" y="1681"/>
                </a:cubicBezTo>
                <a:cubicBezTo>
                  <a:pt x="337" y="1526"/>
                  <a:pt x="198" y="1354"/>
                  <a:pt x="76" y="1165"/>
                </a:cubicBezTo>
                <a:lnTo>
                  <a:pt x="76" y="1165"/>
                </a:lnTo>
                <a:cubicBezTo>
                  <a:pt x="445" y="904"/>
                  <a:pt x="839" y="668"/>
                  <a:pt x="1241" y="467"/>
                </a:cubicBezTo>
                <a:cubicBezTo>
                  <a:pt x="1652" y="253"/>
                  <a:pt x="2098" y="110"/>
                  <a:pt x="2562" y="39"/>
                </a:cubicBezTo>
                <a:cubicBezTo>
                  <a:pt x="2629" y="31"/>
                  <a:pt x="2696" y="27"/>
                  <a:pt x="2762" y="27"/>
                </a:cubicBezTo>
                <a:cubicBezTo>
                  <a:pt x="3157" y="27"/>
                  <a:pt x="3542" y="163"/>
                  <a:pt x="3847" y="422"/>
                </a:cubicBezTo>
                <a:cubicBezTo>
                  <a:pt x="4026" y="574"/>
                  <a:pt x="4160" y="770"/>
                  <a:pt x="4231" y="994"/>
                </a:cubicBezTo>
                <a:cubicBezTo>
                  <a:pt x="4293" y="1217"/>
                  <a:pt x="4311" y="1449"/>
                  <a:pt x="4276" y="1681"/>
                </a:cubicBezTo>
                <a:cubicBezTo>
                  <a:pt x="4311" y="1449"/>
                  <a:pt x="4302" y="1208"/>
                  <a:pt x="4240" y="985"/>
                </a:cubicBezTo>
                <a:cubicBezTo>
                  <a:pt x="4168" y="761"/>
                  <a:pt x="4044" y="565"/>
                  <a:pt x="3865" y="413"/>
                </a:cubicBezTo>
                <a:cubicBezTo>
                  <a:pt x="3549" y="144"/>
                  <a:pt x="3154" y="1"/>
                  <a:pt x="275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8" name="Google Shape;2608;p23"/>
          <p:cNvSpPr/>
          <p:nvPr/>
        </p:nvSpPr>
        <p:spPr>
          <a:xfrm rot="10800000">
            <a:off x="1420018" y="4387961"/>
            <a:ext cx="334267" cy="114874"/>
          </a:xfrm>
          <a:custGeom>
            <a:avLst/>
            <a:gdLst/>
            <a:ahLst/>
            <a:cxnLst/>
            <a:rect l="l" t="t" r="r" b="b"/>
            <a:pathLst>
              <a:path w="4842" h="1664" extrusionOk="0">
                <a:moveTo>
                  <a:pt x="2640" y="0"/>
                </a:moveTo>
                <a:cubicBezTo>
                  <a:pt x="2632" y="0"/>
                  <a:pt x="2967" y="516"/>
                  <a:pt x="3141" y="742"/>
                </a:cubicBezTo>
                <a:lnTo>
                  <a:pt x="3168" y="769"/>
                </a:lnTo>
                <a:cubicBezTo>
                  <a:pt x="2927" y="751"/>
                  <a:pt x="2686" y="742"/>
                  <a:pt x="2454" y="715"/>
                </a:cubicBezTo>
                <a:cubicBezTo>
                  <a:pt x="2267" y="698"/>
                  <a:pt x="2079" y="680"/>
                  <a:pt x="1892" y="662"/>
                </a:cubicBezTo>
                <a:lnTo>
                  <a:pt x="1401" y="198"/>
                </a:lnTo>
                <a:lnTo>
                  <a:pt x="1321" y="117"/>
                </a:lnTo>
                <a:lnTo>
                  <a:pt x="1321" y="117"/>
                </a:lnTo>
                <a:cubicBezTo>
                  <a:pt x="1463" y="305"/>
                  <a:pt x="1624" y="483"/>
                  <a:pt x="1785" y="644"/>
                </a:cubicBezTo>
                <a:cubicBezTo>
                  <a:pt x="1365" y="590"/>
                  <a:pt x="955" y="537"/>
                  <a:pt x="535" y="474"/>
                </a:cubicBezTo>
                <a:lnTo>
                  <a:pt x="44" y="394"/>
                </a:lnTo>
                <a:cubicBezTo>
                  <a:pt x="43" y="394"/>
                  <a:pt x="41" y="394"/>
                  <a:pt x="40" y="394"/>
                </a:cubicBezTo>
                <a:cubicBezTo>
                  <a:pt x="0" y="394"/>
                  <a:pt x="797" y="584"/>
                  <a:pt x="1330" y="689"/>
                </a:cubicBezTo>
                <a:lnTo>
                  <a:pt x="1071" y="947"/>
                </a:lnTo>
                <a:lnTo>
                  <a:pt x="1026" y="992"/>
                </a:lnTo>
                <a:cubicBezTo>
                  <a:pt x="1160" y="912"/>
                  <a:pt x="1285" y="814"/>
                  <a:pt x="1401" y="715"/>
                </a:cubicBezTo>
                <a:lnTo>
                  <a:pt x="1410" y="706"/>
                </a:lnTo>
                <a:cubicBezTo>
                  <a:pt x="1731" y="760"/>
                  <a:pt x="1981" y="796"/>
                  <a:pt x="2302" y="831"/>
                </a:cubicBezTo>
                <a:cubicBezTo>
                  <a:pt x="2436" y="840"/>
                  <a:pt x="2570" y="858"/>
                  <a:pt x="2695" y="867"/>
                </a:cubicBezTo>
                <a:lnTo>
                  <a:pt x="2160" y="1447"/>
                </a:lnTo>
                <a:lnTo>
                  <a:pt x="2070" y="1537"/>
                </a:lnTo>
                <a:cubicBezTo>
                  <a:pt x="2069" y="1538"/>
                  <a:pt x="2069" y="1539"/>
                  <a:pt x="2069" y="1539"/>
                </a:cubicBezTo>
                <a:cubicBezTo>
                  <a:pt x="2081" y="1539"/>
                  <a:pt x="2525" y="1144"/>
                  <a:pt x="2713" y="939"/>
                </a:cubicBezTo>
                <a:lnTo>
                  <a:pt x="2775" y="867"/>
                </a:lnTo>
                <a:cubicBezTo>
                  <a:pt x="2972" y="885"/>
                  <a:pt x="3168" y="894"/>
                  <a:pt x="3356" y="912"/>
                </a:cubicBezTo>
                <a:lnTo>
                  <a:pt x="3472" y="930"/>
                </a:lnTo>
                <a:lnTo>
                  <a:pt x="3025" y="1563"/>
                </a:lnTo>
                <a:lnTo>
                  <a:pt x="2954" y="1661"/>
                </a:lnTo>
                <a:cubicBezTo>
                  <a:pt x="2953" y="1663"/>
                  <a:pt x="2953" y="1663"/>
                  <a:pt x="2953" y="1663"/>
                </a:cubicBezTo>
                <a:cubicBezTo>
                  <a:pt x="2956" y="1663"/>
                  <a:pt x="3335" y="1225"/>
                  <a:pt x="3498" y="1001"/>
                </a:cubicBezTo>
                <a:lnTo>
                  <a:pt x="3543" y="930"/>
                </a:lnTo>
                <a:cubicBezTo>
                  <a:pt x="3748" y="956"/>
                  <a:pt x="3945" y="983"/>
                  <a:pt x="4150" y="1028"/>
                </a:cubicBezTo>
                <a:cubicBezTo>
                  <a:pt x="4346" y="1055"/>
                  <a:pt x="4543" y="1117"/>
                  <a:pt x="4739" y="1197"/>
                </a:cubicBezTo>
                <a:cubicBezTo>
                  <a:pt x="4744" y="1199"/>
                  <a:pt x="4750" y="1200"/>
                  <a:pt x="4755" y="1200"/>
                </a:cubicBezTo>
                <a:cubicBezTo>
                  <a:pt x="4809" y="1200"/>
                  <a:pt x="4841" y="1122"/>
                  <a:pt x="4792" y="1081"/>
                </a:cubicBezTo>
                <a:cubicBezTo>
                  <a:pt x="4632" y="1010"/>
                  <a:pt x="4462" y="956"/>
                  <a:pt x="4284" y="921"/>
                </a:cubicBezTo>
                <a:cubicBezTo>
                  <a:pt x="4061" y="876"/>
                  <a:pt x="3837" y="840"/>
                  <a:pt x="3605" y="814"/>
                </a:cubicBezTo>
                <a:cubicBezTo>
                  <a:pt x="3489" y="796"/>
                  <a:pt x="3364" y="787"/>
                  <a:pt x="3248" y="778"/>
                </a:cubicBezTo>
                <a:lnTo>
                  <a:pt x="2713" y="100"/>
                </a:lnTo>
                <a:lnTo>
                  <a:pt x="2642" y="1"/>
                </a:lnTo>
                <a:cubicBezTo>
                  <a:pt x="2641" y="1"/>
                  <a:pt x="2640" y="0"/>
                  <a:pt x="264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9" name="Google Shape;2609;p23"/>
          <p:cNvSpPr/>
          <p:nvPr/>
        </p:nvSpPr>
        <p:spPr>
          <a:xfrm rot="10800000">
            <a:off x="1351813" y="4130046"/>
            <a:ext cx="350698" cy="334751"/>
          </a:xfrm>
          <a:custGeom>
            <a:avLst/>
            <a:gdLst/>
            <a:ahLst/>
            <a:cxnLst/>
            <a:rect l="l" t="t" r="r" b="b"/>
            <a:pathLst>
              <a:path w="5080" h="4849" extrusionOk="0">
                <a:moveTo>
                  <a:pt x="4991" y="0"/>
                </a:moveTo>
                <a:cubicBezTo>
                  <a:pt x="4985" y="0"/>
                  <a:pt x="4978" y="1"/>
                  <a:pt x="4971" y="4"/>
                </a:cubicBezTo>
                <a:cubicBezTo>
                  <a:pt x="4025" y="334"/>
                  <a:pt x="3328" y="1191"/>
                  <a:pt x="2980" y="2119"/>
                </a:cubicBezTo>
                <a:cubicBezTo>
                  <a:pt x="2592" y="2011"/>
                  <a:pt x="2194" y="1958"/>
                  <a:pt x="1797" y="1958"/>
                </a:cubicBezTo>
                <a:cubicBezTo>
                  <a:pt x="1210" y="1958"/>
                  <a:pt x="625" y="2074"/>
                  <a:pt x="71" y="2297"/>
                </a:cubicBezTo>
                <a:cubicBezTo>
                  <a:pt x="0" y="2329"/>
                  <a:pt x="19" y="2429"/>
                  <a:pt x="79" y="2429"/>
                </a:cubicBezTo>
                <a:cubicBezTo>
                  <a:pt x="87" y="2429"/>
                  <a:pt x="97" y="2427"/>
                  <a:pt x="107" y="2422"/>
                </a:cubicBezTo>
                <a:cubicBezTo>
                  <a:pt x="643" y="2204"/>
                  <a:pt x="1213" y="2092"/>
                  <a:pt x="1785" y="2092"/>
                </a:cubicBezTo>
                <a:cubicBezTo>
                  <a:pt x="2147" y="2092"/>
                  <a:pt x="2509" y="2136"/>
                  <a:pt x="2864" y="2226"/>
                </a:cubicBezTo>
                <a:cubicBezTo>
                  <a:pt x="2195" y="2592"/>
                  <a:pt x="1624" y="3172"/>
                  <a:pt x="1186" y="3797"/>
                </a:cubicBezTo>
                <a:cubicBezTo>
                  <a:pt x="1156" y="3846"/>
                  <a:pt x="1201" y="3891"/>
                  <a:pt x="1247" y="3891"/>
                </a:cubicBezTo>
                <a:cubicBezTo>
                  <a:pt x="1268" y="3891"/>
                  <a:pt x="1289" y="3882"/>
                  <a:pt x="1302" y="3859"/>
                </a:cubicBezTo>
                <a:cubicBezTo>
                  <a:pt x="1731" y="3226"/>
                  <a:pt x="2302" y="2699"/>
                  <a:pt x="2971" y="2324"/>
                </a:cubicBezTo>
                <a:lnTo>
                  <a:pt x="2971" y="2324"/>
                </a:lnTo>
                <a:cubicBezTo>
                  <a:pt x="2998" y="3083"/>
                  <a:pt x="2847" y="3842"/>
                  <a:pt x="2534" y="4538"/>
                </a:cubicBezTo>
                <a:cubicBezTo>
                  <a:pt x="2510" y="4592"/>
                  <a:pt x="2555" y="4637"/>
                  <a:pt x="2595" y="4637"/>
                </a:cubicBezTo>
                <a:cubicBezTo>
                  <a:pt x="2614" y="4637"/>
                  <a:pt x="2632" y="4627"/>
                  <a:pt x="2641" y="4600"/>
                </a:cubicBezTo>
                <a:cubicBezTo>
                  <a:pt x="2945" y="3913"/>
                  <a:pt x="3141" y="3119"/>
                  <a:pt x="3096" y="2351"/>
                </a:cubicBezTo>
                <a:lnTo>
                  <a:pt x="3096" y="2351"/>
                </a:lnTo>
                <a:cubicBezTo>
                  <a:pt x="3775" y="3011"/>
                  <a:pt x="4230" y="3868"/>
                  <a:pt x="4382" y="4796"/>
                </a:cubicBezTo>
                <a:cubicBezTo>
                  <a:pt x="4389" y="4833"/>
                  <a:pt x="4413" y="4848"/>
                  <a:pt x="4440" y="4848"/>
                </a:cubicBezTo>
                <a:cubicBezTo>
                  <a:pt x="4479" y="4848"/>
                  <a:pt x="4521" y="4814"/>
                  <a:pt x="4515" y="4761"/>
                </a:cubicBezTo>
                <a:cubicBezTo>
                  <a:pt x="4346" y="3770"/>
                  <a:pt x="3846" y="2860"/>
                  <a:pt x="3105" y="2173"/>
                </a:cubicBezTo>
                <a:cubicBezTo>
                  <a:pt x="3436" y="1280"/>
                  <a:pt x="4105" y="450"/>
                  <a:pt x="5006" y="138"/>
                </a:cubicBezTo>
                <a:cubicBezTo>
                  <a:pt x="5079" y="113"/>
                  <a:pt x="5056" y="0"/>
                  <a:pt x="499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0" name="Google Shape;2610;p23"/>
          <p:cNvSpPr/>
          <p:nvPr/>
        </p:nvSpPr>
        <p:spPr>
          <a:xfrm rot="10800000">
            <a:off x="1329175" y="4066115"/>
            <a:ext cx="106038" cy="104036"/>
          </a:xfrm>
          <a:custGeom>
            <a:avLst/>
            <a:gdLst/>
            <a:ahLst/>
            <a:cxnLst/>
            <a:rect l="l" t="t" r="r" b="b"/>
            <a:pathLst>
              <a:path w="1536" h="1507" extrusionOk="0">
                <a:moveTo>
                  <a:pt x="715" y="0"/>
                </a:moveTo>
                <a:cubicBezTo>
                  <a:pt x="621" y="0"/>
                  <a:pt x="527" y="21"/>
                  <a:pt x="438" y="64"/>
                </a:cubicBezTo>
                <a:cubicBezTo>
                  <a:pt x="117" y="225"/>
                  <a:pt x="1" y="653"/>
                  <a:pt x="179" y="1010"/>
                </a:cubicBezTo>
                <a:cubicBezTo>
                  <a:pt x="320" y="1292"/>
                  <a:pt x="632" y="1506"/>
                  <a:pt x="920" y="1506"/>
                </a:cubicBezTo>
                <a:cubicBezTo>
                  <a:pt x="997" y="1506"/>
                  <a:pt x="1073" y="1491"/>
                  <a:pt x="1143" y="1457"/>
                </a:cubicBezTo>
                <a:cubicBezTo>
                  <a:pt x="1465" y="1287"/>
                  <a:pt x="1536" y="769"/>
                  <a:pt x="1357" y="412"/>
                </a:cubicBezTo>
                <a:cubicBezTo>
                  <a:pt x="1221" y="152"/>
                  <a:pt x="969" y="0"/>
                  <a:pt x="71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1" name="Google Shape;2611;p23"/>
          <p:cNvSpPr/>
          <p:nvPr/>
        </p:nvSpPr>
        <p:spPr>
          <a:xfrm rot="10800000">
            <a:off x="1476423" y="4071362"/>
            <a:ext cx="104795" cy="105278"/>
          </a:xfrm>
          <a:custGeom>
            <a:avLst/>
            <a:gdLst/>
            <a:ahLst/>
            <a:cxnLst/>
            <a:rect l="l" t="t" r="r" b="b"/>
            <a:pathLst>
              <a:path w="1518" h="1525" extrusionOk="0">
                <a:moveTo>
                  <a:pt x="805" y="0"/>
                </a:moveTo>
                <a:cubicBezTo>
                  <a:pt x="531" y="0"/>
                  <a:pt x="263" y="183"/>
                  <a:pt x="143" y="471"/>
                </a:cubicBezTo>
                <a:cubicBezTo>
                  <a:pt x="1" y="846"/>
                  <a:pt x="117" y="1354"/>
                  <a:pt x="456" y="1488"/>
                </a:cubicBezTo>
                <a:cubicBezTo>
                  <a:pt x="514" y="1513"/>
                  <a:pt x="576" y="1524"/>
                  <a:pt x="638" y="1524"/>
                </a:cubicBezTo>
                <a:cubicBezTo>
                  <a:pt x="935" y="1524"/>
                  <a:pt x="1250" y="1264"/>
                  <a:pt x="1375" y="962"/>
                </a:cubicBezTo>
                <a:cubicBezTo>
                  <a:pt x="1518" y="587"/>
                  <a:pt x="1366" y="176"/>
                  <a:pt x="1027" y="42"/>
                </a:cubicBezTo>
                <a:cubicBezTo>
                  <a:pt x="955" y="14"/>
                  <a:pt x="880" y="0"/>
                  <a:pt x="80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2" name="Google Shape;2612;p23"/>
          <p:cNvSpPr/>
          <p:nvPr/>
        </p:nvSpPr>
        <p:spPr>
          <a:xfrm rot="10800000">
            <a:off x="1658741" y="4257897"/>
            <a:ext cx="111630" cy="91057"/>
          </a:xfrm>
          <a:custGeom>
            <a:avLst/>
            <a:gdLst/>
            <a:ahLst/>
            <a:cxnLst/>
            <a:rect l="l" t="t" r="r" b="b"/>
            <a:pathLst>
              <a:path w="1617" h="1319" extrusionOk="0">
                <a:moveTo>
                  <a:pt x="876" y="0"/>
                </a:moveTo>
                <a:cubicBezTo>
                  <a:pt x="852" y="0"/>
                  <a:pt x="828" y="2"/>
                  <a:pt x="804" y="4"/>
                </a:cubicBezTo>
                <a:cubicBezTo>
                  <a:pt x="402" y="39"/>
                  <a:pt x="1" y="370"/>
                  <a:pt x="36" y="736"/>
                </a:cubicBezTo>
                <a:cubicBezTo>
                  <a:pt x="62" y="1070"/>
                  <a:pt x="472" y="1319"/>
                  <a:pt x="846" y="1319"/>
                </a:cubicBezTo>
                <a:cubicBezTo>
                  <a:pt x="871" y="1319"/>
                  <a:pt x="896" y="1318"/>
                  <a:pt x="920" y="1316"/>
                </a:cubicBezTo>
                <a:cubicBezTo>
                  <a:pt x="1322" y="1280"/>
                  <a:pt x="1616" y="959"/>
                  <a:pt x="1589" y="593"/>
                </a:cubicBezTo>
                <a:cubicBezTo>
                  <a:pt x="1556" y="257"/>
                  <a:pt x="1246" y="0"/>
                  <a:pt x="87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3" name="Google Shape;2613;p23"/>
          <p:cNvSpPr/>
          <p:nvPr/>
        </p:nvSpPr>
        <p:spPr>
          <a:xfrm rot="10800000">
            <a:off x="1575003" y="4129490"/>
            <a:ext cx="107280" cy="101205"/>
          </a:xfrm>
          <a:custGeom>
            <a:avLst/>
            <a:gdLst/>
            <a:ahLst/>
            <a:cxnLst/>
            <a:rect l="l" t="t" r="r" b="b"/>
            <a:pathLst>
              <a:path w="1554" h="1466" extrusionOk="0">
                <a:moveTo>
                  <a:pt x="843" y="1"/>
                </a:moveTo>
                <a:cubicBezTo>
                  <a:pt x="625" y="1"/>
                  <a:pt x="404" y="107"/>
                  <a:pt x="260" y="308"/>
                </a:cubicBezTo>
                <a:cubicBezTo>
                  <a:pt x="19" y="629"/>
                  <a:pt x="1" y="1156"/>
                  <a:pt x="287" y="1370"/>
                </a:cubicBezTo>
                <a:cubicBezTo>
                  <a:pt x="377" y="1436"/>
                  <a:pt x="487" y="1465"/>
                  <a:pt x="603" y="1465"/>
                </a:cubicBezTo>
                <a:cubicBezTo>
                  <a:pt x="863" y="1465"/>
                  <a:pt x="1152" y="1316"/>
                  <a:pt x="1313" y="1093"/>
                </a:cubicBezTo>
                <a:cubicBezTo>
                  <a:pt x="1554" y="772"/>
                  <a:pt x="1509" y="334"/>
                  <a:pt x="1215" y="120"/>
                </a:cubicBezTo>
                <a:cubicBezTo>
                  <a:pt x="1104" y="40"/>
                  <a:pt x="974" y="1"/>
                  <a:pt x="84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4" name="Google Shape;2614;p23"/>
          <p:cNvSpPr/>
          <p:nvPr/>
        </p:nvSpPr>
        <p:spPr>
          <a:xfrm rot="10800000">
            <a:off x="1623673" y="4165388"/>
            <a:ext cx="40731" cy="43975"/>
          </a:xfrm>
          <a:custGeom>
            <a:avLst/>
            <a:gdLst/>
            <a:ahLst/>
            <a:cxnLst/>
            <a:rect l="l" t="t" r="r" b="b"/>
            <a:pathLst>
              <a:path w="590" h="637" extrusionOk="0">
                <a:moveTo>
                  <a:pt x="350" y="1"/>
                </a:moveTo>
                <a:cubicBezTo>
                  <a:pt x="333" y="1"/>
                  <a:pt x="318" y="3"/>
                  <a:pt x="304" y="8"/>
                </a:cubicBezTo>
                <a:lnTo>
                  <a:pt x="242" y="8"/>
                </a:lnTo>
                <a:cubicBezTo>
                  <a:pt x="233" y="17"/>
                  <a:pt x="215" y="17"/>
                  <a:pt x="206" y="25"/>
                </a:cubicBezTo>
                <a:cubicBezTo>
                  <a:pt x="188" y="34"/>
                  <a:pt x="179" y="34"/>
                  <a:pt x="161" y="43"/>
                </a:cubicBezTo>
                <a:cubicBezTo>
                  <a:pt x="153" y="52"/>
                  <a:pt x="126" y="70"/>
                  <a:pt x="108" y="88"/>
                </a:cubicBezTo>
                <a:lnTo>
                  <a:pt x="108" y="97"/>
                </a:lnTo>
                <a:cubicBezTo>
                  <a:pt x="90" y="115"/>
                  <a:pt x="72" y="133"/>
                  <a:pt x="63" y="150"/>
                </a:cubicBezTo>
                <a:cubicBezTo>
                  <a:pt x="54" y="150"/>
                  <a:pt x="54" y="159"/>
                  <a:pt x="54" y="159"/>
                </a:cubicBezTo>
                <a:cubicBezTo>
                  <a:pt x="36" y="186"/>
                  <a:pt x="28" y="213"/>
                  <a:pt x="19" y="240"/>
                </a:cubicBezTo>
                <a:cubicBezTo>
                  <a:pt x="10" y="266"/>
                  <a:pt x="1" y="302"/>
                  <a:pt x="1" y="329"/>
                </a:cubicBezTo>
                <a:cubicBezTo>
                  <a:pt x="1" y="365"/>
                  <a:pt x="1" y="400"/>
                  <a:pt x="10" y="436"/>
                </a:cubicBezTo>
                <a:lnTo>
                  <a:pt x="10" y="445"/>
                </a:lnTo>
                <a:lnTo>
                  <a:pt x="36" y="507"/>
                </a:lnTo>
                <a:lnTo>
                  <a:pt x="36" y="516"/>
                </a:lnTo>
                <a:lnTo>
                  <a:pt x="72" y="561"/>
                </a:lnTo>
                <a:lnTo>
                  <a:pt x="117" y="597"/>
                </a:lnTo>
                <a:cubicBezTo>
                  <a:pt x="144" y="615"/>
                  <a:pt x="161" y="623"/>
                  <a:pt x="188" y="623"/>
                </a:cubicBezTo>
                <a:cubicBezTo>
                  <a:pt x="206" y="632"/>
                  <a:pt x="226" y="637"/>
                  <a:pt x="247" y="637"/>
                </a:cubicBezTo>
                <a:cubicBezTo>
                  <a:pt x="269" y="637"/>
                  <a:pt x="291" y="632"/>
                  <a:pt x="313" y="623"/>
                </a:cubicBezTo>
                <a:cubicBezTo>
                  <a:pt x="322" y="623"/>
                  <a:pt x="340" y="615"/>
                  <a:pt x="349" y="615"/>
                </a:cubicBezTo>
                <a:cubicBezTo>
                  <a:pt x="367" y="606"/>
                  <a:pt x="376" y="606"/>
                  <a:pt x="385" y="597"/>
                </a:cubicBezTo>
                <a:lnTo>
                  <a:pt x="411" y="579"/>
                </a:lnTo>
                <a:cubicBezTo>
                  <a:pt x="420" y="579"/>
                  <a:pt x="420" y="570"/>
                  <a:pt x="429" y="570"/>
                </a:cubicBezTo>
                <a:lnTo>
                  <a:pt x="456" y="552"/>
                </a:lnTo>
                <a:lnTo>
                  <a:pt x="483" y="525"/>
                </a:lnTo>
                <a:lnTo>
                  <a:pt x="501" y="507"/>
                </a:lnTo>
                <a:cubicBezTo>
                  <a:pt x="536" y="472"/>
                  <a:pt x="572" y="418"/>
                  <a:pt x="581" y="365"/>
                </a:cubicBezTo>
                <a:cubicBezTo>
                  <a:pt x="581" y="347"/>
                  <a:pt x="590" y="311"/>
                  <a:pt x="590" y="293"/>
                </a:cubicBezTo>
                <a:cubicBezTo>
                  <a:pt x="590" y="266"/>
                  <a:pt x="590" y="249"/>
                  <a:pt x="581" y="222"/>
                </a:cubicBezTo>
                <a:cubicBezTo>
                  <a:pt x="581" y="195"/>
                  <a:pt x="572" y="177"/>
                  <a:pt x="563" y="150"/>
                </a:cubicBezTo>
                <a:cubicBezTo>
                  <a:pt x="554" y="142"/>
                  <a:pt x="554" y="133"/>
                  <a:pt x="545" y="124"/>
                </a:cubicBezTo>
                <a:cubicBezTo>
                  <a:pt x="527" y="79"/>
                  <a:pt x="492" y="52"/>
                  <a:pt x="456" y="34"/>
                </a:cubicBezTo>
                <a:cubicBezTo>
                  <a:pt x="447" y="34"/>
                  <a:pt x="411" y="17"/>
                  <a:pt x="402" y="8"/>
                </a:cubicBezTo>
                <a:cubicBezTo>
                  <a:pt x="385" y="3"/>
                  <a:pt x="367" y="1"/>
                  <a:pt x="35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5" name="Google Shape;2615;p23"/>
          <p:cNvSpPr/>
          <p:nvPr/>
        </p:nvSpPr>
        <p:spPr>
          <a:xfrm rot="10800000">
            <a:off x="1696987" y="4291379"/>
            <a:ext cx="48739" cy="43768"/>
          </a:xfrm>
          <a:custGeom>
            <a:avLst/>
            <a:gdLst/>
            <a:ahLst/>
            <a:cxnLst/>
            <a:rect l="l" t="t" r="r" b="b"/>
            <a:pathLst>
              <a:path w="706" h="634" extrusionOk="0">
                <a:moveTo>
                  <a:pt x="384" y="0"/>
                </a:moveTo>
                <a:lnTo>
                  <a:pt x="304" y="9"/>
                </a:lnTo>
                <a:lnTo>
                  <a:pt x="295" y="9"/>
                </a:lnTo>
                <a:lnTo>
                  <a:pt x="251" y="36"/>
                </a:lnTo>
                <a:cubicBezTo>
                  <a:pt x="224" y="36"/>
                  <a:pt x="206" y="54"/>
                  <a:pt x="188" y="62"/>
                </a:cubicBezTo>
                <a:cubicBezTo>
                  <a:pt x="179" y="62"/>
                  <a:pt x="170" y="71"/>
                  <a:pt x="170" y="80"/>
                </a:cubicBezTo>
                <a:cubicBezTo>
                  <a:pt x="117" y="107"/>
                  <a:pt x="72" y="152"/>
                  <a:pt x="45" y="196"/>
                </a:cubicBezTo>
                <a:cubicBezTo>
                  <a:pt x="19" y="241"/>
                  <a:pt x="1" y="295"/>
                  <a:pt x="1" y="348"/>
                </a:cubicBezTo>
                <a:cubicBezTo>
                  <a:pt x="1" y="384"/>
                  <a:pt x="10" y="419"/>
                  <a:pt x="27" y="455"/>
                </a:cubicBezTo>
                <a:cubicBezTo>
                  <a:pt x="36" y="491"/>
                  <a:pt x="63" y="527"/>
                  <a:pt x="90" y="553"/>
                </a:cubicBezTo>
                <a:cubicBezTo>
                  <a:pt x="126" y="589"/>
                  <a:pt x="170" y="616"/>
                  <a:pt x="215" y="625"/>
                </a:cubicBezTo>
                <a:cubicBezTo>
                  <a:pt x="242" y="634"/>
                  <a:pt x="277" y="634"/>
                  <a:pt x="313" y="634"/>
                </a:cubicBezTo>
                <a:lnTo>
                  <a:pt x="331" y="634"/>
                </a:lnTo>
                <a:cubicBezTo>
                  <a:pt x="358" y="634"/>
                  <a:pt x="393" y="634"/>
                  <a:pt x="420" y="625"/>
                </a:cubicBezTo>
                <a:lnTo>
                  <a:pt x="465" y="625"/>
                </a:lnTo>
                <a:lnTo>
                  <a:pt x="527" y="598"/>
                </a:lnTo>
                <a:cubicBezTo>
                  <a:pt x="536" y="589"/>
                  <a:pt x="545" y="589"/>
                  <a:pt x="554" y="580"/>
                </a:cubicBezTo>
                <a:lnTo>
                  <a:pt x="572" y="580"/>
                </a:lnTo>
                <a:cubicBezTo>
                  <a:pt x="608" y="553"/>
                  <a:pt x="643" y="527"/>
                  <a:pt x="670" y="482"/>
                </a:cubicBezTo>
                <a:cubicBezTo>
                  <a:pt x="670" y="482"/>
                  <a:pt x="670" y="473"/>
                  <a:pt x="670" y="473"/>
                </a:cubicBezTo>
                <a:lnTo>
                  <a:pt x="670" y="464"/>
                </a:lnTo>
                <a:cubicBezTo>
                  <a:pt x="679" y="446"/>
                  <a:pt x="688" y="419"/>
                  <a:pt x="697" y="402"/>
                </a:cubicBezTo>
                <a:cubicBezTo>
                  <a:pt x="697" y="393"/>
                  <a:pt x="697" y="393"/>
                  <a:pt x="697" y="393"/>
                </a:cubicBezTo>
                <a:cubicBezTo>
                  <a:pt x="697" y="384"/>
                  <a:pt x="706" y="330"/>
                  <a:pt x="706" y="321"/>
                </a:cubicBezTo>
                <a:cubicBezTo>
                  <a:pt x="706" y="303"/>
                  <a:pt x="697" y="250"/>
                  <a:pt x="697" y="241"/>
                </a:cubicBezTo>
                <a:lnTo>
                  <a:pt x="706" y="205"/>
                </a:lnTo>
                <a:cubicBezTo>
                  <a:pt x="706" y="205"/>
                  <a:pt x="679" y="143"/>
                  <a:pt x="679" y="143"/>
                </a:cubicBezTo>
                <a:cubicBezTo>
                  <a:pt x="679" y="143"/>
                  <a:pt x="634" y="89"/>
                  <a:pt x="634" y="80"/>
                </a:cubicBezTo>
                <a:cubicBezTo>
                  <a:pt x="625" y="80"/>
                  <a:pt x="581" y="45"/>
                  <a:pt x="572" y="36"/>
                </a:cubicBezTo>
                <a:lnTo>
                  <a:pt x="500" y="9"/>
                </a:lnTo>
                <a:lnTo>
                  <a:pt x="492" y="9"/>
                </a:lnTo>
                <a:cubicBezTo>
                  <a:pt x="465" y="9"/>
                  <a:pt x="438" y="0"/>
                  <a:pt x="41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6" name="Google Shape;2616;p23"/>
          <p:cNvSpPr/>
          <p:nvPr/>
        </p:nvSpPr>
        <p:spPr>
          <a:xfrm rot="10800000">
            <a:off x="1514600" y="4105672"/>
            <a:ext cx="43216" cy="50672"/>
          </a:xfrm>
          <a:custGeom>
            <a:avLst/>
            <a:gdLst/>
            <a:ahLst/>
            <a:cxnLst/>
            <a:rect l="l" t="t" r="r" b="b"/>
            <a:pathLst>
              <a:path w="626" h="734" extrusionOk="0">
                <a:moveTo>
                  <a:pt x="309" y="0"/>
                </a:moveTo>
                <a:cubicBezTo>
                  <a:pt x="289" y="0"/>
                  <a:pt x="269" y="3"/>
                  <a:pt x="251" y="7"/>
                </a:cubicBezTo>
                <a:cubicBezTo>
                  <a:pt x="206" y="25"/>
                  <a:pt x="161" y="43"/>
                  <a:pt x="126" y="79"/>
                </a:cubicBezTo>
                <a:lnTo>
                  <a:pt x="126" y="88"/>
                </a:lnTo>
                <a:cubicBezTo>
                  <a:pt x="108" y="114"/>
                  <a:pt x="90" y="132"/>
                  <a:pt x="72" y="150"/>
                </a:cubicBezTo>
                <a:cubicBezTo>
                  <a:pt x="63" y="159"/>
                  <a:pt x="63" y="168"/>
                  <a:pt x="63" y="177"/>
                </a:cubicBezTo>
                <a:cubicBezTo>
                  <a:pt x="54" y="186"/>
                  <a:pt x="45" y="204"/>
                  <a:pt x="45" y="221"/>
                </a:cubicBezTo>
                <a:cubicBezTo>
                  <a:pt x="28" y="239"/>
                  <a:pt x="19" y="266"/>
                  <a:pt x="10" y="293"/>
                </a:cubicBezTo>
                <a:cubicBezTo>
                  <a:pt x="10" y="302"/>
                  <a:pt x="10" y="311"/>
                  <a:pt x="10" y="320"/>
                </a:cubicBezTo>
                <a:cubicBezTo>
                  <a:pt x="1" y="346"/>
                  <a:pt x="1" y="382"/>
                  <a:pt x="1" y="409"/>
                </a:cubicBezTo>
                <a:cubicBezTo>
                  <a:pt x="1" y="445"/>
                  <a:pt x="1" y="489"/>
                  <a:pt x="10" y="525"/>
                </a:cubicBezTo>
                <a:cubicBezTo>
                  <a:pt x="19" y="569"/>
                  <a:pt x="45" y="614"/>
                  <a:pt x="81" y="650"/>
                </a:cubicBezTo>
                <a:cubicBezTo>
                  <a:pt x="108" y="677"/>
                  <a:pt x="144" y="694"/>
                  <a:pt x="179" y="712"/>
                </a:cubicBezTo>
                <a:cubicBezTo>
                  <a:pt x="199" y="725"/>
                  <a:pt x="228" y="734"/>
                  <a:pt x="256" y="734"/>
                </a:cubicBezTo>
                <a:cubicBezTo>
                  <a:pt x="267" y="734"/>
                  <a:pt x="277" y="733"/>
                  <a:pt x="286" y="730"/>
                </a:cubicBezTo>
                <a:cubicBezTo>
                  <a:pt x="340" y="730"/>
                  <a:pt x="385" y="721"/>
                  <a:pt x="429" y="694"/>
                </a:cubicBezTo>
                <a:cubicBezTo>
                  <a:pt x="492" y="659"/>
                  <a:pt x="536" y="614"/>
                  <a:pt x="572" y="561"/>
                </a:cubicBezTo>
                <a:lnTo>
                  <a:pt x="581" y="534"/>
                </a:lnTo>
                <a:cubicBezTo>
                  <a:pt x="590" y="516"/>
                  <a:pt x="608" y="489"/>
                  <a:pt x="617" y="462"/>
                </a:cubicBezTo>
                <a:lnTo>
                  <a:pt x="617" y="445"/>
                </a:lnTo>
                <a:cubicBezTo>
                  <a:pt x="626" y="418"/>
                  <a:pt x="626" y="382"/>
                  <a:pt x="626" y="355"/>
                </a:cubicBezTo>
                <a:cubicBezTo>
                  <a:pt x="626" y="346"/>
                  <a:pt x="626" y="337"/>
                  <a:pt x="626" y="328"/>
                </a:cubicBezTo>
                <a:lnTo>
                  <a:pt x="617" y="248"/>
                </a:lnTo>
                <a:cubicBezTo>
                  <a:pt x="617" y="239"/>
                  <a:pt x="608" y="221"/>
                  <a:pt x="608" y="212"/>
                </a:cubicBezTo>
                <a:cubicBezTo>
                  <a:pt x="599" y="195"/>
                  <a:pt x="590" y="168"/>
                  <a:pt x="572" y="141"/>
                </a:cubicBezTo>
                <a:cubicBezTo>
                  <a:pt x="545" y="105"/>
                  <a:pt x="510" y="70"/>
                  <a:pt x="474" y="43"/>
                </a:cubicBezTo>
                <a:cubicBezTo>
                  <a:pt x="438" y="25"/>
                  <a:pt x="402" y="7"/>
                  <a:pt x="367" y="7"/>
                </a:cubicBezTo>
                <a:cubicBezTo>
                  <a:pt x="349" y="3"/>
                  <a:pt x="329" y="0"/>
                  <a:pt x="30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7" name="Google Shape;2617;p23"/>
          <p:cNvSpPr/>
          <p:nvPr/>
        </p:nvSpPr>
        <p:spPr>
          <a:xfrm rot="10800000">
            <a:off x="1348229" y="4099873"/>
            <a:ext cx="40731" cy="45908"/>
          </a:xfrm>
          <a:custGeom>
            <a:avLst/>
            <a:gdLst/>
            <a:ahLst/>
            <a:cxnLst/>
            <a:rect l="l" t="t" r="r" b="b"/>
            <a:pathLst>
              <a:path w="590" h="665" extrusionOk="0">
                <a:moveTo>
                  <a:pt x="286" y="0"/>
                </a:moveTo>
                <a:cubicBezTo>
                  <a:pt x="265" y="0"/>
                  <a:pt x="244" y="4"/>
                  <a:pt x="223" y="15"/>
                </a:cubicBezTo>
                <a:lnTo>
                  <a:pt x="152" y="42"/>
                </a:lnTo>
                <a:lnTo>
                  <a:pt x="98" y="77"/>
                </a:lnTo>
                <a:cubicBezTo>
                  <a:pt x="81" y="104"/>
                  <a:pt x="63" y="122"/>
                  <a:pt x="54" y="149"/>
                </a:cubicBezTo>
                <a:lnTo>
                  <a:pt x="45" y="167"/>
                </a:lnTo>
                <a:cubicBezTo>
                  <a:pt x="18" y="211"/>
                  <a:pt x="0" y="265"/>
                  <a:pt x="0" y="309"/>
                </a:cubicBezTo>
                <a:lnTo>
                  <a:pt x="0" y="318"/>
                </a:lnTo>
                <a:cubicBezTo>
                  <a:pt x="0" y="354"/>
                  <a:pt x="9" y="381"/>
                  <a:pt x="9" y="408"/>
                </a:cubicBezTo>
                <a:cubicBezTo>
                  <a:pt x="9" y="416"/>
                  <a:pt x="9" y="416"/>
                  <a:pt x="9" y="425"/>
                </a:cubicBezTo>
                <a:lnTo>
                  <a:pt x="9" y="434"/>
                </a:lnTo>
                <a:lnTo>
                  <a:pt x="45" y="515"/>
                </a:lnTo>
                <a:cubicBezTo>
                  <a:pt x="45" y="515"/>
                  <a:pt x="54" y="524"/>
                  <a:pt x="54" y="532"/>
                </a:cubicBezTo>
                <a:lnTo>
                  <a:pt x="98" y="586"/>
                </a:lnTo>
                <a:lnTo>
                  <a:pt x="152" y="631"/>
                </a:lnTo>
                <a:lnTo>
                  <a:pt x="223" y="657"/>
                </a:lnTo>
                <a:cubicBezTo>
                  <a:pt x="241" y="662"/>
                  <a:pt x="259" y="664"/>
                  <a:pt x="277" y="664"/>
                </a:cubicBezTo>
                <a:cubicBezTo>
                  <a:pt x="295" y="664"/>
                  <a:pt x="313" y="662"/>
                  <a:pt x="330" y="657"/>
                </a:cubicBezTo>
                <a:cubicBezTo>
                  <a:pt x="357" y="657"/>
                  <a:pt x="384" y="649"/>
                  <a:pt x="402" y="640"/>
                </a:cubicBezTo>
                <a:cubicBezTo>
                  <a:pt x="429" y="631"/>
                  <a:pt x="447" y="622"/>
                  <a:pt x="464" y="604"/>
                </a:cubicBezTo>
                <a:cubicBezTo>
                  <a:pt x="482" y="595"/>
                  <a:pt x="500" y="577"/>
                  <a:pt x="518" y="550"/>
                </a:cubicBezTo>
                <a:cubicBezTo>
                  <a:pt x="536" y="524"/>
                  <a:pt x="554" y="497"/>
                  <a:pt x="563" y="461"/>
                </a:cubicBezTo>
                <a:lnTo>
                  <a:pt x="571" y="443"/>
                </a:lnTo>
                <a:cubicBezTo>
                  <a:pt x="589" y="399"/>
                  <a:pt x="589" y="345"/>
                  <a:pt x="580" y="300"/>
                </a:cubicBezTo>
                <a:cubicBezTo>
                  <a:pt x="580" y="292"/>
                  <a:pt x="580" y="283"/>
                  <a:pt x="580" y="283"/>
                </a:cubicBezTo>
                <a:lnTo>
                  <a:pt x="580" y="256"/>
                </a:lnTo>
                <a:cubicBezTo>
                  <a:pt x="580" y="247"/>
                  <a:pt x="571" y="238"/>
                  <a:pt x="571" y="229"/>
                </a:cubicBezTo>
                <a:cubicBezTo>
                  <a:pt x="554" y="193"/>
                  <a:pt x="545" y="167"/>
                  <a:pt x="527" y="140"/>
                </a:cubicBezTo>
                <a:lnTo>
                  <a:pt x="482" y="86"/>
                </a:lnTo>
                <a:cubicBezTo>
                  <a:pt x="464" y="59"/>
                  <a:pt x="429" y="42"/>
                  <a:pt x="402" y="24"/>
                </a:cubicBezTo>
                <a:cubicBezTo>
                  <a:pt x="375" y="15"/>
                  <a:pt x="357" y="6"/>
                  <a:pt x="330" y="6"/>
                </a:cubicBezTo>
                <a:cubicBezTo>
                  <a:pt x="316" y="2"/>
                  <a:pt x="301" y="0"/>
                  <a:pt x="28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8" name="Google Shape;2618;p23"/>
          <p:cNvSpPr/>
          <p:nvPr/>
        </p:nvSpPr>
        <p:spPr>
          <a:xfrm rot="10800000">
            <a:off x="1332212" y="4065839"/>
            <a:ext cx="98030" cy="105555"/>
          </a:xfrm>
          <a:custGeom>
            <a:avLst/>
            <a:gdLst/>
            <a:ahLst/>
            <a:cxnLst/>
            <a:rect l="l" t="t" r="r" b="b"/>
            <a:pathLst>
              <a:path w="1420" h="1529" extrusionOk="0">
                <a:moveTo>
                  <a:pt x="656" y="1"/>
                </a:moveTo>
                <a:cubicBezTo>
                  <a:pt x="570" y="1"/>
                  <a:pt x="484" y="19"/>
                  <a:pt x="402" y="56"/>
                </a:cubicBezTo>
                <a:cubicBezTo>
                  <a:pt x="223" y="136"/>
                  <a:pt x="90" y="288"/>
                  <a:pt x="45" y="475"/>
                </a:cubicBezTo>
                <a:cubicBezTo>
                  <a:pt x="1" y="660"/>
                  <a:pt x="18" y="854"/>
                  <a:pt x="104" y="1022"/>
                </a:cubicBezTo>
                <a:lnTo>
                  <a:pt x="104" y="1022"/>
                </a:lnTo>
                <a:cubicBezTo>
                  <a:pt x="18" y="854"/>
                  <a:pt x="1" y="660"/>
                  <a:pt x="54" y="484"/>
                </a:cubicBezTo>
                <a:cubicBezTo>
                  <a:pt x="132" y="205"/>
                  <a:pt x="379" y="30"/>
                  <a:pt x="641" y="30"/>
                </a:cubicBezTo>
                <a:cubicBezTo>
                  <a:pt x="741" y="30"/>
                  <a:pt x="842" y="55"/>
                  <a:pt x="937" y="109"/>
                </a:cubicBezTo>
                <a:cubicBezTo>
                  <a:pt x="1098" y="198"/>
                  <a:pt x="1223" y="341"/>
                  <a:pt x="1285" y="511"/>
                </a:cubicBezTo>
                <a:cubicBezTo>
                  <a:pt x="1357" y="680"/>
                  <a:pt x="1375" y="868"/>
                  <a:pt x="1339" y="1046"/>
                </a:cubicBezTo>
                <a:cubicBezTo>
                  <a:pt x="1312" y="1234"/>
                  <a:pt x="1196" y="1394"/>
                  <a:pt x="1027" y="1475"/>
                </a:cubicBezTo>
                <a:cubicBezTo>
                  <a:pt x="957" y="1499"/>
                  <a:pt x="885" y="1511"/>
                  <a:pt x="814" y="1511"/>
                </a:cubicBezTo>
                <a:cubicBezTo>
                  <a:pt x="702" y="1511"/>
                  <a:pt x="593" y="1481"/>
                  <a:pt x="500" y="1421"/>
                </a:cubicBezTo>
                <a:cubicBezTo>
                  <a:pt x="333" y="1333"/>
                  <a:pt x="200" y="1192"/>
                  <a:pt x="111" y="1034"/>
                </a:cubicBezTo>
                <a:lnTo>
                  <a:pt x="111" y="1034"/>
                </a:lnTo>
                <a:cubicBezTo>
                  <a:pt x="200" y="1192"/>
                  <a:pt x="332" y="1333"/>
                  <a:pt x="491" y="1421"/>
                </a:cubicBezTo>
                <a:cubicBezTo>
                  <a:pt x="598" y="1493"/>
                  <a:pt x="725" y="1528"/>
                  <a:pt x="851" y="1528"/>
                </a:cubicBezTo>
                <a:cubicBezTo>
                  <a:pt x="914" y="1528"/>
                  <a:pt x="976" y="1519"/>
                  <a:pt x="1036" y="1501"/>
                </a:cubicBezTo>
                <a:cubicBezTo>
                  <a:pt x="1214" y="1412"/>
                  <a:pt x="1348" y="1252"/>
                  <a:pt x="1384" y="1055"/>
                </a:cubicBezTo>
                <a:cubicBezTo>
                  <a:pt x="1419" y="868"/>
                  <a:pt x="1402" y="671"/>
                  <a:pt x="1339" y="493"/>
                </a:cubicBezTo>
                <a:cubicBezTo>
                  <a:pt x="1268" y="306"/>
                  <a:pt x="1125" y="163"/>
                  <a:pt x="955" y="73"/>
                </a:cubicBezTo>
                <a:cubicBezTo>
                  <a:pt x="859" y="25"/>
                  <a:pt x="758" y="1"/>
                  <a:pt x="656" y="1"/>
                </a:cubicBezTo>
                <a:close/>
              </a:path>
            </a:pathLst>
          </a:custGeom>
          <a:solidFill>
            <a:srgbClr val="6B09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9" name="Google Shape;2619;p23"/>
          <p:cNvSpPr/>
          <p:nvPr/>
        </p:nvSpPr>
        <p:spPr>
          <a:xfrm rot="10800000">
            <a:off x="1479461" y="4070533"/>
            <a:ext cx="97408" cy="106797"/>
          </a:xfrm>
          <a:custGeom>
            <a:avLst/>
            <a:gdLst/>
            <a:ahLst/>
            <a:cxnLst/>
            <a:rect l="l" t="t" r="r" b="b"/>
            <a:pathLst>
              <a:path w="1411" h="1547" extrusionOk="0">
                <a:moveTo>
                  <a:pt x="740" y="1"/>
                </a:moveTo>
                <a:cubicBezTo>
                  <a:pt x="642" y="1"/>
                  <a:pt x="545" y="23"/>
                  <a:pt x="455" y="70"/>
                </a:cubicBezTo>
                <a:cubicBezTo>
                  <a:pt x="286" y="159"/>
                  <a:pt x="152" y="302"/>
                  <a:pt x="80" y="481"/>
                </a:cubicBezTo>
                <a:cubicBezTo>
                  <a:pt x="152" y="311"/>
                  <a:pt x="286" y="168"/>
                  <a:pt x="455" y="88"/>
                </a:cubicBezTo>
                <a:cubicBezTo>
                  <a:pt x="544" y="44"/>
                  <a:pt x="637" y="23"/>
                  <a:pt x="728" y="23"/>
                </a:cubicBezTo>
                <a:cubicBezTo>
                  <a:pt x="1001" y="23"/>
                  <a:pt x="1254" y="210"/>
                  <a:pt x="1321" y="499"/>
                </a:cubicBezTo>
                <a:cubicBezTo>
                  <a:pt x="1357" y="677"/>
                  <a:pt x="1339" y="865"/>
                  <a:pt x="1250" y="1034"/>
                </a:cubicBezTo>
                <a:cubicBezTo>
                  <a:pt x="1169" y="1195"/>
                  <a:pt x="1044" y="1329"/>
                  <a:pt x="884" y="1427"/>
                </a:cubicBezTo>
                <a:cubicBezTo>
                  <a:pt x="786" y="1487"/>
                  <a:pt x="677" y="1517"/>
                  <a:pt x="567" y="1517"/>
                </a:cubicBezTo>
                <a:cubicBezTo>
                  <a:pt x="497" y="1517"/>
                  <a:pt x="427" y="1505"/>
                  <a:pt x="357" y="1480"/>
                </a:cubicBezTo>
                <a:cubicBezTo>
                  <a:pt x="196" y="1382"/>
                  <a:pt x="80" y="1222"/>
                  <a:pt x="45" y="1043"/>
                </a:cubicBezTo>
                <a:cubicBezTo>
                  <a:pt x="1" y="858"/>
                  <a:pt x="18" y="663"/>
                  <a:pt x="78" y="486"/>
                </a:cubicBezTo>
                <a:lnTo>
                  <a:pt x="78" y="486"/>
                </a:lnTo>
                <a:cubicBezTo>
                  <a:pt x="18" y="663"/>
                  <a:pt x="1" y="858"/>
                  <a:pt x="36" y="1034"/>
                </a:cubicBezTo>
                <a:cubicBezTo>
                  <a:pt x="63" y="1230"/>
                  <a:pt x="179" y="1400"/>
                  <a:pt x="348" y="1489"/>
                </a:cubicBezTo>
                <a:cubicBezTo>
                  <a:pt x="425" y="1528"/>
                  <a:pt x="508" y="1546"/>
                  <a:pt x="590" y="1546"/>
                </a:cubicBezTo>
                <a:cubicBezTo>
                  <a:pt x="698" y="1546"/>
                  <a:pt x="805" y="1514"/>
                  <a:pt x="902" y="1454"/>
                </a:cubicBezTo>
                <a:cubicBezTo>
                  <a:pt x="1071" y="1364"/>
                  <a:pt x="1214" y="1222"/>
                  <a:pt x="1303" y="1052"/>
                </a:cubicBezTo>
                <a:cubicBezTo>
                  <a:pt x="1384" y="873"/>
                  <a:pt x="1410" y="677"/>
                  <a:pt x="1357" y="481"/>
                </a:cubicBezTo>
                <a:cubicBezTo>
                  <a:pt x="1312" y="293"/>
                  <a:pt x="1178" y="142"/>
                  <a:pt x="1000" y="52"/>
                </a:cubicBezTo>
                <a:cubicBezTo>
                  <a:pt x="915" y="19"/>
                  <a:pt x="827" y="1"/>
                  <a:pt x="740" y="1"/>
                </a:cubicBezTo>
                <a:close/>
              </a:path>
            </a:pathLst>
          </a:custGeom>
          <a:solidFill>
            <a:srgbClr val="6B09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0" name="Google Shape;2620;p23"/>
          <p:cNvSpPr/>
          <p:nvPr/>
        </p:nvSpPr>
        <p:spPr>
          <a:xfrm rot="10800000">
            <a:off x="1658741" y="4257828"/>
            <a:ext cx="111630" cy="93059"/>
          </a:xfrm>
          <a:custGeom>
            <a:avLst/>
            <a:gdLst/>
            <a:ahLst/>
            <a:cxnLst/>
            <a:rect l="l" t="t" r="r" b="b"/>
            <a:pathLst>
              <a:path w="1617" h="1348" extrusionOk="0">
                <a:moveTo>
                  <a:pt x="870" y="0"/>
                </a:moveTo>
                <a:cubicBezTo>
                  <a:pt x="822" y="0"/>
                  <a:pt x="773" y="5"/>
                  <a:pt x="724" y="14"/>
                </a:cubicBezTo>
                <a:cubicBezTo>
                  <a:pt x="536" y="50"/>
                  <a:pt x="358" y="148"/>
                  <a:pt x="224" y="282"/>
                </a:cubicBezTo>
                <a:cubicBezTo>
                  <a:pt x="72" y="407"/>
                  <a:pt x="1" y="603"/>
                  <a:pt x="27" y="799"/>
                </a:cubicBezTo>
                <a:cubicBezTo>
                  <a:pt x="72" y="987"/>
                  <a:pt x="206" y="1138"/>
                  <a:pt x="376" y="1228"/>
                </a:cubicBezTo>
                <a:cubicBezTo>
                  <a:pt x="520" y="1304"/>
                  <a:pt x="678" y="1348"/>
                  <a:pt x="838" y="1348"/>
                </a:cubicBezTo>
                <a:cubicBezTo>
                  <a:pt x="865" y="1348"/>
                  <a:pt x="893" y="1346"/>
                  <a:pt x="920" y="1344"/>
                </a:cubicBezTo>
                <a:lnTo>
                  <a:pt x="920" y="1344"/>
                </a:lnTo>
                <a:cubicBezTo>
                  <a:pt x="904" y="1344"/>
                  <a:pt x="889" y="1345"/>
                  <a:pt x="873" y="1345"/>
                </a:cubicBezTo>
                <a:cubicBezTo>
                  <a:pt x="701" y="1345"/>
                  <a:pt x="532" y="1300"/>
                  <a:pt x="384" y="1219"/>
                </a:cubicBezTo>
                <a:cubicBezTo>
                  <a:pt x="215" y="1129"/>
                  <a:pt x="99" y="978"/>
                  <a:pt x="54" y="799"/>
                </a:cubicBezTo>
                <a:cubicBezTo>
                  <a:pt x="36" y="612"/>
                  <a:pt x="108" y="433"/>
                  <a:pt x="251" y="308"/>
                </a:cubicBezTo>
                <a:cubicBezTo>
                  <a:pt x="384" y="183"/>
                  <a:pt x="554" y="103"/>
                  <a:pt x="733" y="67"/>
                </a:cubicBezTo>
                <a:cubicBezTo>
                  <a:pt x="783" y="57"/>
                  <a:pt x="833" y="52"/>
                  <a:pt x="884" y="52"/>
                </a:cubicBezTo>
                <a:cubicBezTo>
                  <a:pt x="1014" y="52"/>
                  <a:pt x="1143" y="86"/>
                  <a:pt x="1259" y="157"/>
                </a:cubicBezTo>
                <a:cubicBezTo>
                  <a:pt x="1420" y="246"/>
                  <a:pt x="1536" y="407"/>
                  <a:pt x="1571" y="585"/>
                </a:cubicBezTo>
                <a:cubicBezTo>
                  <a:pt x="1598" y="772"/>
                  <a:pt x="1545" y="960"/>
                  <a:pt x="1411" y="1103"/>
                </a:cubicBezTo>
                <a:cubicBezTo>
                  <a:pt x="1286" y="1237"/>
                  <a:pt x="1107" y="1326"/>
                  <a:pt x="920" y="1344"/>
                </a:cubicBezTo>
                <a:cubicBezTo>
                  <a:pt x="1107" y="1326"/>
                  <a:pt x="1286" y="1245"/>
                  <a:pt x="1420" y="1103"/>
                </a:cubicBezTo>
                <a:cubicBezTo>
                  <a:pt x="1554" y="969"/>
                  <a:pt x="1616" y="772"/>
                  <a:pt x="1589" y="585"/>
                </a:cubicBezTo>
                <a:cubicBezTo>
                  <a:pt x="1563" y="389"/>
                  <a:pt x="1447" y="219"/>
                  <a:pt x="1286" y="121"/>
                </a:cubicBezTo>
                <a:cubicBezTo>
                  <a:pt x="1159" y="41"/>
                  <a:pt x="1016" y="0"/>
                  <a:pt x="870" y="0"/>
                </a:cubicBezTo>
                <a:close/>
              </a:path>
            </a:pathLst>
          </a:custGeom>
          <a:solidFill>
            <a:srgbClr val="6B09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1" name="Google Shape;2621;p23"/>
          <p:cNvSpPr/>
          <p:nvPr/>
        </p:nvSpPr>
        <p:spPr>
          <a:xfrm rot="10800000">
            <a:off x="1579905" y="4128593"/>
            <a:ext cx="99272" cy="103345"/>
          </a:xfrm>
          <a:custGeom>
            <a:avLst/>
            <a:gdLst/>
            <a:ahLst/>
            <a:cxnLst/>
            <a:rect l="l" t="t" r="r" b="b"/>
            <a:pathLst>
              <a:path w="1438" h="1497" extrusionOk="0">
                <a:moveTo>
                  <a:pt x="781" y="0"/>
                </a:moveTo>
                <a:cubicBezTo>
                  <a:pt x="717" y="0"/>
                  <a:pt x="652" y="10"/>
                  <a:pt x="590" y="31"/>
                </a:cubicBezTo>
                <a:cubicBezTo>
                  <a:pt x="402" y="94"/>
                  <a:pt x="250" y="219"/>
                  <a:pt x="143" y="379"/>
                </a:cubicBezTo>
                <a:cubicBezTo>
                  <a:pt x="45" y="549"/>
                  <a:pt x="1" y="736"/>
                  <a:pt x="10" y="933"/>
                </a:cubicBezTo>
                <a:cubicBezTo>
                  <a:pt x="10" y="1129"/>
                  <a:pt x="108" y="1316"/>
                  <a:pt x="268" y="1423"/>
                </a:cubicBezTo>
                <a:cubicBezTo>
                  <a:pt x="365" y="1472"/>
                  <a:pt x="466" y="1496"/>
                  <a:pt x="567" y="1496"/>
                </a:cubicBezTo>
                <a:cubicBezTo>
                  <a:pt x="653" y="1496"/>
                  <a:pt x="739" y="1478"/>
                  <a:pt x="822" y="1441"/>
                </a:cubicBezTo>
                <a:cubicBezTo>
                  <a:pt x="1000" y="1379"/>
                  <a:pt x="1161" y="1263"/>
                  <a:pt x="1268" y="1111"/>
                </a:cubicBezTo>
                <a:lnTo>
                  <a:pt x="1268" y="1111"/>
                </a:lnTo>
                <a:cubicBezTo>
                  <a:pt x="1152" y="1263"/>
                  <a:pt x="1000" y="1370"/>
                  <a:pt x="822" y="1432"/>
                </a:cubicBezTo>
                <a:cubicBezTo>
                  <a:pt x="747" y="1462"/>
                  <a:pt x="670" y="1476"/>
                  <a:pt x="593" y="1476"/>
                </a:cubicBezTo>
                <a:cubicBezTo>
                  <a:pt x="485" y="1476"/>
                  <a:pt x="380" y="1449"/>
                  <a:pt x="286" y="1397"/>
                </a:cubicBezTo>
                <a:cubicBezTo>
                  <a:pt x="134" y="1290"/>
                  <a:pt x="45" y="1111"/>
                  <a:pt x="54" y="924"/>
                </a:cubicBezTo>
                <a:cubicBezTo>
                  <a:pt x="45" y="745"/>
                  <a:pt x="99" y="558"/>
                  <a:pt x="188" y="406"/>
                </a:cubicBezTo>
                <a:cubicBezTo>
                  <a:pt x="286" y="245"/>
                  <a:pt x="429" y="129"/>
                  <a:pt x="607" y="67"/>
                </a:cubicBezTo>
                <a:cubicBezTo>
                  <a:pt x="670" y="47"/>
                  <a:pt x="735" y="37"/>
                  <a:pt x="802" y="37"/>
                </a:cubicBezTo>
                <a:cubicBezTo>
                  <a:pt x="916" y="37"/>
                  <a:pt x="1032" y="67"/>
                  <a:pt x="1134" y="129"/>
                </a:cubicBezTo>
                <a:cubicBezTo>
                  <a:pt x="1295" y="228"/>
                  <a:pt x="1393" y="397"/>
                  <a:pt x="1411" y="585"/>
                </a:cubicBezTo>
                <a:cubicBezTo>
                  <a:pt x="1438" y="772"/>
                  <a:pt x="1384" y="959"/>
                  <a:pt x="1268" y="1111"/>
                </a:cubicBezTo>
                <a:cubicBezTo>
                  <a:pt x="1384" y="959"/>
                  <a:pt x="1438" y="772"/>
                  <a:pt x="1429" y="585"/>
                </a:cubicBezTo>
                <a:cubicBezTo>
                  <a:pt x="1411" y="397"/>
                  <a:pt x="1313" y="219"/>
                  <a:pt x="1152" y="112"/>
                </a:cubicBezTo>
                <a:cubicBezTo>
                  <a:pt x="1039" y="40"/>
                  <a:pt x="910" y="0"/>
                  <a:pt x="781" y="0"/>
                </a:cubicBezTo>
                <a:close/>
              </a:path>
            </a:pathLst>
          </a:custGeom>
          <a:solidFill>
            <a:srgbClr val="6B09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2" name="Google Shape;2622;p23"/>
          <p:cNvSpPr/>
          <p:nvPr/>
        </p:nvSpPr>
        <p:spPr>
          <a:xfrm rot="10800000">
            <a:off x="1348230" y="4059694"/>
            <a:ext cx="21677" cy="24231"/>
          </a:xfrm>
          <a:custGeom>
            <a:avLst/>
            <a:gdLst/>
            <a:ahLst/>
            <a:cxnLst/>
            <a:rect l="l" t="t" r="r" b="b"/>
            <a:pathLst>
              <a:path w="314" h="351" extrusionOk="0">
                <a:moveTo>
                  <a:pt x="149" y="0"/>
                </a:moveTo>
                <a:cubicBezTo>
                  <a:pt x="141" y="0"/>
                  <a:pt x="134" y="1"/>
                  <a:pt x="126" y="2"/>
                </a:cubicBezTo>
                <a:lnTo>
                  <a:pt x="99" y="2"/>
                </a:lnTo>
                <a:cubicBezTo>
                  <a:pt x="81" y="2"/>
                  <a:pt x="63" y="11"/>
                  <a:pt x="54" y="20"/>
                </a:cubicBezTo>
                <a:cubicBezTo>
                  <a:pt x="37" y="29"/>
                  <a:pt x="37" y="38"/>
                  <a:pt x="28" y="47"/>
                </a:cubicBezTo>
                <a:cubicBezTo>
                  <a:pt x="19" y="56"/>
                  <a:pt x="10" y="74"/>
                  <a:pt x="1" y="92"/>
                </a:cubicBezTo>
                <a:lnTo>
                  <a:pt x="1" y="127"/>
                </a:lnTo>
                <a:cubicBezTo>
                  <a:pt x="1" y="145"/>
                  <a:pt x="1" y="163"/>
                  <a:pt x="10" y="181"/>
                </a:cubicBezTo>
                <a:cubicBezTo>
                  <a:pt x="10" y="190"/>
                  <a:pt x="19" y="190"/>
                  <a:pt x="19" y="199"/>
                </a:cubicBezTo>
                <a:lnTo>
                  <a:pt x="28" y="217"/>
                </a:lnTo>
                <a:cubicBezTo>
                  <a:pt x="37" y="226"/>
                  <a:pt x="46" y="243"/>
                  <a:pt x="46" y="252"/>
                </a:cubicBezTo>
                <a:cubicBezTo>
                  <a:pt x="54" y="270"/>
                  <a:pt x="54" y="288"/>
                  <a:pt x="72" y="297"/>
                </a:cubicBezTo>
                <a:cubicBezTo>
                  <a:pt x="81" y="315"/>
                  <a:pt x="90" y="324"/>
                  <a:pt x="108" y="333"/>
                </a:cubicBezTo>
                <a:cubicBezTo>
                  <a:pt x="126" y="342"/>
                  <a:pt x="144" y="350"/>
                  <a:pt x="162" y="350"/>
                </a:cubicBezTo>
                <a:lnTo>
                  <a:pt x="215" y="350"/>
                </a:lnTo>
                <a:lnTo>
                  <a:pt x="251" y="333"/>
                </a:lnTo>
                <a:cubicBezTo>
                  <a:pt x="269" y="324"/>
                  <a:pt x="287" y="306"/>
                  <a:pt x="295" y="288"/>
                </a:cubicBezTo>
                <a:lnTo>
                  <a:pt x="313" y="252"/>
                </a:lnTo>
                <a:cubicBezTo>
                  <a:pt x="313" y="234"/>
                  <a:pt x="313" y="217"/>
                  <a:pt x="313" y="199"/>
                </a:cubicBezTo>
                <a:cubicBezTo>
                  <a:pt x="304" y="163"/>
                  <a:pt x="287" y="136"/>
                  <a:pt x="278" y="110"/>
                </a:cubicBezTo>
                <a:cubicBezTo>
                  <a:pt x="278" y="101"/>
                  <a:pt x="269" y="92"/>
                  <a:pt x="260" y="83"/>
                </a:cubicBezTo>
                <a:cubicBezTo>
                  <a:pt x="251" y="65"/>
                  <a:pt x="242" y="47"/>
                  <a:pt x="233" y="38"/>
                </a:cubicBezTo>
                <a:cubicBezTo>
                  <a:pt x="211" y="16"/>
                  <a:pt x="183" y="0"/>
                  <a:pt x="14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3" name="Google Shape;2623;p23"/>
          <p:cNvSpPr/>
          <p:nvPr/>
        </p:nvSpPr>
        <p:spPr>
          <a:xfrm rot="10800000">
            <a:off x="1539246" y="4065838"/>
            <a:ext cx="23472" cy="25336"/>
          </a:xfrm>
          <a:custGeom>
            <a:avLst/>
            <a:gdLst/>
            <a:ahLst/>
            <a:cxnLst/>
            <a:rect l="l" t="t" r="r" b="b"/>
            <a:pathLst>
              <a:path w="340" h="367" extrusionOk="0">
                <a:moveTo>
                  <a:pt x="197" y="0"/>
                </a:moveTo>
                <a:cubicBezTo>
                  <a:pt x="179" y="0"/>
                  <a:pt x="161" y="18"/>
                  <a:pt x="143" y="27"/>
                </a:cubicBezTo>
                <a:cubicBezTo>
                  <a:pt x="134" y="36"/>
                  <a:pt x="125" y="45"/>
                  <a:pt x="116" y="54"/>
                </a:cubicBezTo>
                <a:lnTo>
                  <a:pt x="81" y="81"/>
                </a:lnTo>
                <a:lnTo>
                  <a:pt x="63" y="98"/>
                </a:lnTo>
                <a:lnTo>
                  <a:pt x="54" y="98"/>
                </a:lnTo>
                <a:cubicBezTo>
                  <a:pt x="45" y="98"/>
                  <a:pt x="45" y="107"/>
                  <a:pt x="36" y="116"/>
                </a:cubicBezTo>
                <a:cubicBezTo>
                  <a:pt x="36" y="125"/>
                  <a:pt x="27" y="134"/>
                  <a:pt x="27" y="134"/>
                </a:cubicBezTo>
                <a:lnTo>
                  <a:pt x="18" y="161"/>
                </a:lnTo>
                <a:cubicBezTo>
                  <a:pt x="9" y="161"/>
                  <a:pt x="9" y="170"/>
                  <a:pt x="9" y="179"/>
                </a:cubicBezTo>
                <a:cubicBezTo>
                  <a:pt x="0" y="188"/>
                  <a:pt x="0" y="197"/>
                  <a:pt x="0" y="206"/>
                </a:cubicBezTo>
                <a:cubicBezTo>
                  <a:pt x="0" y="215"/>
                  <a:pt x="0" y="223"/>
                  <a:pt x="0" y="232"/>
                </a:cubicBezTo>
                <a:cubicBezTo>
                  <a:pt x="0" y="259"/>
                  <a:pt x="9" y="286"/>
                  <a:pt x="18" y="304"/>
                </a:cubicBezTo>
                <a:cubicBezTo>
                  <a:pt x="36" y="331"/>
                  <a:pt x="63" y="348"/>
                  <a:pt x="99" y="366"/>
                </a:cubicBezTo>
                <a:lnTo>
                  <a:pt x="170" y="366"/>
                </a:lnTo>
                <a:lnTo>
                  <a:pt x="206" y="348"/>
                </a:lnTo>
                <a:lnTo>
                  <a:pt x="232" y="331"/>
                </a:lnTo>
                <a:lnTo>
                  <a:pt x="250" y="313"/>
                </a:lnTo>
                <a:lnTo>
                  <a:pt x="277" y="286"/>
                </a:lnTo>
                <a:lnTo>
                  <a:pt x="277" y="277"/>
                </a:lnTo>
                <a:lnTo>
                  <a:pt x="286" y="250"/>
                </a:lnTo>
                <a:lnTo>
                  <a:pt x="295" y="215"/>
                </a:lnTo>
                <a:lnTo>
                  <a:pt x="322" y="179"/>
                </a:lnTo>
                <a:cubicBezTo>
                  <a:pt x="331" y="161"/>
                  <a:pt x="331" y="152"/>
                  <a:pt x="331" y="134"/>
                </a:cubicBezTo>
                <a:cubicBezTo>
                  <a:pt x="340" y="116"/>
                  <a:pt x="340" y="98"/>
                  <a:pt x="331" y="90"/>
                </a:cubicBezTo>
                <a:lnTo>
                  <a:pt x="331" y="54"/>
                </a:lnTo>
                <a:cubicBezTo>
                  <a:pt x="322" y="45"/>
                  <a:pt x="313" y="36"/>
                  <a:pt x="295" y="27"/>
                </a:cubicBezTo>
                <a:cubicBezTo>
                  <a:pt x="286" y="18"/>
                  <a:pt x="277" y="9"/>
                  <a:pt x="268" y="9"/>
                </a:cubicBezTo>
                <a:cubicBezTo>
                  <a:pt x="259" y="0"/>
                  <a:pt x="241" y="0"/>
                  <a:pt x="22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4" name="Google Shape;2624;p23"/>
          <p:cNvSpPr/>
          <p:nvPr/>
        </p:nvSpPr>
        <p:spPr>
          <a:xfrm rot="10800000">
            <a:off x="1749315" y="4286615"/>
            <a:ext cx="32101" cy="18985"/>
          </a:xfrm>
          <a:custGeom>
            <a:avLst/>
            <a:gdLst/>
            <a:ahLst/>
            <a:cxnLst/>
            <a:rect l="l" t="t" r="r" b="b"/>
            <a:pathLst>
              <a:path w="465" h="275" extrusionOk="0">
                <a:moveTo>
                  <a:pt x="241" y="0"/>
                </a:moveTo>
                <a:cubicBezTo>
                  <a:pt x="205" y="0"/>
                  <a:pt x="179" y="9"/>
                  <a:pt x="152" y="9"/>
                </a:cubicBezTo>
                <a:cubicBezTo>
                  <a:pt x="107" y="9"/>
                  <a:pt x="63" y="27"/>
                  <a:pt x="36" y="63"/>
                </a:cubicBezTo>
                <a:cubicBezTo>
                  <a:pt x="18" y="72"/>
                  <a:pt x="9" y="99"/>
                  <a:pt x="9" y="116"/>
                </a:cubicBezTo>
                <a:cubicBezTo>
                  <a:pt x="0" y="134"/>
                  <a:pt x="0" y="161"/>
                  <a:pt x="9" y="179"/>
                </a:cubicBezTo>
                <a:cubicBezTo>
                  <a:pt x="9" y="206"/>
                  <a:pt x="18" y="224"/>
                  <a:pt x="36" y="241"/>
                </a:cubicBezTo>
                <a:cubicBezTo>
                  <a:pt x="54" y="250"/>
                  <a:pt x="71" y="259"/>
                  <a:pt x="89" y="268"/>
                </a:cubicBezTo>
                <a:cubicBezTo>
                  <a:pt x="108" y="272"/>
                  <a:pt x="125" y="274"/>
                  <a:pt x="141" y="274"/>
                </a:cubicBezTo>
                <a:cubicBezTo>
                  <a:pt x="164" y="274"/>
                  <a:pt x="184" y="270"/>
                  <a:pt x="205" y="259"/>
                </a:cubicBezTo>
                <a:lnTo>
                  <a:pt x="268" y="241"/>
                </a:lnTo>
                <a:cubicBezTo>
                  <a:pt x="304" y="232"/>
                  <a:pt x="339" y="224"/>
                  <a:pt x="375" y="215"/>
                </a:cubicBezTo>
                <a:cubicBezTo>
                  <a:pt x="428" y="206"/>
                  <a:pt x="464" y="152"/>
                  <a:pt x="455" y="99"/>
                </a:cubicBezTo>
                <a:cubicBezTo>
                  <a:pt x="446" y="81"/>
                  <a:pt x="437" y="54"/>
                  <a:pt x="420" y="45"/>
                </a:cubicBezTo>
                <a:lnTo>
                  <a:pt x="411" y="18"/>
                </a:lnTo>
                <a:cubicBezTo>
                  <a:pt x="402" y="9"/>
                  <a:pt x="375" y="0"/>
                  <a:pt x="35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5" name="Google Shape;2625;p23"/>
          <p:cNvSpPr/>
          <p:nvPr/>
        </p:nvSpPr>
        <p:spPr>
          <a:xfrm rot="10800000">
            <a:off x="1642106" y="4123759"/>
            <a:ext cx="33344" cy="34103"/>
          </a:xfrm>
          <a:custGeom>
            <a:avLst/>
            <a:gdLst/>
            <a:ahLst/>
            <a:cxnLst/>
            <a:rect l="l" t="t" r="r" b="b"/>
            <a:pathLst>
              <a:path w="483" h="494" extrusionOk="0">
                <a:moveTo>
                  <a:pt x="367" y="0"/>
                </a:moveTo>
                <a:cubicBezTo>
                  <a:pt x="361" y="0"/>
                  <a:pt x="355" y="1"/>
                  <a:pt x="348" y="2"/>
                </a:cubicBezTo>
                <a:cubicBezTo>
                  <a:pt x="304" y="2"/>
                  <a:pt x="268" y="11"/>
                  <a:pt x="241" y="38"/>
                </a:cubicBezTo>
                <a:lnTo>
                  <a:pt x="45" y="243"/>
                </a:lnTo>
                <a:cubicBezTo>
                  <a:pt x="18" y="270"/>
                  <a:pt x="0" y="306"/>
                  <a:pt x="0" y="350"/>
                </a:cubicBezTo>
                <a:cubicBezTo>
                  <a:pt x="0" y="431"/>
                  <a:pt x="72" y="493"/>
                  <a:pt x="152" y="493"/>
                </a:cubicBezTo>
                <a:cubicBezTo>
                  <a:pt x="188" y="493"/>
                  <a:pt x="223" y="475"/>
                  <a:pt x="250" y="449"/>
                </a:cubicBezTo>
                <a:lnTo>
                  <a:pt x="446" y="243"/>
                </a:lnTo>
                <a:cubicBezTo>
                  <a:pt x="473" y="217"/>
                  <a:pt x="482" y="181"/>
                  <a:pt x="482" y="136"/>
                </a:cubicBezTo>
                <a:cubicBezTo>
                  <a:pt x="482" y="101"/>
                  <a:pt x="473" y="65"/>
                  <a:pt x="446" y="38"/>
                </a:cubicBezTo>
                <a:cubicBezTo>
                  <a:pt x="424" y="16"/>
                  <a:pt x="396" y="0"/>
                  <a:pt x="36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6" name="Google Shape;2626;p23"/>
          <p:cNvSpPr/>
          <p:nvPr/>
        </p:nvSpPr>
        <p:spPr>
          <a:xfrm rot="2247870">
            <a:off x="791285" y="3260654"/>
            <a:ext cx="162972" cy="264157"/>
          </a:xfrm>
          <a:custGeom>
            <a:avLst/>
            <a:gdLst/>
            <a:ahLst/>
            <a:cxnLst/>
            <a:rect l="l" t="t" r="r" b="b"/>
            <a:pathLst>
              <a:path w="2759" h="4472" extrusionOk="0">
                <a:moveTo>
                  <a:pt x="483" y="0"/>
                </a:moveTo>
                <a:lnTo>
                  <a:pt x="483" y="0"/>
                </a:lnTo>
                <a:cubicBezTo>
                  <a:pt x="500" y="205"/>
                  <a:pt x="81" y="1464"/>
                  <a:pt x="45" y="1830"/>
                </a:cubicBezTo>
                <a:cubicBezTo>
                  <a:pt x="1" y="2196"/>
                  <a:pt x="179" y="2874"/>
                  <a:pt x="652" y="3499"/>
                </a:cubicBezTo>
                <a:cubicBezTo>
                  <a:pt x="1134" y="4123"/>
                  <a:pt x="2214" y="4471"/>
                  <a:pt x="2214" y="4471"/>
                </a:cubicBezTo>
                <a:cubicBezTo>
                  <a:pt x="2214" y="4471"/>
                  <a:pt x="2268" y="4454"/>
                  <a:pt x="2410" y="4007"/>
                </a:cubicBezTo>
                <a:cubicBezTo>
                  <a:pt x="2553" y="3570"/>
                  <a:pt x="2758" y="2570"/>
                  <a:pt x="2562" y="2017"/>
                </a:cubicBezTo>
                <a:cubicBezTo>
                  <a:pt x="2357" y="1455"/>
                  <a:pt x="2169" y="1196"/>
                  <a:pt x="1607" y="723"/>
                </a:cubicBezTo>
                <a:cubicBezTo>
                  <a:pt x="1268" y="428"/>
                  <a:pt x="893" y="187"/>
                  <a:pt x="48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7" name="Google Shape;2627;p23"/>
          <p:cNvSpPr/>
          <p:nvPr/>
        </p:nvSpPr>
        <p:spPr>
          <a:xfrm rot="2247870">
            <a:off x="767348" y="3250033"/>
            <a:ext cx="153462" cy="351639"/>
          </a:xfrm>
          <a:custGeom>
            <a:avLst/>
            <a:gdLst/>
            <a:ahLst/>
            <a:cxnLst/>
            <a:rect l="l" t="t" r="r" b="b"/>
            <a:pathLst>
              <a:path w="2598" h="5953" extrusionOk="0">
                <a:moveTo>
                  <a:pt x="438" y="0"/>
                </a:moveTo>
                <a:cubicBezTo>
                  <a:pt x="438" y="18"/>
                  <a:pt x="438" y="27"/>
                  <a:pt x="438" y="36"/>
                </a:cubicBezTo>
                <a:cubicBezTo>
                  <a:pt x="589" y="312"/>
                  <a:pt x="714" y="598"/>
                  <a:pt x="821" y="893"/>
                </a:cubicBezTo>
                <a:cubicBezTo>
                  <a:pt x="652" y="803"/>
                  <a:pt x="482" y="705"/>
                  <a:pt x="313" y="607"/>
                </a:cubicBezTo>
                <a:lnTo>
                  <a:pt x="304" y="634"/>
                </a:lnTo>
                <a:cubicBezTo>
                  <a:pt x="482" y="741"/>
                  <a:pt x="670" y="839"/>
                  <a:pt x="848" y="955"/>
                </a:cubicBezTo>
                <a:cubicBezTo>
                  <a:pt x="929" y="1205"/>
                  <a:pt x="1009" y="1455"/>
                  <a:pt x="1098" y="1714"/>
                </a:cubicBezTo>
                <a:cubicBezTo>
                  <a:pt x="750" y="1624"/>
                  <a:pt x="420" y="1482"/>
                  <a:pt x="125" y="1267"/>
                </a:cubicBezTo>
                <a:lnTo>
                  <a:pt x="125" y="1294"/>
                </a:lnTo>
                <a:cubicBezTo>
                  <a:pt x="232" y="1375"/>
                  <a:pt x="348" y="1446"/>
                  <a:pt x="473" y="1517"/>
                </a:cubicBezTo>
                <a:cubicBezTo>
                  <a:pt x="679" y="1624"/>
                  <a:pt x="902" y="1723"/>
                  <a:pt x="1125" y="1803"/>
                </a:cubicBezTo>
                <a:cubicBezTo>
                  <a:pt x="1161" y="1910"/>
                  <a:pt x="1205" y="2035"/>
                  <a:pt x="1250" y="2151"/>
                </a:cubicBezTo>
                <a:cubicBezTo>
                  <a:pt x="1303" y="2267"/>
                  <a:pt x="1366" y="2401"/>
                  <a:pt x="1419" y="2526"/>
                </a:cubicBezTo>
                <a:cubicBezTo>
                  <a:pt x="902" y="2365"/>
                  <a:pt x="429" y="2106"/>
                  <a:pt x="9" y="1767"/>
                </a:cubicBezTo>
                <a:cubicBezTo>
                  <a:pt x="9" y="1785"/>
                  <a:pt x="9" y="1794"/>
                  <a:pt x="0" y="1803"/>
                </a:cubicBezTo>
                <a:cubicBezTo>
                  <a:pt x="81" y="1865"/>
                  <a:pt x="161" y="1928"/>
                  <a:pt x="241" y="1990"/>
                </a:cubicBezTo>
                <a:cubicBezTo>
                  <a:pt x="473" y="2151"/>
                  <a:pt x="714" y="2285"/>
                  <a:pt x="973" y="2401"/>
                </a:cubicBezTo>
                <a:cubicBezTo>
                  <a:pt x="1125" y="2463"/>
                  <a:pt x="1277" y="2526"/>
                  <a:pt x="1428" y="2570"/>
                </a:cubicBezTo>
                <a:lnTo>
                  <a:pt x="1437" y="2570"/>
                </a:lnTo>
                <a:cubicBezTo>
                  <a:pt x="1518" y="2758"/>
                  <a:pt x="1607" y="2945"/>
                  <a:pt x="1687" y="3124"/>
                </a:cubicBezTo>
                <a:lnTo>
                  <a:pt x="1669" y="3124"/>
                </a:lnTo>
                <a:cubicBezTo>
                  <a:pt x="1579" y="3140"/>
                  <a:pt x="1489" y="3148"/>
                  <a:pt x="1400" y="3148"/>
                </a:cubicBezTo>
                <a:cubicBezTo>
                  <a:pt x="966" y="3148"/>
                  <a:pt x="557" y="2964"/>
                  <a:pt x="179" y="2749"/>
                </a:cubicBezTo>
                <a:lnTo>
                  <a:pt x="179" y="2749"/>
                </a:lnTo>
                <a:lnTo>
                  <a:pt x="215" y="2829"/>
                </a:lnTo>
                <a:cubicBezTo>
                  <a:pt x="574" y="3035"/>
                  <a:pt x="1006" y="3192"/>
                  <a:pt x="1435" y="3192"/>
                </a:cubicBezTo>
                <a:cubicBezTo>
                  <a:pt x="1528" y="3192"/>
                  <a:pt x="1622" y="3184"/>
                  <a:pt x="1714" y="3168"/>
                </a:cubicBezTo>
                <a:cubicBezTo>
                  <a:pt x="1732" y="3222"/>
                  <a:pt x="1750" y="3276"/>
                  <a:pt x="1776" y="3329"/>
                </a:cubicBezTo>
                <a:cubicBezTo>
                  <a:pt x="1857" y="3525"/>
                  <a:pt x="1928" y="3722"/>
                  <a:pt x="1991" y="3927"/>
                </a:cubicBezTo>
                <a:cubicBezTo>
                  <a:pt x="1955" y="3928"/>
                  <a:pt x="1920" y="3928"/>
                  <a:pt x="1885" y="3928"/>
                </a:cubicBezTo>
                <a:cubicBezTo>
                  <a:pt x="1563" y="3928"/>
                  <a:pt x="1242" y="3891"/>
                  <a:pt x="929" y="3811"/>
                </a:cubicBezTo>
                <a:lnTo>
                  <a:pt x="929" y="3811"/>
                </a:lnTo>
                <a:cubicBezTo>
                  <a:pt x="964" y="3847"/>
                  <a:pt x="1000" y="3874"/>
                  <a:pt x="1036" y="3900"/>
                </a:cubicBezTo>
                <a:cubicBezTo>
                  <a:pt x="1205" y="3927"/>
                  <a:pt x="1366" y="3954"/>
                  <a:pt x="1535" y="3963"/>
                </a:cubicBezTo>
                <a:cubicBezTo>
                  <a:pt x="1611" y="3967"/>
                  <a:pt x="1689" y="3969"/>
                  <a:pt x="1767" y="3969"/>
                </a:cubicBezTo>
                <a:cubicBezTo>
                  <a:pt x="1846" y="3969"/>
                  <a:pt x="1924" y="3967"/>
                  <a:pt x="2000" y="3963"/>
                </a:cubicBezTo>
                <a:cubicBezTo>
                  <a:pt x="2017" y="3998"/>
                  <a:pt x="2026" y="4025"/>
                  <a:pt x="2035" y="4061"/>
                </a:cubicBezTo>
                <a:cubicBezTo>
                  <a:pt x="2053" y="4123"/>
                  <a:pt x="2071" y="4195"/>
                  <a:pt x="2089" y="4266"/>
                </a:cubicBezTo>
                <a:cubicBezTo>
                  <a:pt x="2089" y="4275"/>
                  <a:pt x="2098" y="4293"/>
                  <a:pt x="2107" y="4311"/>
                </a:cubicBezTo>
                <a:cubicBezTo>
                  <a:pt x="2124" y="4373"/>
                  <a:pt x="2142" y="4445"/>
                  <a:pt x="2160" y="4516"/>
                </a:cubicBezTo>
                <a:cubicBezTo>
                  <a:pt x="2267" y="4971"/>
                  <a:pt x="2348" y="5435"/>
                  <a:pt x="2383" y="5899"/>
                </a:cubicBezTo>
                <a:cubicBezTo>
                  <a:pt x="2387" y="5936"/>
                  <a:pt x="2414" y="5952"/>
                  <a:pt x="2440" y="5952"/>
                </a:cubicBezTo>
                <a:cubicBezTo>
                  <a:pt x="2472" y="5952"/>
                  <a:pt x="2504" y="5929"/>
                  <a:pt x="2499" y="5891"/>
                </a:cubicBezTo>
                <a:cubicBezTo>
                  <a:pt x="2455" y="5471"/>
                  <a:pt x="2383" y="5061"/>
                  <a:pt x="2285" y="4650"/>
                </a:cubicBezTo>
                <a:cubicBezTo>
                  <a:pt x="2267" y="4570"/>
                  <a:pt x="2249" y="4489"/>
                  <a:pt x="2223" y="4409"/>
                </a:cubicBezTo>
                <a:cubicBezTo>
                  <a:pt x="2223" y="4409"/>
                  <a:pt x="2223" y="4400"/>
                  <a:pt x="2214" y="4391"/>
                </a:cubicBezTo>
                <a:cubicBezTo>
                  <a:pt x="2205" y="4355"/>
                  <a:pt x="2196" y="4329"/>
                  <a:pt x="2187" y="4293"/>
                </a:cubicBezTo>
                <a:lnTo>
                  <a:pt x="2169" y="4222"/>
                </a:lnTo>
                <a:cubicBezTo>
                  <a:pt x="2160" y="4195"/>
                  <a:pt x="2151" y="4177"/>
                  <a:pt x="2151" y="4159"/>
                </a:cubicBezTo>
                <a:cubicBezTo>
                  <a:pt x="2133" y="4123"/>
                  <a:pt x="2124" y="4088"/>
                  <a:pt x="2116" y="4052"/>
                </a:cubicBezTo>
                <a:lnTo>
                  <a:pt x="2116" y="4043"/>
                </a:lnTo>
                <a:cubicBezTo>
                  <a:pt x="2089" y="3954"/>
                  <a:pt x="2062" y="3874"/>
                  <a:pt x="2026" y="3793"/>
                </a:cubicBezTo>
                <a:cubicBezTo>
                  <a:pt x="2214" y="3713"/>
                  <a:pt x="2383" y="3597"/>
                  <a:pt x="2517" y="3445"/>
                </a:cubicBezTo>
                <a:cubicBezTo>
                  <a:pt x="2526" y="3409"/>
                  <a:pt x="2535" y="3374"/>
                  <a:pt x="2535" y="3329"/>
                </a:cubicBezTo>
                <a:lnTo>
                  <a:pt x="2535" y="3329"/>
                </a:lnTo>
                <a:cubicBezTo>
                  <a:pt x="2392" y="3508"/>
                  <a:pt x="2214" y="3641"/>
                  <a:pt x="2008" y="3731"/>
                </a:cubicBezTo>
                <a:cubicBezTo>
                  <a:pt x="1973" y="3641"/>
                  <a:pt x="1937" y="3543"/>
                  <a:pt x="1901" y="3454"/>
                </a:cubicBezTo>
                <a:cubicBezTo>
                  <a:pt x="1875" y="3400"/>
                  <a:pt x="1857" y="3356"/>
                  <a:pt x="1839" y="3302"/>
                </a:cubicBezTo>
                <a:cubicBezTo>
                  <a:pt x="2151" y="3070"/>
                  <a:pt x="2410" y="2785"/>
                  <a:pt x="2597" y="2446"/>
                </a:cubicBezTo>
                <a:cubicBezTo>
                  <a:pt x="2597" y="2419"/>
                  <a:pt x="2597" y="2383"/>
                  <a:pt x="2589" y="2347"/>
                </a:cubicBezTo>
                <a:cubicBezTo>
                  <a:pt x="2571" y="2392"/>
                  <a:pt x="2544" y="2428"/>
                  <a:pt x="2517" y="2472"/>
                </a:cubicBezTo>
                <a:cubicBezTo>
                  <a:pt x="2401" y="2669"/>
                  <a:pt x="2267" y="2856"/>
                  <a:pt x="2107" y="3026"/>
                </a:cubicBezTo>
                <a:cubicBezTo>
                  <a:pt x="2017" y="3115"/>
                  <a:pt x="1928" y="3204"/>
                  <a:pt x="1830" y="3284"/>
                </a:cubicBezTo>
                <a:cubicBezTo>
                  <a:pt x="1750" y="3106"/>
                  <a:pt x="1669" y="2927"/>
                  <a:pt x="1589" y="2749"/>
                </a:cubicBezTo>
                <a:cubicBezTo>
                  <a:pt x="1910" y="2446"/>
                  <a:pt x="2187" y="2097"/>
                  <a:pt x="2401" y="1723"/>
                </a:cubicBezTo>
                <a:cubicBezTo>
                  <a:pt x="2392" y="1705"/>
                  <a:pt x="2392" y="1687"/>
                  <a:pt x="2383" y="1669"/>
                </a:cubicBezTo>
                <a:cubicBezTo>
                  <a:pt x="2348" y="1732"/>
                  <a:pt x="2312" y="1794"/>
                  <a:pt x="2267" y="1856"/>
                </a:cubicBezTo>
                <a:cubicBezTo>
                  <a:pt x="2142" y="2062"/>
                  <a:pt x="2008" y="2249"/>
                  <a:pt x="1848" y="2428"/>
                </a:cubicBezTo>
                <a:cubicBezTo>
                  <a:pt x="1759" y="2517"/>
                  <a:pt x="1660" y="2615"/>
                  <a:pt x="1562" y="2704"/>
                </a:cubicBezTo>
                <a:cubicBezTo>
                  <a:pt x="1500" y="2562"/>
                  <a:pt x="1437" y="2419"/>
                  <a:pt x="1375" y="2285"/>
                </a:cubicBezTo>
                <a:cubicBezTo>
                  <a:pt x="1366" y="2267"/>
                  <a:pt x="1839" y="1705"/>
                  <a:pt x="2071" y="1196"/>
                </a:cubicBezTo>
                <a:lnTo>
                  <a:pt x="2035" y="1151"/>
                </a:lnTo>
                <a:cubicBezTo>
                  <a:pt x="1848" y="1526"/>
                  <a:pt x="1616" y="1883"/>
                  <a:pt x="1339" y="2205"/>
                </a:cubicBezTo>
                <a:cubicBezTo>
                  <a:pt x="1339" y="2205"/>
                  <a:pt x="1339" y="2205"/>
                  <a:pt x="1339" y="2213"/>
                </a:cubicBezTo>
                <a:cubicBezTo>
                  <a:pt x="1277" y="2071"/>
                  <a:pt x="1143" y="1696"/>
                  <a:pt x="1134" y="1687"/>
                </a:cubicBezTo>
                <a:cubicBezTo>
                  <a:pt x="1125" y="1642"/>
                  <a:pt x="1107" y="1607"/>
                  <a:pt x="1098" y="1571"/>
                </a:cubicBezTo>
                <a:cubicBezTo>
                  <a:pt x="1205" y="1357"/>
                  <a:pt x="1303" y="1142"/>
                  <a:pt x="1384" y="919"/>
                </a:cubicBezTo>
                <a:cubicBezTo>
                  <a:pt x="1419" y="830"/>
                  <a:pt x="1455" y="741"/>
                  <a:pt x="1482" y="643"/>
                </a:cubicBezTo>
                <a:lnTo>
                  <a:pt x="1428" y="607"/>
                </a:lnTo>
                <a:cubicBezTo>
                  <a:pt x="1393" y="705"/>
                  <a:pt x="1366" y="803"/>
                  <a:pt x="1330" y="901"/>
                </a:cubicBezTo>
                <a:cubicBezTo>
                  <a:pt x="1250" y="1116"/>
                  <a:pt x="1169" y="1321"/>
                  <a:pt x="1080" y="1526"/>
                </a:cubicBezTo>
                <a:cubicBezTo>
                  <a:pt x="1027" y="1375"/>
                  <a:pt x="982" y="1223"/>
                  <a:pt x="937" y="1071"/>
                </a:cubicBezTo>
                <a:cubicBezTo>
                  <a:pt x="920" y="1026"/>
                  <a:pt x="902" y="973"/>
                  <a:pt x="884" y="928"/>
                </a:cubicBezTo>
                <a:cubicBezTo>
                  <a:pt x="911" y="812"/>
                  <a:pt x="946" y="696"/>
                  <a:pt x="982" y="580"/>
                </a:cubicBezTo>
                <a:cubicBezTo>
                  <a:pt x="1009" y="500"/>
                  <a:pt x="1036" y="420"/>
                  <a:pt x="1062" y="339"/>
                </a:cubicBezTo>
                <a:lnTo>
                  <a:pt x="1009" y="312"/>
                </a:lnTo>
                <a:cubicBezTo>
                  <a:pt x="982" y="402"/>
                  <a:pt x="946" y="500"/>
                  <a:pt x="920" y="589"/>
                </a:cubicBezTo>
                <a:cubicBezTo>
                  <a:pt x="884" y="669"/>
                  <a:pt x="866" y="750"/>
                  <a:pt x="848" y="839"/>
                </a:cubicBezTo>
                <a:cubicBezTo>
                  <a:pt x="795" y="687"/>
                  <a:pt x="741" y="544"/>
                  <a:pt x="661" y="402"/>
                </a:cubicBezTo>
                <a:cubicBezTo>
                  <a:pt x="589" y="259"/>
                  <a:pt x="536" y="143"/>
                  <a:pt x="464" y="18"/>
                </a:cubicBezTo>
                <a:lnTo>
                  <a:pt x="43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8" name="Google Shape;2628;p23"/>
          <p:cNvSpPr/>
          <p:nvPr/>
        </p:nvSpPr>
        <p:spPr>
          <a:xfrm rot="2247870">
            <a:off x="816400" y="3258274"/>
            <a:ext cx="130307" cy="194042"/>
          </a:xfrm>
          <a:custGeom>
            <a:avLst/>
            <a:gdLst/>
            <a:ahLst/>
            <a:cxnLst/>
            <a:rect l="l" t="t" r="r" b="b"/>
            <a:pathLst>
              <a:path w="2206" h="3285" extrusionOk="0">
                <a:moveTo>
                  <a:pt x="1910" y="1000"/>
                </a:moveTo>
                <a:cubicBezTo>
                  <a:pt x="1821" y="910"/>
                  <a:pt x="1723" y="821"/>
                  <a:pt x="1598" y="723"/>
                </a:cubicBezTo>
                <a:cubicBezTo>
                  <a:pt x="1259" y="428"/>
                  <a:pt x="884" y="187"/>
                  <a:pt x="474" y="0"/>
                </a:cubicBezTo>
                <a:cubicBezTo>
                  <a:pt x="491" y="205"/>
                  <a:pt x="72" y="1464"/>
                  <a:pt x="36" y="1830"/>
                </a:cubicBezTo>
                <a:cubicBezTo>
                  <a:pt x="1" y="2151"/>
                  <a:pt x="134" y="2722"/>
                  <a:pt x="491" y="3284"/>
                </a:cubicBezTo>
                <a:cubicBezTo>
                  <a:pt x="625" y="3267"/>
                  <a:pt x="759" y="3231"/>
                  <a:pt x="875" y="3186"/>
                </a:cubicBezTo>
                <a:cubicBezTo>
                  <a:pt x="1750" y="2847"/>
                  <a:pt x="2205" y="1883"/>
                  <a:pt x="1910" y="1000"/>
                </a:cubicBezTo>
                <a:close/>
              </a:path>
            </a:pathLst>
          </a:custGeom>
          <a:gradFill>
            <a:gsLst>
              <a:gs pos="0">
                <a:srgbClr val="FFFFFF">
                  <a:alpha val="0"/>
                </a:srgbClr>
              </a:gs>
              <a:gs pos="100000">
                <a:srgbClr val="FFFFFF">
                  <a:alpha val="2196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9" name="Google Shape;2629;p23"/>
          <p:cNvSpPr/>
          <p:nvPr/>
        </p:nvSpPr>
        <p:spPr>
          <a:xfrm rot="2247870">
            <a:off x="792951" y="3257310"/>
            <a:ext cx="157183" cy="266284"/>
          </a:xfrm>
          <a:custGeom>
            <a:avLst/>
            <a:gdLst/>
            <a:ahLst/>
            <a:cxnLst/>
            <a:rect l="l" t="t" r="r" b="b"/>
            <a:pathLst>
              <a:path w="2661" h="4508" extrusionOk="0">
                <a:moveTo>
                  <a:pt x="447" y="0"/>
                </a:moveTo>
                <a:lnTo>
                  <a:pt x="447" y="45"/>
                </a:lnTo>
                <a:cubicBezTo>
                  <a:pt x="438" y="161"/>
                  <a:pt x="420" y="268"/>
                  <a:pt x="384" y="384"/>
                </a:cubicBezTo>
                <a:cubicBezTo>
                  <a:pt x="358" y="491"/>
                  <a:pt x="331" y="607"/>
                  <a:pt x="295" y="714"/>
                </a:cubicBezTo>
                <a:lnTo>
                  <a:pt x="117" y="1384"/>
                </a:lnTo>
                <a:cubicBezTo>
                  <a:pt x="90" y="1500"/>
                  <a:pt x="63" y="1607"/>
                  <a:pt x="36" y="1723"/>
                </a:cubicBezTo>
                <a:cubicBezTo>
                  <a:pt x="9" y="1830"/>
                  <a:pt x="1" y="1955"/>
                  <a:pt x="9" y="2071"/>
                </a:cubicBezTo>
                <a:cubicBezTo>
                  <a:pt x="36" y="2303"/>
                  <a:pt x="90" y="2535"/>
                  <a:pt x="179" y="2749"/>
                </a:cubicBezTo>
                <a:cubicBezTo>
                  <a:pt x="268" y="2963"/>
                  <a:pt x="375" y="3169"/>
                  <a:pt x="509" y="3365"/>
                </a:cubicBezTo>
                <a:cubicBezTo>
                  <a:pt x="634" y="3561"/>
                  <a:pt x="786" y="3731"/>
                  <a:pt x="973" y="3883"/>
                </a:cubicBezTo>
                <a:cubicBezTo>
                  <a:pt x="1348" y="4150"/>
                  <a:pt x="1768" y="4365"/>
                  <a:pt x="2205" y="4507"/>
                </a:cubicBezTo>
                <a:cubicBezTo>
                  <a:pt x="1768" y="4356"/>
                  <a:pt x="1357" y="4142"/>
                  <a:pt x="991" y="3856"/>
                </a:cubicBezTo>
                <a:cubicBezTo>
                  <a:pt x="813" y="3713"/>
                  <a:pt x="652" y="3544"/>
                  <a:pt x="536" y="3347"/>
                </a:cubicBezTo>
                <a:cubicBezTo>
                  <a:pt x="402" y="3151"/>
                  <a:pt x="295" y="2946"/>
                  <a:pt x="215" y="2731"/>
                </a:cubicBezTo>
                <a:cubicBezTo>
                  <a:pt x="125" y="2517"/>
                  <a:pt x="72" y="2294"/>
                  <a:pt x="54" y="2062"/>
                </a:cubicBezTo>
                <a:cubicBezTo>
                  <a:pt x="45" y="1955"/>
                  <a:pt x="54" y="1839"/>
                  <a:pt x="81" y="1732"/>
                </a:cubicBezTo>
                <a:cubicBezTo>
                  <a:pt x="99" y="1616"/>
                  <a:pt x="125" y="1509"/>
                  <a:pt x="161" y="1393"/>
                </a:cubicBezTo>
                <a:lnTo>
                  <a:pt x="349" y="723"/>
                </a:lnTo>
                <a:cubicBezTo>
                  <a:pt x="375" y="616"/>
                  <a:pt x="411" y="500"/>
                  <a:pt x="438" y="393"/>
                </a:cubicBezTo>
                <a:cubicBezTo>
                  <a:pt x="462" y="288"/>
                  <a:pt x="486" y="183"/>
                  <a:pt x="497" y="78"/>
                </a:cubicBezTo>
                <a:lnTo>
                  <a:pt x="497" y="78"/>
                </a:lnTo>
                <a:cubicBezTo>
                  <a:pt x="896" y="264"/>
                  <a:pt x="1277" y="508"/>
                  <a:pt x="1616" y="795"/>
                </a:cubicBezTo>
                <a:cubicBezTo>
                  <a:pt x="1794" y="937"/>
                  <a:pt x="1955" y="1098"/>
                  <a:pt x="2107" y="1277"/>
                </a:cubicBezTo>
                <a:cubicBezTo>
                  <a:pt x="2250" y="1446"/>
                  <a:pt x="2366" y="1643"/>
                  <a:pt x="2455" y="1857"/>
                </a:cubicBezTo>
                <a:cubicBezTo>
                  <a:pt x="2660" y="2267"/>
                  <a:pt x="2633" y="2749"/>
                  <a:pt x="2580" y="3196"/>
                </a:cubicBezTo>
                <a:cubicBezTo>
                  <a:pt x="2544" y="3419"/>
                  <a:pt x="2500" y="3642"/>
                  <a:pt x="2446" y="3865"/>
                </a:cubicBezTo>
                <a:cubicBezTo>
                  <a:pt x="2419" y="3972"/>
                  <a:pt x="2384" y="4088"/>
                  <a:pt x="2348" y="4195"/>
                </a:cubicBezTo>
                <a:cubicBezTo>
                  <a:pt x="2330" y="4249"/>
                  <a:pt x="2312" y="4311"/>
                  <a:pt x="2285" y="4365"/>
                </a:cubicBezTo>
                <a:cubicBezTo>
                  <a:pt x="2312" y="4311"/>
                  <a:pt x="2330" y="4258"/>
                  <a:pt x="2348" y="4204"/>
                </a:cubicBezTo>
                <a:cubicBezTo>
                  <a:pt x="2392" y="4097"/>
                  <a:pt x="2428" y="3981"/>
                  <a:pt x="2455" y="3874"/>
                </a:cubicBezTo>
                <a:cubicBezTo>
                  <a:pt x="2517" y="3651"/>
                  <a:pt x="2562" y="3428"/>
                  <a:pt x="2598" y="3204"/>
                </a:cubicBezTo>
                <a:cubicBezTo>
                  <a:pt x="2633" y="2972"/>
                  <a:pt x="2651" y="2749"/>
                  <a:pt x="2642" y="2517"/>
                </a:cubicBezTo>
                <a:cubicBezTo>
                  <a:pt x="2633" y="2401"/>
                  <a:pt x="2624" y="2285"/>
                  <a:pt x="2598" y="2169"/>
                </a:cubicBezTo>
                <a:cubicBezTo>
                  <a:pt x="2571" y="2062"/>
                  <a:pt x="2535" y="1946"/>
                  <a:pt x="2491" y="1848"/>
                </a:cubicBezTo>
                <a:cubicBezTo>
                  <a:pt x="2401" y="1625"/>
                  <a:pt x="2285" y="1428"/>
                  <a:pt x="2134" y="1250"/>
                </a:cubicBezTo>
                <a:cubicBezTo>
                  <a:pt x="1982" y="1071"/>
                  <a:pt x="1821" y="911"/>
                  <a:pt x="1643" y="768"/>
                </a:cubicBezTo>
                <a:cubicBezTo>
                  <a:pt x="1295" y="464"/>
                  <a:pt x="902" y="215"/>
                  <a:pt x="482" y="18"/>
                </a:cubicBezTo>
                <a:lnTo>
                  <a:pt x="44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0" name="Google Shape;2630;p23"/>
          <p:cNvSpPr/>
          <p:nvPr/>
        </p:nvSpPr>
        <p:spPr>
          <a:xfrm rot="2247870">
            <a:off x="513914" y="3336099"/>
            <a:ext cx="304206" cy="203907"/>
          </a:xfrm>
          <a:custGeom>
            <a:avLst/>
            <a:gdLst/>
            <a:ahLst/>
            <a:cxnLst/>
            <a:rect l="l" t="t" r="r" b="b"/>
            <a:pathLst>
              <a:path w="5150" h="3452" extrusionOk="0">
                <a:moveTo>
                  <a:pt x="1830" y="1"/>
                </a:moveTo>
                <a:cubicBezTo>
                  <a:pt x="1633" y="1"/>
                  <a:pt x="1517" y="224"/>
                  <a:pt x="1517" y="224"/>
                </a:cubicBezTo>
                <a:cubicBezTo>
                  <a:pt x="1517" y="224"/>
                  <a:pt x="1325" y="52"/>
                  <a:pt x="1157" y="52"/>
                </a:cubicBezTo>
                <a:cubicBezTo>
                  <a:pt x="1134" y="52"/>
                  <a:pt x="1111" y="56"/>
                  <a:pt x="1089" y="63"/>
                </a:cubicBezTo>
                <a:cubicBezTo>
                  <a:pt x="919" y="126"/>
                  <a:pt x="794" y="376"/>
                  <a:pt x="794" y="376"/>
                </a:cubicBezTo>
                <a:cubicBezTo>
                  <a:pt x="719" y="295"/>
                  <a:pt x="657" y="267"/>
                  <a:pt x="605" y="267"/>
                </a:cubicBezTo>
                <a:cubicBezTo>
                  <a:pt x="485" y="267"/>
                  <a:pt x="429" y="420"/>
                  <a:pt x="429" y="420"/>
                </a:cubicBezTo>
                <a:cubicBezTo>
                  <a:pt x="429" y="420"/>
                  <a:pt x="371" y="410"/>
                  <a:pt x="301" y="410"/>
                </a:cubicBezTo>
                <a:cubicBezTo>
                  <a:pt x="207" y="410"/>
                  <a:pt x="89" y="428"/>
                  <a:pt x="54" y="509"/>
                </a:cubicBezTo>
                <a:cubicBezTo>
                  <a:pt x="0" y="643"/>
                  <a:pt x="312" y="866"/>
                  <a:pt x="312" y="866"/>
                </a:cubicBezTo>
                <a:cubicBezTo>
                  <a:pt x="250" y="947"/>
                  <a:pt x="223" y="1045"/>
                  <a:pt x="232" y="1134"/>
                </a:cubicBezTo>
                <a:cubicBezTo>
                  <a:pt x="250" y="1304"/>
                  <a:pt x="562" y="1464"/>
                  <a:pt x="562" y="1464"/>
                </a:cubicBezTo>
                <a:cubicBezTo>
                  <a:pt x="562" y="1464"/>
                  <a:pt x="384" y="1616"/>
                  <a:pt x="437" y="1777"/>
                </a:cubicBezTo>
                <a:cubicBezTo>
                  <a:pt x="500" y="1937"/>
                  <a:pt x="803" y="1937"/>
                  <a:pt x="803" y="1937"/>
                </a:cubicBezTo>
                <a:cubicBezTo>
                  <a:pt x="803" y="1937"/>
                  <a:pt x="696" y="2250"/>
                  <a:pt x="902" y="2402"/>
                </a:cubicBezTo>
                <a:cubicBezTo>
                  <a:pt x="990" y="2465"/>
                  <a:pt x="1093" y="2483"/>
                  <a:pt x="1183" y="2483"/>
                </a:cubicBezTo>
                <a:cubicBezTo>
                  <a:pt x="1309" y="2483"/>
                  <a:pt x="1410" y="2446"/>
                  <a:pt x="1410" y="2446"/>
                </a:cubicBezTo>
                <a:lnTo>
                  <a:pt x="1410" y="2446"/>
                </a:lnTo>
                <a:cubicBezTo>
                  <a:pt x="1410" y="2446"/>
                  <a:pt x="1294" y="2616"/>
                  <a:pt x="1526" y="2839"/>
                </a:cubicBezTo>
                <a:cubicBezTo>
                  <a:pt x="1636" y="2948"/>
                  <a:pt x="1781" y="2976"/>
                  <a:pt x="1902" y="2976"/>
                </a:cubicBezTo>
                <a:cubicBezTo>
                  <a:pt x="2027" y="2976"/>
                  <a:pt x="2124" y="2946"/>
                  <a:pt x="2124" y="2946"/>
                </a:cubicBezTo>
                <a:lnTo>
                  <a:pt x="2124" y="2946"/>
                </a:lnTo>
                <a:cubicBezTo>
                  <a:pt x="2035" y="3062"/>
                  <a:pt x="2062" y="3232"/>
                  <a:pt x="2187" y="3312"/>
                </a:cubicBezTo>
                <a:cubicBezTo>
                  <a:pt x="2251" y="3365"/>
                  <a:pt x="2341" y="3383"/>
                  <a:pt x="2436" y="3383"/>
                </a:cubicBezTo>
                <a:cubicBezTo>
                  <a:pt x="2645" y="3383"/>
                  <a:pt x="2874" y="3294"/>
                  <a:pt x="2874" y="3294"/>
                </a:cubicBezTo>
                <a:cubicBezTo>
                  <a:pt x="2883" y="3399"/>
                  <a:pt x="2960" y="3434"/>
                  <a:pt x="3057" y="3434"/>
                </a:cubicBezTo>
                <a:cubicBezTo>
                  <a:pt x="3239" y="3434"/>
                  <a:pt x="3490" y="3312"/>
                  <a:pt x="3490" y="3312"/>
                </a:cubicBezTo>
                <a:lnTo>
                  <a:pt x="3490" y="3312"/>
                </a:lnTo>
                <a:cubicBezTo>
                  <a:pt x="3474" y="3389"/>
                  <a:pt x="3494" y="3451"/>
                  <a:pt x="3576" y="3451"/>
                </a:cubicBezTo>
                <a:cubicBezTo>
                  <a:pt x="3676" y="3451"/>
                  <a:pt x="3864" y="3361"/>
                  <a:pt x="4186" y="3098"/>
                </a:cubicBezTo>
                <a:cubicBezTo>
                  <a:pt x="4742" y="2658"/>
                  <a:pt x="5097" y="2642"/>
                  <a:pt x="5144" y="2642"/>
                </a:cubicBezTo>
                <a:cubicBezTo>
                  <a:pt x="5148" y="2642"/>
                  <a:pt x="5150" y="2643"/>
                  <a:pt x="5150" y="2643"/>
                </a:cubicBezTo>
                <a:cubicBezTo>
                  <a:pt x="5150" y="2643"/>
                  <a:pt x="4748" y="2187"/>
                  <a:pt x="4730" y="1911"/>
                </a:cubicBezTo>
                <a:cubicBezTo>
                  <a:pt x="4704" y="1634"/>
                  <a:pt x="4605" y="1045"/>
                  <a:pt x="4400" y="902"/>
                </a:cubicBezTo>
                <a:cubicBezTo>
                  <a:pt x="4340" y="861"/>
                  <a:pt x="4292" y="845"/>
                  <a:pt x="4253" y="845"/>
                </a:cubicBezTo>
                <a:cubicBezTo>
                  <a:pt x="4127" y="845"/>
                  <a:pt x="4106" y="1018"/>
                  <a:pt x="4106" y="1018"/>
                </a:cubicBezTo>
                <a:cubicBezTo>
                  <a:pt x="4106" y="1018"/>
                  <a:pt x="4061" y="402"/>
                  <a:pt x="3793" y="349"/>
                </a:cubicBezTo>
                <a:cubicBezTo>
                  <a:pt x="3776" y="346"/>
                  <a:pt x="3761" y="345"/>
                  <a:pt x="3746" y="345"/>
                </a:cubicBezTo>
                <a:cubicBezTo>
                  <a:pt x="3536" y="345"/>
                  <a:pt x="3543" y="626"/>
                  <a:pt x="3543" y="626"/>
                </a:cubicBezTo>
                <a:cubicBezTo>
                  <a:pt x="3543" y="626"/>
                  <a:pt x="3436" y="242"/>
                  <a:pt x="3160" y="188"/>
                </a:cubicBezTo>
                <a:cubicBezTo>
                  <a:pt x="3138" y="183"/>
                  <a:pt x="3117" y="181"/>
                  <a:pt x="3097" y="181"/>
                </a:cubicBezTo>
                <a:cubicBezTo>
                  <a:pt x="2968" y="181"/>
                  <a:pt x="2851" y="272"/>
                  <a:pt x="2820" y="402"/>
                </a:cubicBezTo>
                <a:cubicBezTo>
                  <a:pt x="2820" y="402"/>
                  <a:pt x="2606" y="161"/>
                  <a:pt x="2410" y="144"/>
                </a:cubicBezTo>
                <a:cubicBezTo>
                  <a:pt x="2397" y="142"/>
                  <a:pt x="2383" y="141"/>
                  <a:pt x="2370" y="141"/>
                </a:cubicBezTo>
                <a:cubicBezTo>
                  <a:pt x="2270" y="141"/>
                  <a:pt x="2181" y="199"/>
                  <a:pt x="2133" y="286"/>
                </a:cubicBezTo>
                <a:cubicBezTo>
                  <a:pt x="2133" y="286"/>
                  <a:pt x="2026" y="1"/>
                  <a:pt x="1830"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1" name="Google Shape;2631;p23"/>
          <p:cNvSpPr/>
          <p:nvPr/>
        </p:nvSpPr>
        <p:spPr>
          <a:xfrm rot="2247870">
            <a:off x="506698" y="3366796"/>
            <a:ext cx="385899" cy="194101"/>
          </a:xfrm>
          <a:custGeom>
            <a:avLst/>
            <a:gdLst/>
            <a:ahLst/>
            <a:cxnLst/>
            <a:rect l="l" t="t" r="r" b="b"/>
            <a:pathLst>
              <a:path w="6533" h="3286" extrusionOk="0">
                <a:moveTo>
                  <a:pt x="1259" y="1"/>
                </a:moveTo>
                <a:cubicBezTo>
                  <a:pt x="1473" y="349"/>
                  <a:pt x="1616" y="733"/>
                  <a:pt x="1678" y="1143"/>
                </a:cubicBezTo>
                <a:lnTo>
                  <a:pt x="1286" y="956"/>
                </a:lnTo>
                <a:lnTo>
                  <a:pt x="1054" y="849"/>
                </a:lnTo>
                <a:cubicBezTo>
                  <a:pt x="964" y="643"/>
                  <a:pt x="857" y="456"/>
                  <a:pt x="732" y="278"/>
                </a:cubicBezTo>
                <a:cubicBezTo>
                  <a:pt x="697" y="242"/>
                  <a:pt x="661" y="206"/>
                  <a:pt x="616" y="188"/>
                </a:cubicBezTo>
                <a:lnTo>
                  <a:pt x="616" y="188"/>
                </a:lnTo>
                <a:lnTo>
                  <a:pt x="679" y="269"/>
                </a:lnTo>
                <a:cubicBezTo>
                  <a:pt x="804" y="438"/>
                  <a:pt x="920" y="626"/>
                  <a:pt x="1018" y="822"/>
                </a:cubicBezTo>
                <a:lnTo>
                  <a:pt x="27" y="358"/>
                </a:lnTo>
                <a:cubicBezTo>
                  <a:pt x="18" y="367"/>
                  <a:pt x="1" y="385"/>
                  <a:pt x="1" y="402"/>
                </a:cubicBezTo>
                <a:cubicBezTo>
                  <a:pt x="625" y="706"/>
                  <a:pt x="1259" y="1000"/>
                  <a:pt x="1893" y="1295"/>
                </a:cubicBezTo>
                <a:cubicBezTo>
                  <a:pt x="1866" y="1304"/>
                  <a:pt x="1830" y="1313"/>
                  <a:pt x="1803" y="1322"/>
                </a:cubicBezTo>
                <a:lnTo>
                  <a:pt x="1705" y="1349"/>
                </a:lnTo>
                <a:cubicBezTo>
                  <a:pt x="1634" y="1366"/>
                  <a:pt x="1571" y="1384"/>
                  <a:pt x="1500" y="1402"/>
                </a:cubicBezTo>
                <a:cubicBezTo>
                  <a:pt x="1357" y="1438"/>
                  <a:pt x="1205" y="1473"/>
                  <a:pt x="1063" y="1491"/>
                </a:cubicBezTo>
                <a:cubicBezTo>
                  <a:pt x="831" y="1527"/>
                  <a:pt x="599" y="1545"/>
                  <a:pt x="367" y="1545"/>
                </a:cubicBezTo>
                <a:cubicBezTo>
                  <a:pt x="367" y="1563"/>
                  <a:pt x="367" y="1572"/>
                  <a:pt x="367" y="1581"/>
                </a:cubicBezTo>
                <a:cubicBezTo>
                  <a:pt x="406" y="1582"/>
                  <a:pt x="446" y="1583"/>
                  <a:pt x="486" y="1583"/>
                </a:cubicBezTo>
                <a:cubicBezTo>
                  <a:pt x="678" y="1583"/>
                  <a:pt x="870" y="1566"/>
                  <a:pt x="1063" y="1536"/>
                </a:cubicBezTo>
                <a:cubicBezTo>
                  <a:pt x="1214" y="1518"/>
                  <a:pt x="1357" y="1491"/>
                  <a:pt x="1509" y="1456"/>
                </a:cubicBezTo>
                <a:cubicBezTo>
                  <a:pt x="1580" y="1438"/>
                  <a:pt x="1652" y="1420"/>
                  <a:pt x="1723" y="1402"/>
                </a:cubicBezTo>
                <a:cubicBezTo>
                  <a:pt x="1759" y="1393"/>
                  <a:pt x="1795" y="1375"/>
                  <a:pt x="1830" y="1366"/>
                </a:cubicBezTo>
                <a:lnTo>
                  <a:pt x="1884" y="1349"/>
                </a:lnTo>
                <a:cubicBezTo>
                  <a:pt x="1893" y="1349"/>
                  <a:pt x="1928" y="1331"/>
                  <a:pt x="1946" y="1331"/>
                </a:cubicBezTo>
                <a:cubicBezTo>
                  <a:pt x="1951" y="1335"/>
                  <a:pt x="1955" y="1337"/>
                  <a:pt x="1960" y="1337"/>
                </a:cubicBezTo>
                <a:cubicBezTo>
                  <a:pt x="1964" y="1337"/>
                  <a:pt x="1969" y="1335"/>
                  <a:pt x="1973" y="1331"/>
                </a:cubicBezTo>
                <a:lnTo>
                  <a:pt x="2366" y="1500"/>
                </a:lnTo>
                <a:lnTo>
                  <a:pt x="2669" y="1643"/>
                </a:lnTo>
                <a:cubicBezTo>
                  <a:pt x="2062" y="1929"/>
                  <a:pt x="1411" y="2098"/>
                  <a:pt x="741" y="2143"/>
                </a:cubicBezTo>
                <a:lnTo>
                  <a:pt x="724" y="2143"/>
                </a:lnTo>
                <a:cubicBezTo>
                  <a:pt x="724" y="2152"/>
                  <a:pt x="732" y="2161"/>
                  <a:pt x="741" y="2170"/>
                </a:cubicBezTo>
                <a:cubicBezTo>
                  <a:pt x="1232" y="2143"/>
                  <a:pt x="1723" y="2045"/>
                  <a:pt x="2187" y="1875"/>
                </a:cubicBezTo>
                <a:cubicBezTo>
                  <a:pt x="2366" y="1813"/>
                  <a:pt x="2544" y="1741"/>
                  <a:pt x="2714" y="1652"/>
                </a:cubicBezTo>
                <a:cubicBezTo>
                  <a:pt x="2964" y="1768"/>
                  <a:pt x="3223" y="1875"/>
                  <a:pt x="3481" y="1973"/>
                </a:cubicBezTo>
                <a:cubicBezTo>
                  <a:pt x="2955" y="2357"/>
                  <a:pt x="2375" y="2643"/>
                  <a:pt x="1759" y="2812"/>
                </a:cubicBezTo>
                <a:lnTo>
                  <a:pt x="1661" y="2839"/>
                </a:lnTo>
                <a:cubicBezTo>
                  <a:pt x="1696" y="2848"/>
                  <a:pt x="1732" y="2857"/>
                  <a:pt x="1768" y="2866"/>
                </a:cubicBezTo>
                <a:cubicBezTo>
                  <a:pt x="2223" y="2732"/>
                  <a:pt x="2660" y="2536"/>
                  <a:pt x="3062" y="2286"/>
                </a:cubicBezTo>
                <a:cubicBezTo>
                  <a:pt x="3214" y="2196"/>
                  <a:pt x="3365" y="2098"/>
                  <a:pt x="3508" y="1991"/>
                </a:cubicBezTo>
                <a:cubicBezTo>
                  <a:pt x="3731" y="2071"/>
                  <a:pt x="3945" y="2161"/>
                  <a:pt x="4160" y="2241"/>
                </a:cubicBezTo>
                <a:lnTo>
                  <a:pt x="3972" y="2402"/>
                </a:lnTo>
                <a:cubicBezTo>
                  <a:pt x="3615" y="2723"/>
                  <a:pt x="3231" y="3000"/>
                  <a:pt x="2821" y="3232"/>
                </a:cubicBezTo>
                <a:cubicBezTo>
                  <a:pt x="2830" y="3250"/>
                  <a:pt x="2839" y="3267"/>
                  <a:pt x="2857" y="3285"/>
                </a:cubicBezTo>
                <a:cubicBezTo>
                  <a:pt x="3223" y="3080"/>
                  <a:pt x="3571" y="2830"/>
                  <a:pt x="3883" y="2553"/>
                </a:cubicBezTo>
                <a:cubicBezTo>
                  <a:pt x="3999" y="2455"/>
                  <a:pt x="4106" y="2357"/>
                  <a:pt x="4222" y="2259"/>
                </a:cubicBezTo>
                <a:cubicBezTo>
                  <a:pt x="4454" y="2348"/>
                  <a:pt x="4686" y="2437"/>
                  <a:pt x="4918" y="2518"/>
                </a:cubicBezTo>
                <a:cubicBezTo>
                  <a:pt x="5150" y="2598"/>
                  <a:pt x="5400" y="2678"/>
                  <a:pt x="5650" y="2759"/>
                </a:cubicBezTo>
                <a:cubicBezTo>
                  <a:pt x="5775" y="2794"/>
                  <a:pt x="5891" y="2839"/>
                  <a:pt x="6016" y="2884"/>
                </a:cubicBezTo>
                <a:cubicBezTo>
                  <a:pt x="6141" y="2919"/>
                  <a:pt x="6266" y="2964"/>
                  <a:pt x="6391" y="3009"/>
                </a:cubicBezTo>
                <a:cubicBezTo>
                  <a:pt x="6401" y="3012"/>
                  <a:pt x="6410" y="3013"/>
                  <a:pt x="6418" y="3013"/>
                </a:cubicBezTo>
                <a:cubicBezTo>
                  <a:pt x="6505" y="3013"/>
                  <a:pt x="6533" y="2864"/>
                  <a:pt x="6435" y="2848"/>
                </a:cubicBezTo>
                <a:cubicBezTo>
                  <a:pt x="6337" y="2830"/>
                  <a:pt x="6212" y="2803"/>
                  <a:pt x="6105" y="2777"/>
                </a:cubicBezTo>
                <a:cubicBezTo>
                  <a:pt x="5989" y="2750"/>
                  <a:pt x="5882" y="2723"/>
                  <a:pt x="5766" y="2696"/>
                </a:cubicBezTo>
                <a:cubicBezTo>
                  <a:pt x="5543" y="2634"/>
                  <a:pt x="5320" y="2571"/>
                  <a:pt x="5106" y="2500"/>
                </a:cubicBezTo>
                <a:lnTo>
                  <a:pt x="5061" y="2482"/>
                </a:lnTo>
                <a:lnTo>
                  <a:pt x="5052" y="2482"/>
                </a:lnTo>
                <a:lnTo>
                  <a:pt x="4784" y="2393"/>
                </a:lnTo>
                <a:lnTo>
                  <a:pt x="4740" y="2375"/>
                </a:lnTo>
                <a:lnTo>
                  <a:pt x="4418" y="2268"/>
                </a:lnTo>
                <a:lnTo>
                  <a:pt x="4115" y="2152"/>
                </a:lnTo>
                <a:lnTo>
                  <a:pt x="3945" y="2089"/>
                </a:lnTo>
                <a:cubicBezTo>
                  <a:pt x="3999" y="1706"/>
                  <a:pt x="3990" y="1313"/>
                  <a:pt x="3910" y="929"/>
                </a:cubicBezTo>
                <a:cubicBezTo>
                  <a:pt x="3865" y="697"/>
                  <a:pt x="3803" y="465"/>
                  <a:pt x="3731" y="242"/>
                </a:cubicBezTo>
                <a:lnTo>
                  <a:pt x="3669" y="242"/>
                </a:lnTo>
                <a:lnTo>
                  <a:pt x="3678" y="269"/>
                </a:lnTo>
                <a:cubicBezTo>
                  <a:pt x="3812" y="643"/>
                  <a:pt x="3892" y="1045"/>
                  <a:pt x="3919" y="1447"/>
                </a:cubicBezTo>
                <a:cubicBezTo>
                  <a:pt x="3936" y="1652"/>
                  <a:pt x="3928" y="1866"/>
                  <a:pt x="3910" y="2080"/>
                </a:cubicBezTo>
                <a:lnTo>
                  <a:pt x="3812" y="2045"/>
                </a:lnTo>
                <a:cubicBezTo>
                  <a:pt x="3535" y="1938"/>
                  <a:pt x="3258" y="1822"/>
                  <a:pt x="2973" y="1714"/>
                </a:cubicBezTo>
                <a:cubicBezTo>
                  <a:pt x="2973" y="1233"/>
                  <a:pt x="2901" y="759"/>
                  <a:pt x="2749" y="304"/>
                </a:cubicBezTo>
                <a:cubicBezTo>
                  <a:pt x="2749" y="304"/>
                  <a:pt x="2723" y="269"/>
                  <a:pt x="2678" y="224"/>
                </a:cubicBezTo>
                <a:lnTo>
                  <a:pt x="2678" y="224"/>
                </a:lnTo>
                <a:cubicBezTo>
                  <a:pt x="2767" y="501"/>
                  <a:pt x="2839" y="777"/>
                  <a:pt x="2892" y="1063"/>
                </a:cubicBezTo>
                <a:cubicBezTo>
                  <a:pt x="2928" y="1268"/>
                  <a:pt x="2946" y="1491"/>
                  <a:pt x="2955" y="1706"/>
                </a:cubicBezTo>
                <a:cubicBezTo>
                  <a:pt x="2723" y="1607"/>
                  <a:pt x="2500" y="1509"/>
                  <a:pt x="2268" y="1402"/>
                </a:cubicBezTo>
                <a:cubicBezTo>
                  <a:pt x="2294" y="1090"/>
                  <a:pt x="2250" y="777"/>
                  <a:pt x="2152" y="483"/>
                </a:cubicBezTo>
                <a:cubicBezTo>
                  <a:pt x="2125" y="394"/>
                  <a:pt x="2098" y="295"/>
                  <a:pt x="2071" y="197"/>
                </a:cubicBezTo>
                <a:cubicBezTo>
                  <a:pt x="2062" y="162"/>
                  <a:pt x="2035" y="126"/>
                  <a:pt x="2018" y="90"/>
                </a:cubicBezTo>
                <a:lnTo>
                  <a:pt x="2018" y="90"/>
                </a:lnTo>
                <a:cubicBezTo>
                  <a:pt x="2044" y="197"/>
                  <a:pt x="2071" y="313"/>
                  <a:pt x="2107" y="420"/>
                </a:cubicBezTo>
                <a:cubicBezTo>
                  <a:pt x="2143" y="572"/>
                  <a:pt x="2187" y="724"/>
                  <a:pt x="2214" y="867"/>
                </a:cubicBezTo>
                <a:cubicBezTo>
                  <a:pt x="2250" y="1036"/>
                  <a:pt x="2259" y="1215"/>
                  <a:pt x="2241" y="1393"/>
                </a:cubicBezTo>
                <a:lnTo>
                  <a:pt x="1714" y="1161"/>
                </a:lnTo>
                <a:cubicBezTo>
                  <a:pt x="1661" y="759"/>
                  <a:pt x="1518" y="367"/>
                  <a:pt x="1304" y="28"/>
                </a:cubicBezTo>
                <a:cubicBezTo>
                  <a:pt x="1286" y="19"/>
                  <a:pt x="1277" y="10"/>
                  <a:pt x="125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2" name="Google Shape;2632;p23"/>
          <p:cNvSpPr/>
          <p:nvPr/>
        </p:nvSpPr>
        <p:spPr>
          <a:xfrm rot="2247870">
            <a:off x="534809" y="3301711"/>
            <a:ext cx="180338" cy="176144"/>
          </a:xfrm>
          <a:custGeom>
            <a:avLst/>
            <a:gdLst/>
            <a:ahLst/>
            <a:cxnLst/>
            <a:rect l="l" t="t" r="r" b="b"/>
            <a:pathLst>
              <a:path w="3053" h="2982" extrusionOk="0">
                <a:moveTo>
                  <a:pt x="1098" y="54"/>
                </a:moveTo>
                <a:cubicBezTo>
                  <a:pt x="919" y="117"/>
                  <a:pt x="794" y="367"/>
                  <a:pt x="794" y="367"/>
                </a:cubicBezTo>
                <a:cubicBezTo>
                  <a:pt x="553" y="99"/>
                  <a:pt x="429" y="411"/>
                  <a:pt x="429" y="411"/>
                </a:cubicBezTo>
                <a:cubicBezTo>
                  <a:pt x="429" y="411"/>
                  <a:pt x="116" y="367"/>
                  <a:pt x="63" y="500"/>
                </a:cubicBezTo>
                <a:cubicBezTo>
                  <a:pt x="0" y="634"/>
                  <a:pt x="312" y="866"/>
                  <a:pt x="312" y="866"/>
                </a:cubicBezTo>
                <a:cubicBezTo>
                  <a:pt x="250" y="938"/>
                  <a:pt x="223" y="1036"/>
                  <a:pt x="232" y="1134"/>
                </a:cubicBezTo>
                <a:cubicBezTo>
                  <a:pt x="250" y="1304"/>
                  <a:pt x="571" y="1455"/>
                  <a:pt x="571" y="1455"/>
                </a:cubicBezTo>
                <a:cubicBezTo>
                  <a:pt x="571" y="1455"/>
                  <a:pt x="384" y="1607"/>
                  <a:pt x="446" y="1777"/>
                </a:cubicBezTo>
                <a:cubicBezTo>
                  <a:pt x="500" y="1937"/>
                  <a:pt x="812" y="1928"/>
                  <a:pt x="812" y="1928"/>
                </a:cubicBezTo>
                <a:cubicBezTo>
                  <a:pt x="812" y="1928"/>
                  <a:pt x="696" y="2241"/>
                  <a:pt x="910" y="2393"/>
                </a:cubicBezTo>
                <a:cubicBezTo>
                  <a:pt x="1116" y="2544"/>
                  <a:pt x="1410" y="2446"/>
                  <a:pt x="1410" y="2446"/>
                </a:cubicBezTo>
                <a:cubicBezTo>
                  <a:pt x="1410" y="2446"/>
                  <a:pt x="1294" y="2616"/>
                  <a:pt x="1526" y="2830"/>
                </a:cubicBezTo>
                <a:cubicBezTo>
                  <a:pt x="1642" y="2928"/>
                  <a:pt x="1794" y="2982"/>
                  <a:pt x="1946" y="2964"/>
                </a:cubicBezTo>
                <a:cubicBezTo>
                  <a:pt x="3052" y="2241"/>
                  <a:pt x="2928" y="572"/>
                  <a:pt x="1723" y="19"/>
                </a:cubicBezTo>
                <a:cubicBezTo>
                  <a:pt x="1633" y="63"/>
                  <a:pt x="1571" y="135"/>
                  <a:pt x="1526" y="224"/>
                </a:cubicBezTo>
                <a:cubicBezTo>
                  <a:pt x="1526" y="224"/>
                  <a:pt x="1267" y="1"/>
                  <a:pt x="1098" y="54"/>
                </a:cubicBezTo>
                <a:close/>
              </a:path>
            </a:pathLst>
          </a:custGeom>
          <a:gradFill>
            <a:gsLst>
              <a:gs pos="0">
                <a:srgbClr val="FFFFFF">
                  <a:alpha val="0"/>
                </a:srgbClr>
              </a:gs>
              <a:gs pos="100000">
                <a:srgbClr val="FFFFFF">
                  <a:alpha val="2196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3" name="Google Shape;2633;p23"/>
          <p:cNvSpPr/>
          <p:nvPr/>
        </p:nvSpPr>
        <p:spPr>
          <a:xfrm rot="2247870">
            <a:off x="515273" y="3335674"/>
            <a:ext cx="302670" cy="205738"/>
          </a:xfrm>
          <a:custGeom>
            <a:avLst/>
            <a:gdLst/>
            <a:ahLst/>
            <a:cxnLst/>
            <a:rect l="l" t="t" r="r" b="b"/>
            <a:pathLst>
              <a:path w="5124" h="3483" extrusionOk="0">
                <a:moveTo>
                  <a:pt x="1788" y="1"/>
                </a:moveTo>
                <a:cubicBezTo>
                  <a:pt x="1728" y="1"/>
                  <a:pt x="1668" y="20"/>
                  <a:pt x="1616" y="60"/>
                </a:cubicBezTo>
                <a:cubicBezTo>
                  <a:pt x="1561" y="108"/>
                  <a:pt x="1520" y="155"/>
                  <a:pt x="1486" y="209"/>
                </a:cubicBezTo>
                <a:lnTo>
                  <a:pt x="1486" y="209"/>
                </a:lnTo>
                <a:cubicBezTo>
                  <a:pt x="1436" y="164"/>
                  <a:pt x="1375" y="127"/>
                  <a:pt x="1313" y="96"/>
                </a:cubicBezTo>
                <a:cubicBezTo>
                  <a:pt x="1264" y="61"/>
                  <a:pt x="1200" y="48"/>
                  <a:pt x="1136" y="48"/>
                </a:cubicBezTo>
                <a:cubicBezTo>
                  <a:pt x="1117" y="48"/>
                  <a:pt x="1099" y="49"/>
                  <a:pt x="1081" y="51"/>
                </a:cubicBezTo>
                <a:cubicBezTo>
                  <a:pt x="1000" y="78"/>
                  <a:pt x="938" y="123"/>
                  <a:pt x="884" y="185"/>
                </a:cubicBezTo>
                <a:cubicBezTo>
                  <a:pt x="838" y="240"/>
                  <a:pt x="798" y="294"/>
                  <a:pt x="765" y="355"/>
                </a:cubicBezTo>
                <a:lnTo>
                  <a:pt x="765" y="355"/>
                </a:lnTo>
                <a:cubicBezTo>
                  <a:pt x="745" y="332"/>
                  <a:pt x="723" y="314"/>
                  <a:pt x="697" y="301"/>
                </a:cubicBezTo>
                <a:cubicBezTo>
                  <a:pt x="652" y="275"/>
                  <a:pt x="617" y="266"/>
                  <a:pt x="563" y="266"/>
                </a:cubicBezTo>
                <a:cubicBezTo>
                  <a:pt x="519" y="266"/>
                  <a:pt x="483" y="292"/>
                  <a:pt x="447" y="328"/>
                </a:cubicBezTo>
                <a:cubicBezTo>
                  <a:pt x="425" y="350"/>
                  <a:pt x="403" y="384"/>
                  <a:pt x="386" y="415"/>
                </a:cubicBezTo>
                <a:lnTo>
                  <a:pt x="386" y="415"/>
                </a:lnTo>
                <a:cubicBezTo>
                  <a:pt x="356" y="412"/>
                  <a:pt x="325" y="411"/>
                  <a:pt x="294" y="411"/>
                </a:cubicBezTo>
                <a:cubicBezTo>
                  <a:pt x="257" y="411"/>
                  <a:pt x="220" y="413"/>
                  <a:pt x="179" y="417"/>
                </a:cubicBezTo>
                <a:cubicBezTo>
                  <a:pt x="144" y="426"/>
                  <a:pt x="108" y="435"/>
                  <a:pt x="72" y="453"/>
                </a:cubicBezTo>
                <a:cubicBezTo>
                  <a:pt x="28" y="480"/>
                  <a:pt x="1" y="516"/>
                  <a:pt x="1" y="569"/>
                </a:cubicBezTo>
                <a:cubicBezTo>
                  <a:pt x="1" y="605"/>
                  <a:pt x="19" y="649"/>
                  <a:pt x="37" y="676"/>
                </a:cubicBezTo>
                <a:cubicBezTo>
                  <a:pt x="54" y="712"/>
                  <a:pt x="81" y="739"/>
                  <a:pt x="108" y="765"/>
                </a:cubicBezTo>
                <a:cubicBezTo>
                  <a:pt x="149" y="814"/>
                  <a:pt x="204" y="863"/>
                  <a:pt x="254" y="905"/>
                </a:cubicBezTo>
                <a:lnTo>
                  <a:pt x="254" y="905"/>
                </a:lnTo>
                <a:cubicBezTo>
                  <a:pt x="226" y="953"/>
                  <a:pt x="205" y="1008"/>
                  <a:pt x="197" y="1069"/>
                </a:cubicBezTo>
                <a:cubicBezTo>
                  <a:pt x="188" y="1105"/>
                  <a:pt x="188" y="1131"/>
                  <a:pt x="197" y="1167"/>
                </a:cubicBezTo>
                <a:cubicBezTo>
                  <a:pt x="197" y="1203"/>
                  <a:pt x="206" y="1238"/>
                  <a:pt x="233" y="1265"/>
                </a:cubicBezTo>
                <a:cubicBezTo>
                  <a:pt x="269" y="1319"/>
                  <a:pt x="313" y="1372"/>
                  <a:pt x="376" y="1408"/>
                </a:cubicBezTo>
                <a:cubicBezTo>
                  <a:pt x="414" y="1438"/>
                  <a:pt x="464" y="1469"/>
                  <a:pt x="511" y="1493"/>
                </a:cubicBezTo>
                <a:lnTo>
                  <a:pt x="511" y="1493"/>
                </a:lnTo>
                <a:cubicBezTo>
                  <a:pt x="471" y="1533"/>
                  <a:pt x="441" y="1579"/>
                  <a:pt x="411" y="1631"/>
                </a:cubicBezTo>
                <a:cubicBezTo>
                  <a:pt x="385" y="1703"/>
                  <a:pt x="385" y="1774"/>
                  <a:pt x="411" y="1845"/>
                </a:cubicBezTo>
                <a:cubicBezTo>
                  <a:pt x="456" y="1899"/>
                  <a:pt x="519" y="1944"/>
                  <a:pt x="590" y="1952"/>
                </a:cubicBezTo>
                <a:cubicBezTo>
                  <a:pt x="644" y="1968"/>
                  <a:pt x="705" y="1977"/>
                  <a:pt x="760" y="1979"/>
                </a:cubicBezTo>
                <a:lnTo>
                  <a:pt x="760" y="1979"/>
                </a:lnTo>
                <a:cubicBezTo>
                  <a:pt x="740" y="2052"/>
                  <a:pt x="734" y="2132"/>
                  <a:pt x="742" y="2211"/>
                </a:cubicBezTo>
                <a:cubicBezTo>
                  <a:pt x="751" y="2301"/>
                  <a:pt x="804" y="2390"/>
                  <a:pt x="876" y="2434"/>
                </a:cubicBezTo>
                <a:cubicBezTo>
                  <a:pt x="956" y="2488"/>
                  <a:pt x="1045" y="2515"/>
                  <a:pt x="1134" y="2515"/>
                </a:cubicBezTo>
                <a:cubicBezTo>
                  <a:pt x="1157" y="2517"/>
                  <a:pt x="1179" y="2518"/>
                  <a:pt x="1201" y="2518"/>
                </a:cubicBezTo>
                <a:cubicBezTo>
                  <a:pt x="1255" y="2518"/>
                  <a:pt x="1307" y="2512"/>
                  <a:pt x="1357" y="2499"/>
                </a:cubicBezTo>
                <a:lnTo>
                  <a:pt x="1357" y="2499"/>
                </a:lnTo>
                <a:cubicBezTo>
                  <a:pt x="1335" y="2577"/>
                  <a:pt x="1347" y="2662"/>
                  <a:pt x="1384" y="2729"/>
                </a:cubicBezTo>
                <a:cubicBezTo>
                  <a:pt x="1429" y="2809"/>
                  <a:pt x="1500" y="2881"/>
                  <a:pt x="1581" y="2925"/>
                </a:cubicBezTo>
                <a:cubicBezTo>
                  <a:pt x="1652" y="2979"/>
                  <a:pt x="1750" y="2997"/>
                  <a:pt x="1839" y="3006"/>
                </a:cubicBezTo>
                <a:cubicBezTo>
                  <a:pt x="1862" y="3008"/>
                  <a:pt x="1884" y="3009"/>
                  <a:pt x="1906" y="3009"/>
                </a:cubicBezTo>
                <a:cubicBezTo>
                  <a:pt x="1959" y="3009"/>
                  <a:pt x="2012" y="3003"/>
                  <a:pt x="2065" y="2990"/>
                </a:cubicBezTo>
                <a:lnTo>
                  <a:pt x="2065" y="2990"/>
                </a:lnTo>
                <a:cubicBezTo>
                  <a:pt x="2026" y="3066"/>
                  <a:pt x="2026" y="3162"/>
                  <a:pt x="2071" y="3238"/>
                </a:cubicBezTo>
                <a:cubicBezTo>
                  <a:pt x="2116" y="3327"/>
                  <a:pt x="2205" y="3380"/>
                  <a:pt x="2304" y="3398"/>
                </a:cubicBezTo>
                <a:cubicBezTo>
                  <a:pt x="2348" y="3407"/>
                  <a:pt x="2395" y="3412"/>
                  <a:pt x="2443" y="3412"/>
                </a:cubicBezTo>
                <a:cubicBezTo>
                  <a:pt x="2491" y="3412"/>
                  <a:pt x="2540" y="3407"/>
                  <a:pt x="2589" y="3398"/>
                </a:cubicBezTo>
                <a:cubicBezTo>
                  <a:pt x="2674" y="3381"/>
                  <a:pt x="2758" y="3365"/>
                  <a:pt x="2843" y="3332"/>
                </a:cubicBezTo>
                <a:lnTo>
                  <a:pt x="2843" y="3332"/>
                </a:lnTo>
                <a:lnTo>
                  <a:pt x="2848" y="3363"/>
                </a:lnTo>
                <a:cubicBezTo>
                  <a:pt x="2857" y="3372"/>
                  <a:pt x="2866" y="3389"/>
                  <a:pt x="2875" y="3398"/>
                </a:cubicBezTo>
                <a:cubicBezTo>
                  <a:pt x="2893" y="3425"/>
                  <a:pt x="2919" y="3443"/>
                  <a:pt x="2955" y="3452"/>
                </a:cubicBezTo>
                <a:cubicBezTo>
                  <a:pt x="2986" y="3461"/>
                  <a:pt x="3018" y="3465"/>
                  <a:pt x="3048" y="3465"/>
                </a:cubicBezTo>
                <a:cubicBezTo>
                  <a:pt x="3078" y="3465"/>
                  <a:pt x="3107" y="3461"/>
                  <a:pt x="3134" y="3452"/>
                </a:cubicBezTo>
                <a:cubicBezTo>
                  <a:pt x="3240" y="3435"/>
                  <a:pt x="3347" y="3404"/>
                  <a:pt x="3447" y="3357"/>
                </a:cubicBezTo>
                <a:lnTo>
                  <a:pt x="3447" y="3357"/>
                </a:lnTo>
                <a:cubicBezTo>
                  <a:pt x="3442" y="3394"/>
                  <a:pt x="3454" y="3433"/>
                  <a:pt x="3482" y="3461"/>
                </a:cubicBezTo>
                <a:cubicBezTo>
                  <a:pt x="3501" y="3476"/>
                  <a:pt x="3526" y="3482"/>
                  <a:pt x="3551" y="3482"/>
                </a:cubicBezTo>
                <a:cubicBezTo>
                  <a:pt x="3571" y="3482"/>
                  <a:pt x="3591" y="3478"/>
                  <a:pt x="3607" y="3470"/>
                </a:cubicBezTo>
                <a:cubicBezTo>
                  <a:pt x="3687" y="3443"/>
                  <a:pt x="3767" y="3407"/>
                  <a:pt x="3830" y="3363"/>
                </a:cubicBezTo>
                <a:cubicBezTo>
                  <a:pt x="3972" y="3273"/>
                  <a:pt x="4106" y="3175"/>
                  <a:pt x="4231" y="3068"/>
                </a:cubicBezTo>
                <a:cubicBezTo>
                  <a:pt x="4365" y="2961"/>
                  <a:pt x="4508" y="2872"/>
                  <a:pt x="4651" y="2800"/>
                </a:cubicBezTo>
                <a:cubicBezTo>
                  <a:pt x="4803" y="2720"/>
                  <a:pt x="4963" y="2667"/>
                  <a:pt x="5124" y="2658"/>
                </a:cubicBezTo>
                <a:lnTo>
                  <a:pt x="5124" y="2658"/>
                </a:lnTo>
                <a:cubicBezTo>
                  <a:pt x="4963" y="2667"/>
                  <a:pt x="4803" y="2711"/>
                  <a:pt x="4660" y="2791"/>
                </a:cubicBezTo>
                <a:cubicBezTo>
                  <a:pt x="4508" y="2863"/>
                  <a:pt x="4365" y="2952"/>
                  <a:pt x="4231" y="3059"/>
                </a:cubicBezTo>
                <a:cubicBezTo>
                  <a:pt x="4106" y="3157"/>
                  <a:pt x="3972" y="3256"/>
                  <a:pt x="3830" y="3345"/>
                </a:cubicBezTo>
                <a:cubicBezTo>
                  <a:pt x="3758" y="3389"/>
                  <a:pt x="3687" y="3425"/>
                  <a:pt x="3607" y="3452"/>
                </a:cubicBezTo>
                <a:cubicBezTo>
                  <a:pt x="3594" y="3455"/>
                  <a:pt x="3579" y="3457"/>
                  <a:pt x="3565" y="3457"/>
                </a:cubicBezTo>
                <a:cubicBezTo>
                  <a:pt x="3541" y="3457"/>
                  <a:pt x="3516" y="3451"/>
                  <a:pt x="3499" y="3434"/>
                </a:cubicBezTo>
                <a:cubicBezTo>
                  <a:pt x="3473" y="3407"/>
                  <a:pt x="3464" y="3372"/>
                  <a:pt x="3482" y="3336"/>
                </a:cubicBezTo>
                <a:lnTo>
                  <a:pt x="3482" y="3309"/>
                </a:lnTo>
                <a:lnTo>
                  <a:pt x="3455" y="3318"/>
                </a:lnTo>
                <a:cubicBezTo>
                  <a:pt x="3348" y="3372"/>
                  <a:pt x="3232" y="3407"/>
                  <a:pt x="3116" y="3434"/>
                </a:cubicBezTo>
                <a:cubicBezTo>
                  <a:pt x="3089" y="3439"/>
                  <a:pt x="3062" y="3441"/>
                  <a:pt x="3034" y="3441"/>
                </a:cubicBezTo>
                <a:cubicBezTo>
                  <a:pt x="3006" y="3441"/>
                  <a:pt x="2977" y="3439"/>
                  <a:pt x="2946" y="3434"/>
                </a:cubicBezTo>
                <a:cubicBezTo>
                  <a:pt x="2902" y="3416"/>
                  <a:pt x="2857" y="3372"/>
                  <a:pt x="2857" y="3309"/>
                </a:cubicBezTo>
                <a:lnTo>
                  <a:pt x="2857" y="3291"/>
                </a:lnTo>
                <a:lnTo>
                  <a:pt x="2839" y="3300"/>
                </a:lnTo>
                <a:cubicBezTo>
                  <a:pt x="2750" y="3336"/>
                  <a:pt x="2661" y="3354"/>
                  <a:pt x="2571" y="3372"/>
                </a:cubicBezTo>
                <a:cubicBezTo>
                  <a:pt x="2527" y="3380"/>
                  <a:pt x="2482" y="3385"/>
                  <a:pt x="2436" y="3385"/>
                </a:cubicBezTo>
                <a:cubicBezTo>
                  <a:pt x="2391" y="3385"/>
                  <a:pt x="2344" y="3380"/>
                  <a:pt x="2295" y="3372"/>
                </a:cubicBezTo>
                <a:cubicBezTo>
                  <a:pt x="2214" y="3354"/>
                  <a:pt x="2134" y="3300"/>
                  <a:pt x="2089" y="3220"/>
                </a:cubicBezTo>
                <a:cubicBezTo>
                  <a:pt x="2045" y="3140"/>
                  <a:pt x="2054" y="3050"/>
                  <a:pt x="2107" y="2979"/>
                </a:cubicBezTo>
                <a:lnTo>
                  <a:pt x="2134" y="2934"/>
                </a:lnTo>
                <a:lnTo>
                  <a:pt x="2089" y="2952"/>
                </a:lnTo>
                <a:cubicBezTo>
                  <a:pt x="2089" y="2952"/>
                  <a:pt x="2089" y="2952"/>
                  <a:pt x="2089" y="2952"/>
                </a:cubicBezTo>
                <a:lnTo>
                  <a:pt x="2089" y="2952"/>
                </a:lnTo>
                <a:cubicBezTo>
                  <a:pt x="2031" y="2965"/>
                  <a:pt x="1967" y="2973"/>
                  <a:pt x="1902" y="2973"/>
                </a:cubicBezTo>
                <a:cubicBezTo>
                  <a:pt x="1878" y="2973"/>
                  <a:pt x="1854" y="2972"/>
                  <a:pt x="1831" y="2970"/>
                </a:cubicBezTo>
                <a:cubicBezTo>
                  <a:pt x="1741" y="2970"/>
                  <a:pt x="1661" y="2943"/>
                  <a:pt x="1590" y="2899"/>
                </a:cubicBezTo>
                <a:cubicBezTo>
                  <a:pt x="1509" y="2854"/>
                  <a:pt x="1456" y="2791"/>
                  <a:pt x="1411" y="2720"/>
                </a:cubicBezTo>
                <a:cubicBezTo>
                  <a:pt x="1368" y="2652"/>
                  <a:pt x="1358" y="2567"/>
                  <a:pt x="1389" y="2489"/>
                </a:cubicBezTo>
                <a:lnTo>
                  <a:pt x="1389" y="2489"/>
                </a:lnTo>
                <a:cubicBezTo>
                  <a:pt x="1390" y="2489"/>
                  <a:pt x="1392" y="2488"/>
                  <a:pt x="1393" y="2488"/>
                </a:cubicBezTo>
                <a:lnTo>
                  <a:pt x="1391" y="2484"/>
                </a:lnTo>
                <a:lnTo>
                  <a:pt x="1391" y="2484"/>
                </a:lnTo>
                <a:cubicBezTo>
                  <a:pt x="1392" y="2482"/>
                  <a:pt x="1392" y="2481"/>
                  <a:pt x="1393" y="2479"/>
                </a:cubicBezTo>
                <a:lnTo>
                  <a:pt x="1420" y="2434"/>
                </a:lnTo>
                <a:lnTo>
                  <a:pt x="1375" y="2452"/>
                </a:lnTo>
                <a:cubicBezTo>
                  <a:pt x="1375" y="2452"/>
                  <a:pt x="1375" y="2452"/>
                  <a:pt x="1375" y="2452"/>
                </a:cubicBezTo>
                <a:lnTo>
                  <a:pt x="1375" y="2452"/>
                </a:lnTo>
                <a:cubicBezTo>
                  <a:pt x="1314" y="2473"/>
                  <a:pt x="1249" y="2483"/>
                  <a:pt x="1185" y="2483"/>
                </a:cubicBezTo>
                <a:cubicBezTo>
                  <a:pt x="1083" y="2483"/>
                  <a:pt x="981" y="2457"/>
                  <a:pt x="893" y="2408"/>
                </a:cubicBezTo>
                <a:cubicBezTo>
                  <a:pt x="831" y="2363"/>
                  <a:pt x="786" y="2283"/>
                  <a:pt x="777" y="2202"/>
                </a:cubicBezTo>
                <a:cubicBezTo>
                  <a:pt x="768" y="2122"/>
                  <a:pt x="768" y="2042"/>
                  <a:pt x="795" y="1961"/>
                </a:cubicBezTo>
                <a:lnTo>
                  <a:pt x="813" y="1935"/>
                </a:lnTo>
                <a:lnTo>
                  <a:pt x="777" y="1935"/>
                </a:lnTo>
                <a:cubicBezTo>
                  <a:pt x="715" y="1935"/>
                  <a:pt x="652" y="1926"/>
                  <a:pt x="590" y="1908"/>
                </a:cubicBezTo>
                <a:cubicBezTo>
                  <a:pt x="536" y="1899"/>
                  <a:pt x="483" y="1863"/>
                  <a:pt x="447" y="1810"/>
                </a:cubicBezTo>
                <a:cubicBezTo>
                  <a:pt x="420" y="1756"/>
                  <a:pt x="420" y="1694"/>
                  <a:pt x="447" y="1649"/>
                </a:cubicBezTo>
                <a:cubicBezTo>
                  <a:pt x="474" y="1587"/>
                  <a:pt x="510" y="1542"/>
                  <a:pt x="554" y="1497"/>
                </a:cubicBezTo>
                <a:lnTo>
                  <a:pt x="581" y="1479"/>
                </a:lnTo>
                <a:lnTo>
                  <a:pt x="554" y="1462"/>
                </a:lnTo>
                <a:cubicBezTo>
                  <a:pt x="492" y="1435"/>
                  <a:pt x="438" y="1399"/>
                  <a:pt x="394" y="1363"/>
                </a:cubicBezTo>
                <a:cubicBezTo>
                  <a:pt x="340" y="1328"/>
                  <a:pt x="295" y="1283"/>
                  <a:pt x="260" y="1238"/>
                </a:cubicBezTo>
                <a:cubicBezTo>
                  <a:pt x="251" y="1212"/>
                  <a:pt x="242" y="1185"/>
                  <a:pt x="233" y="1158"/>
                </a:cubicBezTo>
                <a:cubicBezTo>
                  <a:pt x="233" y="1131"/>
                  <a:pt x="233" y="1096"/>
                  <a:pt x="233" y="1069"/>
                </a:cubicBezTo>
                <a:cubicBezTo>
                  <a:pt x="242" y="1006"/>
                  <a:pt x="269" y="953"/>
                  <a:pt x="304" y="908"/>
                </a:cubicBezTo>
                <a:lnTo>
                  <a:pt x="322" y="890"/>
                </a:lnTo>
                <a:lnTo>
                  <a:pt x="295" y="873"/>
                </a:lnTo>
                <a:cubicBezTo>
                  <a:pt x="242" y="828"/>
                  <a:pt x="188" y="783"/>
                  <a:pt x="144" y="730"/>
                </a:cubicBezTo>
                <a:cubicBezTo>
                  <a:pt x="90" y="685"/>
                  <a:pt x="63" y="623"/>
                  <a:pt x="54" y="560"/>
                </a:cubicBezTo>
                <a:cubicBezTo>
                  <a:pt x="54" y="507"/>
                  <a:pt x="126" y="471"/>
                  <a:pt x="188" y="462"/>
                </a:cubicBezTo>
                <a:cubicBezTo>
                  <a:pt x="224" y="458"/>
                  <a:pt x="260" y="455"/>
                  <a:pt x="295" y="455"/>
                </a:cubicBezTo>
                <a:cubicBezTo>
                  <a:pt x="331" y="455"/>
                  <a:pt x="367" y="458"/>
                  <a:pt x="403" y="462"/>
                </a:cubicBezTo>
                <a:lnTo>
                  <a:pt x="420" y="462"/>
                </a:lnTo>
                <a:lnTo>
                  <a:pt x="429" y="444"/>
                </a:lnTo>
                <a:cubicBezTo>
                  <a:pt x="456" y="382"/>
                  <a:pt x="510" y="319"/>
                  <a:pt x="572" y="310"/>
                </a:cubicBezTo>
                <a:cubicBezTo>
                  <a:pt x="608" y="310"/>
                  <a:pt x="635" y="319"/>
                  <a:pt x="670" y="337"/>
                </a:cubicBezTo>
                <a:cubicBezTo>
                  <a:pt x="697" y="355"/>
                  <a:pt x="724" y="382"/>
                  <a:pt x="751" y="408"/>
                </a:cubicBezTo>
                <a:lnTo>
                  <a:pt x="777" y="435"/>
                </a:lnTo>
                <a:lnTo>
                  <a:pt x="795" y="400"/>
                </a:lnTo>
                <a:cubicBezTo>
                  <a:pt x="822" y="337"/>
                  <a:pt x="867" y="275"/>
                  <a:pt x="920" y="221"/>
                </a:cubicBezTo>
                <a:cubicBezTo>
                  <a:pt x="965" y="159"/>
                  <a:pt x="1018" y="123"/>
                  <a:pt x="1090" y="96"/>
                </a:cubicBezTo>
                <a:cubicBezTo>
                  <a:pt x="1102" y="95"/>
                  <a:pt x="1114" y="94"/>
                  <a:pt x="1126" y="94"/>
                </a:cubicBezTo>
                <a:cubicBezTo>
                  <a:pt x="1185" y="94"/>
                  <a:pt x="1243" y="111"/>
                  <a:pt x="1295" y="141"/>
                </a:cubicBezTo>
                <a:cubicBezTo>
                  <a:pt x="1357" y="167"/>
                  <a:pt x="1420" y="212"/>
                  <a:pt x="1482" y="257"/>
                </a:cubicBezTo>
                <a:lnTo>
                  <a:pt x="1500" y="284"/>
                </a:lnTo>
                <a:lnTo>
                  <a:pt x="1518" y="257"/>
                </a:lnTo>
                <a:cubicBezTo>
                  <a:pt x="1545" y="194"/>
                  <a:pt x="1590" y="141"/>
                  <a:pt x="1643" y="105"/>
                </a:cubicBezTo>
                <a:cubicBezTo>
                  <a:pt x="1680" y="68"/>
                  <a:pt x="1736" y="49"/>
                  <a:pt x="1790" y="49"/>
                </a:cubicBezTo>
                <a:cubicBezTo>
                  <a:pt x="1801" y="49"/>
                  <a:pt x="1811" y="50"/>
                  <a:pt x="1822" y="51"/>
                </a:cubicBezTo>
                <a:cubicBezTo>
                  <a:pt x="1884" y="60"/>
                  <a:pt x="1947" y="96"/>
                  <a:pt x="1991" y="150"/>
                </a:cubicBezTo>
                <a:cubicBezTo>
                  <a:pt x="2031" y="190"/>
                  <a:pt x="2064" y="244"/>
                  <a:pt x="2090" y="300"/>
                </a:cubicBezTo>
                <a:lnTo>
                  <a:pt x="2090" y="300"/>
                </a:lnTo>
                <a:cubicBezTo>
                  <a:pt x="2090" y="301"/>
                  <a:pt x="2090" y="301"/>
                  <a:pt x="2089" y="301"/>
                </a:cubicBezTo>
                <a:lnTo>
                  <a:pt x="2090" y="301"/>
                </a:lnTo>
                <a:cubicBezTo>
                  <a:pt x="2093" y="307"/>
                  <a:pt x="2096" y="313"/>
                  <a:pt x="2098" y="319"/>
                </a:cubicBezTo>
                <a:lnTo>
                  <a:pt x="2116" y="364"/>
                </a:lnTo>
                <a:lnTo>
                  <a:pt x="2134" y="319"/>
                </a:lnTo>
                <a:cubicBezTo>
                  <a:pt x="2161" y="257"/>
                  <a:pt x="2205" y="212"/>
                  <a:pt x="2268" y="194"/>
                </a:cubicBezTo>
                <a:cubicBezTo>
                  <a:pt x="2299" y="181"/>
                  <a:pt x="2330" y="174"/>
                  <a:pt x="2362" y="174"/>
                </a:cubicBezTo>
                <a:cubicBezTo>
                  <a:pt x="2393" y="174"/>
                  <a:pt x="2424" y="181"/>
                  <a:pt x="2455" y="194"/>
                </a:cubicBezTo>
                <a:cubicBezTo>
                  <a:pt x="2580" y="248"/>
                  <a:pt x="2687" y="328"/>
                  <a:pt x="2777" y="426"/>
                </a:cubicBezTo>
                <a:lnTo>
                  <a:pt x="2803" y="453"/>
                </a:lnTo>
                <a:lnTo>
                  <a:pt x="2812" y="417"/>
                </a:lnTo>
                <a:cubicBezTo>
                  <a:pt x="2830" y="337"/>
                  <a:pt x="2884" y="266"/>
                  <a:pt x="2964" y="230"/>
                </a:cubicBezTo>
                <a:cubicBezTo>
                  <a:pt x="2992" y="219"/>
                  <a:pt x="3023" y="214"/>
                  <a:pt x="3055" y="214"/>
                </a:cubicBezTo>
                <a:cubicBezTo>
                  <a:pt x="3104" y="214"/>
                  <a:pt x="3156" y="226"/>
                  <a:pt x="3205" y="248"/>
                </a:cubicBezTo>
                <a:cubicBezTo>
                  <a:pt x="3276" y="284"/>
                  <a:pt x="3339" y="337"/>
                  <a:pt x="3383" y="408"/>
                </a:cubicBezTo>
                <a:cubicBezTo>
                  <a:pt x="3431" y="472"/>
                  <a:pt x="3465" y="544"/>
                  <a:pt x="3491" y="615"/>
                </a:cubicBezTo>
                <a:lnTo>
                  <a:pt x="3491" y="615"/>
                </a:lnTo>
                <a:cubicBezTo>
                  <a:pt x="3491" y="621"/>
                  <a:pt x="3491" y="626"/>
                  <a:pt x="3491" y="632"/>
                </a:cubicBezTo>
                <a:lnTo>
                  <a:pt x="3496" y="632"/>
                </a:lnTo>
                <a:cubicBezTo>
                  <a:pt x="3497" y="635"/>
                  <a:pt x="3498" y="638"/>
                  <a:pt x="3499" y="641"/>
                </a:cubicBezTo>
                <a:lnTo>
                  <a:pt x="3526" y="739"/>
                </a:lnTo>
                <a:lnTo>
                  <a:pt x="3526" y="641"/>
                </a:lnTo>
                <a:cubicBezTo>
                  <a:pt x="3526" y="638"/>
                  <a:pt x="3526" y="635"/>
                  <a:pt x="3526" y="632"/>
                </a:cubicBezTo>
                <a:lnTo>
                  <a:pt x="3526" y="632"/>
                </a:lnTo>
                <a:cubicBezTo>
                  <a:pt x="3526" y="631"/>
                  <a:pt x="3526" y="630"/>
                  <a:pt x="3525" y="629"/>
                </a:cubicBezTo>
                <a:lnTo>
                  <a:pt x="3525" y="629"/>
                </a:lnTo>
                <a:cubicBezTo>
                  <a:pt x="3521" y="535"/>
                  <a:pt x="3565" y="442"/>
                  <a:pt x="3642" y="391"/>
                </a:cubicBezTo>
                <a:cubicBezTo>
                  <a:pt x="3670" y="380"/>
                  <a:pt x="3697" y="372"/>
                  <a:pt x="3725" y="372"/>
                </a:cubicBezTo>
                <a:cubicBezTo>
                  <a:pt x="3742" y="372"/>
                  <a:pt x="3759" y="375"/>
                  <a:pt x="3776" y="382"/>
                </a:cubicBezTo>
                <a:cubicBezTo>
                  <a:pt x="3821" y="400"/>
                  <a:pt x="3865" y="426"/>
                  <a:pt x="3892" y="462"/>
                </a:cubicBezTo>
                <a:cubicBezTo>
                  <a:pt x="3946" y="542"/>
                  <a:pt x="3990" y="641"/>
                  <a:pt x="4008" y="730"/>
                </a:cubicBezTo>
                <a:cubicBezTo>
                  <a:pt x="4032" y="816"/>
                  <a:pt x="4048" y="902"/>
                  <a:pt x="4058" y="994"/>
                </a:cubicBezTo>
                <a:lnTo>
                  <a:pt x="4058" y="994"/>
                </a:lnTo>
                <a:cubicBezTo>
                  <a:pt x="4056" y="1002"/>
                  <a:pt x="4054" y="1009"/>
                  <a:pt x="4053" y="1015"/>
                </a:cubicBezTo>
                <a:lnTo>
                  <a:pt x="4060" y="1015"/>
                </a:lnTo>
                <a:cubicBezTo>
                  <a:pt x="4061" y="1021"/>
                  <a:pt x="4061" y="1027"/>
                  <a:pt x="4062" y="1033"/>
                </a:cubicBezTo>
                <a:lnTo>
                  <a:pt x="4071" y="1131"/>
                </a:lnTo>
                <a:lnTo>
                  <a:pt x="4089" y="1033"/>
                </a:lnTo>
                <a:cubicBezTo>
                  <a:pt x="4097" y="989"/>
                  <a:pt x="4115" y="944"/>
                  <a:pt x="4142" y="908"/>
                </a:cubicBezTo>
                <a:cubicBezTo>
                  <a:pt x="4168" y="882"/>
                  <a:pt x="4199" y="866"/>
                  <a:pt x="4231" y="866"/>
                </a:cubicBezTo>
                <a:cubicBezTo>
                  <a:pt x="4243" y="866"/>
                  <a:pt x="4255" y="868"/>
                  <a:pt x="4267" y="873"/>
                </a:cubicBezTo>
                <a:cubicBezTo>
                  <a:pt x="4356" y="899"/>
                  <a:pt x="4437" y="962"/>
                  <a:pt x="4472" y="1051"/>
                </a:cubicBezTo>
                <a:cubicBezTo>
                  <a:pt x="4562" y="1221"/>
                  <a:pt x="4615" y="1417"/>
                  <a:pt x="4651" y="1604"/>
                </a:cubicBezTo>
                <a:cubicBezTo>
                  <a:pt x="4669" y="1703"/>
                  <a:pt x="4678" y="1801"/>
                  <a:pt x="4686" y="1899"/>
                </a:cubicBezTo>
                <a:cubicBezTo>
                  <a:pt x="4704" y="1997"/>
                  <a:pt x="4731" y="2086"/>
                  <a:pt x="4785" y="2176"/>
                </a:cubicBezTo>
                <a:cubicBezTo>
                  <a:pt x="4883" y="2345"/>
                  <a:pt x="4990" y="2506"/>
                  <a:pt x="5124" y="2658"/>
                </a:cubicBezTo>
                <a:cubicBezTo>
                  <a:pt x="4999" y="2506"/>
                  <a:pt x="4883" y="2336"/>
                  <a:pt x="4785" y="2167"/>
                </a:cubicBezTo>
                <a:cubicBezTo>
                  <a:pt x="4678" y="1988"/>
                  <a:pt x="4695" y="1783"/>
                  <a:pt x="4660" y="1595"/>
                </a:cubicBezTo>
                <a:cubicBezTo>
                  <a:pt x="4633" y="1399"/>
                  <a:pt x="4570" y="1212"/>
                  <a:pt x="4490" y="1033"/>
                </a:cubicBezTo>
                <a:cubicBezTo>
                  <a:pt x="4446" y="935"/>
                  <a:pt x="4365" y="864"/>
                  <a:pt x="4267" y="837"/>
                </a:cubicBezTo>
                <a:cubicBezTo>
                  <a:pt x="4253" y="832"/>
                  <a:pt x="4239" y="830"/>
                  <a:pt x="4226" y="830"/>
                </a:cubicBezTo>
                <a:cubicBezTo>
                  <a:pt x="4186" y="830"/>
                  <a:pt x="4148" y="848"/>
                  <a:pt x="4115" y="881"/>
                </a:cubicBezTo>
                <a:cubicBezTo>
                  <a:pt x="4103" y="898"/>
                  <a:pt x="4091" y="918"/>
                  <a:pt x="4080" y="940"/>
                </a:cubicBezTo>
                <a:lnTo>
                  <a:pt x="4080" y="940"/>
                </a:lnTo>
                <a:cubicBezTo>
                  <a:pt x="4070" y="867"/>
                  <a:pt x="4055" y="794"/>
                  <a:pt x="4035" y="721"/>
                </a:cubicBezTo>
                <a:cubicBezTo>
                  <a:pt x="4008" y="614"/>
                  <a:pt x="3972" y="524"/>
                  <a:pt x="3910" y="435"/>
                </a:cubicBezTo>
                <a:cubicBezTo>
                  <a:pt x="3866" y="372"/>
                  <a:pt x="3790" y="336"/>
                  <a:pt x="3715" y="336"/>
                </a:cubicBezTo>
                <a:cubicBezTo>
                  <a:pt x="3684" y="336"/>
                  <a:pt x="3653" y="342"/>
                  <a:pt x="3624" y="355"/>
                </a:cubicBezTo>
                <a:cubicBezTo>
                  <a:pt x="3571" y="382"/>
                  <a:pt x="3535" y="426"/>
                  <a:pt x="3517" y="471"/>
                </a:cubicBezTo>
                <a:cubicBezTo>
                  <a:pt x="3509" y="497"/>
                  <a:pt x="3502" y="523"/>
                  <a:pt x="3498" y="549"/>
                </a:cubicBezTo>
                <a:lnTo>
                  <a:pt x="3498" y="549"/>
                </a:lnTo>
                <a:cubicBezTo>
                  <a:pt x="3475" y="492"/>
                  <a:pt x="3447" y="439"/>
                  <a:pt x="3410" y="391"/>
                </a:cubicBezTo>
                <a:cubicBezTo>
                  <a:pt x="3366" y="310"/>
                  <a:pt x="3294" y="248"/>
                  <a:pt x="3214" y="203"/>
                </a:cubicBezTo>
                <a:cubicBezTo>
                  <a:pt x="3169" y="183"/>
                  <a:pt x="3118" y="172"/>
                  <a:pt x="3066" y="172"/>
                </a:cubicBezTo>
                <a:cubicBezTo>
                  <a:pt x="3026" y="172"/>
                  <a:pt x="2985" y="179"/>
                  <a:pt x="2946" y="194"/>
                </a:cubicBezTo>
                <a:cubicBezTo>
                  <a:pt x="2865" y="235"/>
                  <a:pt x="2806" y="298"/>
                  <a:pt x="2782" y="376"/>
                </a:cubicBezTo>
                <a:lnTo>
                  <a:pt x="2782" y="376"/>
                </a:lnTo>
                <a:cubicBezTo>
                  <a:pt x="2742" y="332"/>
                  <a:pt x="2697" y="295"/>
                  <a:pt x="2652" y="257"/>
                </a:cubicBezTo>
                <a:cubicBezTo>
                  <a:pt x="2598" y="212"/>
                  <a:pt x="2536" y="176"/>
                  <a:pt x="2464" y="150"/>
                </a:cubicBezTo>
                <a:cubicBezTo>
                  <a:pt x="2428" y="136"/>
                  <a:pt x="2393" y="130"/>
                  <a:pt x="2357" y="130"/>
                </a:cubicBezTo>
                <a:cubicBezTo>
                  <a:pt x="2321" y="130"/>
                  <a:pt x="2286" y="136"/>
                  <a:pt x="2250" y="150"/>
                </a:cubicBezTo>
                <a:cubicBezTo>
                  <a:pt x="2194" y="171"/>
                  <a:pt x="2149" y="208"/>
                  <a:pt x="2116" y="257"/>
                </a:cubicBezTo>
                <a:lnTo>
                  <a:pt x="2116" y="257"/>
                </a:lnTo>
                <a:cubicBezTo>
                  <a:pt x="2091" y="204"/>
                  <a:pt x="2060" y="156"/>
                  <a:pt x="2018" y="114"/>
                </a:cubicBezTo>
                <a:cubicBezTo>
                  <a:pt x="1960" y="40"/>
                  <a:pt x="1874" y="1"/>
                  <a:pt x="178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ackground 1">
  <p:cSld name="CUSTOM_11_1">
    <p:bg>
      <p:bgPr>
        <a:solidFill>
          <a:srgbClr val="FFECC6"/>
        </a:solidFill>
        <a:effectLst/>
      </p:bgPr>
    </p:bg>
    <p:spTree>
      <p:nvGrpSpPr>
        <p:cNvPr id="1" name="Shape 2634"/>
        <p:cNvGrpSpPr/>
        <p:nvPr/>
      </p:nvGrpSpPr>
      <p:grpSpPr>
        <a:xfrm>
          <a:off x="0" y="0"/>
          <a:ext cx="0" cy="0"/>
          <a:chOff x="0" y="0"/>
          <a:chExt cx="0" cy="0"/>
        </a:xfrm>
      </p:grpSpPr>
      <p:sp>
        <p:nvSpPr>
          <p:cNvPr id="2635" name="Google Shape;2635;p24"/>
          <p:cNvSpPr/>
          <p:nvPr/>
        </p:nvSpPr>
        <p:spPr>
          <a:xfrm>
            <a:off x="162150" y="-107305"/>
            <a:ext cx="8819708" cy="5081208"/>
          </a:xfrm>
          <a:custGeom>
            <a:avLst/>
            <a:gdLst/>
            <a:ahLst/>
            <a:cxnLst/>
            <a:rect l="l" t="t" r="r" b="b"/>
            <a:pathLst>
              <a:path w="269654" h="155353" extrusionOk="0">
                <a:moveTo>
                  <a:pt x="1394" y="0"/>
                </a:moveTo>
                <a:cubicBezTo>
                  <a:pt x="2537" y="2298"/>
                  <a:pt x="3227" y="5358"/>
                  <a:pt x="3227" y="8739"/>
                </a:cubicBezTo>
                <a:cubicBezTo>
                  <a:pt x="3227" y="13323"/>
                  <a:pt x="1941" y="17348"/>
                  <a:pt x="1" y="19622"/>
                </a:cubicBezTo>
                <a:lnTo>
                  <a:pt x="1" y="152769"/>
                </a:lnTo>
                <a:cubicBezTo>
                  <a:pt x="1" y="154138"/>
                  <a:pt x="1072" y="155257"/>
                  <a:pt x="2394" y="155257"/>
                </a:cubicBezTo>
                <a:lnTo>
                  <a:pt x="51245" y="155257"/>
                </a:lnTo>
                <a:cubicBezTo>
                  <a:pt x="51459" y="155317"/>
                  <a:pt x="51686" y="155353"/>
                  <a:pt x="51912" y="155353"/>
                </a:cubicBezTo>
                <a:lnTo>
                  <a:pt x="267260" y="155353"/>
                </a:lnTo>
                <a:cubicBezTo>
                  <a:pt x="268582" y="155353"/>
                  <a:pt x="269653" y="154233"/>
                  <a:pt x="269653" y="152864"/>
                </a:cubicBezTo>
                <a:lnTo>
                  <a:pt x="269653" y="20038"/>
                </a:lnTo>
                <a:cubicBezTo>
                  <a:pt x="267558" y="17860"/>
                  <a:pt x="266129" y="13657"/>
                  <a:pt x="266129" y="8835"/>
                </a:cubicBezTo>
                <a:cubicBezTo>
                  <a:pt x="266129" y="5406"/>
                  <a:pt x="266844" y="2298"/>
                  <a:pt x="26801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6" name="Google Shape;2636;p24"/>
          <p:cNvSpPr/>
          <p:nvPr/>
        </p:nvSpPr>
        <p:spPr>
          <a:xfrm>
            <a:off x="164505" y="-107305"/>
            <a:ext cx="8814639" cy="662033"/>
          </a:xfrm>
          <a:custGeom>
            <a:avLst/>
            <a:gdLst/>
            <a:ahLst/>
            <a:cxnLst/>
            <a:rect l="l" t="t" r="r" b="b"/>
            <a:pathLst>
              <a:path w="269499" h="20241" extrusionOk="0">
                <a:moveTo>
                  <a:pt x="1405" y="0"/>
                </a:moveTo>
                <a:cubicBezTo>
                  <a:pt x="2524" y="2250"/>
                  <a:pt x="3239" y="5334"/>
                  <a:pt x="3239" y="8739"/>
                </a:cubicBezTo>
                <a:cubicBezTo>
                  <a:pt x="3239" y="13395"/>
                  <a:pt x="1881" y="17431"/>
                  <a:pt x="0" y="19622"/>
                </a:cubicBezTo>
                <a:lnTo>
                  <a:pt x="49828" y="19622"/>
                </a:lnTo>
                <a:cubicBezTo>
                  <a:pt x="49649" y="19836"/>
                  <a:pt x="49482" y="20050"/>
                  <a:pt x="49292" y="20241"/>
                </a:cubicBezTo>
                <a:lnTo>
                  <a:pt x="269498" y="20241"/>
                </a:lnTo>
                <a:lnTo>
                  <a:pt x="269498" y="20074"/>
                </a:lnTo>
                <a:cubicBezTo>
                  <a:pt x="267486" y="17848"/>
                  <a:pt x="265974" y="13776"/>
                  <a:pt x="265974" y="9085"/>
                </a:cubicBezTo>
                <a:cubicBezTo>
                  <a:pt x="265974" y="5632"/>
                  <a:pt x="266593" y="2477"/>
                  <a:pt x="267867" y="0"/>
                </a:cubicBezTo>
                <a:close/>
              </a:path>
            </a:pathLst>
          </a:custGeom>
          <a:solidFill>
            <a:srgbClr val="272425">
              <a:alpha val="2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7" name="Google Shape;2637;p24"/>
          <p:cNvSpPr/>
          <p:nvPr/>
        </p:nvSpPr>
        <p:spPr>
          <a:xfrm>
            <a:off x="356072" y="219409"/>
            <a:ext cx="8241407" cy="4567962"/>
          </a:xfrm>
          <a:custGeom>
            <a:avLst/>
            <a:gdLst/>
            <a:ahLst/>
            <a:cxnLst/>
            <a:rect l="l" t="t" r="r" b="b"/>
            <a:pathLst>
              <a:path w="251973" h="139661" extrusionOk="0">
                <a:moveTo>
                  <a:pt x="1" y="1"/>
                </a:moveTo>
                <a:lnTo>
                  <a:pt x="1" y="139661"/>
                </a:lnTo>
                <a:lnTo>
                  <a:pt x="251973" y="139661"/>
                </a:lnTo>
                <a:lnTo>
                  <a:pt x="251973" y="1"/>
                </a:lnTo>
                <a:close/>
              </a:path>
            </a:pathLst>
          </a:custGeom>
          <a:solidFill>
            <a:srgbClr val="272425">
              <a:alpha val="2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8" name="Google Shape;2638;p24"/>
          <p:cNvSpPr/>
          <p:nvPr/>
        </p:nvSpPr>
        <p:spPr>
          <a:xfrm>
            <a:off x="472151" y="215910"/>
            <a:ext cx="8199705" cy="4458523"/>
          </a:xfrm>
          <a:custGeom>
            <a:avLst/>
            <a:gdLst/>
            <a:ahLst/>
            <a:cxnLst/>
            <a:rect l="l" t="t" r="r" b="b"/>
            <a:pathLst>
              <a:path w="250698" h="136315" extrusionOk="0">
                <a:moveTo>
                  <a:pt x="0" y="0"/>
                </a:moveTo>
                <a:lnTo>
                  <a:pt x="0" y="136315"/>
                </a:lnTo>
                <a:lnTo>
                  <a:pt x="250698" y="136315"/>
                </a:lnTo>
                <a:lnTo>
                  <a:pt x="250698"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639" name="Google Shape;2639;p24"/>
          <p:cNvPicPr preferRelativeResize="0"/>
          <p:nvPr/>
        </p:nvPicPr>
        <p:blipFill>
          <a:blip r:embed="rId2">
            <a:alphaModFix/>
          </a:blip>
          <a:stretch>
            <a:fillRect/>
          </a:stretch>
        </p:blipFill>
        <p:spPr>
          <a:xfrm>
            <a:off x="468438" y="223775"/>
            <a:ext cx="8207124" cy="4442774"/>
          </a:xfrm>
          <a:prstGeom prst="rect">
            <a:avLst/>
          </a:prstGeom>
          <a:noFill/>
          <a:ln>
            <a:noFill/>
          </a:ln>
        </p:spPr>
      </p:pic>
      <p:sp>
        <p:nvSpPr>
          <p:cNvPr id="2640" name="Google Shape;2640;p24"/>
          <p:cNvSpPr/>
          <p:nvPr/>
        </p:nvSpPr>
        <p:spPr>
          <a:xfrm>
            <a:off x="1544390" y="-169612"/>
            <a:ext cx="142572" cy="125041"/>
          </a:xfrm>
          <a:custGeom>
            <a:avLst/>
            <a:gdLst/>
            <a:ahLst/>
            <a:cxnLst/>
            <a:rect l="l" t="t" r="r" b="b"/>
            <a:pathLst>
              <a:path w="4359" h="3823" extrusionOk="0">
                <a:moveTo>
                  <a:pt x="1144" y="0"/>
                </a:moveTo>
                <a:cubicBezTo>
                  <a:pt x="513" y="0"/>
                  <a:pt x="1" y="500"/>
                  <a:pt x="1" y="1131"/>
                </a:cubicBezTo>
                <a:lnTo>
                  <a:pt x="1" y="2679"/>
                </a:lnTo>
                <a:cubicBezTo>
                  <a:pt x="1" y="3310"/>
                  <a:pt x="513" y="3822"/>
                  <a:pt x="1144" y="3822"/>
                </a:cubicBezTo>
                <a:lnTo>
                  <a:pt x="3228" y="3822"/>
                </a:lnTo>
                <a:cubicBezTo>
                  <a:pt x="3859" y="3822"/>
                  <a:pt x="4359" y="3310"/>
                  <a:pt x="4359" y="2679"/>
                </a:cubicBezTo>
                <a:lnTo>
                  <a:pt x="4359" y="1131"/>
                </a:lnTo>
                <a:cubicBezTo>
                  <a:pt x="4359" y="500"/>
                  <a:pt x="3859" y="0"/>
                  <a:pt x="3228" y="0"/>
                </a:cubicBezTo>
                <a:close/>
              </a:path>
            </a:pathLst>
          </a:custGeom>
          <a:solidFill>
            <a:srgbClr val="821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1" name="Google Shape;2641;p24"/>
          <p:cNvSpPr/>
          <p:nvPr/>
        </p:nvSpPr>
        <p:spPr>
          <a:xfrm>
            <a:off x="1544390" y="277825"/>
            <a:ext cx="142964" cy="124648"/>
          </a:xfrm>
          <a:custGeom>
            <a:avLst/>
            <a:gdLst/>
            <a:ahLst/>
            <a:cxnLst/>
            <a:rect l="l" t="t" r="r" b="b"/>
            <a:pathLst>
              <a:path w="4371" h="3811" extrusionOk="0">
                <a:moveTo>
                  <a:pt x="1144" y="0"/>
                </a:moveTo>
                <a:cubicBezTo>
                  <a:pt x="513" y="0"/>
                  <a:pt x="13" y="512"/>
                  <a:pt x="1" y="1132"/>
                </a:cubicBezTo>
                <a:lnTo>
                  <a:pt x="1" y="2679"/>
                </a:lnTo>
                <a:cubicBezTo>
                  <a:pt x="13" y="3310"/>
                  <a:pt x="513" y="3810"/>
                  <a:pt x="1144" y="3810"/>
                </a:cubicBezTo>
                <a:lnTo>
                  <a:pt x="3228" y="3810"/>
                </a:lnTo>
                <a:cubicBezTo>
                  <a:pt x="3859" y="3810"/>
                  <a:pt x="4359" y="3310"/>
                  <a:pt x="4371" y="2679"/>
                </a:cubicBezTo>
                <a:lnTo>
                  <a:pt x="4371" y="1132"/>
                </a:lnTo>
                <a:cubicBezTo>
                  <a:pt x="4359" y="512"/>
                  <a:pt x="3859" y="0"/>
                  <a:pt x="3228" y="0"/>
                </a:cubicBezTo>
                <a:close/>
              </a:path>
            </a:pathLst>
          </a:custGeom>
          <a:solidFill>
            <a:srgbClr val="821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2" name="Google Shape;2642;p24"/>
          <p:cNvSpPr/>
          <p:nvPr/>
        </p:nvSpPr>
        <p:spPr>
          <a:xfrm>
            <a:off x="1575776" y="-148189"/>
            <a:ext cx="79872" cy="529240"/>
          </a:xfrm>
          <a:custGeom>
            <a:avLst/>
            <a:gdLst/>
            <a:ahLst/>
            <a:cxnLst/>
            <a:rect l="l" t="t" r="r" b="b"/>
            <a:pathLst>
              <a:path w="2442" h="16181" extrusionOk="0">
                <a:moveTo>
                  <a:pt x="1215" y="0"/>
                </a:moveTo>
                <a:cubicBezTo>
                  <a:pt x="917" y="0"/>
                  <a:pt x="631" y="119"/>
                  <a:pt x="405" y="310"/>
                </a:cubicBezTo>
                <a:lnTo>
                  <a:pt x="381" y="333"/>
                </a:lnTo>
                <a:cubicBezTo>
                  <a:pt x="358" y="369"/>
                  <a:pt x="322" y="393"/>
                  <a:pt x="298" y="429"/>
                </a:cubicBezTo>
                <a:cubicBezTo>
                  <a:pt x="274" y="452"/>
                  <a:pt x="250" y="476"/>
                  <a:pt x="238" y="500"/>
                </a:cubicBezTo>
                <a:cubicBezTo>
                  <a:pt x="215" y="524"/>
                  <a:pt x="191" y="560"/>
                  <a:pt x="179" y="595"/>
                </a:cubicBezTo>
                <a:cubicBezTo>
                  <a:pt x="155" y="631"/>
                  <a:pt x="143" y="655"/>
                  <a:pt x="119" y="691"/>
                </a:cubicBezTo>
                <a:cubicBezTo>
                  <a:pt x="107" y="726"/>
                  <a:pt x="96" y="750"/>
                  <a:pt x="84" y="786"/>
                </a:cubicBezTo>
                <a:cubicBezTo>
                  <a:pt x="60" y="833"/>
                  <a:pt x="48" y="869"/>
                  <a:pt x="36" y="917"/>
                </a:cubicBezTo>
                <a:cubicBezTo>
                  <a:pt x="36" y="941"/>
                  <a:pt x="24" y="964"/>
                  <a:pt x="24" y="1000"/>
                </a:cubicBezTo>
                <a:cubicBezTo>
                  <a:pt x="0" y="1072"/>
                  <a:pt x="0" y="1143"/>
                  <a:pt x="0" y="1226"/>
                </a:cubicBezTo>
                <a:lnTo>
                  <a:pt x="0" y="14954"/>
                </a:lnTo>
                <a:cubicBezTo>
                  <a:pt x="0" y="15633"/>
                  <a:pt x="548" y="16181"/>
                  <a:pt x="1215" y="16181"/>
                </a:cubicBezTo>
                <a:cubicBezTo>
                  <a:pt x="1298" y="16181"/>
                  <a:pt x="1381" y="16169"/>
                  <a:pt x="1465" y="16157"/>
                </a:cubicBezTo>
                <a:lnTo>
                  <a:pt x="1501" y="16145"/>
                </a:lnTo>
                <a:cubicBezTo>
                  <a:pt x="1572" y="16121"/>
                  <a:pt x="1643" y="16097"/>
                  <a:pt x="1715" y="16073"/>
                </a:cubicBezTo>
                <a:lnTo>
                  <a:pt x="1727" y="16073"/>
                </a:lnTo>
                <a:cubicBezTo>
                  <a:pt x="1882" y="16002"/>
                  <a:pt x="2012" y="15907"/>
                  <a:pt x="2120" y="15788"/>
                </a:cubicBezTo>
                <a:cubicBezTo>
                  <a:pt x="2322" y="15561"/>
                  <a:pt x="2441" y="15276"/>
                  <a:pt x="2441" y="14966"/>
                </a:cubicBezTo>
                <a:lnTo>
                  <a:pt x="2441" y="1226"/>
                </a:lnTo>
                <a:cubicBezTo>
                  <a:pt x="2441" y="548"/>
                  <a:pt x="1893" y="0"/>
                  <a:pt x="1215" y="0"/>
                </a:cubicBezTo>
                <a:close/>
              </a:path>
            </a:pathLst>
          </a:custGeom>
          <a:solidFill>
            <a:srgbClr val="272425">
              <a:alpha val="200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3" name="Google Shape;2643;p24"/>
          <p:cNvSpPr/>
          <p:nvPr/>
        </p:nvSpPr>
        <p:spPr>
          <a:xfrm>
            <a:off x="1585883" y="-148189"/>
            <a:ext cx="80264" cy="529240"/>
          </a:xfrm>
          <a:custGeom>
            <a:avLst/>
            <a:gdLst/>
            <a:ahLst/>
            <a:cxnLst/>
            <a:rect l="l" t="t" r="r" b="b"/>
            <a:pathLst>
              <a:path w="2454" h="16181" extrusionOk="0">
                <a:moveTo>
                  <a:pt x="1144" y="0"/>
                </a:moveTo>
                <a:cubicBezTo>
                  <a:pt x="1061" y="0"/>
                  <a:pt x="977" y="24"/>
                  <a:pt x="882" y="48"/>
                </a:cubicBezTo>
                <a:cubicBezTo>
                  <a:pt x="846" y="60"/>
                  <a:pt x="799" y="71"/>
                  <a:pt x="751" y="83"/>
                </a:cubicBezTo>
                <a:cubicBezTo>
                  <a:pt x="727" y="107"/>
                  <a:pt x="691" y="119"/>
                  <a:pt x="656" y="131"/>
                </a:cubicBezTo>
                <a:cubicBezTo>
                  <a:pt x="620" y="155"/>
                  <a:pt x="608" y="167"/>
                  <a:pt x="572" y="179"/>
                </a:cubicBezTo>
                <a:cubicBezTo>
                  <a:pt x="549" y="202"/>
                  <a:pt x="525" y="214"/>
                  <a:pt x="513" y="226"/>
                </a:cubicBezTo>
                <a:lnTo>
                  <a:pt x="441" y="274"/>
                </a:lnTo>
                <a:lnTo>
                  <a:pt x="394" y="322"/>
                </a:lnTo>
                <a:cubicBezTo>
                  <a:pt x="382" y="333"/>
                  <a:pt x="358" y="357"/>
                  <a:pt x="346" y="369"/>
                </a:cubicBezTo>
                <a:cubicBezTo>
                  <a:pt x="334" y="381"/>
                  <a:pt x="310" y="393"/>
                  <a:pt x="299" y="417"/>
                </a:cubicBezTo>
                <a:cubicBezTo>
                  <a:pt x="287" y="429"/>
                  <a:pt x="275" y="441"/>
                  <a:pt x="263" y="464"/>
                </a:cubicBezTo>
                <a:cubicBezTo>
                  <a:pt x="251" y="476"/>
                  <a:pt x="239" y="488"/>
                  <a:pt x="227" y="512"/>
                </a:cubicBezTo>
                <a:lnTo>
                  <a:pt x="191" y="560"/>
                </a:lnTo>
                <a:lnTo>
                  <a:pt x="168" y="607"/>
                </a:lnTo>
                <a:lnTo>
                  <a:pt x="144" y="655"/>
                </a:lnTo>
                <a:cubicBezTo>
                  <a:pt x="132" y="667"/>
                  <a:pt x="120" y="679"/>
                  <a:pt x="120" y="703"/>
                </a:cubicBezTo>
                <a:cubicBezTo>
                  <a:pt x="108" y="714"/>
                  <a:pt x="96" y="726"/>
                  <a:pt x="96" y="750"/>
                </a:cubicBezTo>
                <a:cubicBezTo>
                  <a:pt x="84" y="762"/>
                  <a:pt x="84" y="774"/>
                  <a:pt x="72" y="786"/>
                </a:cubicBezTo>
                <a:lnTo>
                  <a:pt x="60" y="833"/>
                </a:lnTo>
                <a:lnTo>
                  <a:pt x="49" y="881"/>
                </a:lnTo>
                <a:cubicBezTo>
                  <a:pt x="49" y="905"/>
                  <a:pt x="37" y="917"/>
                  <a:pt x="37" y="929"/>
                </a:cubicBezTo>
                <a:cubicBezTo>
                  <a:pt x="25" y="953"/>
                  <a:pt x="25" y="964"/>
                  <a:pt x="25" y="976"/>
                </a:cubicBezTo>
                <a:cubicBezTo>
                  <a:pt x="25" y="1000"/>
                  <a:pt x="25" y="1012"/>
                  <a:pt x="13" y="1024"/>
                </a:cubicBezTo>
                <a:cubicBezTo>
                  <a:pt x="13" y="1048"/>
                  <a:pt x="13" y="1060"/>
                  <a:pt x="13" y="1072"/>
                </a:cubicBezTo>
                <a:cubicBezTo>
                  <a:pt x="1" y="1095"/>
                  <a:pt x="13" y="1107"/>
                  <a:pt x="13" y="1119"/>
                </a:cubicBezTo>
                <a:lnTo>
                  <a:pt x="13" y="1167"/>
                </a:lnTo>
                <a:lnTo>
                  <a:pt x="13" y="1214"/>
                </a:lnTo>
                <a:lnTo>
                  <a:pt x="13" y="14954"/>
                </a:lnTo>
                <a:cubicBezTo>
                  <a:pt x="13" y="14966"/>
                  <a:pt x="13" y="14978"/>
                  <a:pt x="13" y="14990"/>
                </a:cubicBezTo>
                <a:lnTo>
                  <a:pt x="13" y="15050"/>
                </a:lnTo>
                <a:lnTo>
                  <a:pt x="13" y="15097"/>
                </a:lnTo>
                <a:cubicBezTo>
                  <a:pt x="13" y="15109"/>
                  <a:pt x="13" y="15121"/>
                  <a:pt x="13" y="15145"/>
                </a:cubicBezTo>
                <a:cubicBezTo>
                  <a:pt x="25" y="15157"/>
                  <a:pt x="13" y="15169"/>
                  <a:pt x="25" y="15192"/>
                </a:cubicBezTo>
                <a:cubicBezTo>
                  <a:pt x="25" y="15204"/>
                  <a:pt x="25" y="15216"/>
                  <a:pt x="37" y="15240"/>
                </a:cubicBezTo>
                <a:cubicBezTo>
                  <a:pt x="49" y="15252"/>
                  <a:pt x="37" y="15276"/>
                  <a:pt x="49" y="15288"/>
                </a:cubicBezTo>
                <a:cubicBezTo>
                  <a:pt x="49" y="15300"/>
                  <a:pt x="60" y="15323"/>
                  <a:pt x="60" y="15335"/>
                </a:cubicBezTo>
                <a:cubicBezTo>
                  <a:pt x="72" y="15347"/>
                  <a:pt x="72" y="15371"/>
                  <a:pt x="84" y="15383"/>
                </a:cubicBezTo>
                <a:cubicBezTo>
                  <a:pt x="84" y="15407"/>
                  <a:pt x="96" y="15419"/>
                  <a:pt x="96" y="15431"/>
                </a:cubicBezTo>
                <a:cubicBezTo>
                  <a:pt x="96" y="15454"/>
                  <a:pt x="108" y="15466"/>
                  <a:pt x="120" y="15478"/>
                </a:cubicBezTo>
                <a:cubicBezTo>
                  <a:pt x="132" y="15502"/>
                  <a:pt x="132" y="15514"/>
                  <a:pt x="144" y="15526"/>
                </a:cubicBezTo>
                <a:cubicBezTo>
                  <a:pt x="156" y="15550"/>
                  <a:pt x="168" y="15561"/>
                  <a:pt x="179" y="15585"/>
                </a:cubicBezTo>
                <a:cubicBezTo>
                  <a:pt x="179" y="15597"/>
                  <a:pt x="191" y="15609"/>
                  <a:pt x="203" y="15633"/>
                </a:cubicBezTo>
                <a:cubicBezTo>
                  <a:pt x="215" y="15645"/>
                  <a:pt x="227" y="15657"/>
                  <a:pt x="239" y="15681"/>
                </a:cubicBezTo>
                <a:cubicBezTo>
                  <a:pt x="251" y="15692"/>
                  <a:pt x="263" y="15716"/>
                  <a:pt x="275" y="15728"/>
                </a:cubicBezTo>
                <a:lnTo>
                  <a:pt x="322" y="15776"/>
                </a:lnTo>
                <a:lnTo>
                  <a:pt x="370" y="15823"/>
                </a:lnTo>
                <a:lnTo>
                  <a:pt x="418" y="15871"/>
                </a:lnTo>
                <a:cubicBezTo>
                  <a:pt x="441" y="15895"/>
                  <a:pt x="453" y="15907"/>
                  <a:pt x="477" y="15931"/>
                </a:cubicBezTo>
                <a:cubicBezTo>
                  <a:pt x="501" y="15942"/>
                  <a:pt x="525" y="15954"/>
                  <a:pt x="549" y="15978"/>
                </a:cubicBezTo>
                <a:cubicBezTo>
                  <a:pt x="608" y="16014"/>
                  <a:pt x="668" y="16050"/>
                  <a:pt x="727" y="16073"/>
                </a:cubicBezTo>
                <a:cubicBezTo>
                  <a:pt x="775" y="16097"/>
                  <a:pt x="822" y="16109"/>
                  <a:pt x="870" y="16121"/>
                </a:cubicBezTo>
                <a:cubicBezTo>
                  <a:pt x="977" y="16157"/>
                  <a:pt x="1096" y="16181"/>
                  <a:pt x="1215" y="16181"/>
                </a:cubicBezTo>
                <a:lnTo>
                  <a:pt x="1227" y="16181"/>
                </a:lnTo>
                <a:cubicBezTo>
                  <a:pt x="1334" y="16181"/>
                  <a:pt x="1442" y="16169"/>
                  <a:pt x="1549" y="16133"/>
                </a:cubicBezTo>
                <a:cubicBezTo>
                  <a:pt x="1596" y="16121"/>
                  <a:pt x="1644" y="16109"/>
                  <a:pt x="1692" y="16085"/>
                </a:cubicBezTo>
                <a:cubicBezTo>
                  <a:pt x="1727" y="16073"/>
                  <a:pt x="1751" y="16062"/>
                  <a:pt x="1787" y="16038"/>
                </a:cubicBezTo>
                <a:cubicBezTo>
                  <a:pt x="1823" y="16026"/>
                  <a:pt x="1846" y="16014"/>
                  <a:pt x="1870" y="15990"/>
                </a:cubicBezTo>
                <a:lnTo>
                  <a:pt x="1942" y="15942"/>
                </a:lnTo>
                <a:lnTo>
                  <a:pt x="2001" y="15895"/>
                </a:lnTo>
                <a:lnTo>
                  <a:pt x="2061" y="15847"/>
                </a:lnTo>
                <a:lnTo>
                  <a:pt x="2108" y="15800"/>
                </a:lnTo>
                <a:lnTo>
                  <a:pt x="2144" y="15752"/>
                </a:lnTo>
                <a:cubicBezTo>
                  <a:pt x="2156" y="15740"/>
                  <a:pt x="2168" y="15716"/>
                  <a:pt x="2192" y="15704"/>
                </a:cubicBezTo>
                <a:lnTo>
                  <a:pt x="2227" y="15657"/>
                </a:lnTo>
                <a:lnTo>
                  <a:pt x="2251" y="15609"/>
                </a:lnTo>
                <a:lnTo>
                  <a:pt x="2287" y="15561"/>
                </a:lnTo>
                <a:cubicBezTo>
                  <a:pt x="2299" y="15538"/>
                  <a:pt x="2299" y="15526"/>
                  <a:pt x="2311" y="15514"/>
                </a:cubicBezTo>
                <a:cubicBezTo>
                  <a:pt x="2323" y="15490"/>
                  <a:pt x="2323" y="15478"/>
                  <a:pt x="2335" y="15466"/>
                </a:cubicBezTo>
                <a:cubicBezTo>
                  <a:pt x="2346" y="15442"/>
                  <a:pt x="2346" y="15431"/>
                  <a:pt x="2358" y="15419"/>
                </a:cubicBezTo>
                <a:cubicBezTo>
                  <a:pt x="2358" y="15395"/>
                  <a:pt x="2370" y="15383"/>
                  <a:pt x="2370" y="15371"/>
                </a:cubicBezTo>
                <a:cubicBezTo>
                  <a:pt x="2370" y="15347"/>
                  <a:pt x="2382" y="15335"/>
                  <a:pt x="2394" y="15311"/>
                </a:cubicBezTo>
                <a:cubicBezTo>
                  <a:pt x="2394" y="15300"/>
                  <a:pt x="2394" y="15288"/>
                  <a:pt x="2406" y="15264"/>
                </a:cubicBezTo>
                <a:cubicBezTo>
                  <a:pt x="2406" y="15252"/>
                  <a:pt x="2418" y="15240"/>
                  <a:pt x="2418" y="15216"/>
                </a:cubicBezTo>
                <a:cubicBezTo>
                  <a:pt x="2418" y="15204"/>
                  <a:pt x="2418" y="15192"/>
                  <a:pt x="2430" y="15169"/>
                </a:cubicBezTo>
                <a:cubicBezTo>
                  <a:pt x="2430" y="15157"/>
                  <a:pt x="2430" y="15133"/>
                  <a:pt x="2430" y="15121"/>
                </a:cubicBezTo>
                <a:cubicBezTo>
                  <a:pt x="2430" y="15109"/>
                  <a:pt x="2430" y="15085"/>
                  <a:pt x="2442" y="15073"/>
                </a:cubicBezTo>
                <a:cubicBezTo>
                  <a:pt x="2442" y="15061"/>
                  <a:pt x="2442" y="15038"/>
                  <a:pt x="2442" y="15026"/>
                </a:cubicBezTo>
                <a:lnTo>
                  <a:pt x="2442" y="14978"/>
                </a:lnTo>
                <a:lnTo>
                  <a:pt x="2442" y="1214"/>
                </a:lnTo>
                <a:lnTo>
                  <a:pt x="2454" y="1214"/>
                </a:lnTo>
                <a:lnTo>
                  <a:pt x="2454" y="1167"/>
                </a:lnTo>
                <a:lnTo>
                  <a:pt x="2454" y="1119"/>
                </a:lnTo>
                <a:lnTo>
                  <a:pt x="2454" y="1072"/>
                </a:lnTo>
                <a:cubicBezTo>
                  <a:pt x="2442" y="1060"/>
                  <a:pt x="2442" y="1036"/>
                  <a:pt x="2442" y="1024"/>
                </a:cubicBezTo>
                <a:lnTo>
                  <a:pt x="2442" y="976"/>
                </a:lnTo>
                <a:cubicBezTo>
                  <a:pt x="2442" y="964"/>
                  <a:pt x="2430" y="941"/>
                  <a:pt x="2430" y="929"/>
                </a:cubicBezTo>
                <a:cubicBezTo>
                  <a:pt x="2430" y="905"/>
                  <a:pt x="2430" y="893"/>
                  <a:pt x="2418" y="881"/>
                </a:cubicBezTo>
                <a:cubicBezTo>
                  <a:pt x="2406" y="869"/>
                  <a:pt x="2406" y="845"/>
                  <a:pt x="2406" y="833"/>
                </a:cubicBezTo>
                <a:cubicBezTo>
                  <a:pt x="2394" y="822"/>
                  <a:pt x="2394" y="798"/>
                  <a:pt x="2382" y="786"/>
                </a:cubicBezTo>
                <a:cubicBezTo>
                  <a:pt x="2382" y="762"/>
                  <a:pt x="2370" y="750"/>
                  <a:pt x="2370" y="738"/>
                </a:cubicBezTo>
                <a:cubicBezTo>
                  <a:pt x="2370" y="714"/>
                  <a:pt x="2346" y="703"/>
                  <a:pt x="2346" y="691"/>
                </a:cubicBezTo>
                <a:lnTo>
                  <a:pt x="2299" y="643"/>
                </a:lnTo>
                <a:cubicBezTo>
                  <a:pt x="2287" y="619"/>
                  <a:pt x="2275" y="607"/>
                  <a:pt x="2275" y="595"/>
                </a:cubicBezTo>
                <a:cubicBezTo>
                  <a:pt x="2263" y="572"/>
                  <a:pt x="2251" y="560"/>
                  <a:pt x="2239" y="548"/>
                </a:cubicBezTo>
                <a:cubicBezTo>
                  <a:pt x="2227" y="524"/>
                  <a:pt x="2215" y="512"/>
                  <a:pt x="2204" y="500"/>
                </a:cubicBezTo>
                <a:lnTo>
                  <a:pt x="2168" y="452"/>
                </a:lnTo>
                <a:lnTo>
                  <a:pt x="2120" y="393"/>
                </a:lnTo>
                <a:lnTo>
                  <a:pt x="2084" y="345"/>
                </a:lnTo>
                <a:lnTo>
                  <a:pt x="2025" y="298"/>
                </a:lnTo>
                <a:cubicBezTo>
                  <a:pt x="2013" y="286"/>
                  <a:pt x="1989" y="274"/>
                  <a:pt x="1965" y="250"/>
                </a:cubicBezTo>
                <a:lnTo>
                  <a:pt x="1906" y="202"/>
                </a:lnTo>
                <a:lnTo>
                  <a:pt x="1823" y="155"/>
                </a:lnTo>
                <a:cubicBezTo>
                  <a:pt x="1787" y="143"/>
                  <a:pt x="1751" y="119"/>
                  <a:pt x="1727" y="107"/>
                </a:cubicBezTo>
                <a:cubicBezTo>
                  <a:pt x="1680" y="95"/>
                  <a:pt x="1644" y="71"/>
                  <a:pt x="1596" y="60"/>
                </a:cubicBezTo>
                <a:cubicBezTo>
                  <a:pt x="1513" y="36"/>
                  <a:pt x="1430" y="12"/>
                  <a:pt x="1346" y="12"/>
                </a:cubicBezTo>
                <a:cubicBezTo>
                  <a:pt x="1311" y="0"/>
                  <a:pt x="1263" y="0"/>
                  <a:pt x="122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4" name="Google Shape;2644;p24"/>
          <p:cNvSpPr/>
          <p:nvPr/>
        </p:nvSpPr>
        <p:spPr>
          <a:xfrm>
            <a:off x="1174077" y="-169612"/>
            <a:ext cx="142539" cy="125041"/>
          </a:xfrm>
          <a:custGeom>
            <a:avLst/>
            <a:gdLst/>
            <a:ahLst/>
            <a:cxnLst/>
            <a:rect l="l" t="t" r="r" b="b"/>
            <a:pathLst>
              <a:path w="4358" h="3823" extrusionOk="0">
                <a:moveTo>
                  <a:pt x="1143" y="0"/>
                </a:moveTo>
                <a:cubicBezTo>
                  <a:pt x="512" y="0"/>
                  <a:pt x="0" y="512"/>
                  <a:pt x="0" y="1131"/>
                </a:cubicBezTo>
                <a:lnTo>
                  <a:pt x="0" y="2679"/>
                </a:lnTo>
                <a:cubicBezTo>
                  <a:pt x="0" y="3310"/>
                  <a:pt x="512" y="3810"/>
                  <a:pt x="1143" y="3822"/>
                </a:cubicBezTo>
                <a:lnTo>
                  <a:pt x="3227" y="3822"/>
                </a:lnTo>
                <a:cubicBezTo>
                  <a:pt x="3846" y="3810"/>
                  <a:pt x="4358" y="3310"/>
                  <a:pt x="4358" y="2679"/>
                </a:cubicBezTo>
                <a:lnTo>
                  <a:pt x="4358" y="1131"/>
                </a:lnTo>
                <a:cubicBezTo>
                  <a:pt x="4358" y="512"/>
                  <a:pt x="3846" y="0"/>
                  <a:pt x="3227" y="0"/>
                </a:cubicBezTo>
                <a:close/>
              </a:path>
            </a:pathLst>
          </a:custGeom>
          <a:solidFill>
            <a:srgbClr val="821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5" name="Google Shape;2645;p24"/>
          <p:cNvSpPr/>
          <p:nvPr/>
        </p:nvSpPr>
        <p:spPr>
          <a:xfrm>
            <a:off x="1174077" y="277825"/>
            <a:ext cx="142539" cy="124648"/>
          </a:xfrm>
          <a:custGeom>
            <a:avLst/>
            <a:gdLst/>
            <a:ahLst/>
            <a:cxnLst/>
            <a:rect l="l" t="t" r="r" b="b"/>
            <a:pathLst>
              <a:path w="4358" h="3811" extrusionOk="0">
                <a:moveTo>
                  <a:pt x="1131" y="0"/>
                </a:moveTo>
                <a:cubicBezTo>
                  <a:pt x="500" y="0"/>
                  <a:pt x="0" y="501"/>
                  <a:pt x="0" y="1132"/>
                </a:cubicBezTo>
                <a:lnTo>
                  <a:pt x="0" y="2679"/>
                </a:lnTo>
                <a:cubicBezTo>
                  <a:pt x="0" y="3298"/>
                  <a:pt x="500" y="3810"/>
                  <a:pt x="1131" y="3810"/>
                </a:cubicBezTo>
                <a:lnTo>
                  <a:pt x="3215" y="3810"/>
                </a:lnTo>
                <a:cubicBezTo>
                  <a:pt x="3846" y="3810"/>
                  <a:pt x="4358" y="3298"/>
                  <a:pt x="4358" y="2679"/>
                </a:cubicBezTo>
                <a:lnTo>
                  <a:pt x="4358" y="1132"/>
                </a:lnTo>
                <a:cubicBezTo>
                  <a:pt x="4358" y="512"/>
                  <a:pt x="3846" y="0"/>
                  <a:pt x="3215" y="0"/>
                </a:cubicBezTo>
                <a:close/>
              </a:path>
            </a:pathLst>
          </a:custGeom>
          <a:solidFill>
            <a:srgbClr val="821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6" name="Google Shape;2646;p24"/>
          <p:cNvSpPr/>
          <p:nvPr/>
        </p:nvSpPr>
        <p:spPr>
          <a:xfrm>
            <a:off x="1205038" y="-148189"/>
            <a:ext cx="79872" cy="529240"/>
          </a:xfrm>
          <a:custGeom>
            <a:avLst/>
            <a:gdLst/>
            <a:ahLst/>
            <a:cxnLst/>
            <a:rect l="l" t="t" r="r" b="b"/>
            <a:pathLst>
              <a:path w="2442" h="16181" extrusionOk="0">
                <a:moveTo>
                  <a:pt x="1227" y="0"/>
                </a:moveTo>
                <a:cubicBezTo>
                  <a:pt x="917" y="0"/>
                  <a:pt x="632" y="119"/>
                  <a:pt x="405" y="310"/>
                </a:cubicBezTo>
                <a:lnTo>
                  <a:pt x="393" y="333"/>
                </a:lnTo>
                <a:cubicBezTo>
                  <a:pt x="358" y="369"/>
                  <a:pt x="322" y="393"/>
                  <a:pt x="298" y="429"/>
                </a:cubicBezTo>
                <a:cubicBezTo>
                  <a:pt x="274" y="452"/>
                  <a:pt x="263" y="476"/>
                  <a:pt x="239" y="500"/>
                </a:cubicBezTo>
                <a:cubicBezTo>
                  <a:pt x="215" y="524"/>
                  <a:pt x="191" y="560"/>
                  <a:pt x="179" y="595"/>
                </a:cubicBezTo>
                <a:cubicBezTo>
                  <a:pt x="155" y="631"/>
                  <a:pt x="143" y="655"/>
                  <a:pt x="120" y="691"/>
                </a:cubicBezTo>
                <a:cubicBezTo>
                  <a:pt x="108" y="726"/>
                  <a:pt x="96" y="750"/>
                  <a:pt x="84" y="786"/>
                </a:cubicBezTo>
                <a:cubicBezTo>
                  <a:pt x="72" y="833"/>
                  <a:pt x="48" y="869"/>
                  <a:pt x="36" y="917"/>
                </a:cubicBezTo>
                <a:cubicBezTo>
                  <a:pt x="36" y="941"/>
                  <a:pt x="24" y="964"/>
                  <a:pt x="24" y="1000"/>
                </a:cubicBezTo>
                <a:cubicBezTo>
                  <a:pt x="1" y="1072"/>
                  <a:pt x="1" y="1143"/>
                  <a:pt x="1" y="1226"/>
                </a:cubicBezTo>
                <a:lnTo>
                  <a:pt x="1" y="14954"/>
                </a:lnTo>
                <a:cubicBezTo>
                  <a:pt x="1" y="15633"/>
                  <a:pt x="548" y="16181"/>
                  <a:pt x="1227" y="16181"/>
                </a:cubicBezTo>
                <a:cubicBezTo>
                  <a:pt x="1310" y="16181"/>
                  <a:pt x="1394" y="16169"/>
                  <a:pt x="1477" y="16157"/>
                </a:cubicBezTo>
                <a:lnTo>
                  <a:pt x="1513" y="16145"/>
                </a:lnTo>
                <a:cubicBezTo>
                  <a:pt x="1584" y="16121"/>
                  <a:pt x="1656" y="16097"/>
                  <a:pt x="1715" y="16073"/>
                </a:cubicBezTo>
                <a:lnTo>
                  <a:pt x="1739" y="16073"/>
                </a:lnTo>
                <a:cubicBezTo>
                  <a:pt x="1882" y="16002"/>
                  <a:pt x="2013" y="15907"/>
                  <a:pt x="2120" y="15788"/>
                </a:cubicBezTo>
                <a:cubicBezTo>
                  <a:pt x="2322" y="15561"/>
                  <a:pt x="2441" y="15276"/>
                  <a:pt x="2441" y="14966"/>
                </a:cubicBezTo>
                <a:lnTo>
                  <a:pt x="2441" y="1226"/>
                </a:lnTo>
                <a:cubicBezTo>
                  <a:pt x="2441" y="548"/>
                  <a:pt x="1894" y="0"/>
                  <a:pt x="1227" y="0"/>
                </a:cubicBezTo>
                <a:close/>
              </a:path>
            </a:pathLst>
          </a:custGeom>
          <a:solidFill>
            <a:srgbClr val="272425">
              <a:alpha val="200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7" name="Google Shape;2647;p24"/>
          <p:cNvSpPr/>
          <p:nvPr/>
        </p:nvSpPr>
        <p:spPr>
          <a:xfrm>
            <a:off x="1216322" y="-148189"/>
            <a:ext cx="79479" cy="529240"/>
          </a:xfrm>
          <a:custGeom>
            <a:avLst/>
            <a:gdLst/>
            <a:ahLst/>
            <a:cxnLst/>
            <a:rect l="l" t="t" r="r" b="b"/>
            <a:pathLst>
              <a:path w="2430" h="16181" extrusionOk="0">
                <a:moveTo>
                  <a:pt x="1132" y="0"/>
                </a:moveTo>
                <a:cubicBezTo>
                  <a:pt x="1049" y="0"/>
                  <a:pt x="965" y="24"/>
                  <a:pt x="882" y="48"/>
                </a:cubicBezTo>
                <a:cubicBezTo>
                  <a:pt x="834" y="60"/>
                  <a:pt x="787" y="71"/>
                  <a:pt x="739" y="83"/>
                </a:cubicBezTo>
                <a:cubicBezTo>
                  <a:pt x="715" y="107"/>
                  <a:pt x="680" y="119"/>
                  <a:pt x="644" y="131"/>
                </a:cubicBezTo>
                <a:lnTo>
                  <a:pt x="560" y="179"/>
                </a:lnTo>
                <a:lnTo>
                  <a:pt x="501" y="226"/>
                </a:lnTo>
                <a:cubicBezTo>
                  <a:pt x="477" y="238"/>
                  <a:pt x="453" y="262"/>
                  <a:pt x="429" y="274"/>
                </a:cubicBezTo>
                <a:lnTo>
                  <a:pt x="382" y="322"/>
                </a:lnTo>
                <a:lnTo>
                  <a:pt x="334" y="369"/>
                </a:lnTo>
                <a:cubicBezTo>
                  <a:pt x="322" y="381"/>
                  <a:pt x="310" y="393"/>
                  <a:pt x="287" y="417"/>
                </a:cubicBezTo>
                <a:lnTo>
                  <a:pt x="251" y="464"/>
                </a:lnTo>
                <a:lnTo>
                  <a:pt x="215" y="512"/>
                </a:lnTo>
                <a:lnTo>
                  <a:pt x="179" y="560"/>
                </a:lnTo>
                <a:cubicBezTo>
                  <a:pt x="179" y="572"/>
                  <a:pt x="168" y="583"/>
                  <a:pt x="156" y="607"/>
                </a:cubicBezTo>
                <a:cubicBezTo>
                  <a:pt x="144" y="619"/>
                  <a:pt x="144" y="631"/>
                  <a:pt x="132" y="655"/>
                </a:cubicBezTo>
                <a:lnTo>
                  <a:pt x="108" y="703"/>
                </a:lnTo>
                <a:lnTo>
                  <a:pt x="84" y="750"/>
                </a:lnTo>
                <a:cubicBezTo>
                  <a:pt x="84" y="762"/>
                  <a:pt x="72" y="774"/>
                  <a:pt x="72" y="786"/>
                </a:cubicBezTo>
                <a:lnTo>
                  <a:pt x="48" y="833"/>
                </a:lnTo>
                <a:lnTo>
                  <a:pt x="37" y="881"/>
                </a:lnTo>
                <a:lnTo>
                  <a:pt x="25" y="929"/>
                </a:lnTo>
                <a:cubicBezTo>
                  <a:pt x="25" y="953"/>
                  <a:pt x="13" y="964"/>
                  <a:pt x="13" y="976"/>
                </a:cubicBezTo>
                <a:cubicBezTo>
                  <a:pt x="13" y="1000"/>
                  <a:pt x="13" y="1012"/>
                  <a:pt x="13" y="1024"/>
                </a:cubicBezTo>
                <a:cubicBezTo>
                  <a:pt x="13" y="1048"/>
                  <a:pt x="13" y="1060"/>
                  <a:pt x="1" y="1072"/>
                </a:cubicBezTo>
                <a:lnTo>
                  <a:pt x="1" y="1119"/>
                </a:lnTo>
                <a:lnTo>
                  <a:pt x="1" y="1167"/>
                </a:lnTo>
                <a:lnTo>
                  <a:pt x="1" y="1214"/>
                </a:lnTo>
                <a:lnTo>
                  <a:pt x="1" y="14954"/>
                </a:lnTo>
                <a:lnTo>
                  <a:pt x="1" y="14990"/>
                </a:lnTo>
                <a:lnTo>
                  <a:pt x="1" y="15050"/>
                </a:lnTo>
                <a:lnTo>
                  <a:pt x="1" y="15097"/>
                </a:lnTo>
                <a:lnTo>
                  <a:pt x="1" y="15145"/>
                </a:lnTo>
                <a:cubicBezTo>
                  <a:pt x="1" y="15157"/>
                  <a:pt x="1" y="15169"/>
                  <a:pt x="13" y="15192"/>
                </a:cubicBezTo>
                <a:cubicBezTo>
                  <a:pt x="25" y="15204"/>
                  <a:pt x="25" y="15216"/>
                  <a:pt x="25" y="15240"/>
                </a:cubicBezTo>
                <a:cubicBezTo>
                  <a:pt x="25" y="15252"/>
                  <a:pt x="25" y="15276"/>
                  <a:pt x="37" y="15288"/>
                </a:cubicBezTo>
                <a:cubicBezTo>
                  <a:pt x="48" y="15300"/>
                  <a:pt x="48" y="15323"/>
                  <a:pt x="48" y="15335"/>
                </a:cubicBezTo>
                <a:cubicBezTo>
                  <a:pt x="60" y="15347"/>
                  <a:pt x="60" y="15371"/>
                  <a:pt x="72" y="15383"/>
                </a:cubicBezTo>
                <a:cubicBezTo>
                  <a:pt x="72" y="15407"/>
                  <a:pt x="84" y="15419"/>
                  <a:pt x="84" y="15431"/>
                </a:cubicBezTo>
                <a:cubicBezTo>
                  <a:pt x="96" y="15454"/>
                  <a:pt x="96" y="15466"/>
                  <a:pt x="108" y="15478"/>
                </a:cubicBezTo>
                <a:cubicBezTo>
                  <a:pt x="120" y="15502"/>
                  <a:pt x="120" y="15514"/>
                  <a:pt x="132" y="15526"/>
                </a:cubicBezTo>
                <a:cubicBezTo>
                  <a:pt x="168" y="15597"/>
                  <a:pt x="156" y="15573"/>
                  <a:pt x="191" y="15633"/>
                </a:cubicBezTo>
                <a:cubicBezTo>
                  <a:pt x="203" y="15645"/>
                  <a:pt x="215" y="15669"/>
                  <a:pt x="227" y="15681"/>
                </a:cubicBezTo>
                <a:lnTo>
                  <a:pt x="263" y="15728"/>
                </a:lnTo>
                <a:lnTo>
                  <a:pt x="310" y="15776"/>
                </a:lnTo>
                <a:lnTo>
                  <a:pt x="358" y="15823"/>
                </a:lnTo>
                <a:lnTo>
                  <a:pt x="406" y="15871"/>
                </a:lnTo>
                <a:cubicBezTo>
                  <a:pt x="429" y="15895"/>
                  <a:pt x="453" y="15907"/>
                  <a:pt x="465" y="15931"/>
                </a:cubicBezTo>
                <a:lnTo>
                  <a:pt x="537" y="15978"/>
                </a:lnTo>
                <a:cubicBezTo>
                  <a:pt x="596" y="16014"/>
                  <a:pt x="656" y="16050"/>
                  <a:pt x="715" y="16073"/>
                </a:cubicBezTo>
                <a:cubicBezTo>
                  <a:pt x="763" y="16097"/>
                  <a:pt x="810" y="16109"/>
                  <a:pt x="846" y="16121"/>
                </a:cubicBezTo>
                <a:cubicBezTo>
                  <a:pt x="965" y="16157"/>
                  <a:pt x="1084" y="16181"/>
                  <a:pt x="1203" y="16181"/>
                </a:cubicBezTo>
                <a:lnTo>
                  <a:pt x="1215" y="16181"/>
                </a:lnTo>
                <a:cubicBezTo>
                  <a:pt x="1322" y="16181"/>
                  <a:pt x="1430" y="16169"/>
                  <a:pt x="1537" y="16133"/>
                </a:cubicBezTo>
                <a:cubicBezTo>
                  <a:pt x="1584" y="16121"/>
                  <a:pt x="1632" y="16109"/>
                  <a:pt x="1680" y="16085"/>
                </a:cubicBezTo>
                <a:lnTo>
                  <a:pt x="1775" y="16038"/>
                </a:lnTo>
                <a:lnTo>
                  <a:pt x="1858" y="15990"/>
                </a:lnTo>
                <a:lnTo>
                  <a:pt x="1930" y="15942"/>
                </a:lnTo>
                <a:cubicBezTo>
                  <a:pt x="1953" y="15931"/>
                  <a:pt x="1977" y="15919"/>
                  <a:pt x="1989" y="15907"/>
                </a:cubicBezTo>
                <a:lnTo>
                  <a:pt x="2049" y="15859"/>
                </a:lnTo>
                <a:cubicBezTo>
                  <a:pt x="2061" y="15835"/>
                  <a:pt x="2084" y="15823"/>
                  <a:pt x="2096" y="15812"/>
                </a:cubicBezTo>
                <a:lnTo>
                  <a:pt x="2144" y="15752"/>
                </a:lnTo>
                <a:cubicBezTo>
                  <a:pt x="2156" y="15740"/>
                  <a:pt x="2168" y="15728"/>
                  <a:pt x="2180" y="15704"/>
                </a:cubicBezTo>
                <a:cubicBezTo>
                  <a:pt x="2192" y="15692"/>
                  <a:pt x="2204" y="15681"/>
                  <a:pt x="2215" y="15657"/>
                </a:cubicBezTo>
                <a:lnTo>
                  <a:pt x="2251" y="15609"/>
                </a:lnTo>
                <a:lnTo>
                  <a:pt x="2275" y="15561"/>
                </a:lnTo>
                <a:cubicBezTo>
                  <a:pt x="2287" y="15550"/>
                  <a:pt x="2287" y="15538"/>
                  <a:pt x="2299" y="15514"/>
                </a:cubicBezTo>
                <a:cubicBezTo>
                  <a:pt x="2311" y="15502"/>
                  <a:pt x="2323" y="15478"/>
                  <a:pt x="2323" y="15466"/>
                </a:cubicBezTo>
                <a:cubicBezTo>
                  <a:pt x="2334" y="15454"/>
                  <a:pt x="2334" y="15431"/>
                  <a:pt x="2346" y="15419"/>
                </a:cubicBezTo>
                <a:cubicBezTo>
                  <a:pt x="2358" y="15407"/>
                  <a:pt x="2358" y="15383"/>
                  <a:pt x="2358" y="15371"/>
                </a:cubicBezTo>
                <a:cubicBezTo>
                  <a:pt x="2358" y="15359"/>
                  <a:pt x="2382" y="15335"/>
                  <a:pt x="2382" y="15323"/>
                </a:cubicBezTo>
                <a:cubicBezTo>
                  <a:pt x="2382" y="15311"/>
                  <a:pt x="2394" y="15288"/>
                  <a:pt x="2394" y="15276"/>
                </a:cubicBezTo>
                <a:lnTo>
                  <a:pt x="2406" y="15228"/>
                </a:lnTo>
                <a:lnTo>
                  <a:pt x="2418" y="15180"/>
                </a:lnTo>
                <a:cubicBezTo>
                  <a:pt x="2418" y="15157"/>
                  <a:pt x="2418" y="15145"/>
                  <a:pt x="2418" y="15133"/>
                </a:cubicBezTo>
                <a:cubicBezTo>
                  <a:pt x="2418" y="15109"/>
                  <a:pt x="2418" y="15097"/>
                  <a:pt x="2418" y="15085"/>
                </a:cubicBezTo>
                <a:cubicBezTo>
                  <a:pt x="2430" y="15061"/>
                  <a:pt x="2418" y="15050"/>
                  <a:pt x="2418" y="15026"/>
                </a:cubicBezTo>
                <a:lnTo>
                  <a:pt x="2418" y="14978"/>
                </a:lnTo>
                <a:lnTo>
                  <a:pt x="2418" y="14954"/>
                </a:lnTo>
                <a:lnTo>
                  <a:pt x="2418" y="1214"/>
                </a:lnTo>
                <a:lnTo>
                  <a:pt x="2430" y="1214"/>
                </a:lnTo>
                <a:lnTo>
                  <a:pt x="2430" y="1167"/>
                </a:lnTo>
                <a:lnTo>
                  <a:pt x="2430" y="1119"/>
                </a:lnTo>
                <a:lnTo>
                  <a:pt x="2430" y="1072"/>
                </a:lnTo>
                <a:cubicBezTo>
                  <a:pt x="2418" y="1060"/>
                  <a:pt x="2418" y="1036"/>
                  <a:pt x="2418" y="1024"/>
                </a:cubicBezTo>
                <a:cubicBezTo>
                  <a:pt x="2418" y="1000"/>
                  <a:pt x="2418" y="988"/>
                  <a:pt x="2406" y="976"/>
                </a:cubicBezTo>
                <a:cubicBezTo>
                  <a:pt x="2406" y="964"/>
                  <a:pt x="2406" y="941"/>
                  <a:pt x="2394" y="929"/>
                </a:cubicBezTo>
                <a:cubicBezTo>
                  <a:pt x="2394" y="917"/>
                  <a:pt x="2394" y="893"/>
                  <a:pt x="2382" y="881"/>
                </a:cubicBezTo>
                <a:cubicBezTo>
                  <a:pt x="2382" y="869"/>
                  <a:pt x="2370" y="845"/>
                  <a:pt x="2370" y="833"/>
                </a:cubicBezTo>
                <a:lnTo>
                  <a:pt x="2358" y="786"/>
                </a:lnTo>
                <a:lnTo>
                  <a:pt x="2334" y="738"/>
                </a:lnTo>
                <a:lnTo>
                  <a:pt x="2311" y="691"/>
                </a:lnTo>
                <a:cubicBezTo>
                  <a:pt x="2299" y="667"/>
                  <a:pt x="2299" y="655"/>
                  <a:pt x="2287" y="643"/>
                </a:cubicBezTo>
                <a:lnTo>
                  <a:pt x="2263" y="595"/>
                </a:lnTo>
                <a:lnTo>
                  <a:pt x="2227" y="548"/>
                </a:lnTo>
                <a:cubicBezTo>
                  <a:pt x="2215" y="524"/>
                  <a:pt x="2204" y="512"/>
                  <a:pt x="2192" y="500"/>
                </a:cubicBezTo>
                <a:cubicBezTo>
                  <a:pt x="2180" y="476"/>
                  <a:pt x="2168" y="464"/>
                  <a:pt x="2156" y="452"/>
                </a:cubicBezTo>
                <a:lnTo>
                  <a:pt x="2108" y="393"/>
                </a:lnTo>
                <a:lnTo>
                  <a:pt x="2073" y="345"/>
                </a:lnTo>
                <a:lnTo>
                  <a:pt x="2013" y="298"/>
                </a:lnTo>
                <a:cubicBezTo>
                  <a:pt x="2001" y="286"/>
                  <a:pt x="1977" y="274"/>
                  <a:pt x="1953" y="250"/>
                </a:cubicBezTo>
                <a:lnTo>
                  <a:pt x="1894" y="202"/>
                </a:lnTo>
                <a:lnTo>
                  <a:pt x="1811" y="155"/>
                </a:lnTo>
                <a:cubicBezTo>
                  <a:pt x="1775" y="143"/>
                  <a:pt x="1739" y="119"/>
                  <a:pt x="1715" y="107"/>
                </a:cubicBezTo>
                <a:cubicBezTo>
                  <a:pt x="1668" y="95"/>
                  <a:pt x="1632" y="71"/>
                  <a:pt x="1584" y="60"/>
                </a:cubicBezTo>
                <a:cubicBezTo>
                  <a:pt x="1501" y="36"/>
                  <a:pt x="1430" y="12"/>
                  <a:pt x="1346" y="12"/>
                </a:cubicBezTo>
                <a:cubicBezTo>
                  <a:pt x="1299" y="0"/>
                  <a:pt x="1251" y="0"/>
                  <a:pt x="121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8" name="Google Shape;2648;p24"/>
          <p:cNvSpPr/>
          <p:nvPr/>
        </p:nvSpPr>
        <p:spPr>
          <a:xfrm>
            <a:off x="2797967" y="-169612"/>
            <a:ext cx="142539" cy="125041"/>
          </a:xfrm>
          <a:custGeom>
            <a:avLst/>
            <a:gdLst/>
            <a:ahLst/>
            <a:cxnLst/>
            <a:rect l="l" t="t" r="r" b="b"/>
            <a:pathLst>
              <a:path w="4358" h="3823" extrusionOk="0">
                <a:moveTo>
                  <a:pt x="1131" y="0"/>
                </a:moveTo>
                <a:cubicBezTo>
                  <a:pt x="512" y="0"/>
                  <a:pt x="0" y="512"/>
                  <a:pt x="0" y="1131"/>
                </a:cubicBezTo>
                <a:lnTo>
                  <a:pt x="0" y="2679"/>
                </a:lnTo>
                <a:cubicBezTo>
                  <a:pt x="0" y="3310"/>
                  <a:pt x="512" y="3810"/>
                  <a:pt x="1131" y="3822"/>
                </a:cubicBezTo>
                <a:lnTo>
                  <a:pt x="3215" y="3822"/>
                </a:lnTo>
                <a:cubicBezTo>
                  <a:pt x="3846" y="3810"/>
                  <a:pt x="4358" y="3310"/>
                  <a:pt x="4358" y="2679"/>
                </a:cubicBezTo>
                <a:lnTo>
                  <a:pt x="4358" y="1131"/>
                </a:lnTo>
                <a:cubicBezTo>
                  <a:pt x="4358" y="512"/>
                  <a:pt x="3846" y="0"/>
                  <a:pt x="3215" y="0"/>
                </a:cubicBezTo>
                <a:close/>
              </a:path>
            </a:pathLst>
          </a:custGeom>
          <a:solidFill>
            <a:srgbClr val="821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9" name="Google Shape;2649;p24"/>
          <p:cNvSpPr/>
          <p:nvPr/>
        </p:nvSpPr>
        <p:spPr>
          <a:xfrm>
            <a:off x="2805967" y="277825"/>
            <a:ext cx="142539" cy="124648"/>
          </a:xfrm>
          <a:custGeom>
            <a:avLst/>
            <a:gdLst/>
            <a:ahLst/>
            <a:cxnLst/>
            <a:rect l="l" t="t" r="r" b="b"/>
            <a:pathLst>
              <a:path w="4358" h="3811" extrusionOk="0">
                <a:moveTo>
                  <a:pt x="1131" y="0"/>
                </a:moveTo>
                <a:cubicBezTo>
                  <a:pt x="512" y="0"/>
                  <a:pt x="0" y="512"/>
                  <a:pt x="0" y="1132"/>
                </a:cubicBezTo>
                <a:lnTo>
                  <a:pt x="0" y="2679"/>
                </a:lnTo>
                <a:cubicBezTo>
                  <a:pt x="0" y="3310"/>
                  <a:pt x="512" y="3810"/>
                  <a:pt x="1131" y="3810"/>
                </a:cubicBezTo>
                <a:lnTo>
                  <a:pt x="3215" y="3810"/>
                </a:lnTo>
                <a:cubicBezTo>
                  <a:pt x="3846" y="3810"/>
                  <a:pt x="4358" y="3310"/>
                  <a:pt x="4358" y="2679"/>
                </a:cubicBezTo>
                <a:lnTo>
                  <a:pt x="4358" y="1132"/>
                </a:lnTo>
                <a:cubicBezTo>
                  <a:pt x="4358" y="512"/>
                  <a:pt x="3846" y="0"/>
                  <a:pt x="3215" y="0"/>
                </a:cubicBezTo>
                <a:close/>
              </a:path>
            </a:pathLst>
          </a:custGeom>
          <a:solidFill>
            <a:srgbClr val="821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0" name="Google Shape;2650;p24"/>
          <p:cNvSpPr/>
          <p:nvPr/>
        </p:nvSpPr>
        <p:spPr>
          <a:xfrm>
            <a:off x="2828927" y="-148189"/>
            <a:ext cx="79872" cy="529240"/>
          </a:xfrm>
          <a:custGeom>
            <a:avLst/>
            <a:gdLst/>
            <a:ahLst/>
            <a:cxnLst/>
            <a:rect l="l" t="t" r="r" b="b"/>
            <a:pathLst>
              <a:path w="2442" h="16181" extrusionOk="0">
                <a:moveTo>
                  <a:pt x="1215" y="0"/>
                </a:moveTo>
                <a:cubicBezTo>
                  <a:pt x="917" y="0"/>
                  <a:pt x="632" y="119"/>
                  <a:pt x="405" y="310"/>
                </a:cubicBezTo>
                <a:lnTo>
                  <a:pt x="382" y="333"/>
                </a:lnTo>
                <a:cubicBezTo>
                  <a:pt x="358" y="369"/>
                  <a:pt x="322" y="393"/>
                  <a:pt x="298" y="429"/>
                </a:cubicBezTo>
                <a:cubicBezTo>
                  <a:pt x="274" y="452"/>
                  <a:pt x="251" y="476"/>
                  <a:pt x="239" y="500"/>
                </a:cubicBezTo>
                <a:cubicBezTo>
                  <a:pt x="215" y="524"/>
                  <a:pt x="191" y="560"/>
                  <a:pt x="179" y="595"/>
                </a:cubicBezTo>
                <a:cubicBezTo>
                  <a:pt x="155" y="631"/>
                  <a:pt x="144" y="655"/>
                  <a:pt x="120" y="691"/>
                </a:cubicBezTo>
                <a:cubicBezTo>
                  <a:pt x="108" y="726"/>
                  <a:pt x="96" y="750"/>
                  <a:pt x="84" y="786"/>
                </a:cubicBezTo>
                <a:cubicBezTo>
                  <a:pt x="60" y="833"/>
                  <a:pt x="48" y="869"/>
                  <a:pt x="36" y="917"/>
                </a:cubicBezTo>
                <a:cubicBezTo>
                  <a:pt x="36" y="941"/>
                  <a:pt x="24" y="964"/>
                  <a:pt x="24" y="1000"/>
                </a:cubicBezTo>
                <a:cubicBezTo>
                  <a:pt x="1" y="1072"/>
                  <a:pt x="1" y="1143"/>
                  <a:pt x="1" y="1226"/>
                </a:cubicBezTo>
                <a:lnTo>
                  <a:pt x="1" y="14954"/>
                </a:lnTo>
                <a:cubicBezTo>
                  <a:pt x="1" y="15633"/>
                  <a:pt x="548" y="16181"/>
                  <a:pt x="1215" y="16181"/>
                </a:cubicBezTo>
                <a:lnTo>
                  <a:pt x="1227" y="16181"/>
                </a:lnTo>
                <a:cubicBezTo>
                  <a:pt x="1310" y="16181"/>
                  <a:pt x="1394" y="16169"/>
                  <a:pt x="1477" y="16157"/>
                </a:cubicBezTo>
                <a:lnTo>
                  <a:pt x="1513" y="16145"/>
                </a:lnTo>
                <a:cubicBezTo>
                  <a:pt x="1584" y="16121"/>
                  <a:pt x="1656" y="16097"/>
                  <a:pt x="1715" y="16073"/>
                </a:cubicBezTo>
                <a:lnTo>
                  <a:pt x="1727" y="16073"/>
                </a:lnTo>
                <a:cubicBezTo>
                  <a:pt x="1882" y="16002"/>
                  <a:pt x="2013" y="15907"/>
                  <a:pt x="2120" y="15788"/>
                </a:cubicBezTo>
                <a:cubicBezTo>
                  <a:pt x="2322" y="15561"/>
                  <a:pt x="2441" y="15276"/>
                  <a:pt x="2441" y="14966"/>
                </a:cubicBezTo>
                <a:lnTo>
                  <a:pt x="2441" y="1226"/>
                </a:lnTo>
                <a:cubicBezTo>
                  <a:pt x="2441" y="548"/>
                  <a:pt x="1894" y="0"/>
                  <a:pt x="1215" y="0"/>
                </a:cubicBezTo>
                <a:close/>
              </a:path>
            </a:pathLst>
          </a:custGeom>
          <a:solidFill>
            <a:srgbClr val="272425">
              <a:alpha val="200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1" name="Google Shape;2651;p24"/>
          <p:cNvSpPr/>
          <p:nvPr/>
        </p:nvSpPr>
        <p:spPr>
          <a:xfrm>
            <a:off x="2840212" y="-148189"/>
            <a:ext cx="79479" cy="529240"/>
          </a:xfrm>
          <a:custGeom>
            <a:avLst/>
            <a:gdLst/>
            <a:ahLst/>
            <a:cxnLst/>
            <a:rect l="l" t="t" r="r" b="b"/>
            <a:pathLst>
              <a:path w="2430" h="16181" extrusionOk="0">
                <a:moveTo>
                  <a:pt x="1144" y="0"/>
                </a:moveTo>
                <a:cubicBezTo>
                  <a:pt x="1049" y="0"/>
                  <a:pt x="965" y="24"/>
                  <a:pt x="882" y="48"/>
                </a:cubicBezTo>
                <a:cubicBezTo>
                  <a:pt x="834" y="60"/>
                  <a:pt x="799" y="71"/>
                  <a:pt x="751" y="83"/>
                </a:cubicBezTo>
                <a:cubicBezTo>
                  <a:pt x="715" y="107"/>
                  <a:pt x="680" y="119"/>
                  <a:pt x="656" y="131"/>
                </a:cubicBezTo>
                <a:cubicBezTo>
                  <a:pt x="620" y="155"/>
                  <a:pt x="596" y="167"/>
                  <a:pt x="572" y="179"/>
                </a:cubicBezTo>
                <a:cubicBezTo>
                  <a:pt x="549" y="202"/>
                  <a:pt x="525" y="214"/>
                  <a:pt x="501" y="226"/>
                </a:cubicBezTo>
                <a:lnTo>
                  <a:pt x="441" y="274"/>
                </a:lnTo>
                <a:lnTo>
                  <a:pt x="394" y="322"/>
                </a:lnTo>
                <a:cubicBezTo>
                  <a:pt x="370" y="333"/>
                  <a:pt x="358" y="357"/>
                  <a:pt x="346" y="369"/>
                </a:cubicBezTo>
                <a:cubicBezTo>
                  <a:pt x="322" y="381"/>
                  <a:pt x="310" y="393"/>
                  <a:pt x="299" y="417"/>
                </a:cubicBezTo>
                <a:cubicBezTo>
                  <a:pt x="287" y="429"/>
                  <a:pt x="275" y="441"/>
                  <a:pt x="263" y="464"/>
                </a:cubicBezTo>
                <a:cubicBezTo>
                  <a:pt x="251" y="476"/>
                  <a:pt x="239" y="488"/>
                  <a:pt x="227" y="512"/>
                </a:cubicBezTo>
                <a:lnTo>
                  <a:pt x="191" y="560"/>
                </a:lnTo>
                <a:lnTo>
                  <a:pt x="156" y="607"/>
                </a:lnTo>
                <a:lnTo>
                  <a:pt x="132" y="655"/>
                </a:lnTo>
                <a:lnTo>
                  <a:pt x="108" y="703"/>
                </a:lnTo>
                <a:cubicBezTo>
                  <a:pt x="108" y="714"/>
                  <a:pt x="96" y="726"/>
                  <a:pt x="96" y="750"/>
                </a:cubicBezTo>
                <a:cubicBezTo>
                  <a:pt x="84" y="762"/>
                  <a:pt x="84" y="774"/>
                  <a:pt x="72" y="786"/>
                </a:cubicBezTo>
                <a:lnTo>
                  <a:pt x="60" y="833"/>
                </a:lnTo>
                <a:lnTo>
                  <a:pt x="37" y="881"/>
                </a:lnTo>
                <a:cubicBezTo>
                  <a:pt x="37" y="905"/>
                  <a:pt x="37" y="917"/>
                  <a:pt x="25" y="929"/>
                </a:cubicBezTo>
                <a:cubicBezTo>
                  <a:pt x="25" y="953"/>
                  <a:pt x="25" y="964"/>
                  <a:pt x="13" y="976"/>
                </a:cubicBezTo>
                <a:cubicBezTo>
                  <a:pt x="13" y="1000"/>
                  <a:pt x="13" y="1012"/>
                  <a:pt x="13" y="1024"/>
                </a:cubicBezTo>
                <a:cubicBezTo>
                  <a:pt x="1" y="1048"/>
                  <a:pt x="13" y="1060"/>
                  <a:pt x="13" y="1072"/>
                </a:cubicBezTo>
                <a:lnTo>
                  <a:pt x="13" y="1119"/>
                </a:lnTo>
                <a:lnTo>
                  <a:pt x="13" y="1167"/>
                </a:lnTo>
                <a:lnTo>
                  <a:pt x="13" y="1214"/>
                </a:lnTo>
                <a:lnTo>
                  <a:pt x="13" y="14954"/>
                </a:lnTo>
                <a:cubicBezTo>
                  <a:pt x="13" y="14966"/>
                  <a:pt x="13" y="14978"/>
                  <a:pt x="13" y="14990"/>
                </a:cubicBezTo>
                <a:lnTo>
                  <a:pt x="13" y="15050"/>
                </a:lnTo>
                <a:cubicBezTo>
                  <a:pt x="13" y="15061"/>
                  <a:pt x="13" y="15073"/>
                  <a:pt x="13" y="15097"/>
                </a:cubicBezTo>
                <a:cubicBezTo>
                  <a:pt x="13" y="15109"/>
                  <a:pt x="13" y="15121"/>
                  <a:pt x="13" y="15145"/>
                </a:cubicBezTo>
                <a:cubicBezTo>
                  <a:pt x="13" y="15157"/>
                  <a:pt x="13" y="15169"/>
                  <a:pt x="13" y="15192"/>
                </a:cubicBezTo>
                <a:cubicBezTo>
                  <a:pt x="13" y="15204"/>
                  <a:pt x="13" y="15216"/>
                  <a:pt x="25" y="15240"/>
                </a:cubicBezTo>
                <a:cubicBezTo>
                  <a:pt x="37" y="15252"/>
                  <a:pt x="37" y="15276"/>
                  <a:pt x="37" y="15288"/>
                </a:cubicBezTo>
                <a:cubicBezTo>
                  <a:pt x="49" y="15300"/>
                  <a:pt x="49" y="15323"/>
                  <a:pt x="60" y="15335"/>
                </a:cubicBezTo>
                <a:lnTo>
                  <a:pt x="72" y="15383"/>
                </a:lnTo>
                <a:cubicBezTo>
                  <a:pt x="72" y="15407"/>
                  <a:pt x="84" y="15419"/>
                  <a:pt x="96" y="15431"/>
                </a:cubicBezTo>
                <a:cubicBezTo>
                  <a:pt x="96" y="15454"/>
                  <a:pt x="108" y="15466"/>
                  <a:pt x="120" y="15478"/>
                </a:cubicBezTo>
                <a:cubicBezTo>
                  <a:pt x="120" y="15502"/>
                  <a:pt x="132" y="15514"/>
                  <a:pt x="144" y="15526"/>
                </a:cubicBezTo>
                <a:cubicBezTo>
                  <a:pt x="144" y="15550"/>
                  <a:pt x="156" y="15561"/>
                  <a:pt x="168" y="15585"/>
                </a:cubicBezTo>
                <a:cubicBezTo>
                  <a:pt x="180" y="15597"/>
                  <a:pt x="191" y="15609"/>
                  <a:pt x="191" y="15633"/>
                </a:cubicBezTo>
                <a:lnTo>
                  <a:pt x="227" y="15681"/>
                </a:lnTo>
                <a:lnTo>
                  <a:pt x="263" y="15728"/>
                </a:lnTo>
                <a:lnTo>
                  <a:pt x="310" y="15776"/>
                </a:lnTo>
                <a:lnTo>
                  <a:pt x="358" y="15823"/>
                </a:lnTo>
                <a:lnTo>
                  <a:pt x="418" y="15871"/>
                </a:lnTo>
                <a:cubicBezTo>
                  <a:pt x="430" y="15895"/>
                  <a:pt x="453" y="15907"/>
                  <a:pt x="477" y="15931"/>
                </a:cubicBezTo>
                <a:cubicBezTo>
                  <a:pt x="489" y="15942"/>
                  <a:pt x="513" y="15954"/>
                  <a:pt x="537" y="15978"/>
                </a:cubicBezTo>
                <a:cubicBezTo>
                  <a:pt x="596" y="16014"/>
                  <a:pt x="656" y="16050"/>
                  <a:pt x="727" y="16073"/>
                </a:cubicBezTo>
                <a:cubicBezTo>
                  <a:pt x="763" y="16097"/>
                  <a:pt x="811" y="16109"/>
                  <a:pt x="858" y="16121"/>
                </a:cubicBezTo>
                <a:cubicBezTo>
                  <a:pt x="965" y="16157"/>
                  <a:pt x="1084" y="16181"/>
                  <a:pt x="1215" y="16181"/>
                </a:cubicBezTo>
                <a:lnTo>
                  <a:pt x="1227" y="16181"/>
                </a:lnTo>
                <a:cubicBezTo>
                  <a:pt x="1323" y="16181"/>
                  <a:pt x="1430" y="16169"/>
                  <a:pt x="1537" y="16133"/>
                </a:cubicBezTo>
                <a:cubicBezTo>
                  <a:pt x="1584" y="16121"/>
                  <a:pt x="1632" y="16109"/>
                  <a:pt x="1680" y="16085"/>
                </a:cubicBezTo>
                <a:cubicBezTo>
                  <a:pt x="1715" y="16073"/>
                  <a:pt x="1751" y="16062"/>
                  <a:pt x="1787" y="16038"/>
                </a:cubicBezTo>
                <a:cubicBezTo>
                  <a:pt x="1811" y="16026"/>
                  <a:pt x="1834" y="16014"/>
                  <a:pt x="1858" y="15990"/>
                </a:cubicBezTo>
                <a:lnTo>
                  <a:pt x="1930" y="15942"/>
                </a:lnTo>
                <a:cubicBezTo>
                  <a:pt x="1954" y="15931"/>
                  <a:pt x="1977" y="15919"/>
                  <a:pt x="2001" y="15907"/>
                </a:cubicBezTo>
                <a:cubicBezTo>
                  <a:pt x="2013" y="15883"/>
                  <a:pt x="2037" y="15871"/>
                  <a:pt x="2049" y="15859"/>
                </a:cubicBezTo>
                <a:lnTo>
                  <a:pt x="2096" y="15812"/>
                </a:lnTo>
                <a:lnTo>
                  <a:pt x="2144" y="15752"/>
                </a:lnTo>
                <a:cubicBezTo>
                  <a:pt x="2156" y="15740"/>
                  <a:pt x="2168" y="15728"/>
                  <a:pt x="2180" y="15704"/>
                </a:cubicBezTo>
                <a:lnTo>
                  <a:pt x="2215" y="15657"/>
                </a:lnTo>
                <a:lnTo>
                  <a:pt x="2251" y="15609"/>
                </a:lnTo>
                <a:lnTo>
                  <a:pt x="2275" y="15561"/>
                </a:lnTo>
                <a:cubicBezTo>
                  <a:pt x="2287" y="15550"/>
                  <a:pt x="2299" y="15538"/>
                  <a:pt x="2311" y="15514"/>
                </a:cubicBezTo>
                <a:cubicBezTo>
                  <a:pt x="2311" y="15502"/>
                  <a:pt x="2323" y="15478"/>
                  <a:pt x="2335" y="15466"/>
                </a:cubicBezTo>
                <a:cubicBezTo>
                  <a:pt x="2335" y="15454"/>
                  <a:pt x="2346" y="15431"/>
                  <a:pt x="2346" y="15419"/>
                </a:cubicBezTo>
                <a:cubicBezTo>
                  <a:pt x="2358" y="15407"/>
                  <a:pt x="2358" y="15383"/>
                  <a:pt x="2370" y="15371"/>
                </a:cubicBezTo>
                <a:cubicBezTo>
                  <a:pt x="2370" y="15359"/>
                  <a:pt x="2382" y="15335"/>
                  <a:pt x="2382" y="15323"/>
                </a:cubicBezTo>
                <a:cubicBezTo>
                  <a:pt x="2394" y="15311"/>
                  <a:pt x="2394" y="15288"/>
                  <a:pt x="2394" y="15276"/>
                </a:cubicBezTo>
                <a:cubicBezTo>
                  <a:pt x="2406" y="15264"/>
                  <a:pt x="2406" y="15240"/>
                  <a:pt x="2406" y="15228"/>
                </a:cubicBezTo>
                <a:cubicBezTo>
                  <a:pt x="2418" y="15204"/>
                  <a:pt x="2418" y="15192"/>
                  <a:pt x="2418" y="15180"/>
                </a:cubicBezTo>
                <a:cubicBezTo>
                  <a:pt x="2430" y="15157"/>
                  <a:pt x="2418" y="15145"/>
                  <a:pt x="2418" y="15133"/>
                </a:cubicBezTo>
                <a:lnTo>
                  <a:pt x="2418" y="15085"/>
                </a:lnTo>
                <a:lnTo>
                  <a:pt x="2418" y="15026"/>
                </a:lnTo>
                <a:lnTo>
                  <a:pt x="2418" y="14978"/>
                </a:lnTo>
                <a:lnTo>
                  <a:pt x="2418" y="1214"/>
                </a:lnTo>
                <a:lnTo>
                  <a:pt x="2418" y="1167"/>
                </a:lnTo>
                <a:lnTo>
                  <a:pt x="2418" y="1119"/>
                </a:lnTo>
                <a:cubicBezTo>
                  <a:pt x="2418" y="1107"/>
                  <a:pt x="2418" y="1084"/>
                  <a:pt x="2418" y="1072"/>
                </a:cubicBezTo>
                <a:cubicBezTo>
                  <a:pt x="2418" y="1060"/>
                  <a:pt x="2418" y="1036"/>
                  <a:pt x="2418" y="1024"/>
                </a:cubicBezTo>
                <a:cubicBezTo>
                  <a:pt x="2418" y="1012"/>
                  <a:pt x="2418" y="988"/>
                  <a:pt x="2418" y="976"/>
                </a:cubicBezTo>
                <a:cubicBezTo>
                  <a:pt x="2406" y="964"/>
                  <a:pt x="2406" y="941"/>
                  <a:pt x="2406" y="929"/>
                </a:cubicBezTo>
                <a:cubicBezTo>
                  <a:pt x="2406" y="905"/>
                  <a:pt x="2406" y="893"/>
                  <a:pt x="2394" y="881"/>
                </a:cubicBezTo>
                <a:cubicBezTo>
                  <a:pt x="2382" y="869"/>
                  <a:pt x="2382" y="845"/>
                  <a:pt x="2370" y="833"/>
                </a:cubicBezTo>
                <a:cubicBezTo>
                  <a:pt x="2370" y="822"/>
                  <a:pt x="2358" y="798"/>
                  <a:pt x="2358" y="786"/>
                </a:cubicBezTo>
                <a:cubicBezTo>
                  <a:pt x="2346" y="762"/>
                  <a:pt x="2346" y="750"/>
                  <a:pt x="2335" y="738"/>
                </a:cubicBezTo>
                <a:cubicBezTo>
                  <a:pt x="2335" y="714"/>
                  <a:pt x="2323" y="703"/>
                  <a:pt x="2311" y="691"/>
                </a:cubicBezTo>
                <a:lnTo>
                  <a:pt x="2299" y="643"/>
                </a:lnTo>
                <a:cubicBezTo>
                  <a:pt x="2287" y="619"/>
                  <a:pt x="2275" y="607"/>
                  <a:pt x="2263" y="595"/>
                </a:cubicBezTo>
                <a:cubicBezTo>
                  <a:pt x="2251" y="572"/>
                  <a:pt x="2239" y="560"/>
                  <a:pt x="2239" y="548"/>
                </a:cubicBezTo>
                <a:lnTo>
                  <a:pt x="2204" y="500"/>
                </a:lnTo>
                <a:lnTo>
                  <a:pt x="2168" y="452"/>
                </a:lnTo>
                <a:lnTo>
                  <a:pt x="2120" y="393"/>
                </a:lnTo>
                <a:lnTo>
                  <a:pt x="2073" y="345"/>
                </a:lnTo>
                <a:lnTo>
                  <a:pt x="2025" y="298"/>
                </a:lnTo>
                <a:cubicBezTo>
                  <a:pt x="2001" y="286"/>
                  <a:pt x="1977" y="274"/>
                  <a:pt x="1965" y="250"/>
                </a:cubicBezTo>
                <a:lnTo>
                  <a:pt x="1894" y="202"/>
                </a:lnTo>
                <a:lnTo>
                  <a:pt x="1811" y="155"/>
                </a:lnTo>
                <a:cubicBezTo>
                  <a:pt x="1787" y="143"/>
                  <a:pt x="1751" y="119"/>
                  <a:pt x="1715" y="107"/>
                </a:cubicBezTo>
                <a:cubicBezTo>
                  <a:pt x="1680" y="95"/>
                  <a:pt x="1632" y="71"/>
                  <a:pt x="1584" y="60"/>
                </a:cubicBezTo>
                <a:cubicBezTo>
                  <a:pt x="1513" y="36"/>
                  <a:pt x="1430" y="12"/>
                  <a:pt x="1346" y="12"/>
                </a:cubicBezTo>
                <a:cubicBezTo>
                  <a:pt x="1299" y="0"/>
                  <a:pt x="1263" y="0"/>
                  <a:pt x="121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2" name="Google Shape;2652;p24"/>
          <p:cNvSpPr/>
          <p:nvPr/>
        </p:nvSpPr>
        <p:spPr>
          <a:xfrm>
            <a:off x="2427621" y="-169612"/>
            <a:ext cx="142539" cy="125041"/>
          </a:xfrm>
          <a:custGeom>
            <a:avLst/>
            <a:gdLst/>
            <a:ahLst/>
            <a:cxnLst/>
            <a:rect l="l" t="t" r="r" b="b"/>
            <a:pathLst>
              <a:path w="4358" h="3823" extrusionOk="0">
                <a:moveTo>
                  <a:pt x="1131" y="0"/>
                </a:moveTo>
                <a:cubicBezTo>
                  <a:pt x="500" y="0"/>
                  <a:pt x="0" y="512"/>
                  <a:pt x="0" y="1131"/>
                </a:cubicBezTo>
                <a:lnTo>
                  <a:pt x="0" y="2679"/>
                </a:lnTo>
                <a:cubicBezTo>
                  <a:pt x="0" y="3310"/>
                  <a:pt x="500" y="3810"/>
                  <a:pt x="1131" y="3822"/>
                </a:cubicBezTo>
                <a:lnTo>
                  <a:pt x="3215" y="3822"/>
                </a:lnTo>
                <a:cubicBezTo>
                  <a:pt x="3846" y="3810"/>
                  <a:pt x="4346" y="3310"/>
                  <a:pt x="4358" y="2679"/>
                </a:cubicBezTo>
                <a:lnTo>
                  <a:pt x="4358" y="1131"/>
                </a:lnTo>
                <a:cubicBezTo>
                  <a:pt x="4346" y="512"/>
                  <a:pt x="3846" y="0"/>
                  <a:pt x="3215" y="0"/>
                </a:cubicBezTo>
                <a:close/>
              </a:path>
            </a:pathLst>
          </a:custGeom>
          <a:solidFill>
            <a:srgbClr val="821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3" name="Google Shape;2653;p24"/>
          <p:cNvSpPr/>
          <p:nvPr/>
        </p:nvSpPr>
        <p:spPr>
          <a:xfrm>
            <a:off x="2435621" y="277825"/>
            <a:ext cx="142539" cy="124648"/>
          </a:xfrm>
          <a:custGeom>
            <a:avLst/>
            <a:gdLst/>
            <a:ahLst/>
            <a:cxnLst/>
            <a:rect l="l" t="t" r="r" b="b"/>
            <a:pathLst>
              <a:path w="4358" h="3811" extrusionOk="0">
                <a:moveTo>
                  <a:pt x="1131" y="0"/>
                </a:moveTo>
                <a:cubicBezTo>
                  <a:pt x="500" y="0"/>
                  <a:pt x="0" y="512"/>
                  <a:pt x="0" y="1132"/>
                </a:cubicBezTo>
                <a:lnTo>
                  <a:pt x="0" y="2679"/>
                </a:lnTo>
                <a:cubicBezTo>
                  <a:pt x="0" y="3310"/>
                  <a:pt x="500" y="3810"/>
                  <a:pt x="1131" y="3810"/>
                </a:cubicBezTo>
                <a:lnTo>
                  <a:pt x="3215" y="3810"/>
                </a:lnTo>
                <a:cubicBezTo>
                  <a:pt x="3846" y="3810"/>
                  <a:pt x="4346" y="3310"/>
                  <a:pt x="4358" y="2679"/>
                </a:cubicBezTo>
                <a:lnTo>
                  <a:pt x="4358" y="1132"/>
                </a:lnTo>
                <a:cubicBezTo>
                  <a:pt x="4346" y="512"/>
                  <a:pt x="3846" y="0"/>
                  <a:pt x="3215" y="0"/>
                </a:cubicBezTo>
                <a:close/>
              </a:path>
            </a:pathLst>
          </a:custGeom>
          <a:solidFill>
            <a:srgbClr val="821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4" name="Google Shape;2654;p24"/>
          <p:cNvSpPr/>
          <p:nvPr/>
        </p:nvSpPr>
        <p:spPr>
          <a:xfrm>
            <a:off x="2458189" y="-148189"/>
            <a:ext cx="80264" cy="529240"/>
          </a:xfrm>
          <a:custGeom>
            <a:avLst/>
            <a:gdLst/>
            <a:ahLst/>
            <a:cxnLst/>
            <a:rect l="l" t="t" r="r" b="b"/>
            <a:pathLst>
              <a:path w="2454" h="16181" extrusionOk="0">
                <a:moveTo>
                  <a:pt x="1227" y="0"/>
                </a:moveTo>
                <a:cubicBezTo>
                  <a:pt x="930" y="0"/>
                  <a:pt x="632" y="119"/>
                  <a:pt x="418" y="310"/>
                </a:cubicBezTo>
                <a:lnTo>
                  <a:pt x="394" y="333"/>
                </a:lnTo>
                <a:cubicBezTo>
                  <a:pt x="358" y="369"/>
                  <a:pt x="334" y="393"/>
                  <a:pt x="299" y="429"/>
                </a:cubicBezTo>
                <a:cubicBezTo>
                  <a:pt x="287" y="452"/>
                  <a:pt x="263" y="476"/>
                  <a:pt x="251" y="500"/>
                </a:cubicBezTo>
                <a:cubicBezTo>
                  <a:pt x="227" y="524"/>
                  <a:pt x="203" y="560"/>
                  <a:pt x="179" y="595"/>
                </a:cubicBezTo>
                <a:cubicBezTo>
                  <a:pt x="168" y="631"/>
                  <a:pt x="144" y="655"/>
                  <a:pt x="132" y="691"/>
                </a:cubicBezTo>
                <a:cubicBezTo>
                  <a:pt x="120" y="726"/>
                  <a:pt x="96" y="750"/>
                  <a:pt x="84" y="786"/>
                </a:cubicBezTo>
                <a:cubicBezTo>
                  <a:pt x="72" y="833"/>
                  <a:pt x="60" y="869"/>
                  <a:pt x="49" y="917"/>
                </a:cubicBezTo>
                <a:cubicBezTo>
                  <a:pt x="49" y="941"/>
                  <a:pt x="37" y="964"/>
                  <a:pt x="25" y="1000"/>
                </a:cubicBezTo>
                <a:cubicBezTo>
                  <a:pt x="13" y="1072"/>
                  <a:pt x="1" y="1143"/>
                  <a:pt x="1" y="1226"/>
                </a:cubicBezTo>
                <a:lnTo>
                  <a:pt x="1" y="14954"/>
                </a:lnTo>
                <a:cubicBezTo>
                  <a:pt x="1" y="15633"/>
                  <a:pt x="549" y="16181"/>
                  <a:pt x="1227" y="16181"/>
                </a:cubicBezTo>
                <a:cubicBezTo>
                  <a:pt x="1311" y="16181"/>
                  <a:pt x="1394" y="16169"/>
                  <a:pt x="1477" y="16157"/>
                </a:cubicBezTo>
                <a:lnTo>
                  <a:pt x="1513" y="16145"/>
                </a:lnTo>
                <a:cubicBezTo>
                  <a:pt x="1584" y="16121"/>
                  <a:pt x="1656" y="16097"/>
                  <a:pt x="1715" y="16073"/>
                </a:cubicBezTo>
                <a:lnTo>
                  <a:pt x="1739" y="16073"/>
                </a:lnTo>
                <a:cubicBezTo>
                  <a:pt x="1882" y="16002"/>
                  <a:pt x="2013" y="15907"/>
                  <a:pt x="2120" y="15788"/>
                </a:cubicBezTo>
                <a:cubicBezTo>
                  <a:pt x="2335" y="15561"/>
                  <a:pt x="2442" y="15276"/>
                  <a:pt x="2454" y="14966"/>
                </a:cubicBezTo>
                <a:lnTo>
                  <a:pt x="2454" y="1226"/>
                </a:lnTo>
                <a:cubicBezTo>
                  <a:pt x="2454" y="548"/>
                  <a:pt x="1906" y="0"/>
                  <a:pt x="1227" y="0"/>
                </a:cubicBezTo>
                <a:close/>
              </a:path>
            </a:pathLst>
          </a:custGeom>
          <a:solidFill>
            <a:srgbClr val="272425">
              <a:alpha val="200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5" name="Google Shape;2655;p24"/>
          <p:cNvSpPr/>
          <p:nvPr/>
        </p:nvSpPr>
        <p:spPr>
          <a:xfrm>
            <a:off x="2470258" y="-148189"/>
            <a:ext cx="79087" cy="529240"/>
          </a:xfrm>
          <a:custGeom>
            <a:avLst/>
            <a:gdLst/>
            <a:ahLst/>
            <a:cxnLst/>
            <a:rect l="l" t="t" r="r" b="b"/>
            <a:pathLst>
              <a:path w="2418" h="16181" extrusionOk="0">
                <a:moveTo>
                  <a:pt x="1132" y="0"/>
                </a:moveTo>
                <a:cubicBezTo>
                  <a:pt x="1037" y="0"/>
                  <a:pt x="953" y="24"/>
                  <a:pt x="870" y="48"/>
                </a:cubicBezTo>
                <a:cubicBezTo>
                  <a:pt x="823" y="60"/>
                  <a:pt x="775" y="71"/>
                  <a:pt x="739" y="83"/>
                </a:cubicBezTo>
                <a:cubicBezTo>
                  <a:pt x="703" y="107"/>
                  <a:pt x="668" y="119"/>
                  <a:pt x="644" y="131"/>
                </a:cubicBezTo>
                <a:cubicBezTo>
                  <a:pt x="608" y="155"/>
                  <a:pt x="584" y="167"/>
                  <a:pt x="561" y="179"/>
                </a:cubicBezTo>
                <a:cubicBezTo>
                  <a:pt x="537" y="202"/>
                  <a:pt x="513" y="214"/>
                  <a:pt x="489" y="226"/>
                </a:cubicBezTo>
                <a:cubicBezTo>
                  <a:pt x="465" y="238"/>
                  <a:pt x="442" y="262"/>
                  <a:pt x="430" y="274"/>
                </a:cubicBezTo>
                <a:lnTo>
                  <a:pt x="370" y="322"/>
                </a:lnTo>
                <a:lnTo>
                  <a:pt x="322" y="369"/>
                </a:lnTo>
                <a:cubicBezTo>
                  <a:pt x="311" y="381"/>
                  <a:pt x="299" y="393"/>
                  <a:pt x="287" y="417"/>
                </a:cubicBezTo>
                <a:lnTo>
                  <a:pt x="239" y="464"/>
                </a:lnTo>
                <a:lnTo>
                  <a:pt x="215" y="512"/>
                </a:lnTo>
                <a:lnTo>
                  <a:pt x="180" y="560"/>
                </a:lnTo>
                <a:cubicBezTo>
                  <a:pt x="168" y="572"/>
                  <a:pt x="156" y="583"/>
                  <a:pt x="144" y="607"/>
                </a:cubicBezTo>
                <a:cubicBezTo>
                  <a:pt x="144" y="619"/>
                  <a:pt x="132" y="631"/>
                  <a:pt x="120" y="655"/>
                </a:cubicBezTo>
                <a:lnTo>
                  <a:pt x="96" y="703"/>
                </a:lnTo>
                <a:lnTo>
                  <a:pt x="72" y="750"/>
                </a:lnTo>
                <a:cubicBezTo>
                  <a:pt x="72" y="762"/>
                  <a:pt x="61" y="774"/>
                  <a:pt x="61" y="786"/>
                </a:cubicBezTo>
                <a:lnTo>
                  <a:pt x="37" y="833"/>
                </a:lnTo>
                <a:lnTo>
                  <a:pt x="25" y="881"/>
                </a:lnTo>
                <a:lnTo>
                  <a:pt x="13" y="929"/>
                </a:lnTo>
                <a:cubicBezTo>
                  <a:pt x="13" y="953"/>
                  <a:pt x="13" y="964"/>
                  <a:pt x="1" y="976"/>
                </a:cubicBezTo>
                <a:cubicBezTo>
                  <a:pt x="1" y="1000"/>
                  <a:pt x="1" y="1012"/>
                  <a:pt x="1" y="1024"/>
                </a:cubicBezTo>
                <a:cubicBezTo>
                  <a:pt x="1" y="1048"/>
                  <a:pt x="1" y="1060"/>
                  <a:pt x="1" y="1072"/>
                </a:cubicBezTo>
                <a:lnTo>
                  <a:pt x="1" y="1119"/>
                </a:lnTo>
                <a:lnTo>
                  <a:pt x="1" y="1167"/>
                </a:lnTo>
                <a:lnTo>
                  <a:pt x="1" y="1214"/>
                </a:lnTo>
                <a:lnTo>
                  <a:pt x="1" y="14954"/>
                </a:lnTo>
                <a:lnTo>
                  <a:pt x="1" y="14990"/>
                </a:lnTo>
                <a:lnTo>
                  <a:pt x="1" y="15050"/>
                </a:lnTo>
                <a:lnTo>
                  <a:pt x="1" y="15097"/>
                </a:lnTo>
                <a:cubicBezTo>
                  <a:pt x="1" y="15109"/>
                  <a:pt x="1" y="15121"/>
                  <a:pt x="1" y="15145"/>
                </a:cubicBezTo>
                <a:cubicBezTo>
                  <a:pt x="13" y="15157"/>
                  <a:pt x="1" y="15169"/>
                  <a:pt x="1" y="15192"/>
                </a:cubicBezTo>
                <a:cubicBezTo>
                  <a:pt x="1" y="15204"/>
                  <a:pt x="1" y="15216"/>
                  <a:pt x="13" y="15240"/>
                </a:cubicBezTo>
                <a:cubicBezTo>
                  <a:pt x="25" y="15252"/>
                  <a:pt x="13" y="15276"/>
                  <a:pt x="25" y="15288"/>
                </a:cubicBezTo>
                <a:cubicBezTo>
                  <a:pt x="37" y="15300"/>
                  <a:pt x="37" y="15323"/>
                  <a:pt x="49" y="15335"/>
                </a:cubicBezTo>
                <a:cubicBezTo>
                  <a:pt x="49" y="15347"/>
                  <a:pt x="49" y="15371"/>
                  <a:pt x="61" y="15383"/>
                </a:cubicBezTo>
                <a:cubicBezTo>
                  <a:pt x="61" y="15407"/>
                  <a:pt x="72" y="15419"/>
                  <a:pt x="84" y="15431"/>
                </a:cubicBezTo>
                <a:cubicBezTo>
                  <a:pt x="84" y="15454"/>
                  <a:pt x="96" y="15466"/>
                  <a:pt x="96" y="15478"/>
                </a:cubicBezTo>
                <a:cubicBezTo>
                  <a:pt x="108" y="15502"/>
                  <a:pt x="120" y="15514"/>
                  <a:pt x="120" y="15526"/>
                </a:cubicBezTo>
                <a:cubicBezTo>
                  <a:pt x="168" y="15597"/>
                  <a:pt x="144" y="15573"/>
                  <a:pt x="180" y="15633"/>
                </a:cubicBezTo>
                <a:cubicBezTo>
                  <a:pt x="191" y="15645"/>
                  <a:pt x="203" y="15669"/>
                  <a:pt x="215" y="15681"/>
                </a:cubicBezTo>
                <a:lnTo>
                  <a:pt x="251" y="15728"/>
                </a:lnTo>
                <a:lnTo>
                  <a:pt x="299" y="15776"/>
                </a:lnTo>
                <a:lnTo>
                  <a:pt x="346" y="15823"/>
                </a:lnTo>
                <a:lnTo>
                  <a:pt x="394" y="15871"/>
                </a:lnTo>
                <a:cubicBezTo>
                  <a:pt x="418" y="15895"/>
                  <a:pt x="442" y="15907"/>
                  <a:pt x="453" y="15931"/>
                </a:cubicBezTo>
                <a:lnTo>
                  <a:pt x="525" y="15978"/>
                </a:lnTo>
                <a:cubicBezTo>
                  <a:pt x="584" y="16014"/>
                  <a:pt x="644" y="16050"/>
                  <a:pt x="715" y="16073"/>
                </a:cubicBezTo>
                <a:cubicBezTo>
                  <a:pt x="751" y="16097"/>
                  <a:pt x="799" y="16109"/>
                  <a:pt x="846" y="16121"/>
                </a:cubicBezTo>
                <a:cubicBezTo>
                  <a:pt x="953" y="16157"/>
                  <a:pt x="1073" y="16181"/>
                  <a:pt x="1192" y="16181"/>
                </a:cubicBezTo>
                <a:lnTo>
                  <a:pt x="1204" y="16181"/>
                </a:lnTo>
                <a:cubicBezTo>
                  <a:pt x="1311" y="16181"/>
                  <a:pt x="1418" y="16169"/>
                  <a:pt x="1525" y="16133"/>
                </a:cubicBezTo>
                <a:cubicBezTo>
                  <a:pt x="1573" y="16121"/>
                  <a:pt x="1620" y="16109"/>
                  <a:pt x="1668" y="16085"/>
                </a:cubicBezTo>
                <a:cubicBezTo>
                  <a:pt x="1704" y="16073"/>
                  <a:pt x="1739" y="16062"/>
                  <a:pt x="1763" y="16038"/>
                </a:cubicBezTo>
                <a:lnTo>
                  <a:pt x="1846" y="15990"/>
                </a:lnTo>
                <a:lnTo>
                  <a:pt x="1918" y="15942"/>
                </a:lnTo>
                <a:cubicBezTo>
                  <a:pt x="1942" y="15931"/>
                  <a:pt x="1966" y="15919"/>
                  <a:pt x="1989" y="15907"/>
                </a:cubicBezTo>
                <a:lnTo>
                  <a:pt x="2037" y="15859"/>
                </a:lnTo>
                <a:cubicBezTo>
                  <a:pt x="2049" y="15835"/>
                  <a:pt x="2073" y="15823"/>
                  <a:pt x="2085" y="15812"/>
                </a:cubicBezTo>
                <a:lnTo>
                  <a:pt x="2132" y="15752"/>
                </a:lnTo>
                <a:cubicBezTo>
                  <a:pt x="2144" y="15740"/>
                  <a:pt x="2156" y="15728"/>
                  <a:pt x="2168" y="15704"/>
                </a:cubicBezTo>
                <a:cubicBezTo>
                  <a:pt x="2180" y="15692"/>
                  <a:pt x="2192" y="15681"/>
                  <a:pt x="2204" y="15657"/>
                </a:cubicBezTo>
                <a:cubicBezTo>
                  <a:pt x="2216" y="15645"/>
                  <a:pt x="2227" y="15633"/>
                  <a:pt x="2239" y="15609"/>
                </a:cubicBezTo>
                <a:lnTo>
                  <a:pt x="2263" y="15561"/>
                </a:lnTo>
                <a:lnTo>
                  <a:pt x="2287" y="15514"/>
                </a:lnTo>
                <a:cubicBezTo>
                  <a:pt x="2299" y="15502"/>
                  <a:pt x="2311" y="15478"/>
                  <a:pt x="2311" y="15466"/>
                </a:cubicBezTo>
                <a:cubicBezTo>
                  <a:pt x="2323" y="15454"/>
                  <a:pt x="2335" y="15431"/>
                  <a:pt x="2335" y="15419"/>
                </a:cubicBezTo>
                <a:cubicBezTo>
                  <a:pt x="2347" y="15407"/>
                  <a:pt x="2347" y="15383"/>
                  <a:pt x="2358" y="15371"/>
                </a:cubicBezTo>
                <a:cubicBezTo>
                  <a:pt x="2358" y="15359"/>
                  <a:pt x="2370" y="15335"/>
                  <a:pt x="2370" y="15323"/>
                </a:cubicBezTo>
                <a:cubicBezTo>
                  <a:pt x="2382" y="15311"/>
                  <a:pt x="2382" y="15288"/>
                  <a:pt x="2382" y="15276"/>
                </a:cubicBezTo>
                <a:lnTo>
                  <a:pt x="2394" y="15228"/>
                </a:lnTo>
                <a:lnTo>
                  <a:pt x="2406" y="15180"/>
                </a:lnTo>
                <a:cubicBezTo>
                  <a:pt x="2406" y="15157"/>
                  <a:pt x="2418" y="15145"/>
                  <a:pt x="2418" y="15133"/>
                </a:cubicBezTo>
                <a:lnTo>
                  <a:pt x="2418" y="15085"/>
                </a:lnTo>
                <a:lnTo>
                  <a:pt x="2418" y="15026"/>
                </a:lnTo>
                <a:lnTo>
                  <a:pt x="2418" y="14978"/>
                </a:lnTo>
                <a:lnTo>
                  <a:pt x="2418" y="14954"/>
                </a:lnTo>
                <a:lnTo>
                  <a:pt x="2418" y="1214"/>
                </a:lnTo>
                <a:lnTo>
                  <a:pt x="2406" y="1214"/>
                </a:lnTo>
                <a:lnTo>
                  <a:pt x="2406" y="1167"/>
                </a:lnTo>
                <a:lnTo>
                  <a:pt x="2406" y="1119"/>
                </a:lnTo>
                <a:lnTo>
                  <a:pt x="2406" y="1072"/>
                </a:lnTo>
                <a:cubicBezTo>
                  <a:pt x="2406" y="1060"/>
                  <a:pt x="2406" y="1036"/>
                  <a:pt x="2406" y="1024"/>
                </a:cubicBezTo>
                <a:lnTo>
                  <a:pt x="2406" y="976"/>
                </a:lnTo>
                <a:cubicBezTo>
                  <a:pt x="2406" y="964"/>
                  <a:pt x="2394" y="941"/>
                  <a:pt x="2394" y="929"/>
                </a:cubicBezTo>
                <a:cubicBezTo>
                  <a:pt x="2382" y="917"/>
                  <a:pt x="2382" y="893"/>
                  <a:pt x="2370" y="881"/>
                </a:cubicBezTo>
                <a:cubicBezTo>
                  <a:pt x="2370" y="869"/>
                  <a:pt x="2370" y="845"/>
                  <a:pt x="2358" y="833"/>
                </a:cubicBezTo>
                <a:lnTo>
                  <a:pt x="2347" y="786"/>
                </a:lnTo>
                <a:lnTo>
                  <a:pt x="2323" y="738"/>
                </a:lnTo>
                <a:cubicBezTo>
                  <a:pt x="2323" y="714"/>
                  <a:pt x="2311" y="703"/>
                  <a:pt x="2299" y="691"/>
                </a:cubicBezTo>
                <a:cubicBezTo>
                  <a:pt x="2299" y="667"/>
                  <a:pt x="2287" y="655"/>
                  <a:pt x="2275" y="643"/>
                </a:cubicBezTo>
                <a:lnTo>
                  <a:pt x="2251" y="595"/>
                </a:lnTo>
                <a:lnTo>
                  <a:pt x="2216" y="548"/>
                </a:lnTo>
                <a:cubicBezTo>
                  <a:pt x="2204" y="524"/>
                  <a:pt x="2192" y="512"/>
                  <a:pt x="2180" y="500"/>
                </a:cubicBezTo>
                <a:cubicBezTo>
                  <a:pt x="2168" y="476"/>
                  <a:pt x="2156" y="464"/>
                  <a:pt x="2144" y="452"/>
                </a:cubicBezTo>
                <a:lnTo>
                  <a:pt x="2108" y="393"/>
                </a:lnTo>
                <a:lnTo>
                  <a:pt x="2061" y="345"/>
                </a:lnTo>
                <a:lnTo>
                  <a:pt x="2001" y="298"/>
                </a:lnTo>
                <a:cubicBezTo>
                  <a:pt x="1989" y="286"/>
                  <a:pt x="1966" y="274"/>
                  <a:pt x="1942" y="250"/>
                </a:cubicBezTo>
                <a:lnTo>
                  <a:pt x="1882" y="202"/>
                </a:lnTo>
                <a:lnTo>
                  <a:pt x="1799" y="155"/>
                </a:lnTo>
                <a:cubicBezTo>
                  <a:pt x="1763" y="143"/>
                  <a:pt x="1739" y="119"/>
                  <a:pt x="1704" y="107"/>
                </a:cubicBezTo>
                <a:cubicBezTo>
                  <a:pt x="1668" y="95"/>
                  <a:pt x="1620" y="71"/>
                  <a:pt x="1573" y="60"/>
                </a:cubicBezTo>
                <a:cubicBezTo>
                  <a:pt x="1501" y="36"/>
                  <a:pt x="1418" y="12"/>
                  <a:pt x="1334" y="12"/>
                </a:cubicBezTo>
                <a:cubicBezTo>
                  <a:pt x="1287" y="0"/>
                  <a:pt x="1251" y="0"/>
                  <a:pt x="120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6" name="Google Shape;2656;p24"/>
          <p:cNvSpPr/>
          <p:nvPr/>
        </p:nvSpPr>
        <p:spPr>
          <a:xfrm>
            <a:off x="4059511" y="-169612"/>
            <a:ext cx="142572" cy="125041"/>
          </a:xfrm>
          <a:custGeom>
            <a:avLst/>
            <a:gdLst/>
            <a:ahLst/>
            <a:cxnLst/>
            <a:rect l="l" t="t" r="r" b="b"/>
            <a:pathLst>
              <a:path w="4359" h="3823" extrusionOk="0">
                <a:moveTo>
                  <a:pt x="1131" y="0"/>
                </a:moveTo>
                <a:cubicBezTo>
                  <a:pt x="512" y="0"/>
                  <a:pt x="0" y="512"/>
                  <a:pt x="0" y="1131"/>
                </a:cubicBezTo>
                <a:lnTo>
                  <a:pt x="0" y="2679"/>
                </a:lnTo>
                <a:cubicBezTo>
                  <a:pt x="0" y="3310"/>
                  <a:pt x="512" y="3810"/>
                  <a:pt x="1131" y="3822"/>
                </a:cubicBezTo>
                <a:lnTo>
                  <a:pt x="3215" y="3822"/>
                </a:lnTo>
                <a:cubicBezTo>
                  <a:pt x="3846" y="3810"/>
                  <a:pt x="4358" y="3310"/>
                  <a:pt x="4358" y="2679"/>
                </a:cubicBezTo>
                <a:lnTo>
                  <a:pt x="4358" y="1131"/>
                </a:lnTo>
                <a:cubicBezTo>
                  <a:pt x="4358" y="512"/>
                  <a:pt x="3846" y="0"/>
                  <a:pt x="3215" y="0"/>
                </a:cubicBezTo>
                <a:close/>
              </a:path>
            </a:pathLst>
          </a:custGeom>
          <a:solidFill>
            <a:srgbClr val="821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7" name="Google Shape;2657;p24"/>
          <p:cNvSpPr/>
          <p:nvPr/>
        </p:nvSpPr>
        <p:spPr>
          <a:xfrm>
            <a:off x="4059511" y="277825"/>
            <a:ext cx="142572" cy="124648"/>
          </a:xfrm>
          <a:custGeom>
            <a:avLst/>
            <a:gdLst/>
            <a:ahLst/>
            <a:cxnLst/>
            <a:rect l="l" t="t" r="r" b="b"/>
            <a:pathLst>
              <a:path w="4359" h="3811" extrusionOk="0">
                <a:moveTo>
                  <a:pt x="1131" y="0"/>
                </a:moveTo>
                <a:cubicBezTo>
                  <a:pt x="512" y="0"/>
                  <a:pt x="0" y="512"/>
                  <a:pt x="0" y="1132"/>
                </a:cubicBezTo>
                <a:lnTo>
                  <a:pt x="0" y="2679"/>
                </a:lnTo>
                <a:cubicBezTo>
                  <a:pt x="0" y="3310"/>
                  <a:pt x="512" y="3810"/>
                  <a:pt x="1131" y="3810"/>
                </a:cubicBezTo>
                <a:lnTo>
                  <a:pt x="3215" y="3810"/>
                </a:lnTo>
                <a:cubicBezTo>
                  <a:pt x="3846" y="3810"/>
                  <a:pt x="4358" y="3310"/>
                  <a:pt x="4358" y="2679"/>
                </a:cubicBezTo>
                <a:lnTo>
                  <a:pt x="4358" y="1132"/>
                </a:lnTo>
                <a:cubicBezTo>
                  <a:pt x="4358" y="512"/>
                  <a:pt x="3846" y="0"/>
                  <a:pt x="3215" y="0"/>
                </a:cubicBezTo>
                <a:close/>
              </a:path>
            </a:pathLst>
          </a:custGeom>
          <a:solidFill>
            <a:srgbClr val="821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8" name="Google Shape;2658;p24"/>
          <p:cNvSpPr/>
          <p:nvPr/>
        </p:nvSpPr>
        <p:spPr>
          <a:xfrm>
            <a:off x="4082079" y="-148189"/>
            <a:ext cx="80264" cy="529240"/>
          </a:xfrm>
          <a:custGeom>
            <a:avLst/>
            <a:gdLst/>
            <a:ahLst/>
            <a:cxnLst/>
            <a:rect l="l" t="t" r="r" b="b"/>
            <a:pathLst>
              <a:path w="2454" h="16181" extrusionOk="0">
                <a:moveTo>
                  <a:pt x="1227" y="0"/>
                </a:moveTo>
                <a:cubicBezTo>
                  <a:pt x="930" y="0"/>
                  <a:pt x="632" y="119"/>
                  <a:pt x="418" y="310"/>
                </a:cubicBezTo>
                <a:lnTo>
                  <a:pt x="394" y="333"/>
                </a:lnTo>
                <a:cubicBezTo>
                  <a:pt x="358" y="369"/>
                  <a:pt x="334" y="393"/>
                  <a:pt x="299" y="429"/>
                </a:cubicBezTo>
                <a:cubicBezTo>
                  <a:pt x="275" y="452"/>
                  <a:pt x="263" y="476"/>
                  <a:pt x="251" y="500"/>
                </a:cubicBezTo>
                <a:cubicBezTo>
                  <a:pt x="227" y="524"/>
                  <a:pt x="203" y="560"/>
                  <a:pt x="180" y="595"/>
                </a:cubicBezTo>
                <a:cubicBezTo>
                  <a:pt x="156" y="631"/>
                  <a:pt x="144" y="655"/>
                  <a:pt x="132" y="691"/>
                </a:cubicBezTo>
                <a:cubicBezTo>
                  <a:pt x="108" y="726"/>
                  <a:pt x="96" y="750"/>
                  <a:pt x="84" y="786"/>
                </a:cubicBezTo>
                <a:cubicBezTo>
                  <a:pt x="72" y="833"/>
                  <a:pt x="60" y="869"/>
                  <a:pt x="49" y="917"/>
                </a:cubicBezTo>
                <a:cubicBezTo>
                  <a:pt x="49" y="941"/>
                  <a:pt x="37" y="964"/>
                  <a:pt x="25" y="1000"/>
                </a:cubicBezTo>
                <a:cubicBezTo>
                  <a:pt x="13" y="1072"/>
                  <a:pt x="1" y="1143"/>
                  <a:pt x="1" y="1226"/>
                </a:cubicBezTo>
                <a:lnTo>
                  <a:pt x="1" y="14954"/>
                </a:lnTo>
                <a:cubicBezTo>
                  <a:pt x="1" y="15633"/>
                  <a:pt x="549" y="16181"/>
                  <a:pt x="1227" y="16181"/>
                </a:cubicBezTo>
                <a:cubicBezTo>
                  <a:pt x="1311" y="16181"/>
                  <a:pt x="1394" y="16169"/>
                  <a:pt x="1477" y="16157"/>
                </a:cubicBezTo>
                <a:lnTo>
                  <a:pt x="1525" y="16145"/>
                </a:lnTo>
                <a:cubicBezTo>
                  <a:pt x="1584" y="16121"/>
                  <a:pt x="1656" y="16097"/>
                  <a:pt x="1727" y="16073"/>
                </a:cubicBezTo>
                <a:lnTo>
                  <a:pt x="1739" y="16073"/>
                </a:lnTo>
                <a:cubicBezTo>
                  <a:pt x="1882" y="16002"/>
                  <a:pt x="2013" y="15907"/>
                  <a:pt x="2120" y="15788"/>
                </a:cubicBezTo>
                <a:cubicBezTo>
                  <a:pt x="2335" y="15561"/>
                  <a:pt x="2454" y="15276"/>
                  <a:pt x="2454" y="14966"/>
                </a:cubicBezTo>
                <a:lnTo>
                  <a:pt x="2454" y="1226"/>
                </a:lnTo>
                <a:cubicBezTo>
                  <a:pt x="2454" y="548"/>
                  <a:pt x="1906" y="0"/>
                  <a:pt x="1227" y="0"/>
                </a:cubicBezTo>
                <a:close/>
              </a:path>
            </a:pathLst>
          </a:custGeom>
          <a:solidFill>
            <a:srgbClr val="272425">
              <a:alpha val="200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9" name="Google Shape;2659;p24"/>
          <p:cNvSpPr/>
          <p:nvPr/>
        </p:nvSpPr>
        <p:spPr>
          <a:xfrm>
            <a:off x="4093003" y="-148189"/>
            <a:ext cx="79872" cy="529240"/>
          </a:xfrm>
          <a:custGeom>
            <a:avLst/>
            <a:gdLst/>
            <a:ahLst/>
            <a:cxnLst/>
            <a:rect l="l" t="t" r="r" b="b"/>
            <a:pathLst>
              <a:path w="2442" h="16181" extrusionOk="0">
                <a:moveTo>
                  <a:pt x="1143" y="0"/>
                </a:moveTo>
                <a:cubicBezTo>
                  <a:pt x="1048" y="0"/>
                  <a:pt x="965" y="24"/>
                  <a:pt x="881" y="48"/>
                </a:cubicBezTo>
                <a:cubicBezTo>
                  <a:pt x="834" y="60"/>
                  <a:pt x="798" y="71"/>
                  <a:pt x="750" y="83"/>
                </a:cubicBezTo>
                <a:cubicBezTo>
                  <a:pt x="715" y="107"/>
                  <a:pt x="679" y="119"/>
                  <a:pt x="655" y="131"/>
                </a:cubicBezTo>
                <a:cubicBezTo>
                  <a:pt x="619" y="155"/>
                  <a:pt x="596" y="167"/>
                  <a:pt x="572" y="179"/>
                </a:cubicBezTo>
                <a:cubicBezTo>
                  <a:pt x="548" y="202"/>
                  <a:pt x="524" y="214"/>
                  <a:pt x="500" y="226"/>
                </a:cubicBezTo>
                <a:lnTo>
                  <a:pt x="441" y="274"/>
                </a:lnTo>
                <a:lnTo>
                  <a:pt x="393" y="322"/>
                </a:lnTo>
                <a:cubicBezTo>
                  <a:pt x="369" y="333"/>
                  <a:pt x="358" y="357"/>
                  <a:pt x="346" y="369"/>
                </a:cubicBezTo>
                <a:cubicBezTo>
                  <a:pt x="322" y="381"/>
                  <a:pt x="310" y="393"/>
                  <a:pt x="298" y="417"/>
                </a:cubicBezTo>
                <a:cubicBezTo>
                  <a:pt x="286" y="429"/>
                  <a:pt x="274" y="441"/>
                  <a:pt x="262" y="464"/>
                </a:cubicBezTo>
                <a:cubicBezTo>
                  <a:pt x="250" y="476"/>
                  <a:pt x="238" y="488"/>
                  <a:pt x="227" y="512"/>
                </a:cubicBezTo>
                <a:lnTo>
                  <a:pt x="191" y="560"/>
                </a:lnTo>
                <a:lnTo>
                  <a:pt x="167" y="607"/>
                </a:lnTo>
                <a:lnTo>
                  <a:pt x="131" y="655"/>
                </a:lnTo>
                <a:lnTo>
                  <a:pt x="107" y="703"/>
                </a:lnTo>
                <a:cubicBezTo>
                  <a:pt x="107" y="714"/>
                  <a:pt x="96" y="726"/>
                  <a:pt x="96" y="750"/>
                </a:cubicBezTo>
                <a:cubicBezTo>
                  <a:pt x="84" y="762"/>
                  <a:pt x="84" y="774"/>
                  <a:pt x="72" y="786"/>
                </a:cubicBezTo>
                <a:lnTo>
                  <a:pt x="60" y="833"/>
                </a:lnTo>
                <a:lnTo>
                  <a:pt x="36" y="881"/>
                </a:lnTo>
                <a:cubicBezTo>
                  <a:pt x="36" y="905"/>
                  <a:pt x="36" y="917"/>
                  <a:pt x="24" y="929"/>
                </a:cubicBezTo>
                <a:cubicBezTo>
                  <a:pt x="24" y="953"/>
                  <a:pt x="24" y="964"/>
                  <a:pt x="12" y="976"/>
                </a:cubicBezTo>
                <a:cubicBezTo>
                  <a:pt x="12" y="1000"/>
                  <a:pt x="12" y="1012"/>
                  <a:pt x="12" y="1024"/>
                </a:cubicBezTo>
                <a:cubicBezTo>
                  <a:pt x="0" y="1048"/>
                  <a:pt x="12" y="1060"/>
                  <a:pt x="12" y="1072"/>
                </a:cubicBezTo>
                <a:lnTo>
                  <a:pt x="12" y="1119"/>
                </a:lnTo>
                <a:lnTo>
                  <a:pt x="12" y="1167"/>
                </a:lnTo>
                <a:lnTo>
                  <a:pt x="12" y="1214"/>
                </a:lnTo>
                <a:lnTo>
                  <a:pt x="12" y="14954"/>
                </a:lnTo>
                <a:cubicBezTo>
                  <a:pt x="12" y="14966"/>
                  <a:pt x="12" y="14978"/>
                  <a:pt x="12" y="14990"/>
                </a:cubicBezTo>
                <a:lnTo>
                  <a:pt x="12" y="15050"/>
                </a:lnTo>
                <a:cubicBezTo>
                  <a:pt x="12" y="15061"/>
                  <a:pt x="12" y="15073"/>
                  <a:pt x="12" y="15097"/>
                </a:cubicBezTo>
                <a:cubicBezTo>
                  <a:pt x="12" y="15109"/>
                  <a:pt x="12" y="15121"/>
                  <a:pt x="12" y="15145"/>
                </a:cubicBezTo>
                <a:cubicBezTo>
                  <a:pt x="12" y="15157"/>
                  <a:pt x="12" y="15169"/>
                  <a:pt x="12" y="15192"/>
                </a:cubicBezTo>
                <a:cubicBezTo>
                  <a:pt x="12" y="15204"/>
                  <a:pt x="12" y="15216"/>
                  <a:pt x="24" y="15240"/>
                </a:cubicBezTo>
                <a:cubicBezTo>
                  <a:pt x="36" y="15252"/>
                  <a:pt x="36" y="15276"/>
                  <a:pt x="36" y="15288"/>
                </a:cubicBezTo>
                <a:cubicBezTo>
                  <a:pt x="48" y="15300"/>
                  <a:pt x="48" y="15323"/>
                  <a:pt x="60" y="15335"/>
                </a:cubicBezTo>
                <a:lnTo>
                  <a:pt x="72" y="15383"/>
                </a:lnTo>
                <a:cubicBezTo>
                  <a:pt x="72" y="15407"/>
                  <a:pt x="84" y="15419"/>
                  <a:pt x="96" y="15431"/>
                </a:cubicBezTo>
                <a:cubicBezTo>
                  <a:pt x="96" y="15454"/>
                  <a:pt x="107" y="15466"/>
                  <a:pt x="119" y="15478"/>
                </a:cubicBezTo>
                <a:cubicBezTo>
                  <a:pt x="119" y="15502"/>
                  <a:pt x="131" y="15514"/>
                  <a:pt x="143" y="15526"/>
                </a:cubicBezTo>
                <a:cubicBezTo>
                  <a:pt x="143" y="15550"/>
                  <a:pt x="155" y="15561"/>
                  <a:pt x="167" y="15585"/>
                </a:cubicBezTo>
                <a:cubicBezTo>
                  <a:pt x="179" y="15597"/>
                  <a:pt x="191" y="15609"/>
                  <a:pt x="191" y="15633"/>
                </a:cubicBezTo>
                <a:lnTo>
                  <a:pt x="227" y="15681"/>
                </a:lnTo>
                <a:lnTo>
                  <a:pt x="262" y="15728"/>
                </a:lnTo>
                <a:lnTo>
                  <a:pt x="310" y="15776"/>
                </a:lnTo>
                <a:lnTo>
                  <a:pt x="358" y="15823"/>
                </a:lnTo>
                <a:lnTo>
                  <a:pt x="417" y="15871"/>
                </a:lnTo>
                <a:cubicBezTo>
                  <a:pt x="429" y="15895"/>
                  <a:pt x="453" y="15907"/>
                  <a:pt x="477" y="15931"/>
                </a:cubicBezTo>
                <a:cubicBezTo>
                  <a:pt x="500" y="15942"/>
                  <a:pt x="512" y="15954"/>
                  <a:pt x="536" y="15978"/>
                </a:cubicBezTo>
                <a:cubicBezTo>
                  <a:pt x="596" y="16014"/>
                  <a:pt x="655" y="16050"/>
                  <a:pt x="727" y="16073"/>
                </a:cubicBezTo>
                <a:cubicBezTo>
                  <a:pt x="762" y="16097"/>
                  <a:pt x="810" y="16109"/>
                  <a:pt x="858" y="16121"/>
                </a:cubicBezTo>
                <a:cubicBezTo>
                  <a:pt x="965" y="16157"/>
                  <a:pt x="1084" y="16181"/>
                  <a:pt x="1215" y="16181"/>
                </a:cubicBezTo>
                <a:lnTo>
                  <a:pt x="1227" y="16181"/>
                </a:lnTo>
                <a:cubicBezTo>
                  <a:pt x="1334" y="16181"/>
                  <a:pt x="1441" y="16169"/>
                  <a:pt x="1536" y="16133"/>
                </a:cubicBezTo>
                <a:cubicBezTo>
                  <a:pt x="1584" y="16121"/>
                  <a:pt x="1631" y="16109"/>
                  <a:pt x="1679" y="16085"/>
                </a:cubicBezTo>
                <a:cubicBezTo>
                  <a:pt x="1715" y="16073"/>
                  <a:pt x="1751" y="16062"/>
                  <a:pt x="1786" y="16038"/>
                </a:cubicBezTo>
                <a:cubicBezTo>
                  <a:pt x="1810" y="16026"/>
                  <a:pt x="1834" y="16014"/>
                  <a:pt x="1858" y="15990"/>
                </a:cubicBezTo>
                <a:lnTo>
                  <a:pt x="1929" y="15942"/>
                </a:lnTo>
                <a:cubicBezTo>
                  <a:pt x="1953" y="15931"/>
                  <a:pt x="1977" y="15919"/>
                  <a:pt x="2001" y="15907"/>
                </a:cubicBezTo>
                <a:cubicBezTo>
                  <a:pt x="2012" y="15883"/>
                  <a:pt x="2036" y="15871"/>
                  <a:pt x="2048" y="15859"/>
                </a:cubicBezTo>
                <a:lnTo>
                  <a:pt x="2096" y="15812"/>
                </a:lnTo>
                <a:lnTo>
                  <a:pt x="2143" y="15752"/>
                </a:lnTo>
                <a:cubicBezTo>
                  <a:pt x="2155" y="15740"/>
                  <a:pt x="2167" y="15728"/>
                  <a:pt x="2179" y="15704"/>
                </a:cubicBezTo>
                <a:lnTo>
                  <a:pt x="2215" y="15657"/>
                </a:lnTo>
                <a:lnTo>
                  <a:pt x="2251" y="15609"/>
                </a:lnTo>
                <a:lnTo>
                  <a:pt x="2274" y="15561"/>
                </a:lnTo>
                <a:cubicBezTo>
                  <a:pt x="2286" y="15550"/>
                  <a:pt x="2298" y="15538"/>
                  <a:pt x="2310" y="15514"/>
                </a:cubicBezTo>
                <a:cubicBezTo>
                  <a:pt x="2310" y="15502"/>
                  <a:pt x="2322" y="15478"/>
                  <a:pt x="2334" y="15466"/>
                </a:cubicBezTo>
                <a:cubicBezTo>
                  <a:pt x="2334" y="15454"/>
                  <a:pt x="2346" y="15431"/>
                  <a:pt x="2346" y="15419"/>
                </a:cubicBezTo>
                <a:cubicBezTo>
                  <a:pt x="2358" y="15407"/>
                  <a:pt x="2358" y="15383"/>
                  <a:pt x="2370" y="15371"/>
                </a:cubicBezTo>
                <a:cubicBezTo>
                  <a:pt x="2370" y="15359"/>
                  <a:pt x="2382" y="15335"/>
                  <a:pt x="2382" y="15323"/>
                </a:cubicBezTo>
                <a:cubicBezTo>
                  <a:pt x="2393" y="15311"/>
                  <a:pt x="2393" y="15288"/>
                  <a:pt x="2393" y="15276"/>
                </a:cubicBezTo>
                <a:cubicBezTo>
                  <a:pt x="2405" y="15264"/>
                  <a:pt x="2405" y="15240"/>
                  <a:pt x="2405" y="15228"/>
                </a:cubicBezTo>
                <a:cubicBezTo>
                  <a:pt x="2417" y="15204"/>
                  <a:pt x="2417" y="15192"/>
                  <a:pt x="2417" y="15180"/>
                </a:cubicBezTo>
                <a:cubicBezTo>
                  <a:pt x="2429" y="15157"/>
                  <a:pt x="2417" y="15145"/>
                  <a:pt x="2417" y="15133"/>
                </a:cubicBezTo>
                <a:lnTo>
                  <a:pt x="2417" y="15085"/>
                </a:lnTo>
                <a:lnTo>
                  <a:pt x="2417" y="15026"/>
                </a:lnTo>
                <a:lnTo>
                  <a:pt x="2417" y="14978"/>
                </a:lnTo>
                <a:lnTo>
                  <a:pt x="2417" y="1214"/>
                </a:lnTo>
                <a:lnTo>
                  <a:pt x="2441" y="1214"/>
                </a:lnTo>
                <a:lnTo>
                  <a:pt x="2441" y="1167"/>
                </a:lnTo>
                <a:lnTo>
                  <a:pt x="2441" y="1119"/>
                </a:lnTo>
                <a:cubicBezTo>
                  <a:pt x="2441" y="1107"/>
                  <a:pt x="2441" y="1084"/>
                  <a:pt x="2441" y="1072"/>
                </a:cubicBezTo>
                <a:cubicBezTo>
                  <a:pt x="2441" y="1060"/>
                  <a:pt x="2441" y="1036"/>
                  <a:pt x="2441" y="1024"/>
                </a:cubicBezTo>
                <a:cubicBezTo>
                  <a:pt x="2441" y="1012"/>
                  <a:pt x="2441" y="988"/>
                  <a:pt x="2441" y="976"/>
                </a:cubicBezTo>
                <a:cubicBezTo>
                  <a:pt x="2441" y="964"/>
                  <a:pt x="2429" y="941"/>
                  <a:pt x="2429" y="929"/>
                </a:cubicBezTo>
                <a:cubicBezTo>
                  <a:pt x="2429" y="905"/>
                  <a:pt x="2429" y="893"/>
                  <a:pt x="2417" y="881"/>
                </a:cubicBezTo>
                <a:cubicBezTo>
                  <a:pt x="2417" y="869"/>
                  <a:pt x="2405" y="845"/>
                  <a:pt x="2405" y="833"/>
                </a:cubicBezTo>
                <a:cubicBezTo>
                  <a:pt x="2405" y="810"/>
                  <a:pt x="2393" y="798"/>
                  <a:pt x="2382" y="786"/>
                </a:cubicBezTo>
                <a:cubicBezTo>
                  <a:pt x="2382" y="762"/>
                  <a:pt x="2370" y="750"/>
                  <a:pt x="2370" y="738"/>
                </a:cubicBezTo>
                <a:cubicBezTo>
                  <a:pt x="2358" y="714"/>
                  <a:pt x="2346" y="703"/>
                  <a:pt x="2346" y="691"/>
                </a:cubicBezTo>
                <a:lnTo>
                  <a:pt x="2298" y="643"/>
                </a:lnTo>
                <a:cubicBezTo>
                  <a:pt x="2286" y="619"/>
                  <a:pt x="2274" y="607"/>
                  <a:pt x="2263" y="595"/>
                </a:cubicBezTo>
                <a:cubicBezTo>
                  <a:pt x="2251" y="572"/>
                  <a:pt x="2251" y="560"/>
                  <a:pt x="2239" y="548"/>
                </a:cubicBezTo>
                <a:lnTo>
                  <a:pt x="2203" y="500"/>
                </a:lnTo>
                <a:lnTo>
                  <a:pt x="2167" y="452"/>
                </a:lnTo>
                <a:lnTo>
                  <a:pt x="2120" y="393"/>
                </a:lnTo>
                <a:lnTo>
                  <a:pt x="2072" y="345"/>
                </a:lnTo>
                <a:lnTo>
                  <a:pt x="2024" y="298"/>
                </a:lnTo>
                <a:cubicBezTo>
                  <a:pt x="2001" y="286"/>
                  <a:pt x="1977" y="274"/>
                  <a:pt x="1965" y="250"/>
                </a:cubicBezTo>
                <a:lnTo>
                  <a:pt x="1893" y="202"/>
                </a:lnTo>
                <a:lnTo>
                  <a:pt x="1810" y="155"/>
                </a:lnTo>
                <a:cubicBezTo>
                  <a:pt x="1786" y="143"/>
                  <a:pt x="1751" y="119"/>
                  <a:pt x="1715" y="107"/>
                </a:cubicBezTo>
                <a:cubicBezTo>
                  <a:pt x="1679" y="95"/>
                  <a:pt x="1631" y="71"/>
                  <a:pt x="1596" y="60"/>
                </a:cubicBezTo>
                <a:cubicBezTo>
                  <a:pt x="1512" y="36"/>
                  <a:pt x="1429" y="12"/>
                  <a:pt x="1346" y="12"/>
                </a:cubicBezTo>
                <a:cubicBezTo>
                  <a:pt x="1298" y="0"/>
                  <a:pt x="1262" y="0"/>
                  <a:pt x="121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0" name="Google Shape;2660;p24"/>
          <p:cNvSpPr/>
          <p:nvPr/>
        </p:nvSpPr>
        <p:spPr>
          <a:xfrm>
            <a:off x="3688772" y="-169612"/>
            <a:ext cx="142572" cy="125041"/>
          </a:xfrm>
          <a:custGeom>
            <a:avLst/>
            <a:gdLst/>
            <a:ahLst/>
            <a:cxnLst/>
            <a:rect l="l" t="t" r="r" b="b"/>
            <a:pathLst>
              <a:path w="4359" h="3823" extrusionOk="0">
                <a:moveTo>
                  <a:pt x="1144" y="0"/>
                </a:moveTo>
                <a:cubicBezTo>
                  <a:pt x="513" y="0"/>
                  <a:pt x="1" y="512"/>
                  <a:pt x="1" y="1131"/>
                </a:cubicBezTo>
                <a:lnTo>
                  <a:pt x="1" y="2679"/>
                </a:lnTo>
                <a:cubicBezTo>
                  <a:pt x="1" y="3310"/>
                  <a:pt x="513" y="3810"/>
                  <a:pt x="1144" y="3822"/>
                </a:cubicBezTo>
                <a:lnTo>
                  <a:pt x="3227" y="3822"/>
                </a:lnTo>
                <a:cubicBezTo>
                  <a:pt x="3846" y="3810"/>
                  <a:pt x="4358" y="3310"/>
                  <a:pt x="4358" y="2679"/>
                </a:cubicBezTo>
                <a:lnTo>
                  <a:pt x="4358" y="1131"/>
                </a:lnTo>
                <a:cubicBezTo>
                  <a:pt x="4358" y="512"/>
                  <a:pt x="3846" y="0"/>
                  <a:pt x="3227" y="0"/>
                </a:cubicBezTo>
                <a:close/>
              </a:path>
            </a:pathLst>
          </a:custGeom>
          <a:solidFill>
            <a:srgbClr val="821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1" name="Google Shape;2661;p24"/>
          <p:cNvSpPr/>
          <p:nvPr/>
        </p:nvSpPr>
        <p:spPr>
          <a:xfrm>
            <a:off x="3688772" y="277825"/>
            <a:ext cx="142572" cy="124648"/>
          </a:xfrm>
          <a:custGeom>
            <a:avLst/>
            <a:gdLst/>
            <a:ahLst/>
            <a:cxnLst/>
            <a:rect l="l" t="t" r="r" b="b"/>
            <a:pathLst>
              <a:path w="4359" h="3811" extrusionOk="0">
                <a:moveTo>
                  <a:pt x="1144" y="0"/>
                </a:moveTo>
                <a:cubicBezTo>
                  <a:pt x="513" y="0"/>
                  <a:pt x="1" y="512"/>
                  <a:pt x="1" y="1132"/>
                </a:cubicBezTo>
                <a:lnTo>
                  <a:pt x="1" y="2679"/>
                </a:lnTo>
                <a:cubicBezTo>
                  <a:pt x="1" y="3310"/>
                  <a:pt x="513" y="3810"/>
                  <a:pt x="1144" y="3810"/>
                </a:cubicBezTo>
                <a:lnTo>
                  <a:pt x="3227" y="3810"/>
                </a:lnTo>
                <a:cubicBezTo>
                  <a:pt x="3846" y="3810"/>
                  <a:pt x="4358" y="3310"/>
                  <a:pt x="4358" y="2679"/>
                </a:cubicBezTo>
                <a:lnTo>
                  <a:pt x="4358" y="1132"/>
                </a:lnTo>
                <a:cubicBezTo>
                  <a:pt x="4358" y="512"/>
                  <a:pt x="3846" y="0"/>
                  <a:pt x="3227" y="0"/>
                </a:cubicBezTo>
                <a:close/>
              </a:path>
            </a:pathLst>
          </a:custGeom>
          <a:solidFill>
            <a:srgbClr val="821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2" name="Google Shape;2662;p24"/>
          <p:cNvSpPr/>
          <p:nvPr/>
        </p:nvSpPr>
        <p:spPr>
          <a:xfrm>
            <a:off x="3711766" y="-148189"/>
            <a:ext cx="80231" cy="529240"/>
          </a:xfrm>
          <a:custGeom>
            <a:avLst/>
            <a:gdLst/>
            <a:ahLst/>
            <a:cxnLst/>
            <a:rect l="l" t="t" r="r" b="b"/>
            <a:pathLst>
              <a:path w="2453" h="16181" extrusionOk="0">
                <a:moveTo>
                  <a:pt x="1226" y="0"/>
                </a:moveTo>
                <a:cubicBezTo>
                  <a:pt x="917" y="0"/>
                  <a:pt x="631" y="107"/>
                  <a:pt x="405" y="310"/>
                </a:cubicBezTo>
                <a:lnTo>
                  <a:pt x="381" y="333"/>
                </a:lnTo>
                <a:cubicBezTo>
                  <a:pt x="357" y="369"/>
                  <a:pt x="322" y="393"/>
                  <a:pt x="286" y="429"/>
                </a:cubicBezTo>
                <a:cubicBezTo>
                  <a:pt x="274" y="452"/>
                  <a:pt x="250" y="476"/>
                  <a:pt x="238" y="500"/>
                </a:cubicBezTo>
                <a:cubicBezTo>
                  <a:pt x="214" y="524"/>
                  <a:pt x="191" y="560"/>
                  <a:pt x="179" y="595"/>
                </a:cubicBezTo>
                <a:cubicBezTo>
                  <a:pt x="155" y="631"/>
                  <a:pt x="131" y="655"/>
                  <a:pt x="119" y="691"/>
                </a:cubicBezTo>
                <a:cubicBezTo>
                  <a:pt x="107" y="726"/>
                  <a:pt x="95" y="750"/>
                  <a:pt x="83" y="786"/>
                </a:cubicBezTo>
                <a:cubicBezTo>
                  <a:pt x="60" y="833"/>
                  <a:pt x="48" y="869"/>
                  <a:pt x="36" y="917"/>
                </a:cubicBezTo>
                <a:cubicBezTo>
                  <a:pt x="36" y="941"/>
                  <a:pt x="24" y="964"/>
                  <a:pt x="12" y="1000"/>
                </a:cubicBezTo>
                <a:cubicBezTo>
                  <a:pt x="0" y="1072"/>
                  <a:pt x="0" y="1143"/>
                  <a:pt x="0" y="1226"/>
                </a:cubicBezTo>
                <a:lnTo>
                  <a:pt x="0" y="14954"/>
                </a:lnTo>
                <a:cubicBezTo>
                  <a:pt x="0" y="15633"/>
                  <a:pt x="548" y="16181"/>
                  <a:pt x="1215" y="16181"/>
                </a:cubicBezTo>
                <a:lnTo>
                  <a:pt x="1226" y="16181"/>
                </a:lnTo>
                <a:cubicBezTo>
                  <a:pt x="1310" y="16181"/>
                  <a:pt x="1393" y="16169"/>
                  <a:pt x="1476" y="16157"/>
                </a:cubicBezTo>
                <a:lnTo>
                  <a:pt x="1512" y="16145"/>
                </a:lnTo>
                <a:cubicBezTo>
                  <a:pt x="1584" y="16121"/>
                  <a:pt x="1655" y="16097"/>
                  <a:pt x="1715" y="16073"/>
                </a:cubicBezTo>
                <a:lnTo>
                  <a:pt x="1738" y="16073"/>
                </a:lnTo>
                <a:cubicBezTo>
                  <a:pt x="1881" y="16002"/>
                  <a:pt x="2012" y="15907"/>
                  <a:pt x="2119" y="15788"/>
                </a:cubicBezTo>
                <a:cubicBezTo>
                  <a:pt x="2334" y="15561"/>
                  <a:pt x="2441" y="15276"/>
                  <a:pt x="2453" y="14966"/>
                </a:cubicBezTo>
                <a:lnTo>
                  <a:pt x="2453" y="1226"/>
                </a:lnTo>
                <a:cubicBezTo>
                  <a:pt x="2453" y="548"/>
                  <a:pt x="1905" y="0"/>
                  <a:pt x="1226" y="0"/>
                </a:cubicBezTo>
                <a:close/>
              </a:path>
            </a:pathLst>
          </a:custGeom>
          <a:solidFill>
            <a:srgbClr val="272425">
              <a:alpha val="200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3" name="Google Shape;2663;p24"/>
          <p:cNvSpPr/>
          <p:nvPr/>
        </p:nvSpPr>
        <p:spPr>
          <a:xfrm>
            <a:off x="3723442" y="-148189"/>
            <a:ext cx="79087" cy="529240"/>
          </a:xfrm>
          <a:custGeom>
            <a:avLst/>
            <a:gdLst/>
            <a:ahLst/>
            <a:cxnLst/>
            <a:rect l="l" t="t" r="r" b="b"/>
            <a:pathLst>
              <a:path w="2418" h="16181" extrusionOk="0">
                <a:moveTo>
                  <a:pt x="1131" y="0"/>
                </a:moveTo>
                <a:cubicBezTo>
                  <a:pt x="1048" y="0"/>
                  <a:pt x="965" y="24"/>
                  <a:pt x="881" y="48"/>
                </a:cubicBezTo>
                <a:cubicBezTo>
                  <a:pt x="834" y="60"/>
                  <a:pt x="786" y="71"/>
                  <a:pt x="738" y="83"/>
                </a:cubicBezTo>
                <a:cubicBezTo>
                  <a:pt x="715" y="107"/>
                  <a:pt x="679" y="119"/>
                  <a:pt x="643" y="131"/>
                </a:cubicBezTo>
                <a:cubicBezTo>
                  <a:pt x="608" y="155"/>
                  <a:pt x="596" y="167"/>
                  <a:pt x="572" y="179"/>
                </a:cubicBezTo>
                <a:cubicBezTo>
                  <a:pt x="536" y="202"/>
                  <a:pt x="524" y="214"/>
                  <a:pt x="500" y="226"/>
                </a:cubicBezTo>
                <a:cubicBezTo>
                  <a:pt x="477" y="238"/>
                  <a:pt x="453" y="262"/>
                  <a:pt x="429" y="274"/>
                </a:cubicBezTo>
                <a:lnTo>
                  <a:pt x="381" y="322"/>
                </a:lnTo>
                <a:lnTo>
                  <a:pt x="334" y="369"/>
                </a:lnTo>
                <a:cubicBezTo>
                  <a:pt x="322" y="381"/>
                  <a:pt x="298" y="393"/>
                  <a:pt x="286" y="417"/>
                </a:cubicBezTo>
                <a:lnTo>
                  <a:pt x="250" y="464"/>
                </a:lnTo>
                <a:lnTo>
                  <a:pt x="215" y="512"/>
                </a:lnTo>
                <a:lnTo>
                  <a:pt x="179" y="560"/>
                </a:lnTo>
                <a:cubicBezTo>
                  <a:pt x="179" y="572"/>
                  <a:pt x="167" y="583"/>
                  <a:pt x="155" y="607"/>
                </a:cubicBezTo>
                <a:cubicBezTo>
                  <a:pt x="143" y="619"/>
                  <a:pt x="131" y="631"/>
                  <a:pt x="131" y="655"/>
                </a:cubicBezTo>
                <a:cubicBezTo>
                  <a:pt x="119" y="667"/>
                  <a:pt x="119" y="679"/>
                  <a:pt x="107" y="703"/>
                </a:cubicBezTo>
                <a:lnTo>
                  <a:pt x="84" y="750"/>
                </a:lnTo>
                <a:cubicBezTo>
                  <a:pt x="84" y="762"/>
                  <a:pt x="72" y="774"/>
                  <a:pt x="72" y="786"/>
                </a:cubicBezTo>
                <a:lnTo>
                  <a:pt x="48" y="833"/>
                </a:lnTo>
                <a:lnTo>
                  <a:pt x="36" y="881"/>
                </a:lnTo>
                <a:lnTo>
                  <a:pt x="24" y="929"/>
                </a:lnTo>
                <a:cubicBezTo>
                  <a:pt x="24" y="953"/>
                  <a:pt x="12" y="964"/>
                  <a:pt x="12" y="976"/>
                </a:cubicBezTo>
                <a:cubicBezTo>
                  <a:pt x="12" y="1000"/>
                  <a:pt x="12" y="1012"/>
                  <a:pt x="12" y="1024"/>
                </a:cubicBezTo>
                <a:cubicBezTo>
                  <a:pt x="12" y="1048"/>
                  <a:pt x="12" y="1060"/>
                  <a:pt x="0" y="1072"/>
                </a:cubicBezTo>
                <a:lnTo>
                  <a:pt x="0" y="1119"/>
                </a:lnTo>
                <a:lnTo>
                  <a:pt x="0" y="1167"/>
                </a:lnTo>
                <a:lnTo>
                  <a:pt x="0" y="1214"/>
                </a:lnTo>
                <a:lnTo>
                  <a:pt x="0" y="14954"/>
                </a:lnTo>
                <a:lnTo>
                  <a:pt x="0" y="14990"/>
                </a:lnTo>
                <a:lnTo>
                  <a:pt x="0" y="15050"/>
                </a:lnTo>
                <a:lnTo>
                  <a:pt x="0" y="15097"/>
                </a:lnTo>
                <a:cubicBezTo>
                  <a:pt x="0" y="15109"/>
                  <a:pt x="0" y="15121"/>
                  <a:pt x="12" y="15145"/>
                </a:cubicBezTo>
                <a:cubicBezTo>
                  <a:pt x="12" y="15157"/>
                  <a:pt x="12" y="15169"/>
                  <a:pt x="12" y="15192"/>
                </a:cubicBezTo>
                <a:cubicBezTo>
                  <a:pt x="12" y="15204"/>
                  <a:pt x="12" y="15216"/>
                  <a:pt x="24" y="15240"/>
                </a:cubicBezTo>
                <a:cubicBezTo>
                  <a:pt x="36" y="15252"/>
                  <a:pt x="24" y="15276"/>
                  <a:pt x="36" y="15288"/>
                </a:cubicBezTo>
                <a:cubicBezTo>
                  <a:pt x="48" y="15300"/>
                  <a:pt x="48" y="15323"/>
                  <a:pt x="48" y="15335"/>
                </a:cubicBezTo>
                <a:cubicBezTo>
                  <a:pt x="60" y="15347"/>
                  <a:pt x="60" y="15371"/>
                  <a:pt x="72" y="15383"/>
                </a:cubicBezTo>
                <a:cubicBezTo>
                  <a:pt x="72" y="15407"/>
                  <a:pt x="84" y="15419"/>
                  <a:pt x="84" y="15431"/>
                </a:cubicBezTo>
                <a:cubicBezTo>
                  <a:pt x="96" y="15454"/>
                  <a:pt x="96" y="15466"/>
                  <a:pt x="107" y="15478"/>
                </a:cubicBezTo>
                <a:lnTo>
                  <a:pt x="131" y="15526"/>
                </a:lnTo>
                <a:lnTo>
                  <a:pt x="167" y="15585"/>
                </a:lnTo>
                <a:cubicBezTo>
                  <a:pt x="167" y="15597"/>
                  <a:pt x="179" y="15609"/>
                  <a:pt x="191" y="15633"/>
                </a:cubicBezTo>
                <a:cubicBezTo>
                  <a:pt x="203" y="15645"/>
                  <a:pt x="215" y="15669"/>
                  <a:pt x="227" y="15681"/>
                </a:cubicBezTo>
                <a:lnTo>
                  <a:pt x="262" y="15728"/>
                </a:lnTo>
                <a:lnTo>
                  <a:pt x="310" y="15776"/>
                </a:lnTo>
                <a:lnTo>
                  <a:pt x="357" y="15823"/>
                </a:lnTo>
                <a:lnTo>
                  <a:pt x="405" y="15871"/>
                </a:lnTo>
                <a:cubicBezTo>
                  <a:pt x="429" y="15895"/>
                  <a:pt x="453" y="15907"/>
                  <a:pt x="465" y="15931"/>
                </a:cubicBezTo>
                <a:lnTo>
                  <a:pt x="536" y="15978"/>
                </a:lnTo>
                <a:cubicBezTo>
                  <a:pt x="596" y="16014"/>
                  <a:pt x="655" y="16050"/>
                  <a:pt x="715" y="16073"/>
                </a:cubicBezTo>
                <a:cubicBezTo>
                  <a:pt x="762" y="16097"/>
                  <a:pt x="810" y="16109"/>
                  <a:pt x="846" y="16121"/>
                </a:cubicBezTo>
                <a:cubicBezTo>
                  <a:pt x="965" y="16157"/>
                  <a:pt x="1084" y="16181"/>
                  <a:pt x="1203" y="16181"/>
                </a:cubicBezTo>
                <a:lnTo>
                  <a:pt x="1215" y="16181"/>
                </a:lnTo>
                <a:cubicBezTo>
                  <a:pt x="1322" y="16181"/>
                  <a:pt x="1429" y="16169"/>
                  <a:pt x="1536" y="16133"/>
                </a:cubicBezTo>
                <a:cubicBezTo>
                  <a:pt x="1584" y="16121"/>
                  <a:pt x="1631" y="16109"/>
                  <a:pt x="1679" y="16085"/>
                </a:cubicBezTo>
                <a:cubicBezTo>
                  <a:pt x="1715" y="16073"/>
                  <a:pt x="1739" y="16062"/>
                  <a:pt x="1774" y="16038"/>
                </a:cubicBezTo>
                <a:lnTo>
                  <a:pt x="1858" y="15990"/>
                </a:lnTo>
                <a:lnTo>
                  <a:pt x="1929" y="15942"/>
                </a:lnTo>
                <a:cubicBezTo>
                  <a:pt x="1953" y="15931"/>
                  <a:pt x="1977" y="15919"/>
                  <a:pt x="1989" y="15907"/>
                </a:cubicBezTo>
                <a:lnTo>
                  <a:pt x="2048" y="15859"/>
                </a:lnTo>
                <a:lnTo>
                  <a:pt x="2096" y="15812"/>
                </a:lnTo>
                <a:lnTo>
                  <a:pt x="2143" y="15752"/>
                </a:lnTo>
                <a:cubicBezTo>
                  <a:pt x="2155" y="15740"/>
                  <a:pt x="2167" y="15728"/>
                  <a:pt x="2179" y="15704"/>
                </a:cubicBezTo>
                <a:cubicBezTo>
                  <a:pt x="2191" y="15692"/>
                  <a:pt x="2203" y="15681"/>
                  <a:pt x="2215" y="15657"/>
                </a:cubicBezTo>
                <a:cubicBezTo>
                  <a:pt x="2227" y="15645"/>
                  <a:pt x="2239" y="15633"/>
                  <a:pt x="2251" y="15609"/>
                </a:cubicBezTo>
                <a:lnTo>
                  <a:pt x="2274" y="15561"/>
                </a:lnTo>
                <a:lnTo>
                  <a:pt x="2298" y="15514"/>
                </a:lnTo>
                <a:cubicBezTo>
                  <a:pt x="2310" y="15502"/>
                  <a:pt x="2322" y="15478"/>
                  <a:pt x="2322" y="15466"/>
                </a:cubicBezTo>
                <a:cubicBezTo>
                  <a:pt x="2334" y="15454"/>
                  <a:pt x="2334" y="15431"/>
                  <a:pt x="2346" y="15419"/>
                </a:cubicBezTo>
                <a:cubicBezTo>
                  <a:pt x="2346" y="15407"/>
                  <a:pt x="2358" y="15383"/>
                  <a:pt x="2358" y="15371"/>
                </a:cubicBezTo>
                <a:cubicBezTo>
                  <a:pt x="2358" y="15359"/>
                  <a:pt x="2382" y="15335"/>
                  <a:pt x="2382" y="15323"/>
                </a:cubicBezTo>
                <a:cubicBezTo>
                  <a:pt x="2382" y="15311"/>
                  <a:pt x="2393" y="15288"/>
                  <a:pt x="2393" y="15276"/>
                </a:cubicBezTo>
                <a:lnTo>
                  <a:pt x="2405" y="15228"/>
                </a:lnTo>
                <a:lnTo>
                  <a:pt x="2417" y="15180"/>
                </a:lnTo>
                <a:cubicBezTo>
                  <a:pt x="2417" y="15157"/>
                  <a:pt x="2417" y="15145"/>
                  <a:pt x="2417" y="15133"/>
                </a:cubicBezTo>
                <a:lnTo>
                  <a:pt x="2417" y="15085"/>
                </a:lnTo>
                <a:lnTo>
                  <a:pt x="2417" y="15026"/>
                </a:lnTo>
                <a:lnTo>
                  <a:pt x="2417" y="14978"/>
                </a:lnTo>
                <a:lnTo>
                  <a:pt x="2417" y="14954"/>
                </a:lnTo>
                <a:lnTo>
                  <a:pt x="2417" y="1214"/>
                </a:lnTo>
                <a:lnTo>
                  <a:pt x="2417" y="1167"/>
                </a:lnTo>
                <a:lnTo>
                  <a:pt x="2417" y="1119"/>
                </a:lnTo>
                <a:lnTo>
                  <a:pt x="2417" y="1072"/>
                </a:lnTo>
                <a:cubicBezTo>
                  <a:pt x="2417" y="1060"/>
                  <a:pt x="2417" y="1036"/>
                  <a:pt x="2405" y="1024"/>
                </a:cubicBezTo>
                <a:lnTo>
                  <a:pt x="2405" y="976"/>
                </a:lnTo>
                <a:cubicBezTo>
                  <a:pt x="2405" y="964"/>
                  <a:pt x="2405" y="941"/>
                  <a:pt x="2393" y="929"/>
                </a:cubicBezTo>
                <a:cubicBezTo>
                  <a:pt x="2393" y="917"/>
                  <a:pt x="2393" y="893"/>
                  <a:pt x="2382" y="881"/>
                </a:cubicBezTo>
                <a:cubicBezTo>
                  <a:pt x="2382" y="869"/>
                  <a:pt x="2370" y="845"/>
                  <a:pt x="2370" y="833"/>
                </a:cubicBezTo>
                <a:lnTo>
                  <a:pt x="2346" y="786"/>
                </a:lnTo>
                <a:lnTo>
                  <a:pt x="2334" y="738"/>
                </a:lnTo>
                <a:cubicBezTo>
                  <a:pt x="2322" y="714"/>
                  <a:pt x="2310" y="703"/>
                  <a:pt x="2310" y="691"/>
                </a:cubicBezTo>
                <a:cubicBezTo>
                  <a:pt x="2298" y="667"/>
                  <a:pt x="2298" y="655"/>
                  <a:pt x="2286" y="643"/>
                </a:cubicBezTo>
                <a:lnTo>
                  <a:pt x="2251" y="595"/>
                </a:lnTo>
                <a:lnTo>
                  <a:pt x="2227" y="548"/>
                </a:lnTo>
                <a:cubicBezTo>
                  <a:pt x="2215" y="524"/>
                  <a:pt x="2203" y="512"/>
                  <a:pt x="2191" y="500"/>
                </a:cubicBezTo>
                <a:cubicBezTo>
                  <a:pt x="2179" y="476"/>
                  <a:pt x="2167" y="464"/>
                  <a:pt x="2155" y="452"/>
                </a:cubicBezTo>
                <a:lnTo>
                  <a:pt x="2108" y="393"/>
                </a:lnTo>
                <a:lnTo>
                  <a:pt x="2072" y="345"/>
                </a:lnTo>
                <a:lnTo>
                  <a:pt x="2012" y="298"/>
                </a:lnTo>
                <a:cubicBezTo>
                  <a:pt x="2001" y="286"/>
                  <a:pt x="1977" y="274"/>
                  <a:pt x="1953" y="250"/>
                </a:cubicBezTo>
                <a:lnTo>
                  <a:pt x="1893" y="202"/>
                </a:lnTo>
                <a:lnTo>
                  <a:pt x="1810" y="155"/>
                </a:lnTo>
                <a:cubicBezTo>
                  <a:pt x="1774" y="143"/>
                  <a:pt x="1739" y="119"/>
                  <a:pt x="1715" y="107"/>
                </a:cubicBezTo>
                <a:cubicBezTo>
                  <a:pt x="1667" y="95"/>
                  <a:pt x="1631" y="71"/>
                  <a:pt x="1584" y="60"/>
                </a:cubicBezTo>
                <a:cubicBezTo>
                  <a:pt x="1500" y="36"/>
                  <a:pt x="1417" y="12"/>
                  <a:pt x="1346" y="12"/>
                </a:cubicBezTo>
                <a:cubicBezTo>
                  <a:pt x="1298" y="0"/>
                  <a:pt x="1250" y="0"/>
                  <a:pt x="121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4" name="Google Shape;2664;p24"/>
          <p:cNvSpPr/>
          <p:nvPr/>
        </p:nvSpPr>
        <p:spPr>
          <a:xfrm>
            <a:off x="5312662" y="-169612"/>
            <a:ext cx="142572" cy="125041"/>
          </a:xfrm>
          <a:custGeom>
            <a:avLst/>
            <a:gdLst/>
            <a:ahLst/>
            <a:cxnLst/>
            <a:rect l="l" t="t" r="r" b="b"/>
            <a:pathLst>
              <a:path w="4359" h="3823" extrusionOk="0">
                <a:moveTo>
                  <a:pt x="1132" y="0"/>
                </a:moveTo>
                <a:cubicBezTo>
                  <a:pt x="501" y="0"/>
                  <a:pt x="1" y="500"/>
                  <a:pt x="1" y="1131"/>
                </a:cubicBezTo>
                <a:lnTo>
                  <a:pt x="1" y="2679"/>
                </a:lnTo>
                <a:cubicBezTo>
                  <a:pt x="1" y="3310"/>
                  <a:pt x="501" y="3822"/>
                  <a:pt x="1132" y="3822"/>
                </a:cubicBezTo>
                <a:lnTo>
                  <a:pt x="3227" y="3822"/>
                </a:lnTo>
                <a:cubicBezTo>
                  <a:pt x="3846" y="3822"/>
                  <a:pt x="4358" y="3310"/>
                  <a:pt x="4358" y="2679"/>
                </a:cubicBezTo>
                <a:lnTo>
                  <a:pt x="4358" y="1131"/>
                </a:lnTo>
                <a:cubicBezTo>
                  <a:pt x="4358" y="500"/>
                  <a:pt x="3846" y="0"/>
                  <a:pt x="3227" y="0"/>
                </a:cubicBezTo>
                <a:close/>
              </a:path>
            </a:pathLst>
          </a:custGeom>
          <a:solidFill>
            <a:srgbClr val="821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5" name="Google Shape;2665;p24"/>
          <p:cNvSpPr/>
          <p:nvPr/>
        </p:nvSpPr>
        <p:spPr>
          <a:xfrm>
            <a:off x="5312662" y="277825"/>
            <a:ext cx="142572" cy="124648"/>
          </a:xfrm>
          <a:custGeom>
            <a:avLst/>
            <a:gdLst/>
            <a:ahLst/>
            <a:cxnLst/>
            <a:rect l="l" t="t" r="r" b="b"/>
            <a:pathLst>
              <a:path w="4359" h="3811" extrusionOk="0">
                <a:moveTo>
                  <a:pt x="1144" y="0"/>
                </a:moveTo>
                <a:cubicBezTo>
                  <a:pt x="513" y="0"/>
                  <a:pt x="1" y="512"/>
                  <a:pt x="1" y="1132"/>
                </a:cubicBezTo>
                <a:lnTo>
                  <a:pt x="1" y="2679"/>
                </a:lnTo>
                <a:cubicBezTo>
                  <a:pt x="1" y="3310"/>
                  <a:pt x="513" y="3810"/>
                  <a:pt x="1144" y="3810"/>
                </a:cubicBezTo>
                <a:lnTo>
                  <a:pt x="3227" y="3810"/>
                </a:lnTo>
                <a:cubicBezTo>
                  <a:pt x="3846" y="3810"/>
                  <a:pt x="4358" y="3310"/>
                  <a:pt x="4358" y="2679"/>
                </a:cubicBezTo>
                <a:lnTo>
                  <a:pt x="4358" y="1132"/>
                </a:lnTo>
                <a:cubicBezTo>
                  <a:pt x="4358" y="512"/>
                  <a:pt x="3846" y="0"/>
                  <a:pt x="3227" y="0"/>
                </a:cubicBezTo>
                <a:close/>
              </a:path>
            </a:pathLst>
          </a:custGeom>
          <a:solidFill>
            <a:srgbClr val="821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6" name="Google Shape;2666;p24"/>
          <p:cNvSpPr/>
          <p:nvPr/>
        </p:nvSpPr>
        <p:spPr>
          <a:xfrm>
            <a:off x="5335655" y="-148189"/>
            <a:ext cx="79839" cy="529240"/>
          </a:xfrm>
          <a:custGeom>
            <a:avLst/>
            <a:gdLst/>
            <a:ahLst/>
            <a:cxnLst/>
            <a:rect l="l" t="t" r="r" b="b"/>
            <a:pathLst>
              <a:path w="2441" h="16181" extrusionOk="0">
                <a:moveTo>
                  <a:pt x="1215" y="0"/>
                </a:moveTo>
                <a:cubicBezTo>
                  <a:pt x="917" y="0"/>
                  <a:pt x="631" y="119"/>
                  <a:pt x="405" y="310"/>
                </a:cubicBezTo>
                <a:lnTo>
                  <a:pt x="393" y="333"/>
                </a:lnTo>
                <a:cubicBezTo>
                  <a:pt x="357" y="369"/>
                  <a:pt x="322" y="393"/>
                  <a:pt x="298" y="429"/>
                </a:cubicBezTo>
                <a:cubicBezTo>
                  <a:pt x="274" y="452"/>
                  <a:pt x="262" y="476"/>
                  <a:pt x="238" y="500"/>
                </a:cubicBezTo>
                <a:cubicBezTo>
                  <a:pt x="214" y="524"/>
                  <a:pt x="191" y="560"/>
                  <a:pt x="179" y="595"/>
                </a:cubicBezTo>
                <a:cubicBezTo>
                  <a:pt x="155" y="631"/>
                  <a:pt x="143" y="655"/>
                  <a:pt x="119" y="691"/>
                </a:cubicBezTo>
                <a:cubicBezTo>
                  <a:pt x="107" y="726"/>
                  <a:pt x="95" y="750"/>
                  <a:pt x="84" y="786"/>
                </a:cubicBezTo>
                <a:cubicBezTo>
                  <a:pt x="72" y="833"/>
                  <a:pt x="48" y="869"/>
                  <a:pt x="36" y="917"/>
                </a:cubicBezTo>
                <a:cubicBezTo>
                  <a:pt x="36" y="941"/>
                  <a:pt x="24" y="964"/>
                  <a:pt x="24" y="1000"/>
                </a:cubicBezTo>
                <a:cubicBezTo>
                  <a:pt x="0" y="1072"/>
                  <a:pt x="0" y="1143"/>
                  <a:pt x="0" y="1226"/>
                </a:cubicBezTo>
                <a:lnTo>
                  <a:pt x="0" y="14954"/>
                </a:lnTo>
                <a:cubicBezTo>
                  <a:pt x="0" y="15633"/>
                  <a:pt x="548" y="16181"/>
                  <a:pt x="1215" y="16181"/>
                </a:cubicBezTo>
                <a:lnTo>
                  <a:pt x="1227" y="16181"/>
                </a:lnTo>
                <a:cubicBezTo>
                  <a:pt x="1310" y="16181"/>
                  <a:pt x="1393" y="16169"/>
                  <a:pt x="1477" y="16157"/>
                </a:cubicBezTo>
                <a:lnTo>
                  <a:pt x="1512" y="16145"/>
                </a:lnTo>
                <a:cubicBezTo>
                  <a:pt x="1584" y="16121"/>
                  <a:pt x="1655" y="16097"/>
                  <a:pt x="1715" y="16073"/>
                </a:cubicBezTo>
                <a:lnTo>
                  <a:pt x="1727" y="16073"/>
                </a:lnTo>
                <a:cubicBezTo>
                  <a:pt x="1881" y="16002"/>
                  <a:pt x="2012" y="15907"/>
                  <a:pt x="2119" y="15788"/>
                </a:cubicBezTo>
                <a:cubicBezTo>
                  <a:pt x="2322" y="15561"/>
                  <a:pt x="2441" y="15276"/>
                  <a:pt x="2441" y="14966"/>
                </a:cubicBezTo>
                <a:lnTo>
                  <a:pt x="2441" y="1226"/>
                </a:lnTo>
                <a:cubicBezTo>
                  <a:pt x="2441" y="548"/>
                  <a:pt x="1893" y="0"/>
                  <a:pt x="1215" y="0"/>
                </a:cubicBezTo>
                <a:close/>
              </a:path>
            </a:pathLst>
          </a:custGeom>
          <a:solidFill>
            <a:srgbClr val="272425">
              <a:alpha val="200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7" name="Google Shape;2667;p24"/>
          <p:cNvSpPr/>
          <p:nvPr/>
        </p:nvSpPr>
        <p:spPr>
          <a:xfrm>
            <a:off x="5346939" y="-148189"/>
            <a:ext cx="79872" cy="529240"/>
          </a:xfrm>
          <a:custGeom>
            <a:avLst/>
            <a:gdLst/>
            <a:ahLst/>
            <a:cxnLst/>
            <a:rect l="l" t="t" r="r" b="b"/>
            <a:pathLst>
              <a:path w="2442" h="16181" extrusionOk="0">
                <a:moveTo>
                  <a:pt x="1143" y="0"/>
                </a:moveTo>
                <a:cubicBezTo>
                  <a:pt x="1060" y="0"/>
                  <a:pt x="965" y="24"/>
                  <a:pt x="882" y="48"/>
                </a:cubicBezTo>
                <a:cubicBezTo>
                  <a:pt x="846" y="60"/>
                  <a:pt x="798" y="71"/>
                  <a:pt x="751" y="83"/>
                </a:cubicBezTo>
                <a:cubicBezTo>
                  <a:pt x="715" y="107"/>
                  <a:pt x="691" y="119"/>
                  <a:pt x="655" y="131"/>
                </a:cubicBezTo>
                <a:cubicBezTo>
                  <a:pt x="620" y="155"/>
                  <a:pt x="596" y="167"/>
                  <a:pt x="572" y="179"/>
                </a:cubicBezTo>
                <a:cubicBezTo>
                  <a:pt x="548" y="202"/>
                  <a:pt x="524" y="214"/>
                  <a:pt x="501" y="226"/>
                </a:cubicBezTo>
                <a:lnTo>
                  <a:pt x="441" y="274"/>
                </a:lnTo>
                <a:lnTo>
                  <a:pt x="393" y="322"/>
                </a:lnTo>
                <a:cubicBezTo>
                  <a:pt x="370" y="333"/>
                  <a:pt x="358" y="357"/>
                  <a:pt x="346" y="369"/>
                </a:cubicBezTo>
                <a:cubicBezTo>
                  <a:pt x="334" y="381"/>
                  <a:pt x="310" y="393"/>
                  <a:pt x="298" y="417"/>
                </a:cubicBezTo>
                <a:cubicBezTo>
                  <a:pt x="286" y="429"/>
                  <a:pt x="274" y="441"/>
                  <a:pt x="262" y="464"/>
                </a:cubicBezTo>
                <a:lnTo>
                  <a:pt x="227" y="512"/>
                </a:lnTo>
                <a:lnTo>
                  <a:pt x="191" y="560"/>
                </a:lnTo>
                <a:lnTo>
                  <a:pt x="167" y="607"/>
                </a:lnTo>
                <a:lnTo>
                  <a:pt x="131" y="655"/>
                </a:lnTo>
                <a:lnTo>
                  <a:pt x="120" y="703"/>
                </a:lnTo>
                <a:cubicBezTo>
                  <a:pt x="120" y="714"/>
                  <a:pt x="96" y="726"/>
                  <a:pt x="96" y="750"/>
                </a:cubicBezTo>
                <a:cubicBezTo>
                  <a:pt x="84" y="762"/>
                  <a:pt x="84" y="774"/>
                  <a:pt x="72" y="786"/>
                </a:cubicBezTo>
                <a:lnTo>
                  <a:pt x="60" y="833"/>
                </a:lnTo>
                <a:lnTo>
                  <a:pt x="48" y="881"/>
                </a:lnTo>
                <a:cubicBezTo>
                  <a:pt x="48" y="905"/>
                  <a:pt x="36" y="917"/>
                  <a:pt x="36" y="929"/>
                </a:cubicBezTo>
                <a:cubicBezTo>
                  <a:pt x="24" y="953"/>
                  <a:pt x="24" y="964"/>
                  <a:pt x="24" y="976"/>
                </a:cubicBezTo>
                <a:lnTo>
                  <a:pt x="24" y="1024"/>
                </a:lnTo>
                <a:cubicBezTo>
                  <a:pt x="24" y="1048"/>
                  <a:pt x="24" y="1060"/>
                  <a:pt x="12" y="1072"/>
                </a:cubicBezTo>
                <a:cubicBezTo>
                  <a:pt x="0" y="1095"/>
                  <a:pt x="12" y="1107"/>
                  <a:pt x="12" y="1119"/>
                </a:cubicBezTo>
                <a:lnTo>
                  <a:pt x="12" y="1167"/>
                </a:lnTo>
                <a:lnTo>
                  <a:pt x="12" y="1214"/>
                </a:lnTo>
                <a:lnTo>
                  <a:pt x="12" y="14954"/>
                </a:lnTo>
                <a:cubicBezTo>
                  <a:pt x="12" y="14966"/>
                  <a:pt x="12" y="14978"/>
                  <a:pt x="12" y="14990"/>
                </a:cubicBezTo>
                <a:lnTo>
                  <a:pt x="12" y="15050"/>
                </a:lnTo>
                <a:cubicBezTo>
                  <a:pt x="12" y="15061"/>
                  <a:pt x="12" y="15073"/>
                  <a:pt x="12" y="15097"/>
                </a:cubicBezTo>
                <a:cubicBezTo>
                  <a:pt x="12" y="15109"/>
                  <a:pt x="12" y="15121"/>
                  <a:pt x="24" y="15145"/>
                </a:cubicBezTo>
                <a:cubicBezTo>
                  <a:pt x="24" y="15157"/>
                  <a:pt x="24" y="15169"/>
                  <a:pt x="24" y="15192"/>
                </a:cubicBezTo>
                <a:cubicBezTo>
                  <a:pt x="24" y="15204"/>
                  <a:pt x="24" y="15216"/>
                  <a:pt x="36" y="15240"/>
                </a:cubicBezTo>
                <a:cubicBezTo>
                  <a:pt x="36" y="15252"/>
                  <a:pt x="36" y="15276"/>
                  <a:pt x="48" y="15288"/>
                </a:cubicBezTo>
                <a:cubicBezTo>
                  <a:pt x="60" y="15300"/>
                  <a:pt x="48" y="15323"/>
                  <a:pt x="60" y="15335"/>
                </a:cubicBezTo>
                <a:lnTo>
                  <a:pt x="72" y="15383"/>
                </a:lnTo>
                <a:lnTo>
                  <a:pt x="96" y="15431"/>
                </a:lnTo>
                <a:cubicBezTo>
                  <a:pt x="96" y="15454"/>
                  <a:pt x="108" y="15466"/>
                  <a:pt x="120" y="15478"/>
                </a:cubicBezTo>
                <a:cubicBezTo>
                  <a:pt x="120" y="15502"/>
                  <a:pt x="131" y="15514"/>
                  <a:pt x="143" y="15526"/>
                </a:cubicBezTo>
                <a:cubicBezTo>
                  <a:pt x="143" y="15550"/>
                  <a:pt x="155" y="15561"/>
                  <a:pt x="167" y="15585"/>
                </a:cubicBezTo>
                <a:cubicBezTo>
                  <a:pt x="179" y="15597"/>
                  <a:pt x="191" y="15609"/>
                  <a:pt x="203" y="15633"/>
                </a:cubicBezTo>
                <a:cubicBezTo>
                  <a:pt x="203" y="15645"/>
                  <a:pt x="227" y="15657"/>
                  <a:pt x="239" y="15681"/>
                </a:cubicBezTo>
                <a:cubicBezTo>
                  <a:pt x="250" y="15692"/>
                  <a:pt x="262" y="15716"/>
                  <a:pt x="274" y="15728"/>
                </a:cubicBezTo>
                <a:cubicBezTo>
                  <a:pt x="286" y="15740"/>
                  <a:pt x="298" y="15764"/>
                  <a:pt x="310" y="15776"/>
                </a:cubicBezTo>
                <a:lnTo>
                  <a:pt x="358" y="15823"/>
                </a:lnTo>
                <a:lnTo>
                  <a:pt x="417" y="15871"/>
                </a:lnTo>
                <a:cubicBezTo>
                  <a:pt x="429" y="15895"/>
                  <a:pt x="453" y="15907"/>
                  <a:pt x="477" y="15931"/>
                </a:cubicBezTo>
                <a:lnTo>
                  <a:pt x="536" y="15978"/>
                </a:lnTo>
                <a:cubicBezTo>
                  <a:pt x="572" y="15990"/>
                  <a:pt x="596" y="16014"/>
                  <a:pt x="620" y="16026"/>
                </a:cubicBezTo>
                <a:cubicBezTo>
                  <a:pt x="655" y="16050"/>
                  <a:pt x="691" y="16062"/>
                  <a:pt x="727" y="16073"/>
                </a:cubicBezTo>
                <a:cubicBezTo>
                  <a:pt x="774" y="16097"/>
                  <a:pt x="810" y="16109"/>
                  <a:pt x="858" y="16121"/>
                </a:cubicBezTo>
                <a:cubicBezTo>
                  <a:pt x="977" y="16157"/>
                  <a:pt x="1096" y="16181"/>
                  <a:pt x="1215" y="16181"/>
                </a:cubicBezTo>
                <a:lnTo>
                  <a:pt x="1227" y="16181"/>
                </a:lnTo>
                <a:cubicBezTo>
                  <a:pt x="1334" y="16181"/>
                  <a:pt x="1441" y="16169"/>
                  <a:pt x="1548" y="16133"/>
                </a:cubicBezTo>
                <a:cubicBezTo>
                  <a:pt x="1584" y="16121"/>
                  <a:pt x="1632" y="16109"/>
                  <a:pt x="1679" y="16085"/>
                </a:cubicBezTo>
                <a:cubicBezTo>
                  <a:pt x="1715" y="16073"/>
                  <a:pt x="1751" y="16062"/>
                  <a:pt x="1786" y="16038"/>
                </a:cubicBezTo>
                <a:cubicBezTo>
                  <a:pt x="1822" y="16026"/>
                  <a:pt x="1834" y="16014"/>
                  <a:pt x="1870" y="15990"/>
                </a:cubicBezTo>
                <a:lnTo>
                  <a:pt x="1941" y="15942"/>
                </a:lnTo>
                <a:cubicBezTo>
                  <a:pt x="1953" y="15931"/>
                  <a:pt x="1977" y="15919"/>
                  <a:pt x="2001" y="15907"/>
                </a:cubicBezTo>
                <a:cubicBezTo>
                  <a:pt x="2025" y="15883"/>
                  <a:pt x="2036" y="15871"/>
                  <a:pt x="2048" y="15859"/>
                </a:cubicBezTo>
                <a:lnTo>
                  <a:pt x="2108" y="15812"/>
                </a:lnTo>
                <a:lnTo>
                  <a:pt x="2144" y="15752"/>
                </a:lnTo>
                <a:cubicBezTo>
                  <a:pt x="2155" y="15740"/>
                  <a:pt x="2167" y="15728"/>
                  <a:pt x="2179" y="15704"/>
                </a:cubicBezTo>
                <a:lnTo>
                  <a:pt x="2215" y="15657"/>
                </a:lnTo>
                <a:lnTo>
                  <a:pt x="2251" y="15609"/>
                </a:lnTo>
                <a:cubicBezTo>
                  <a:pt x="2263" y="15597"/>
                  <a:pt x="2275" y="15585"/>
                  <a:pt x="2286" y="15561"/>
                </a:cubicBezTo>
                <a:cubicBezTo>
                  <a:pt x="2286" y="15550"/>
                  <a:pt x="2298" y="15538"/>
                  <a:pt x="2310" y="15514"/>
                </a:cubicBezTo>
                <a:cubicBezTo>
                  <a:pt x="2310" y="15502"/>
                  <a:pt x="2322" y="15478"/>
                  <a:pt x="2334" y="15466"/>
                </a:cubicBezTo>
                <a:lnTo>
                  <a:pt x="2358" y="15419"/>
                </a:lnTo>
                <a:cubicBezTo>
                  <a:pt x="2358" y="15407"/>
                  <a:pt x="2370" y="15383"/>
                  <a:pt x="2370" y="15371"/>
                </a:cubicBezTo>
                <a:cubicBezTo>
                  <a:pt x="2370" y="15359"/>
                  <a:pt x="2382" y="15335"/>
                  <a:pt x="2394" y="15323"/>
                </a:cubicBezTo>
                <a:cubicBezTo>
                  <a:pt x="2394" y="15311"/>
                  <a:pt x="2394" y="15288"/>
                  <a:pt x="2406" y="15276"/>
                </a:cubicBezTo>
                <a:cubicBezTo>
                  <a:pt x="2406" y="15264"/>
                  <a:pt x="2406" y="15240"/>
                  <a:pt x="2417" y="15228"/>
                </a:cubicBezTo>
                <a:cubicBezTo>
                  <a:pt x="2417" y="15204"/>
                  <a:pt x="2417" y="15192"/>
                  <a:pt x="2417" y="15180"/>
                </a:cubicBezTo>
                <a:cubicBezTo>
                  <a:pt x="2429" y="15157"/>
                  <a:pt x="2417" y="15145"/>
                  <a:pt x="2429" y="15133"/>
                </a:cubicBezTo>
                <a:cubicBezTo>
                  <a:pt x="2441" y="15109"/>
                  <a:pt x="2429" y="15097"/>
                  <a:pt x="2429" y="15085"/>
                </a:cubicBezTo>
                <a:lnTo>
                  <a:pt x="2429" y="15026"/>
                </a:lnTo>
                <a:lnTo>
                  <a:pt x="2429" y="14978"/>
                </a:lnTo>
                <a:lnTo>
                  <a:pt x="2429" y="1214"/>
                </a:lnTo>
                <a:lnTo>
                  <a:pt x="2429" y="1167"/>
                </a:lnTo>
                <a:lnTo>
                  <a:pt x="2429" y="1119"/>
                </a:lnTo>
                <a:cubicBezTo>
                  <a:pt x="2429" y="1107"/>
                  <a:pt x="2429" y="1084"/>
                  <a:pt x="2429" y="1072"/>
                </a:cubicBezTo>
                <a:cubicBezTo>
                  <a:pt x="2417" y="1060"/>
                  <a:pt x="2417" y="1036"/>
                  <a:pt x="2417" y="1024"/>
                </a:cubicBezTo>
                <a:cubicBezTo>
                  <a:pt x="2417" y="1012"/>
                  <a:pt x="2417" y="988"/>
                  <a:pt x="2417" y="976"/>
                </a:cubicBezTo>
                <a:cubicBezTo>
                  <a:pt x="2417" y="964"/>
                  <a:pt x="2406" y="941"/>
                  <a:pt x="2406" y="929"/>
                </a:cubicBezTo>
                <a:cubicBezTo>
                  <a:pt x="2406" y="905"/>
                  <a:pt x="2406" y="893"/>
                  <a:pt x="2394" y="881"/>
                </a:cubicBezTo>
                <a:cubicBezTo>
                  <a:pt x="2394" y="869"/>
                  <a:pt x="2382" y="845"/>
                  <a:pt x="2382" y="833"/>
                </a:cubicBezTo>
                <a:cubicBezTo>
                  <a:pt x="2382" y="810"/>
                  <a:pt x="2370" y="798"/>
                  <a:pt x="2358" y="786"/>
                </a:cubicBezTo>
                <a:cubicBezTo>
                  <a:pt x="2358" y="762"/>
                  <a:pt x="2346" y="750"/>
                  <a:pt x="2346" y="738"/>
                </a:cubicBezTo>
                <a:cubicBezTo>
                  <a:pt x="2346" y="714"/>
                  <a:pt x="2322" y="703"/>
                  <a:pt x="2322" y="691"/>
                </a:cubicBezTo>
                <a:lnTo>
                  <a:pt x="2298" y="643"/>
                </a:lnTo>
                <a:cubicBezTo>
                  <a:pt x="2286" y="619"/>
                  <a:pt x="2275" y="607"/>
                  <a:pt x="2263" y="595"/>
                </a:cubicBezTo>
                <a:cubicBezTo>
                  <a:pt x="2263" y="572"/>
                  <a:pt x="2251" y="560"/>
                  <a:pt x="2239" y="548"/>
                </a:cubicBezTo>
                <a:lnTo>
                  <a:pt x="2203" y="500"/>
                </a:lnTo>
                <a:lnTo>
                  <a:pt x="2167" y="452"/>
                </a:lnTo>
                <a:lnTo>
                  <a:pt x="2120" y="393"/>
                </a:lnTo>
                <a:cubicBezTo>
                  <a:pt x="2108" y="381"/>
                  <a:pt x="2096" y="369"/>
                  <a:pt x="2072" y="345"/>
                </a:cubicBezTo>
                <a:lnTo>
                  <a:pt x="2025" y="298"/>
                </a:lnTo>
                <a:cubicBezTo>
                  <a:pt x="2001" y="286"/>
                  <a:pt x="1989" y="274"/>
                  <a:pt x="1965" y="250"/>
                </a:cubicBezTo>
                <a:lnTo>
                  <a:pt x="1894" y="202"/>
                </a:lnTo>
                <a:lnTo>
                  <a:pt x="1822" y="155"/>
                </a:lnTo>
                <a:cubicBezTo>
                  <a:pt x="1786" y="143"/>
                  <a:pt x="1751" y="119"/>
                  <a:pt x="1715" y="107"/>
                </a:cubicBezTo>
                <a:cubicBezTo>
                  <a:pt x="1679" y="95"/>
                  <a:pt x="1632" y="71"/>
                  <a:pt x="1596" y="60"/>
                </a:cubicBezTo>
                <a:cubicBezTo>
                  <a:pt x="1513" y="36"/>
                  <a:pt x="1429" y="12"/>
                  <a:pt x="1346" y="12"/>
                </a:cubicBezTo>
                <a:cubicBezTo>
                  <a:pt x="1310" y="0"/>
                  <a:pt x="1263" y="0"/>
                  <a:pt x="121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8" name="Google Shape;2668;p24"/>
          <p:cNvSpPr/>
          <p:nvPr/>
        </p:nvSpPr>
        <p:spPr>
          <a:xfrm>
            <a:off x="4941924" y="-169612"/>
            <a:ext cx="142964" cy="125041"/>
          </a:xfrm>
          <a:custGeom>
            <a:avLst/>
            <a:gdLst/>
            <a:ahLst/>
            <a:cxnLst/>
            <a:rect l="l" t="t" r="r" b="b"/>
            <a:pathLst>
              <a:path w="4371" h="3823" extrusionOk="0">
                <a:moveTo>
                  <a:pt x="1144" y="0"/>
                </a:moveTo>
                <a:cubicBezTo>
                  <a:pt x="513" y="0"/>
                  <a:pt x="1" y="512"/>
                  <a:pt x="1" y="1131"/>
                </a:cubicBezTo>
                <a:lnTo>
                  <a:pt x="1" y="2679"/>
                </a:lnTo>
                <a:cubicBezTo>
                  <a:pt x="1" y="3310"/>
                  <a:pt x="513" y="3822"/>
                  <a:pt x="1144" y="3822"/>
                </a:cubicBezTo>
                <a:lnTo>
                  <a:pt x="3228" y="3822"/>
                </a:lnTo>
                <a:cubicBezTo>
                  <a:pt x="3859" y="3810"/>
                  <a:pt x="4371" y="3310"/>
                  <a:pt x="4371" y="2679"/>
                </a:cubicBezTo>
                <a:lnTo>
                  <a:pt x="4359" y="1131"/>
                </a:lnTo>
                <a:cubicBezTo>
                  <a:pt x="4359" y="512"/>
                  <a:pt x="3847" y="0"/>
                  <a:pt x="3228" y="0"/>
                </a:cubicBezTo>
                <a:close/>
              </a:path>
            </a:pathLst>
          </a:custGeom>
          <a:solidFill>
            <a:srgbClr val="821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9" name="Google Shape;2669;p24"/>
          <p:cNvSpPr/>
          <p:nvPr/>
        </p:nvSpPr>
        <p:spPr>
          <a:xfrm>
            <a:off x="4942316" y="277825"/>
            <a:ext cx="142572" cy="124648"/>
          </a:xfrm>
          <a:custGeom>
            <a:avLst/>
            <a:gdLst/>
            <a:ahLst/>
            <a:cxnLst/>
            <a:rect l="l" t="t" r="r" b="b"/>
            <a:pathLst>
              <a:path w="4359" h="3811" extrusionOk="0">
                <a:moveTo>
                  <a:pt x="1132" y="0"/>
                </a:moveTo>
                <a:cubicBezTo>
                  <a:pt x="513" y="0"/>
                  <a:pt x="1" y="512"/>
                  <a:pt x="1" y="1132"/>
                </a:cubicBezTo>
                <a:lnTo>
                  <a:pt x="1" y="2679"/>
                </a:lnTo>
                <a:cubicBezTo>
                  <a:pt x="1" y="3310"/>
                  <a:pt x="513" y="3810"/>
                  <a:pt x="1132" y="3810"/>
                </a:cubicBezTo>
                <a:lnTo>
                  <a:pt x="3216" y="3810"/>
                </a:lnTo>
                <a:cubicBezTo>
                  <a:pt x="3847" y="3810"/>
                  <a:pt x="4359" y="3310"/>
                  <a:pt x="4359" y="2679"/>
                </a:cubicBezTo>
                <a:lnTo>
                  <a:pt x="4359" y="1132"/>
                </a:lnTo>
                <a:cubicBezTo>
                  <a:pt x="4359" y="512"/>
                  <a:pt x="3847" y="0"/>
                  <a:pt x="3216" y="0"/>
                </a:cubicBezTo>
                <a:close/>
              </a:path>
            </a:pathLst>
          </a:custGeom>
          <a:solidFill>
            <a:srgbClr val="821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0" name="Google Shape;2670;p24"/>
          <p:cNvSpPr/>
          <p:nvPr/>
        </p:nvSpPr>
        <p:spPr>
          <a:xfrm>
            <a:off x="4965309" y="-148189"/>
            <a:ext cx="79872" cy="529240"/>
          </a:xfrm>
          <a:custGeom>
            <a:avLst/>
            <a:gdLst/>
            <a:ahLst/>
            <a:cxnLst/>
            <a:rect l="l" t="t" r="r" b="b"/>
            <a:pathLst>
              <a:path w="2442" h="16181" extrusionOk="0">
                <a:moveTo>
                  <a:pt x="1227" y="0"/>
                </a:moveTo>
                <a:cubicBezTo>
                  <a:pt x="917" y="0"/>
                  <a:pt x="631" y="119"/>
                  <a:pt x="405" y="310"/>
                </a:cubicBezTo>
                <a:lnTo>
                  <a:pt x="393" y="333"/>
                </a:lnTo>
                <a:cubicBezTo>
                  <a:pt x="358" y="369"/>
                  <a:pt x="322" y="393"/>
                  <a:pt x="298" y="429"/>
                </a:cubicBezTo>
                <a:cubicBezTo>
                  <a:pt x="274" y="452"/>
                  <a:pt x="262" y="476"/>
                  <a:pt x="238" y="500"/>
                </a:cubicBezTo>
                <a:cubicBezTo>
                  <a:pt x="215" y="524"/>
                  <a:pt x="191" y="560"/>
                  <a:pt x="179" y="595"/>
                </a:cubicBezTo>
                <a:cubicBezTo>
                  <a:pt x="155" y="631"/>
                  <a:pt x="143" y="655"/>
                  <a:pt x="119" y="691"/>
                </a:cubicBezTo>
                <a:cubicBezTo>
                  <a:pt x="107" y="726"/>
                  <a:pt x="96" y="750"/>
                  <a:pt x="84" y="786"/>
                </a:cubicBezTo>
                <a:cubicBezTo>
                  <a:pt x="72" y="833"/>
                  <a:pt x="48" y="869"/>
                  <a:pt x="36" y="917"/>
                </a:cubicBezTo>
                <a:cubicBezTo>
                  <a:pt x="36" y="941"/>
                  <a:pt x="24" y="964"/>
                  <a:pt x="24" y="1000"/>
                </a:cubicBezTo>
                <a:cubicBezTo>
                  <a:pt x="0" y="1072"/>
                  <a:pt x="0" y="1143"/>
                  <a:pt x="0" y="1226"/>
                </a:cubicBezTo>
                <a:lnTo>
                  <a:pt x="0" y="14954"/>
                </a:lnTo>
                <a:cubicBezTo>
                  <a:pt x="0" y="15633"/>
                  <a:pt x="548" y="16181"/>
                  <a:pt x="1227" y="16181"/>
                </a:cubicBezTo>
                <a:cubicBezTo>
                  <a:pt x="1310" y="16181"/>
                  <a:pt x="1393" y="16169"/>
                  <a:pt x="1477" y="16157"/>
                </a:cubicBezTo>
                <a:lnTo>
                  <a:pt x="1512" y="16145"/>
                </a:lnTo>
                <a:cubicBezTo>
                  <a:pt x="1584" y="16121"/>
                  <a:pt x="1643" y="16097"/>
                  <a:pt x="1715" y="16073"/>
                </a:cubicBezTo>
                <a:lnTo>
                  <a:pt x="1727" y="16073"/>
                </a:lnTo>
                <a:cubicBezTo>
                  <a:pt x="1882" y="16002"/>
                  <a:pt x="2012" y="15907"/>
                  <a:pt x="2120" y="15788"/>
                </a:cubicBezTo>
                <a:cubicBezTo>
                  <a:pt x="2322" y="15561"/>
                  <a:pt x="2441" y="15276"/>
                  <a:pt x="2441" y="14966"/>
                </a:cubicBezTo>
                <a:lnTo>
                  <a:pt x="2441" y="1226"/>
                </a:lnTo>
                <a:cubicBezTo>
                  <a:pt x="2441" y="548"/>
                  <a:pt x="1893" y="0"/>
                  <a:pt x="1227" y="0"/>
                </a:cubicBezTo>
                <a:close/>
              </a:path>
            </a:pathLst>
          </a:custGeom>
          <a:solidFill>
            <a:srgbClr val="272425">
              <a:alpha val="200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1" name="Google Shape;2671;p24"/>
          <p:cNvSpPr/>
          <p:nvPr/>
        </p:nvSpPr>
        <p:spPr>
          <a:xfrm>
            <a:off x="4977378" y="-148189"/>
            <a:ext cx="78694" cy="529240"/>
          </a:xfrm>
          <a:custGeom>
            <a:avLst/>
            <a:gdLst/>
            <a:ahLst/>
            <a:cxnLst/>
            <a:rect l="l" t="t" r="r" b="b"/>
            <a:pathLst>
              <a:path w="2406" h="16181" extrusionOk="0">
                <a:moveTo>
                  <a:pt x="1132" y="0"/>
                </a:moveTo>
                <a:cubicBezTo>
                  <a:pt x="1036" y="0"/>
                  <a:pt x="953" y="24"/>
                  <a:pt x="870" y="48"/>
                </a:cubicBezTo>
                <a:cubicBezTo>
                  <a:pt x="822" y="60"/>
                  <a:pt x="774" y="71"/>
                  <a:pt x="739" y="83"/>
                </a:cubicBezTo>
                <a:cubicBezTo>
                  <a:pt x="703" y="107"/>
                  <a:pt x="667" y="119"/>
                  <a:pt x="631" y="131"/>
                </a:cubicBezTo>
                <a:cubicBezTo>
                  <a:pt x="608" y="155"/>
                  <a:pt x="584" y="167"/>
                  <a:pt x="560" y="179"/>
                </a:cubicBezTo>
                <a:cubicBezTo>
                  <a:pt x="536" y="202"/>
                  <a:pt x="512" y="214"/>
                  <a:pt x="489" y="226"/>
                </a:cubicBezTo>
                <a:cubicBezTo>
                  <a:pt x="465" y="238"/>
                  <a:pt x="441" y="262"/>
                  <a:pt x="429" y="274"/>
                </a:cubicBezTo>
                <a:lnTo>
                  <a:pt x="370" y="322"/>
                </a:lnTo>
                <a:lnTo>
                  <a:pt x="322" y="369"/>
                </a:lnTo>
                <a:cubicBezTo>
                  <a:pt x="310" y="381"/>
                  <a:pt x="298" y="393"/>
                  <a:pt x="286" y="417"/>
                </a:cubicBezTo>
                <a:lnTo>
                  <a:pt x="239" y="464"/>
                </a:lnTo>
                <a:lnTo>
                  <a:pt x="203" y="512"/>
                </a:lnTo>
                <a:lnTo>
                  <a:pt x="179" y="560"/>
                </a:lnTo>
                <a:cubicBezTo>
                  <a:pt x="167" y="572"/>
                  <a:pt x="155" y="583"/>
                  <a:pt x="143" y="607"/>
                </a:cubicBezTo>
                <a:cubicBezTo>
                  <a:pt x="131" y="619"/>
                  <a:pt x="131" y="631"/>
                  <a:pt x="119" y="655"/>
                </a:cubicBezTo>
                <a:cubicBezTo>
                  <a:pt x="108" y="667"/>
                  <a:pt x="108" y="679"/>
                  <a:pt x="96" y="703"/>
                </a:cubicBezTo>
                <a:lnTo>
                  <a:pt x="72" y="750"/>
                </a:lnTo>
                <a:cubicBezTo>
                  <a:pt x="72" y="762"/>
                  <a:pt x="60" y="774"/>
                  <a:pt x="60" y="786"/>
                </a:cubicBezTo>
                <a:lnTo>
                  <a:pt x="36" y="833"/>
                </a:lnTo>
                <a:lnTo>
                  <a:pt x="24" y="881"/>
                </a:lnTo>
                <a:cubicBezTo>
                  <a:pt x="24" y="905"/>
                  <a:pt x="12" y="917"/>
                  <a:pt x="12" y="929"/>
                </a:cubicBezTo>
                <a:cubicBezTo>
                  <a:pt x="12" y="953"/>
                  <a:pt x="0" y="964"/>
                  <a:pt x="0" y="976"/>
                </a:cubicBezTo>
                <a:lnTo>
                  <a:pt x="0" y="1024"/>
                </a:lnTo>
                <a:lnTo>
                  <a:pt x="0" y="1072"/>
                </a:lnTo>
                <a:lnTo>
                  <a:pt x="0" y="1119"/>
                </a:lnTo>
                <a:lnTo>
                  <a:pt x="0" y="1167"/>
                </a:lnTo>
                <a:lnTo>
                  <a:pt x="0" y="1214"/>
                </a:lnTo>
                <a:lnTo>
                  <a:pt x="0" y="14954"/>
                </a:lnTo>
                <a:lnTo>
                  <a:pt x="0" y="14990"/>
                </a:lnTo>
                <a:lnTo>
                  <a:pt x="0" y="15050"/>
                </a:lnTo>
                <a:lnTo>
                  <a:pt x="0" y="15097"/>
                </a:lnTo>
                <a:lnTo>
                  <a:pt x="0" y="15145"/>
                </a:lnTo>
                <a:lnTo>
                  <a:pt x="0" y="15192"/>
                </a:lnTo>
                <a:cubicBezTo>
                  <a:pt x="0" y="15204"/>
                  <a:pt x="12" y="15216"/>
                  <a:pt x="12" y="15240"/>
                </a:cubicBezTo>
                <a:cubicBezTo>
                  <a:pt x="24" y="15252"/>
                  <a:pt x="12" y="15276"/>
                  <a:pt x="24" y="15288"/>
                </a:cubicBezTo>
                <a:cubicBezTo>
                  <a:pt x="36" y="15300"/>
                  <a:pt x="36" y="15323"/>
                  <a:pt x="36" y="15335"/>
                </a:cubicBezTo>
                <a:cubicBezTo>
                  <a:pt x="48" y="15347"/>
                  <a:pt x="48" y="15371"/>
                  <a:pt x="60" y="15383"/>
                </a:cubicBezTo>
                <a:cubicBezTo>
                  <a:pt x="60" y="15407"/>
                  <a:pt x="72" y="15419"/>
                  <a:pt x="72" y="15431"/>
                </a:cubicBezTo>
                <a:cubicBezTo>
                  <a:pt x="84" y="15454"/>
                  <a:pt x="96" y="15466"/>
                  <a:pt x="96" y="15478"/>
                </a:cubicBezTo>
                <a:cubicBezTo>
                  <a:pt x="108" y="15502"/>
                  <a:pt x="119" y="15514"/>
                  <a:pt x="119" y="15526"/>
                </a:cubicBezTo>
                <a:cubicBezTo>
                  <a:pt x="131" y="15550"/>
                  <a:pt x="143" y="15561"/>
                  <a:pt x="155" y="15585"/>
                </a:cubicBezTo>
                <a:cubicBezTo>
                  <a:pt x="167" y="15597"/>
                  <a:pt x="167" y="15609"/>
                  <a:pt x="179" y="15633"/>
                </a:cubicBezTo>
                <a:cubicBezTo>
                  <a:pt x="191" y="15645"/>
                  <a:pt x="203" y="15669"/>
                  <a:pt x="215" y="15681"/>
                </a:cubicBezTo>
                <a:lnTo>
                  <a:pt x="250" y="15728"/>
                </a:lnTo>
                <a:lnTo>
                  <a:pt x="298" y="15776"/>
                </a:lnTo>
                <a:lnTo>
                  <a:pt x="346" y="15823"/>
                </a:lnTo>
                <a:lnTo>
                  <a:pt x="393" y="15871"/>
                </a:lnTo>
                <a:cubicBezTo>
                  <a:pt x="417" y="15895"/>
                  <a:pt x="441" y="15907"/>
                  <a:pt x="453" y="15931"/>
                </a:cubicBezTo>
                <a:lnTo>
                  <a:pt x="524" y="15978"/>
                </a:lnTo>
                <a:cubicBezTo>
                  <a:pt x="584" y="16014"/>
                  <a:pt x="643" y="16050"/>
                  <a:pt x="715" y="16073"/>
                </a:cubicBezTo>
                <a:cubicBezTo>
                  <a:pt x="751" y="16097"/>
                  <a:pt x="798" y="16109"/>
                  <a:pt x="846" y="16121"/>
                </a:cubicBezTo>
                <a:cubicBezTo>
                  <a:pt x="953" y="16157"/>
                  <a:pt x="1072" y="16181"/>
                  <a:pt x="1191" y="16181"/>
                </a:cubicBezTo>
                <a:lnTo>
                  <a:pt x="1203" y="16181"/>
                </a:lnTo>
                <a:cubicBezTo>
                  <a:pt x="1310" y="16181"/>
                  <a:pt x="1417" y="16169"/>
                  <a:pt x="1524" y="16133"/>
                </a:cubicBezTo>
                <a:cubicBezTo>
                  <a:pt x="1572" y="16121"/>
                  <a:pt x="1620" y="16109"/>
                  <a:pt x="1667" y="16085"/>
                </a:cubicBezTo>
                <a:cubicBezTo>
                  <a:pt x="1703" y="16073"/>
                  <a:pt x="1739" y="16062"/>
                  <a:pt x="1763" y="16038"/>
                </a:cubicBezTo>
                <a:lnTo>
                  <a:pt x="1846" y="15990"/>
                </a:lnTo>
                <a:lnTo>
                  <a:pt x="1917" y="15942"/>
                </a:lnTo>
                <a:cubicBezTo>
                  <a:pt x="1941" y="15931"/>
                  <a:pt x="1965" y="15919"/>
                  <a:pt x="1989" y="15907"/>
                </a:cubicBezTo>
                <a:lnTo>
                  <a:pt x="2036" y="15859"/>
                </a:lnTo>
                <a:lnTo>
                  <a:pt x="2084" y="15812"/>
                </a:lnTo>
                <a:lnTo>
                  <a:pt x="2132" y="15752"/>
                </a:lnTo>
                <a:cubicBezTo>
                  <a:pt x="2144" y="15740"/>
                  <a:pt x="2155" y="15728"/>
                  <a:pt x="2167" y="15704"/>
                </a:cubicBezTo>
                <a:cubicBezTo>
                  <a:pt x="2179" y="15692"/>
                  <a:pt x="2191" y="15681"/>
                  <a:pt x="2203" y="15657"/>
                </a:cubicBezTo>
                <a:lnTo>
                  <a:pt x="2239" y="15609"/>
                </a:lnTo>
                <a:lnTo>
                  <a:pt x="2263" y="15561"/>
                </a:lnTo>
                <a:cubicBezTo>
                  <a:pt x="2275" y="15550"/>
                  <a:pt x="2286" y="15538"/>
                  <a:pt x="2286" y="15514"/>
                </a:cubicBezTo>
                <a:cubicBezTo>
                  <a:pt x="2298" y="15502"/>
                  <a:pt x="2310" y="15478"/>
                  <a:pt x="2310" y="15466"/>
                </a:cubicBezTo>
                <a:cubicBezTo>
                  <a:pt x="2310" y="15454"/>
                  <a:pt x="2334" y="15431"/>
                  <a:pt x="2334" y="15419"/>
                </a:cubicBezTo>
                <a:cubicBezTo>
                  <a:pt x="2346" y="15407"/>
                  <a:pt x="2346" y="15383"/>
                  <a:pt x="2358" y="15371"/>
                </a:cubicBezTo>
                <a:cubicBezTo>
                  <a:pt x="2358" y="15359"/>
                  <a:pt x="2370" y="15335"/>
                  <a:pt x="2370" y="15323"/>
                </a:cubicBezTo>
                <a:lnTo>
                  <a:pt x="2382" y="15276"/>
                </a:lnTo>
                <a:cubicBezTo>
                  <a:pt x="2382" y="15264"/>
                  <a:pt x="2394" y="15240"/>
                  <a:pt x="2394" y="15228"/>
                </a:cubicBezTo>
                <a:lnTo>
                  <a:pt x="2405" y="15180"/>
                </a:lnTo>
                <a:cubicBezTo>
                  <a:pt x="2405" y="15157"/>
                  <a:pt x="2405" y="15145"/>
                  <a:pt x="2405" y="15133"/>
                </a:cubicBezTo>
                <a:lnTo>
                  <a:pt x="2405" y="15085"/>
                </a:lnTo>
                <a:lnTo>
                  <a:pt x="2405" y="15026"/>
                </a:lnTo>
                <a:lnTo>
                  <a:pt x="2405" y="14978"/>
                </a:lnTo>
                <a:lnTo>
                  <a:pt x="2405" y="14954"/>
                </a:lnTo>
                <a:lnTo>
                  <a:pt x="2405" y="1214"/>
                </a:lnTo>
                <a:lnTo>
                  <a:pt x="2405" y="1167"/>
                </a:lnTo>
                <a:lnTo>
                  <a:pt x="2405" y="1119"/>
                </a:lnTo>
                <a:lnTo>
                  <a:pt x="2405" y="1072"/>
                </a:lnTo>
                <a:cubicBezTo>
                  <a:pt x="2405" y="1060"/>
                  <a:pt x="2405" y="1036"/>
                  <a:pt x="2405" y="1024"/>
                </a:cubicBezTo>
                <a:lnTo>
                  <a:pt x="2405" y="976"/>
                </a:lnTo>
                <a:cubicBezTo>
                  <a:pt x="2405" y="964"/>
                  <a:pt x="2394" y="941"/>
                  <a:pt x="2394" y="929"/>
                </a:cubicBezTo>
                <a:cubicBezTo>
                  <a:pt x="2382" y="917"/>
                  <a:pt x="2382" y="893"/>
                  <a:pt x="2370" y="881"/>
                </a:cubicBezTo>
                <a:cubicBezTo>
                  <a:pt x="2370" y="869"/>
                  <a:pt x="2370" y="845"/>
                  <a:pt x="2358" y="833"/>
                </a:cubicBezTo>
                <a:lnTo>
                  <a:pt x="2346" y="786"/>
                </a:lnTo>
                <a:lnTo>
                  <a:pt x="2322" y="738"/>
                </a:lnTo>
                <a:cubicBezTo>
                  <a:pt x="2322" y="714"/>
                  <a:pt x="2310" y="703"/>
                  <a:pt x="2298" y="691"/>
                </a:cubicBezTo>
                <a:lnTo>
                  <a:pt x="2275" y="643"/>
                </a:lnTo>
                <a:lnTo>
                  <a:pt x="2251" y="595"/>
                </a:lnTo>
                <a:lnTo>
                  <a:pt x="2215" y="548"/>
                </a:lnTo>
                <a:cubicBezTo>
                  <a:pt x="2203" y="524"/>
                  <a:pt x="2191" y="512"/>
                  <a:pt x="2179" y="500"/>
                </a:cubicBezTo>
                <a:cubicBezTo>
                  <a:pt x="2167" y="476"/>
                  <a:pt x="2155" y="464"/>
                  <a:pt x="2144" y="452"/>
                </a:cubicBezTo>
                <a:lnTo>
                  <a:pt x="2108" y="393"/>
                </a:lnTo>
                <a:lnTo>
                  <a:pt x="2060" y="345"/>
                </a:lnTo>
                <a:lnTo>
                  <a:pt x="2001" y="298"/>
                </a:lnTo>
                <a:cubicBezTo>
                  <a:pt x="1989" y="286"/>
                  <a:pt x="1965" y="274"/>
                  <a:pt x="1941" y="250"/>
                </a:cubicBezTo>
                <a:lnTo>
                  <a:pt x="1882" y="202"/>
                </a:lnTo>
                <a:lnTo>
                  <a:pt x="1798" y="155"/>
                </a:lnTo>
                <a:cubicBezTo>
                  <a:pt x="1763" y="143"/>
                  <a:pt x="1739" y="119"/>
                  <a:pt x="1703" y="107"/>
                </a:cubicBezTo>
                <a:cubicBezTo>
                  <a:pt x="1655" y="95"/>
                  <a:pt x="1620" y="71"/>
                  <a:pt x="1572" y="60"/>
                </a:cubicBezTo>
                <a:cubicBezTo>
                  <a:pt x="1489" y="36"/>
                  <a:pt x="1417" y="12"/>
                  <a:pt x="1334" y="12"/>
                </a:cubicBezTo>
                <a:cubicBezTo>
                  <a:pt x="1286" y="0"/>
                  <a:pt x="1251" y="0"/>
                  <a:pt x="12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2" name="Google Shape;2672;p24"/>
          <p:cNvSpPr/>
          <p:nvPr/>
        </p:nvSpPr>
        <p:spPr>
          <a:xfrm>
            <a:off x="6566206" y="-169612"/>
            <a:ext cx="142572" cy="125041"/>
          </a:xfrm>
          <a:custGeom>
            <a:avLst/>
            <a:gdLst/>
            <a:ahLst/>
            <a:cxnLst/>
            <a:rect l="l" t="t" r="r" b="b"/>
            <a:pathLst>
              <a:path w="4359" h="3823" extrusionOk="0">
                <a:moveTo>
                  <a:pt x="1132" y="0"/>
                </a:moveTo>
                <a:cubicBezTo>
                  <a:pt x="501" y="0"/>
                  <a:pt x="1" y="512"/>
                  <a:pt x="1" y="1131"/>
                </a:cubicBezTo>
                <a:lnTo>
                  <a:pt x="1" y="2679"/>
                </a:lnTo>
                <a:cubicBezTo>
                  <a:pt x="1" y="3310"/>
                  <a:pt x="501" y="3810"/>
                  <a:pt x="1132" y="3822"/>
                </a:cubicBezTo>
                <a:lnTo>
                  <a:pt x="3216" y="3822"/>
                </a:lnTo>
                <a:cubicBezTo>
                  <a:pt x="3847" y="3810"/>
                  <a:pt x="4359" y="3310"/>
                  <a:pt x="4359" y="2679"/>
                </a:cubicBezTo>
                <a:lnTo>
                  <a:pt x="4359" y="1131"/>
                </a:lnTo>
                <a:cubicBezTo>
                  <a:pt x="4359" y="512"/>
                  <a:pt x="3847" y="0"/>
                  <a:pt x="3216" y="0"/>
                </a:cubicBezTo>
                <a:close/>
              </a:path>
            </a:pathLst>
          </a:custGeom>
          <a:solidFill>
            <a:srgbClr val="821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3" name="Google Shape;2673;p24"/>
          <p:cNvSpPr/>
          <p:nvPr/>
        </p:nvSpPr>
        <p:spPr>
          <a:xfrm>
            <a:off x="6566206" y="277825"/>
            <a:ext cx="142572" cy="124648"/>
          </a:xfrm>
          <a:custGeom>
            <a:avLst/>
            <a:gdLst/>
            <a:ahLst/>
            <a:cxnLst/>
            <a:rect l="l" t="t" r="r" b="b"/>
            <a:pathLst>
              <a:path w="4359" h="3811" extrusionOk="0">
                <a:moveTo>
                  <a:pt x="1132" y="0"/>
                </a:moveTo>
                <a:cubicBezTo>
                  <a:pt x="501" y="0"/>
                  <a:pt x="1" y="512"/>
                  <a:pt x="1" y="1132"/>
                </a:cubicBezTo>
                <a:lnTo>
                  <a:pt x="1" y="2679"/>
                </a:lnTo>
                <a:cubicBezTo>
                  <a:pt x="1" y="3310"/>
                  <a:pt x="501" y="3810"/>
                  <a:pt x="1132" y="3810"/>
                </a:cubicBezTo>
                <a:lnTo>
                  <a:pt x="3216" y="3810"/>
                </a:lnTo>
                <a:cubicBezTo>
                  <a:pt x="3847" y="3810"/>
                  <a:pt x="4359" y="3310"/>
                  <a:pt x="4359" y="2679"/>
                </a:cubicBezTo>
                <a:lnTo>
                  <a:pt x="4359" y="1132"/>
                </a:lnTo>
                <a:cubicBezTo>
                  <a:pt x="4359" y="512"/>
                  <a:pt x="3847" y="0"/>
                  <a:pt x="3216" y="0"/>
                </a:cubicBezTo>
                <a:close/>
              </a:path>
            </a:pathLst>
          </a:custGeom>
          <a:solidFill>
            <a:srgbClr val="821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4" name="Google Shape;2674;p24"/>
          <p:cNvSpPr/>
          <p:nvPr/>
        </p:nvSpPr>
        <p:spPr>
          <a:xfrm>
            <a:off x="6588806" y="-148189"/>
            <a:ext cx="80264" cy="529240"/>
          </a:xfrm>
          <a:custGeom>
            <a:avLst/>
            <a:gdLst/>
            <a:ahLst/>
            <a:cxnLst/>
            <a:rect l="l" t="t" r="r" b="b"/>
            <a:pathLst>
              <a:path w="2454" h="16181" extrusionOk="0">
                <a:moveTo>
                  <a:pt x="1227" y="0"/>
                </a:moveTo>
                <a:cubicBezTo>
                  <a:pt x="929" y="0"/>
                  <a:pt x="643" y="119"/>
                  <a:pt x="417" y="310"/>
                </a:cubicBezTo>
                <a:lnTo>
                  <a:pt x="393" y="333"/>
                </a:lnTo>
                <a:cubicBezTo>
                  <a:pt x="370" y="369"/>
                  <a:pt x="334" y="393"/>
                  <a:pt x="298" y="429"/>
                </a:cubicBezTo>
                <a:cubicBezTo>
                  <a:pt x="286" y="452"/>
                  <a:pt x="262" y="476"/>
                  <a:pt x="251" y="500"/>
                </a:cubicBezTo>
                <a:cubicBezTo>
                  <a:pt x="227" y="524"/>
                  <a:pt x="203" y="560"/>
                  <a:pt x="179" y="595"/>
                </a:cubicBezTo>
                <a:cubicBezTo>
                  <a:pt x="167" y="631"/>
                  <a:pt x="143" y="655"/>
                  <a:pt x="131" y="691"/>
                </a:cubicBezTo>
                <a:cubicBezTo>
                  <a:pt x="120" y="726"/>
                  <a:pt x="108" y="750"/>
                  <a:pt x="96" y="786"/>
                </a:cubicBezTo>
                <a:cubicBezTo>
                  <a:pt x="72" y="833"/>
                  <a:pt x="60" y="869"/>
                  <a:pt x="48" y="917"/>
                </a:cubicBezTo>
                <a:cubicBezTo>
                  <a:pt x="36" y="941"/>
                  <a:pt x="36" y="964"/>
                  <a:pt x="24" y="1000"/>
                </a:cubicBezTo>
                <a:cubicBezTo>
                  <a:pt x="12" y="1072"/>
                  <a:pt x="0" y="1143"/>
                  <a:pt x="0" y="1226"/>
                </a:cubicBezTo>
                <a:lnTo>
                  <a:pt x="0" y="14954"/>
                </a:lnTo>
                <a:cubicBezTo>
                  <a:pt x="0" y="15633"/>
                  <a:pt x="548" y="16181"/>
                  <a:pt x="1227" y="16181"/>
                </a:cubicBezTo>
                <a:cubicBezTo>
                  <a:pt x="1322" y="16181"/>
                  <a:pt x="1405" y="16169"/>
                  <a:pt x="1489" y="16157"/>
                </a:cubicBezTo>
                <a:lnTo>
                  <a:pt x="1524" y="16145"/>
                </a:lnTo>
                <a:cubicBezTo>
                  <a:pt x="1596" y="16121"/>
                  <a:pt x="1655" y="16097"/>
                  <a:pt x="1727" y="16073"/>
                </a:cubicBezTo>
                <a:lnTo>
                  <a:pt x="1739" y="16073"/>
                </a:lnTo>
                <a:cubicBezTo>
                  <a:pt x="1882" y="16002"/>
                  <a:pt x="2013" y="15907"/>
                  <a:pt x="2132" y="15788"/>
                </a:cubicBezTo>
                <a:cubicBezTo>
                  <a:pt x="2334" y="15561"/>
                  <a:pt x="2453" y="15276"/>
                  <a:pt x="2453" y="14966"/>
                </a:cubicBezTo>
                <a:lnTo>
                  <a:pt x="2453" y="1226"/>
                </a:lnTo>
                <a:cubicBezTo>
                  <a:pt x="2453" y="548"/>
                  <a:pt x="1905" y="0"/>
                  <a:pt x="1227" y="0"/>
                </a:cubicBezTo>
                <a:close/>
              </a:path>
            </a:pathLst>
          </a:custGeom>
          <a:solidFill>
            <a:srgbClr val="272425">
              <a:alpha val="200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5" name="Google Shape;2675;p24"/>
          <p:cNvSpPr/>
          <p:nvPr/>
        </p:nvSpPr>
        <p:spPr>
          <a:xfrm>
            <a:off x="6600483" y="-148189"/>
            <a:ext cx="79872" cy="529240"/>
          </a:xfrm>
          <a:custGeom>
            <a:avLst/>
            <a:gdLst/>
            <a:ahLst/>
            <a:cxnLst/>
            <a:rect l="l" t="t" r="r" b="b"/>
            <a:pathLst>
              <a:path w="2442" h="16181" extrusionOk="0">
                <a:moveTo>
                  <a:pt x="1144" y="0"/>
                </a:moveTo>
                <a:cubicBezTo>
                  <a:pt x="1060" y="0"/>
                  <a:pt x="965" y="24"/>
                  <a:pt x="882" y="48"/>
                </a:cubicBezTo>
                <a:cubicBezTo>
                  <a:pt x="834" y="60"/>
                  <a:pt x="798" y="71"/>
                  <a:pt x="751" y="83"/>
                </a:cubicBezTo>
                <a:cubicBezTo>
                  <a:pt x="715" y="107"/>
                  <a:pt x="691" y="119"/>
                  <a:pt x="656" y="131"/>
                </a:cubicBezTo>
                <a:cubicBezTo>
                  <a:pt x="620" y="155"/>
                  <a:pt x="596" y="167"/>
                  <a:pt x="572" y="179"/>
                </a:cubicBezTo>
                <a:cubicBezTo>
                  <a:pt x="548" y="202"/>
                  <a:pt x="525" y="214"/>
                  <a:pt x="501" y="226"/>
                </a:cubicBezTo>
                <a:lnTo>
                  <a:pt x="441" y="274"/>
                </a:lnTo>
                <a:lnTo>
                  <a:pt x="394" y="322"/>
                </a:lnTo>
                <a:cubicBezTo>
                  <a:pt x="370" y="333"/>
                  <a:pt x="358" y="357"/>
                  <a:pt x="346" y="369"/>
                </a:cubicBezTo>
                <a:cubicBezTo>
                  <a:pt x="322" y="381"/>
                  <a:pt x="310" y="393"/>
                  <a:pt x="298" y="417"/>
                </a:cubicBezTo>
                <a:cubicBezTo>
                  <a:pt x="286" y="429"/>
                  <a:pt x="275" y="441"/>
                  <a:pt x="263" y="464"/>
                </a:cubicBezTo>
                <a:lnTo>
                  <a:pt x="227" y="512"/>
                </a:lnTo>
                <a:lnTo>
                  <a:pt x="191" y="560"/>
                </a:lnTo>
                <a:lnTo>
                  <a:pt x="167" y="607"/>
                </a:lnTo>
                <a:lnTo>
                  <a:pt x="132" y="655"/>
                </a:lnTo>
                <a:lnTo>
                  <a:pt x="108" y="703"/>
                </a:lnTo>
                <a:cubicBezTo>
                  <a:pt x="108" y="714"/>
                  <a:pt x="96" y="726"/>
                  <a:pt x="96" y="750"/>
                </a:cubicBezTo>
                <a:cubicBezTo>
                  <a:pt x="84" y="762"/>
                  <a:pt x="84" y="774"/>
                  <a:pt x="72" y="786"/>
                </a:cubicBezTo>
                <a:lnTo>
                  <a:pt x="60" y="833"/>
                </a:lnTo>
                <a:lnTo>
                  <a:pt x="48" y="881"/>
                </a:lnTo>
                <a:cubicBezTo>
                  <a:pt x="48" y="905"/>
                  <a:pt x="36" y="917"/>
                  <a:pt x="36" y="929"/>
                </a:cubicBezTo>
                <a:cubicBezTo>
                  <a:pt x="24" y="953"/>
                  <a:pt x="24" y="964"/>
                  <a:pt x="24" y="976"/>
                </a:cubicBezTo>
                <a:lnTo>
                  <a:pt x="24" y="1024"/>
                </a:lnTo>
                <a:cubicBezTo>
                  <a:pt x="24" y="1048"/>
                  <a:pt x="24" y="1060"/>
                  <a:pt x="13" y="1072"/>
                </a:cubicBezTo>
                <a:cubicBezTo>
                  <a:pt x="1" y="1095"/>
                  <a:pt x="13" y="1107"/>
                  <a:pt x="13" y="1119"/>
                </a:cubicBezTo>
                <a:lnTo>
                  <a:pt x="13" y="1167"/>
                </a:lnTo>
                <a:lnTo>
                  <a:pt x="13" y="1214"/>
                </a:lnTo>
                <a:lnTo>
                  <a:pt x="13" y="14954"/>
                </a:lnTo>
                <a:cubicBezTo>
                  <a:pt x="13" y="14966"/>
                  <a:pt x="13" y="14978"/>
                  <a:pt x="13" y="14990"/>
                </a:cubicBezTo>
                <a:lnTo>
                  <a:pt x="13" y="15050"/>
                </a:lnTo>
                <a:cubicBezTo>
                  <a:pt x="13" y="15061"/>
                  <a:pt x="13" y="15073"/>
                  <a:pt x="13" y="15097"/>
                </a:cubicBezTo>
                <a:cubicBezTo>
                  <a:pt x="13" y="15109"/>
                  <a:pt x="13" y="15121"/>
                  <a:pt x="24" y="15145"/>
                </a:cubicBezTo>
                <a:lnTo>
                  <a:pt x="24" y="15192"/>
                </a:lnTo>
                <a:cubicBezTo>
                  <a:pt x="24" y="15204"/>
                  <a:pt x="24" y="15216"/>
                  <a:pt x="24" y="15240"/>
                </a:cubicBezTo>
                <a:cubicBezTo>
                  <a:pt x="36" y="15252"/>
                  <a:pt x="24" y="15276"/>
                  <a:pt x="36" y="15288"/>
                </a:cubicBezTo>
                <a:cubicBezTo>
                  <a:pt x="48" y="15300"/>
                  <a:pt x="48" y="15323"/>
                  <a:pt x="60" y="15335"/>
                </a:cubicBezTo>
                <a:lnTo>
                  <a:pt x="72" y="15383"/>
                </a:lnTo>
                <a:lnTo>
                  <a:pt x="96" y="15431"/>
                </a:lnTo>
                <a:cubicBezTo>
                  <a:pt x="96" y="15454"/>
                  <a:pt x="108" y="15466"/>
                  <a:pt x="120" y="15478"/>
                </a:cubicBezTo>
                <a:cubicBezTo>
                  <a:pt x="120" y="15502"/>
                  <a:pt x="132" y="15514"/>
                  <a:pt x="144" y="15526"/>
                </a:cubicBezTo>
                <a:cubicBezTo>
                  <a:pt x="144" y="15550"/>
                  <a:pt x="155" y="15561"/>
                  <a:pt x="167" y="15585"/>
                </a:cubicBezTo>
                <a:cubicBezTo>
                  <a:pt x="179" y="15597"/>
                  <a:pt x="191" y="15609"/>
                  <a:pt x="203" y="15633"/>
                </a:cubicBezTo>
                <a:cubicBezTo>
                  <a:pt x="203" y="15645"/>
                  <a:pt x="227" y="15657"/>
                  <a:pt x="239" y="15681"/>
                </a:cubicBezTo>
                <a:cubicBezTo>
                  <a:pt x="239" y="15692"/>
                  <a:pt x="263" y="15716"/>
                  <a:pt x="275" y="15728"/>
                </a:cubicBezTo>
                <a:cubicBezTo>
                  <a:pt x="286" y="15740"/>
                  <a:pt x="298" y="15764"/>
                  <a:pt x="310" y="15776"/>
                </a:cubicBezTo>
                <a:lnTo>
                  <a:pt x="358" y="15823"/>
                </a:lnTo>
                <a:lnTo>
                  <a:pt x="417" y="15871"/>
                </a:lnTo>
                <a:cubicBezTo>
                  <a:pt x="429" y="15895"/>
                  <a:pt x="453" y="15907"/>
                  <a:pt x="477" y="15931"/>
                </a:cubicBezTo>
                <a:lnTo>
                  <a:pt x="536" y="15978"/>
                </a:lnTo>
                <a:cubicBezTo>
                  <a:pt x="572" y="15990"/>
                  <a:pt x="596" y="16014"/>
                  <a:pt x="620" y="16026"/>
                </a:cubicBezTo>
                <a:cubicBezTo>
                  <a:pt x="656" y="16050"/>
                  <a:pt x="691" y="16062"/>
                  <a:pt x="727" y="16073"/>
                </a:cubicBezTo>
                <a:cubicBezTo>
                  <a:pt x="763" y="16097"/>
                  <a:pt x="810" y="16109"/>
                  <a:pt x="858" y="16121"/>
                </a:cubicBezTo>
                <a:cubicBezTo>
                  <a:pt x="977" y="16157"/>
                  <a:pt x="1096" y="16181"/>
                  <a:pt x="1215" y="16181"/>
                </a:cubicBezTo>
                <a:lnTo>
                  <a:pt x="1227" y="16181"/>
                </a:lnTo>
                <a:cubicBezTo>
                  <a:pt x="1334" y="16181"/>
                  <a:pt x="1441" y="16169"/>
                  <a:pt x="1537" y="16133"/>
                </a:cubicBezTo>
                <a:cubicBezTo>
                  <a:pt x="1584" y="16121"/>
                  <a:pt x="1632" y="16109"/>
                  <a:pt x="1679" y="16085"/>
                </a:cubicBezTo>
                <a:lnTo>
                  <a:pt x="1787" y="16038"/>
                </a:lnTo>
                <a:cubicBezTo>
                  <a:pt x="1810" y="16026"/>
                  <a:pt x="1834" y="16014"/>
                  <a:pt x="1870" y="15990"/>
                </a:cubicBezTo>
                <a:lnTo>
                  <a:pt x="1941" y="15942"/>
                </a:lnTo>
                <a:cubicBezTo>
                  <a:pt x="1953" y="15931"/>
                  <a:pt x="1977" y="15919"/>
                  <a:pt x="2001" y="15907"/>
                </a:cubicBezTo>
                <a:cubicBezTo>
                  <a:pt x="2013" y="15883"/>
                  <a:pt x="2037" y="15871"/>
                  <a:pt x="2049" y="15859"/>
                </a:cubicBezTo>
                <a:lnTo>
                  <a:pt x="2096" y="15812"/>
                </a:lnTo>
                <a:lnTo>
                  <a:pt x="2144" y="15752"/>
                </a:lnTo>
                <a:lnTo>
                  <a:pt x="2180" y="15704"/>
                </a:lnTo>
                <a:lnTo>
                  <a:pt x="2215" y="15657"/>
                </a:lnTo>
                <a:lnTo>
                  <a:pt x="2251" y="15609"/>
                </a:lnTo>
                <a:cubicBezTo>
                  <a:pt x="2263" y="15597"/>
                  <a:pt x="2275" y="15585"/>
                  <a:pt x="2287" y="15561"/>
                </a:cubicBezTo>
                <a:cubicBezTo>
                  <a:pt x="2287" y="15550"/>
                  <a:pt x="2299" y="15538"/>
                  <a:pt x="2310" y="15514"/>
                </a:cubicBezTo>
                <a:cubicBezTo>
                  <a:pt x="2310" y="15502"/>
                  <a:pt x="2322" y="15478"/>
                  <a:pt x="2334" y="15466"/>
                </a:cubicBezTo>
                <a:lnTo>
                  <a:pt x="2358" y="15419"/>
                </a:lnTo>
                <a:cubicBezTo>
                  <a:pt x="2358" y="15407"/>
                  <a:pt x="2358" y="15383"/>
                  <a:pt x="2370" y="15371"/>
                </a:cubicBezTo>
                <a:cubicBezTo>
                  <a:pt x="2370" y="15359"/>
                  <a:pt x="2382" y="15335"/>
                  <a:pt x="2382" y="15323"/>
                </a:cubicBezTo>
                <a:cubicBezTo>
                  <a:pt x="2394" y="15311"/>
                  <a:pt x="2394" y="15288"/>
                  <a:pt x="2406" y="15276"/>
                </a:cubicBezTo>
                <a:cubicBezTo>
                  <a:pt x="2406" y="15264"/>
                  <a:pt x="2406" y="15240"/>
                  <a:pt x="2406" y="15228"/>
                </a:cubicBezTo>
                <a:cubicBezTo>
                  <a:pt x="2418" y="15204"/>
                  <a:pt x="2406" y="15192"/>
                  <a:pt x="2418" y="15180"/>
                </a:cubicBezTo>
                <a:cubicBezTo>
                  <a:pt x="2430" y="15157"/>
                  <a:pt x="2418" y="15145"/>
                  <a:pt x="2430" y="15133"/>
                </a:cubicBezTo>
                <a:cubicBezTo>
                  <a:pt x="2441" y="15109"/>
                  <a:pt x="2430" y="15097"/>
                  <a:pt x="2430" y="15085"/>
                </a:cubicBezTo>
                <a:lnTo>
                  <a:pt x="2430" y="15026"/>
                </a:lnTo>
                <a:lnTo>
                  <a:pt x="2430" y="14978"/>
                </a:lnTo>
                <a:lnTo>
                  <a:pt x="2430" y="1214"/>
                </a:lnTo>
                <a:lnTo>
                  <a:pt x="2430" y="1167"/>
                </a:lnTo>
                <a:lnTo>
                  <a:pt x="2430" y="1119"/>
                </a:lnTo>
                <a:cubicBezTo>
                  <a:pt x="2430" y="1107"/>
                  <a:pt x="2430" y="1084"/>
                  <a:pt x="2430" y="1072"/>
                </a:cubicBezTo>
                <a:cubicBezTo>
                  <a:pt x="2418" y="1060"/>
                  <a:pt x="2418" y="1036"/>
                  <a:pt x="2418" y="1024"/>
                </a:cubicBezTo>
                <a:cubicBezTo>
                  <a:pt x="2418" y="1012"/>
                  <a:pt x="2418" y="988"/>
                  <a:pt x="2418" y="976"/>
                </a:cubicBezTo>
                <a:cubicBezTo>
                  <a:pt x="2418" y="964"/>
                  <a:pt x="2406" y="941"/>
                  <a:pt x="2406" y="929"/>
                </a:cubicBezTo>
                <a:cubicBezTo>
                  <a:pt x="2406" y="905"/>
                  <a:pt x="2406" y="893"/>
                  <a:pt x="2394" y="881"/>
                </a:cubicBezTo>
                <a:cubicBezTo>
                  <a:pt x="2382" y="869"/>
                  <a:pt x="2382" y="845"/>
                  <a:pt x="2382" y="833"/>
                </a:cubicBezTo>
                <a:cubicBezTo>
                  <a:pt x="2382" y="810"/>
                  <a:pt x="2370" y="798"/>
                  <a:pt x="2358" y="786"/>
                </a:cubicBezTo>
                <a:cubicBezTo>
                  <a:pt x="2358" y="762"/>
                  <a:pt x="2346" y="750"/>
                  <a:pt x="2346" y="738"/>
                </a:cubicBezTo>
                <a:cubicBezTo>
                  <a:pt x="2346" y="714"/>
                  <a:pt x="2322" y="703"/>
                  <a:pt x="2322" y="691"/>
                </a:cubicBezTo>
                <a:lnTo>
                  <a:pt x="2299" y="643"/>
                </a:lnTo>
                <a:cubicBezTo>
                  <a:pt x="2287" y="619"/>
                  <a:pt x="2275" y="607"/>
                  <a:pt x="2263" y="595"/>
                </a:cubicBezTo>
                <a:cubicBezTo>
                  <a:pt x="2251" y="572"/>
                  <a:pt x="2251" y="560"/>
                  <a:pt x="2239" y="548"/>
                </a:cubicBezTo>
                <a:lnTo>
                  <a:pt x="2203" y="500"/>
                </a:lnTo>
                <a:lnTo>
                  <a:pt x="2168" y="452"/>
                </a:lnTo>
                <a:lnTo>
                  <a:pt x="2120" y="393"/>
                </a:lnTo>
                <a:cubicBezTo>
                  <a:pt x="2108" y="381"/>
                  <a:pt x="2096" y="369"/>
                  <a:pt x="2072" y="345"/>
                </a:cubicBezTo>
                <a:lnTo>
                  <a:pt x="2025" y="298"/>
                </a:lnTo>
                <a:cubicBezTo>
                  <a:pt x="2001" y="286"/>
                  <a:pt x="1989" y="274"/>
                  <a:pt x="1965" y="250"/>
                </a:cubicBezTo>
                <a:lnTo>
                  <a:pt x="1894" y="202"/>
                </a:lnTo>
                <a:lnTo>
                  <a:pt x="1822" y="155"/>
                </a:lnTo>
                <a:cubicBezTo>
                  <a:pt x="1787" y="143"/>
                  <a:pt x="1751" y="119"/>
                  <a:pt x="1715" y="107"/>
                </a:cubicBezTo>
                <a:cubicBezTo>
                  <a:pt x="1679" y="95"/>
                  <a:pt x="1632" y="71"/>
                  <a:pt x="1596" y="60"/>
                </a:cubicBezTo>
                <a:cubicBezTo>
                  <a:pt x="1513" y="36"/>
                  <a:pt x="1429" y="12"/>
                  <a:pt x="1346" y="12"/>
                </a:cubicBezTo>
                <a:cubicBezTo>
                  <a:pt x="1310" y="0"/>
                  <a:pt x="1263" y="0"/>
                  <a:pt x="121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6" name="Google Shape;2676;p24"/>
          <p:cNvSpPr/>
          <p:nvPr/>
        </p:nvSpPr>
        <p:spPr>
          <a:xfrm>
            <a:off x="6195500" y="-169612"/>
            <a:ext cx="142932" cy="125041"/>
          </a:xfrm>
          <a:custGeom>
            <a:avLst/>
            <a:gdLst/>
            <a:ahLst/>
            <a:cxnLst/>
            <a:rect l="l" t="t" r="r" b="b"/>
            <a:pathLst>
              <a:path w="4370" h="3823" extrusionOk="0">
                <a:moveTo>
                  <a:pt x="1143" y="0"/>
                </a:moveTo>
                <a:cubicBezTo>
                  <a:pt x="512" y="0"/>
                  <a:pt x="12" y="512"/>
                  <a:pt x="0" y="1131"/>
                </a:cubicBezTo>
                <a:lnTo>
                  <a:pt x="0" y="2679"/>
                </a:lnTo>
                <a:cubicBezTo>
                  <a:pt x="12" y="3310"/>
                  <a:pt x="512" y="3810"/>
                  <a:pt x="1143" y="3822"/>
                </a:cubicBezTo>
                <a:lnTo>
                  <a:pt x="3227" y="3822"/>
                </a:lnTo>
                <a:cubicBezTo>
                  <a:pt x="3858" y="3810"/>
                  <a:pt x="4358" y="3310"/>
                  <a:pt x="4370" y="2679"/>
                </a:cubicBezTo>
                <a:lnTo>
                  <a:pt x="4370" y="1131"/>
                </a:lnTo>
                <a:cubicBezTo>
                  <a:pt x="4358" y="512"/>
                  <a:pt x="3858" y="0"/>
                  <a:pt x="3227" y="0"/>
                </a:cubicBezTo>
                <a:close/>
              </a:path>
            </a:pathLst>
          </a:custGeom>
          <a:solidFill>
            <a:srgbClr val="821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7" name="Google Shape;2677;p24"/>
          <p:cNvSpPr/>
          <p:nvPr/>
        </p:nvSpPr>
        <p:spPr>
          <a:xfrm>
            <a:off x="6195500" y="277825"/>
            <a:ext cx="142932" cy="124648"/>
          </a:xfrm>
          <a:custGeom>
            <a:avLst/>
            <a:gdLst/>
            <a:ahLst/>
            <a:cxnLst/>
            <a:rect l="l" t="t" r="r" b="b"/>
            <a:pathLst>
              <a:path w="4370" h="3811" extrusionOk="0">
                <a:moveTo>
                  <a:pt x="1143" y="0"/>
                </a:moveTo>
                <a:cubicBezTo>
                  <a:pt x="512" y="0"/>
                  <a:pt x="12" y="512"/>
                  <a:pt x="0" y="1132"/>
                </a:cubicBezTo>
                <a:lnTo>
                  <a:pt x="0" y="2679"/>
                </a:lnTo>
                <a:cubicBezTo>
                  <a:pt x="12" y="3310"/>
                  <a:pt x="512" y="3810"/>
                  <a:pt x="1143" y="3810"/>
                </a:cubicBezTo>
                <a:lnTo>
                  <a:pt x="3227" y="3810"/>
                </a:lnTo>
                <a:cubicBezTo>
                  <a:pt x="3858" y="3810"/>
                  <a:pt x="4358" y="3310"/>
                  <a:pt x="4370" y="2679"/>
                </a:cubicBezTo>
                <a:lnTo>
                  <a:pt x="4370" y="1132"/>
                </a:lnTo>
                <a:cubicBezTo>
                  <a:pt x="4358" y="512"/>
                  <a:pt x="3858" y="0"/>
                  <a:pt x="3227" y="0"/>
                </a:cubicBezTo>
                <a:close/>
              </a:path>
            </a:pathLst>
          </a:custGeom>
          <a:solidFill>
            <a:srgbClr val="821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8" name="Google Shape;2678;p24"/>
          <p:cNvSpPr/>
          <p:nvPr/>
        </p:nvSpPr>
        <p:spPr>
          <a:xfrm>
            <a:off x="6218461" y="-148189"/>
            <a:ext cx="80264" cy="529240"/>
          </a:xfrm>
          <a:custGeom>
            <a:avLst/>
            <a:gdLst/>
            <a:ahLst/>
            <a:cxnLst/>
            <a:rect l="l" t="t" r="r" b="b"/>
            <a:pathLst>
              <a:path w="2454" h="16181" extrusionOk="0">
                <a:moveTo>
                  <a:pt x="1227" y="0"/>
                </a:moveTo>
                <a:cubicBezTo>
                  <a:pt x="929" y="0"/>
                  <a:pt x="632" y="119"/>
                  <a:pt x="417" y="310"/>
                </a:cubicBezTo>
                <a:lnTo>
                  <a:pt x="394" y="333"/>
                </a:lnTo>
                <a:cubicBezTo>
                  <a:pt x="358" y="369"/>
                  <a:pt x="334" y="393"/>
                  <a:pt x="298" y="429"/>
                </a:cubicBezTo>
                <a:cubicBezTo>
                  <a:pt x="286" y="452"/>
                  <a:pt x="263" y="476"/>
                  <a:pt x="251" y="500"/>
                </a:cubicBezTo>
                <a:cubicBezTo>
                  <a:pt x="227" y="524"/>
                  <a:pt x="203" y="560"/>
                  <a:pt x="179" y="595"/>
                </a:cubicBezTo>
                <a:cubicBezTo>
                  <a:pt x="167" y="631"/>
                  <a:pt x="144" y="655"/>
                  <a:pt x="132" y="691"/>
                </a:cubicBezTo>
                <a:cubicBezTo>
                  <a:pt x="120" y="726"/>
                  <a:pt x="96" y="750"/>
                  <a:pt x="84" y="786"/>
                </a:cubicBezTo>
                <a:cubicBezTo>
                  <a:pt x="72" y="833"/>
                  <a:pt x="60" y="869"/>
                  <a:pt x="48" y="917"/>
                </a:cubicBezTo>
                <a:cubicBezTo>
                  <a:pt x="48" y="941"/>
                  <a:pt x="36" y="964"/>
                  <a:pt x="24" y="1000"/>
                </a:cubicBezTo>
                <a:cubicBezTo>
                  <a:pt x="13" y="1072"/>
                  <a:pt x="1" y="1143"/>
                  <a:pt x="1" y="1226"/>
                </a:cubicBezTo>
                <a:lnTo>
                  <a:pt x="1" y="14954"/>
                </a:lnTo>
                <a:cubicBezTo>
                  <a:pt x="1" y="15633"/>
                  <a:pt x="548" y="16181"/>
                  <a:pt x="1227" y="16181"/>
                </a:cubicBezTo>
                <a:cubicBezTo>
                  <a:pt x="1310" y="16181"/>
                  <a:pt x="1406" y="16169"/>
                  <a:pt x="1489" y="16157"/>
                </a:cubicBezTo>
                <a:lnTo>
                  <a:pt x="1525" y="16145"/>
                </a:lnTo>
                <a:cubicBezTo>
                  <a:pt x="1596" y="16121"/>
                  <a:pt x="1656" y="16097"/>
                  <a:pt x="1727" y="16073"/>
                </a:cubicBezTo>
                <a:lnTo>
                  <a:pt x="1739" y="16073"/>
                </a:lnTo>
                <a:cubicBezTo>
                  <a:pt x="1882" y="16002"/>
                  <a:pt x="2013" y="15907"/>
                  <a:pt x="2120" y="15788"/>
                </a:cubicBezTo>
                <a:cubicBezTo>
                  <a:pt x="2334" y="15561"/>
                  <a:pt x="2453" y="15276"/>
                  <a:pt x="2453" y="14966"/>
                </a:cubicBezTo>
                <a:lnTo>
                  <a:pt x="2453" y="1226"/>
                </a:lnTo>
                <a:cubicBezTo>
                  <a:pt x="2453" y="548"/>
                  <a:pt x="1906" y="0"/>
                  <a:pt x="1227" y="0"/>
                </a:cubicBezTo>
                <a:close/>
              </a:path>
            </a:pathLst>
          </a:custGeom>
          <a:solidFill>
            <a:srgbClr val="272425">
              <a:alpha val="200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9" name="Google Shape;2679;p24"/>
          <p:cNvSpPr/>
          <p:nvPr/>
        </p:nvSpPr>
        <p:spPr>
          <a:xfrm>
            <a:off x="6230922" y="-148189"/>
            <a:ext cx="78694" cy="529240"/>
          </a:xfrm>
          <a:custGeom>
            <a:avLst/>
            <a:gdLst/>
            <a:ahLst/>
            <a:cxnLst/>
            <a:rect l="l" t="t" r="r" b="b"/>
            <a:pathLst>
              <a:path w="2406" h="16181" extrusionOk="0">
                <a:moveTo>
                  <a:pt x="1120" y="0"/>
                </a:moveTo>
                <a:cubicBezTo>
                  <a:pt x="1036" y="0"/>
                  <a:pt x="941" y="24"/>
                  <a:pt x="858" y="48"/>
                </a:cubicBezTo>
                <a:cubicBezTo>
                  <a:pt x="822" y="60"/>
                  <a:pt x="775" y="71"/>
                  <a:pt x="727" y="83"/>
                </a:cubicBezTo>
                <a:cubicBezTo>
                  <a:pt x="703" y="107"/>
                  <a:pt x="667" y="119"/>
                  <a:pt x="632" y="131"/>
                </a:cubicBezTo>
                <a:cubicBezTo>
                  <a:pt x="596" y="155"/>
                  <a:pt x="584" y="167"/>
                  <a:pt x="548" y="179"/>
                </a:cubicBezTo>
                <a:cubicBezTo>
                  <a:pt x="525" y="202"/>
                  <a:pt x="501" y="214"/>
                  <a:pt x="489" y="226"/>
                </a:cubicBezTo>
                <a:lnTo>
                  <a:pt x="417" y="274"/>
                </a:lnTo>
                <a:lnTo>
                  <a:pt x="370" y="322"/>
                </a:lnTo>
                <a:lnTo>
                  <a:pt x="322" y="369"/>
                </a:lnTo>
                <a:cubicBezTo>
                  <a:pt x="310" y="381"/>
                  <a:pt x="286" y="393"/>
                  <a:pt x="274" y="417"/>
                </a:cubicBezTo>
                <a:lnTo>
                  <a:pt x="239" y="464"/>
                </a:lnTo>
                <a:lnTo>
                  <a:pt x="203" y="512"/>
                </a:lnTo>
                <a:lnTo>
                  <a:pt x="167" y="560"/>
                </a:lnTo>
                <a:cubicBezTo>
                  <a:pt x="155" y="572"/>
                  <a:pt x="155" y="583"/>
                  <a:pt x="144" y="607"/>
                </a:cubicBezTo>
                <a:lnTo>
                  <a:pt x="120" y="655"/>
                </a:lnTo>
                <a:cubicBezTo>
                  <a:pt x="108" y="667"/>
                  <a:pt x="96" y="679"/>
                  <a:pt x="96" y="703"/>
                </a:cubicBezTo>
                <a:cubicBezTo>
                  <a:pt x="84" y="714"/>
                  <a:pt x="72" y="726"/>
                  <a:pt x="72" y="750"/>
                </a:cubicBezTo>
                <a:cubicBezTo>
                  <a:pt x="60" y="762"/>
                  <a:pt x="60" y="774"/>
                  <a:pt x="48" y="786"/>
                </a:cubicBezTo>
                <a:lnTo>
                  <a:pt x="36" y="833"/>
                </a:lnTo>
                <a:lnTo>
                  <a:pt x="24" y="881"/>
                </a:lnTo>
                <a:cubicBezTo>
                  <a:pt x="24" y="905"/>
                  <a:pt x="13" y="917"/>
                  <a:pt x="13" y="929"/>
                </a:cubicBezTo>
                <a:cubicBezTo>
                  <a:pt x="1" y="953"/>
                  <a:pt x="1" y="964"/>
                  <a:pt x="1" y="976"/>
                </a:cubicBezTo>
                <a:lnTo>
                  <a:pt x="1" y="1024"/>
                </a:lnTo>
                <a:lnTo>
                  <a:pt x="1" y="1072"/>
                </a:lnTo>
                <a:lnTo>
                  <a:pt x="1" y="1119"/>
                </a:lnTo>
                <a:lnTo>
                  <a:pt x="1" y="1167"/>
                </a:lnTo>
                <a:lnTo>
                  <a:pt x="1" y="1214"/>
                </a:lnTo>
                <a:lnTo>
                  <a:pt x="1" y="14954"/>
                </a:lnTo>
                <a:lnTo>
                  <a:pt x="1" y="14990"/>
                </a:lnTo>
                <a:lnTo>
                  <a:pt x="1" y="15050"/>
                </a:lnTo>
                <a:lnTo>
                  <a:pt x="1" y="15097"/>
                </a:lnTo>
                <a:lnTo>
                  <a:pt x="1" y="15145"/>
                </a:lnTo>
                <a:lnTo>
                  <a:pt x="1" y="15192"/>
                </a:lnTo>
                <a:cubicBezTo>
                  <a:pt x="1" y="15204"/>
                  <a:pt x="1" y="15216"/>
                  <a:pt x="13" y="15240"/>
                </a:cubicBezTo>
                <a:cubicBezTo>
                  <a:pt x="13" y="15252"/>
                  <a:pt x="13" y="15276"/>
                  <a:pt x="24" y="15288"/>
                </a:cubicBezTo>
                <a:cubicBezTo>
                  <a:pt x="36" y="15300"/>
                  <a:pt x="36" y="15323"/>
                  <a:pt x="36" y="15335"/>
                </a:cubicBezTo>
                <a:cubicBezTo>
                  <a:pt x="36" y="15347"/>
                  <a:pt x="48" y="15371"/>
                  <a:pt x="60" y="15383"/>
                </a:cubicBezTo>
                <a:cubicBezTo>
                  <a:pt x="60" y="15407"/>
                  <a:pt x="60" y="15419"/>
                  <a:pt x="72" y="15431"/>
                </a:cubicBezTo>
                <a:cubicBezTo>
                  <a:pt x="84" y="15454"/>
                  <a:pt x="84" y="15466"/>
                  <a:pt x="96" y="15478"/>
                </a:cubicBezTo>
                <a:cubicBezTo>
                  <a:pt x="108" y="15502"/>
                  <a:pt x="108" y="15514"/>
                  <a:pt x="120" y="15526"/>
                </a:cubicBezTo>
                <a:cubicBezTo>
                  <a:pt x="132" y="15550"/>
                  <a:pt x="144" y="15561"/>
                  <a:pt x="144" y="15585"/>
                </a:cubicBezTo>
                <a:cubicBezTo>
                  <a:pt x="155" y="15597"/>
                  <a:pt x="167" y="15609"/>
                  <a:pt x="179" y="15633"/>
                </a:cubicBezTo>
                <a:cubicBezTo>
                  <a:pt x="191" y="15645"/>
                  <a:pt x="203" y="15669"/>
                  <a:pt x="215" y="15681"/>
                </a:cubicBezTo>
                <a:lnTo>
                  <a:pt x="251" y="15728"/>
                </a:lnTo>
                <a:lnTo>
                  <a:pt x="298" y="15776"/>
                </a:lnTo>
                <a:lnTo>
                  <a:pt x="334" y="15823"/>
                </a:lnTo>
                <a:lnTo>
                  <a:pt x="394" y="15871"/>
                </a:lnTo>
                <a:cubicBezTo>
                  <a:pt x="417" y="15895"/>
                  <a:pt x="429" y="15907"/>
                  <a:pt x="453" y="15931"/>
                </a:cubicBezTo>
                <a:cubicBezTo>
                  <a:pt x="477" y="15942"/>
                  <a:pt x="501" y="15966"/>
                  <a:pt x="525" y="15978"/>
                </a:cubicBezTo>
                <a:cubicBezTo>
                  <a:pt x="584" y="16014"/>
                  <a:pt x="644" y="16050"/>
                  <a:pt x="703" y="16073"/>
                </a:cubicBezTo>
                <a:cubicBezTo>
                  <a:pt x="751" y="16097"/>
                  <a:pt x="798" y="16109"/>
                  <a:pt x="834" y="16121"/>
                </a:cubicBezTo>
                <a:cubicBezTo>
                  <a:pt x="953" y="16157"/>
                  <a:pt x="1072" y="16181"/>
                  <a:pt x="1191" y="16181"/>
                </a:cubicBezTo>
                <a:lnTo>
                  <a:pt x="1203" y="16181"/>
                </a:lnTo>
                <a:cubicBezTo>
                  <a:pt x="1310" y="16181"/>
                  <a:pt x="1417" y="16169"/>
                  <a:pt x="1525" y="16133"/>
                </a:cubicBezTo>
                <a:cubicBezTo>
                  <a:pt x="1572" y="16121"/>
                  <a:pt x="1620" y="16109"/>
                  <a:pt x="1656" y="16085"/>
                </a:cubicBezTo>
                <a:cubicBezTo>
                  <a:pt x="1691" y="16073"/>
                  <a:pt x="1727" y="16062"/>
                  <a:pt x="1763" y="16038"/>
                </a:cubicBezTo>
                <a:lnTo>
                  <a:pt x="1846" y="15990"/>
                </a:lnTo>
                <a:lnTo>
                  <a:pt x="1918" y="15942"/>
                </a:lnTo>
                <a:cubicBezTo>
                  <a:pt x="1941" y="15931"/>
                  <a:pt x="1953" y="15919"/>
                  <a:pt x="1977" y="15907"/>
                </a:cubicBezTo>
                <a:lnTo>
                  <a:pt x="2037" y="15859"/>
                </a:lnTo>
                <a:lnTo>
                  <a:pt x="2084" y="15812"/>
                </a:lnTo>
                <a:lnTo>
                  <a:pt x="2120" y="15752"/>
                </a:lnTo>
                <a:cubicBezTo>
                  <a:pt x="2144" y="15740"/>
                  <a:pt x="2156" y="15728"/>
                  <a:pt x="2168" y="15704"/>
                </a:cubicBezTo>
                <a:cubicBezTo>
                  <a:pt x="2179" y="15692"/>
                  <a:pt x="2191" y="15681"/>
                  <a:pt x="2203" y="15657"/>
                </a:cubicBezTo>
                <a:lnTo>
                  <a:pt x="2227" y="15609"/>
                </a:lnTo>
                <a:lnTo>
                  <a:pt x="2263" y="15561"/>
                </a:lnTo>
                <a:cubicBezTo>
                  <a:pt x="2275" y="15550"/>
                  <a:pt x="2275" y="15538"/>
                  <a:pt x="2287" y="15514"/>
                </a:cubicBezTo>
                <a:cubicBezTo>
                  <a:pt x="2299" y="15502"/>
                  <a:pt x="2299" y="15478"/>
                  <a:pt x="2310" y="15466"/>
                </a:cubicBezTo>
                <a:cubicBezTo>
                  <a:pt x="2310" y="15454"/>
                  <a:pt x="2322" y="15431"/>
                  <a:pt x="2334" y="15419"/>
                </a:cubicBezTo>
                <a:cubicBezTo>
                  <a:pt x="2334" y="15407"/>
                  <a:pt x="2346" y="15383"/>
                  <a:pt x="2346" y="15371"/>
                </a:cubicBezTo>
                <a:cubicBezTo>
                  <a:pt x="2346" y="15359"/>
                  <a:pt x="2358" y="15335"/>
                  <a:pt x="2370" y="15323"/>
                </a:cubicBezTo>
                <a:lnTo>
                  <a:pt x="2382" y="15276"/>
                </a:lnTo>
                <a:cubicBezTo>
                  <a:pt x="2382" y="15264"/>
                  <a:pt x="2394" y="15240"/>
                  <a:pt x="2394" y="15228"/>
                </a:cubicBezTo>
                <a:lnTo>
                  <a:pt x="2406" y="15180"/>
                </a:lnTo>
                <a:cubicBezTo>
                  <a:pt x="2406" y="15157"/>
                  <a:pt x="2406" y="15145"/>
                  <a:pt x="2406" y="15133"/>
                </a:cubicBezTo>
                <a:lnTo>
                  <a:pt x="2406" y="15085"/>
                </a:lnTo>
                <a:lnTo>
                  <a:pt x="2406" y="15026"/>
                </a:lnTo>
                <a:lnTo>
                  <a:pt x="2406" y="14978"/>
                </a:lnTo>
                <a:cubicBezTo>
                  <a:pt x="2406" y="14978"/>
                  <a:pt x="2406" y="14966"/>
                  <a:pt x="2406" y="14954"/>
                </a:cubicBezTo>
                <a:lnTo>
                  <a:pt x="2406" y="1214"/>
                </a:lnTo>
                <a:lnTo>
                  <a:pt x="2394" y="1214"/>
                </a:lnTo>
                <a:lnTo>
                  <a:pt x="2394" y="1167"/>
                </a:lnTo>
                <a:lnTo>
                  <a:pt x="2394" y="1119"/>
                </a:lnTo>
                <a:lnTo>
                  <a:pt x="2394" y="1072"/>
                </a:lnTo>
                <a:cubicBezTo>
                  <a:pt x="2394" y="1060"/>
                  <a:pt x="2394" y="1036"/>
                  <a:pt x="2394" y="1024"/>
                </a:cubicBezTo>
                <a:lnTo>
                  <a:pt x="2394" y="976"/>
                </a:lnTo>
                <a:cubicBezTo>
                  <a:pt x="2394" y="964"/>
                  <a:pt x="2382" y="941"/>
                  <a:pt x="2382" y="929"/>
                </a:cubicBezTo>
                <a:cubicBezTo>
                  <a:pt x="2382" y="917"/>
                  <a:pt x="2382" y="893"/>
                  <a:pt x="2370" y="881"/>
                </a:cubicBezTo>
                <a:cubicBezTo>
                  <a:pt x="2370" y="869"/>
                  <a:pt x="2358" y="845"/>
                  <a:pt x="2358" y="833"/>
                </a:cubicBezTo>
                <a:lnTo>
                  <a:pt x="2334" y="786"/>
                </a:lnTo>
                <a:lnTo>
                  <a:pt x="2322" y="738"/>
                </a:lnTo>
                <a:cubicBezTo>
                  <a:pt x="2322" y="714"/>
                  <a:pt x="2299" y="703"/>
                  <a:pt x="2299" y="691"/>
                </a:cubicBezTo>
                <a:lnTo>
                  <a:pt x="2275" y="643"/>
                </a:lnTo>
                <a:cubicBezTo>
                  <a:pt x="2263" y="619"/>
                  <a:pt x="2251" y="607"/>
                  <a:pt x="2239" y="595"/>
                </a:cubicBezTo>
                <a:lnTo>
                  <a:pt x="2215" y="548"/>
                </a:lnTo>
                <a:cubicBezTo>
                  <a:pt x="2203" y="524"/>
                  <a:pt x="2191" y="512"/>
                  <a:pt x="2179" y="500"/>
                </a:cubicBezTo>
                <a:cubicBezTo>
                  <a:pt x="2168" y="476"/>
                  <a:pt x="2156" y="464"/>
                  <a:pt x="2144" y="452"/>
                </a:cubicBezTo>
                <a:lnTo>
                  <a:pt x="2096" y="393"/>
                </a:lnTo>
                <a:lnTo>
                  <a:pt x="2060" y="345"/>
                </a:lnTo>
                <a:lnTo>
                  <a:pt x="2001" y="298"/>
                </a:lnTo>
                <a:cubicBezTo>
                  <a:pt x="1977" y="286"/>
                  <a:pt x="1965" y="274"/>
                  <a:pt x="1941" y="250"/>
                </a:cubicBezTo>
                <a:lnTo>
                  <a:pt x="1882" y="202"/>
                </a:lnTo>
                <a:lnTo>
                  <a:pt x="1798" y="155"/>
                </a:lnTo>
                <a:cubicBezTo>
                  <a:pt x="1763" y="143"/>
                  <a:pt x="1727" y="119"/>
                  <a:pt x="1703" y="107"/>
                </a:cubicBezTo>
                <a:cubicBezTo>
                  <a:pt x="1656" y="95"/>
                  <a:pt x="1608" y="71"/>
                  <a:pt x="1572" y="60"/>
                </a:cubicBezTo>
                <a:cubicBezTo>
                  <a:pt x="1489" y="36"/>
                  <a:pt x="1406" y="12"/>
                  <a:pt x="1322" y="12"/>
                </a:cubicBezTo>
                <a:cubicBezTo>
                  <a:pt x="1287" y="0"/>
                  <a:pt x="1239" y="0"/>
                  <a:pt x="12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0" name="Google Shape;2680;p24"/>
          <p:cNvSpPr/>
          <p:nvPr/>
        </p:nvSpPr>
        <p:spPr>
          <a:xfrm>
            <a:off x="7819390" y="-169612"/>
            <a:ext cx="142539" cy="125041"/>
          </a:xfrm>
          <a:custGeom>
            <a:avLst/>
            <a:gdLst/>
            <a:ahLst/>
            <a:cxnLst/>
            <a:rect l="l" t="t" r="r" b="b"/>
            <a:pathLst>
              <a:path w="4358" h="3823" extrusionOk="0">
                <a:moveTo>
                  <a:pt x="1143" y="0"/>
                </a:moveTo>
                <a:cubicBezTo>
                  <a:pt x="512" y="0"/>
                  <a:pt x="0" y="512"/>
                  <a:pt x="0" y="1131"/>
                </a:cubicBezTo>
                <a:lnTo>
                  <a:pt x="0" y="2679"/>
                </a:lnTo>
                <a:cubicBezTo>
                  <a:pt x="0" y="3310"/>
                  <a:pt x="512" y="3810"/>
                  <a:pt x="1143" y="3822"/>
                </a:cubicBezTo>
                <a:lnTo>
                  <a:pt x="3227" y="3822"/>
                </a:lnTo>
                <a:cubicBezTo>
                  <a:pt x="3858" y="3810"/>
                  <a:pt x="4358" y="3310"/>
                  <a:pt x="4358" y="2679"/>
                </a:cubicBezTo>
                <a:lnTo>
                  <a:pt x="4358" y="1131"/>
                </a:lnTo>
                <a:cubicBezTo>
                  <a:pt x="4358" y="512"/>
                  <a:pt x="3858" y="0"/>
                  <a:pt x="3227" y="0"/>
                </a:cubicBezTo>
                <a:close/>
              </a:path>
            </a:pathLst>
          </a:custGeom>
          <a:solidFill>
            <a:srgbClr val="821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1" name="Google Shape;2681;p24"/>
          <p:cNvSpPr/>
          <p:nvPr/>
        </p:nvSpPr>
        <p:spPr>
          <a:xfrm>
            <a:off x="7819390" y="277825"/>
            <a:ext cx="142539" cy="124648"/>
          </a:xfrm>
          <a:custGeom>
            <a:avLst/>
            <a:gdLst/>
            <a:ahLst/>
            <a:cxnLst/>
            <a:rect l="l" t="t" r="r" b="b"/>
            <a:pathLst>
              <a:path w="4358" h="3811" extrusionOk="0">
                <a:moveTo>
                  <a:pt x="1143" y="0"/>
                </a:moveTo>
                <a:cubicBezTo>
                  <a:pt x="512" y="0"/>
                  <a:pt x="0" y="512"/>
                  <a:pt x="0" y="1132"/>
                </a:cubicBezTo>
                <a:lnTo>
                  <a:pt x="0" y="2679"/>
                </a:lnTo>
                <a:cubicBezTo>
                  <a:pt x="0" y="3298"/>
                  <a:pt x="512" y="3810"/>
                  <a:pt x="1143" y="3810"/>
                </a:cubicBezTo>
                <a:lnTo>
                  <a:pt x="3227" y="3810"/>
                </a:lnTo>
                <a:cubicBezTo>
                  <a:pt x="3846" y="3810"/>
                  <a:pt x="4358" y="3298"/>
                  <a:pt x="4358" y="2679"/>
                </a:cubicBezTo>
                <a:lnTo>
                  <a:pt x="4358" y="1132"/>
                </a:lnTo>
                <a:cubicBezTo>
                  <a:pt x="4358" y="512"/>
                  <a:pt x="3846" y="0"/>
                  <a:pt x="3227" y="0"/>
                </a:cubicBezTo>
                <a:close/>
              </a:path>
            </a:pathLst>
          </a:custGeom>
          <a:solidFill>
            <a:srgbClr val="821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2" name="Google Shape;2682;p24"/>
          <p:cNvSpPr/>
          <p:nvPr/>
        </p:nvSpPr>
        <p:spPr>
          <a:xfrm>
            <a:off x="7842350" y="-148189"/>
            <a:ext cx="80264" cy="529240"/>
          </a:xfrm>
          <a:custGeom>
            <a:avLst/>
            <a:gdLst/>
            <a:ahLst/>
            <a:cxnLst/>
            <a:rect l="l" t="t" r="r" b="b"/>
            <a:pathLst>
              <a:path w="2454" h="16181" extrusionOk="0">
                <a:moveTo>
                  <a:pt x="1227" y="0"/>
                </a:moveTo>
                <a:cubicBezTo>
                  <a:pt x="929" y="0"/>
                  <a:pt x="632" y="119"/>
                  <a:pt x="417" y="310"/>
                </a:cubicBezTo>
                <a:lnTo>
                  <a:pt x="394" y="333"/>
                </a:lnTo>
                <a:cubicBezTo>
                  <a:pt x="358" y="369"/>
                  <a:pt x="322" y="393"/>
                  <a:pt x="298" y="429"/>
                </a:cubicBezTo>
                <a:cubicBezTo>
                  <a:pt x="275" y="452"/>
                  <a:pt x="263" y="476"/>
                  <a:pt x="239" y="500"/>
                </a:cubicBezTo>
                <a:cubicBezTo>
                  <a:pt x="227" y="524"/>
                  <a:pt x="203" y="560"/>
                  <a:pt x="179" y="595"/>
                </a:cubicBezTo>
                <a:cubicBezTo>
                  <a:pt x="155" y="631"/>
                  <a:pt x="144" y="655"/>
                  <a:pt x="132" y="691"/>
                </a:cubicBezTo>
                <a:cubicBezTo>
                  <a:pt x="108" y="726"/>
                  <a:pt x="96" y="750"/>
                  <a:pt x="84" y="786"/>
                </a:cubicBezTo>
                <a:cubicBezTo>
                  <a:pt x="72" y="833"/>
                  <a:pt x="60" y="869"/>
                  <a:pt x="48" y="917"/>
                </a:cubicBezTo>
                <a:cubicBezTo>
                  <a:pt x="36" y="941"/>
                  <a:pt x="25" y="964"/>
                  <a:pt x="25" y="1000"/>
                </a:cubicBezTo>
                <a:cubicBezTo>
                  <a:pt x="13" y="1072"/>
                  <a:pt x="1" y="1143"/>
                  <a:pt x="1" y="1226"/>
                </a:cubicBezTo>
                <a:lnTo>
                  <a:pt x="1" y="14954"/>
                </a:lnTo>
                <a:cubicBezTo>
                  <a:pt x="1" y="15633"/>
                  <a:pt x="548" y="16181"/>
                  <a:pt x="1227" y="16181"/>
                </a:cubicBezTo>
                <a:cubicBezTo>
                  <a:pt x="1310" y="16181"/>
                  <a:pt x="1394" y="16169"/>
                  <a:pt x="1477" y="16157"/>
                </a:cubicBezTo>
                <a:lnTo>
                  <a:pt x="1525" y="16145"/>
                </a:lnTo>
                <a:cubicBezTo>
                  <a:pt x="1584" y="16121"/>
                  <a:pt x="1656" y="16097"/>
                  <a:pt x="1727" y="16073"/>
                </a:cubicBezTo>
                <a:lnTo>
                  <a:pt x="1739" y="16073"/>
                </a:lnTo>
                <a:cubicBezTo>
                  <a:pt x="1882" y="16002"/>
                  <a:pt x="2013" y="15907"/>
                  <a:pt x="2120" y="15788"/>
                </a:cubicBezTo>
                <a:cubicBezTo>
                  <a:pt x="2334" y="15561"/>
                  <a:pt x="2453" y="15276"/>
                  <a:pt x="2453" y="14966"/>
                </a:cubicBezTo>
                <a:lnTo>
                  <a:pt x="2453" y="1226"/>
                </a:lnTo>
                <a:cubicBezTo>
                  <a:pt x="2453" y="548"/>
                  <a:pt x="1906" y="0"/>
                  <a:pt x="1227" y="0"/>
                </a:cubicBezTo>
                <a:close/>
              </a:path>
            </a:pathLst>
          </a:custGeom>
          <a:solidFill>
            <a:srgbClr val="272425">
              <a:alpha val="200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3" name="Google Shape;2683;p24"/>
          <p:cNvSpPr/>
          <p:nvPr/>
        </p:nvSpPr>
        <p:spPr>
          <a:xfrm>
            <a:off x="7854027" y="-148189"/>
            <a:ext cx="79087" cy="529240"/>
          </a:xfrm>
          <a:custGeom>
            <a:avLst/>
            <a:gdLst/>
            <a:ahLst/>
            <a:cxnLst/>
            <a:rect l="l" t="t" r="r" b="b"/>
            <a:pathLst>
              <a:path w="2418" h="16181" extrusionOk="0">
                <a:moveTo>
                  <a:pt x="1132" y="0"/>
                </a:moveTo>
                <a:cubicBezTo>
                  <a:pt x="1049" y="0"/>
                  <a:pt x="965" y="24"/>
                  <a:pt x="882" y="48"/>
                </a:cubicBezTo>
                <a:cubicBezTo>
                  <a:pt x="834" y="60"/>
                  <a:pt x="787" y="71"/>
                  <a:pt x="739" y="83"/>
                </a:cubicBezTo>
                <a:cubicBezTo>
                  <a:pt x="715" y="107"/>
                  <a:pt x="680" y="119"/>
                  <a:pt x="644" y="131"/>
                </a:cubicBezTo>
                <a:cubicBezTo>
                  <a:pt x="620" y="155"/>
                  <a:pt x="596" y="167"/>
                  <a:pt x="572" y="179"/>
                </a:cubicBezTo>
                <a:cubicBezTo>
                  <a:pt x="537" y="202"/>
                  <a:pt x="525" y="214"/>
                  <a:pt x="501" y="226"/>
                </a:cubicBezTo>
                <a:lnTo>
                  <a:pt x="430" y="274"/>
                </a:lnTo>
                <a:lnTo>
                  <a:pt x="382" y="322"/>
                </a:lnTo>
                <a:cubicBezTo>
                  <a:pt x="370" y="333"/>
                  <a:pt x="346" y="357"/>
                  <a:pt x="334" y="369"/>
                </a:cubicBezTo>
                <a:lnTo>
                  <a:pt x="287" y="417"/>
                </a:lnTo>
                <a:cubicBezTo>
                  <a:pt x="275" y="429"/>
                  <a:pt x="263" y="441"/>
                  <a:pt x="251" y="464"/>
                </a:cubicBezTo>
                <a:lnTo>
                  <a:pt x="215" y="512"/>
                </a:lnTo>
                <a:lnTo>
                  <a:pt x="179" y="560"/>
                </a:lnTo>
                <a:lnTo>
                  <a:pt x="156" y="607"/>
                </a:lnTo>
                <a:lnTo>
                  <a:pt x="132" y="655"/>
                </a:lnTo>
                <a:lnTo>
                  <a:pt x="108" y="703"/>
                </a:lnTo>
                <a:cubicBezTo>
                  <a:pt x="108" y="714"/>
                  <a:pt x="96" y="726"/>
                  <a:pt x="84" y="750"/>
                </a:cubicBezTo>
                <a:cubicBezTo>
                  <a:pt x="72" y="762"/>
                  <a:pt x="72" y="774"/>
                  <a:pt x="60" y="786"/>
                </a:cubicBezTo>
                <a:lnTo>
                  <a:pt x="49" y="833"/>
                </a:lnTo>
                <a:lnTo>
                  <a:pt x="37" y="881"/>
                </a:lnTo>
                <a:cubicBezTo>
                  <a:pt x="37" y="905"/>
                  <a:pt x="25" y="917"/>
                  <a:pt x="25" y="929"/>
                </a:cubicBezTo>
                <a:cubicBezTo>
                  <a:pt x="13" y="953"/>
                  <a:pt x="13" y="964"/>
                  <a:pt x="13" y="976"/>
                </a:cubicBezTo>
                <a:lnTo>
                  <a:pt x="13" y="1024"/>
                </a:lnTo>
                <a:cubicBezTo>
                  <a:pt x="13" y="1048"/>
                  <a:pt x="13" y="1060"/>
                  <a:pt x="1" y="1072"/>
                </a:cubicBezTo>
                <a:cubicBezTo>
                  <a:pt x="1" y="1095"/>
                  <a:pt x="1" y="1107"/>
                  <a:pt x="1" y="1119"/>
                </a:cubicBezTo>
                <a:lnTo>
                  <a:pt x="1" y="1167"/>
                </a:lnTo>
                <a:lnTo>
                  <a:pt x="1" y="1214"/>
                </a:lnTo>
                <a:lnTo>
                  <a:pt x="1" y="14954"/>
                </a:lnTo>
                <a:cubicBezTo>
                  <a:pt x="1" y="14966"/>
                  <a:pt x="1" y="14978"/>
                  <a:pt x="1" y="14990"/>
                </a:cubicBezTo>
                <a:lnTo>
                  <a:pt x="1" y="15050"/>
                </a:lnTo>
                <a:cubicBezTo>
                  <a:pt x="1" y="15061"/>
                  <a:pt x="1" y="15073"/>
                  <a:pt x="1" y="15097"/>
                </a:cubicBezTo>
                <a:cubicBezTo>
                  <a:pt x="1" y="15109"/>
                  <a:pt x="13" y="15121"/>
                  <a:pt x="13" y="15145"/>
                </a:cubicBezTo>
                <a:lnTo>
                  <a:pt x="13" y="15192"/>
                </a:lnTo>
                <a:cubicBezTo>
                  <a:pt x="13" y="15204"/>
                  <a:pt x="13" y="15216"/>
                  <a:pt x="25" y="15240"/>
                </a:cubicBezTo>
                <a:cubicBezTo>
                  <a:pt x="37" y="15252"/>
                  <a:pt x="25" y="15276"/>
                  <a:pt x="37" y="15288"/>
                </a:cubicBezTo>
                <a:cubicBezTo>
                  <a:pt x="49" y="15300"/>
                  <a:pt x="49" y="15323"/>
                  <a:pt x="49" y="15335"/>
                </a:cubicBezTo>
                <a:lnTo>
                  <a:pt x="60" y="15383"/>
                </a:lnTo>
                <a:lnTo>
                  <a:pt x="84" y="15431"/>
                </a:lnTo>
                <a:cubicBezTo>
                  <a:pt x="84" y="15454"/>
                  <a:pt x="96" y="15466"/>
                  <a:pt x="108" y="15478"/>
                </a:cubicBezTo>
                <a:cubicBezTo>
                  <a:pt x="120" y="15502"/>
                  <a:pt x="120" y="15514"/>
                  <a:pt x="132" y="15526"/>
                </a:cubicBezTo>
                <a:cubicBezTo>
                  <a:pt x="144" y="15550"/>
                  <a:pt x="156" y="15561"/>
                  <a:pt x="156" y="15585"/>
                </a:cubicBezTo>
                <a:cubicBezTo>
                  <a:pt x="168" y="15597"/>
                  <a:pt x="179" y="15609"/>
                  <a:pt x="191" y="15633"/>
                </a:cubicBezTo>
                <a:cubicBezTo>
                  <a:pt x="203" y="15645"/>
                  <a:pt x="215" y="15657"/>
                  <a:pt x="227" y="15681"/>
                </a:cubicBezTo>
                <a:cubicBezTo>
                  <a:pt x="239" y="15692"/>
                  <a:pt x="251" y="15716"/>
                  <a:pt x="263" y="15728"/>
                </a:cubicBezTo>
                <a:cubicBezTo>
                  <a:pt x="275" y="15740"/>
                  <a:pt x="287" y="15764"/>
                  <a:pt x="310" y="15776"/>
                </a:cubicBezTo>
                <a:lnTo>
                  <a:pt x="358" y="15823"/>
                </a:lnTo>
                <a:lnTo>
                  <a:pt x="406" y="15871"/>
                </a:lnTo>
                <a:cubicBezTo>
                  <a:pt x="430" y="15895"/>
                  <a:pt x="441" y="15907"/>
                  <a:pt x="465" y="15931"/>
                </a:cubicBezTo>
                <a:lnTo>
                  <a:pt x="537" y="15978"/>
                </a:lnTo>
                <a:cubicBezTo>
                  <a:pt x="560" y="15990"/>
                  <a:pt x="584" y="16014"/>
                  <a:pt x="620" y="16026"/>
                </a:cubicBezTo>
                <a:cubicBezTo>
                  <a:pt x="644" y="16050"/>
                  <a:pt x="680" y="16062"/>
                  <a:pt x="715" y="16073"/>
                </a:cubicBezTo>
                <a:cubicBezTo>
                  <a:pt x="763" y="16097"/>
                  <a:pt x="811" y="16109"/>
                  <a:pt x="846" y="16121"/>
                </a:cubicBezTo>
                <a:cubicBezTo>
                  <a:pt x="965" y="16157"/>
                  <a:pt x="1084" y="16181"/>
                  <a:pt x="1203" y="16181"/>
                </a:cubicBezTo>
                <a:lnTo>
                  <a:pt x="1215" y="16181"/>
                </a:lnTo>
                <a:cubicBezTo>
                  <a:pt x="1322" y="16181"/>
                  <a:pt x="1430" y="16169"/>
                  <a:pt x="1537" y="16133"/>
                </a:cubicBezTo>
                <a:cubicBezTo>
                  <a:pt x="1584" y="16121"/>
                  <a:pt x="1632" y="16109"/>
                  <a:pt x="1680" y="16085"/>
                </a:cubicBezTo>
                <a:lnTo>
                  <a:pt x="1751" y="16050"/>
                </a:lnTo>
                <a:cubicBezTo>
                  <a:pt x="1775" y="16026"/>
                  <a:pt x="1811" y="16014"/>
                  <a:pt x="1834" y="16002"/>
                </a:cubicBezTo>
                <a:lnTo>
                  <a:pt x="1906" y="15954"/>
                </a:lnTo>
                <a:cubicBezTo>
                  <a:pt x="1930" y="15931"/>
                  <a:pt x="1954" y="15919"/>
                  <a:pt x="1965" y="15907"/>
                </a:cubicBezTo>
                <a:cubicBezTo>
                  <a:pt x="1989" y="15883"/>
                  <a:pt x="2001" y="15871"/>
                  <a:pt x="2025" y="15859"/>
                </a:cubicBezTo>
                <a:lnTo>
                  <a:pt x="2073" y="15812"/>
                </a:lnTo>
                <a:lnTo>
                  <a:pt x="2108" y="15752"/>
                </a:lnTo>
                <a:lnTo>
                  <a:pt x="2156" y="15704"/>
                </a:lnTo>
                <a:lnTo>
                  <a:pt x="2192" y="15657"/>
                </a:lnTo>
                <a:lnTo>
                  <a:pt x="2215" y="15609"/>
                </a:lnTo>
                <a:cubicBezTo>
                  <a:pt x="2227" y="15597"/>
                  <a:pt x="2239" y="15585"/>
                  <a:pt x="2251" y="15561"/>
                </a:cubicBezTo>
                <a:cubicBezTo>
                  <a:pt x="2263" y="15550"/>
                  <a:pt x="2263" y="15538"/>
                  <a:pt x="2275" y="15514"/>
                </a:cubicBezTo>
                <a:cubicBezTo>
                  <a:pt x="2287" y="15502"/>
                  <a:pt x="2287" y="15478"/>
                  <a:pt x="2299" y="15466"/>
                </a:cubicBezTo>
                <a:lnTo>
                  <a:pt x="2323" y="15419"/>
                </a:lnTo>
                <a:cubicBezTo>
                  <a:pt x="2323" y="15407"/>
                  <a:pt x="2335" y="15383"/>
                  <a:pt x="2335" y="15371"/>
                </a:cubicBezTo>
                <a:cubicBezTo>
                  <a:pt x="2335" y="15359"/>
                  <a:pt x="2346" y="15335"/>
                  <a:pt x="2358" y="15323"/>
                </a:cubicBezTo>
                <a:cubicBezTo>
                  <a:pt x="2358" y="15311"/>
                  <a:pt x="2370" y="15288"/>
                  <a:pt x="2370" y="15276"/>
                </a:cubicBezTo>
                <a:cubicBezTo>
                  <a:pt x="2370" y="15264"/>
                  <a:pt x="2382" y="15240"/>
                  <a:pt x="2382" y="15228"/>
                </a:cubicBezTo>
                <a:cubicBezTo>
                  <a:pt x="2382" y="15204"/>
                  <a:pt x="2382" y="15192"/>
                  <a:pt x="2394" y="15180"/>
                </a:cubicBezTo>
                <a:cubicBezTo>
                  <a:pt x="2406" y="15157"/>
                  <a:pt x="2394" y="15145"/>
                  <a:pt x="2394" y="15133"/>
                </a:cubicBezTo>
                <a:cubicBezTo>
                  <a:pt x="2406" y="15109"/>
                  <a:pt x="2394" y="15097"/>
                  <a:pt x="2394" y="15085"/>
                </a:cubicBezTo>
                <a:lnTo>
                  <a:pt x="2394" y="15026"/>
                </a:lnTo>
                <a:lnTo>
                  <a:pt x="2394" y="14978"/>
                </a:lnTo>
                <a:lnTo>
                  <a:pt x="2394" y="14954"/>
                </a:lnTo>
                <a:lnTo>
                  <a:pt x="2394" y="1226"/>
                </a:lnTo>
                <a:cubicBezTo>
                  <a:pt x="2394" y="1226"/>
                  <a:pt x="2418" y="1214"/>
                  <a:pt x="2418" y="1214"/>
                </a:cubicBezTo>
                <a:lnTo>
                  <a:pt x="2418" y="1167"/>
                </a:lnTo>
                <a:lnTo>
                  <a:pt x="2418" y="1119"/>
                </a:lnTo>
                <a:cubicBezTo>
                  <a:pt x="2418" y="1107"/>
                  <a:pt x="2418" y="1084"/>
                  <a:pt x="2418" y="1072"/>
                </a:cubicBezTo>
                <a:cubicBezTo>
                  <a:pt x="2418" y="1060"/>
                  <a:pt x="2418" y="1036"/>
                  <a:pt x="2406" y="1024"/>
                </a:cubicBezTo>
                <a:cubicBezTo>
                  <a:pt x="2406" y="1012"/>
                  <a:pt x="2406" y="988"/>
                  <a:pt x="2406" y="976"/>
                </a:cubicBezTo>
                <a:cubicBezTo>
                  <a:pt x="2406" y="964"/>
                  <a:pt x="2406" y="941"/>
                  <a:pt x="2394" y="929"/>
                </a:cubicBezTo>
                <a:cubicBezTo>
                  <a:pt x="2394" y="905"/>
                  <a:pt x="2394" y="893"/>
                  <a:pt x="2382" y="881"/>
                </a:cubicBezTo>
                <a:cubicBezTo>
                  <a:pt x="2382" y="869"/>
                  <a:pt x="2370" y="845"/>
                  <a:pt x="2370" y="833"/>
                </a:cubicBezTo>
                <a:cubicBezTo>
                  <a:pt x="2370" y="810"/>
                  <a:pt x="2358" y="798"/>
                  <a:pt x="2358" y="786"/>
                </a:cubicBezTo>
                <a:cubicBezTo>
                  <a:pt x="2346" y="762"/>
                  <a:pt x="2346" y="750"/>
                  <a:pt x="2335" y="738"/>
                </a:cubicBezTo>
                <a:cubicBezTo>
                  <a:pt x="2323" y="714"/>
                  <a:pt x="2323" y="703"/>
                  <a:pt x="2311" y="691"/>
                </a:cubicBezTo>
                <a:lnTo>
                  <a:pt x="2287" y="643"/>
                </a:lnTo>
                <a:cubicBezTo>
                  <a:pt x="2275" y="619"/>
                  <a:pt x="2263" y="607"/>
                  <a:pt x="2263" y="595"/>
                </a:cubicBezTo>
                <a:cubicBezTo>
                  <a:pt x="2251" y="572"/>
                  <a:pt x="2239" y="560"/>
                  <a:pt x="2227" y="548"/>
                </a:cubicBezTo>
                <a:lnTo>
                  <a:pt x="2192" y="500"/>
                </a:lnTo>
                <a:lnTo>
                  <a:pt x="2156" y="452"/>
                </a:lnTo>
                <a:lnTo>
                  <a:pt x="2108" y="393"/>
                </a:lnTo>
                <a:cubicBezTo>
                  <a:pt x="2096" y="381"/>
                  <a:pt x="2084" y="369"/>
                  <a:pt x="2073" y="345"/>
                </a:cubicBezTo>
                <a:lnTo>
                  <a:pt x="2013" y="298"/>
                </a:lnTo>
                <a:cubicBezTo>
                  <a:pt x="2001" y="286"/>
                  <a:pt x="1977" y="274"/>
                  <a:pt x="1954" y="250"/>
                </a:cubicBezTo>
                <a:lnTo>
                  <a:pt x="1894" y="202"/>
                </a:lnTo>
                <a:lnTo>
                  <a:pt x="1811" y="155"/>
                </a:lnTo>
                <a:cubicBezTo>
                  <a:pt x="1775" y="143"/>
                  <a:pt x="1739" y="119"/>
                  <a:pt x="1715" y="107"/>
                </a:cubicBezTo>
                <a:cubicBezTo>
                  <a:pt x="1668" y="95"/>
                  <a:pt x="1632" y="71"/>
                  <a:pt x="1584" y="60"/>
                </a:cubicBezTo>
                <a:cubicBezTo>
                  <a:pt x="1501" y="36"/>
                  <a:pt x="1418" y="12"/>
                  <a:pt x="1346" y="12"/>
                </a:cubicBezTo>
                <a:cubicBezTo>
                  <a:pt x="1299" y="0"/>
                  <a:pt x="1251" y="0"/>
                  <a:pt x="121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4" name="Google Shape;2684;p24"/>
          <p:cNvSpPr/>
          <p:nvPr/>
        </p:nvSpPr>
        <p:spPr>
          <a:xfrm>
            <a:off x="7449044" y="-169612"/>
            <a:ext cx="142572" cy="125041"/>
          </a:xfrm>
          <a:custGeom>
            <a:avLst/>
            <a:gdLst/>
            <a:ahLst/>
            <a:cxnLst/>
            <a:rect l="l" t="t" r="r" b="b"/>
            <a:pathLst>
              <a:path w="4359" h="3823" extrusionOk="0">
                <a:moveTo>
                  <a:pt x="1131" y="0"/>
                </a:moveTo>
                <a:cubicBezTo>
                  <a:pt x="500" y="0"/>
                  <a:pt x="0" y="512"/>
                  <a:pt x="0" y="1131"/>
                </a:cubicBezTo>
                <a:lnTo>
                  <a:pt x="0" y="2679"/>
                </a:lnTo>
                <a:cubicBezTo>
                  <a:pt x="0" y="3310"/>
                  <a:pt x="512" y="3822"/>
                  <a:pt x="1143" y="3822"/>
                </a:cubicBezTo>
                <a:lnTo>
                  <a:pt x="3227" y="3822"/>
                </a:lnTo>
                <a:cubicBezTo>
                  <a:pt x="3846" y="3810"/>
                  <a:pt x="4358" y="3310"/>
                  <a:pt x="4358" y="2679"/>
                </a:cubicBezTo>
                <a:lnTo>
                  <a:pt x="4358" y="1131"/>
                </a:lnTo>
                <a:cubicBezTo>
                  <a:pt x="4346" y="512"/>
                  <a:pt x="3846" y="0"/>
                  <a:pt x="3215" y="0"/>
                </a:cubicBezTo>
                <a:close/>
              </a:path>
            </a:pathLst>
          </a:custGeom>
          <a:solidFill>
            <a:srgbClr val="821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5" name="Google Shape;2685;p24"/>
          <p:cNvSpPr/>
          <p:nvPr/>
        </p:nvSpPr>
        <p:spPr>
          <a:xfrm>
            <a:off x="7448651" y="277825"/>
            <a:ext cx="142964" cy="124648"/>
          </a:xfrm>
          <a:custGeom>
            <a:avLst/>
            <a:gdLst/>
            <a:ahLst/>
            <a:cxnLst/>
            <a:rect l="l" t="t" r="r" b="b"/>
            <a:pathLst>
              <a:path w="4371" h="3811" extrusionOk="0">
                <a:moveTo>
                  <a:pt x="1143" y="0"/>
                </a:moveTo>
                <a:cubicBezTo>
                  <a:pt x="512" y="0"/>
                  <a:pt x="0" y="501"/>
                  <a:pt x="12" y="1132"/>
                </a:cubicBezTo>
                <a:lnTo>
                  <a:pt x="12" y="2679"/>
                </a:lnTo>
                <a:cubicBezTo>
                  <a:pt x="12" y="3310"/>
                  <a:pt x="524" y="3810"/>
                  <a:pt x="1143" y="3810"/>
                </a:cubicBezTo>
                <a:lnTo>
                  <a:pt x="3227" y="3810"/>
                </a:lnTo>
                <a:cubicBezTo>
                  <a:pt x="3858" y="3810"/>
                  <a:pt x="4370" y="3298"/>
                  <a:pt x="4370" y="2679"/>
                </a:cubicBezTo>
                <a:lnTo>
                  <a:pt x="4370" y="1132"/>
                </a:lnTo>
                <a:cubicBezTo>
                  <a:pt x="4370" y="512"/>
                  <a:pt x="3858" y="0"/>
                  <a:pt x="3227" y="0"/>
                </a:cubicBezTo>
                <a:close/>
              </a:path>
            </a:pathLst>
          </a:custGeom>
          <a:solidFill>
            <a:srgbClr val="821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6" name="Google Shape;2686;p24"/>
          <p:cNvSpPr/>
          <p:nvPr/>
        </p:nvSpPr>
        <p:spPr>
          <a:xfrm>
            <a:off x="7472004" y="-148189"/>
            <a:ext cx="80264" cy="529240"/>
          </a:xfrm>
          <a:custGeom>
            <a:avLst/>
            <a:gdLst/>
            <a:ahLst/>
            <a:cxnLst/>
            <a:rect l="l" t="t" r="r" b="b"/>
            <a:pathLst>
              <a:path w="2454" h="16181" extrusionOk="0">
                <a:moveTo>
                  <a:pt x="1227" y="0"/>
                </a:moveTo>
                <a:cubicBezTo>
                  <a:pt x="930" y="0"/>
                  <a:pt x="632" y="119"/>
                  <a:pt x="418" y="310"/>
                </a:cubicBezTo>
                <a:lnTo>
                  <a:pt x="394" y="333"/>
                </a:lnTo>
                <a:cubicBezTo>
                  <a:pt x="358" y="369"/>
                  <a:pt x="334" y="393"/>
                  <a:pt x="299" y="429"/>
                </a:cubicBezTo>
                <a:cubicBezTo>
                  <a:pt x="287" y="452"/>
                  <a:pt x="263" y="476"/>
                  <a:pt x="251" y="500"/>
                </a:cubicBezTo>
                <a:cubicBezTo>
                  <a:pt x="227" y="524"/>
                  <a:pt x="203" y="560"/>
                  <a:pt x="179" y="595"/>
                </a:cubicBezTo>
                <a:cubicBezTo>
                  <a:pt x="168" y="631"/>
                  <a:pt x="144" y="655"/>
                  <a:pt x="132" y="691"/>
                </a:cubicBezTo>
                <a:cubicBezTo>
                  <a:pt x="120" y="726"/>
                  <a:pt x="96" y="750"/>
                  <a:pt x="84" y="786"/>
                </a:cubicBezTo>
                <a:cubicBezTo>
                  <a:pt x="72" y="833"/>
                  <a:pt x="60" y="869"/>
                  <a:pt x="48" y="917"/>
                </a:cubicBezTo>
                <a:cubicBezTo>
                  <a:pt x="48" y="941"/>
                  <a:pt x="37" y="964"/>
                  <a:pt x="25" y="1000"/>
                </a:cubicBezTo>
                <a:cubicBezTo>
                  <a:pt x="13" y="1072"/>
                  <a:pt x="1" y="1143"/>
                  <a:pt x="1" y="1226"/>
                </a:cubicBezTo>
                <a:lnTo>
                  <a:pt x="1" y="14954"/>
                </a:lnTo>
                <a:cubicBezTo>
                  <a:pt x="1" y="15633"/>
                  <a:pt x="549" y="16181"/>
                  <a:pt x="1227" y="16181"/>
                </a:cubicBezTo>
                <a:cubicBezTo>
                  <a:pt x="1311" y="16181"/>
                  <a:pt x="1394" y="16169"/>
                  <a:pt x="1477" y="16157"/>
                </a:cubicBezTo>
                <a:lnTo>
                  <a:pt x="1525" y="16145"/>
                </a:lnTo>
                <a:cubicBezTo>
                  <a:pt x="1584" y="16121"/>
                  <a:pt x="1656" y="16097"/>
                  <a:pt x="1715" y="16073"/>
                </a:cubicBezTo>
                <a:lnTo>
                  <a:pt x="1739" y="16073"/>
                </a:lnTo>
                <a:cubicBezTo>
                  <a:pt x="1882" y="16002"/>
                  <a:pt x="2013" y="15907"/>
                  <a:pt x="2120" y="15788"/>
                </a:cubicBezTo>
                <a:cubicBezTo>
                  <a:pt x="2334" y="15561"/>
                  <a:pt x="2442" y="15276"/>
                  <a:pt x="2442" y="14966"/>
                </a:cubicBezTo>
                <a:lnTo>
                  <a:pt x="2442" y="1226"/>
                </a:lnTo>
                <a:cubicBezTo>
                  <a:pt x="2454" y="548"/>
                  <a:pt x="1906" y="0"/>
                  <a:pt x="1227" y="0"/>
                </a:cubicBezTo>
                <a:close/>
              </a:path>
            </a:pathLst>
          </a:custGeom>
          <a:solidFill>
            <a:srgbClr val="272425">
              <a:alpha val="200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7" name="Google Shape;2687;p24"/>
          <p:cNvSpPr/>
          <p:nvPr/>
        </p:nvSpPr>
        <p:spPr>
          <a:xfrm>
            <a:off x="7484073" y="-148189"/>
            <a:ext cx="78694" cy="529240"/>
          </a:xfrm>
          <a:custGeom>
            <a:avLst/>
            <a:gdLst/>
            <a:ahLst/>
            <a:cxnLst/>
            <a:rect l="l" t="t" r="r" b="b"/>
            <a:pathLst>
              <a:path w="2406" h="16181" extrusionOk="0">
                <a:moveTo>
                  <a:pt x="1132" y="0"/>
                </a:moveTo>
                <a:cubicBezTo>
                  <a:pt x="1037" y="0"/>
                  <a:pt x="953" y="24"/>
                  <a:pt x="870" y="48"/>
                </a:cubicBezTo>
                <a:cubicBezTo>
                  <a:pt x="822" y="60"/>
                  <a:pt x="787" y="71"/>
                  <a:pt x="739" y="83"/>
                </a:cubicBezTo>
                <a:cubicBezTo>
                  <a:pt x="703" y="107"/>
                  <a:pt x="668" y="119"/>
                  <a:pt x="644" y="131"/>
                </a:cubicBezTo>
                <a:cubicBezTo>
                  <a:pt x="608" y="155"/>
                  <a:pt x="584" y="167"/>
                  <a:pt x="561" y="179"/>
                </a:cubicBezTo>
                <a:cubicBezTo>
                  <a:pt x="537" y="202"/>
                  <a:pt x="513" y="214"/>
                  <a:pt x="489" y="226"/>
                </a:cubicBezTo>
                <a:lnTo>
                  <a:pt x="430" y="274"/>
                </a:lnTo>
                <a:lnTo>
                  <a:pt x="382" y="322"/>
                </a:lnTo>
                <a:cubicBezTo>
                  <a:pt x="358" y="333"/>
                  <a:pt x="346" y="357"/>
                  <a:pt x="334" y="369"/>
                </a:cubicBezTo>
                <a:cubicBezTo>
                  <a:pt x="311" y="381"/>
                  <a:pt x="299" y="393"/>
                  <a:pt x="287" y="417"/>
                </a:cubicBezTo>
                <a:lnTo>
                  <a:pt x="251" y="464"/>
                </a:lnTo>
                <a:lnTo>
                  <a:pt x="215" y="512"/>
                </a:lnTo>
                <a:lnTo>
                  <a:pt x="180" y="560"/>
                </a:lnTo>
                <a:cubicBezTo>
                  <a:pt x="168" y="572"/>
                  <a:pt x="156" y="583"/>
                  <a:pt x="156" y="607"/>
                </a:cubicBezTo>
                <a:lnTo>
                  <a:pt x="120" y="655"/>
                </a:lnTo>
                <a:cubicBezTo>
                  <a:pt x="120" y="667"/>
                  <a:pt x="108" y="679"/>
                  <a:pt x="96" y="703"/>
                </a:cubicBezTo>
                <a:cubicBezTo>
                  <a:pt x="96" y="714"/>
                  <a:pt x="84" y="726"/>
                  <a:pt x="72" y="750"/>
                </a:cubicBezTo>
                <a:cubicBezTo>
                  <a:pt x="72" y="762"/>
                  <a:pt x="72" y="774"/>
                  <a:pt x="60" y="786"/>
                </a:cubicBezTo>
                <a:lnTo>
                  <a:pt x="49" y="833"/>
                </a:lnTo>
                <a:lnTo>
                  <a:pt x="25" y="881"/>
                </a:lnTo>
                <a:cubicBezTo>
                  <a:pt x="25" y="905"/>
                  <a:pt x="25" y="917"/>
                  <a:pt x="13" y="929"/>
                </a:cubicBezTo>
                <a:cubicBezTo>
                  <a:pt x="13" y="953"/>
                  <a:pt x="13" y="964"/>
                  <a:pt x="1" y="976"/>
                </a:cubicBezTo>
                <a:lnTo>
                  <a:pt x="1" y="1024"/>
                </a:lnTo>
                <a:lnTo>
                  <a:pt x="1" y="1072"/>
                </a:lnTo>
                <a:lnTo>
                  <a:pt x="1" y="1119"/>
                </a:lnTo>
                <a:lnTo>
                  <a:pt x="1" y="1167"/>
                </a:lnTo>
                <a:lnTo>
                  <a:pt x="1" y="1214"/>
                </a:lnTo>
                <a:lnTo>
                  <a:pt x="1" y="14954"/>
                </a:lnTo>
                <a:lnTo>
                  <a:pt x="1" y="14990"/>
                </a:lnTo>
                <a:lnTo>
                  <a:pt x="1" y="15050"/>
                </a:lnTo>
                <a:lnTo>
                  <a:pt x="1" y="15097"/>
                </a:lnTo>
                <a:lnTo>
                  <a:pt x="1" y="15145"/>
                </a:lnTo>
                <a:lnTo>
                  <a:pt x="1" y="15192"/>
                </a:lnTo>
                <a:cubicBezTo>
                  <a:pt x="1" y="15204"/>
                  <a:pt x="13" y="15216"/>
                  <a:pt x="13" y="15240"/>
                </a:cubicBezTo>
                <a:cubicBezTo>
                  <a:pt x="25" y="15252"/>
                  <a:pt x="13" y="15276"/>
                  <a:pt x="25" y="15288"/>
                </a:cubicBezTo>
                <a:cubicBezTo>
                  <a:pt x="37" y="15300"/>
                  <a:pt x="37" y="15323"/>
                  <a:pt x="49" y="15335"/>
                </a:cubicBezTo>
                <a:cubicBezTo>
                  <a:pt x="49" y="15347"/>
                  <a:pt x="60" y="15371"/>
                  <a:pt x="60" y="15383"/>
                </a:cubicBezTo>
                <a:cubicBezTo>
                  <a:pt x="72" y="15407"/>
                  <a:pt x="72" y="15419"/>
                  <a:pt x="84" y="15431"/>
                </a:cubicBezTo>
                <a:cubicBezTo>
                  <a:pt x="84" y="15454"/>
                  <a:pt x="96" y="15466"/>
                  <a:pt x="108" y="15478"/>
                </a:cubicBezTo>
                <a:cubicBezTo>
                  <a:pt x="108" y="15502"/>
                  <a:pt x="120" y="15514"/>
                  <a:pt x="132" y="15526"/>
                </a:cubicBezTo>
                <a:cubicBezTo>
                  <a:pt x="132" y="15550"/>
                  <a:pt x="144" y="15561"/>
                  <a:pt x="156" y="15585"/>
                </a:cubicBezTo>
                <a:cubicBezTo>
                  <a:pt x="168" y="15597"/>
                  <a:pt x="180" y="15609"/>
                  <a:pt x="191" y="15633"/>
                </a:cubicBezTo>
                <a:cubicBezTo>
                  <a:pt x="191" y="15645"/>
                  <a:pt x="203" y="15669"/>
                  <a:pt x="227" y="15681"/>
                </a:cubicBezTo>
                <a:lnTo>
                  <a:pt x="263" y="15728"/>
                </a:lnTo>
                <a:lnTo>
                  <a:pt x="299" y="15776"/>
                </a:lnTo>
                <a:lnTo>
                  <a:pt x="346" y="15823"/>
                </a:lnTo>
                <a:lnTo>
                  <a:pt x="406" y="15871"/>
                </a:lnTo>
                <a:cubicBezTo>
                  <a:pt x="418" y="15895"/>
                  <a:pt x="441" y="15907"/>
                  <a:pt x="465" y="15931"/>
                </a:cubicBezTo>
                <a:cubicBezTo>
                  <a:pt x="489" y="15942"/>
                  <a:pt x="501" y="15966"/>
                  <a:pt x="525" y="15978"/>
                </a:cubicBezTo>
                <a:cubicBezTo>
                  <a:pt x="584" y="16014"/>
                  <a:pt x="644" y="16050"/>
                  <a:pt x="715" y="16073"/>
                </a:cubicBezTo>
                <a:cubicBezTo>
                  <a:pt x="751" y="16097"/>
                  <a:pt x="799" y="16109"/>
                  <a:pt x="846" y="16121"/>
                </a:cubicBezTo>
                <a:cubicBezTo>
                  <a:pt x="965" y="16157"/>
                  <a:pt x="1084" y="16181"/>
                  <a:pt x="1203" y="16181"/>
                </a:cubicBezTo>
                <a:lnTo>
                  <a:pt x="1215" y="16181"/>
                </a:lnTo>
                <a:cubicBezTo>
                  <a:pt x="1323" y="16181"/>
                  <a:pt x="1430" y="16169"/>
                  <a:pt x="1525" y="16133"/>
                </a:cubicBezTo>
                <a:cubicBezTo>
                  <a:pt x="1573" y="16121"/>
                  <a:pt x="1620" y="16109"/>
                  <a:pt x="1668" y="16085"/>
                </a:cubicBezTo>
                <a:cubicBezTo>
                  <a:pt x="1704" y="16073"/>
                  <a:pt x="1739" y="16062"/>
                  <a:pt x="1775" y="16038"/>
                </a:cubicBezTo>
                <a:lnTo>
                  <a:pt x="1858" y="15990"/>
                </a:lnTo>
                <a:lnTo>
                  <a:pt x="1918" y="15942"/>
                </a:lnTo>
                <a:cubicBezTo>
                  <a:pt x="1942" y="15931"/>
                  <a:pt x="1965" y="15919"/>
                  <a:pt x="1989" y="15907"/>
                </a:cubicBezTo>
                <a:lnTo>
                  <a:pt x="2037" y="15859"/>
                </a:lnTo>
                <a:lnTo>
                  <a:pt x="2085" y="15812"/>
                </a:lnTo>
                <a:lnTo>
                  <a:pt x="2132" y="15752"/>
                </a:lnTo>
                <a:cubicBezTo>
                  <a:pt x="2144" y="15740"/>
                  <a:pt x="2156" y="15728"/>
                  <a:pt x="2168" y="15704"/>
                </a:cubicBezTo>
                <a:cubicBezTo>
                  <a:pt x="2180" y="15692"/>
                  <a:pt x="2192" y="15681"/>
                  <a:pt x="2204" y="15657"/>
                </a:cubicBezTo>
                <a:lnTo>
                  <a:pt x="2239" y="15609"/>
                </a:lnTo>
                <a:lnTo>
                  <a:pt x="2275" y="15561"/>
                </a:lnTo>
                <a:cubicBezTo>
                  <a:pt x="2275" y="15550"/>
                  <a:pt x="2287" y="15538"/>
                  <a:pt x="2299" y="15514"/>
                </a:cubicBezTo>
                <a:cubicBezTo>
                  <a:pt x="2299" y="15502"/>
                  <a:pt x="2311" y="15478"/>
                  <a:pt x="2323" y="15466"/>
                </a:cubicBezTo>
                <a:cubicBezTo>
                  <a:pt x="2323" y="15454"/>
                  <a:pt x="2335" y="15431"/>
                  <a:pt x="2335" y="15419"/>
                </a:cubicBezTo>
                <a:cubicBezTo>
                  <a:pt x="2346" y="15407"/>
                  <a:pt x="2346" y="15383"/>
                  <a:pt x="2358" y="15371"/>
                </a:cubicBezTo>
                <a:cubicBezTo>
                  <a:pt x="2358" y="15359"/>
                  <a:pt x="2370" y="15335"/>
                  <a:pt x="2370" y="15323"/>
                </a:cubicBezTo>
                <a:lnTo>
                  <a:pt x="2394" y="15276"/>
                </a:lnTo>
                <a:cubicBezTo>
                  <a:pt x="2394" y="15264"/>
                  <a:pt x="2394" y="15240"/>
                  <a:pt x="2406" y="15228"/>
                </a:cubicBezTo>
                <a:lnTo>
                  <a:pt x="2406" y="15180"/>
                </a:lnTo>
                <a:cubicBezTo>
                  <a:pt x="2406" y="15157"/>
                  <a:pt x="2406" y="15145"/>
                  <a:pt x="2406" y="15133"/>
                </a:cubicBezTo>
                <a:lnTo>
                  <a:pt x="2406" y="15085"/>
                </a:lnTo>
                <a:lnTo>
                  <a:pt x="2406" y="15026"/>
                </a:lnTo>
                <a:lnTo>
                  <a:pt x="2406" y="14978"/>
                </a:lnTo>
                <a:cubicBezTo>
                  <a:pt x="2406" y="14978"/>
                  <a:pt x="2406" y="14966"/>
                  <a:pt x="2406" y="14954"/>
                </a:cubicBezTo>
                <a:lnTo>
                  <a:pt x="2406" y="1214"/>
                </a:lnTo>
                <a:lnTo>
                  <a:pt x="2406" y="1167"/>
                </a:lnTo>
                <a:lnTo>
                  <a:pt x="2406" y="1119"/>
                </a:lnTo>
                <a:lnTo>
                  <a:pt x="2406" y="1072"/>
                </a:lnTo>
                <a:cubicBezTo>
                  <a:pt x="2406" y="1060"/>
                  <a:pt x="2406" y="1036"/>
                  <a:pt x="2406" y="1024"/>
                </a:cubicBezTo>
                <a:lnTo>
                  <a:pt x="2406" y="976"/>
                </a:lnTo>
                <a:cubicBezTo>
                  <a:pt x="2406" y="964"/>
                  <a:pt x="2394" y="941"/>
                  <a:pt x="2394" y="929"/>
                </a:cubicBezTo>
                <a:cubicBezTo>
                  <a:pt x="2394" y="917"/>
                  <a:pt x="2382" y="893"/>
                  <a:pt x="2382" y="881"/>
                </a:cubicBezTo>
                <a:cubicBezTo>
                  <a:pt x="2370" y="869"/>
                  <a:pt x="2370" y="845"/>
                  <a:pt x="2358" y="833"/>
                </a:cubicBezTo>
                <a:cubicBezTo>
                  <a:pt x="2358" y="822"/>
                  <a:pt x="2358" y="798"/>
                  <a:pt x="2346" y="786"/>
                </a:cubicBezTo>
                <a:lnTo>
                  <a:pt x="2323" y="738"/>
                </a:lnTo>
                <a:cubicBezTo>
                  <a:pt x="2323" y="714"/>
                  <a:pt x="2311" y="703"/>
                  <a:pt x="2299" y="691"/>
                </a:cubicBezTo>
                <a:lnTo>
                  <a:pt x="2287" y="643"/>
                </a:lnTo>
                <a:cubicBezTo>
                  <a:pt x="2275" y="619"/>
                  <a:pt x="2263" y="607"/>
                  <a:pt x="2251" y="595"/>
                </a:cubicBezTo>
                <a:lnTo>
                  <a:pt x="2227" y="548"/>
                </a:lnTo>
                <a:cubicBezTo>
                  <a:pt x="2216" y="524"/>
                  <a:pt x="2204" y="512"/>
                  <a:pt x="2192" y="500"/>
                </a:cubicBezTo>
                <a:cubicBezTo>
                  <a:pt x="2180" y="476"/>
                  <a:pt x="2168" y="464"/>
                  <a:pt x="2156" y="452"/>
                </a:cubicBezTo>
                <a:lnTo>
                  <a:pt x="2108" y="393"/>
                </a:lnTo>
                <a:lnTo>
                  <a:pt x="2061" y="345"/>
                </a:lnTo>
                <a:lnTo>
                  <a:pt x="2013" y="298"/>
                </a:lnTo>
                <a:cubicBezTo>
                  <a:pt x="1989" y="286"/>
                  <a:pt x="1965" y="274"/>
                  <a:pt x="1954" y="250"/>
                </a:cubicBezTo>
                <a:lnTo>
                  <a:pt x="1882" y="202"/>
                </a:lnTo>
                <a:lnTo>
                  <a:pt x="1799" y="155"/>
                </a:lnTo>
                <a:cubicBezTo>
                  <a:pt x="1775" y="143"/>
                  <a:pt x="1739" y="119"/>
                  <a:pt x="1704" y="107"/>
                </a:cubicBezTo>
                <a:cubicBezTo>
                  <a:pt x="1668" y="95"/>
                  <a:pt x="1620" y="71"/>
                  <a:pt x="1573" y="60"/>
                </a:cubicBezTo>
                <a:cubicBezTo>
                  <a:pt x="1501" y="36"/>
                  <a:pt x="1418" y="12"/>
                  <a:pt x="1334" y="12"/>
                </a:cubicBezTo>
                <a:cubicBezTo>
                  <a:pt x="1287" y="0"/>
                  <a:pt x="1251" y="0"/>
                  <a:pt x="12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8" name="Google Shape;2688;p24"/>
          <p:cNvSpPr/>
          <p:nvPr/>
        </p:nvSpPr>
        <p:spPr>
          <a:xfrm rot="7975353">
            <a:off x="1598320" y="1053942"/>
            <a:ext cx="283445" cy="326842"/>
          </a:xfrm>
          <a:custGeom>
            <a:avLst/>
            <a:gdLst/>
            <a:ahLst/>
            <a:cxnLst/>
            <a:rect l="l" t="t" r="r" b="b"/>
            <a:pathLst>
              <a:path w="3651" h="4210" extrusionOk="0">
                <a:moveTo>
                  <a:pt x="3597" y="1"/>
                </a:moveTo>
                <a:lnTo>
                  <a:pt x="3597" y="1"/>
                </a:lnTo>
                <a:cubicBezTo>
                  <a:pt x="3410" y="134"/>
                  <a:pt x="1964" y="447"/>
                  <a:pt x="1589" y="616"/>
                </a:cubicBezTo>
                <a:cubicBezTo>
                  <a:pt x="1214" y="786"/>
                  <a:pt x="670" y="1339"/>
                  <a:pt x="331" y="2152"/>
                </a:cubicBezTo>
                <a:cubicBezTo>
                  <a:pt x="1" y="2964"/>
                  <a:pt x="277" y="4204"/>
                  <a:pt x="277" y="4204"/>
                </a:cubicBezTo>
                <a:cubicBezTo>
                  <a:pt x="277" y="4204"/>
                  <a:pt x="285" y="4209"/>
                  <a:pt x="323" y="4209"/>
                </a:cubicBezTo>
                <a:cubicBezTo>
                  <a:pt x="384" y="4209"/>
                  <a:pt x="525" y="4196"/>
                  <a:pt x="840" y="4124"/>
                </a:cubicBezTo>
                <a:cubicBezTo>
                  <a:pt x="1348" y="4008"/>
                  <a:pt x="2419" y="3651"/>
                  <a:pt x="2839" y="3133"/>
                </a:cubicBezTo>
                <a:cubicBezTo>
                  <a:pt x="3267" y="2625"/>
                  <a:pt x="3410" y="2303"/>
                  <a:pt x="3553" y="1491"/>
                </a:cubicBezTo>
                <a:cubicBezTo>
                  <a:pt x="3633" y="1000"/>
                  <a:pt x="3651" y="500"/>
                  <a:pt x="359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9" name="Google Shape;2689;p24"/>
          <p:cNvSpPr/>
          <p:nvPr/>
        </p:nvSpPr>
        <p:spPr>
          <a:xfrm rot="7975353">
            <a:off x="1556468" y="953232"/>
            <a:ext cx="360924" cy="411154"/>
          </a:xfrm>
          <a:custGeom>
            <a:avLst/>
            <a:gdLst/>
            <a:ahLst/>
            <a:cxnLst/>
            <a:rect l="l" t="t" r="r" b="b"/>
            <a:pathLst>
              <a:path w="4649" h="5296" extrusionOk="0">
                <a:moveTo>
                  <a:pt x="4621" y="1"/>
                </a:moveTo>
                <a:lnTo>
                  <a:pt x="4586" y="18"/>
                </a:lnTo>
                <a:cubicBezTo>
                  <a:pt x="4407" y="313"/>
                  <a:pt x="4202" y="599"/>
                  <a:pt x="3988" y="866"/>
                </a:cubicBezTo>
                <a:cubicBezTo>
                  <a:pt x="3979" y="643"/>
                  <a:pt x="3970" y="438"/>
                  <a:pt x="3961" y="215"/>
                </a:cubicBezTo>
                <a:lnTo>
                  <a:pt x="3934" y="224"/>
                </a:lnTo>
                <a:cubicBezTo>
                  <a:pt x="3934" y="456"/>
                  <a:pt x="3943" y="688"/>
                  <a:pt x="3934" y="929"/>
                </a:cubicBezTo>
                <a:cubicBezTo>
                  <a:pt x="3747" y="1152"/>
                  <a:pt x="3541" y="1375"/>
                  <a:pt x="3345" y="1598"/>
                </a:cubicBezTo>
                <a:cubicBezTo>
                  <a:pt x="3229" y="1214"/>
                  <a:pt x="3193" y="813"/>
                  <a:pt x="3220" y="420"/>
                </a:cubicBezTo>
                <a:lnTo>
                  <a:pt x="3193" y="420"/>
                </a:lnTo>
                <a:cubicBezTo>
                  <a:pt x="3184" y="572"/>
                  <a:pt x="3184" y="732"/>
                  <a:pt x="3184" y="884"/>
                </a:cubicBezTo>
                <a:cubicBezTo>
                  <a:pt x="3202" y="1143"/>
                  <a:pt x="3229" y="1402"/>
                  <a:pt x="3283" y="1661"/>
                </a:cubicBezTo>
                <a:cubicBezTo>
                  <a:pt x="3193" y="1777"/>
                  <a:pt x="3104" y="1875"/>
                  <a:pt x="3015" y="1991"/>
                </a:cubicBezTo>
                <a:cubicBezTo>
                  <a:pt x="2935" y="2098"/>
                  <a:pt x="2836" y="2232"/>
                  <a:pt x="2747" y="2357"/>
                </a:cubicBezTo>
                <a:cubicBezTo>
                  <a:pt x="2622" y="1777"/>
                  <a:pt x="2595" y="1170"/>
                  <a:pt x="2685" y="572"/>
                </a:cubicBezTo>
                <a:lnTo>
                  <a:pt x="2685" y="572"/>
                </a:lnTo>
                <a:lnTo>
                  <a:pt x="2640" y="590"/>
                </a:lnTo>
                <a:cubicBezTo>
                  <a:pt x="2631" y="706"/>
                  <a:pt x="2613" y="813"/>
                  <a:pt x="2604" y="929"/>
                </a:cubicBezTo>
                <a:cubicBezTo>
                  <a:pt x="2569" y="1420"/>
                  <a:pt x="2604" y="1911"/>
                  <a:pt x="2720" y="2392"/>
                </a:cubicBezTo>
                <a:cubicBezTo>
                  <a:pt x="2720" y="2392"/>
                  <a:pt x="2720" y="2401"/>
                  <a:pt x="2720" y="2401"/>
                </a:cubicBezTo>
                <a:cubicBezTo>
                  <a:pt x="2595" y="2589"/>
                  <a:pt x="2462" y="2776"/>
                  <a:pt x="2328" y="2955"/>
                </a:cubicBezTo>
                <a:lnTo>
                  <a:pt x="2310" y="2937"/>
                </a:lnTo>
                <a:cubicBezTo>
                  <a:pt x="1917" y="2482"/>
                  <a:pt x="1846" y="1875"/>
                  <a:pt x="1837" y="1295"/>
                </a:cubicBezTo>
                <a:lnTo>
                  <a:pt x="1774" y="1375"/>
                </a:lnTo>
                <a:cubicBezTo>
                  <a:pt x="1783" y="1928"/>
                  <a:pt x="1926" y="2562"/>
                  <a:pt x="2292" y="3008"/>
                </a:cubicBezTo>
                <a:cubicBezTo>
                  <a:pt x="2256" y="3053"/>
                  <a:pt x="2221" y="3106"/>
                  <a:pt x="2176" y="3151"/>
                </a:cubicBezTo>
                <a:cubicBezTo>
                  <a:pt x="2033" y="3339"/>
                  <a:pt x="1881" y="3526"/>
                  <a:pt x="1721" y="3704"/>
                </a:cubicBezTo>
                <a:cubicBezTo>
                  <a:pt x="1507" y="3365"/>
                  <a:pt x="1346" y="2999"/>
                  <a:pt x="1230" y="2616"/>
                </a:cubicBezTo>
                <a:cubicBezTo>
                  <a:pt x="1221" y="2669"/>
                  <a:pt x="1221" y="2714"/>
                  <a:pt x="1212" y="2767"/>
                </a:cubicBezTo>
                <a:cubicBezTo>
                  <a:pt x="1275" y="2946"/>
                  <a:pt x="1346" y="3115"/>
                  <a:pt x="1426" y="3285"/>
                </a:cubicBezTo>
                <a:cubicBezTo>
                  <a:pt x="1507" y="3437"/>
                  <a:pt x="1596" y="3580"/>
                  <a:pt x="1694" y="3731"/>
                </a:cubicBezTo>
                <a:lnTo>
                  <a:pt x="1623" y="3812"/>
                </a:lnTo>
                <a:cubicBezTo>
                  <a:pt x="1569" y="3865"/>
                  <a:pt x="1507" y="3919"/>
                  <a:pt x="1453" y="3981"/>
                </a:cubicBezTo>
                <a:lnTo>
                  <a:pt x="1417" y="4017"/>
                </a:lnTo>
                <a:cubicBezTo>
                  <a:pt x="1364" y="4070"/>
                  <a:pt x="1310" y="4133"/>
                  <a:pt x="1257" y="4186"/>
                </a:cubicBezTo>
                <a:cubicBezTo>
                  <a:pt x="882" y="4543"/>
                  <a:pt x="480" y="4883"/>
                  <a:pt x="52" y="5186"/>
                </a:cubicBezTo>
                <a:cubicBezTo>
                  <a:pt x="0" y="5223"/>
                  <a:pt x="40" y="5296"/>
                  <a:pt x="90" y="5296"/>
                </a:cubicBezTo>
                <a:cubicBezTo>
                  <a:pt x="101" y="5296"/>
                  <a:pt x="112" y="5292"/>
                  <a:pt x="123" y="5284"/>
                </a:cubicBezTo>
                <a:cubicBezTo>
                  <a:pt x="498" y="5008"/>
                  <a:pt x="855" y="4704"/>
                  <a:pt x="1194" y="4383"/>
                </a:cubicBezTo>
                <a:cubicBezTo>
                  <a:pt x="1257" y="4311"/>
                  <a:pt x="1319" y="4249"/>
                  <a:pt x="1391" y="4177"/>
                </a:cubicBezTo>
                <a:lnTo>
                  <a:pt x="1399" y="4169"/>
                </a:lnTo>
                <a:cubicBezTo>
                  <a:pt x="1426" y="4133"/>
                  <a:pt x="1453" y="4106"/>
                  <a:pt x="1480" y="4079"/>
                </a:cubicBezTo>
                <a:cubicBezTo>
                  <a:pt x="1507" y="4053"/>
                  <a:pt x="1524" y="4035"/>
                  <a:pt x="1542" y="4017"/>
                </a:cubicBezTo>
                <a:cubicBezTo>
                  <a:pt x="1560" y="3999"/>
                  <a:pt x="1569" y="3981"/>
                  <a:pt x="1587" y="3972"/>
                </a:cubicBezTo>
                <a:cubicBezTo>
                  <a:pt x="1596" y="3954"/>
                  <a:pt x="1640" y="3901"/>
                  <a:pt x="1676" y="3865"/>
                </a:cubicBezTo>
                <a:lnTo>
                  <a:pt x="1872" y="3642"/>
                </a:lnTo>
                <a:cubicBezTo>
                  <a:pt x="2051" y="3767"/>
                  <a:pt x="2265" y="3865"/>
                  <a:pt x="2479" y="3910"/>
                </a:cubicBezTo>
                <a:lnTo>
                  <a:pt x="2595" y="3874"/>
                </a:lnTo>
                <a:cubicBezTo>
                  <a:pt x="2346" y="3829"/>
                  <a:pt x="2113" y="3731"/>
                  <a:pt x="1908" y="3588"/>
                </a:cubicBezTo>
                <a:cubicBezTo>
                  <a:pt x="1980" y="3508"/>
                  <a:pt x="2051" y="3419"/>
                  <a:pt x="2122" y="3330"/>
                </a:cubicBezTo>
                <a:cubicBezTo>
                  <a:pt x="2158" y="3276"/>
                  <a:pt x="2194" y="3231"/>
                  <a:pt x="2229" y="3187"/>
                </a:cubicBezTo>
                <a:cubicBezTo>
                  <a:pt x="2622" y="3356"/>
                  <a:pt x="3051" y="3437"/>
                  <a:pt x="3479" y="3437"/>
                </a:cubicBezTo>
                <a:cubicBezTo>
                  <a:pt x="3515" y="3419"/>
                  <a:pt x="3541" y="3392"/>
                  <a:pt x="3577" y="3374"/>
                </a:cubicBezTo>
                <a:lnTo>
                  <a:pt x="3417" y="3374"/>
                </a:lnTo>
                <a:cubicBezTo>
                  <a:pt x="3158" y="3374"/>
                  <a:pt x="2908" y="3356"/>
                  <a:pt x="2658" y="3312"/>
                </a:cubicBezTo>
                <a:cubicBezTo>
                  <a:pt x="2524" y="3276"/>
                  <a:pt x="2381" y="3240"/>
                  <a:pt x="2247" y="3187"/>
                </a:cubicBezTo>
                <a:cubicBezTo>
                  <a:pt x="2381" y="3017"/>
                  <a:pt x="2506" y="2839"/>
                  <a:pt x="2631" y="2651"/>
                </a:cubicBezTo>
                <a:cubicBezTo>
                  <a:pt x="3069" y="2786"/>
                  <a:pt x="3531" y="2857"/>
                  <a:pt x="3995" y="2857"/>
                </a:cubicBezTo>
                <a:cubicBezTo>
                  <a:pt x="4022" y="2857"/>
                  <a:pt x="4050" y="2857"/>
                  <a:pt x="4077" y="2857"/>
                </a:cubicBezTo>
                <a:lnTo>
                  <a:pt x="4113" y="2812"/>
                </a:lnTo>
                <a:lnTo>
                  <a:pt x="3872" y="2812"/>
                </a:lnTo>
                <a:cubicBezTo>
                  <a:pt x="3604" y="2803"/>
                  <a:pt x="3345" y="2776"/>
                  <a:pt x="3086" y="2723"/>
                </a:cubicBezTo>
                <a:cubicBezTo>
                  <a:pt x="2943" y="2687"/>
                  <a:pt x="2801" y="2651"/>
                  <a:pt x="2667" y="2607"/>
                </a:cubicBezTo>
                <a:cubicBezTo>
                  <a:pt x="2765" y="2473"/>
                  <a:pt x="2854" y="2330"/>
                  <a:pt x="2952" y="2187"/>
                </a:cubicBezTo>
                <a:cubicBezTo>
                  <a:pt x="2953" y="2186"/>
                  <a:pt x="2957" y="2186"/>
                  <a:pt x="2964" y="2186"/>
                </a:cubicBezTo>
                <a:cubicBezTo>
                  <a:pt x="3044" y="2186"/>
                  <a:pt x="3525" y="2261"/>
                  <a:pt x="4008" y="2261"/>
                </a:cubicBezTo>
                <a:cubicBezTo>
                  <a:pt x="4141" y="2261"/>
                  <a:pt x="4274" y="2255"/>
                  <a:pt x="4398" y="2241"/>
                </a:cubicBezTo>
                <a:cubicBezTo>
                  <a:pt x="4407" y="2223"/>
                  <a:pt x="4407" y="2205"/>
                  <a:pt x="4416" y="2187"/>
                </a:cubicBezTo>
                <a:lnTo>
                  <a:pt x="4416" y="2187"/>
                </a:lnTo>
                <a:cubicBezTo>
                  <a:pt x="4281" y="2198"/>
                  <a:pt x="4145" y="2203"/>
                  <a:pt x="4008" y="2203"/>
                </a:cubicBezTo>
                <a:cubicBezTo>
                  <a:pt x="3677" y="2203"/>
                  <a:pt x="3344" y="2173"/>
                  <a:pt x="3015" y="2116"/>
                </a:cubicBezTo>
                <a:lnTo>
                  <a:pt x="3006" y="2116"/>
                </a:lnTo>
                <a:cubicBezTo>
                  <a:pt x="3113" y="1982"/>
                  <a:pt x="3390" y="1634"/>
                  <a:pt x="3399" y="1625"/>
                </a:cubicBezTo>
                <a:lnTo>
                  <a:pt x="3488" y="1518"/>
                </a:lnTo>
                <a:cubicBezTo>
                  <a:pt x="3747" y="1509"/>
                  <a:pt x="4014" y="1473"/>
                  <a:pt x="4273" y="1429"/>
                </a:cubicBezTo>
                <a:cubicBezTo>
                  <a:pt x="4380" y="1411"/>
                  <a:pt x="4488" y="1393"/>
                  <a:pt x="4595" y="1366"/>
                </a:cubicBezTo>
                <a:cubicBezTo>
                  <a:pt x="4595" y="1339"/>
                  <a:pt x="4604" y="1321"/>
                  <a:pt x="4604" y="1295"/>
                </a:cubicBezTo>
                <a:lnTo>
                  <a:pt x="4604" y="1295"/>
                </a:lnTo>
                <a:cubicBezTo>
                  <a:pt x="4496" y="1321"/>
                  <a:pt x="4371" y="1348"/>
                  <a:pt x="4264" y="1366"/>
                </a:cubicBezTo>
                <a:cubicBezTo>
                  <a:pt x="4014" y="1411"/>
                  <a:pt x="3765" y="1446"/>
                  <a:pt x="3515" y="1473"/>
                </a:cubicBezTo>
                <a:cubicBezTo>
                  <a:pt x="3640" y="1348"/>
                  <a:pt x="3756" y="1214"/>
                  <a:pt x="3872" y="1081"/>
                </a:cubicBezTo>
                <a:lnTo>
                  <a:pt x="3988" y="947"/>
                </a:lnTo>
                <a:cubicBezTo>
                  <a:pt x="4113" y="911"/>
                  <a:pt x="4247" y="875"/>
                  <a:pt x="4371" y="848"/>
                </a:cubicBezTo>
                <a:cubicBezTo>
                  <a:pt x="4470" y="831"/>
                  <a:pt x="4559" y="813"/>
                  <a:pt x="4648" y="786"/>
                </a:cubicBezTo>
                <a:lnTo>
                  <a:pt x="4648" y="724"/>
                </a:lnTo>
                <a:cubicBezTo>
                  <a:pt x="4532" y="750"/>
                  <a:pt x="4434" y="768"/>
                  <a:pt x="4327" y="786"/>
                </a:cubicBezTo>
                <a:cubicBezTo>
                  <a:pt x="4229" y="804"/>
                  <a:pt x="4139" y="831"/>
                  <a:pt x="4050" y="866"/>
                </a:cubicBezTo>
                <a:cubicBezTo>
                  <a:pt x="4157" y="724"/>
                  <a:pt x="4264" y="590"/>
                  <a:pt x="4363" y="438"/>
                </a:cubicBezTo>
                <a:cubicBezTo>
                  <a:pt x="4461" y="295"/>
                  <a:pt x="4541" y="170"/>
                  <a:pt x="4621" y="36"/>
                </a:cubicBezTo>
                <a:lnTo>
                  <a:pt x="462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0" name="Google Shape;2690;p24"/>
          <p:cNvSpPr/>
          <p:nvPr/>
        </p:nvSpPr>
        <p:spPr>
          <a:xfrm rot="7975353">
            <a:off x="1643447" y="1156110"/>
            <a:ext cx="247500" cy="220405"/>
          </a:xfrm>
          <a:custGeom>
            <a:avLst/>
            <a:gdLst/>
            <a:ahLst/>
            <a:cxnLst/>
            <a:rect l="l" t="t" r="r" b="b"/>
            <a:pathLst>
              <a:path w="3188" h="2839" extrusionOk="0">
                <a:moveTo>
                  <a:pt x="3000" y="1955"/>
                </a:moveTo>
                <a:cubicBezTo>
                  <a:pt x="3035" y="1821"/>
                  <a:pt x="3062" y="1670"/>
                  <a:pt x="3089" y="1491"/>
                </a:cubicBezTo>
                <a:cubicBezTo>
                  <a:pt x="3178" y="1000"/>
                  <a:pt x="3187" y="500"/>
                  <a:pt x="3142" y="1"/>
                </a:cubicBezTo>
                <a:cubicBezTo>
                  <a:pt x="2955" y="134"/>
                  <a:pt x="1500" y="447"/>
                  <a:pt x="1134" y="616"/>
                </a:cubicBezTo>
                <a:cubicBezTo>
                  <a:pt x="804" y="768"/>
                  <a:pt x="331" y="1214"/>
                  <a:pt x="1" y="1884"/>
                </a:cubicBezTo>
                <a:cubicBezTo>
                  <a:pt x="90" y="2000"/>
                  <a:pt x="197" y="2107"/>
                  <a:pt x="313" y="2196"/>
                </a:cubicBezTo>
                <a:cubicBezTo>
                  <a:pt x="1125" y="2839"/>
                  <a:pt x="2312" y="2732"/>
                  <a:pt x="3000" y="1955"/>
                </a:cubicBezTo>
                <a:close/>
              </a:path>
            </a:pathLst>
          </a:custGeom>
          <a:gradFill>
            <a:gsLst>
              <a:gs pos="0">
                <a:srgbClr val="FFFFFF">
                  <a:alpha val="0"/>
                </a:srgbClr>
              </a:gs>
              <a:gs pos="100000">
                <a:srgbClr val="FFFFFF">
                  <a:alpha val="2196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1" name="Google Shape;2691;p24"/>
          <p:cNvSpPr/>
          <p:nvPr/>
        </p:nvSpPr>
        <p:spPr>
          <a:xfrm rot="7975353">
            <a:off x="1600141" y="1057836"/>
            <a:ext cx="274439" cy="330181"/>
          </a:xfrm>
          <a:custGeom>
            <a:avLst/>
            <a:gdLst/>
            <a:ahLst/>
            <a:cxnLst/>
            <a:rect l="l" t="t" r="r" b="b"/>
            <a:pathLst>
              <a:path w="3535" h="4253" extrusionOk="0">
                <a:moveTo>
                  <a:pt x="527" y="4205"/>
                </a:moveTo>
                <a:lnTo>
                  <a:pt x="527" y="4205"/>
                </a:lnTo>
                <a:cubicBezTo>
                  <a:pt x="465" y="4214"/>
                  <a:pt x="402" y="4231"/>
                  <a:pt x="340" y="4240"/>
                </a:cubicBezTo>
                <a:cubicBezTo>
                  <a:pt x="402" y="4231"/>
                  <a:pt x="465" y="4222"/>
                  <a:pt x="527" y="4205"/>
                </a:cubicBezTo>
                <a:close/>
                <a:moveTo>
                  <a:pt x="3481" y="1"/>
                </a:moveTo>
                <a:lnTo>
                  <a:pt x="3446" y="28"/>
                </a:lnTo>
                <a:cubicBezTo>
                  <a:pt x="3330" y="81"/>
                  <a:pt x="3213" y="126"/>
                  <a:pt x="3089" y="153"/>
                </a:cubicBezTo>
                <a:cubicBezTo>
                  <a:pt x="2973" y="197"/>
                  <a:pt x="2848" y="233"/>
                  <a:pt x="2723" y="269"/>
                </a:cubicBezTo>
                <a:lnTo>
                  <a:pt x="1973" y="474"/>
                </a:lnTo>
                <a:cubicBezTo>
                  <a:pt x="1848" y="501"/>
                  <a:pt x="1723" y="536"/>
                  <a:pt x="1598" y="581"/>
                </a:cubicBezTo>
                <a:cubicBezTo>
                  <a:pt x="1473" y="626"/>
                  <a:pt x="1357" y="679"/>
                  <a:pt x="1250" y="760"/>
                </a:cubicBezTo>
                <a:cubicBezTo>
                  <a:pt x="1045" y="911"/>
                  <a:pt x="848" y="1099"/>
                  <a:pt x="697" y="1304"/>
                </a:cubicBezTo>
                <a:cubicBezTo>
                  <a:pt x="536" y="1509"/>
                  <a:pt x="402" y="1732"/>
                  <a:pt x="286" y="1964"/>
                </a:cubicBezTo>
                <a:cubicBezTo>
                  <a:pt x="170" y="2197"/>
                  <a:pt x="90" y="2446"/>
                  <a:pt x="54" y="2705"/>
                </a:cubicBezTo>
                <a:cubicBezTo>
                  <a:pt x="0" y="3223"/>
                  <a:pt x="36" y="3741"/>
                  <a:pt x="143" y="4249"/>
                </a:cubicBezTo>
                <a:cubicBezTo>
                  <a:pt x="45" y="3741"/>
                  <a:pt x="18" y="3214"/>
                  <a:pt x="81" y="2705"/>
                </a:cubicBezTo>
                <a:cubicBezTo>
                  <a:pt x="117" y="2446"/>
                  <a:pt x="197" y="2205"/>
                  <a:pt x="313" y="1973"/>
                </a:cubicBezTo>
                <a:cubicBezTo>
                  <a:pt x="429" y="1741"/>
                  <a:pt x="563" y="1527"/>
                  <a:pt x="723" y="1322"/>
                </a:cubicBezTo>
                <a:cubicBezTo>
                  <a:pt x="875" y="1117"/>
                  <a:pt x="1063" y="938"/>
                  <a:pt x="1268" y="786"/>
                </a:cubicBezTo>
                <a:cubicBezTo>
                  <a:pt x="1375" y="715"/>
                  <a:pt x="1491" y="661"/>
                  <a:pt x="1616" y="617"/>
                </a:cubicBezTo>
                <a:cubicBezTo>
                  <a:pt x="1732" y="581"/>
                  <a:pt x="1857" y="545"/>
                  <a:pt x="1982" y="510"/>
                </a:cubicBezTo>
                <a:lnTo>
                  <a:pt x="2732" y="304"/>
                </a:lnTo>
                <a:cubicBezTo>
                  <a:pt x="2856" y="278"/>
                  <a:pt x="2981" y="242"/>
                  <a:pt x="3106" y="206"/>
                </a:cubicBezTo>
                <a:cubicBezTo>
                  <a:pt x="3220" y="174"/>
                  <a:pt x="3333" y="134"/>
                  <a:pt x="3440" y="80"/>
                </a:cubicBezTo>
                <a:lnTo>
                  <a:pt x="3440" y="80"/>
                </a:lnTo>
                <a:cubicBezTo>
                  <a:pt x="3489" y="577"/>
                  <a:pt x="3470" y="1075"/>
                  <a:pt x="3383" y="1572"/>
                </a:cubicBezTo>
                <a:cubicBezTo>
                  <a:pt x="3347" y="1822"/>
                  <a:pt x="3285" y="2072"/>
                  <a:pt x="3205" y="2313"/>
                </a:cubicBezTo>
                <a:cubicBezTo>
                  <a:pt x="3115" y="2554"/>
                  <a:pt x="2999" y="2777"/>
                  <a:pt x="2839" y="2982"/>
                </a:cubicBezTo>
                <a:cubicBezTo>
                  <a:pt x="2767" y="3080"/>
                  <a:pt x="2687" y="3178"/>
                  <a:pt x="2598" y="3276"/>
                </a:cubicBezTo>
                <a:cubicBezTo>
                  <a:pt x="2499" y="3357"/>
                  <a:pt x="2401" y="3437"/>
                  <a:pt x="2294" y="3508"/>
                </a:cubicBezTo>
                <a:cubicBezTo>
                  <a:pt x="2080" y="3642"/>
                  <a:pt x="1857" y="3758"/>
                  <a:pt x="1616" y="3857"/>
                </a:cubicBezTo>
                <a:cubicBezTo>
                  <a:pt x="1384" y="3955"/>
                  <a:pt x="1143" y="4044"/>
                  <a:pt x="893" y="4115"/>
                </a:cubicBezTo>
                <a:cubicBezTo>
                  <a:pt x="777" y="4151"/>
                  <a:pt x="652" y="4178"/>
                  <a:pt x="527" y="4205"/>
                </a:cubicBezTo>
                <a:cubicBezTo>
                  <a:pt x="652" y="4178"/>
                  <a:pt x="777" y="4151"/>
                  <a:pt x="902" y="4124"/>
                </a:cubicBezTo>
                <a:cubicBezTo>
                  <a:pt x="1143" y="4053"/>
                  <a:pt x="1393" y="3973"/>
                  <a:pt x="1625" y="3874"/>
                </a:cubicBezTo>
                <a:cubicBezTo>
                  <a:pt x="1866" y="3776"/>
                  <a:pt x="2098" y="3660"/>
                  <a:pt x="2312" y="3526"/>
                </a:cubicBezTo>
                <a:cubicBezTo>
                  <a:pt x="2419" y="3455"/>
                  <a:pt x="2526" y="3375"/>
                  <a:pt x="2616" y="3285"/>
                </a:cubicBezTo>
                <a:cubicBezTo>
                  <a:pt x="2705" y="3196"/>
                  <a:pt x="2794" y="3098"/>
                  <a:pt x="2865" y="2991"/>
                </a:cubicBezTo>
                <a:cubicBezTo>
                  <a:pt x="3026" y="2794"/>
                  <a:pt x="3151" y="2571"/>
                  <a:pt x="3240" y="2321"/>
                </a:cubicBezTo>
                <a:cubicBezTo>
                  <a:pt x="3321" y="2080"/>
                  <a:pt x="3383" y="1831"/>
                  <a:pt x="3428" y="1581"/>
                </a:cubicBezTo>
                <a:cubicBezTo>
                  <a:pt x="3517" y="1072"/>
                  <a:pt x="3535" y="554"/>
                  <a:pt x="3481" y="46"/>
                </a:cubicBezTo>
                <a:lnTo>
                  <a:pt x="3481" y="1"/>
                </a:lnTo>
                <a:close/>
                <a:moveTo>
                  <a:pt x="340" y="4240"/>
                </a:moveTo>
                <a:cubicBezTo>
                  <a:pt x="277" y="4249"/>
                  <a:pt x="206" y="4249"/>
                  <a:pt x="143" y="4249"/>
                </a:cubicBezTo>
                <a:cubicBezTo>
                  <a:pt x="162" y="4252"/>
                  <a:pt x="181" y="4253"/>
                  <a:pt x="200" y="4253"/>
                </a:cubicBezTo>
                <a:cubicBezTo>
                  <a:pt x="247" y="4253"/>
                  <a:pt x="295" y="4247"/>
                  <a:pt x="340" y="4240"/>
                </a:cubicBezTo>
                <a:close/>
              </a:path>
            </a:pathLst>
          </a:custGeom>
          <a:solidFill>
            <a:srgbClr val="B948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2" name="Google Shape;2692;p24"/>
          <p:cNvSpPr/>
          <p:nvPr/>
        </p:nvSpPr>
        <p:spPr>
          <a:xfrm rot="10800000">
            <a:off x="1301316" y="595165"/>
            <a:ext cx="194553" cy="338877"/>
          </a:xfrm>
          <a:custGeom>
            <a:avLst/>
            <a:gdLst/>
            <a:ahLst/>
            <a:cxnLst/>
            <a:rect l="l" t="t" r="r" b="b"/>
            <a:pathLst>
              <a:path w="2506" h="4365" extrusionOk="0">
                <a:moveTo>
                  <a:pt x="1876" y="0"/>
                </a:moveTo>
                <a:cubicBezTo>
                  <a:pt x="1863" y="0"/>
                  <a:pt x="1852" y="7"/>
                  <a:pt x="1852" y="24"/>
                </a:cubicBezTo>
                <a:cubicBezTo>
                  <a:pt x="1825" y="622"/>
                  <a:pt x="1745" y="1211"/>
                  <a:pt x="1611" y="1791"/>
                </a:cubicBezTo>
                <a:cubicBezTo>
                  <a:pt x="1495" y="1505"/>
                  <a:pt x="1379" y="1220"/>
                  <a:pt x="1254" y="934"/>
                </a:cubicBezTo>
                <a:cubicBezTo>
                  <a:pt x="1191" y="791"/>
                  <a:pt x="1120" y="640"/>
                  <a:pt x="1049" y="497"/>
                </a:cubicBezTo>
                <a:cubicBezTo>
                  <a:pt x="968" y="354"/>
                  <a:pt x="879" y="220"/>
                  <a:pt x="790" y="86"/>
                </a:cubicBezTo>
                <a:cubicBezTo>
                  <a:pt x="782" y="74"/>
                  <a:pt x="773" y="69"/>
                  <a:pt x="763" y="69"/>
                </a:cubicBezTo>
                <a:cubicBezTo>
                  <a:pt x="736" y="69"/>
                  <a:pt x="708" y="105"/>
                  <a:pt x="727" y="131"/>
                </a:cubicBezTo>
                <a:cubicBezTo>
                  <a:pt x="879" y="381"/>
                  <a:pt x="1004" y="640"/>
                  <a:pt x="1102" y="907"/>
                </a:cubicBezTo>
                <a:cubicBezTo>
                  <a:pt x="1218" y="1175"/>
                  <a:pt x="1334" y="1443"/>
                  <a:pt x="1441" y="1720"/>
                </a:cubicBezTo>
                <a:cubicBezTo>
                  <a:pt x="1459" y="1773"/>
                  <a:pt x="1477" y="1818"/>
                  <a:pt x="1495" y="1871"/>
                </a:cubicBezTo>
                <a:cubicBezTo>
                  <a:pt x="1379" y="1827"/>
                  <a:pt x="1263" y="1773"/>
                  <a:pt x="1147" y="1711"/>
                </a:cubicBezTo>
                <a:cubicBezTo>
                  <a:pt x="1004" y="1648"/>
                  <a:pt x="870" y="1568"/>
                  <a:pt x="736" y="1487"/>
                </a:cubicBezTo>
                <a:cubicBezTo>
                  <a:pt x="620" y="1425"/>
                  <a:pt x="504" y="1354"/>
                  <a:pt x="388" y="1273"/>
                </a:cubicBezTo>
                <a:cubicBezTo>
                  <a:pt x="281" y="1193"/>
                  <a:pt x="183" y="1104"/>
                  <a:pt x="102" y="1006"/>
                </a:cubicBezTo>
                <a:cubicBezTo>
                  <a:pt x="92" y="993"/>
                  <a:pt x="79" y="987"/>
                  <a:pt x="66" y="987"/>
                </a:cubicBezTo>
                <a:cubicBezTo>
                  <a:pt x="33" y="987"/>
                  <a:pt x="1" y="1021"/>
                  <a:pt x="13" y="1059"/>
                </a:cubicBezTo>
                <a:cubicBezTo>
                  <a:pt x="129" y="1318"/>
                  <a:pt x="433" y="1461"/>
                  <a:pt x="665" y="1595"/>
                </a:cubicBezTo>
                <a:cubicBezTo>
                  <a:pt x="808" y="1675"/>
                  <a:pt x="950" y="1755"/>
                  <a:pt x="1093" y="1818"/>
                </a:cubicBezTo>
                <a:cubicBezTo>
                  <a:pt x="1161" y="1852"/>
                  <a:pt x="1430" y="2006"/>
                  <a:pt x="1534" y="2006"/>
                </a:cubicBezTo>
                <a:cubicBezTo>
                  <a:pt x="1539" y="2006"/>
                  <a:pt x="1544" y="2006"/>
                  <a:pt x="1548" y="2005"/>
                </a:cubicBezTo>
                <a:cubicBezTo>
                  <a:pt x="1727" y="2460"/>
                  <a:pt x="1896" y="2915"/>
                  <a:pt x="2057" y="3380"/>
                </a:cubicBezTo>
                <a:cubicBezTo>
                  <a:pt x="2164" y="3692"/>
                  <a:pt x="2253" y="4013"/>
                  <a:pt x="2361" y="4326"/>
                </a:cubicBezTo>
                <a:cubicBezTo>
                  <a:pt x="2374" y="4353"/>
                  <a:pt x="2400" y="4365"/>
                  <a:pt x="2425" y="4365"/>
                </a:cubicBezTo>
                <a:cubicBezTo>
                  <a:pt x="2465" y="4365"/>
                  <a:pt x="2505" y="4334"/>
                  <a:pt x="2494" y="4290"/>
                </a:cubicBezTo>
                <a:cubicBezTo>
                  <a:pt x="2414" y="3995"/>
                  <a:pt x="2316" y="3710"/>
                  <a:pt x="2218" y="3424"/>
                </a:cubicBezTo>
                <a:cubicBezTo>
                  <a:pt x="2120" y="3148"/>
                  <a:pt x="2021" y="2871"/>
                  <a:pt x="1923" y="2594"/>
                </a:cubicBezTo>
                <a:cubicBezTo>
                  <a:pt x="1843" y="2380"/>
                  <a:pt x="1754" y="2166"/>
                  <a:pt x="1673" y="1952"/>
                </a:cubicBezTo>
                <a:cubicBezTo>
                  <a:pt x="1825" y="1791"/>
                  <a:pt x="1932" y="550"/>
                  <a:pt x="1905" y="24"/>
                </a:cubicBezTo>
                <a:cubicBezTo>
                  <a:pt x="1905" y="9"/>
                  <a:pt x="1890" y="0"/>
                  <a:pt x="187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3" name="Google Shape;2693;p24"/>
          <p:cNvSpPr/>
          <p:nvPr/>
        </p:nvSpPr>
        <p:spPr>
          <a:xfrm rot="10800000">
            <a:off x="1473355" y="828924"/>
            <a:ext cx="76936" cy="75306"/>
          </a:xfrm>
          <a:custGeom>
            <a:avLst/>
            <a:gdLst/>
            <a:ahLst/>
            <a:cxnLst/>
            <a:rect l="l" t="t" r="r" b="b"/>
            <a:pathLst>
              <a:path w="991" h="970" extrusionOk="0">
                <a:moveTo>
                  <a:pt x="512" y="0"/>
                </a:moveTo>
                <a:cubicBezTo>
                  <a:pt x="490" y="0"/>
                  <a:pt x="468" y="2"/>
                  <a:pt x="446" y="6"/>
                </a:cubicBezTo>
                <a:cubicBezTo>
                  <a:pt x="384" y="15"/>
                  <a:pt x="322" y="41"/>
                  <a:pt x="268" y="77"/>
                </a:cubicBezTo>
                <a:cubicBezTo>
                  <a:pt x="232" y="86"/>
                  <a:pt x="206" y="104"/>
                  <a:pt x="179" y="131"/>
                </a:cubicBezTo>
                <a:cubicBezTo>
                  <a:pt x="161" y="140"/>
                  <a:pt x="152" y="148"/>
                  <a:pt x="143" y="157"/>
                </a:cubicBezTo>
                <a:cubicBezTo>
                  <a:pt x="116" y="184"/>
                  <a:pt x="98" y="211"/>
                  <a:pt x="72" y="238"/>
                </a:cubicBezTo>
                <a:cubicBezTo>
                  <a:pt x="36" y="291"/>
                  <a:pt x="9" y="363"/>
                  <a:pt x="0" y="425"/>
                </a:cubicBezTo>
                <a:cubicBezTo>
                  <a:pt x="0" y="497"/>
                  <a:pt x="9" y="568"/>
                  <a:pt x="45" y="639"/>
                </a:cubicBezTo>
                <a:cubicBezTo>
                  <a:pt x="63" y="675"/>
                  <a:pt x="81" y="702"/>
                  <a:pt x="98" y="738"/>
                </a:cubicBezTo>
                <a:cubicBezTo>
                  <a:pt x="116" y="755"/>
                  <a:pt x="125" y="773"/>
                  <a:pt x="143" y="791"/>
                </a:cubicBezTo>
                <a:cubicBezTo>
                  <a:pt x="197" y="862"/>
                  <a:pt x="277" y="907"/>
                  <a:pt x="366" y="934"/>
                </a:cubicBezTo>
                <a:lnTo>
                  <a:pt x="375" y="934"/>
                </a:lnTo>
                <a:cubicBezTo>
                  <a:pt x="420" y="952"/>
                  <a:pt x="473" y="970"/>
                  <a:pt x="527" y="970"/>
                </a:cubicBezTo>
                <a:cubicBezTo>
                  <a:pt x="598" y="970"/>
                  <a:pt x="670" y="952"/>
                  <a:pt x="732" y="925"/>
                </a:cubicBezTo>
                <a:cubicBezTo>
                  <a:pt x="795" y="889"/>
                  <a:pt x="848" y="845"/>
                  <a:pt x="893" y="791"/>
                </a:cubicBezTo>
                <a:cubicBezTo>
                  <a:pt x="928" y="746"/>
                  <a:pt x="955" y="693"/>
                  <a:pt x="973" y="639"/>
                </a:cubicBezTo>
                <a:cubicBezTo>
                  <a:pt x="982" y="604"/>
                  <a:pt x="991" y="568"/>
                  <a:pt x="991" y="532"/>
                </a:cubicBezTo>
                <a:cubicBezTo>
                  <a:pt x="991" y="479"/>
                  <a:pt x="982" y="425"/>
                  <a:pt x="964" y="372"/>
                </a:cubicBezTo>
                <a:cubicBezTo>
                  <a:pt x="955" y="345"/>
                  <a:pt x="937" y="327"/>
                  <a:pt x="928" y="309"/>
                </a:cubicBezTo>
                <a:cubicBezTo>
                  <a:pt x="928" y="291"/>
                  <a:pt x="920" y="273"/>
                  <a:pt x="911" y="265"/>
                </a:cubicBezTo>
                <a:cubicBezTo>
                  <a:pt x="875" y="184"/>
                  <a:pt x="821" y="122"/>
                  <a:pt x="750" y="77"/>
                </a:cubicBezTo>
                <a:cubicBezTo>
                  <a:pt x="679" y="27"/>
                  <a:pt x="597" y="0"/>
                  <a:pt x="51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4" name="Google Shape;2694;p24"/>
          <p:cNvSpPr/>
          <p:nvPr/>
        </p:nvSpPr>
        <p:spPr>
          <a:xfrm rot="10800000">
            <a:off x="1404027" y="908345"/>
            <a:ext cx="79731" cy="78877"/>
          </a:xfrm>
          <a:custGeom>
            <a:avLst/>
            <a:gdLst/>
            <a:ahLst/>
            <a:cxnLst/>
            <a:rect l="l" t="t" r="r" b="b"/>
            <a:pathLst>
              <a:path w="1027" h="1016" extrusionOk="0">
                <a:moveTo>
                  <a:pt x="507" y="0"/>
                </a:moveTo>
                <a:cubicBezTo>
                  <a:pt x="466" y="0"/>
                  <a:pt x="424" y="5"/>
                  <a:pt x="384" y="13"/>
                </a:cubicBezTo>
                <a:cubicBezTo>
                  <a:pt x="259" y="48"/>
                  <a:pt x="143" y="129"/>
                  <a:pt x="71" y="236"/>
                </a:cubicBezTo>
                <a:cubicBezTo>
                  <a:pt x="36" y="298"/>
                  <a:pt x="18" y="361"/>
                  <a:pt x="9" y="423"/>
                </a:cubicBezTo>
                <a:cubicBezTo>
                  <a:pt x="9" y="441"/>
                  <a:pt x="9" y="459"/>
                  <a:pt x="9" y="477"/>
                </a:cubicBezTo>
                <a:cubicBezTo>
                  <a:pt x="0" y="512"/>
                  <a:pt x="9" y="548"/>
                  <a:pt x="9" y="584"/>
                </a:cubicBezTo>
                <a:cubicBezTo>
                  <a:pt x="18" y="611"/>
                  <a:pt x="18" y="628"/>
                  <a:pt x="18" y="646"/>
                </a:cubicBezTo>
                <a:cubicBezTo>
                  <a:pt x="27" y="691"/>
                  <a:pt x="45" y="727"/>
                  <a:pt x="63" y="771"/>
                </a:cubicBezTo>
                <a:cubicBezTo>
                  <a:pt x="98" y="825"/>
                  <a:pt x="134" y="869"/>
                  <a:pt x="179" y="914"/>
                </a:cubicBezTo>
                <a:cubicBezTo>
                  <a:pt x="241" y="968"/>
                  <a:pt x="321" y="994"/>
                  <a:pt x="411" y="1012"/>
                </a:cubicBezTo>
                <a:cubicBezTo>
                  <a:pt x="431" y="1014"/>
                  <a:pt x="451" y="1016"/>
                  <a:pt x="472" y="1016"/>
                </a:cubicBezTo>
                <a:cubicBezTo>
                  <a:pt x="535" y="1016"/>
                  <a:pt x="600" y="1006"/>
                  <a:pt x="660" y="985"/>
                </a:cubicBezTo>
                <a:cubicBezTo>
                  <a:pt x="803" y="923"/>
                  <a:pt x="919" y="807"/>
                  <a:pt x="973" y="655"/>
                </a:cubicBezTo>
                <a:cubicBezTo>
                  <a:pt x="1026" y="495"/>
                  <a:pt x="1000" y="307"/>
                  <a:pt x="901" y="173"/>
                </a:cubicBezTo>
                <a:cubicBezTo>
                  <a:pt x="857" y="120"/>
                  <a:pt x="794" y="84"/>
                  <a:pt x="741" y="57"/>
                </a:cubicBezTo>
                <a:cubicBezTo>
                  <a:pt x="714" y="39"/>
                  <a:pt x="687" y="30"/>
                  <a:pt x="652" y="22"/>
                </a:cubicBezTo>
                <a:cubicBezTo>
                  <a:pt x="607" y="7"/>
                  <a:pt x="558" y="0"/>
                  <a:pt x="50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5" name="Google Shape;2695;p24"/>
          <p:cNvSpPr/>
          <p:nvPr/>
        </p:nvSpPr>
        <p:spPr>
          <a:xfrm rot="10800000">
            <a:off x="1299375" y="908811"/>
            <a:ext cx="83225" cy="83458"/>
          </a:xfrm>
          <a:custGeom>
            <a:avLst/>
            <a:gdLst/>
            <a:ahLst/>
            <a:cxnLst/>
            <a:rect l="l" t="t" r="r" b="b"/>
            <a:pathLst>
              <a:path w="1072" h="1075" extrusionOk="0">
                <a:moveTo>
                  <a:pt x="533" y="0"/>
                </a:moveTo>
                <a:cubicBezTo>
                  <a:pt x="492" y="0"/>
                  <a:pt x="451" y="5"/>
                  <a:pt x="411" y="15"/>
                </a:cubicBezTo>
                <a:cubicBezTo>
                  <a:pt x="330" y="33"/>
                  <a:pt x="259" y="78"/>
                  <a:pt x="196" y="131"/>
                </a:cubicBezTo>
                <a:cubicBezTo>
                  <a:pt x="125" y="185"/>
                  <a:pt x="80" y="256"/>
                  <a:pt x="45" y="345"/>
                </a:cubicBezTo>
                <a:cubicBezTo>
                  <a:pt x="18" y="408"/>
                  <a:pt x="0" y="479"/>
                  <a:pt x="0" y="551"/>
                </a:cubicBezTo>
                <a:cubicBezTo>
                  <a:pt x="0" y="595"/>
                  <a:pt x="9" y="631"/>
                  <a:pt x="18" y="676"/>
                </a:cubicBezTo>
                <a:cubicBezTo>
                  <a:pt x="18" y="693"/>
                  <a:pt x="27" y="720"/>
                  <a:pt x="45" y="738"/>
                </a:cubicBezTo>
                <a:cubicBezTo>
                  <a:pt x="63" y="801"/>
                  <a:pt x="89" y="854"/>
                  <a:pt x="125" y="908"/>
                </a:cubicBezTo>
                <a:cubicBezTo>
                  <a:pt x="170" y="961"/>
                  <a:pt x="232" y="1006"/>
                  <a:pt x="295" y="1042"/>
                </a:cubicBezTo>
                <a:cubicBezTo>
                  <a:pt x="357" y="1064"/>
                  <a:pt x="422" y="1075"/>
                  <a:pt x="485" y="1075"/>
                </a:cubicBezTo>
                <a:cubicBezTo>
                  <a:pt x="549" y="1075"/>
                  <a:pt x="611" y="1064"/>
                  <a:pt x="669" y="1042"/>
                </a:cubicBezTo>
                <a:cubicBezTo>
                  <a:pt x="777" y="997"/>
                  <a:pt x="875" y="925"/>
                  <a:pt x="946" y="836"/>
                </a:cubicBezTo>
                <a:cubicBezTo>
                  <a:pt x="1026" y="729"/>
                  <a:pt x="1071" y="586"/>
                  <a:pt x="1053" y="452"/>
                </a:cubicBezTo>
                <a:cubicBezTo>
                  <a:pt x="1044" y="319"/>
                  <a:pt x="973" y="203"/>
                  <a:pt x="866" y="131"/>
                </a:cubicBezTo>
                <a:lnTo>
                  <a:pt x="848" y="122"/>
                </a:lnTo>
                <a:lnTo>
                  <a:pt x="830" y="104"/>
                </a:lnTo>
                <a:cubicBezTo>
                  <a:pt x="747" y="34"/>
                  <a:pt x="640" y="0"/>
                  <a:pt x="53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6" name="Google Shape;2696;p24"/>
          <p:cNvSpPr/>
          <p:nvPr/>
        </p:nvSpPr>
        <p:spPr>
          <a:xfrm rot="10800000">
            <a:off x="1329885" y="956013"/>
            <a:ext cx="29191" cy="24843"/>
          </a:xfrm>
          <a:custGeom>
            <a:avLst/>
            <a:gdLst/>
            <a:ahLst/>
            <a:cxnLst/>
            <a:rect l="l" t="t" r="r" b="b"/>
            <a:pathLst>
              <a:path w="376" h="320" extrusionOk="0">
                <a:moveTo>
                  <a:pt x="200" y="0"/>
                </a:moveTo>
                <a:cubicBezTo>
                  <a:pt x="148" y="0"/>
                  <a:pt x="103" y="26"/>
                  <a:pt x="72" y="64"/>
                </a:cubicBezTo>
                <a:cubicBezTo>
                  <a:pt x="54" y="73"/>
                  <a:pt x="45" y="91"/>
                  <a:pt x="45" y="100"/>
                </a:cubicBezTo>
                <a:lnTo>
                  <a:pt x="27" y="127"/>
                </a:lnTo>
                <a:cubicBezTo>
                  <a:pt x="1" y="189"/>
                  <a:pt x="18" y="261"/>
                  <a:pt x="72" y="297"/>
                </a:cubicBezTo>
                <a:cubicBezTo>
                  <a:pt x="95" y="314"/>
                  <a:pt x="121" y="320"/>
                  <a:pt x="148" y="320"/>
                </a:cubicBezTo>
                <a:cubicBezTo>
                  <a:pt x="164" y="320"/>
                  <a:pt x="181" y="318"/>
                  <a:pt x="197" y="314"/>
                </a:cubicBezTo>
                <a:lnTo>
                  <a:pt x="250" y="314"/>
                </a:lnTo>
                <a:lnTo>
                  <a:pt x="277" y="305"/>
                </a:lnTo>
                <a:cubicBezTo>
                  <a:pt x="304" y="297"/>
                  <a:pt x="331" y="279"/>
                  <a:pt x="349" y="252"/>
                </a:cubicBezTo>
                <a:cubicBezTo>
                  <a:pt x="366" y="234"/>
                  <a:pt x="375" y="207"/>
                  <a:pt x="375" y="172"/>
                </a:cubicBezTo>
                <a:cubicBezTo>
                  <a:pt x="375" y="127"/>
                  <a:pt x="358" y="82"/>
                  <a:pt x="322" y="47"/>
                </a:cubicBezTo>
                <a:lnTo>
                  <a:pt x="313" y="38"/>
                </a:lnTo>
                <a:lnTo>
                  <a:pt x="304" y="29"/>
                </a:lnTo>
                <a:cubicBezTo>
                  <a:pt x="277" y="11"/>
                  <a:pt x="250" y="2"/>
                  <a:pt x="224" y="2"/>
                </a:cubicBezTo>
                <a:cubicBezTo>
                  <a:pt x="216" y="1"/>
                  <a:pt x="208" y="0"/>
                  <a:pt x="200" y="0"/>
                </a:cubicBezTo>
                <a:close/>
              </a:path>
            </a:pathLst>
          </a:custGeom>
          <a:solidFill>
            <a:srgbClr val="FF765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7" name="Google Shape;2697;p24"/>
          <p:cNvSpPr/>
          <p:nvPr/>
        </p:nvSpPr>
        <p:spPr>
          <a:xfrm rot="10800000">
            <a:off x="1426929" y="951588"/>
            <a:ext cx="31209" cy="25309"/>
          </a:xfrm>
          <a:custGeom>
            <a:avLst/>
            <a:gdLst/>
            <a:ahLst/>
            <a:cxnLst/>
            <a:rect l="l" t="t" r="r" b="b"/>
            <a:pathLst>
              <a:path w="402" h="326" extrusionOk="0">
                <a:moveTo>
                  <a:pt x="240" y="1"/>
                </a:moveTo>
                <a:cubicBezTo>
                  <a:pt x="231" y="1"/>
                  <a:pt x="222" y="2"/>
                  <a:pt x="214" y="5"/>
                </a:cubicBezTo>
                <a:lnTo>
                  <a:pt x="152" y="5"/>
                </a:lnTo>
                <a:cubicBezTo>
                  <a:pt x="134" y="5"/>
                  <a:pt x="116" y="5"/>
                  <a:pt x="98" y="22"/>
                </a:cubicBezTo>
                <a:cubicBezTo>
                  <a:pt x="81" y="31"/>
                  <a:pt x="63" y="49"/>
                  <a:pt x="45" y="67"/>
                </a:cubicBezTo>
                <a:cubicBezTo>
                  <a:pt x="36" y="67"/>
                  <a:pt x="36" y="76"/>
                  <a:pt x="36" y="76"/>
                </a:cubicBezTo>
                <a:cubicBezTo>
                  <a:pt x="27" y="94"/>
                  <a:pt x="18" y="103"/>
                  <a:pt x="18" y="112"/>
                </a:cubicBezTo>
                <a:cubicBezTo>
                  <a:pt x="0" y="165"/>
                  <a:pt x="9" y="219"/>
                  <a:pt x="45" y="263"/>
                </a:cubicBezTo>
                <a:cubicBezTo>
                  <a:pt x="72" y="299"/>
                  <a:pt x="116" y="317"/>
                  <a:pt x="161" y="326"/>
                </a:cubicBezTo>
                <a:cubicBezTo>
                  <a:pt x="206" y="326"/>
                  <a:pt x="241" y="317"/>
                  <a:pt x="286" y="299"/>
                </a:cubicBezTo>
                <a:cubicBezTo>
                  <a:pt x="304" y="290"/>
                  <a:pt x="313" y="281"/>
                  <a:pt x="330" y="272"/>
                </a:cubicBezTo>
                <a:cubicBezTo>
                  <a:pt x="339" y="263"/>
                  <a:pt x="339" y="263"/>
                  <a:pt x="348" y="254"/>
                </a:cubicBezTo>
                <a:cubicBezTo>
                  <a:pt x="357" y="246"/>
                  <a:pt x="366" y="237"/>
                  <a:pt x="375" y="228"/>
                </a:cubicBezTo>
                <a:cubicBezTo>
                  <a:pt x="384" y="210"/>
                  <a:pt x="384" y="201"/>
                  <a:pt x="393" y="192"/>
                </a:cubicBezTo>
                <a:cubicBezTo>
                  <a:pt x="393" y="174"/>
                  <a:pt x="402" y="165"/>
                  <a:pt x="402" y="147"/>
                </a:cubicBezTo>
                <a:cubicBezTo>
                  <a:pt x="402" y="130"/>
                  <a:pt x="393" y="112"/>
                  <a:pt x="384" y="85"/>
                </a:cubicBezTo>
                <a:cubicBezTo>
                  <a:pt x="384" y="76"/>
                  <a:pt x="375" y="67"/>
                  <a:pt x="366" y="58"/>
                </a:cubicBezTo>
                <a:lnTo>
                  <a:pt x="348" y="40"/>
                </a:lnTo>
                <a:cubicBezTo>
                  <a:pt x="348" y="40"/>
                  <a:pt x="339" y="31"/>
                  <a:pt x="339" y="31"/>
                </a:cubicBezTo>
                <a:cubicBezTo>
                  <a:pt x="322" y="22"/>
                  <a:pt x="313" y="13"/>
                  <a:pt x="304" y="13"/>
                </a:cubicBezTo>
                <a:cubicBezTo>
                  <a:pt x="285" y="7"/>
                  <a:pt x="261" y="1"/>
                  <a:pt x="240" y="1"/>
                </a:cubicBezTo>
                <a:close/>
              </a:path>
            </a:pathLst>
          </a:custGeom>
          <a:solidFill>
            <a:srgbClr val="FF765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8" name="Google Shape;2698;p24"/>
          <p:cNvSpPr/>
          <p:nvPr/>
        </p:nvSpPr>
        <p:spPr>
          <a:xfrm rot="10800000">
            <a:off x="1497577" y="870691"/>
            <a:ext cx="28492" cy="24144"/>
          </a:xfrm>
          <a:custGeom>
            <a:avLst/>
            <a:gdLst/>
            <a:ahLst/>
            <a:cxnLst/>
            <a:rect l="l" t="t" r="r" b="b"/>
            <a:pathLst>
              <a:path w="367" h="311" extrusionOk="0">
                <a:moveTo>
                  <a:pt x="161" y="1"/>
                </a:moveTo>
                <a:cubicBezTo>
                  <a:pt x="134" y="10"/>
                  <a:pt x="117" y="19"/>
                  <a:pt x="99" y="36"/>
                </a:cubicBezTo>
                <a:lnTo>
                  <a:pt x="90" y="36"/>
                </a:lnTo>
                <a:cubicBezTo>
                  <a:pt x="81" y="36"/>
                  <a:pt x="72" y="45"/>
                  <a:pt x="63" y="54"/>
                </a:cubicBezTo>
                <a:cubicBezTo>
                  <a:pt x="45" y="72"/>
                  <a:pt x="36" y="81"/>
                  <a:pt x="27" y="90"/>
                </a:cubicBezTo>
                <a:cubicBezTo>
                  <a:pt x="10" y="117"/>
                  <a:pt x="1" y="152"/>
                  <a:pt x="10" y="179"/>
                </a:cubicBezTo>
                <a:cubicBezTo>
                  <a:pt x="18" y="224"/>
                  <a:pt x="45" y="260"/>
                  <a:pt x="90" y="277"/>
                </a:cubicBezTo>
                <a:lnTo>
                  <a:pt x="99" y="286"/>
                </a:lnTo>
                <a:cubicBezTo>
                  <a:pt x="108" y="295"/>
                  <a:pt x="126" y="295"/>
                  <a:pt x="134" y="304"/>
                </a:cubicBezTo>
                <a:cubicBezTo>
                  <a:pt x="152" y="309"/>
                  <a:pt x="168" y="311"/>
                  <a:pt x="184" y="311"/>
                </a:cubicBezTo>
                <a:cubicBezTo>
                  <a:pt x="199" y="311"/>
                  <a:pt x="215" y="309"/>
                  <a:pt x="233" y="304"/>
                </a:cubicBezTo>
                <a:cubicBezTo>
                  <a:pt x="251" y="295"/>
                  <a:pt x="259" y="295"/>
                  <a:pt x="277" y="286"/>
                </a:cubicBezTo>
                <a:cubicBezTo>
                  <a:pt x="304" y="268"/>
                  <a:pt x="322" y="260"/>
                  <a:pt x="331" y="233"/>
                </a:cubicBezTo>
                <a:cubicBezTo>
                  <a:pt x="358" y="206"/>
                  <a:pt x="367" y="161"/>
                  <a:pt x="367" y="126"/>
                </a:cubicBezTo>
                <a:cubicBezTo>
                  <a:pt x="358" y="90"/>
                  <a:pt x="340" y="54"/>
                  <a:pt x="313" y="36"/>
                </a:cubicBezTo>
                <a:cubicBezTo>
                  <a:pt x="286" y="19"/>
                  <a:pt x="259" y="10"/>
                  <a:pt x="242" y="1"/>
                </a:cubicBezTo>
                <a:close/>
              </a:path>
            </a:pathLst>
          </a:custGeom>
          <a:solidFill>
            <a:srgbClr val="FF765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9" name="Google Shape;2699;p24"/>
          <p:cNvSpPr/>
          <p:nvPr/>
        </p:nvSpPr>
        <p:spPr>
          <a:xfrm rot="10800000">
            <a:off x="1471259" y="828924"/>
            <a:ext cx="80430" cy="76548"/>
          </a:xfrm>
          <a:custGeom>
            <a:avLst/>
            <a:gdLst/>
            <a:ahLst/>
            <a:cxnLst/>
            <a:rect l="l" t="t" r="r" b="b"/>
            <a:pathLst>
              <a:path w="1036" h="986" extrusionOk="0">
                <a:moveTo>
                  <a:pt x="529" y="0"/>
                </a:moveTo>
                <a:cubicBezTo>
                  <a:pt x="440" y="0"/>
                  <a:pt x="350" y="28"/>
                  <a:pt x="277" y="84"/>
                </a:cubicBezTo>
                <a:cubicBezTo>
                  <a:pt x="232" y="102"/>
                  <a:pt x="188" y="129"/>
                  <a:pt x="152" y="164"/>
                </a:cubicBezTo>
                <a:cubicBezTo>
                  <a:pt x="116" y="191"/>
                  <a:pt x="90" y="236"/>
                  <a:pt x="63" y="281"/>
                </a:cubicBezTo>
                <a:cubicBezTo>
                  <a:pt x="18" y="361"/>
                  <a:pt x="0" y="468"/>
                  <a:pt x="18" y="566"/>
                </a:cubicBezTo>
                <a:cubicBezTo>
                  <a:pt x="27" y="611"/>
                  <a:pt x="45" y="655"/>
                  <a:pt x="72" y="700"/>
                </a:cubicBezTo>
                <a:cubicBezTo>
                  <a:pt x="99" y="736"/>
                  <a:pt x="125" y="780"/>
                  <a:pt x="161" y="816"/>
                </a:cubicBezTo>
                <a:cubicBezTo>
                  <a:pt x="224" y="887"/>
                  <a:pt x="304" y="941"/>
                  <a:pt x="402" y="959"/>
                </a:cubicBezTo>
                <a:cubicBezTo>
                  <a:pt x="447" y="977"/>
                  <a:pt x="500" y="986"/>
                  <a:pt x="545" y="986"/>
                </a:cubicBezTo>
                <a:cubicBezTo>
                  <a:pt x="500" y="986"/>
                  <a:pt x="456" y="968"/>
                  <a:pt x="411" y="950"/>
                </a:cubicBezTo>
                <a:cubicBezTo>
                  <a:pt x="313" y="932"/>
                  <a:pt x="232" y="878"/>
                  <a:pt x="170" y="807"/>
                </a:cubicBezTo>
                <a:cubicBezTo>
                  <a:pt x="143" y="771"/>
                  <a:pt x="116" y="727"/>
                  <a:pt x="99" y="682"/>
                </a:cubicBezTo>
                <a:cubicBezTo>
                  <a:pt x="72" y="646"/>
                  <a:pt x="54" y="602"/>
                  <a:pt x="45" y="557"/>
                </a:cubicBezTo>
                <a:cubicBezTo>
                  <a:pt x="36" y="468"/>
                  <a:pt x="54" y="370"/>
                  <a:pt x="99" y="289"/>
                </a:cubicBezTo>
                <a:cubicBezTo>
                  <a:pt x="125" y="254"/>
                  <a:pt x="152" y="218"/>
                  <a:pt x="188" y="191"/>
                </a:cubicBezTo>
                <a:cubicBezTo>
                  <a:pt x="224" y="156"/>
                  <a:pt x="259" y="138"/>
                  <a:pt x="304" y="120"/>
                </a:cubicBezTo>
                <a:cubicBezTo>
                  <a:pt x="372" y="69"/>
                  <a:pt x="452" y="46"/>
                  <a:pt x="533" y="46"/>
                </a:cubicBezTo>
                <a:cubicBezTo>
                  <a:pt x="578" y="46"/>
                  <a:pt x="625" y="53"/>
                  <a:pt x="670" y="66"/>
                </a:cubicBezTo>
                <a:cubicBezTo>
                  <a:pt x="732" y="93"/>
                  <a:pt x="786" y="120"/>
                  <a:pt x="830" y="173"/>
                </a:cubicBezTo>
                <a:cubicBezTo>
                  <a:pt x="884" y="218"/>
                  <a:pt x="911" y="272"/>
                  <a:pt x="938" y="334"/>
                </a:cubicBezTo>
                <a:cubicBezTo>
                  <a:pt x="973" y="397"/>
                  <a:pt x="1000" y="468"/>
                  <a:pt x="1000" y="548"/>
                </a:cubicBezTo>
                <a:cubicBezTo>
                  <a:pt x="1000" y="629"/>
                  <a:pt x="982" y="700"/>
                  <a:pt x="938" y="771"/>
                </a:cubicBezTo>
                <a:cubicBezTo>
                  <a:pt x="893" y="834"/>
                  <a:pt x="839" y="887"/>
                  <a:pt x="768" y="932"/>
                </a:cubicBezTo>
                <a:cubicBezTo>
                  <a:pt x="705" y="968"/>
                  <a:pt x="625" y="986"/>
                  <a:pt x="545" y="986"/>
                </a:cubicBezTo>
                <a:cubicBezTo>
                  <a:pt x="625" y="986"/>
                  <a:pt x="705" y="968"/>
                  <a:pt x="777" y="932"/>
                </a:cubicBezTo>
                <a:cubicBezTo>
                  <a:pt x="848" y="896"/>
                  <a:pt x="911" y="843"/>
                  <a:pt x="955" y="780"/>
                </a:cubicBezTo>
                <a:cubicBezTo>
                  <a:pt x="1000" y="718"/>
                  <a:pt x="1027" y="638"/>
                  <a:pt x="1027" y="557"/>
                </a:cubicBezTo>
                <a:cubicBezTo>
                  <a:pt x="1036" y="477"/>
                  <a:pt x="1009" y="397"/>
                  <a:pt x="973" y="325"/>
                </a:cubicBezTo>
                <a:cubicBezTo>
                  <a:pt x="955" y="254"/>
                  <a:pt x="920" y="191"/>
                  <a:pt x="866" y="138"/>
                </a:cubicBezTo>
                <a:cubicBezTo>
                  <a:pt x="813" y="93"/>
                  <a:pt x="759" y="48"/>
                  <a:pt x="688" y="31"/>
                </a:cubicBezTo>
                <a:cubicBezTo>
                  <a:pt x="637" y="11"/>
                  <a:pt x="583" y="0"/>
                  <a:pt x="52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0" name="Google Shape;2700;p24"/>
          <p:cNvSpPr/>
          <p:nvPr/>
        </p:nvSpPr>
        <p:spPr>
          <a:xfrm rot="10800000">
            <a:off x="1403328" y="906870"/>
            <a:ext cx="80430" cy="81517"/>
          </a:xfrm>
          <a:custGeom>
            <a:avLst/>
            <a:gdLst/>
            <a:ahLst/>
            <a:cxnLst/>
            <a:rect l="l" t="t" r="r" b="b"/>
            <a:pathLst>
              <a:path w="1036" h="1050" extrusionOk="0">
                <a:moveTo>
                  <a:pt x="10" y="458"/>
                </a:moveTo>
                <a:lnTo>
                  <a:pt x="10" y="458"/>
                </a:lnTo>
                <a:cubicBezTo>
                  <a:pt x="9" y="469"/>
                  <a:pt x="9" y="480"/>
                  <a:pt x="9" y="492"/>
                </a:cubicBezTo>
                <a:cubicBezTo>
                  <a:pt x="9" y="480"/>
                  <a:pt x="9" y="469"/>
                  <a:pt x="10" y="458"/>
                </a:cubicBezTo>
                <a:close/>
                <a:moveTo>
                  <a:pt x="9" y="492"/>
                </a:moveTo>
                <a:cubicBezTo>
                  <a:pt x="0" y="527"/>
                  <a:pt x="9" y="563"/>
                  <a:pt x="9" y="599"/>
                </a:cubicBezTo>
                <a:cubicBezTo>
                  <a:pt x="14" y="647"/>
                  <a:pt x="26" y="694"/>
                  <a:pt x="44" y="737"/>
                </a:cubicBezTo>
                <a:lnTo>
                  <a:pt x="44" y="737"/>
                </a:lnTo>
                <a:cubicBezTo>
                  <a:pt x="29" y="696"/>
                  <a:pt x="20" y="653"/>
                  <a:pt x="18" y="608"/>
                </a:cubicBezTo>
                <a:cubicBezTo>
                  <a:pt x="9" y="572"/>
                  <a:pt x="0" y="528"/>
                  <a:pt x="9" y="492"/>
                </a:cubicBezTo>
                <a:close/>
                <a:moveTo>
                  <a:pt x="500" y="1"/>
                </a:moveTo>
                <a:cubicBezTo>
                  <a:pt x="411" y="1"/>
                  <a:pt x="330" y="28"/>
                  <a:pt x="250" y="72"/>
                </a:cubicBezTo>
                <a:cubicBezTo>
                  <a:pt x="117" y="156"/>
                  <a:pt x="22" y="301"/>
                  <a:pt x="10" y="458"/>
                </a:cubicBezTo>
                <a:lnTo>
                  <a:pt x="10" y="458"/>
                </a:lnTo>
                <a:cubicBezTo>
                  <a:pt x="16" y="382"/>
                  <a:pt x="41" y="313"/>
                  <a:pt x="80" y="251"/>
                </a:cubicBezTo>
                <a:cubicBezTo>
                  <a:pt x="125" y="179"/>
                  <a:pt x="187" y="117"/>
                  <a:pt x="259" y="81"/>
                </a:cubicBezTo>
                <a:cubicBezTo>
                  <a:pt x="321" y="50"/>
                  <a:pt x="396" y="26"/>
                  <a:pt x="468" y="26"/>
                </a:cubicBezTo>
                <a:cubicBezTo>
                  <a:pt x="479" y="26"/>
                  <a:pt x="489" y="26"/>
                  <a:pt x="500" y="28"/>
                </a:cubicBezTo>
                <a:cubicBezTo>
                  <a:pt x="580" y="28"/>
                  <a:pt x="660" y="45"/>
                  <a:pt x="732" y="81"/>
                </a:cubicBezTo>
                <a:cubicBezTo>
                  <a:pt x="884" y="153"/>
                  <a:pt x="982" y="313"/>
                  <a:pt x="982" y="474"/>
                </a:cubicBezTo>
                <a:cubicBezTo>
                  <a:pt x="982" y="643"/>
                  <a:pt x="901" y="804"/>
                  <a:pt x="777" y="911"/>
                </a:cubicBezTo>
                <a:cubicBezTo>
                  <a:pt x="687" y="983"/>
                  <a:pt x="578" y="1018"/>
                  <a:pt x="468" y="1018"/>
                </a:cubicBezTo>
                <a:cubicBezTo>
                  <a:pt x="413" y="1018"/>
                  <a:pt x="357" y="1009"/>
                  <a:pt x="303" y="992"/>
                </a:cubicBezTo>
                <a:cubicBezTo>
                  <a:pt x="187" y="946"/>
                  <a:pt x="93" y="853"/>
                  <a:pt x="44" y="737"/>
                </a:cubicBezTo>
                <a:lnTo>
                  <a:pt x="44" y="737"/>
                </a:lnTo>
                <a:cubicBezTo>
                  <a:pt x="88" y="858"/>
                  <a:pt x="183" y="956"/>
                  <a:pt x="303" y="1009"/>
                </a:cubicBezTo>
                <a:cubicBezTo>
                  <a:pt x="367" y="1036"/>
                  <a:pt x="434" y="1049"/>
                  <a:pt x="500" y="1049"/>
                </a:cubicBezTo>
                <a:cubicBezTo>
                  <a:pt x="609" y="1049"/>
                  <a:pt x="718" y="1014"/>
                  <a:pt x="812" y="947"/>
                </a:cubicBezTo>
                <a:cubicBezTo>
                  <a:pt x="955" y="831"/>
                  <a:pt x="1035" y="661"/>
                  <a:pt x="1035" y="483"/>
                </a:cubicBezTo>
                <a:cubicBezTo>
                  <a:pt x="1026" y="385"/>
                  <a:pt x="1000" y="295"/>
                  <a:pt x="955" y="224"/>
                </a:cubicBezTo>
                <a:cubicBezTo>
                  <a:pt x="910" y="144"/>
                  <a:pt x="839" y="81"/>
                  <a:pt x="750" y="54"/>
                </a:cubicBezTo>
                <a:cubicBezTo>
                  <a:pt x="669" y="19"/>
                  <a:pt x="580" y="1"/>
                  <a:pt x="50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1" name="Google Shape;2701;p24"/>
          <p:cNvSpPr/>
          <p:nvPr/>
        </p:nvSpPr>
        <p:spPr>
          <a:xfrm rot="10800000">
            <a:off x="1299375" y="907491"/>
            <a:ext cx="85321" cy="85709"/>
          </a:xfrm>
          <a:custGeom>
            <a:avLst/>
            <a:gdLst/>
            <a:ahLst/>
            <a:cxnLst/>
            <a:rect l="l" t="t" r="r" b="b"/>
            <a:pathLst>
              <a:path w="1099" h="1104" extrusionOk="0">
                <a:moveTo>
                  <a:pt x="554" y="0"/>
                </a:moveTo>
                <a:cubicBezTo>
                  <a:pt x="438" y="9"/>
                  <a:pt x="322" y="45"/>
                  <a:pt x="223" y="116"/>
                </a:cubicBezTo>
                <a:cubicBezTo>
                  <a:pt x="134" y="188"/>
                  <a:pt x="63" y="295"/>
                  <a:pt x="27" y="402"/>
                </a:cubicBezTo>
                <a:cubicBezTo>
                  <a:pt x="9" y="464"/>
                  <a:pt x="0" y="527"/>
                  <a:pt x="0" y="580"/>
                </a:cubicBezTo>
                <a:cubicBezTo>
                  <a:pt x="0" y="616"/>
                  <a:pt x="9" y="643"/>
                  <a:pt x="9" y="670"/>
                </a:cubicBezTo>
                <a:cubicBezTo>
                  <a:pt x="18" y="705"/>
                  <a:pt x="27" y="732"/>
                  <a:pt x="45" y="759"/>
                </a:cubicBezTo>
                <a:cubicBezTo>
                  <a:pt x="63" y="839"/>
                  <a:pt x="107" y="920"/>
                  <a:pt x="161" y="982"/>
                </a:cubicBezTo>
                <a:cubicBezTo>
                  <a:pt x="223" y="1036"/>
                  <a:pt x="304" y="1080"/>
                  <a:pt x="384" y="1098"/>
                </a:cubicBezTo>
                <a:cubicBezTo>
                  <a:pt x="417" y="1101"/>
                  <a:pt x="448" y="1103"/>
                  <a:pt x="479" y="1103"/>
                </a:cubicBezTo>
                <a:cubicBezTo>
                  <a:pt x="532" y="1103"/>
                  <a:pt x="583" y="1097"/>
                  <a:pt x="634" y="1080"/>
                </a:cubicBezTo>
                <a:cubicBezTo>
                  <a:pt x="714" y="1062"/>
                  <a:pt x="795" y="1027"/>
                  <a:pt x="857" y="973"/>
                </a:cubicBezTo>
                <a:cubicBezTo>
                  <a:pt x="920" y="920"/>
                  <a:pt x="973" y="857"/>
                  <a:pt x="1018" y="786"/>
                </a:cubicBezTo>
                <a:cubicBezTo>
                  <a:pt x="1053" y="714"/>
                  <a:pt x="1080" y="634"/>
                  <a:pt x="1089" y="554"/>
                </a:cubicBezTo>
                <a:cubicBezTo>
                  <a:pt x="1098" y="393"/>
                  <a:pt x="1027" y="232"/>
                  <a:pt x="893" y="143"/>
                </a:cubicBezTo>
                <a:lnTo>
                  <a:pt x="893" y="143"/>
                </a:lnTo>
                <a:cubicBezTo>
                  <a:pt x="1018" y="232"/>
                  <a:pt x="1089" y="393"/>
                  <a:pt x="1071" y="554"/>
                </a:cubicBezTo>
                <a:cubicBezTo>
                  <a:pt x="1062" y="634"/>
                  <a:pt x="1036" y="714"/>
                  <a:pt x="991" y="777"/>
                </a:cubicBezTo>
                <a:cubicBezTo>
                  <a:pt x="946" y="839"/>
                  <a:pt x="893" y="902"/>
                  <a:pt x="830" y="946"/>
                </a:cubicBezTo>
                <a:cubicBezTo>
                  <a:pt x="768" y="991"/>
                  <a:pt x="696" y="1027"/>
                  <a:pt x="625" y="1045"/>
                </a:cubicBezTo>
                <a:cubicBezTo>
                  <a:pt x="585" y="1054"/>
                  <a:pt x="547" y="1058"/>
                  <a:pt x="510" y="1058"/>
                </a:cubicBezTo>
                <a:cubicBezTo>
                  <a:pt x="473" y="1058"/>
                  <a:pt x="438" y="1054"/>
                  <a:pt x="402" y="1045"/>
                </a:cubicBezTo>
                <a:cubicBezTo>
                  <a:pt x="322" y="1027"/>
                  <a:pt x="259" y="991"/>
                  <a:pt x="206" y="937"/>
                </a:cubicBezTo>
                <a:cubicBezTo>
                  <a:pt x="152" y="884"/>
                  <a:pt x="107" y="813"/>
                  <a:pt x="90" y="741"/>
                </a:cubicBezTo>
                <a:cubicBezTo>
                  <a:pt x="81" y="714"/>
                  <a:pt x="72" y="697"/>
                  <a:pt x="63" y="670"/>
                </a:cubicBezTo>
                <a:cubicBezTo>
                  <a:pt x="54" y="643"/>
                  <a:pt x="54" y="616"/>
                  <a:pt x="54" y="589"/>
                </a:cubicBezTo>
                <a:cubicBezTo>
                  <a:pt x="54" y="527"/>
                  <a:pt x="54" y="473"/>
                  <a:pt x="72" y="420"/>
                </a:cubicBezTo>
                <a:cubicBezTo>
                  <a:pt x="98" y="313"/>
                  <a:pt x="161" y="206"/>
                  <a:pt x="241" y="134"/>
                </a:cubicBezTo>
                <a:cubicBezTo>
                  <a:pt x="286" y="99"/>
                  <a:pt x="339" y="72"/>
                  <a:pt x="393" y="54"/>
                </a:cubicBezTo>
                <a:cubicBezTo>
                  <a:pt x="449" y="29"/>
                  <a:pt x="508" y="17"/>
                  <a:pt x="567" y="17"/>
                </a:cubicBezTo>
                <a:cubicBezTo>
                  <a:pt x="678" y="17"/>
                  <a:pt x="788" y="59"/>
                  <a:pt x="875" y="134"/>
                </a:cubicBezTo>
                <a:lnTo>
                  <a:pt x="893" y="143"/>
                </a:lnTo>
                <a:lnTo>
                  <a:pt x="893" y="143"/>
                </a:lnTo>
                <a:lnTo>
                  <a:pt x="866" y="125"/>
                </a:lnTo>
                <a:cubicBezTo>
                  <a:pt x="786" y="45"/>
                  <a:pt x="670" y="0"/>
                  <a:pt x="55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2" name="Google Shape;2702;p24"/>
          <p:cNvSpPr/>
          <p:nvPr/>
        </p:nvSpPr>
        <p:spPr>
          <a:xfrm rot="10800000">
            <a:off x="1338891" y="946696"/>
            <a:ext cx="4270" cy="3571"/>
          </a:xfrm>
          <a:custGeom>
            <a:avLst/>
            <a:gdLst/>
            <a:ahLst/>
            <a:cxnLst/>
            <a:rect l="l" t="t" r="r" b="b"/>
            <a:pathLst>
              <a:path w="55" h="46" extrusionOk="0">
                <a:moveTo>
                  <a:pt x="10" y="1"/>
                </a:moveTo>
                <a:lnTo>
                  <a:pt x="10" y="1"/>
                </a:lnTo>
                <a:cubicBezTo>
                  <a:pt x="5" y="11"/>
                  <a:pt x="8" y="18"/>
                  <a:pt x="12" y="22"/>
                </a:cubicBezTo>
                <a:lnTo>
                  <a:pt x="12" y="22"/>
                </a:lnTo>
                <a:lnTo>
                  <a:pt x="19" y="10"/>
                </a:lnTo>
                <a:lnTo>
                  <a:pt x="19" y="27"/>
                </a:lnTo>
                <a:cubicBezTo>
                  <a:pt x="21" y="22"/>
                  <a:pt x="25" y="20"/>
                  <a:pt x="30" y="20"/>
                </a:cubicBezTo>
                <a:cubicBezTo>
                  <a:pt x="34" y="20"/>
                  <a:pt x="39" y="23"/>
                  <a:pt x="43" y="27"/>
                </a:cubicBezTo>
                <a:lnTo>
                  <a:pt x="43" y="27"/>
                </a:lnTo>
                <a:lnTo>
                  <a:pt x="45" y="19"/>
                </a:lnTo>
                <a:lnTo>
                  <a:pt x="54" y="19"/>
                </a:lnTo>
                <a:lnTo>
                  <a:pt x="10" y="1"/>
                </a:lnTo>
                <a:close/>
                <a:moveTo>
                  <a:pt x="12" y="22"/>
                </a:moveTo>
                <a:lnTo>
                  <a:pt x="10" y="27"/>
                </a:lnTo>
                <a:lnTo>
                  <a:pt x="1" y="27"/>
                </a:lnTo>
                <a:lnTo>
                  <a:pt x="19" y="35"/>
                </a:lnTo>
                <a:lnTo>
                  <a:pt x="19" y="35"/>
                </a:lnTo>
                <a:lnTo>
                  <a:pt x="19" y="27"/>
                </a:lnTo>
                <a:cubicBezTo>
                  <a:pt x="19" y="27"/>
                  <a:pt x="15" y="26"/>
                  <a:pt x="12" y="22"/>
                </a:cubicBezTo>
                <a:close/>
                <a:moveTo>
                  <a:pt x="19" y="35"/>
                </a:moveTo>
                <a:lnTo>
                  <a:pt x="19" y="45"/>
                </a:lnTo>
                <a:lnTo>
                  <a:pt x="37" y="45"/>
                </a:lnTo>
                <a:lnTo>
                  <a:pt x="38" y="42"/>
                </a:lnTo>
                <a:lnTo>
                  <a:pt x="38" y="42"/>
                </a:lnTo>
                <a:lnTo>
                  <a:pt x="19" y="35"/>
                </a:lnTo>
                <a:close/>
                <a:moveTo>
                  <a:pt x="43" y="27"/>
                </a:moveTo>
                <a:lnTo>
                  <a:pt x="38" y="42"/>
                </a:lnTo>
                <a:lnTo>
                  <a:pt x="38" y="42"/>
                </a:lnTo>
                <a:lnTo>
                  <a:pt x="45" y="45"/>
                </a:lnTo>
                <a:cubicBezTo>
                  <a:pt x="49" y="38"/>
                  <a:pt x="47" y="31"/>
                  <a:pt x="43" y="27"/>
                </a:cubicBezTo>
                <a:close/>
              </a:path>
            </a:pathLst>
          </a:custGeom>
          <a:solidFill>
            <a:srgbClr val="A0180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3" name="Google Shape;2703;p24"/>
          <p:cNvSpPr/>
          <p:nvPr/>
        </p:nvSpPr>
        <p:spPr>
          <a:xfrm>
            <a:off x="2013792" y="746062"/>
            <a:ext cx="638237" cy="580011"/>
          </a:xfrm>
          <a:custGeom>
            <a:avLst/>
            <a:gdLst/>
            <a:ahLst/>
            <a:cxnLst/>
            <a:rect l="l" t="t" r="r" b="b"/>
            <a:pathLst>
              <a:path w="8221" h="7471" extrusionOk="0">
                <a:moveTo>
                  <a:pt x="6708" y="7366"/>
                </a:moveTo>
                <a:cubicBezTo>
                  <a:pt x="6710" y="7370"/>
                  <a:pt x="6712" y="7372"/>
                  <a:pt x="6712" y="7372"/>
                </a:cubicBezTo>
                <a:cubicBezTo>
                  <a:pt x="6712" y="7372"/>
                  <a:pt x="6712" y="7372"/>
                  <a:pt x="6712" y="7372"/>
                </a:cubicBezTo>
                <a:cubicBezTo>
                  <a:pt x="6711" y="7370"/>
                  <a:pt x="6709" y="7368"/>
                  <a:pt x="6708" y="7366"/>
                </a:cubicBezTo>
                <a:close/>
                <a:moveTo>
                  <a:pt x="4445" y="0"/>
                </a:moveTo>
                <a:cubicBezTo>
                  <a:pt x="4445" y="0"/>
                  <a:pt x="3933" y="556"/>
                  <a:pt x="3445" y="556"/>
                </a:cubicBezTo>
                <a:cubicBezTo>
                  <a:pt x="3305" y="556"/>
                  <a:pt x="3167" y="510"/>
                  <a:pt x="3044" y="393"/>
                </a:cubicBezTo>
                <a:lnTo>
                  <a:pt x="3044" y="393"/>
                </a:lnTo>
                <a:cubicBezTo>
                  <a:pt x="3044" y="393"/>
                  <a:pt x="3445" y="1455"/>
                  <a:pt x="3026" y="2329"/>
                </a:cubicBezTo>
                <a:cubicBezTo>
                  <a:pt x="3026" y="2329"/>
                  <a:pt x="2750" y="2394"/>
                  <a:pt x="2364" y="2394"/>
                </a:cubicBezTo>
                <a:cubicBezTo>
                  <a:pt x="1954" y="2394"/>
                  <a:pt x="1420" y="2321"/>
                  <a:pt x="964" y="2017"/>
                </a:cubicBezTo>
                <a:cubicBezTo>
                  <a:pt x="964" y="2017"/>
                  <a:pt x="929" y="2972"/>
                  <a:pt x="0" y="3088"/>
                </a:cubicBezTo>
                <a:cubicBezTo>
                  <a:pt x="0" y="3088"/>
                  <a:pt x="1134" y="3427"/>
                  <a:pt x="580" y="4150"/>
                </a:cubicBezTo>
                <a:cubicBezTo>
                  <a:pt x="580" y="4150"/>
                  <a:pt x="766" y="4102"/>
                  <a:pt x="1002" y="4102"/>
                </a:cubicBezTo>
                <a:cubicBezTo>
                  <a:pt x="1243" y="4102"/>
                  <a:pt x="1538" y="4152"/>
                  <a:pt x="1741" y="4355"/>
                </a:cubicBezTo>
                <a:cubicBezTo>
                  <a:pt x="2142" y="4757"/>
                  <a:pt x="1294" y="5623"/>
                  <a:pt x="1116" y="5766"/>
                </a:cubicBezTo>
                <a:cubicBezTo>
                  <a:pt x="1116" y="5766"/>
                  <a:pt x="2142" y="6024"/>
                  <a:pt x="2249" y="7470"/>
                </a:cubicBezTo>
                <a:cubicBezTo>
                  <a:pt x="2249" y="7470"/>
                  <a:pt x="2559" y="6642"/>
                  <a:pt x="3223" y="6642"/>
                </a:cubicBezTo>
                <a:cubicBezTo>
                  <a:pt x="3357" y="6642"/>
                  <a:pt x="3505" y="6675"/>
                  <a:pt x="3669" y="6756"/>
                </a:cubicBezTo>
                <a:cubicBezTo>
                  <a:pt x="3669" y="6756"/>
                  <a:pt x="3329" y="5980"/>
                  <a:pt x="3811" y="5560"/>
                </a:cubicBezTo>
                <a:cubicBezTo>
                  <a:pt x="3913" y="5473"/>
                  <a:pt x="4021" y="5432"/>
                  <a:pt x="4127" y="5432"/>
                </a:cubicBezTo>
                <a:cubicBezTo>
                  <a:pt x="4531" y="5432"/>
                  <a:pt x="4908" y="6034"/>
                  <a:pt x="4838" y="6988"/>
                </a:cubicBezTo>
                <a:cubicBezTo>
                  <a:pt x="4838" y="6988"/>
                  <a:pt x="5198" y="6741"/>
                  <a:pt x="5650" y="6741"/>
                </a:cubicBezTo>
                <a:cubicBezTo>
                  <a:pt x="5989" y="6741"/>
                  <a:pt x="6379" y="6880"/>
                  <a:pt x="6708" y="7366"/>
                </a:cubicBezTo>
                <a:lnTo>
                  <a:pt x="6708" y="7366"/>
                </a:lnTo>
                <a:cubicBezTo>
                  <a:pt x="6652" y="7274"/>
                  <a:pt x="6013" y="6067"/>
                  <a:pt x="7158" y="5409"/>
                </a:cubicBezTo>
                <a:cubicBezTo>
                  <a:pt x="7158" y="5409"/>
                  <a:pt x="5703" y="4900"/>
                  <a:pt x="5739" y="4222"/>
                </a:cubicBezTo>
                <a:cubicBezTo>
                  <a:pt x="5751" y="3995"/>
                  <a:pt x="5916" y="3920"/>
                  <a:pt x="6130" y="3920"/>
                </a:cubicBezTo>
                <a:cubicBezTo>
                  <a:pt x="6558" y="3920"/>
                  <a:pt x="7185" y="4222"/>
                  <a:pt x="7185" y="4222"/>
                </a:cubicBezTo>
                <a:cubicBezTo>
                  <a:pt x="7185" y="4222"/>
                  <a:pt x="6980" y="3267"/>
                  <a:pt x="8220" y="3017"/>
                </a:cubicBezTo>
                <a:cubicBezTo>
                  <a:pt x="8220" y="3017"/>
                  <a:pt x="6882" y="2428"/>
                  <a:pt x="6810" y="1508"/>
                </a:cubicBezTo>
                <a:cubicBezTo>
                  <a:pt x="6810" y="1508"/>
                  <a:pt x="6120" y="1859"/>
                  <a:pt x="5659" y="1859"/>
                </a:cubicBezTo>
                <a:cubicBezTo>
                  <a:pt x="5545" y="1859"/>
                  <a:pt x="5445" y="1838"/>
                  <a:pt x="5373" y="1785"/>
                </a:cubicBezTo>
                <a:cubicBezTo>
                  <a:pt x="5016" y="1517"/>
                  <a:pt x="5329" y="598"/>
                  <a:pt x="5329" y="598"/>
                </a:cubicBezTo>
                <a:lnTo>
                  <a:pt x="5329" y="598"/>
                </a:lnTo>
                <a:cubicBezTo>
                  <a:pt x="5329" y="598"/>
                  <a:pt x="5277" y="606"/>
                  <a:pt x="5199" y="606"/>
                </a:cubicBezTo>
                <a:cubicBezTo>
                  <a:pt x="4974" y="606"/>
                  <a:pt x="4525" y="537"/>
                  <a:pt x="444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4" name="Google Shape;2704;p24"/>
          <p:cNvSpPr/>
          <p:nvPr/>
        </p:nvSpPr>
        <p:spPr>
          <a:xfrm>
            <a:off x="2301352" y="863136"/>
            <a:ext cx="350677" cy="455950"/>
          </a:xfrm>
          <a:custGeom>
            <a:avLst/>
            <a:gdLst/>
            <a:ahLst/>
            <a:cxnLst/>
            <a:rect l="l" t="t" r="r" b="b"/>
            <a:pathLst>
              <a:path w="4517" h="5873" extrusionOk="0">
                <a:moveTo>
                  <a:pt x="3106" y="0"/>
                </a:moveTo>
                <a:cubicBezTo>
                  <a:pt x="3106" y="0"/>
                  <a:pt x="2098" y="518"/>
                  <a:pt x="1705" y="304"/>
                </a:cubicBezTo>
                <a:cubicBezTo>
                  <a:pt x="803" y="786"/>
                  <a:pt x="197" y="1660"/>
                  <a:pt x="63" y="2669"/>
                </a:cubicBezTo>
                <a:cubicBezTo>
                  <a:pt x="0" y="3124"/>
                  <a:pt x="36" y="3579"/>
                  <a:pt x="170" y="4008"/>
                </a:cubicBezTo>
                <a:cubicBezTo>
                  <a:pt x="652" y="3695"/>
                  <a:pt x="1214" y="4338"/>
                  <a:pt x="1134" y="5480"/>
                </a:cubicBezTo>
                <a:lnTo>
                  <a:pt x="1134" y="5480"/>
                </a:lnTo>
                <a:cubicBezTo>
                  <a:pt x="1143" y="5480"/>
                  <a:pt x="2240" y="4740"/>
                  <a:pt x="3008" y="5873"/>
                </a:cubicBezTo>
                <a:cubicBezTo>
                  <a:pt x="3008" y="5873"/>
                  <a:pt x="2258" y="4597"/>
                  <a:pt x="3454" y="3901"/>
                </a:cubicBezTo>
                <a:cubicBezTo>
                  <a:pt x="3454" y="3901"/>
                  <a:pt x="1999" y="3392"/>
                  <a:pt x="2035" y="2714"/>
                </a:cubicBezTo>
                <a:cubicBezTo>
                  <a:pt x="2071" y="2035"/>
                  <a:pt x="3481" y="2714"/>
                  <a:pt x="3481" y="2714"/>
                </a:cubicBezTo>
                <a:cubicBezTo>
                  <a:pt x="3481" y="2714"/>
                  <a:pt x="3276" y="1759"/>
                  <a:pt x="4516" y="1509"/>
                </a:cubicBezTo>
                <a:cubicBezTo>
                  <a:pt x="4516" y="1518"/>
                  <a:pt x="3169" y="929"/>
                  <a:pt x="3106" y="0"/>
                </a:cubicBezTo>
                <a:close/>
              </a:path>
            </a:pathLst>
          </a:custGeom>
          <a:solidFill>
            <a:srgbClr val="FFFFFF">
              <a:alpha val="220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5" name="Google Shape;2705;p24"/>
          <p:cNvSpPr/>
          <p:nvPr/>
        </p:nvSpPr>
        <p:spPr>
          <a:xfrm>
            <a:off x="2004786" y="742568"/>
            <a:ext cx="649339" cy="589017"/>
          </a:xfrm>
          <a:custGeom>
            <a:avLst/>
            <a:gdLst/>
            <a:ahLst/>
            <a:cxnLst/>
            <a:rect l="l" t="t" r="r" b="b"/>
            <a:pathLst>
              <a:path w="8364" h="7587" extrusionOk="0">
                <a:moveTo>
                  <a:pt x="5993" y="4015"/>
                </a:moveTo>
                <a:cubicBezTo>
                  <a:pt x="5992" y="4016"/>
                  <a:pt x="5990" y="4016"/>
                  <a:pt x="5989" y="4017"/>
                </a:cubicBezTo>
                <a:cubicBezTo>
                  <a:pt x="5927" y="4043"/>
                  <a:pt x="5873" y="4106"/>
                  <a:pt x="5855" y="4177"/>
                </a:cubicBezTo>
                <a:cubicBezTo>
                  <a:pt x="5837" y="4258"/>
                  <a:pt x="5837" y="4329"/>
                  <a:pt x="5855" y="4400"/>
                </a:cubicBezTo>
                <a:cubicBezTo>
                  <a:pt x="5899" y="4549"/>
                  <a:pt x="5977" y="4673"/>
                  <a:pt x="6090" y="4770"/>
                </a:cubicBezTo>
                <a:lnTo>
                  <a:pt x="6090" y="4770"/>
                </a:lnTo>
                <a:cubicBezTo>
                  <a:pt x="5989" y="4673"/>
                  <a:pt x="5907" y="4545"/>
                  <a:pt x="5864" y="4409"/>
                </a:cubicBezTo>
                <a:cubicBezTo>
                  <a:pt x="5846" y="4338"/>
                  <a:pt x="5846" y="4258"/>
                  <a:pt x="5864" y="4186"/>
                </a:cubicBezTo>
                <a:cubicBezTo>
                  <a:pt x="5881" y="4119"/>
                  <a:pt x="5929" y="4053"/>
                  <a:pt x="5993" y="4015"/>
                </a:cubicBezTo>
                <a:close/>
                <a:moveTo>
                  <a:pt x="6090" y="4770"/>
                </a:moveTo>
                <a:lnTo>
                  <a:pt x="6090" y="4770"/>
                </a:lnTo>
                <a:cubicBezTo>
                  <a:pt x="6095" y="4775"/>
                  <a:pt x="6100" y="4780"/>
                  <a:pt x="6105" y="4784"/>
                </a:cubicBezTo>
                <a:cubicBezTo>
                  <a:pt x="6128" y="4807"/>
                  <a:pt x="6152" y="4830"/>
                  <a:pt x="6177" y="4851"/>
                </a:cubicBezTo>
                <a:lnTo>
                  <a:pt x="6177" y="4851"/>
                </a:lnTo>
                <a:cubicBezTo>
                  <a:pt x="6149" y="4827"/>
                  <a:pt x="6122" y="4802"/>
                  <a:pt x="6096" y="4775"/>
                </a:cubicBezTo>
                <a:cubicBezTo>
                  <a:pt x="6094" y="4774"/>
                  <a:pt x="6092" y="4772"/>
                  <a:pt x="6090" y="4770"/>
                </a:cubicBezTo>
                <a:close/>
                <a:moveTo>
                  <a:pt x="6177" y="4851"/>
                </a:moveTo>
                <a:cubicBezTo>
                  <a:pt x="6261" y="4926"/>
                  <a:pt x="6350" y="4991"/>
                  <a:pt x="6444" y="5052"/>
                </a:cubicBezTo>
                <a:cubicBezTo>
                  <a:pt x="6477" y="5071"/>
                  <a:pt x="6509" y="5091"/>
                  <a:pt x="6542" y="5109"/>
                </a:cubicBezTo>
                <a:lnTo>
                  <a:pt x="6542" y="5109"/>
                </a:lnTo>
                <a:cubicBezTo>
                  <a:pt x="6515" y="5094"/>
                  <a:pt x="6489" y="5077"/>
                  <a:pt x="6462" y="5061"/>
                </a:cubicBezTo>
                <a:cubicBezTo>
                  <a:pt x="6364" y="4998"/>
                  <a:pt x="6266" y="4929"/>
                  <a:pt x="6177" y="4851"/>
                </a:cubicBezTo>
                <a:close/>
                <a:moveTo>
                  <a:pt x="6542" y="5109"/>
                </a:moveTo>
                <a:cubicBezTo>
                  <a:pt x="6776" y="5247"/>
                  <a:pt x="7018" y="5357"/>
                  <a:pt x="7274" y="5454"/>
                </a:cubicBezTo>
                <a:cubicBezTo>
                  <a:pt x="7023" y="5359"/>
                  <a:pt x="6779" y="5245"/>
                  <a:pt x="6542" y="5109"/>
                </a:cubicBezTo>
                <a:close/>
                <a:moveTo>
                  <a:pt x="4561" y="0"/>
                </a:moveTo>
                <a:lnTo>
                  <a:pt x="4534" y="27"/>
                </a:lnTo>
                <a:cubicBezTo>
                  <a:pt x="4347" y="224"/>
                  <a:pt x="4133" y="375"/>
                  <a:pt x="3892" y="491"/>
                </a:cubicBezTo>
                <a:cubicBezTo>
                  <a:pt x="3776" y="545"/>
                  <a:pt x="3642" y="572"/>
                  <a:pt x="3517" y="572"/>
                </a:cubicBezTo>
                <a:cubicBezTo>
                  <a:pt x="3383" y="563"/>
                  <a:pt x="3258" y="509"/>
                  <a:pt x="3169" y="420"/>
                </a:cubicBezTo>
                <a:lnTo>
                  <a:pt x="3106" y="366"/>
                </a:lnTo>
                <a:lnTo>
                  <a:pt x="3133" y="438"/>
                </a:lnTo>
                <a:cubicBezTo>
                  <a:pt x="3240" y="750"/>
                  <a:pt x="3294" y="1080"/>
                  <a:pt x="3294" y="1402"/>
                </a:cubicBezTo>
                <a:cubicBezTo>
                  <a:pt x="3303" y="1571"/>
                  <a:pt x="3285" y="1732"/>
                  <a:pt x="3258" y="1893"/>
                </a:cubicBezTo>
                <a:cubicBezTo>
                  <a:pt x="3223" y="2048"/>
                  <a:pt x="3181" y="2194"/>
                  <a:pt x="3113" y="2341"/>
                </a:cubicBezTo>
                <a:lnTo>
                  <a:pt x="3113" y="2341"/>
                </a:lnTo>
                <a:cubicBezTo>
                  <a:pt x="2947" y="2375"/>
                  <a:pt x="2772" y="2393"/>
                  <a:pt x="2597" y="2401"/>
                </a:cubicBezTo>
                <a:cubicBezTo>
                  <a:pt x="2550" y="2404"/>
                  <a:pt x="2502" y="2405"/>
                  <a:pt x="2456" y="2405"/>
                </a:cubicBezTo>
                <a:cubicBezTo>
                  <a:pt x="2327" y="2405"/>
                  <a:pt x="2202" y="2396"/>
                  <a:pt x="2071" y="2383"/>
                </a:cubicBezTo>
                <a:cubicBezTo>
                  <a:pt x="1892" y="2366"/>
                  <a:pt x="1723" y="2321"/>
                  <a:pt x="1553" y="2267"/>
                </a:cubicBezTo>
                <a:cubicBezTo>
                  <a:pt x="1393" y="2214"/>
                  <a:pt x="1232" y="2133"/>
                  <a:pt x="1080" y="2035"/>
                </a:cubicBezTo>
                <a:lnTo>
                  <a:pt x="1045" y="2017"/>
                </a:lnTo>
                <a:lnTo>
                  <a:pt x="1045" y="2062"/>
                </a:lnTo>
                <a:cubicBezTo>
                  <a:pt x="1036" y="2187"/>
                  <a:pt x="1009" y="2312"/>
                  <a:pt x="964" y="2437"/>
                </a:cubicBezTo>
                <a:cubicBezTo>
                  <a:pt x="920" y="2553"/>
                  <a:pt x="857" y="2669"/>
                  <a:pt x="768" y="2767"/>
                </a:cubicBezTo>
                <a:cubicBezTo>
                  <a:pt x="732" y="2821"/>
                  <a:pt x="679" y="2865"/>
                  <a:pt x="634" y="2901"/>
                </a:cubicBezTo>
                <a:cubicBezTo>
                  <a:pt x="580" y="2937"/>
                  <a:pt x="527" y="2972"/>
                  <a:pt x="473" y="2999"/>
                </a:cubicBezTo>
                <a:cubicBezTo>
                  <a:pt x="367" y="3057"/>
                  <a:pt x="253" y="3091"/>
                  <a:pt x="138" y="3110"/>
                </a:cubicBezTo>
                <a:lnTo>
                  <a:pt x="138" y="3110"/>
                </a:lnTo>
                <a:cubicBezTo>
                  <a:pt x="134" y="3109"/>
                  <a:pt x="130" y="3108"/>
                  <a:pt x="125" y="3106"/>
                </a:cubicBezTo>
                <a:lnTo>
                  <a:pt x="125" y="3113"/>
                </a:lnTo>
                <a:lnTo>
                  <a:pt x="125" y="3113"/>
                </a:lnTo>
                <a:cubicBezTo>
                  <a:pt x="119" y="3113"/>
                  <a:pt x="113" y="3114"/>
                  <a:pt x="107" y="3115"/>
                </a:cubicBezTo>
                <a:lnTo>
                  <a:pt x="0" y="3133"/>
                </a:lnTo>
                <a:lnTo>
                  <a:pt x="98" y="3160"/>
                </a:lnTo>
                <a:cubicBezTo>
                  <a:pt x="215" y="3196"/>
                  <a:pt x="331" y="3249"/>
                  <a:pt x="438" y="3312"/>
                </a:cubicBezTo>
                <a:cubicBezTo>
                  <a:pt x="536" y="3365"/>
                  <a:pt x="634" y="3445"/>
                  <a:pt x="714" y="3535"/>
                </a:cubicBezTo>
                <a:cubicBezTo>
                  <a:pt x="786" y="3624"/>
                  <a:pt x="830" y="3740"/>
                  <a:pt x="812" y="3856"/>
                </a:cubicBezTo>
                <a:cubicBezTo>
                  <a:pt x="804" y="3972"/>
                  <a:pt x="750" y="4088"/>
                  <a:pt x="679" y="4177"/>
                </a:cubicBezTo>
                <a:lnTo>
                  <a:pt x="643" y="4231"/>
                </a:lnTo>
                <a:lnTo>
                  <a:pt x="696" y="4213"/>
                </a:lnTo>
                <a:cubicBezTo>
                  <a:pt x="828" y="4183"/>
                  <a:pt x="966" y="4167"/>
                  <a:pt x="1102" y="4167"/>
                </a:cubicBezTo>
                <a:cubicBezTo>
                  <a:pt x="1207" y="4167"/>
                  <a:pt x="1310" y="4176"/>
                  <a:pt x="1410" y="4195"/>
                </a:cubicBezTo>
                <a:cubicBezTo>
                  <a:pt x="1526" y="4222"/>
                  <a:pt x="1634" y="4267"/>
                  <a:pt x="1732" y="4329"/>
                </a:cubicBezTo>
                <a:cubicBezTo>
                  <a:pt x="1759" y="4347"/>
                  <a:pt x="1785" y="4365"/>
                  <a:pt x="1803" y="4383"/>
                </a:cubicBezTo>
                <a:cubicBezTo>
                  <a:pt x="1830" y="4400"/>
                  <a:pt x="1848" y="4427"/>
                  <a:pt x="1866" y="4445"/>
                </a:cubicBezTo>
                <a:cubicBezTo>
                  <a:pt x="1901" y="4490"/>
                  <a:pt x="1928" y="4543"/>
                  <a:pt x="1937" y="4606"/>
                </a:cubicBezTo>
                <a:cubicBezTo>
                  <a:pt x="1946" y="4722"/>
                  <a:pt x="1928" y="4838"/>
                  <a:pt x="1875" y="4945"/>
                </a:cubicBezTo>
                <a:cubicBezTo>
                  <a:pt x="1830" y="5052"/>
                  <a:pt x="1767" y="5159"/>
                  <a:pt x="1696" y="5257"/>
                </a:cubicBezTo>
                <a:cubicBezTo>
                  <a:pt x="1562" y="5454"/>
                  <a:pt x="1393" y="5632"/>
                  <a:pt x="1214" y="5793"/>
                </a:cubicBezTo>
                <a:lnTo>
                  <a:pt x="1187" y="5811"/>
                </a:lnTo>
                <a:lnTo>
                  <a:pt x="1223" y="5828"/>
                </a:lnTo>
                <a:cubicBezTo>
                  <a:pt x="1393" y="5882"/>
                  <a:pt x="1553" y="5971"/>
                  <a:pt x="1687" y="6087"/>
                </a:cubicBezTo>
                <a:cubicBezTo>
                  <a:pt x="1821" y="6203"/>
                  <a:pt x="1937" y="6337"/>
                  <a:pt x="2035" y="6489"/>
                </a:cubicBezTo>
                <a:cubicBezTo>
                  <a:pt x="2124" y="6650"/>
                  <a:pt x="2196" y="6810"/>
                  <a:pt x="2249" y="6989"/>
                </a:cubicBezTo>
                <a:cubicBezTo>
                  <a:pt x="2276" y="7069"/>
                  <a:pt x="2294" y="7158"/>
                  <a:pt x="2312" y="7248"/>
                </a:cubicBezTo>
                <a:cubicBezTo>
                  <a:pt x="2321" y="7337"/>
                  <a:pt x="2330" y="7426"/>
                  <a:pt x="2339" y="7515"/>
                </a:cubicBezTo>
                <a:lnTo>
                  <a:pt x="2348" y="7587"/>
                </a:lnTo>
                <a:lnTo>
                  <a:pt x="2374" y="7524"/>
                </a:lnTo>
                <a:cubicBezTo>
                  <a:pt x="2377" y="7518"/>
                  <a:pt x="2380" y="7512"/>
                  <a:pt x="2382" y="7506"/>
                </a:cubicBezTo>
                <a:lnTo>
                  <a:pt x="2383" y="7506"/>
                </a:lnTo>
                <a:cubicBezTo>
                  <a:pt x="2383" y="7506"/>
                  <a:pt x="2383" y="7505"/>
                  <a:pt x="2383" y="7504"/>
                </a:cubicBezTo>
                <a:lnTo>
                  <a:pt x="2383" y="7504"/>
                </a:lnTo>
                <a:cubicBezTo>
                  <a:pt x="2443" y="7370"/>
                  <a:pt x="2512" y="7251"/>
                  <a:pt x="2597" y="7131"/>
                </a:cubicBezTo>
                <a:cubicBezTo>
                  <a:pt x="2687" y="7015"/>
                  <a:pt x="2794" y="6908"/>
                  <a:pt x="2919" y="6828"/>
                </a:cubicBezTo>
                <a:cubicBezTo>
                  <a:pt x="3053" y="6748"/>
                  <a:pt x="3195" y="6712"/>
                  <a:pt x="3347" y="6712"/>
                </a:cubicBezTo>
                <a:cubicBezTo>
                  <a:pt x="3490" y="6712"/>
                  <a:pt x="3642" y="6757"/>
                  <a:pt x="3776" y="6819"/>
                </a:cubicBezTo>
                <a:lnTo>
                  <a:pt x="3811" y="6837"/>
                </a:lnTo>
                <a:lnTo>
                  <a:pt x="3793" y="6801"/>
                </a:lnTo>
                <a:cubicBezTo>
                  <a:pt x="3792" y="6797"/>
                  <a:pt x="3790" y="6793"/>
                  <a:pt x="3788" y="6788"/>
                </a:cubicBezTo>
                <a:lnTo>
                  <a:pt x="3788" y="6788"/>
                </a:lnTo>
                <a:lnTo>
                  <a:pt x="3793" y="6783"/>
                </a:lnTo>
                <a:cubicBezTo>
                  <a:pt x="3791" y="6782"/>
                  <a:pt x="3788" y="6781"/>
                  <a:pt x="3785" y="6780"/>
                </a:cubicBezTo>
                <a:lnTo>
                  <a:pt x="3785" y="6780"/>
                </a:lnTo>
                <a:cubicBezTo>
                  <a:pt x="3736" y="6652"/>
                  <a:pt x="3703" y="6517"/>
                  <a:pt x="3686" y="6382"/>
                </a:cubicBezTo>
                <a:cubicBezTo>
                  <a:pt x="3668" y="6239"/>
                  <a:pt x="3677" y="6087"/>
                  <a:pt x="3722" y="5953"/>
                </a:cubicBezTo>
                <a:cubicBezTo>
                  <a:pt x="3767" y="5811"/>
                  <a:pt x="3847" y="5695"/>
                  <a:pt x="3954" y="5605"/>
                </a:cubicBezTo>
                <a:cubicBezTo>
                  <a:pt x="4034" y="5532"/>
                  <a:pt x="4139" y="5494"/>
                  <a:pt x="4246" y="5494"/>
                </a:cubicBezTo>
                <a:cubicBezTo>
                  <a:pt x="4283" y="5494"/>
                  <a:pt x="4319" y="5498"/>
                  <a:pt x="4356" y="5507"/>
                </a:cubicBezTo>
                <a:cubicBezTo>
                  <a:pt x="4490" y="5561"/>
                  <a:pt x="4606" y="5650"/>
                  <a:pt x="4677" y="5775"/>
                </a:cubicBezTo>
                <a:cubicBezTo>
                  <a:pt x="4766" y="5891"/>
                  <a:pt x="4820" y="6025"/>
                  <a:pt x="4856" y="6168"/>
                </a:cubicBezTo>
                <a:cubicBezTo>
                  <a:pt x="4933" y="6436"/>
                  <a:pt x="4961" y="6720"/>
                  <a:pt x="4946" y="7006"/>
                </a:cubicBezTo>
                <a:lnTo>
                  <a:pt x="4946" y="7006"/>
                </a:lnTo>
                <a:cubicBezTo>
                  <a:pt x="4946" y="7006"/>
                  <a:pt x="4945" y="7006"/>
                  <a:pt x="4945" y="7007"/>
                </a:cubicBezTo>
                <a:lnTo>
                  <a:pt x="4946" y="7008"/>
                </a:lnTo>
                <a:lnTo>
                  <a:pt x="4946" y="7008"/>
                </a:lnTo>
                <a:cubicBezTo>
                  <a:pt x="4946" y="7016"/>
                  <a:pt x="4945" y="7025"/>
                  <a:pt x="4945" y="7033"/>
                </a:cubicBezTo>
                <a:lnTo>
                  <a:pt x="4945" y="7060"/>
                </a:lnTo>
                <a:lnTo>
                  <a:pt x="4963" y="7042"/>
                </a:lnTo>
                <a:cubicBezTo>
                  <a:pt x="5114" y="6944"/>
                  <a:pt x="5275" y="6882"/>
                  <a:pt x="5453" y="6837"/>
                </a:cubicBezTo>
                <a:cubicBezTo>
                  <a:pt x="5549" y="6812"/>
                  <a:pt x="5647" y="6801"/>
                  <a:pt x="5747" y="6801"/>
                </a:cubicBezTo>
                <a:cubicBezTo>
                  <a:pt x="5824" y="6801"/>
                  <a:pt x="5902" y="6807"/>
                  <a:pt x="5980" y="6819"/>
                </a:cubicBezTo>
                <a:cubicBezTo>
                  <a:pt x="6150" y="6855"/>
                  <a:pt x="6319" y="6926"/>
                  <a:pt x="6453" y="7033"/>
                </a:cubicBezTo>
                <a:cubicBezTo>
                  <a:pt x="6524" y="7087"/>
                  <a:pt x="6596" y="7149"/>
                  <a:pt x="6658" y="7212"/>
                </a:cubicBezTo>
                <a:cubicBezTo>
                  <a:pt x="6712" y="7283"/>
                  <a:pt x="6765" y="7355"/>
                  <a:pt x="6819" y="7426"/>
                </a:cubicBezTo>
                <a:lnTo>
                  <a:pt x="6828" y="7417"/>
                </a:lnTo>
                <a:cubicBezTo>
                  <a:pt x="6827" y="7415"/>
                  <a:pt x="6826" y="7413"/>
                  <a:pt x="6825" y="7411"/>
                </a:cubicBezTo>
                <a:lnTo>
                  <a:pt x="6825" y="7411"/>
                </a:lnTo>
                <a:lnTo>
                  <a:pt x="6828" y="7408"/>
                </a:lnTo>
                <a:cubicBezTo>
                  <a:pt x="6823" y="7402"/>
                  <a:pt x="6818" y="7395"/>
                  <a:pt x="6813" y="7388"/>
                </a:cubicBezTo>
                <a:lnTo>
                  <a:pt x="6813" y="7388"/>
                </a:lnTo>
                <a:cubicBezTo>
                  <a:pt x="6732" y="7227"/>
                  <a:pt x="6674" y="7059"/>
                  <a:pt x="6641" y="6891"/>
                </a:cubicBezTo>
                <a:cubicBezTo>
                  <a:pt x="6596" y="6703"/>
                  <a:pt x="6587" y="6516"/>
                  <a:pt x="6623" y="6328"/>
                </a:cubicBezTo>
                <a:cubicBezTo>
                  <a:pt x="6632" y="6284"/>
                  <a:pt x="6641" y="6239"/>
                  <a:pt x="6649" y="6194"/>
                </a:cubicBezTo>
                <a:lnTo>
                  <a:pt x="6703" y="6060"/>
                </a:lnTo>
                <a:cubicBezTo>
                  <a:pt x="6739" y="5971"/>
                  <a:pt x="6783" y="5891"/>
                  <a:pt x="6846" y="5820"/>
                </a:cubicBezTo>
                <a:cubicBezTo>
                  <a:pt x="6899" y="5748"/>
                  <a:pt x="6971" y="5677"/>
                  <a:pt x="7042" y="5614"/>
                </a:cubicBezTo>
                <a:cubicBezTo>
                  <a:pt x="7114" y="5561"/>
                  <a:pt x="7194" y="5507"/>
                  <a:pt x="7274" y="5454"/>
                </a:cubicBezTo>
                <a:lnTo>
                  <a:pt x="7274" y="5454"/>
                </a:lnTo>
                <a:cubicBezTo>
                  <a:pt x="7194" y="5507"/>
                  <a:pt x="7113" y="5552"/>
                  <a:pt x="7033" y="5605"/>
                </a:cubicBezTo>
                <a:cubicBezTo>
                  <a:pt x="6962" y="5659"/>
                  <a:pt x="6899" y="5730"/>
                  <a:pt x="6837" y="5802"/>
                </a:cubicBezTo>
                <a:cubicBezTo>
                  <a:pt x="6783" y="5882"/>
                  <a:pt x="6730" y="5962"/>
                  <a:pt x="6694" y="6043"/>
                </a:cubicBezTo>
                <a:lnTo>
                  <a:pt x="6641" y="6177"/>
                </a:lnTo>
                <a:cubicBezTo>
                  <a:pt x="6632" y="6221"/>
                  <a:pt x="6623" y="6275"/>
                  <a:pt x="6614" y="6319"/>
                </a:cubicBezTo>
                <a:cubicBezTo>
                  <a:pt x="6578" y="6507"/>
                  <a:pt x="6587" y="6694"/>
                  <a:pt x="6623" y="6882"/>
                </a:cubicBezTo>
                <a:cubicBezTo>
                  <a:pt x="6662" y="7046"/>
                  <a:pt x="6715" y="7203"/>
                  <a:pt x="6787" y="7354"/>
                </a:cubicBezTo>
                <a:lnTo>
                  <a:pt x="6787" y="7354"/>
                </a:lnTo>
                <a:cubicBezTo>
                  <a:pt x="6747" y="7300"/>
                  <a:pt x="6707" y="7247"/>
                  <a:pt x="6667" y="7194"/>
                </a:cubicBezTo>
                <a:cubicBezTo>
                  <a:pt x="6605" y="7131"/>
                  <a:pt x="6533" y="7069"/>
                  <a:pt x="6462" y="7015"/>
                </a:cubicBezTo>
                <a:cubicBezTo>
                  <a:pt x="6319" y="6899"/>
                  <a:pt x="6159" y="6828"/>
                  <a:pt x="5980" y="6792"/>
                </a:cubicBezTo>
                <a:cubicBezTo>
                  <a:pt x="5906" y="6777"/>
                  <a:pt x="5829" y="6770"/>
                  <a:pt x="5754" y="6770"/>
                </a:cubicBezTo>
                <a:cubicBezTo>
                  <a:pt x="5648" y="6770"/>
                  <a:pt x="5543" y="6784"/>
                  <a:pt x="5445" y="6810"/>
                </a:cubicBezTo>
                <a:cubicBezTo>
                  <a:pt x="5274" y="6844"/>
                  <a:pt x="5112" y="6911"/>
                  <a:pt x="4965" y="6995"/>
                </a:cubicBezTo>
                <a:lnTo>
                  <a:pt x="4965" y="6995"/>
                </a:lnTo>
                <a:cubicBezTo>
                  <a:pt x="4988" y="6710"/>
                  <a:pt x="4960" y="6426"/>
                  <a:pt x="4882" y="6150"/>
                </a:cubicBezTo>
                <a:cubicBezTo>
                  <a:pt x="4847" y="6007"/>
                  <a:pt x="4784" y="5864"/>
                  <a:pt x="4704" y="5748"/>
                </a:cubicBezTo>
                <a:cubicBezTo>
                  <a:pt x="4623" y="5614"/>
                  <a:pt x="4499" y="5525"/>
                  <a:pt x="4365" y="5471"/>
                </a:cubicBezTo>
                <a:cubicBezTo>
                  <a:pt x="4322" y="5459"/>
                  <a:pt x="4278" y="5453"/>
                  <a:pt x="4235" y="5453"/>
                </a:cubicBezTo>
                <a:cubicBezTo>
                  <a:pt x="4126" y="5453"/>
                  <a:pt x="4020" y="5493"/>
                  <a:pt x="3936" y="5570"/>
                </a:cubicBezTo>
                <a:cubicBezTo>
                  <a:pt x="3820" y="5659"/>
                  <a:pt x="3731" y="5793"/>
                  <a:pt x="3695" y="5936"/>
                </a:cubicBezTo>
                <a:cubicBezTo>
                  <a:pt x="3651" y="6078"/>
                  <a:pt x="3633" y="6230"/>
                  <a:pt x="3660" y="6382"/>
                </a:cubicBezTo>
                <a:cubicBezTo>
                  <a:pt x="3676" y="6510"/>
                  <a:pt x="3706" y="6637"/>
                  <a:pt x="3750" y="6765"/>
                </a:cubicBezTo>
                <a:lnTo>
                  <a:pt x="3750" y="6765"/>
                </a:lnTo>
                <a:cubicBezTo>
                  <a:pt x="3620" y="6712"/>
                  <a:pt x="3484" y="6676"/>
                  <a:pt x="3347" y="6676"/>
                </a:cubicBezTo>
                <a:cubicBezTo>
                  <a:pt x="3187" y="6676"/>
                  <a:pt x="3035" y="6712"/>
                  <a:pt x="2901" y="6801"/>
                </a:cubicBezTo>
                <a:cubicBezTo>
                  <a:pt x="2776" y="6882"/>
                  <a:pt x="2660" y="6989"/>
                  <a:pt x="2571" y="7114"/>
                </a:cubicBezTo>
                <a:cubicBezTo>
                  <a:pt x="2497" y="7210"/>
                  <a:pt x="2429" y="7318"/>
                  <a:pt x="2377" y="7434"/>
                </a:cubicBezTo>
                <a:lnTo>
                  <a:pt x="2377" y="7434"/>
                </a:lnTo>
                <a:cubicBezTo>
                  <a:pt x="2372" y="7369"/>
                  <a:pt x="2367" y="7304"/>
                  <a:pt x="2348" y="7239"/>
                </a:cubicBezTo>
                <a:cubicBezTo>
                  <a:pt x="2330" y="7149"/>
                  <a:pt x="2312" y="7060"/>
                  <a:pt x="2285" y="6971"/>
                </a:cubicBezTo>
                <a:cubicBezTo>
                  <a:pt x="2240" y="6792"/>
                  <a:pt x="2169" y="6623"/>
                  <a:pt x="2071" y="6462"/>
                </a:cubicBezTo>
                <a:cubicBezTo>
                  <a:pt x="1973" y="6310"/>
                  <a:pt x="1857" y="6168"/>
                  <a:pt x="1714" y="6052"/>
                </a:cubicBezTo>
                <a:cubicBezTo>
                  <a:pt x="1583" y="5937"/>
                  <a:pt x="1436" y="5852"/>
                  <a:pt x="1282" y="5790"/>
                </a:cubicBezTo>
                <a:lnTo>
                  <a:pt x="1282" y="5790"/>
                </a:lnTo>
                <a:cubicBezTo>
                  <a:pt x="1448" y="5636"/>
                  <a:pt x="1606" y="5460"/>
                  <a:pt x="1732" y="5275"/>
                </a:cubicBezTo>
                <a:cubicBezTo>
                  <a:pt x="1803" y="5177"/>
                  <a:pt x="1866" y="5070"/>
                  <a:pt x="1919" y="4954"/>
                </a:cubicBezTo>
                <a:cubicBezTo>
                  <a:pt x="1973" y="4838"/>
                  <a:pt x="1991" y="4713"/>
                  <a:pt x="1982" y="4588"/>
                </a:cubicBezTo>
                <a:cubicBezTo>
                  <a:pt x="1973" y="4525"/>
                  <a:pt x="1946" y="4463"/>
                  <a:pt x="1901" y="4418"/>
                </a:cubicBezTo>
                <a:cubicBezTo>
                  <a:pt x="1883" y="4392"/>
                  <a:pt x="1866" y="4365"/>
                  <a:pt x="1839" y="4347"/>
                </a:cubicBezTo>
                <a:cubicBezTo>
                  <a:pt x="1812" y="4329"/>
                  <a:pt x="1794" y="4302"/>
                  <a:pt x="1767" y="4293"/>
                </a:cubicBezTo>
                <a:cubicBezTo>
                  <a:pt x="1660" y="4222"/>
                  <a:pt x="1544" y="4168"/>
                  <a:pt x="1428" y="4151"/>
                </a:cubicBezTo>
                <a:cubicBezTo>
                  <a:pt x="1318" y="4127"/>
                  <a:pt x="1207" y="4115"/>
                  <a:pt x="1098" y="4115"/>
                </a:cubicBezTo>
                <a:cubicBezTo>
                  <a:pt x="979" y="4115"/>
                  <a:pt x="862" y="4129"/>
                  <a:pt x="749" y="4155"/>
                </a:cubicBezTo>
                <a:lnTo>
                  <a:pt x="749" y="4155"/>
                </a:lnTo>
                <a:cubicBezTo>
                  <a:pt x="810" y="4062"/>
                  <a:pt x="851" y="3962"/>
                  <a:pt x="866" y="3856"/>
                </a:cubicBezTo>
                <a:cubicBezTo>
                  <a:pt x="884" y="3722"/>
                  <a:pt x="839" y="3597"/>
                  <a:pt x="759" y="3499"/>
                </a:cubicBezTo>
                <a:cubicBezTo>
                  <a:pt x="679" y="3401"/>
                  <a:pt x="580" y="3321"/>
                  <a:pt x="464" y="3258"/>
                </a:cubicBezTo>
                <a:cubicBezTo>
                  <a:pt x="386" y="3212"/>
                  <a:pt x="303" y="3172"/>
                  <a:pt x="219" y="3139"/>
                </a:cubicBezTo>
                <a:lnTo>
                  <a:pt x="219" y="3139"/>
                </a:lnTo>
                <a:cubicBezTo>
                  <a:pt x="318" y="3120"/>
                  <a:pt x="414" y="3085"/>
                  <a:pt x="509" y="3044"/>
                </a:cubicBezTo>
                <a:cubicBezTo>
                  <a:pt x="563" y="3017"/>
                  <a:pt x="625" y="2981"/>
                  <a:pt x="679" y="2937"/>
                </a:cubicBezTo>
                <a:cubicBezTo>
                  <a:pt x="732" y="2892"/>
                  <a:pt x="777" y="2847"/>
                  <a:pt x="821" y="2794"/>
                </a:cubicBezTo>
                <a:cubicBezTo>
                  <a:pt x="911" y="2696"/>
                  <a:pt x="973" y="2580"/>
                  <a:pt x="1027" y="2455"/>
                </a:cubicBezTo>
                <a:cubicBezTo>
                  <a:pt x="1067" y="2335"/>
                  <a:pt x="1092" y="2223"/>
                  <a:pt x="1110" y="2104"/>
                </a:cubicBezTo>
                <a:lnTo>
                  <a:pt x="1110" y="2104"/>
                </a:lnTo>
                <a:cubicBezTo>
                  <a:pt x="1250" y="2191"/>
                  <a:pt x="1398" y="2263"/>
                  <a:pt x="1553" y="2312"/>
                </a:cubicBezTo>
                <a:cubicBezTo>
                  <a:pt x="1723" y="2374"/>
                  <a:pt x="1901" y="2410"/>
                  <a:pt x="2080" y="2437"/>
                </a:cubicBezTo>
                <a:cubicBezTo>
                  <a:pt x="2213" y="2450"/>
                  <a:pt x="2347" y="2457"/>
                  <a:pt x="2481" y="2457"/>
                </a:cubicBezTo>
                <a:cubicBezTo>
                  <a:pt x="2707" y="2457"/>
                  <a:pt x="2932" y="2437"/>
                  <a:pt x="3151" y="2392"/>
                </a:cubicBezTo>
                <a:lnTo>
                  <a:pt x="3160" y="2392"/>
                </a:lnTo>
                <a:lnTo>
                  <a:pt x="3160" y="2383"/>
                </a:lnTo>
                <a:cubicBezTo>
                  <a:pt x="3231" y="2232"/>
                  <a:pt x="3285" y="2071"/>
                  <a:pt x="3311" y="1910"/>
                </a:cubicBezTo>
                <a:cubicBezTo>
                  <a:pt x="3347" y="1741"/>
                  <a:pt x="3356" y="1580"/>
                  <a:pt x="3356" y="1411"/>
                </a:cubicBezTo>
                <a:cubicBezTo>
                  <a:pt x="3347" y="1241"/>
                  <a:pt x="3338" y="1080"/>
                  <a:pt x="3303" y="920"/>
                </a:cubicBezTo>
                <a:cubicBezTo>
                  <a:pt x="3280" y="775"/>
                  <a:pt x="3250" y="637"/>
                  <a:pt x="3209" y="506"/>
                </a:cubicBezTo>
                <a:lnTo>
                  <a:pt x="3209" y="506"/>
                </a:lnTo>
                <a:cubicBezTo>
                  <a:pt x="3299" y="572"/>
                  <a:pt x="3409" y="609"/>
                  <a:pt x="3526" y="616"/>
                </a:cubicBezTo>
                <a:cubicBezTo>
                  <a:pt x="3542" y="617"/>
                  <a:pt x="3559" y="618"/>
                  <a:pt x="3576" y="618"/>
                </a:cubicBezTo>
                <a:cubicBezTo>
                  <a:pt x="3693" y="618"/>
                  <a:pt x="3809" y="591"/>
                  <a:pt x="3918" y="536"/>
                </a:cubicBezTo>
                <a:cubicBezTo>
                  <a:pt x="4043" y="482"/>
                  <a:pt x="4159" y="411"/>
                  <a:pt x="4266" y="331"/>
                </a:cubicBezTo>
                <a:cubicBezTo>
                  <a:pt x="4373" y="257"/>
                  <a:pt x="4464" y="176"/>
                  <a:pt x="4547" y="87"/>
                </a:cubicBezTo>
                <a:lnTo>
                  <a:pt x="4547" y="87"/>
                </a:lnTo>
                <a:cubicBezTo>
                  <a:pt x="4560" y="174"/>
                  <a:pt x="4594" y="260"/>
                  <a:pt x="4641" y="340"/>
                </a:cubicBezTo>
                <a:cubicBezTo>
                  <a:pt x="4686" y="429"/>
                  <a:pt x="4766" y="509"/>
                  <a:pt x="4856" y="563"/>
                </a:cubicBezTo>
                <a:cubicBezTo>
                  <a:pt x="4945" y="616"/>
                  <a:pt x="5043" y="652"/>
                  <a:pt x="5141" y="661"/>
                </a:cubicBezTo>
                <a:cubicBezTo>
                  <a:pt x="5195" y="670"/>
                  <a:pt x="5246" y="674"/>
                  <a:pt x="5296" y="674"/>
                </a:cubicBezTo>
                <a:cubicBezTo>
                  <a:pt x="5338" y="674"/>
                  <a:pt x="5379" y="671"/>
                  <a:pt x="5419" y="665"/>
                </a:cubicBezTo>
                <a:lnTo>
                  <a:pt x="5419" y="665"/>
                </a:lnTo>
                <a:cubicBezTo>
                  <a:pt x="5352" y="873"/>
                  <a:pt x="5310" y="1097"/>
                  <a:pt x="5302" y="1321"/>
                </a:cubicBezTo>
                <a:cubicBezTo>
                  <a:pt x="5302" y="1437"/>
                  <a:pt x="5311" y="1553"/>
                  <a:pt x="5355" y="1669"/>
                </a:cubicBezTo>
                <a:cubicBezTo>
                  <a:pt x="5391" y="1785"/>
                  <a:pt x="5489" y="1875"/>
                  <a:pt x="5605" y="1901"/>
                </a:cubicBezTo>
                <a:cubicBezTo>
                  <a:pt x="5669" y="1916"/>
                  <a:pt x="5733" y="1923"/>
                  <a:pt x="5797" y="1923"/>
                </a:cubicBezTo>
                <a:cubicBezTo>
                  <a:pt x="5849" y="1923"/>
                  <a:pt x="5901" y="1918"/>
                  <a:pt x="5953" y="1910"/>
                </a:cubicBezTo>
                <a:cubicBezTo>
                  <a:pt x="6069" y="1893"/>
                  <a:pt x="6185" y="1866"/>
                  <a:pt x="6292" y="1830"/>
                </a:cubicBezTo>
                <a:cubicBezTo>
                  <a:pt x="6507" y="1761"/>
                  <a:pt x="6713" y="1676"/>
                  <a:pt x="6911" y="1575"/>
                </a:cubicBezTo>
                <a:lnTo>
                  <a:pt x="6911" y="1575"/>
                </a:lnTo>
                <a:cubicBezTo>
                  <a:pt x="6931" y="1746"/>
                  <a:pt x="6992" y="1916"/>
                  <a:pt x="7078" y="2062"/>
                </a:cubicBezTo>
                <a:cubicBezTo>
                  <a:pt x="7176" y="2223"/>
                  <a:pt x="7292" y="2357"/>
                  <a:pt x="7426" y="2482"/>
                </a:cubicBezTo>
                <a:cubicBezTo>
                  <a:pt x="7560" y="2607"/>
                  <a:pt x="7703" y="2714"/>
                  <a:pt x="7854" y="2821"/>
                </a:cubicBezTo>
                <a:cubicBezTo>
                  <a:pt x="7995" y="2912"/>
                  <a:pt x="8143" y="2995"/>
                  <a:pt x="8292" y="3071"/>
                </a:cubicBezTo>
                <a:lnTo>
                  <a:pt x="8292" y="3071"/>
                </a:lnTo>
                <a:lnTo>
                  <a:pt x="8113" y="3115"/>
                </a:lnTo>
                <a:cubicBezTo>
                  <a:pt x="8042" y="3142"/>
                  <a:pt x="7970" y="3169"/>
                  <a:pt x="7899" y="3196"/>
                </a:cubicBezTo>
                <a:cubicBezTo>
                  <a:pt x="7765" y="3258"/>
                  <a:pt x="7640" y="3347"/>
                  <a:pt x="7533" y="3445"/>
                </a:cubicBezTo>
                <a:cubicBezTo>
                  <a:pt x="7332" y="3664"/>
                  <a:pt x="7242" y="3968"/>
                  <a:pt x="7280" y="4257"/>
                </a:cubicBezTo>
                <a:lnTo>
                  <a:pt x="7280" y="4257"/>
                </a:lnTo>
                <a:cubicBezTo>
                  <a:pt x="7010" y="4128"/>
                  <a:pt x="6732" y="4033"/>
                  <a:pt x="6453" y="3981"/>
                </a:cubicBezTo>
                <a:cubicBezTo>
                  <a:pt x="6392" y="3967"/>
                  <a:pt x="6332" y="3960"/>
                  <a:pt x="6272" y="3960"/>
                </a:cubicBezTo>
                <a:cubicBezTo>
                  <a:pt x="6181" y="3960"/>
                  <a:pt x="6093" y="3976"/>
                  <a:pt x="6007" y="4008"/>
                </a:cubicBezTo>
                <a:cubicBezTo>
                  <a:pt x="6002" y="4010"/>
                  <a:pt x="5998" y="4012"/>
                  <a:pt x="5993" y="4015"/>
                </a:cubicBezTo>
                <a:lnTo>
                  <a:pt x="5993" y="4015"/>
                </a:lnTo>
                <a:cubicBezTo>
                  <a:pt x="6078" y="3984"/>
                  <a:pt x="6165" y="3968"/>
                  <a:pt x="6252" y="3968"/>
                </a:cubicBezTo>
                <a:cubicBezTo>
                  <a:pt x="6311" y="3968"/>
                  <a:pt x="6369" y="3976"/>
                  <a:pt x="6426" y="3990"/>
                </a:cubicBezTo>
                <a:cubicBezTo>
                  <a:pt x="6721" y="4043"/>
                  <a:pt x="7006" y="4142"/>
                  <a:pt x="7274" y="4275"/>
                </a:cubicBezTo>
                <a:lnTo>
                  <a:pt x="7292" y="4284"/>
                </a:lnTo>
                <a:lnTo>
                  <a:pt x="7292" y="4271"/>
                </a:lnTo>
                <a:lnTo>
                  <a:pt x="7292" y="4271"/>
                </a:lnTo>
                <a:lnTo>
                  <a:pt x="7301" y="4267"/>
                </a:lnTo>
                <a:cubicBezTo>
                  <a:pt x="7298" y="4265"/>
                  <a:pt x="7295" y="4264"/>
                  <a:pt x="7292" y="4262"/>
                </a:cubicBezTo>
                <a:lnTo>
                  <a:pt x="7292" y="4262"/>
                </a:lnTo>
                <a:cubicBezTo>
                  <a:pt x="7274" y="4112"/>
                  <a:pt x="7284" y="3971"/>
                  <a:pt x="7328" y="3829"/>
                </a:cubicBezTo>
                <a:cubicBezTo>
                  <a:pt x="7372" y="3695"/>
                  <a:pt x="7444" y="3561"/>
                  <a:pt x="7551" y="3454"/>
                </a:cubicBezTo>
                <a:cubicBezTo>
                  <a:pt x="7649" y="3356"/>
                  <a:pt x="7774" y="3267"/>
                  <a:pt x="7908" y="3213"/>
                </a:cubicBezTo>
                <a:cubicBezTo>
                  <a:pt x="7970" y="3178"/>
                  <a:pt x="8042" y="3160"/>
                  <a:pt x="8113" y="3133"/>
                </a:cubicBezTo>
                <a:lnTo>
                  <a:pt x="8315" y="3083"/>
                </a:lnTo>
                <a:lnTo>
                  <a:pt x="8315" y="3083"/>
                </a:lnTo>
                <a:cubicBezTo>
                  <a:pt x="8319" y="3085"/>
                  <a:pt x="8323" y="3086"/>
                  <a:pt x="8327" y="3088"/>
                </a:cubicBezTo>
                <a:lnTo>
                  <a:pt x="8327" y="3080"/>
                </a:lnTo>
                <a:lnTo>
                  <a:pt x="8363" y="3071"/>
                </a:lnTo>
                <a:lnTo>
                  <a:pt x="8327" y="3053"/>
                </a:lnTo>
                <a:cubicBezTo>
                  <a:pt x="8167" y="2972"/>
                  <a:pt x="8006" y="2883"/>
                  <a:pt x="7863" y="2785"/>
                </a:cubicBezTo>
                <a:cubicBezTo>
                  <a:pt x="7712" y="2687"/>
                  <a:pt x="7569" y="2580"/>
                  <a:pt x="7435" y="2455"/>
                </a:cubicBezTo>
                <a:cubicBezTo>
                  <a:pt x="7310" y="2330"/>
                  <a:pt x="7194" y="2196"/>
                  <a:pt x="7096" y="2044"/>
                </a:cubicBezTo>
                <a:cubicBezTo>
                  <a:pt x="7006" y="1893"/>
                  <a:pt x="6953" y="1723"/>
                  <a:pt x="6935" y="1544"/>
                </a:cubicBezTo>
                <a:lnTo>
                  <a:pt x="6935" y="1518"/>
                </a:lnTo>
                <a:lnTo>
                  <a:pt x="6908" y="1527"/>
                </a:lnTo>
                <a:cubicBezTo>
                  <a:pt x="6703" y="1634"/>
                  <a:pt x="6498" y="1714"/>
                  <a:pt x="6275" y="1785"/>
                </a:cubicBezTo>
                <a:cubicBezTo>
                  <a:pt x="6167" y="1821"/>
                  <a:pt x="6051" y="1848"/>
                  <a:pt x="5935" y="1866"/>
                </a:cubicBezTo>
                <a:cubicBezTo>
                  <a:pt x="5882" y="1879"/>
                  <a:pt x="5826" y="1886"/>
                  <a:pt x="5770" y="1886"/>
                </a:cubicBezTo>
                <a:cubicBezTo>
                  <a:pt x="5715" y="1886"/>
                  <a:pt x="5659" y="1879"/>
                  <a:pt x="5605" y="1866"/>
                </a:cubicBezTo>
                <a:cubicBezTo>
                  <a:pt x="5498" y="1839"/>
                  <a:pt x="5409" y="1759"/>
                  <a:pt x="5373" y="1652"/>
                </a:cubicBezTo>
                <a:cubicBezTo>
                  <a:pt x="5337" y="1544"/>
                  <a:pt x="5320" y="1428"/>
                  <a:pt x="5329" y="1321"/>
                </a:cubicBezTo>
                <a:cubicBezTo>
                  <a:pt x="5337" y="1089"/>
                  <a:pt x="5382" y="866"/>
                  <a:pt x="5453" y="652"/>
                </a:cubicBezTo>
                <a:lnTo>
                  <a:pt x="5462" y="616"/>
                </a:lnTo>
                <a:lnTo>
                  <a:pt x="5427" y="616"/>
                </a:lnTo>
                <a:cubicBezTo>
                  <a:pt x="5382" y="625"/>
                  <a:pt x="5333" y="630"/>
                  <a:pt x="5284" y="630"/>
                </a:cubicBezTo>
                <a:cubicBezTo>
                  <a:pt x="5235" y="630"/>
                  <a:pt x="5186" y="625"/>
                  <a:pt x="5141" y="616"/>
                </a:cubicBezTo>
                <a:cubicBezTo>
                  <a:pt x="5043" y="598"/>
                  <a:pt x="4945" y="563"/>
                  <a:pt x="4864" y="518"/>
                </a:cubicBezTo>
                <a:cubicBezTo>
                  <a:pt x="4775" y="473"/>
                  <a:pt x="4713" y="402"/>
                  <a:pt x="4659" y="313"/>
                </a:cubicBezTo>
                <a:cubicBezTo>
                  <a:pt x="4615" y="232"/>
                  <a:pt x="4579" y="134"/>
                  <a:pt x="4570" y="36"/>
                </a:cubicBezTo>
                <a:lnTo>
                  <a:pt x="456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6" name="Google Shape;2706;p24"/>
          <p:cNvSpPr/>
          <p:nvPr/>
        </p:nvSpPr>
        <p:spPr>
          <a:xfrm>
            <a:off x="2091272" y="802813"/>
            <a:ext cx="441976" cy="424275"/>
          </a:xfrm>
          <a:custGeom>
            <a:avLst/>
            <a:gdLst/>
            <a:ahLst/>
            <a:cxnLst/>
            <a:rect l="l" t="t" r="r" b="b"/>
            <a:pathLst>
              <a:path w="5693" h="5465" extrusionOk="0">
                <a:moveTo>
                  <a:pt x="3233" y="1"/>
                </a:moveTo>
                <a:cubicBezTo>
                  <a:pt x="3233" y="1"/>
                  <a:pt x="2483" y="956"/>
                  <a:pt x="2144" y="1420"/>
                </a:cubicBezTo>
                <a:lnTo>
                  <a:pt x="2055" y="1545"/>
                </a:lnTo>
                <a:lnTo>
                  <a:pt x="1992" y="1456"/>
                </a:lnTo>
                <a:cubicBezTo>
                  <a:pt x="1644" y="1000"/>
                  <a:pt x="1225" y="536"/>
                  <a:pt x="698" y="295"/>
                </a:cubicBezTo>
                <a:cubicBezTo>
                  <a:pt x="572" y="232"/>
                  <a:pt x="407" y="175"/>
                  <a:pt x="251" y="175"/>
                </a:cubicBezTo>
                <a:cubicBezTo>
                  <a:pt x="208" y="175"/>
                  <a:pt x="167" y="179"/>
                  <a:pt x="127" y="188"/>
                </a:cubicBezTo>
                <a:lnTo>
                  <a:pt x="118" y="188"/>
                </a:lnTo>
                <a:cubicBezTo>
                  <a:pt x="82" y="197"/>
                  <a:pt x="55" y="224"/>
                  <a:pt x="38" y="260"/>
                </a:cubicBezTo>
                <a:cubicBezTo>
                  <a:pt x="38" y="275"/>
                  <a:pt x="31" y="317"/>
                  <a:pt x="52" y="317"/>
                </a:cubicBezTo>
                <a:cubicBezTo>
                  <a:pt x="55" y="317"/>
                  <a:pt x="59" y="316"/>
                  <a:pt x="64" y="313"/>
                </a:cubicBezTo>
                <a:cubicBezTo>
                  <a:pt x="101" y="309"/>
                  <a:pt x="138" y="307"/>
                  <a:pt x="175" y="307"/>
                </a:cubicBezTo>
                <a:cubicBezTo>
                  <a:pt x="289" y="307"/>
                  <a:pt x="403" y="328"/>
                  <a:pt x="511" y="376"/>
                </a:cubicBezTo>
                <a:cubicBezTo>
                  <a:pt x="1010" y="554"/>
                  <a:pt x="1412" y="974"/>
                  <a:pt x="1733" y="1384"/>
                </a:cubicBezTo>
                <a:cubicBezTo>
                  <a:pt x="1805" y="1456"/>
                  <a:pt x="1867" y="1545"/>
                  <a:pt x="1930" y="1625"/>
                </a:cubicBezTo>
                <a:lnTo>
                  <a:pt x="252" y="2205"/>
                </a:lnTo>
                <a:lnTo>
                  <a:pt x="2" y="2286"/>
                </a:lnTo>
                <a:cubicBezTo>
                  <a:pt x="1" y="2286"/>
                  <a:pt x="1" y="2286"/>
                  <a:pt x="2" y="2286"/>
                </a:cubicBezTo>
                <a:cubicBezTo>
                  <a:pt x="26" y="2286"/>
                  <a:pt x="1097" y="1978"/>
                  <a:pt x="1662" y="1813"/>
                </a:cubicBezTo>
                <a:cubicBezTo>
                  <a:pt x="1760" y="1786"/>
                  <a:pt x="1885" y="1759"/>
                  <a:pt x="1974" y="1723"/>
                </a:cubicBezTo>
                <a:lnTo>
                  <a:pt x="1974" y="1723"/>
                </a:lnTo>
                <a:cubicBezTo>
                  <a:pt x="1921" y="2143"/>
                  <a:pt x="1867" y="2553"/>
                  <a:pt x="1814" y="2973"/>
                </a:cubicBezTo>
                <a:cubicBezTo>
                  <a:pt x="1730" y="3621"/>
                  <a:pt x="1622" y="5307"/>
                  <a:pt x="1610" y="5454"/>
                </a:cubicBezTo>
                <a:lnTo>
                  <a:pt x="1610" y="5454"/>
                </a:lnTo>
                <a:lnTo>
                  <a:pt x="1769" y="4160"/>
                </a:lnTo>
                <a:cubicBezTo>
                  <a:pt x="1858" y="3473"/>
                  <a:pt x="1948" y="2777"/>
                  <a:pt x="2037" y="2089"/>
                </a:cubicBezTo>
                <a:cubicBezTo>
                  <a:pt x="2046" y="2000"/>
                  <a:pt x="2055" y="1902"/>
                  <a:pt x="2073" y="1813"/>
                </a:cubicBezTo>
                <a:lnTo>
                  <a:pt x="2358" y="2196"/>
                </a:lnTo>
                <a:lnTo>
                  <a:pt x="2983" y="3018"/>
                </a:lnTo>
                <a:lnTo>
                  <a:pt x="4116" y="4535"/>
                </a:lnTo>
                <a:lnTo>
                  <a:pt x="4500" y="5052"/>
                </a:lnTo>
                <a:lnTo>
                  <a:pt x="4625" y="5222"/>
                </a:lnTo>
                <a:cubicBezTo>
                  <a:pt x="4643" y="5258"/>
                  <a:pt x="4661" y="5284"/>
                  <a:pt x="4688" y="5311"/>
                </a:cubicBezTo>
                <a:cubicBezTo>
                  <a:pt x="4688" y="5311"/>
                  <a:pt x="4696" y="5320"/>
                  <a:pt x="4696" y="5320"/>
                </a:cubicBezTo>
                <a:cubicBezTo>
                  <a:pt x="4697" y="5321"/>
                  <a:pt x="4697" y="5321"/>
                  <a:pt x="4697" y="5321"/>
                </a:cubicBezTo>
                <a:cubicBezTo>
                  <a:pt x="4701" y="5321"/>
                  <a:pt x="3577" y="3566"/>
                  <a:pt x="3215" y="3080"/>
                </a:cubicBezTo>
                <a:cubicBezTo>
                  <a:pt x="2876" y="2634"/>
                  <a:pt x="2528" y="2179"/>
                  <a:pt x="2189" y="1732"/>
                </a:cubicBezTo>
                <a:lnTo>
                  <a:pt x="2189" y="1732"/>
                </a:lnTo>
                <a:cubicBezTo>
                  <a:pt x="2537" y="1795"/>
                  <a:pt x="2894" y="1875"/>
                  <a:pt x="3242" y="1938"/>
                </a:cubicBezTo>
                <a:lnTo>
                  <a:pt x="5214" y="2295"/>
                </a:lnTo>
                <a:lnTo>
                  <a:pt x="5660" y="2375"/>
                </a:lnTo>
                <a:cubicBezTo>
                  <a:pt x="5662" y="2375"/>
                  <a:pt x="5663" y="2375"/>
                  <a:pt x="5663" y="2375"/>
                </a:cubicBezTo>
                <a:cubicBezTo>
                  <a:pt x="5692" y="2375"/>
                  <a:pt x="4928" y="2158"/>
                  <a:pt x="4473" y="2045"/>
                </a:cubicBezTo>
                <a:cubicBezTo>
                  <a:pt x="3840" y="1893"/>
                  <a:pt x="3188" y="1777"/>
                  <a:pt x="2528" y="1661"/>
                </a:cubicBezTo>
                <a:lnTo>
                  <a:pt x="2135" y="1590"/>
                </a:lnTo>
                <a:lnTo>
                  <a:pt x="2706" y="795"/>
                </a:lnTo>
                <a:cubicBezTo>
                  <a:pt x="2876" y="563"/>
                  <a:pt x="3233" y="1"/>
                  <a:pt x="3233" y="1"/>
                </a:cubicBezTo>
                <a:close/>
                <a:moveTo>
                  <a:pt x="1610" y="5454"/>
                </a:moveTo>
                <a:lnTo>
                  <a:pt x="1608" y="5463"/>
                </a:lnTo>
                <a:cubicBezTo>
                  <a:pt x="1608" y="5464"/>
                  <a:pt x="1608" y="5464"/>
                  <a:pt x="1609" y="5464"/>
                </a:cubicBezTo>
                <a:cubicBezTo>
                  <a:pt x="1609" y="5464"/>
                  <a:pt x="1609" y="5461"/>
                  <a:pt x="1610" y="545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7" name="Google Shape;2707;p24"/>
          <p:cNvSpPr/>
          <p:nvPr/>
        </p:nvSpPr>
        <p:spPr>
          <a:xfrm>
            <a:off x="2734773" y="932571"/>
            <a:ext cx="83302" cy="69794"/>
          </a:xfrm>
          <a:custGeom>
            <a:avLst/>
            <a:gdLst/>
            <a:ahLst/>
            <a:cxnLst/>
            <a:rect l="l" t="t" r="r" b="b"/>
            <a:pathLst>
              <a:path w="1073" h="899" extrusionOk="0">
                <a:moveTo>
                  <a:pt x="493" y="0"/>
                </a:moveTo>
                <a:cubicBezTo>
                  <a:pt x="233" y="0"/>
                  <a:pt x="1" y="236"/>
                  <a:pt x="55" y="534"/>
                </a:cubicBezTo>
                <a:cubicBezTo>
                  <a:pt x="94" y="748"/>
                  <a:pt x="289" y="898"/>
                  <a:pt x="500" y="898"/>
                </a:cubicBezTo>
                <a:cubicBezTo>
                  <a:pt x="527" y="898"/>
                  <a:pt x="554" y="896"/>
                  <a:pt x="581" y="891"/>
                </a:cubicBezTo>
                <a:cubicBezTo>
                  <a:pt x="965" y="811"/>
                  <a:pt x="1072" y="302"/>
                  <a:pt x="742" y="79"/>
                </a:cubicBezTo>
                <a:cubicBezTo>
                  <a:pt x="662" y="25"/>
                  <a:pt x="576" y="0"/>
                  <a:pt x="49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8" name="Google Shape;2708;p24"/>
          <p:cNvSpPr/>
          <p:nvPr/>
        </p:nvSpPr>
        <p:spPr>
          <a:xfrm>
            <a:off x="2734773" y="931251"/>
            <a:ext cx="76315" cy="71812"/>
          </a:xfrm>
          <a:custGeom>
            <a:avLst/>
            <a:gdLst/>
            <a:ahLst/>
            <a:cxnLst/>
            <a:rect l="l" t="t" r="r" b="b"/>
            <a:pathLst>
              <a:path w="983" h="925" extrusionOk="0">
                <a:moveTo>
                  <a:pt x="509" y="1"/>
                </a:moveTo>
                <a:cubicBezTo>
                  <a:pt x="241" y="1"/>
                  <a:pt x="0" y="245"/>
                  <a:pt x="55" y="551"/>
                </a:cubicBezTo>
                <a:cubicBezTo>
                  <a:pt x="37" y="435"/>
                  <a:pt x="55" y="310"/>
                  <a:pt x="126" y="212"/>
                </a:cubicBezTo>
                <a:cubicBezTo>
                  <a:pt x="216" y="89"/>
                  <a:pt x="348" y="32"/>
                  <a:pt x="478" y="32"/>
                </a:cubicBezTo>
                <a:cubicBezTo>
                  <a:pt x="671" y="32"/>
                  <a:pt x="860" y="158"/>
                  <a:pt x="903" y="381"/>
                </a:cubicBezTo>
                <a:cubicBezTo>
                  <a:pt x="958" y="670"/>
                  <a:pt x="727" y="905"/>
                  <a:pt x="472" y="905"/>
                </a:cubicBezTo>
                <a:cubicBezTo>
                  <a:pt x="395" y="905"/>
                  <a:pt x="316" y="884"/>
                  <a:pt x="242" y="836"/>
                </a:cubicBezTo>
                <a:cubicBezTo>
                  <a:pt x="144" y="765"/>
                  <a:pt x="82" y="667"/>
                  <a:pt x="55" y="551"/>
                </a:cubicBezTo>
                <a:lnTo>
                  <a:pt x="55" y="551"/>
                </a:lnTo>
                <a:cubicBezTo>
                  <a:pt x="103" y="790"/>
                  <a:pt x="306" y="925"/>
                  <a:pt x="511" y="925"/>
                </a:cubicBezTo>
                <a:cubicBezTo>
                  <a:pt x="651" y="925"/>
                  <a:pt x="791" y="863"/>
                  <a:pt x="885" y="729"/>
                </a:cubicBezTo>
                <a:cubicBezTo>
                  <a:pt x="956" y="622"/>
                  <a:pt x="983" y="497"/>
                  <a:pt x="956" y="372"/>
                </a:cubicBezTo>
                <a:cubicBezTo>
                  <a:pt x="938" y="247"/>
                  <a:pt x="858" y="140"/>
                  <a:pt x="760" y="78"/>
                </a:cubicBezTo>
                <a:cubicBezTo>
                  <a:pt x="679" y="25"/>
                  <a:pt x="593" y="1"/>
                  <a:pt x="509" y="1"/>
                </a:cubicBezTo>
                <a:close/>
              </a:path>
            </a:pathLst>
          </a:custGeom>
          <a:solidFill>
            <a:srgbClr val="680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9" name="Google Shape;2709;p24"/>
          <p:cNvSpPr/>
          <p:nvPr/>
        </p:nvSpPr>
        <p:spPr>
          <a:xfrm>
            <a:off x="2765983" y="966032"/>
            <a:ext cx="31986" cy="26241"/>
          </a:xfrm>
          <a:custGeom>
            <a:avLst/>
            <a:gdLst/>
            <a:ahLst/>
            <a:cxnLst/>
            <a:rect l="l" t="t" r="r" b="b"/>
            <a:pathLst>
              <a:path w="412" h="338" extrusionOk="0">
                <a:moveTo>
                  <a:pt x="191" y="0"/>
                </a:moveTo>
                <a:cubicBezTo>
                  <a:pt x="91" y="0"/>
                  <a:pt x="1" y="93"/>
                  <a:pt x="28" y="201"/>
                </a:cubicBezTo>
                <a:cubicBezTo>
                  <a:pt x="43" y="280"/>
                  <a:pt x="108" y="338"/>
                  <a:pt x="191" y="338"/>
                </a:cubicBezTo>
                <a:cubicBezTo>
                  <a:pt x="202" y="338"/>
                  <a:pt x="213" y="337"/>
                  <a:pt x="224" y="335"/>
                </a:cubicBezTo>
                <a:cubicBezTo>
                  <a:pt x="367" y="308"/>
                  <a:pt x="411" y="112"/>
                  <a:pt x="286" y="31"/>
                </a:cubicBezTo>
                <a:cubicBezTo>
                  <a:pt x="256" y="10"/>
                  <a:pt x="223" y="0"/>
                  <a:pt x="191" y="0"/>
                </a:cubicBezTo>
                <a:close/>
              </a:path>
            </a:pathLst>
          </a:custGeom>
          <a:gradFill>
            <a:gsLst>
              <a:gs pos="0">
                <a:srgbClr val="FFFFFF">
                  <a:alpha val="0"/>
                </a:srgbClr>
              </a:gs>
              <a:gs pos="100000">
                <a:srgbClr val="FFFFFF">
                  <a:alpha val="2196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0" name="Google Shape;2710;p24"/>
          <p:cNvSpPr/>
          <p:nvPr/>
        </p:nvSpPr>
        <p:spPr>
          <a:xfrm>
            <a:off x="2874827" y="931018"/>
            <a:ext cx="74219" cy="74219"/>
          </a:xfrm>
          <a:custGeom>
            <a:avLst/>
            <a:gdLst/>
            <a:ahLst/>
            <a:cxnLst/>
            <a:rect l="l" t="t" r="r" b="b"/>
            <a:pathLst>
              <a:path w="956" h="956" extrusionOk="0">
                <a:moveTo>
                  <a:pt x="482" y="1"/>
                </a:moveTo>
                <a:cubicBezTo>
                  <a:pt x="214" y="1"/>
                  <a:pt x="0" y="215"/>
                  <a:pt x="0" y="482"/>
                </a:cubicBezTo>
                <a:cubicBezTo>
                  <a:pt x="0" y="741"/>
                  <a:pt x="214" y="955"/>
                  <a:pt x="482" y="955"/>
                </a:cubicBezTo>
                <a:cubicBezTo>
                  <a:pt x="741" y="955"/>
                  <a:pt x="955" y="741"/>
                  <a:pt x="955" y="482"/>
                </a:cubicBezTo>
                <a:cubicBezTo>
                  <a:pt x="955" y="215"/>
                  <a:pt x="741" y="1"/>
                  <a:pt x="48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1" name="Google Shape;2711;p24"/>
          <p:cNvSpPr/>
          <p:nvPr/>
        </p:nvSpPr>
        <p:spPr>
          <a:xfrm>
            <a:off x="2869005" y="930164"/>
            <a:ext cx="86252" cy="76315"/>
          </a:xfrm>
          <a:custGeom>
            <a:avLst/>
            <a:gdLst/>
            <a:ahLst/>
            <a:cxnLst/>
            <a:rect l="l" t="t" r="r" b="b"/>
            <a:pathLst>
              <a:path w="1111" h="983" extrusionOk="0">
                <a:moveTo>
                  <a:pt x="578" y="1"/>
                </a:moveTo>
                <a:cubicBezTo>
                  <a:pt x="357" y="1"/>
                  <a:pt x="155" y="145"/>
                  <a:pt x="93" y="369"/>
                </a:cubicBezTo>
                <a:cubicBezTo>
                  <a:pt x="129" y="244"/>
                  <a:pt x="209" y="145"/>
                  <a:pt x="316" y="83"/>
                </a:cubicBezTo>
                <a:cubicBezTo>
                  <a:pt x="392" y="40"/>
                  <a:pt x="470" y="20"/>
                  <a:pt x="545" y="20"/>
                </a:cubicBezTo>
                <a:cubicBezTo>
                  <a:pt x="827" y="20"/>
                  <a:pt x="1070" y="291"/>
                  <a:pt x="985" y="601"/>
                </a:cubicBezTo>
                <a:cubicBezTo>
                  <a:pt x="930" y="827"/>
                  <a:pt x="735" y="949"/>
                  <a:pt x="539" y="949"/>
                </a:cubicBezTo>
                <a:cubicBezTo>
                  <a:pt x="388" y="949"/>
                  <a:pt x="236" y="877"/>
                  <a:pt x="146" y="726"/>
                </a:cubicBezTo>
                <a:cubicBezTo>
                  <a:pt x="75" y="618"/>
                  <a:pt x="57" y="485"/>
                  <a:pt x="93" y="369"/>
                </a:cubicBezTo>
                <a:lnTo>
                  <a:pt x="93" y="360"/>
                </a:lnTo>
                <a:lnTo>
                  <a:pt x="93" y="360"/>
                </a:lnTo>
                <a:cubicBezTo>
                  <a:pt x="1" y="694"/>
                  <a:pt x="265" y="983"/>
                  <a:pt x="570" y="983"/>
                </a:cubicBezTo>
                <a:cubicBezTo>
                  <a:pt x="648" y="983"/>
                  <a:pt x="729" y="964"/>
                  <a:pt x="807" y="922"/>
                </a:cubicBezTo>
                <a:cubicBezTo>
                  <a:pt x="914" y="859"/>
                  <a:pt x="1003" y="743"/>
                  <a:pt x="1039" y="618"/>
                </a:cubicBezTo>
                <a:cubicBezTo>
                  <a:pt x="1110" y="351"/>
                  <a:pt x="950" y="74"/>
                  <a:pt x="682" y="12"/>
                </a:cubicBezTo>
                <a:cubicBezTo>
                  <a:pt x="647" y="4"/>
                  <a:pt x="612" y="1"/>
                  <a:pt x="578" y="1"/>
                </a:cubicBezTo>
                <a:close/>
              </a:path>
            </a:pathLst>
          </a:custGeom>
          <a:solidFill>
            <a:srgbClr val="680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2" name="Google Shape;2712;p24"/>
          <p:cNvSpPr/>
          <p:nvPr/>
        </p:nvSpPr>
        <p:spPr>
          <a:xfrm>
            <a:off x="2905260" y="971156"/>
            <a:ext cx="29424" cy="24610"/>
          </a:xfrm>
          <a:custGeom>
            <a:avLst/>
            <a:gdLst/>
            <a:ahLst/>
            <a:cxnLst/>
            <a:rect l="l" t="t" r="r" b="b"/>
            <a:pathLst>
              <a:path w="379" h="317" extrusionOk="0">
                <a:moveTo>
                  <a:pt x="178" y="1"/>
                </a:moveTo>
                <a:cubicBezTo>
                  <a:pt x="112" y="1"/>
                  <a:pt x="48" y="42"/>
                  <a:pt x="28" y="117"/>
                </a:cubicBezTo>
                <a:cubicBezTo>
                  <a:pt x="1" y="198"/>
                  <a:pt x="54" y="287"/>
                  <a:pt x="135" y="314"/>
                </a:cubicBezTo>
                <a:cubicBezTo>
                  <a:pt x="146" y="316"/>
                  <a:pt x="157" y="317"/>
                  <a:pt x="167" y="317"/>
                </a:cubicBezTo>
                <a:cubicBezTo>
                  <a:pt x="286" y="317"/>
                  <a:pt x="379" y="188"/>
                  <a:pt x="313" y="81"/>
                </a:cubicBezTo>
                <a:cubicBezTo>
                  <a:pt x="282" y="26"/>
                  <a:pt x="230" y="1"/>
                  <a:pt x="178" y="1"/>
                </a:cubicBezTo>
                <a:close/>
              </a:path>
            </a:pathLst>
          </a:custGeom>
          <a:gradFill>
            <a:gsLst>
              <a:gs pos="0">
                <a:srgbClr val="FFFFFF">
                  <a:alpha val="0"/>
                </a:srgbClr>
              </a:gs>
              <a:gs pos="100000">
                <a:srgbClr val="FFFFFF">
                  <a:alpha val="2196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3" name="Google Shape;2713;p24"/>
          <p:cNvSpPr/>
          <p:nvPr/>
        </p:nvSpPr>
        <p:spPr>
          <a:xfrm>
            <a:off x="2776386" y="701683"/>
            <a:ext cx="219086" cy="245327"/>
          </a:xfrm>
          <a:custGeom>
            <a:avLst/>
            <a:gdLst/>
            <a:ahLst/>
            <a:cxnLst/>
            <a:rect l="l" t="t" r="r" b="b"/>
            <a:pathLst>
              <a:path w="2822" h="3160" fill="none" extrusionOk="0">
                <a:moveTo>
                  <a:pt x="1" y="3160"/>
                </a:moveTo>
                <a:cubicBezTo>
                  <a:pt x="1" y="3160"/>
                  <a:pt x="1277" y="447"/>
                  <a:pt x="2821" y="0"/>
                </a:cubicBezTo>
              </a:path>
            </a:pathLst>
          </a:custGeom>
          <a:solidFill>
            <a:schemeClr val="dk1"/>
          </a:solidFill>
          <a:ln w="2000" cap="rnd" cmpd="sng">
            <a:solidFill>
              <a:srgbClr val="4D222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4" name="Google Shape;2714;p24"/>
          <p:cNvSpPr/>
          <p:nvPr/>
        </p:nvSpPr>
        <p:spPr>
          <a:xfrm>
            <a:off x="2836708" y="799348"/>
            <a:ext cx="61720" cy="152553"/>
          </a:xfrm>
          <a:custGeom>
            <a:avLst/>
            <a:gdLst/>
            <a:ahLst/>
            <a:cxnLst/>
            <a:rect l="l" t="t" r="r" b="b"/>
            <a:pathLst>
              <a:path w="795" h="1965" fill="none" extrusionOk="0">
                <a:moveTo>
                  <a:pt x="795" y="1964"/>
                </a:moveTo>
                <a:cubicBezTo>
                  <a:pt x="795" y="1964"/>
                  <a:pt x="0" y="1232"/>
                  <a:pt x="420" y="1"/>
                </a:cubicBezTo>
              </a:path>
            </a:pathLst>
          </a:custGeom>
          <a:solidFill>
            <a:schemeClr val="dk1"/>
          </a:solidFill>
          <a:ln w="2000" cap="rnd" cmpd="sng">
            <a:solidFill>
              <a:srgbClr val="4D222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5" name="Google Shape;2715;p24"/>
          <p:cNvSpPr/>
          <p:nvPr/>
        </p:nvSpPr>
        <p:spPr>
          <a:xfrm>
            <a:off x="3240644" y="703468"/>
            <a:ext cx="355491" cy="254177"/>
          </a:xfrm>
          <a:custGeom>
            <a:avLst/>
            <a:gdLst/>
            <a:ahLst/>
            <a:cxnLst/>
            <a:rect l="l" t="t" r="r" b="b"/>
            <a:pathLst>
              <a:path w="4579" h="3274" extrusionOk="0">
                <a:moveTo>
                  <a:pt x="1886" y="1"/>
                </a:moveTo>
                <a:cubicBezTo>
                  <a:pt x="980" y="1"/>
                  <a:pt x="482" y="1004"/>
                  <a:pt x="482" y="1004"/>
                </a:cubicBezTo>
                <a:cubicBezTo>
                  <a:pt x="304" y="1387"/>
                  <a:pt x="0" y="2218"/>
                  <a:pt x="1036" y="2958"/>
                </a:cubicBezTo>
                <a:cubicBezTo>
                  <a:pt x="1363" y="3193"/>
                  <a:pt x="1833" y="3274"/>
                  <a:pt x="2325" y="3274"/>
                </a:cubicBezTo>
                <a:cubicBezTo>
                  <a:pt x="3401" y="3274"/>
                  <a:pt x="4579" y="2887"/>
                  <a:pt x="4579" y="2887"/>
                </a:cubicBezTo>
                <a:cubicBezTo>
                  <a:pt x="4338" y="1923"/>
                  <a:pt x="3089" y="156"/>
                  <a:pt x="2062" y="13"/>
                </a:cubicBezTo>
                <a:cubicBezTo>
                  <a:pt x="2002" y="5"/>
                  <a:pt x="1943" y="1"/>
                  <a:pt x="188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6" name="Google Shape;2716;p24"/>
          <p:cNvSpPr/>
          <p:nvPr/>
        </p:nvSpPr>
        <p:spPr>
          <a:xfrm>
            <a:off x="3211220" y="737085"/>
            <a:ext cx="359838" cy="181666"/>
          </a:xfrm>
          <a:custGeom>
            <a:avLst/>
            <a:gdLst/>
            <a:ahLst/>
            <a:cxnLst/>
            <a:rect l="l" t="t" r="r" b="b"/>
            <a:pathLst>
              <a:path w="4635" h="2340" extrusionOk="0">
                <a:moveTo>
                  <a:pt x="104" y="1"/>
                </a:moveTo>
                <a:cubicBezTo>
                  <a:pt x="50" y="1"/>
                  <a:pt x="0" y="66"/>
                  <a:pt x="49" y="116"/>
                </a:cubicBezTo>
                <a:cubicBezTo>
                  <a:pt x="192" y="240"/>
                  <a:pt x="344" y="348"/>
                  <a:pt x="513" y="437"/>
                </a:cubicBezTo>
                <a:cubicBezTo>
                  <a:pt x="719" y="562"/>
                  <a:pt x="942" y="660"/>
                  <a:pt x="1156" y="767"/>
                </a:cubicBezTo>
                <a:cubicBezTo>
                  <a:pt x="1272" y="821"/>
                  <a:pt x="1388" y="874"/>
                  <a:pt x="1504" y="919"/>
                </a:cubicBezTo>
                <a:cubicBezTo>
                  <a:pt x="1611" y="1204"/>
                  <a:pt x="1718" y="1490"/>
                  <a:pt x="1825" y="1767"/>
                </a:cubicBezTo>
                <a:lnTo>
                  <a:pt x="1870" y="1901"/>
                </a:lnTo>
                <a:cubicBezTo>
                  <a:pt x="1871" y="1901"/>
                  <a:pt x="1871" y="1902"/>
                  <a:pt x="1872" y="1902"/>
                </a:cubicBezTo>
                <a:cubicBezTo>
                  <a:pt x="1887" y="1902"/>
                  <a:pt x="1715" y="1277"/>
                  <a:pt x="1611" y="990"/>
                </a:cubicBezTo>
                <a:lnTo>
                  <a:pt x="1593" y="954"/>
                </a:lnTo>
                <a:lnTo>
                  <a:pt x="1593" y="954"/>
                </a:lnTo>
                <a:cubicBezTo>
                  <a:pt x="1834" y="1044"/>
                  <a:pt x="2066" y="1133"/>
                  <a:pt x="2298" y="1240"/>
                </a:cubicBezTo>
                <a:cubicBezTo>
                  <a:pt x="2486" y="1311"/>
                  <a:pt x="2664" y="1392"/>
                  <a:pt x="2843" y="1481"/>
                </a:cubicBezTo>
                <a:cubicBezTo>
                  <a:pt x="2950" y="1686"/>
                  <a:pt x="3066" y="1892"/>
                  <a:pt x="3191" y="2097"/>
                </a:cubicBezTo>
                <a:lnTo>
                  <a:pt x="3244" y="2204"/>
                </a:lnTo>
                <a:cubicBezTo>
                  <a:pt x="3155" y="1972"/>
                  <a:pt x="3057" y="1740"/>
                  <a:pt x="2941" y="1526"/>
                </a:cubicBezTo>
                <a:lnTo>
                  <a:pt x="2941" y="1526"/>
                </a:lnTo>
                <a:cubicBezTo>
                  <a:pt x="3343" y="1713"/>
                  <a:pt x="3744" y="1909"/>
                  <a:pt x="4146" y="2097"/>
                </a:cubicBezTo>
                <a:lnTo>
                  <a:pt x="4619" y="2338"/>
                </a:lnTo>
                <a:cubicBezTo>
                  <a:pt x="4621" y="2339"/>
                  <a:pt x="4623" y="2340"/>
                  <a:pt x="4623" y="2340"/>
                </a:cubicBezTo>
                <a:cubicBezTo>
                  <a:pt x="4635" y="2340"/>
                  <a:pt x="3913" y="1899"/>
                  <a:pt x="3414" y="1624"/>
                </a:cubicBezTo>
                <a:lnTo>
                  <a:pt x="3762" y="1454"/>
                </a:lnTo>
                <a:lnTo>
                  <a:pt x="3825" y="1428"/>
                </a:lnTo>
                <a:lnTo>
                  <a:pt x="3825" y="1428"/>
                </a:lnTo>
                <a:cubicBezTo>
                  <a:pt x="3664" y="1463"/>
                  <a:pt x="3503" y="1517"/>
                  <a:pt x="3351" y="1579"/>
                </a:cubicBezTo>
                <a:lnTo>
                  <a:pt x="3343" y="1588"/>
                </a:lnTo>
                <a:cubicBezTo>
                  <a:pt x="3039" y="1428"/>
                  <a:pt x="2798" y="1311"/>
                  <a:pt x="2477" y="1169"/>
                </a:cubicBezTo>
                <a:cubicBezTo>
                  <a:pt x="2352" y="1115"/>
                  <a:pt x="2218" y="1062"/>
                  <a:pt x="2093" y="1008"/>
                </a:cubicBezTo>
                <a:lnTo>
                  <a:pt x="2825" y="597"/>
                </a:lnTo>
                <a:lnTo>
                  <a:pt x="2941" y="526"/>
                </a:lnTo>
                <a:cubicBezTo>
                  <a:pt x="2942" y="526"/>
                  <a:pt x="2943" y="525"/>
                  <a:pt x="2942" y="525"/>
                </a:cubicBezTo>
                <a:lnTo>
                  <a:pt x="2942" y="525"/>
                </a:lnTo>
                <a:cubicBezTo>
                  <a:pt x="2938" y="525"/>
                  <a:pt x="2352" y="781"/>
                  <a:pt x="2093" y="928"/>
                </a:cubicBezTo>
                <a:lnTo>
                  <a:pt x="2013" y="981"/>
                </a:lnTo>
                <a:cubicBezTo>
                  <a:pt x="1816" y="901"/>
                  <a:pt x="1629" y="830"/>
                  <a:pt x="1442" y="749"/>
                </a:cubicBezTo>
                <a:lnTo>
                  <a:pt x="1326" y="696"/>
                </a:lnTo>
                <a:lnTo>
                  <a:pt x="1986" y="205"/>
                </a:lnTo>
                <a:lnTo>
                  <a:pt x="2084" y="124"/>
                </a:lnTo>
                <a:cubicBezTo>
                  <a:pt x="2086" y="123"/>
                  <a:pt x="2086" y="123"/>
                  <a:pt x="2086" y="123"/>
                </a:cubicBezTo>
                <a:lnTo>
                  <a:pt x="2086" y="123"/>
                </a:lnTo>
                <a:cubicBezTo>
                  <a:pt x="2078" y="123"/>
                  <a:pt x="1557" y="435"/>
                  <a:pt x="1326" y="615"/>
                </a:cubicBezTo>
                <a:lnTo>
                  <a:pt x="1254" y="669"/>
                </a:lnTo>
                <a:cubicBezTo>
                  <a:pt x="1058" y="580"/>
                  <a:pt x="870" y="490"/>
                  <a:pt x="683" y="383"/>
                </a:cubicBezTo>
                <a:cubicBezTo>
                  <a:pt x="487" y="285"/>
                  <a:pt x="308" y="160"/>
                  <a:pt x="147" y="17"/>
                </a:cubicBezTo>
                <a:cubicBezTo>
                  <a:pt x="134" y="6"/>
                  <a:pt x="119" y="1"/>
                  <a:pt x="10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7" name="Google Shape;2717;p24"/>
          <p:cNvSpPr/>
          <p:nvPr/>
        </p:nvSpPr>
        <p:spPr>
          <a:xfrm>
            <a:off x="3299569" y="773030"/>
            <a:ext cx="290355" cy="212099"/>
          </a:xfrm>
          <a:custGeom>
            <a:avLst/>
            <a:gdLst/>
            <a:ahLst/>
            <a:cxnLst/>
            <a:rect l="l" t="t" r="r" b="b"/>
            <a:pathLst>
              <a:path w="3740" h="2732" extrusionOk="0">
                <a:moveTo>
                  <a:pt x="0" y="1821"/>
                </a:moveTo>
                <a:cubicBezTo>
                  <a:pt x="89" y="1911"/>
                  <a:pt x="179" y="1991"/>
                  <a:pt x="286" y="2062"/>
                </a:cubicBezTo>
                <a:cubicBezTo>
                  <a:pt x="1205" y="2732"/>
                  <a:pt x="3293" y="2152"/>
                  <a:pt x="3740" y="2018"/>
                </a:cubicBezTo>
                <a:cubicBezTo>
                  <a:pt x="3276" y="134"/>
                  <a:pt x="652" y="1"/>
                  <a:pt x="0" y="1821"/>
                </a:cubicBezTo>
                <a:close/>
              </a:path>
            </a:pathLst>
          </a:custGeom>
          <a:gradFill>
            <a:gsLst>
              <a:gs pos="0">
                <a:srgbClr val="FFFFFF">
                  <a:alpha val="0"/>
                </a:srgbClr>
              </a:gs>
              <a:gs pos="100000">
                <a:srgbClr val="FFFFFF">
                  <a:alpha val="2196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8" name="Google Shape;2718;p24"/>
          <p:cNvSpPr/>
          <p:nvPr/>
        </p:nvSpPr>
        <p:spPr>
          <a:xfrm>
            <a:off x="3262848" y="702692"/>
            <a:ext cx="336082" cy="256273"/>
          </a:xfrm>
          <a:custGeom>
            <a:avLst/>
            <a:gdLst/>
            <a:ahLst/>
            <a:cxnLst/>
            <a:rect l="l" t="t" r="r" b="b"/>
            <a:pathLst>
              <a:path w="4329" h="3301" extrusionOk="0">
                <a:moveTo>
                  <a:pt x="1597" y="1"/>
                </a:moveTo>
                <a:cubicBezTo>
                  <a:pt x="1492" y="1"/>
                  <a:pt x="1388" y="14"/>
                  <a:pt x="1285" y="41"/>
                </a:cubicBezTo>
                <a:cubicBezTo>
                  <a:pt x="1044" y="112"/>
                  <a:pt x="821" y="246"/>
                  <a:pt x="643" y="416"/>
                </a:cubicBezTo>
                <a:cubicBezTo>
                  <a:pt x="464" y="585"/>
                  <a:pt x="312" y="791"/>
                  <a:pt x="196" y="1014"/>
                </a:cubicBezTo>
                <a:cubicBezTo>
                  <a:pt x="312" y="791"/>
                  <a:pt x="464" y="594"/>
                  <a:pt x="652" y="425"/>
                </a:cubicBezTo>
                <a:cubicBezTo>
                  <a:pt x="821" y="246"/>
                  <a:pt x="1044" y="121"/>
                  <a:pt x="1285" y="59"/>
                </a:cubicBezTo>
                <a:cubicBezTo>
                  <a:pt x="1388" y="32"/>
                  <a:pt x="1492" y="18"/>
                  <a:pt x="1596" y="18"/>
                </a:cubicBezTo>
                <a:cubicBezTo>
                  <a:pt x="1736" y="18"/>
                  <a:pt x="1875" y="43"/>
                  <a:pt x="2008" y="94"/>
                </a:cubicBezTo>
                <a:cubicBezTo>
                  <a:pt x="2240" y="184"/>
                  <a:pt x="2454" y="309"/>
                  <a:pt x="2642" y="469"/>
                </a:cubicBezTo>
                <a:cubicBezTo>
                  <a:pt x="3017" y="791"/>
                  <a:pt x="3347" y="1165"/>
                  <a:pt x="3624" y="1576"/>
                </a:cubicBezTo>
                <a:cubicBezTo>
                  <a:pt x="3766" y="1781"/>
                  <a:pt x="3891" y="1995"/>
                  <a:pt x="3998" y="2219"/>
                </a:cubicBezTo>
                <a:cubicBezTo>
                  <a:pt x="4110" y="2425"/>
                  <a:pt x="4197" y="2647"/>
                  <a:pt x="4259" y="2878"/>
                </a:cubicBezTo>
                <a:lnTo>
                  <a:pt x="4259" y="2878"/>
                </a:lnTo>
                <a:cubicBezTo>
                  <a:pt x="3803" y="3026"/>
                  <a:pt x="3329" y="3130"/>
                  <a:pt x="2856" y="3200"/>
                </a:cubicBezTo>
                <a:cubicBezTo>
                  <a:pt x="2615" y="3236"/>
                  <a:pt x="2365" y="3263"/>
                  <a:pt x="2124" y="3263"/>
                </a:cubicBezTo>
                <a:cubicBezTo>
                  <a:pt x="2083" y="3264"/>
                  <a:pt x="2041" y="3265"/>
                  <a:pt x="1999" y="3265"/>
                </a:cubicBezTo>
                <a:cubicBezTo>
                  <a:pt x="1798" y="3265"/>
                  <a:pt x="1592" y="3248"/>
                  <a:pt x="1392" y="3218"/>
                </a:cubicBezTo>
                <a:cubicBezTo>
                  <a:pt x="910" y="3120"/>
                  <a:pt x="482" y="2834"/>
                  <a:pt x="214" y="2415"/>
                </a:cubicBezTo>
                <a:cubicBezTo>
                  <a:pt x="80" y="2210"/>
                  <a:pt x="9" y="1960"/>
                  <a:pt x="18" y="1719"/>
                </a:cubicBezTo>
                <a:cubicBezTo>
                  <a:pt x="18" y="1471"/>
                  <a:pt x="79" y="1233"/>
                  <a:pt x="193" y="1020"/>
                </a:cubicBezTo>
                <a:lnTo>
                  <a:pt x="193" y="1020"/>
                </a:lnTo>
                <a:cubicBezTo>
                  <a:pt x="79" y="1233"/>
                  <a:pt x="18" y="1471"/>
                  <a:pt x="9" y="1719"/>
                </a:cubicBezTo>
                <a:cubicBezTo>
                  <a:pt x="0" y="1969"/>
                  <a:pt x="71" y="2210"/>
                  <a:pt x="205" y="2424"/>
                </a:cubicBezTo>
                <a:cubicBezTo>
                  <a:pt x="473" y="2843"/>
                  <a:pt x="901" y="3138"/>
                  <a:pt x="1392" y="3236"/>
                </a:cubicBezTo>
                <a:cubicBezTo>
                  <a:pt x="1594" y="3281"/>
                  <a:pt x="1796" y="3301"/>
                  <a:pt x="2003" y="3301"/>
                </a:cubicBezTo>
                <a:cubicBezTo>
                  <a:pt x="2043" y="3301"/>
                  <a:pt x="2084" y="3300"/>
                  <a:pt x="2124" y="3299"/>
                </a:cubicBezTo>
                <a:cubicBezTo>
                  <a:pt x="2374" y="3290"/>
                  <a:pt x="2615" y="3272"/>
                  <a:pt x="2865" y="3236"/>
                </a:cubicBezTo>
                <a:cubicBezTo>
                  <a:pt x="3347" y="3174"/>
                  <a:pt x="3829" y="3066"/>
                  <a:pt x="4302" y="2924"/>
                </a:cubicBezTo>
                <a:lnTo>
                  <a:pt x="4329" y="2915"/>
                </a:lnTo>
                <a:lnTo>
                  <a:pt x="4320" y="2888"/>
                </a:lnTo>
                <a:cubicBezTo>
                  <a:pt x="4248" y="2647"/>
                  <a:pt x="4159" y="2415"/>
                  <a:pt x="4043" y="2192"/>
                </a:cubicBezTo>
                <a:cubicBezTo>
                  <a:pt x="3927" y="1978"/>
                  <a:pt x="3802" y="1763"/>
                  <a:pt x="3659" y="1558"/>
                </a:cubicBezTo>
                <a:cubicBezTo>
                  <a:pt x="3374" y="1139"/>
                  <a:pt x="3043" y="773"/>
                  <a:pt x="2660" y="451"/>
                </a:cubicBezTo>
                <a:cubicBezTo>
                  <a:pt x="2472" y="291"/>
                  <a:pt x="2249" y="157"/>
                  <a:pt x="2017" y="77"/>
                </a:cubicBezTo>
                <a:cubicBezTo>
                  <a:pt x="1879" y="25"/>
                  <a:pt x="1738" y="1"/>
                  <a:pt x="159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9" name="Google Shape;2719;p24"/>
          <p:cNvSpPr/>
          <p:nvPr/>
        </p:nvSpPr>
        <p:spPr>
          <a:xfrm>
            <a:off x="3154624" y="974649"/>
            <a:ext cx="131126" cy="215670"/>
          </a:xfrm>
          <a:custGeom>
            <a:avLst/>
            <a:gdLst/>
            <a:ahLst/>
            <a:cxnLst/>
            <a:rect l="l" t="t" r="r" b="b"/>
            <a:pathLst>
              <a:path w="1689" h="2778" extrusionOk="0">
                <a:moveTo>
                  <a:pt x="1108" y="1"/>
                </a:moveTo>
                <a:cubicBezTo>
                  <a:pt x="747" y="433"/>
                  <a:pt x="1" y="2777"/>
                  <a:pt x="813" y="2777"/>
                </a:cubicBezTo>
                <a:cubicBezTo>
                  <a:pt x="822" y="2777"/>
                  <a:pt x="831" y="2777"/>
                  <a:pt x="841" y="2776"/>
                </a:cubicBezTo>
                <a:cubicBezTo>
                  <a:pt x="1689" y="2723"/>
                  <a:pt x="1109" y="1"/>
                  <a:pt x="1108" y="1"/>
                </a:cubicBezTo>
                <a:close/>
              </a:path>
            </a:pathLst>
          </a:custGeom>
          <a:solidFill>
            <a:srgbClr val="EE7B2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0" name="Google Shape;2720;p24"/>
          <p:cNvSpPr/>
          <p:nvPr/>
        </p:nvSpPr>
        <p:spPr>
          <a:xfrm>
            <a:off x="3237849" y="970768"/>
            <a:ext cx="230809" cy="96034"/>
          </a:xfrm>
          <a:custGeom>
            <a:avLst/>
            <a:gdLst/>
            <a:ahLst/>
            <a:cxnLst/>
            <a:rect l="l" t="t" r="r" b="b"/>
            <a:pathLst>
              <a:path w="2973" h="1237" extrusionOk="0">
                <a:moveTo>
                  <a:pt x="277" y="0"/>
                </a:moveTo>
                <a:cubicBezTo>
                  <a:pt x="162" y="0"/>
                  <a:pt x="68" y="8"/>
                  <a:pt x="1" y="24"/>
                </a:cubicBezTo>
                <a:cubicBezTo>
                  <a:pt x="1" y="24"/>
                  <a:pt x="1471" y="1237"/>
                  <a:pt x="2224" y="1237"/>
                </a:cubicBezTo>
                <a:cubicBezTo>
                  <a:pt x="2380" y="1237"/>
                  <a:pt x="2505" y="1185"/>
                  <a:pt x="2580" y="1059"/>
                </a:cubicBezTo>
                <a:cubicBezTo>
                  <a:pt x="2972" y="416"/>
                  <a:pt x="1108" y="0"/>
                  <a:pt x="27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1" name="Google Shape;2721;p24"/>
          <p:cNvSpPr/>
          <p:nvPr/>
        </p:nvSpPr>
        <p:spPr>
          <a:xfrm>
            <a:off x="3268438" y="1034972"/>
            <a:ext cx="148982" cy="203792"/>
          </a:xfrm>
          <a:custGeom>
            <a:avLst/>
            <a:gdLst/>
            <a:ahLst/>
            <a:cxnLst/>
            <a:rect l="l" t="t" r="r" b="b"/>
            <a:pathLst>
              <a:path w="1919" h="2625" extrusionOk="0">
                <a:moveTo>
                  <a:pt x="107" y="0"/>
                </a:moveTo>
                <a:lnTo>
                  <a:pt x="107" y="0"/>
                </a:lnTo>
                <a:cubicBezTo>
                  <a:pt x="0" y="508"/>
                  <a:pt x="397" y="2624"/>
                  <a:pt x="1022" y="2624"/>
                </a:cubicBezTo>
                <a:cubicBezTo>
                  <a:pt x="1078" y="2624"/>
                  <a:pt x="1136" y="2607"/>
                  <a:pt x="1195" y="2571"/>
                </a:cubicBezTo>
                <a:cubicBezTo>
                  <a:pt x="1918" y="2116"/>
                  <a:pt x="107" y="0"/>
                  <a:pt x="107" y="0"/>
                </a:cubicBezTo>
                <a:close/>
              </a:path>
            </a:pathLst>
          </a:custGeom>
          <a:solidFill>
            <a:srgbClr val="EE7B2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2" name="Google Shape;2722;p24"/>
          <p:cNvSpPr/>
          <p:nvPr/>
        </p:nvSpPr>
        <p:spPr>
          <a:xfrm>
            <a:off x="3096864" y="880400"/>
            <a:ext cx="131358" cy="215670"/>
          </a:xfrm>
          <a:custGeom>
            <a:avLst/>
            <a:gdLst/>
            <a:ahLst/>
            <a:cxnLst/>
            <a:rect l="l" t="t" r="r" b="b"/>
            <a:pathLst>
              <a:path w="1692" h="2778" extrusionOk="0">
                <a:moveTo>
                  <a:pt x="1112" y="1"/>
                </a:moveTo>
                <a:cubicBezTo>
                  <a:pt x="740" y="425"/>
                  <a:pt x="1" y="2777"/>
                  <a:pt x="812" y="2777"/>
                </a:cubicBezTo>
                <a:cubicBezTo>
                  <a:pt x="819" y="2777"/>
                  <a:pt x="827" y="2777"/>
                  <a:pt x="835" y="2777"/>
                </a:cubicBezTo>
                <a:cubicBezTo>
                  <a:pt x="1692" y="2723"/>
                  <a:pt x="1112" y="1"/>
                  <a:pt x="1112" y="1"/>
                </a:cubicBezTo>
                <a:close/>
              </a:path>
            </a:pathLst>
          </a:custGeom>
          <a:solidFill>
            <a:srgbClr val="EE7B2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3" name="Google Shape;2723;p24"/>
          <p:cNvSpPr/>
          <p:nvPr/>
        </p:nvSpPr>
        <p:spPr>
          <a:xfrm>
            <a:off x="3179701" y="876052"/>
            <a:ext cx="231042" cy="96500"/>
          </a:xfrm>
          <a:custGeom>
            <a:avLst/>
            <a:gdLst/>
            <a:ahLst/>
            <a:cxnLst/>
            <a:rect l="l" t="t" r="r" b="b"/>
            <a:pathLst>
              <a:path w="2976" h="1243" extrusionOk="0">
                <a:moveTo>
                  <a:pt x="258" y="0"/>
                </a:moveTo>
                <a:cubicBezTo>
                  <a:pt x="152" y="0"/>
                  <a:pt x="63" y="7"/>
                  <a:pt x="0" y="21"/>
                </a:cubicBezTo>
                <a:cubicBezTo>
                  <a:pt x="0" y="21"/>
                  <a:pt x="1479" y="1242"/>
                  <a:pt x="2233" y="1242"/>
                </a:cubicBezTo>
                <a:cubicBezTo>
                  <a:pt x="2389" y="1242"/>
                  <a:pt x="2514" y="1191"/>
                  <a:pt x="2588" y="1066"/>
                </a:cubicBezTo>
                <a:cubicBezTo>
                  <a:pt x="2976" y="417"/>
                  <a:pt x="1080" y="0"/>
                  <a:pt x="25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4" name="Google Shape;2724;p24"/>
          <p:cNvSpPr/>
          <p:nvPr/>
        </p:nvSpPr>
        <p:spPr>
          <a:xfrm>
            <a:off x="3045935" y="785529"/>
            <a:ext cx="129650" cy="217378"/>
          </a:xfrm>
          <a:custGeom>
            <a:avLst/>
            <a:gdLst/>
            <a:ahLst/>
            <a:cxnLst/>
            <a:rect l="l" t="t" r="r" b="b"/>
            <a:pathLst>
              <a:path w="1670" h="2800" extrusionOk="0">
                <a:moveTo>
                  <a:pt x="777" y="0"/>
                </a:moveTo>
                <a:cubicBezTo>
                  <a:pt x="465" y="469"/>
                  <a:pt x="1" y="2800"/>
                  <a:pt x="753" y="2800"/>
                </a:cubicBezTo>
                <a:cubicBezTo>
                  <a:pt x="775" y="2800"/>
                  <a:pt x="798" y="2798"/>
                  <a:pt x="822" y="2794"/>
                </a:cubicBezTo>
                <a:cubicBezTo>
                  <a:pt x="1670" y="2642"/>
                  <a:pt x="777" y="0"/>
                  <a:pt x="777" y="0"/>
                </a:cubicBezTo>
                <a:close/>
              </a:path>
            </a:pathLst>
          </a:custGeom>
          <a:solidFill>
            <a:srgbClr val="EE7B2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5" name="Google Shape;2725;p24"/>
          <p:cNvSpPr/>
          <p:nvPr/>
        </p:nvSpPr>
        <p:spPr>
          <a:xfrm>
            <a:off x="3102764" y="777766"/>
            <a:ext cx="229411" cy="80430"/>
          </a:xfrm>
          <a:custGeom>
            <a:avLst/>
            <a:gdLst/>
            <a:ahLst/>
            <a:cxnLst/>
            <a:rect l="l" t="t" r="r" b="b"/>
            <a:pathLst>
              <a:path w="2955" h="1036" extrusionOk="0">
                <a:moveTo>
                  <a:pt x="696" y="1"/>
                </a:moveTo>
                <a:cubicBezTo>
                  <a:pt x="391" y="1"/>
                  <a:pt x="134" y="27"/>
                  <a:pt x="0" y="73"/>
                </a:cubicBezTo>
                <a:cubicBezTo>
                  <a:pt x="0" y="73"/>
                  <a:pt x="1483" y="1035"/>
                  <a:pt x="2263" y="1035"/>
                </a:cubicBezTo>
                <a:cubicBezTo>
                  <a:pt x="2462" y="1035"/>
                  <a:pt x="2616" y="972"/>
                  <a:pt x="2687" y="814"/>
                </a:cubicBezTo>
                <a:cubicBezTo>
                  <a:pt x="2955" y="232"/>
                  <a:pt x="1611" y="1"/>
                  <a:pt x="69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6" name="Google Shape;2726;p24"/>
          <p:cNvSpPr/>
          <p:nvPr/>
        </p:nvSpPr>
        <p:spPr>
          <a:xfrm>
            <a:off x="2989184" y="700285"/>
            <a:ext cx="126157" cy="215437"/>
          </a:xfrm>
          <a:custGeom>
            <a:avLst/>
            <a:gdLst/>
            <a:ahLst/>
            <a:cxnLst/>
            <a:rect l="l" t="t" r="r" b="b"/>
            <a:pathLst>
              <a:path w="1625" h="2775" extrusionOk="0">
                <a:moveTo>
                  <a:pt x="446" y="0"/>
                </a:moveTo>
                <a:cubicBezTo>
                  <a:pt x="199" y="477"/>
                  <a:pt x="1" y="2775"/>
                  <a:pt x="697" y="2775"/>
                </a:cubicBezTo>
                <a:cubicBezTo>
                  <a:pt x="730" y="2775"/>
                  <a:pt x="765" y="2769"/>
                  <a:pt x="803" y="2758"/>
                </a:cubicBezTo>
                <a:cubicBezTo>
                  <a:pt x="1624" y="2526"/>
                  <a:pt x="446" y="1"/>
                  <a:pt x="446" y="0"/>
                </a:cubicBezTo>
                <a:close/>
              </a:path>
            </a:pathLst>
          </a:custGeom>
          <a:solidFill>
            <a:srgbClr val="EE7B2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7" name="Google Shape;2727;p24"/>
          <p:cNvSpPr/>
          <p:nvPr/>
        </p:nvSpPr>
        <p:spPr>
          <a:xfrm>
            <a:off x="3020316" y="683827"/>
            <a:ext cx="225840" cy="70260"/>
          </a:xfrm>
          <a:custGeom>
            <a:avLst/>
            <a:gdLst/>
            <a:ahLst/>
            <a:cxnLst/>
            <a:rect l="l" t="t" r="r" b="b"/>
            <a:pathLst>
              <a:path w="2909" h="905" extrusionOk="0">
                <a:moveTo>
                  <a:pt x="1338" y="1"/>
                </a:moveTo>
                <a:cubicBezTo>
                  <a:pt x="777" y="1"/>
                  <a:pt x="216" y="81"/>
                  <a:pt x="0" y="186"/>
                </a:cubicBezTo>
                <a:cubicBezTo>
                  <a:pt x="0" y="186"/>
                  <a:pt x="1424" y="905"/>
                  <a:pt x="2234" y="905"/>
                </a:cubicBezTo>
                <a:cubicBezTo>
                  <a:pt x="2495" y="905"/>
                  <a:pt x="2693" y="830"/>
                  <a:pt x="2758" y="632"/>
                </a:cubicBezTo>
                <a:cubicBezTo>
                  <a:pt x="2909" y="159"/>
                  <a:pt x="2123" y="1"/>
                  <a:pt x="133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8" name="Google Shape;2728;p24"/>
          <p:cNvSpPr/>
          <p:nvPr/>
        </p:nvSpPr>
        <p:spPr>
          <a:xfrm>
            <a:off x="3068838" y="873490"/>
            <a:ext cx="76936" cy="135240"/>
          </a:xfrm>
          <a:custGeom>
            <a:avLst/>
            <a:gdLst/>
            <a:ahLst/>
            <a:cxnLst/>
            <a:rect l="l" t="t" r="r" b="b"/>
            <a:pathLst>
              <a:path w="991" h="1742" extrusionOk="0">
                <a:moveTo>
                  <a:pt x="527" y="1652"/>
                </a:moveTo>
                <a:cubicBezTo>
                  <a:pt x="991" y="1572"/>
                  <a:pt x="928" y="742"/>
                  <a:pt x="785" y="1"/>
                </a:cubicBezTo>
                <a:cubicBezTo>
                  <a:pt x="544" y="54"/>
                  <a:pt x="312" y="135"/>
                  <a:pt x="98" y="242"/>
                </a:cubicBezTo>
                <a:cubicBezTo>
                  <a:pt x="0" y="991"/>
                  <a:pt x="54" y="1741"/>
                  <a:pt x="527" y="1652"/>
                </a:cubicBezTo>
                <a:close/>
              </a:path>
            </a:pathLst>
          </a:custGeom>
          <a:gradFill>
            <a:gsLst>
              <a:gs pos="0">
                <a:srgbClr val="FFFFFF">
                  <a:alpha val="0"/>
                </a:srgbClr>
              </a:gs>
              <a:gs pos="100000">
                <a:srgbClr val="FFFFFF">
                  <a:alpha val="2196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9" name="Google Shape;2729;p24"/>
          <p:cNvSpPr/>
          <p:nvPr/>
        </p:nvSpPr>
        <p:spPr>
          <a:xfrm>
            <a:off x="3101367" y="867978"/>
            <a:ext cx="315353" cy="375598"/>
          </a:xfrm>
          <a:custGeom>
            <a:avLst/>
            <a:gdLst/>
            <a:ahLst/>
            <a:cxnLst/>
            <a:rect l="l" t="t" r="r" b="b"/>
            <a:pathLst>
              <a:path w="4062" h="4838" extrusionOk="0">
                <a:moveTo>
                  <a:pt x="4061" y="2562"/>
                </a:moveTo>
                <a:cubicBezTo>
                  <a:pt x="4035" y="2258"/>
                  <a:pt x="3954" y="1964"/>
                  <a:pt x="3820" y="1687"/>
                </a:cubicBezTo>
                <a:cubicBezTo>
                  <a:pt x="3214" y="1419"/>
                  <a:pt x="2267" y="1286"/>
                  <a:pt x="1857" y="1330"/>
                </a:cubicBezTo>
                <a:lnTo>
                  <a:pt x="1830" y="1330"/>
                </a:lnTo>
                <a:cubicBezTo>
                  <a:pt x="1616" y="964"/>
                  <a:pt x="1393" y="607"/>
                  <a:pt x="1161" y="268"/>
                </a:cubicBezTo>
                <a:lnTo>
                  <a:pt x="1188" y="268"/>
                </a:lnTo>
                <a:cubicBezTo>
                  <a:pt x="1687" y="661"/>
                  <a:pt x="3124" y="1705"/>
                  <a:pt x="3553" y="1232"/>
                </a:cubicBezTo>
                <a:cubicBezTo>
                  <a:pt x="3214" y="768"/>
                  <a:pt x="2749" y="420"/>
                  <a:pt x="2214" y="215"/>
                </a:cubicBezTo>
                <a:cubicBezTo>
                  <a:pt x="1750" y="125"/>
                  <a:pt x="1286" y="90"/>
                  <a:pt x="1063" y="125"/>
                </a:cubicBezTo>
                <a:cubicBezTo>
                  <a:pt x="1027" y="81"/>
                  <a:pt x="1000" y="45"/>
                  <a:pt x="973" y="0"/>
                </a:cubicBezTo>
                <a:lnTo>
                  <a:pt x="857" y="0"/>
                </a:lnTo>
                <a:cubicBezTo>
                  <a:pt x="902" y="54"/>
                  <a:pt x="947" y="116"/>
                  <a:pt x="982" y="170"/>
                </a:cubicBezTo>
                <a:cubicBezTo>
                  <a:pt x="973" y="179"/>
                  <a:pt x="964" y="188"/>
                  <a:pt x="964" y="206"/>
                </a:cubicBezTo>
                <a:lnTo>
                  <a:pt x="964" y="295"/>
                </a:lnTo>
                <a:cubicBezTo>
                  <a:pt x="581" y="946"/>
                  <a:pt x="1" y="2981"/>
                  <a:pt x="786" y="2928"/>
                </a:cubicBezTo>
                <a:cubicBezTo>
                  <a:pt x="1518" y="2892"/>
                  <a:pt x="1196" y="893"/>
                  <a:pt x="1089" y="313"/>
                </a:cubicBezTo>
                <a:cubicBezTo>
                  <a:pt x="1330" y="661"/>
                  <a:pt x="1553" y="1018"/>
                  <a:pt x="1759" y="1375"/>
                </a:cubicBezTo>
                <a:lnTo>
                  <a:pt x="1759" y="1446"/>
                </a:lnTo>
                <a:cubicBezTo>
                  <a:pt x="1375" y="2008"/>
                  <a:pt x="723" y="4195"/>
                  <a:pt x="1536" y="4150"/>
                </a:cubicBezTo>
                <a:cubicBezTo>
                  <a:pt x="2250" y="4106"/>
                  <a:pt x="1964" y="2214"/>
                  <a:pt x="1848" y="1580"/>
                </a:cubicBezTo>
                <a:lnTo>
                  <a:pt x="1848" y="1544"/>
                </a:lnTo>
                <a:cubicBezTo>
                  <a:pt x="1955" y="1741"/>
                  <a:pt x="2107" y="2026"/>
                  <a:pt x="2250" y="2303"/>
                </a:cubicBezTo>
                <a:cubicBezTo>
                  <a:pt x="2223" y="2990"/>
                  <a:pt x="2624" y="4838"/>
                  <a:pt x="3214" y="4766"/>
                </a:cubicBezTo>
                <a:cubicBezTo>
                  <a:pt x="3330" y="4659"/>
                  <a:pt x="3428" y="4543"/>
                  <a:pt x="3526" y="4427"/>
                </a:cubicBezTo>
                <a:cubicBezTo>
                  <a:pt x="3597" y="3695"/>
                  <a:pt x="2267" y="2151"/>
                  <a:pt x="2267" y="2151"/>
                </a:cubicBezTo>
                <a:lnTo>
                  <a:pt x="2267" y="2151"/>
                </a:lnTo>
                <a:cubicBezTo>
                  <a:pt x="2160" y="1919"/>
                  <a:pt x="2035" y="1687"/>
                  <a:pt x="1910" y="1455"/>
                </a:cubicBezTo>
                <a:cubicBezTo>
                  <a:pt x="2303" y="1776"/>
                  <a:pt x="3472" y="2633"/>
                  <a:pt x="4061" y="2562"/>
                </a:cubicBezTo>
                <a:close/>
              </a:path>
            </a:pathLst>
          </a:custGeom>
          <a:gradFill>
            <a:gsLst>
              <a:gs pos="0">
                <a:srgbClr val="FFFFFF">
                  <a:alpha val="0"/>
                </a:srgbClr>
              </a:gs>
              <a:gs pos="100000">
                <a:srgbClr val="FFFFFF">
                  <a:alpha val="2196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0" name="Google Shape;2730;p24"/>
          <p:cNvSpPr/>
          <p:nvPr/>
        </p:nvSpPr>
        <p:spPr>
          <a:xfrm>
            <a:off x="3037628" y="894995"/>
            <a:ext cx="33305" cy="21583"/>
          </a:xfrm>
          <a:custGeom>
            <a:avLst/>
            <a:gdLst/>
            <a:ahLst/>
            <a:cxnLst/>
            <a:rect l="l" t="t" r="r" b="b"/>
            <a:pathLst>
              <a:path w="429" h="278" extrusionOk="0">
                <a:moveTo>
                  <a:pt x="179" y="250"/>
                </a:moveTo>
                <a:cubicBezTo>
                  <a:pt x="295" y="215"/>
                  <a:pt x="393" y="116"/>
                  <a:pt x="429" y="0"/>
                </a:cubicBezTo>
                <a:cubicBezTo>
                  <a:pt x="277" y="72"/>
                  <a:pt x="134" y="161"/>
                  <a:pt x="0" y="259"/>
                </a:cubicBezTo>
                <a:cubicBezTo>
                  <a:pt x="63" y="277"/>
                  <a:pt x="116" y="268"/>
                  <a:pt x="179" y="250"/>
                </a:cubicBezTo>
                <a:close/>
              </a:path>
            </a:pathLst>
          </a:custGeom>
          <a:gradFill>
            <a:gsLst>
              <a:gs pos="0">
                <a:srgbClr val="FFFFFF">
                  <a:alpha val="0"/>
                </a:srgbClr>
              </a:gs>
              <a:gs pos="100000">
                <a:srgbClr val="FFFFFF">
                  <a:alpha val="2196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1" name="Google Shape;2731;p24"/>
          <p:cNvSpPr/>
          <p:nvPr/>
        </p:nvSpPr>
        <p:spPr>
          <a:xfrm>
            <a:off x="3271853" y="1032798"/>
            <a:ext cx="102556" cy="205966"/>
          </a:xfrm>
          <a:custGeom>
            <a:avLst/>
            <a:gdLst/>
            <a:ahLst/>
            <a:cxnLst/>
            <a:rect l="l" t="t" r="r" b="b"/>
            <a:pathLst>
              <a:path w="1321" h="2653" extrusionOk="0">
                <a:moveTo>
                  <a:pt x="1259" y="1911"/>
                </a:moveTo>
                <a:cubicBezTo>
                  <a:pt x="1294" y="2027"/>
                  <a:pt x="1321" y="2152"/>
                  <a:pt x="1321" y="2277"/>
                </a:cubicBezTo>
                <a:cubicBezTo>
                  <a:pt x="1321" y="2152"/>
                  <a:pt x="1303" y="2027"/>
                  <a:pt x="1259" y="1911"/>
                </a:cubicBezTo>
                <a:close/>
                <a:moveTo>
                  <a:pt x="47" y="1"/>
                </a:moveTo>
                <a:cubicBezTo>
                  <a:pt x="36" y="1"/>
                  <a:pt x="23" y="8"/>
                  <a:pt x="18" y="19"/>
                </a:cubicBezTo>
                <a:cubicBezTo>
                  <a:pt x="0" y="153"/>
                  <a:pt x="0" y="287"/>
                  <a:pt x="9" y="421"/>
                </a:cubicBezTo>
                <a:cubicBezTo>
                  <a:pt x="18" y="546"/>
                  <a:pt x="36" y="680"/>
                  <a:pt x="54" y="805"/>
                </a:cubicBezTo>
                <a:cubicBezTo>
                  <a:pt x="98" y="1064"/>
                  <a:pt x="161" y="1322"/>
                  <a:pt x="232" y="1572"/>
                </a:cubicBezTo>
                <a:cubicBezTo>
                  <a:pt x="304" y="1822"/>
                  <a:pt x="411" y="2063"/>
                  <a:pt x="536" y="2286"/>
                </a:cubicBezTo>
                <a:cubicBezTo>
                  <a:pt x="598" y="2402"/>
                  <a:pt x="687" y="2500"/>
                  <a:pt x="785" y="2581"/>
                </a:cubicBezTo>
                <a:cubicBezTo>
                  <a:pt x="839" y="2625"/>
                  <a:pt x="902" y="2643"/>
                  <a:pt x="973" y="2652"/>
                </a:cubicBezTo>
                <a:cubicBezTo>
                  <a:pt x="1035" y="2643"/>
                  <a:pt x="1097" y="2626"/>
                  <a:pt x="1150" y="2591"/>
                </a:cubicBezTo>
                <a:lnTo>
                  <a:pt x="1150" y="2591"/>
                </a:lnTo>
                <a:cubicBezTo>
                  <a:pt x="1097" y="2626"/>
                  <a:pt x="1035" y="2643"/>
                  <a:pt x="973" y="2643"/>
                </a:cubicBezTo>
                <a:cubicBezTo>
                  <a:pt x="902" y="2634"/>
                  <a:pt x="839" y="2617"/>
                  <a:pt x="794" y="2581"/>
                </a:cubicBezTo>
                <a:cubicBezTo>
                  <a:pt x="687" y="2500"/>
                  <a:pt x="607" y="2393"/>
                  <a:pt x="545" y="2286"/>
                </a:cubicBezTo>
                <a:cubicBezTo>
                  <a:pt x="420" y="2054"/>
                  <a:pt x="321" y="1813"/>
                  <a:pt x="259" y="1563"/>
                </a:cubicBezTo>
                <a:cubicBezTo>
                  <a:pt x="188" y="1305"/>
                  <a:pt x="134" y="1055"/>
                  <a:pt x="98" y="796"/>
                </a:cubicBezTo>
                <a:cubicBezTo>
                  <a:pt x="80" y="671"/>
                  <a:pt x="63" y="537"/>
                  <a:pt x="63" y="412"/>
                </a:cubicBezTo>
                <a:cubicBezTo>
                  <a:pt x="48" y="307"/>
                  <a:pt x="51" y="196"/>
                  <a:pt x="64" y="89"/>
                </a:cubicBezTo>
                <a:lnTo>
                  <a:pt x="64" y="89"/>
                </a:lnTo>
                <a:cubicBezTo>
                  <a:pt x="212" y="264"/>
                  <a:pt x="359" y="445"/>
                  <a:pt x="491" y="626"/>
                </a:cubicBezTo>
                <a:cubicBezTo>
                  <a:pt x="643" y="823"/>
                  <a:pt x="785" y="1028"/>
                  <a:pt x="919" y="1242"/>
                </a:cubicBezTo>
                <a:cubicBezTo>
                  <a:pt x="1053" y="1447"/>
                  <a:pt x="1169" y="1670"/>
                  <a:pt x="1259" y="1911"/>
                </a:cubicBezTo>
                <a:cubicBezTo>
                  <a:pt x="1178" y="1670"/>
                  <a:pt x="1071" y="1447"/>
                  <a:pt x="937" y="1233"/>
                </a:cubicBezTo>
                <a:cubicBezTo>
                  <a:pt x="687" y="796"/>
                  <a:pt x="393" y="394"/>
                  <a:pt x="63" y="10"/>
                </a:cubicBezTo>
                <a:cubicBezTo>
                  <a:pt x="59" y="4"/>
                  <a:pt x="53" y="1"/>
                  <a:pt x="47" y="1"/>
                </a:cubicBezTo>
                <a:close/>
              </a:path>
            </a:pathLst>
          </a:custGeom>
          <a:gradFill>
            <a:gsLst>
              <a:gs pos="0">
                <a:srgbClr val="FFFFFF">
                  <a:alpha val="0"/>
                </a:srgbClr>
              </a:gs>
              <a:gs pos="100000">
                <a:srgbClr val="FFFFFF">
                  <a:alpha val="2196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2" name="Google Shape;2732;p24"/>
          <p:cNvSpPr/>
          <p:nvPr/>
        </p:nvSpPr>
        <p:spPr>
          <a:xfrm>
            <a:off x="3188706" y="973485"/>
            <a:ext cx="68629" cy="216912"/>
          </a:xfrm>
          <a:custGeom>
            <a:avLst/>
            <a:gdLst/>
            <a:ahLst/>
            <a:cxnLst/>
            <a:rect l="l" t="t" r="r" b="b"/>
            <a:pathLst>
              <a:path w="884" h="2794" extrusionOk="0">
                <a:moveTo>
                  <a:pt x="669" y="0"/>
                </a:moveTo>
                <a:cubicBezTo>
                  <a:pt x="663" y="0"/>
                  <a:pt x="656" y="2"/>
                  <a:pt x="652" y="7"/>
                </a:cubicBezTo>
                <a:cubicBezTo>
                  <a:pt x="571" y="114"/>
                  <a:pt x="500" y="221"/>
                  <a:pt x="455" y="346"/>
                </a:cubicBezTo>
                <a:cubicBezTo>
                  <a:pt x="393" y="462"/>
                  <a:pt x="348" y="578"/>
                  <a:pt x="304" y="703"/>
                </a:cubicBezTo>
                <a:cubicBezTo>
                  <a:pt x="214" y="953"/>
                  <a:pt x="143" y="1203"/>
                  <a:pt x="89" y="1453"/>
                </a:cubicBezTo>
                <a:cubicBezTo>
                  <a:pt x="36" y="1712"/>
                  <a:pt x="0" y="1970"/>
                  <a:pt x="9" y="2229"/>
                </a:cubicBezTo>
                <a:cubicBezTo>
                  <a:pt x="9" y="2363"/>
                  <a:pt x="36" y="2488"/>
                  <a:pt x="89" y="2613"/>
                </a:cubicBezTo>
                <a:cubicBezTo>
                  <a:pt x="116" y="2667"/>
                  <a:pt x="161" y="2720"/>
                  <a:pt x="214" y="2756"/>
                </a:cubicBezTo>
                <a:cubicBezTo>
                  <a:pt x="258" y="2778"/>
                  <a:pt x="315" y="2794"/>
                  <a:pt x="368" y="2794"/>
                </a:cubicBezTo>
                <a:cubicBezTo>
                  <a:pt x="379" y="2794"/>
                  <a:pt x="391" y="2793"/>
                  <a:pt x="402" y="2791"/>
                </a:cubicBezTo>
                <a:cubicBezTo>
                  <a:pt x="339" y="2791"/>
                  <a:pt x="277" y="2783"/>
                  <a:pt x="223" y="2747"/>
                </a:cubicBezTo>
                <a:cubicBezTo>
                  <a:pt x="161" y="2711"/>
                  <a:pt x="125" y="2667"/>
                  <a:pt x="98" y="2604"/>
                </a:cubicBezTo>
                <a:cubicBezTo>
                  <a:pt x="45" y="2488"/>
                  <a:pt x="18" y="2363"/>
                  <a:pt x="18" y="2229"/>
                </a:cubicBezTo>
                <a:cubicBezTo>
                  <a:pt x="27" y="1970"/>
                  <a:pt x="54" y="1712"/>
                  <a:pt x="125" y="1462"/>
                </a:cubicBezTo>
                <a:cubicBezTo>
                  <a:pt x="179" y="1212"/>
                  <a:pt x="259" y="962"/>
                  <a:pt x="348" y="721"/>
                </a:cubicBezTo>
                <a:cubicBezTo>
                  <a:pt x="393" y="596"/>
                  <a:pt x="437" y="471"/>
                  <a:pt x="500" y="364"/>
                </a:cubicBezTo>
                <a:cubicBezTo>
                  <a:pt x="538" y="266"/>
                  <a:pt x="595" y="167"/>
                  <a:pt x="655" y="80"/>
                </a:cubicBezTo>
                <a:lnTo>
                  <a:pt x="655" y="80"/>
                </a:lnTo>
                <a:cubicBezTo>
                  <a:pt x="702" y="304"/>
                  <a:pt x="735" y="534"/>
                  <a:pt x="768" y="757"/>
                </a:cubicBezTo>
                <a:cubicBezTo>
                  <a:pt x="803" y="1006"/>
                  <a:pt x="830" y="1247"/>
                  <a:pt x="848" y="1497"/>
                </a:cubicBezTo>
                <a:cubicBezTo>
                  <a:pt x="866" y="1747"/>
                  <a:pt x="857" y="1997"/>
                  <a:pt x="821" y="2247"/>
                </a:cubicBezTo>
                <a:cubicBezTo>
                  <a:pt x="803" y="2363"/>
                  <a:pt x="759" y="2488"/>
                  <a:pt x="696" y="2595"/>
                </a:cubicBezTo>
                <a:cubicBezTo>
                  <a:pt x="634" y="2702"/>
                  <a:pt x="527" y="2783"/>
                  <a:pt x="402" y="2791"/>
                </a:cubicBezTo>
                <a:cubicBezTo>
                  <a:pt x="527" y="2783"/>
                  <a:pt x="634" y="2711"/>
                  <a:pt x="705" y="2604"/>
                </a:cubicBezTo>
                <a:cubicBezTo>
                  <a:pt x="768" y="2497"/>
                  <a:pt x="803" y="2381"/>
                  <a:pt x="821" y="2256"/>
                </a:cubicBezTo>
                <a:cubicBezTo>
                  <a:pt x="866" y="2006"/>
                  <a:pt x="884" y="1756"/>
                  <a:pt x="875" y="1506"/>
                </a:cubicBezTo>
                <a:cubicBezTo>
                  <a:pt x="857" y="1006"/>
                  <a:pt x="794" y="516"/>
                  <a:pt x="696" y="25"/>
                </a:cubicBezTo>
                <a:cubicBezTo>
                  <a:pt x="696" y="16"/>
                  <a:pt x="687" y="7"/>
                  <a:pt x="687" y="7"/>
                </a:cubicBezTo>
                <a:cubicBezTo>
                  <a:pt x="683" y="2"/>
                  <a:pt x="676" y="0"/>
                  <a:pt x="669" y="0"/>
                </a:cubicBezTo>
                <a:close/>
              </a:path>
            </a:pathLst>
          </a:custGeom>
          <a:solidFill>
            <a:srgbClr val="CB47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3" name="Google Shape;2733;p24"/>
          <p:cNvSpPr/>
          <p:nvPr/>
        </p:nvSpPr>
        <p:spPr>
          <a:xfrm>
            <a:off x="3237849" y="969991"/>
            <a:ext cx="207285" cy="98519"/>
          </a:xfrm>
          <a:custGeom>
            <a:avLst/>
            <a:gdLst/>
            <a:ahLst/>
            <a:cxnLst/>
            <a:rect l="l" t="t" r="r" b="b"/>
            <a:pathLst>
              <a:path w="2670" h="1269" extrusionOk="0">
                <a:moveTo>
                  <a:pt x="380" y="1"/>
                </a:moveTo>
                <a:cubicBezTo>
                  <a:pt x="253" y="1"/>
                  <a:pt x="126" y="12"/>
                  <a:pt x="1" y="34"/>
                </a:cubicBezTo>
                <a:cubicBezTo>
                  <a:pt x="110" y="18"/>
                  <a:pt x="222" y="11"/>
                  <a:pt x="333" y="11"/>
                </a:cubicBezTo>
                <a:cubicBezTo>
                  <a:pt x="476" y="11"/>
                  <a:pt x="619" y="23"/>
                  <a:pt x="759" y="43"/>
                </a:cubicBezTo>
                <a:cubicBezTo>
                  <a:pt x="1009" y="79"/>
                  <a:pt x="1259" y="132"/>
                  <a:pt x="1500" y="195"/>
                </a:cubicBezTo>
                <a:cubicBezTo>
                  <a:pt x="1750" y="257"/>
                  <a:pt x="1982" y="346"/>
                  <a:pt x="2214" y="453"/>
                </a:cubicBezTo>
                <a:cubicBezTo>
                  <a:pt x="2321" y="516"/>
                  <a:pt x="2428" y="587"/>
                  <a:pt x="2509" y="677"/>
                </a:cubicBezTo>
                <a:cubicBezTo>
                  <a:pt x="2598" y="766"/>
                  <a:pt x="2634" y="891"/>
                  <a:pt x="2589" y="1007"/>
                </a:cubicBezTo>
                <a:cubicBezTo>
                  <a:pt x="2544" y="1114"/>
                  <a:pt x="2437" y="1194"/>
                  <a:pt x="2321" y="1212"/>
                </a:cubicBezTo>
                <a:cubicBezTo>
                  <a:pt x="2280" y="1218"/>
                  <a:pt x="2238" y="1221"/>
                  <a:pt x="2197" y="1221"/>
                </a:cubicBezTo>
                <a:cubicBezTo>
                  <a:pt x="2114" y="1221"/>
                  <a:pt x="2033" y="1209"/>
                  <a:pt x="1955" y="1185"/>
                </a:cubicBezTo>
                <a:cubicBezTo>
                  <a:pt x="1714" y="1105"/>
                  <a:pt x="1482" y="1007"/>
                  <a:pt x="1259" y="882"/>
                </a:cubicBezTo>
                <a:cubicBezTo>
                  <a:pt x="1036" y="757"/>
                  <a:pt x="822" y="614"/>
                  <a:pt x="617" y="480"/>
                </a:cubicBezTo>
                <a:cubicBezTo>
                  <a:pt x="402" y="337"/>
                  <a:pt x="197" y="186"/>
                  <a:pt x="1" y="34"/>
                </a:cubicBezTo>
                <a:lnTo>
                  <a:pt x="1" y="34"/>
                </a:lnTo>
                <a:cubicBezTo>
                  <a:pt x="385" y="355"/>
                  <a:pt x="804" y="650"/>
                  <a:pt x="1241" y="909"/>
                </a:cubicBezTo>
                <a:cubicBezTo>
                  <a:pt x="1464" y="1043"/>
                  <a:pt x="1697" y="1150"/>
                  <a:pt x="1937" y="1221"/>
                </a:cubicBezTo>
                <a:cubicBezTo>
                  <a:pt x="2034" y="1256"/>
                  <a:pt x="2137" y="1269"/>
                  <a:pt x="2240" y="1269"/>
                </a:cubicBezTo>
                <a:cubicBezTo>
                  <a:pt x="2270" y="1269"/>
                  <a:pt x="2300" y="1268"/>
                  <a:pt x="2330" y="1266"/>
                </a:cubicBezTo>
                <a:cubicBezTo>
                  <a:pt x="2464" y="1239"/>
                  <a:pt x="2580" y="1150"/>
                  <a:pt x="2634" y="1025"/>
                </a:cubicBezTo>
                <a:cubicBezTo>
                  <a:pt x="2660" y="962"/>
                  <a:pt x="2669" y="891"/>
                  <a:pt x="2651" y="819"/>
                </a:cubicBezTo>
                <a:cubicBezTo>
                  <a:pt x="2634" y="757"/>
                  <a:pt x="2598" y="694"/>
                  <a:pt x="2553" y="650"/>
                </a:cubicBezTo>
                <a:cubicBezTo>
                  <a:pt x="2455" y="552"/>
                  <a:pt x="2348" y="480"/>
                  <a:pt x="2232" y="427"/>
                </a:cubicBezTo>
                <a:cubicBezTo>
                  <a:pt x="2000" y="311"/>
                  <a:pt x="1759" y="221"/>
                  <a:pt x="1509" y="168"/>
                </a:cubicBezTo>
                <a:cubicBezTo>
                  <a:pt x="1268" y="105"/>
                  <a:pt x="1018" y="61"/>
                  <a:pt x="759" y="34"/>
                </a:cubicBezTo>
                <a:cubicBezTo>
                  <a:pt x="634" y="12"/>
                  <a:pt x="507" y="1"/>
                  <a:pt x="380" y="1"/>
                </a:cubicBezTo>
                <a:close/>
              </a:path>
            </a:pathLst>
          </a:custGeom>
          <a:solidFill>
            <a:srgbClr val="CB47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4" name="Google Shape;2734;p24"/>
          <p:cNvSpPr/>
          <p:nvPr/>
        </p:nvSpPr>
        <p:spPr>
          <a:xfrm>
            <a:off x="3129082" y="880400"/>
            <a:ext cx="71424" cy="217766"/>
          </a:xfrm>
          <a:custGeom>
            <a:avLst/>
            <a:gdLst/>
            <a:ahLst/>
            <a:cxnLst/>
            <a:rect l="l" t="t" r="r" b="b"/>
            <a:pathLst>
              <a:path w="920" h="2805" extrusionOk="0">
                <a:moveTo>
                  <a:pt x="697" y="1"/>
                </a:moveTo>
                <a:lnTo>
                  <a:pt x="697" y="1"/>
                </a:lnTo>
                <a:cubicBezTo>
                  <a:pt x="545" y="206"/>
                  <a:pt x="420" y="438"/>
                  <a:pt x="331" y="679"/>
                </a:cubicBezTo>
                <a:cubicBezTo>
                  <a:pt x="242" y="911"/>
                  <a:pt x="170" y="1161"/>
                  <a:pt x="108" y="1411"/>
                </a:cubicBezTo>
                <a:cubicBezTo>
                  <a:pt x="45" y="1652"/>
                  <a:pt x="9" y="1911"/>
                  <a:pt x="1" y="2170"/>
                </a:cubicBezTo>
                <a:cubicBezTo>
                  <a:pt x="1" y="2295"/>
                  <a:pt x="18" y="2429"/>
                  <a:pt x="63" y="2554"/>
                </a:cubicBezTo>
                <a:cubicBezTo>
                  <a:pt x="81" y="2616"/>
                  <a:pt x="125" y="2670"/>
                  <a:pt x="170" y="2723"/>
                </a:cubicBezTo>
                <a:cubicBezTo>
                  <a:pt x="224" y="2768"/>
                  <a:pt x="286" y="2795"/>
                  <a:pt x="358" y="2803"/>
                </a:cubicBezTo>
                <a:cubicBezTo>
                  <a:pt x="367" y="2804"/>
                  <a:pt x="376" y="2804"/>
                  <a:pt x="385" y="2804"/>
                </a:cubicBezTo>
                <a:cubicBezTo>
                  <a:pt x="517" y="2804"/>
                  <a:pt x="639" y="2743"/>
                  <a:pt x="715" y="2643"/>
                </a:cubicBezTo>
                <a:cubicBezTo>
                  <a:pt x="786" y="2527"/>
                  <a:pt x="839" y="2411"/>
                  <a:pt x="857" y="2277"/>
                </a:cubicBezTo>
                <a:cubicBezTo>
                  <a:pt x="902" y="2027"/>
                  <a:pt x="920" y="1768"/>
                  <a:pt x="902" y="1509"/>
                </a:cubicBezTo>
                <a:cubicBezTo>
                  <a:pt x="875" y="1001"/>
                  <a:pt x="804" y="501"/>
                  <a:pt x="697" y="1"/>
                </a:cubicBezTo>
                <a:lnTo>
                  <a:pt x="697" y="1"/>
                </a:lnTo>
                <a:cubicBezTo>
                  <a:pt x="741" y="251"/>
                  <a:pt x="777" y="501"/>
                  <a:pt x="804" y="760"/>
                </a:cubicBezTo>
                <a:cubicBezTo>
                  <a:pt x="839" y="1010"/>
                  <a:pt x="857" y="1259"/>
                  <a:pt x="866" y="1518"/>
                </a:cubicBezTo>
                <a:cubicBezTo>
                  <a:pt x="875" y="1768"/>
                  <a:pt x="857" y="2018"/>
                  <a:pt x="813" y="2268"/>
                </a:cubicBezTo>
                <a:cubicBezTo>
                  <a:pt x="786" y="2393"/>
                  <a:pt x="741" y="2509"/>
                  <a:pt x="670" y="2607"/>
                </a:cubicBezTo>
                <a:cubicBezTo>
                  <a:pt x="604" y="2698"/>
                  <a:pt x="499" y="2751"/>
                  <a:pt x="392" y="2751"/>
                </a:cubicBezTo>
                <a:cubicBezTo>
                  <a:pt x="383" y="2751"/>
                  <a:pt x="375" y="2751"/>
                  <a:pt x="366" y="2750"/>
                </a:cubicBezTo>
                <a:cubicBezTo>
                  <a:pt x="242" y="2732"/>
                  <a:pt x="143" y="2652"/>
                  <a:pt x="108" y="2536"/>
                </a:cubicBezTo>
                <a:cubicBezTo>
                  <a:pt x="72" y="2411"/>
                  <a:pt x="54" y="2286"/>
                  <a:pt x="54" y="2170"/>
                </a:cubicBezTo>
                <a:cubicBezTo>
                  <a:pt x="63" y="1911"/>
                  <a:pt x="99" y="1661"/>
                  <a:pt x="152" y="1420"/>
                </a:cubicBezTo>
                <a:cubicBezTo>
                  <a:pt x="206" y="1170"/>
                  <a:pt x="277" y="920"/>
                  <a:pt x="366" y="688"/>
                </a:cubicBezTo>
                <a:cubicBezTo>
                  <a:pt x="438" y="438"/>
                  <a:pt x="554" y="215"/>
                  <a:pt x="697" y="1"/>
                </a:cubicBezTo>
                <a:close/>
              </a:path>
            </a:pathLst>
          </a:custGeom>
          <a:solidFill>
            <a:srgbClr val="CB47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5" name="Google Shape;2735;p24"/>
          <p:cNvSpPr/>
          <p:nvPr/>
        </p:nvSpPr>
        <p:spPr>
          <a:xfrm>
            <a:off x="3179701" y="875586"/>
            <a:ext cx="207208" cy="98441"/>
          </a:xfrm>
          <a:custGeom>
            <a:avLst/>
            <a:gdLst/>
            <a:ahLst/>
            <a:cxnLst/>
            <a:rect l="l" t="t" r="r" b="b"/>
            <a:pathLst>
              <a:path w="2669" h="1268" extrusionOk="0">
                <a:moveTo>
                  <a:pt x="384" y="1"/>
                </a:moveTo>
                <a:cubicBezTo>
                  <a:pt x="257" y="1"/>
                  <a:pt x="129" y="9"/>
                  <a:pt x="0" y="27"/>
                </a:cubicBezTo>
                <a:cubicBezTo>
                  <a:pt x="97" y="17"/>
                  <a:pt x="193" y="12"/>
                  <a:pt x="288" y="12"/>
                </a:cubicBezTo>
                <a:cubicBezTo>
                  <a:pt x="446" y="12"/>
                  <a:pt x="603" y="26"/>
                  <a:pt x="759" y="54"/>
                </a:cubicBezTo>
                <a:cubicBezTo>
                  <a:pt x="1009" y="81"/>
                  <a:pt x="1258" y="134"/>
                  <a:pt x="1508" y="197"/>
                </a:cubicBezTo>
                <a:cubicBezTo>
                  <a:pt x="1749" y="259"/>
                  <a:pt x="1990" y="349"/>
                  <a:pt x="2213" y="456"/>
                </a:cubicBezTo>
                <a:cubicBezTo>
                  <a:pt x="2329" y="518"/>
                  <a:pt x="2428" y="590"/>
                  <a:pt x="2517" y="679"/>
                </a:cubicBezTo>
                <a:cubicBezTo>
                  <a:pt x="2606" y="768"/>
                  <a:pt x="2633" y="893"/>
                  <a:pt x="2588" y="1009"/>
                </a:cubicBezTo>
                <a:cubicBezTo>
                  <a:pt x="2544" y="1116"/>
                  <a:pt x="2446" y="1196"/>
                  <a:pt x="2321" y="1214"/>
                </a:cubicBezTo>
                <a:cubicBezTo>
                  <a:pt x="2289" y="1219"/>
                  <a:pt x="2258" y="1221"/>
                  <a:pt x="2226" y="1221"/>
                </a:cubicBezTo>
                <a:cubicBezTo>
                  <a:pt x="2138" y="1221"/>
                  <a:pt x="2046" y="1205"/>
                  <a:pt x="1955" y="1179"/>
                </a:cubicBezTo>
                <a:cubicBezTo>
                  <a:pt x="1714" y="1107"/>
                  <a:pt x="1482" y="1009"/>
                  <a:pt x="1267" y="884"/>
                </a:cubicBezTo>
                <a:cubicBezTo>
                  <a:pt x="1044" y="759"/>
                  <a:pt x="830" y="616"/>
                  <a:pt x="616" y="474"/>
                </a:cubicBezTo>
                <a:cubicBezTo>
                  <a:pt x="411" y="340"/>
                  <a:pt x="205" y="188"/>
                  <a:pt x="0" y="27"/>
                </a:cubicBezTo>
                <a:lnTo>
                  <a:pt x="0" y="27"/>
                </a:lnTo>
                <a:cubicBezTo>
                  <a:pt x="393" y="358"/>
                  <a:pt x="803" y="652"/>
                  <a:pt x="1250" y="911"/>
                </a:cubicBezTo>
                <a:cubicBezTo>
                  <a:pt x="1464" y="1045"/>
                  <a:pt x="1696" y="1152"/>
                  <a:pt x="1946" y="1223"/>
                </a:cubicBezTo>
                <a:cubicBezTo>
                  <a:pt x="2031" y="1254"/>
                  <a:pt x="2121" y="1268"/>
                  <a:pt x="2209" y="1268"/>
                </a:cubicBezTo>
                <a:cubicBezTo>
                  <a:pt x="2249" y="1268"/>
                  <a:pt x="2290" y="1265"/>
                  <a:pt x="2329" y="1259"/>
                </a:cubicBezTo>
                <a:cubicBezTo>
                  <a:pt x="2472" y="1241"/>
                  <a:pt x="2588" y="1152"/>
                  <a:pt x="2642" y="1027"/>
                </a:cubicBezTo>
                <a:cubicBezTo>
                  <a:pt x="2669" y="955"/>
                  <a:pt x="2669" y="884"/>
                  <a:pt x="2651" y="822"/>
                </a:cubicBezTo>
                <a:cubicBezTo>
                  <a:pt x="2633" y="759"/>
                  <a:pt x="2597" y="697"/>
                  <a:pt x="2553" y="643"/>
                </a:cubicBezTo>
                <a:cubicBezTo>
                  <a:pt x="2463" y="554"/>
                  <a:pt x="2356" y="482"/>
                  <a:pt x="2240" y="420"/>
                </a:cubicBezTo>
                <a:cubicBezTo>
                  <a:pt x="2008" y="313"/>
                  <a:pt x="1767" y="224"/>
                  <a:pt x="1517" y="170"/>
                </a:cubicBezTo>
                <a:cubicBezTo>
                  <a:pt x="1267" y="108"/>
                  <a:pt x="1018" y="63"/>
                  <a:pt x="768" y="27"/>
                </a:cubicBezTo>
                <a:cubicBezTo>
                  <a:pt x="638" y="9"/>
                  <a:pt x="511" y="1"/>
                  <a:pt x="384" y="1"/>
                </a:cubicBezTo>
                <a:close/>
              </a:path>
            </a:pathLst>
          </a:custGeom>
          <a:solidFill>
            <a:srgbClr val="CB47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6" name="Google Shape;2736;p24"/>
          <p:cNvSpPr/>
          <p:nvPr/>
        </p:nvSpPr>
        <p:spPr>
          <a:xfrm>
            <a:off x="3070856" y="785529"/>
            <a:ext cx="69406" cy="219008"/>
          </a:xfrm>
          <a:custGeom>
            <a:avLst/>
            <a:gdLst/>
            <a:ahLst/>
            <a:cxnLst/>
            <a:rect l="l" t="t" r="r" b="b"/>
            <a:pathLst>
              <a:path w="894" h="2821" extrusionOk="0">
                <a:moveTo>
                  <a:pt x="456" y="0"/>
                </a:moveTo>
                <a:cubicBezTo>
                  <a:pt x="527" y="241"/>
                  <a:pt x="590" y="491"/>
                  <a:pt x="652" y="741"/>
                </a:cubicBezTo>
                <a:cubicBezTo>
                  <a:pt x="715" y="982"/>
                  <a:pt x="759" y="1232"/>
                  <a:pt x="795" y="1482"/>
                </a:cubicBezTo>
                <a:cubicBezTo>
                  <a:pt x="840" y="1732"/>
                  <a:pt x="849" y="1991"/>
                  <a:pt x="831" y="2240"/>
                </a:cubicBezTo>
                <a:cubicBezTo>
                  <a:pt x="822" y="2365"/>
                  <a:pt x="786" y="2481"/>
                  <a:pt x="733" y="2597"/>
                </a:cubicBezTo>
                <a:cubicBezTo>
                  <a:pt x="670" y="2705"/>
                  <a:pt x="563" y="2767"/>
                  <a:pt x="438" y="2767"/>
                </a:cubicBezTo>
                <a:cubicBezTo>
                  <a:pt x="322" y="2767"/>
                  <a:pt x="206" y="2696"/>
                  <a:pt x="161" y="2580"/>
                </a:cubicBezTo>
                <a:cubicBezTo>
                  <a:pt x="108" y="2472"/>
                  <a:pt x="81" y="2348"/>
                  <a:pt x="72" y="2223"/>
                </a:cubicBezTo>
                <a:cubicBezTo>
                  <a:pt x="45" y="1973"/>
                  <a:pt x="45" y="1723"/>
                  <a:pt x="81" y="1473"/>
                </a:cubicBezTo>
                <a:cubicBezTo>
                  <a:pt x="108" y="1214"/>
                  <a:pt x="153" y="964"/>
                  <a:pt x="206" y="723"/>
                </a:cubicBezTo>
                <a:cubicBezTo>
                  <a:pt x="260" y="473"/>
                  <a:pt x="340" y="223"/>
                  <a:pt x="456" y="0"/>
                </a:cubicBezTo>
                <a:lnTo>
                  <a:pt x="456" y="0"/>
                </a:lnTo>
                <a:cubicBezTo>
                  <a:pt x="331" y="223"/>
                  <a:pt x="242" y="464"/>
                  <a:pt x="179" y="714"/>
                </a:cubicBezTo>
                <a:cubicBezTo>
                  <a:pt x="117" y="955"/>
                  <a:pt x="72" y="1214"/>
                  <a:pt x="37" y="1464"/>
                </a:cubicBezTo>
                <a:cubicBezTo>
                  <a:pt x="1" y="1714"/>
                  <a:pt x="1" y="1973"/>
                  <a:pt x="19" y="2232"/>
                </a:cubicBezTo>
                <a:cubicBezTo>
                  <a:pt x="28" y="2356"/>
                  <a:pt x="63" y="2490"/>
                  <a:pt x="117" y="2606"/>
                </a:cubicBezTo>
                <a:cubicBezTo>
                  <a:pt x="144" y="2669"/>
                  <a:pt x="188" y="2722"/>
                  <a:pt x="242" y="2758"/>
                </a:cubicBezTo>
                <a:cubicBezTo>
                  <a:pt x="304" y="2803"/>
                  <a:pt x="367" y="2821"/>
                  <a:pt x="438" y="2821"/>
                </a:cubicBezTo>
                <a:cubicBezTo>
                  <a:pt x="581" y="2821"/>
                  <a:pt x="706" y="2740"/>
                  <a:pt x="777" y="2615"/>
                </a:cubicBezTo>
                <a:cubicBezTo>
                  <a:pt x="831" y="2499"/>
                  <a:pt x="867" y="2374"/>
                  <a:pt x="875" y="2249"/>
                </a:cubicBezTo>
                <a:cubicBezTo>
                  <a:pt x="893" y="1991"/>
                  <a:pt x="884" y="1732"/>
                  <a:pt x="840" y="1482"/>
                </a:cubicBezTo>
                <a:cubicBezTo>
                  <a:pt x="751" y="973"/>
                  <a:pt x="626" y="482"/>
                  <a:pt x="456" y="0"/>
                </a:cubicBezTo>
                <a:close/>
              </a:path>
            </a:pathLst>
          </a:custGeom>
          <a:solidFill>
            <a:srgbClr val="CB47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7" name="Google Shape;2737;p24"/>
          <p:cNvSpPr/>
          <p:nvPr/>
        </p:nvSpPr>
        <p:spPr>
          <a:xfrm>
            <a:off x="3102764" y="776368"/>
            <a:ext cx="213496" cy="83923"/>
          </a:xfrm>
          <a:custGeom>
            <a:avLst/>
            <a:gdLst/>
            <a:ahLst/>
            <a:cxnLst/>
            <a:rect l="l" t="t" r="r" b="b"/>
            <a:pathLst>
              <a:path w="2750" h="1081" extrusionOk="0">
                <a:moveTo>
                  <a:pt x="680" y="1"/>
                </a:moveTo>
                <a:cubicBezTo>
                  <a:pt x="449" y="1"/>
                  <a:pt x="225" y="35"/>
                  <a:pt x="0" y="91"/>
                </a:cubicBezTo>
                <a:cubicBezTo>
                  <a:pt x="198" y="49"/>
                  <a:pt x="401" y="24"/>
                  <a:pt x="602" y="24"/>
                </a:cubicBezTo>
                <a:cubicBezTo>
                  <a:pt x="654" y="24"/>
                  <a:pt x="707" y="25"/>
                  <a:pt x="759" y="29"/>
                </a:cubicBezTo>
                <a:cubicBezTo>
                  <a:pt x="1018" y="38"/>
                  <a:pt x="1268" y="56"/>
                  <a:pt x="1518" y="100"/>
                </a:cubicBezTo>
                <a:cubicBezTo>
                  <a:pt x="1768" y="127"/>
                  <a:pt x="2017" y="190"/>
                  <a:pt x="2258" y="279"/>
                </a:cubicBezTo>
                <a:cubicBezTo>
                  <a:pt x="2374" y="315"/>
                  <a:pt x="2482" y="377"/>
                  <a:pt x="2580" y="457"/>
                </a:cubicBezTo>
                <a:cubicBezTo>
                  <a:pt x="2678" y="529"/>
                  <a:pt x="2723" y="654"/>
                  <a:pt x="2687" y="770"/>
                </a:cubicBezTo>
                <a:cubicBezTo>
                  <a:pt x="2660" y="886"/>
                  <a:pt x="2571" y="975"/>
                  <a:pt x="2446" y="1011"/>
                </a:cubicBezTo>
                <a:cubicBezTo>
                  <a:pt x="2382" y="1026"/>
                  <a:pt x="2315" y="1032"/>
                  <a:pt x="2248" y="1032"/>
                </a:cubicBezTo>
                <a:cubicBezTo>
                  <a:pt x="2192" y="1032"/>
                  <a:pt x="2136" y="1028"/>
                  <a:pt x="2080" y="1020"/>
                </a:cubicBezTo>
                <a:cubicBezTo>
                  <a:pt x="1830" y="966"/>
                  <a:pt x="1589" y="895"/>
                  <a:pt x="1357" y="797"/>
                </a:cubicBezTo>
                <a:cubicBezTo>
                  <a:pt x="1125" y="698"/>
                  <a:pt x="902" y="582"/>
                  <a:pt x="670" y="466"/>
                </a:cubicBezTo>
                <a:cubicBezTo>
                  <a:pt x="438" y="350"/>
                  <a:pt x="224" y="225"/>
                  <a:pt x="0" y="91"/>
                </a:cubicBezTo>
                <a:lnTo>
                  <a:pt x="0" y="91"/>
                </a:lnTo>
                <a:cubicBezTo>
                  <a:pt x="429" y="377"/>
                  <a:pt x="866" y="618"/>
                  <a:pt x="1330" y="832"/>
                </a:cubicBezTo>
                <a:cubicBezTo>
                  <a:pt x="1571" y="939"/>
                  <a:pt x="1812" y="1011"/>
                  <a:pt x="2062" y="1064"/>
                </a:cubicBezTo>
                <a:cubicBezTo>
                  <a:pt x="2118" y="1076"/>
                  <a:pt x="2173" y="1080"/>
                  <a:pt x="2227" y="1080"/>
                </a:cubicBezTo>
                <a:cubicBezTo>
                  <a:pt x="2302" y="1080"/>
                  <a:pt x="2377" y="1071"/>
                  <a:pt x="2455" y="1055"/>
                </a:cubicBezTo>
                <a:cubicBezTo>
                  <a:pt x="2589" y="1020"/>
                  <a:pt x="2696" y="913"/>
                  <a:pt x="2731" y="788"/>
                </a:cubicBezTo>
                <a:cubicBezTo>
                  <a:pt x="2749" y="716"/>
                  <a:pt x="2749" y="645"/>
                  <a:pt x="2723" y="582"/>
                </a:cubicBezTo>
                <a:cubicBezTo>
                  <a:pt x="2696" y="520"/>
                  <a:pt x="2651" y="457"/>
                  <a:pt x="2606" y="422"/>
                </a:cubicBezTo>
                <a:cubicBezTo>
                  <a:pt x="2499" y="332"/>
                  <a:pt x="2392" y="270"/>
                  <a:pt x="2267" y="225"/>
                </a:cubicBezTo>
                <a:cubicBezTo>
                  <a:pt x="2026" y="145"/>
                  <a:pt x="1776" y="83"/>
                  <a:pt x="1518" y="56"/>
                </a:cubicBezTo>
                <a:cubicBezTo>
                  <a:pt x="1268" y="20"/>
                  <a:pt x="1018" y="2"/>
                  <a:pt x="759" y="2"/>
                </a:cubicBezTo>
                <a:cubicBezTo>
                  <a:pt x="733" y="1"/>
                  <a:pt x="706" y="1"/>
                  <a:pt x="680" y="1"/>
                </a:cubicBezTo>
                <a:close/>
              </a:path>
            </a:pathLst>
          </a:custGeom>
          <a:solidFill>
            <a:srgbClr val="CB47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8" name="Google Shape;2738;p24"/>
          <p:cNvSpPr/>
          <p:nvPr/>
        </p:nvSpPr>
        <p:spPr>
          <a:xfrm>
            <a:off x="3003702" y="700285"/>
            <a:ext cx="72822" cy="217844"/>
          </a:xfrm>
          <a:custGeom>
            <a:avLst/>
            <a:gdLst/>
            <a:ahLst/>
            <a:cxnLst/>
            <a:rect l="l" t="t" r="r" b="b"/>
            <a:pathLst>
              <a:path w="938" h="2806" extrusionOk="0">
                <a:moveTo>
                  <a:pt x="259" y="0"/>
                </a:moveTo>
                <a:cubicBezTo>
                  <a:pt x="161" y="233"/>
                  <a:pt x="98" y="482"/>
                  <a:pt x="72" y="732"/>
                </a:cubicBezTo>
                <a:cubicBezTo>
                  <a:pt x="36" y="982"/>
                  <a:pt x="9" y="1241"/>
                  <a:pt x="9" y="1500"/>
                </a:cubicBezTo>
                <a:cubicBezTo>
                  <a:pt x="0" y="1750"/>
                  <a:pt x="27" y="2009"/>
                  <a:pt x="72" y="2259"/>
                </a:cubicBezTo>
                <a:cubicBezTo>
                  <a:pt x="98" y="2383"/>
                  <a:pt x="143" y="2508"/>
                  <a:pt x="214" y="2624"/>
                </a:cubicBezTo>
                <a:cubicBezTo>
                  <a:pt x="250" y="2678"/>
                  <a:pt x="295" y="2732"/>
                  <a:pt x="357" y="2767"/>
                </a:cubicBezTo>
                <a:cubicBezTo>
                  <a:pt x="409" y="2789"/>
                  <a:pt x="466" y="2805"/>
                  <a:pt x="520" y="2805"/>
                </a:cubicBezTo>
                <a:cubicBezTo>
                  <a:pt x="531" y="2805"/>
                  <a:pt x="542" y="2805"/>
                  <a:pt x="553" y="2803"/>
                </a:cubicBezTo>
                <a:cubicBezTo>
                  <a:pt x="696" y="2785"/>
                  <a:pt x="812" y="2696"/>
                  <a:pt x="866" y="2562"/>
                </a:cubicBezTo>
                <a:cubicBezTo>
                  <a:pt x="910" y="2446"/>
                  <a:pt x="937" y="2312"/>
                  <a:pt x="928" y="2178"/>
                </a:cubicBezTo>
                <a:cubicBezTo>
                  <a:pt x="919" y="1928"/>
                  <a:pt x="875" y="1669"/>
                  <a:pt x="803" y="1428"/>
                </a:cubicBezTo>
                <a:cubicBezTo>
                  <a:pt x="661" y="938"/>
                  <a:pt x="482" y="456"/>
                  <a:pt x="259" y="0"/>
                </a:cubicBezTo>
                <a:lnTo>
                  <a:pt x="259" y="0"/>
                </a:lnTo>
                <a:cubicBezTo>
                  <a:pt x="366" y="233"/>
                  <a:pt x="464" y="465"/>
                  <a:pt x="545" y="706"/>
                </a:cubicBezTo>
                <a:cubicBezTo>
                  <a:pt x="625" y="947"/>
                  <a:pt x="705" y="1188"/>
                  <a:pt x="768" y="1437"/>
                </a:cubicBezTo>
                <a:cubicBezTo>
                  <a:pt x="830" y="1678"/>
                  <a:pt x="875" y="1928"/>
                  <a:pt x="884" y="2178"/>
                </a:cubicBezTo>
                <a:cubicBezTo>
                  <a:pt x="884" y="2303"/>
                  <a:pt x="866" y="2428"/>
                  <a:pt x="821" y="2544"/>
                </a:cubicBezTo>
                <a:cubicBezTo>
                  <a:pt x="777" y="2651"/>
                  <a:pt x="669" y="2732"/>
                  <a:pt x="553" y="2749"/>
                </a:cubicBezTo>
                <a:cubicBezTo>
                  <a:pt x="545" y="2750"/>
                  <a:pt x="536" y="2750"/>
                  <a:pt x="527" y="2750"/>
                </a:cubicBezTo>
                <a:cubicBezTo>
                  <a:pt x="412" y="2750"/>
                  <a:pt x="309" y="2697"/>
                  <a:pt x="259" y="2598"/>
                </a:cubicBezTo>
                <a:cubicBezTo>
                  <a:pt x="188" y="2491"/>
                  <a:pt x="143" y="2375"/>
                  <a:pt x="125" y="2250"/>
                </a:cubicBezTo>
                <a:cubicBezTo>
                  <a:pt x="72" y="2000"/>
                  <a:pt x="45" y="1750"/>
                  <a:pt x="54" y="1500"/>
                </a:cubicBezTo>
                <a:cubicBezTo>
                  <a:pt x="45" y="1241"/>
                  <a:pt x="63" y="991"/>
                  <a:pt x="98" y="741"/>
                </a:cubicBezTo>
                <a:cubicBezTo>
                  <a:pt x="116" y="482"/>
                  <a:pt x="170" y="233"/>
                  <a:pt x="259" y="0"/>
                </a:cubicBezTo>
                <a:close/>
              </a:path>
            </a:pathLst>
          </a:custGeom>
          <a:solidFill>
            <a:srgbClr val="CB47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9" name="Google Shape;2739;p24"/>
          <p:cNvSpPr/>
          <p:nvPr/>
        </p:nvSpPr>
        <p:spPr>
          <a:xfrm>
            <a:off x="3018219" y="682196"/>
            <a:ext cx="218310" cy="72045"/>
          </a:xfrm>
          <a:custGeom>
            <a:avLst/>
            <a:gdLst/>
            <a:ahLst/>
            <a:cxnLst/>
            <a:rect l="l" t="t" r="r" b="b"/>
            <a:pathLst>
              <a:path w="2812" h="928" extrusionOk="0">
                <a:moveTo>
                  <a:pt x="1272" y="1"/>
                </a:moveTo>
                <a:cubicBezTo>
                  <a:pt x="1109" y="1"/>
                  <a:pt x="946" y="8"/>
                  <a:pt x="786" y="19"/>
                </a:cubicBezTo>
                <a:cubicBezTo>
                  <a:pt x="661" y="37"/>
                  <a:pt x="527" y="46"/>
                  <a:pt x="402" y="73"/>
                </a:cubicBezTo>
                <a:cubicBezTo>
                  <a:pt x="268" y="91"/>
                  <a:pt x="143" y="126"/>
                  <a:pt x="18" y="180"/>
                </a:cubicBezTo>
                <a:cubicBezTo>
                  <a:pt x="9" y="189"/>
                  <a:pt x="9" y="189"/>
                  <a:pt x="9" y="198"/>
                </a:cubicBezTo>
                <a:cubicBezTo>
                  <a:pt x="1" y="207"/>
                  <a:pt x="9" y="225"/>
                  <a:pt x="18" y="233"/>
                </a:cubicBezTo>
                <a:cubicBezTo>
                  <a:pt x="465" y="448"/>
                  <a:pt x="929" y="635"/>
                  <a:pt x="1411" y="778"/>
                </a:cubicBezTo>
                <a:cubicBezTo>
                  <a:pt x="1652" y="849"/>
                  <a:pt x="1893" y="903"/>
                  <a:pt x="2143" y="921"/>
                </a:cubicBezTo>
                <a:cubicBezTo>
                  <a:pt x="2177" y="926"/>
                  <a:pt x="2212" y="928"/>
                  <a:pt x="2247" y="928"/>
                </a:cubicBezTo>
                <a:cubicBezTo>
                  <a:pt x="2337" y="928"/>
                  <a:pt x="2427" y="913"/>
                  <a:pt x="2517" y="894"/>
                </a:cubicBezTo>
                <a:cubicBezTo>
                  <a:pt x="2642" y="858"/>
                  <a:pt x="2740" y="769"/>
                  <a:pt x="2785" y="653"/>
                </a:cubicBezTo>
                <a:lnTo>
                  <a:pt x="2785" y="653"/>
                </a:lnTo>
                <a:cubicBezTo>
                  <a:pt x="2740" y="769"/>
                  <a:pt x="2633" y="858"/>
                  <a:pt x="2508" y="885"/>
                </a:cubicBezTo>
                <a:cubicBezTo>
                  <a:pt x="2431" y="909"/>
                  <a:pt x="2350" y="921"/>
                  <a:pt x="2267" y="921"/>
                </a:cubicBezTo>
                <a:cubicBezTo>
                  <a:pt x="2226" y="921"/>
                  <a:pt x="2184" y="918"/>
                  <a:pt x="2143" y="912"/>
                </a:cubicBezTo>
                <a:cubicBezTo>
                  <a:pt x="1893" y="885"/>
                  <a:pt x="1652" y="831"/>
                  <a:pt x="1411" y="751"/>
                </a:cubicBezTo>
                <a:cubicBezTo>
                  <a:pt x="1179" y="680"/>
                  <a:pt x="947" y="590"/>
                  <a:pt x="715" y="492"/>
                </a:cubicBezTo>
                <a:cubicBezTo>
                  <a:pt x="502" y="402"/>
                  <a:pt x="297" y="313"/>
                  <a:pt x="93" y="209"/>
                </a:cubicBezTo>
                <a:lnTo>
                  <a:pt x="93" y="209"/>
                </a:lnTo>
                <a:cubicBezTo>
                  <a:pt x="192" y="169"/>
                  <a:pt x="297" y="141"/>
                  <a:pt x="402" y="126"/>
                </a:cubicBezTo>
                <a:cubicBezTo>
                  <a:pt x="536" y="100"/>
                  <a:pt x="661" y="82"/>
                  <a:pt x="786" y="73"/>
                </a:cubicBezTo>
                <a:cubicBezTo>
                  <a:pt x="1045" y="46"/>
                  <a:pt x="1304" y="37"/>
                  <a:pt x="1562" y="37"/>
                </a:cubicBezTo>
                <a:cubicBezTo>
                  <a:pt x="1821" y="37"/>
                  <a:pt x="2080" y="73"/>
                  <a:pt x="2330" y="135"/>
                </a:cubicBezTo>
                <a:cubicBezTo>
                  <a:pt x="2455" y="162"/>
                  <a:pt x="2580" y="225"/>
                  <a:pt x="2678" y="305"/>
                </a:cubicBezTo>
                <a:cubicBezTo>
                  <a:pt x="2732" y="341"/>
                  <a:pt x="2767" y="394"/>
                  <a:pt x="2794" y="457"/>
                </a:cubicBezTo>
                <a:cubicBezTo>
                  <a:pt x="2803" y="519"/>
                  <a:pt x="2803" y="590"/>
                  <a:pt x="2785" y="653"/>
                </a:cubicBezTo>
                <a:cubicBezTo>
                  <a:pt x="2803" y="590"/>
                  <a:pt x="2812" y="519"/>
                  <a:pt x="2794" y="448"/>
                </a:cubicBezTo>
                <a:cubicBezTo>
                  <a:pt x="2776" y="385"/>
                  <a:pt x="2741" y="332"/>
                  <a:pt x="2687" y="287"/>
                </a:cubicBezTo>
                <a:cubicBezTo>
                  <a:pt x="2580" y="207"/>
                  <a:pt x="2464" y="153"/>
                  <a:pt x="2339" y="117"/>
                </a:cubicBezTo>
                <a:cubicBezTo>
                  <a:pt x="2089" y="55"/>
                  <a:pt x="1830" y="10"/>
                  <a:pt x="1571" y="10"/>
                </a:cubicBezTo>
                <a:cubicBezTo>
                  <a:pt x="1472" y="4"/>
                  <a:pt x="1372" y="1"/>
                  <a:pt x="1272" y="1"/>
                </a:cubicBezTo>
                <a:close/>
              </a:path>
            </a:pathLst>
          </a:custGeom>
          <a:solidFill>
            <a:srgbClr val="CB47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0" name="Google Shape;2740;p24"/>
          <p:cNvSpPr/>
          <p:nvPr/>
        </p:nvSpPr>
        <p:spPr>
          <a:xfrm>
            <a:off x="2967679" y="651453"/>
            <a:ext cx="380722" cy="457891"/>
          </a:xfrm>
          <a:custGeom>
            <a:avLst/>
            <a:gdLst/>
            <a:ahLst/>
            <a:cxnLst/>
            <a:rect l="l" t="t" r="r" b="b"/>
            <a:pathLst>
              <a:path w="4904" h="5898" extrusionOk="0">
                <a:moveTo>
                  <a:pt x="69" y="1"/>
                </a:moveTo>
                <a:cubicBezTo>
                  <a:pt x="32" y="1"/>
                  <a:pt x="0" y="57"/>
                  <a:pt x="36" y="85"/>
                </a:cubicBezTo>
                <a:cubicBezTo>
                  <a:pt x="259" y="255"/>
                  <a:pt x="473" y="442"/>
                  <a:pt x="687" y="629"/>
                </a:cubicBezTo>
                <a:cubicBezTo>
                  <a:pt x="669" y="647"/>
                  <a:pt x="669" y="665"/>
                  <a:pt x="669" y="683"/>
                </a:cubicBezTo>
                <a:cubicBezTo>
                  <a:pt x="732" y="978"/>
                  <a:pt x="794" y="1272"/>
                  <a:pt x="848" y="1567"/>
                </a:cubicBezTo>
                <a:cubicBezTo>
                  <a:pt x="884" y="1808"/>
                  <a:pt x="919" y="2057"/>
                  <a:pt x="937" y="2307"/>
                </a:cubicBezTo>
                <a:cubicBezTo>
                  <a:pt x="964" y="2049"/>
                  <a:pt x="964" y="1781"/>
                  <a:pt x="937" y="1522"/>
                </a:cubicBezTo>
                <a:cubicBezTo>
                  <a:pt x="893" y="1254"/>
                  <a:pt x="839" y="986"/>
                  <a:pt x="776" y="728"/>
                </a:cubicBezTo>
                <a:lnTo>
                  <a:pt x="776" y="728"/>
                </a:lnTo>
                <a:cubicBezTo>
                  <a:pt x="1071" y="1004"/>
                  <a:pt x="1348" y="1299"/>
                  <a:pt x="1607" y="1584"/>
                </a:cubicBezTo>
                <a:cubicBezTo>
                  <a:pt x="1669" y="1656"/>
                  <a:pt x="1731" y="1736"/>
                  <a:pt x="1803" y="1808"/>
                </a:cubicBezTo>
                <a:cubicBezTo>
                  <a:pt x="1803" y="2084"/>
                  <a:pt x="1803" y="2361"/>
                  <a:pt x="1794" y="2647"/>
                </a:cubicBezTo>
                <a:cubicBezTo>
                  <a:pt x="1776" y="2896"/>
                  <a:pt x="1794" y="3209"/>
                  <a:pt x="1758" y="3459"/>
                </a:cubicBezTo>
                <a:cubicBezTo>
                  <a:pt x="1812" y="3200"/>
                  <a:pt x="1847" y="2941"/>
                  <a:pt x="1865" y="2673"/>
                </a:cubicBezTo>
                <a:cubicBezTo>
                  <a:pt x="1874" y="2441"/>
                  <a:pt x="1892" y="2156"/>
                  <a:pt x="1892" y="1924"/>
                </a:cubicBezTo>
                <a:cubicBezTo>
                  <a:pt x="2178" y="2254"/>
                  <a:pt x="2445" y="2602"/>
                  <a:pt x="2695" y="2959"/>
                </a:cubicBezTo>
                <a:cubicBezTo>
                  <a:pt x="2686" y="2968"/>
                  <a:pt x="2678" y="2986"/>
                  <a:pt x="2678" y="2995"/>
                </a:cubicBezTo>
                <a:cubicBezTo>
                  <a:pt x="2669" y="3289"/>
                  <a:pt x="2651" y="3584"/>
                  <a:pt x="2624" y="3878"/>
                </a:cubicBezTo>
                <a:cubicBezTo>
                  <a:pt x="2606" y="4137"/>
                  <a:pt x="2570" y="4387"/>
                  <a:pt x="2526" y="4637"/>
                </a:cubicBezTo>
                <a:cubicBezTo>
                  <a:pt x="2615" y="4396"/>
                  <a:pt x="2686" y="4155"/>
                  <a:pt x="2722" y="3905"/>
                </a:cubicBezTo>
                <a:cubicBezTo>
                  <a:pt x="2749" y="3628"/>
                  <a:pt x="2758" y="3343"/>
                  <a:pt x="2776" y="3066"/>
                </a:cubicBezTo>
                <a:cubicBezTo>
                  <a:pt x="3017" y="3423"/>
                  <a:pt x="3249" y="3789"/>
                  <a:pt x="3463" y="4173"/>
                </a:cubicBezTo>
                <a:cubicBezTo>
                  <a:pt x="3454" y="4485"/>
                  <a:pt x="3436" y="4806"/>
                  <a:pt x="3409" y="5128"/>
                </a:cubicBezTo>
                <a:cubicBezTo>
                  <a:pt x="3383" y="5351"/>
                  <a:pt x="3356" y="5583"/>
                  <a:pt x="3311" y="5806"/>
                </a:cubicBezTo>
                <a:cubicBezTo>
                  <a:pt x="3409" y="5538"/>
                  <a:pt x="3472" y="5262"/>
                  <a:pt x="3516" y="4976"/>
                </a:cubicBezTo>
                <a:cubicBezTo>
                  <a:pt x="3534" y="4762"/>
                  <a:pt x="3543" y="4548"/>
                  <a:pt x="3552" y="4333"/>
                </a:cubicBezTo>
                <a:cubicBezTo>
                  <a:pt x="3831" y="4830"/>
                  <a:pt x="4391" y="5897"/>
                  <a:pt x="4392" y="5897"/>
                </a:cubicBezTo>
                <a:cubicBezTo>
                  <a:pt x="4392" y="5897"/>
                  <a:pt x="4392" y="5896"/>
                  <a:pt x="4391" y="5895"/>
                </a:cubicBezTo>
                <a:cubicBezTo>
                  <a:pt x="4168" y="5315"/>
                  <a:pt x="3900" y="4762"/>
                  <a:pt x="3606" y="4217"/>
                </a:cubicBezTo>
                <a:lnTo>
                  <a:pt x="3606" y="4217"/>
                </a:lnTo>
                <a:cubicBezTo>
                  <a:pt x="3847" y="4244"/>
                  <a:pt x="4088" y="4378"/>
                  <a:pt x="4293" y="4485"/>
                </a:cubicBezTo>
                <a:cubicBezTo>
                  <a:pt x="4464" y="4567"/>
                  <a:pt x="4867" y="4731"/>
                  <a:pt x="4901" y="4731"/>
                </a:cubicBezTo>
                <a:cubicBezTo>
                  <a:pt x="4904" y="4731"/>
                  <a:pt x="4904" y="4729"/>
                  <a:pt x="4900" y="4726"/>
                </a:cubicBezTo>
                <a:cubicBezTo>
                  <a:pt x="4721" y="4592"/>
                  <a:pt x="4534" y="4485"/>
                  <a:pt x="4338" y="4396"/>
                </a:cubicBezTo>
                <a:cubicBezTo>
                  <a:pt x="4106" y="4271"/>
                  <a:pt x="3820" y="4119"/>
                  <a:pt x="3552" y="4119"/>
                </a:cubicBezTo>
                <a:cubicBezTo>
                  <a:pt x="3347" y="3753"/>
                  <a:pt x="3124" y="3396"/>
                  <a:pt x="2883" y="3048"/>
                </a:cubicBezTo>
                <a:lnTo>
                  <a:pt x="2883" y="3048"/>
                </a:lnTo>
                <a:cubicBezTo>
                  <a:pt x="3106" y="3102"/>
                  <a:pt x="3320" y="3191"/>
                  <a:pt x="3516" y="3307"/>
                </a:cubicBezTo>
                <a:cubicBezTo>
                  <a:pt x="3668" y="3395"/>
                  <a:pt x="4064" y="3555"/>
                  <a:pt x="4113" y="3555"/>
                </a:cubicBezTo>
                <a:cubicBezTo>
                  <a:pt x="4118" y="3555"/>
                  <a:pt x="4119" y="3553"/>
                  <a:pt x="4114" y="3548"/>
                </a:cubicBezTo>
                <a:cubicBezTo>
                  <a:pt x="3936" y="3423"/>
                  <a:pt x="3749" y="3307"/>
                  <a:pt x="3552" y="3218"/>
                </a:cubicBezTo>
                <a:cubicBezTo>
                  <a:pt x="3329" y="3102"/>
                  <a:pt x="3070" y="2959"/>
                  <a:pt x="2811" y="2941"/>
                </a:cubicBezTo>
                <a:cubicBezTo>
                  <a:pt x="2526" y="2539"/>
                  <a:pt x="2231" y="2165"/>
                  <a:pt x="1919" y="1799"/>
                </a:cubicBezTo>
                <a:cubicBezTo>
                  <a:pt x="2160" y="1799"/>
                  <a:pt x="2428" y="1933"/>
                  <a:pt x="2642" y="2031"/>
                </a:cubicBezTo>
                <a:cubicBezTo>
                  <a:pt x="2803" y="2103"/>
                  <a:pt x="3211" y="2241"/>
                  <a:pt x="3256" y="2241"/>
                </a:cubicBezTo>
                <a:cubicBezTo>
                  <a:pt x="3261" y="2241"/>
                  <a:pt x="3262" y="2239"/>
                  <a:pt x="3258" y="2236"/>
                </a:cubicBezTo>
                <a:cubicBezTo>
                  <a:pt x="3070" y="2120"/>
                  <a:pt x="2883" y="2013"/>
                  <a:pt x="2678" y="1933"/>
                </a:cubicBezTo>
                <a:cubicBezTo>
                  <a:pt x="2447" y="1834"/>
                  <a:pt x="2172" y="1697"/>
                  <a:pt x="1906" y="1697"/>
                </a:cubicBezTo>
                <a:cubicBezTo>
                  <a:pt x="1884" y="1697"/>
                  <a:pt x="1861" y="1698"/>
                  <a:pt x="1839" y="1700"/>
                </a:cubicBezTo>
                <a:lnTo>
                  <a:pt x="1740" y="1593"/>
                </a:lnTo>
                <a:cubicBezTo>
                  <a:pt x="1473" y="1281"/>
                  <a:pt x="1187" y="978"/>
                  <a:pt x="884" y="683"/>
                </a:cubicBezTo>
                <a:cubicBezTo>
                  <a:pt x="1107" y="683"/>
                  <a:pt x="1339" y="710"/>
                  <a:pt x="1553" y="772"/>
                </a:cubicBezTo>
                <a:cubicBezTo>
                  <a:pt x="1720" y="810"/>
                  <a:pt x="2105" y="867"/>
                  <a:pt x="2185" y="867"/>
                </a:cubicBezTo>
                <a:cubicBezTo>
                  <a:pt x="2199" y="867"/>
                  <a:pt x="2204" y="866"/>
                  <a:pt x="2196" y="862"/>
                </a:cubicBezTo>
                <a:cubicBezTo>
                  <a:pt x="1990" y="781"/>
                  <a:pt x="1785" y="719"/>
                  <a:pt x="1571" y="683"/>
                </a:cubicBezTo>
                <a:cubicBezTo>
                  <a:pt x="1386" y="642"/>
                  <a:pt x="1175" y="585"/>
                  <a:pt x="969" y="585"/>
                </a:cubicBezTo>
                <a:cubicBezTo>
                  <a:pt x="907" y="585"/>
                  <a:pt x="846" y="590"/>
                  <a:pt x="785" y="603"/>
                </a:cubicBezTo>
                <a:cubicBezTo>
                  <a:pt x="571" y="389"/>
                  <a:pt x="339" y="192"/>
                  <a:pt x="98" y="14"/>
                </a:cubicBezTo>
                <a:cubicBezTo>
                  <a:pt x="89" y="4"/>
                  <a:pt x="79" y="1"/>
                  <a:pt x="6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1" name="Google Shape;2741;p24"/>
          <p:cNvSpPr/>
          <p:nvPr/>
        </p:nvSpPr>
        <p:spPr>
          <a:xfrm>
            <a:off x="3592975" y="969998"/>
            <a:ext cx="472564" cy="511382"/>
          </a:xfrm>
          <a:custGeom>
            <a:avLst/>
            <a:gdLst/>
            <a:ahLst/>
            <a:cxnLst/>
            <a:rect l="l" t="t" r="r" b="b"/>
            <a:pathLst>
              <a:path w="6087" h="6587" extrusionOk="0">
                <a:moveTo>
                  <a:pt x="3972" y="0"/>
                </a:moveTo>
                <a:cubicBezTo>
                  <a:pt x="3972" y="0"/>
                  <a:pt x="3749" y="537"/>
                  <a:pt x="3402" y="537"/>
                </a:cubicBezTo>
                <a:cubicBezTo>
                  <a:pt x="3304" y="537"/>
                  <a:pt x="3195" y="494"/>
                  <a:pt x="3079" y="384"/>
                </a:cubicBezTo>
                <a:lnTo>
                  <a:pt x="3079" y="384"/>
                </a:lnTo>
                <a:cubicBezTo>
                  <a:pt x="3079" y="384"/>
                  <a:pt x="3177" y="1009"/>
                  <a:pt x="2820" y="1294"/>
                </a:cubicBezTo>
                <a:cubicBezTo>
                  <a:pt x="2764" y="1339"/>
                  <a:pt x="2701" y="1359"/>
                  <a:pt x="2635" y="1359"/>
                </a:cubicBezTo>
                <a:cubicBezTo>
                  <a:pt x="2280" y="1359"/>
                  <a:pt x="1823" y="806"/>
                  <a:pt x="1740" y="679"/>
                </a:cubicBezTo>
                <a:cubicBezTo>
                  <a:pt x="1740" y="679"/>
                  <a:pt x="1456" y="1447"/>
                  <a:pt x="334" y="1447"/>
                </a:cubicBezTo>
                <a:cubicBezTo>
                  <a:pt x="315" y="1447"/>
                  <a:pt x="296" y="1447"/>
                  <a:pt x="277" y="1446"/>
                </a:cubicBezTo>
                <a:lnTo>
                  <a:pt x="277" y="1446"/>
                </a:lnTo>
                <a:cubicBezTo>
                  <a:pt x="277" y="1446"/>
                  <a:pt x="1205" y="1901"/>
                  <a:pt x="741" y="2642"/>
                </a:cubicBezTo>
                <a:cubicBezTo>
                  <a:pt x="741" y="2642"/>
                  <a:pt x="904" y="2589"/>
                  <a:pt x="1103" y="2589"/>
                </a:cubicBezTo>
                <a:cubicBezTo>
                  <a:pt x="1303" y="2589"/>
                  <a:pt x="1540" y="2642"/>
                  <a:pt x="1687" y="2856"/>
                </a:cubicBezTo>
                <a:cubicBezTo>
                  <a:pt x="1939" y="3216"/>
                  <a:pt x="1556" y="3595"/>
                  <a:pt x="846" y="3595"/>
                </a:cubicBezTo>
                <a:cubicBezTo>
                  <a:pt x="727" y="3595"/>
                  <a:pt x="599" y="3584"/>
                  <a:pt x="464" y="3561"/>
                </a:cubicBezTo>
                <a:lnTo>
                  <a:pt x="464" y="3561"/>
                </a:lnTo>
                <a:cubicBezTo>
                  <a:pt x="464" y="3561"/>
                  <a:pt x="973" y="4507"/>
                  <a:pt x="0" y="5025"/>
                </a:cubicBezTo>
                <a:cubicBezTo>
                  <a:pt x="0" y="5025"/>
                  <a:pt x="265" y="4906"/>
                  <a:pt x="588" y="4906"/>
                </a:cubicBezTo>
                <a:cubicBezTo>
                  <a:pt x="920" y="4906"/>
                  <a:pt x="1313" y="5032"/>
                  <a:pt x="1544" y="5543"/>
                </a:cubicBezTo>
                <a:cubicBezTo>
                  <a:pt x="1544" y="5543"/>
                  <a:pt x="2035" y="4503"/>
                  <a:pt x="2550" y="4503"/>
                </a:cubicBezTo>
                <a:cubicBezTo>
                  <a:pt x="2569" y="4503"/>
                  <a:pt x="2588" y="4505"/>
                  <a:pt x="2606" y="4507"/>
                </a:cubicBezTo>
                <a:cubicBezTo>
                  <a:pt x="3142" y="4588"/>
                  <a:pt x="2481" y="5659"/>
                  <a:pt x="2481" y="5659"/>
                </a:cubicBezTo>
                <a:cubicBezTo>
                  <a:pt x="2481" y="5659"/>
                  <a:pt x="2496" y="5657"/>
                  <a:pt x="2522" y="5657"/>
                </a:cubicBezTo>
                <a:cubicBezTo>
                  <a:pt x="2684" y="5657"/>
                  <a:pt x="3280" y="5717"/>
                  <a:pt x="3365" y="6587"/>
                </a:cubicBezTo>
                <a:cubicBezTo>
                  <a:pt x="3365" y="6587"/>
                  <a:pt x="3935" y="5578"/>
                  <a:pt x="4675" y="5578"/>
                </a:cubicBezTo>
                <a:cubicBezTo>
                  <a:pt x="4682" y="5578"/>
                  <a:pt x="4688" y="5578"/>
                  <a:pt x="4695" y="5578"/>
                </a:cubicBezTo>
                <a:cubicBezTo>
                  <a:pt x="4695" y="5578"/>
                  <a:pt x="4338" y="4677"/>
                  <a:pt x="4579" y="4409"/>
                </a:cubicBezTo>
                <a:cubicBezTo>
                  <a:pt x="4648" y="4332"/>
                  <a:pt x="4757" y="4305"/>
                  <a:pt x="4877" y="4305"/>
                </a:cubicBezTo>
                <a:cubicBezTo>
                  <a:pt x="5172" y="4305"/>
                  <a:pt x="5534" y="4472"/>
                  <a:pt x="5534" y="4472"/>
                </a:cubicBezTo>
                <a:cubicBezTo>
                  <a:pt x="5534" y="4472"/>
                  <a:pt x="5498" y="3829"/>
                  <a:pt x="6087" y="3802"/>
                </a:cubicBezTo>
                <a:cubicBezTo>
                  <a:pt x="6087" y="3802"/>
                  <a:pt x="5418" y="3053"/>
                  <a:pt x="5882" y="2660"/>
                </a:cubicBezTo>
                <a:lnTo>
                  <a:pt x="5882" y="2660"/>
                </a:lnTo>
                <a:cubicBezTo>
                  <a:pt x="5882" y="2660"/>
                  <a:pt x="5637" y="2722"/>
                  <a:pt x="5309" y="2722"/>
                </a:cubicBezTo>
                <a:cubicBezTo>
                  <a:pt x="5013" y="2722"/>
                  <a:pt x="4650" y="2672"/>
                  <a:pt x="4338" y="2481"/>
                </a:cubicBezTo>
                <a:cubicBezTo>
                  <a:pt x="4338" y="2481"/>
                  <a:pt x="4213" y="1518"/>
                  <a:pt x="4748" y="857"/>
                </a:cubicBezTo>
                <a:cubicBezTo>
                  <a:pt x="4748" y="857"/>
                  <a:pt x="3990" y="750"/>
                  <a:pt x="397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2" name="Google Shape;2742;p24"/>
          <p:cNvSpPr/>
          <p:nvPr/>
        </p:nvSpPr>
        <p:spPr>
          <a:xfrm>
            <a:off x="3592975" y="1042044"/>
            <a:ext cx="280651" cy="358286"/>
          </a:xfrm>
          <a:custGeom>
            <a:avLst/>
            <a:gdLst/>
            <a:ahLst/>
            <a:cxnLst/>
            <a:rect l="l" t="t" r="r" b="b"/>
            <a:pathLst>
              <a:path w="3615" h="4615" extrusionOk="0">
                <a:moveTo>
                  <a:pt x="1589" y="0"/>
                </a:moveTo>
                <a:cubicBezTo>
                  <a:pt x="1401" y="233"/>
                  <a:pt x="1009" y="536"/>
                  <a:pt x="277" y="518"/>
                </a:cubicBezTo>
                <a:cubicBezTo>
                  <a:pt x="277" y="518"/>
                  <a:pt x="1196" y="973"/>
                  <a:pt x="732" y="1705"/>
                </a:cubicBezTo>
                <a:cubicBezTo>
                  <a:pt x="732" y="1705"/>
                  <a:pt x="1392" y="1500"/>
                  <a:pt x="1687" y="1928"/>
                </a:cubicBezTo>
                <a:cubicBezTo>
                  <a:pt x="1981" y="2348"/>
                  <a:pt x="1410" y="2794"/>
                  <a:pt x="455" y="2633"/>
                </a:cubicBezTo>
                <a:cubicBezTo>
                  <a:pt x="455" y="2633"/>
                  <a:pt x="973" y="3579"/>
                  <a:pt x="0" y="4097"/>
                </a:cubicBezTo>
                <a:cubicBezTo>
                  <a:pt x="0" y="4097"/>
                  <a:pt x="1080" y="3606"/>
                  <a:pt x="1535" y="4615"/>
                </a:cubicBezTo>
                <a:cubicBezTo>
                  <a:pt x="1535" y="4615"/>
                  <a:pt x="2071" y="3499"/>
                  <a:pt x="2606" y="3579"/>
                </a:cubicBezTo>
                <a:cubicBezTo>
                  <a:pt x="2687" y="3579"/>
                  <a:pt x="2749" y="3633"/>
                  <a:pt x="2785" y="3704"/>
                </a:cubicBezTo>
                <a:cubicBezTo>
                  <a:pt x="3615" y="2357"/>
                  <a:pt x="3044" y="598"/>
                  <a:pt x="1589" y="0"/>
                </a:cubicBezTo>
                <a:close/>
              </a:path>
            </a:pathLst>
          </a:custGeom>
          <a:gradFill>
            <a:gsLst>
              <a:gs pos="0">
                <a:srgbClr val="FFFFFF">
                  <a:alpha val="0"/>
                </a:srgbClr>
              </a:gs>
              <a:gs pos="100000">
                <a:srgbClr val="FFFFFF">
                  <a:alpha val="2196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3" name="Google Shape;2743;p24"/>
          <p:cNvSpPr/>
          <p:nvPr/>
        </p:nvSpPr>
        <p:spPr>
          <a:xfrm>
            <a:off x="3591577" y="961691"/>
            <a:ext cx="476757" cy="522484"/>
          </a:xfrm>
          <a:custGeom>
            <a:avLst/>
            <a:gdLst/>
            <a:ahLst/>
            <a:cxnLst/>
            <a:rect l="l" t="t" r="r" b="b"/>
            <a:pathLst>
              <a:path w="6141" h="6730" extrusionOk="0">
                <a:moveTo>
                  <a:pt x="1551" y="2823"/>
                </a:moveTo>
                <a:cubicBezTo>
                  <a:pt x="1581" y="2844"/>
                  <a:pt x="1609" y="2867"/>
                  <a:pt x="1634" y="2893"/>
                </a:cubicBezTo>
                <a:lnTo>
                  <a:pt x="1634" y="2893"/>
                </a:lnTo>
                <a:cubicBezTo>
                  <a:pt x="1609" y="2867"/>
                  <a:pt x="1581" y="2843"/>
                  <a:pt x="1551" y="2823"/>
                </a:cubicBezTo>
                <a:close/>
                <a:moveTo>
                  <a:pt x="599" y="5016"/>
                </a:moveTo>
                <a:cubicBezTo>
                  <a:pt x="551" y="5016"/>
                  <a:pt x="503" y="5019"/>
                  <a:pt x="455" y="5025"/>
                </a:cubicBezTo>
                <a:cubicBezTo>
                  <a:pt x="359" y="5036"/>
                  <a:pt x="266" y="5055"/>
                  <a:pt x="175" y="5083"/>
                </a:cubicBezTo>
                <a:lnTo>
                  <a:pt x="175" y="5083"/>
                </a:lnTo>
                <a:cubicBezTo>
                  <a:pt x="264" y="5058"/>
                  <a:pt x="355" y="5039"/>
                  <a:pt x="446" y="5034"/>
                </a:cubicBezTo>
                <a:cubicBezTo>
                  <a:pt x="497" y="5028"/>
                  <a:pt x="548" y="5025"/>
                  <a:pt x="598" y="5025"/>
                </a:cubicBezTo>
                <a:cubicBezTo>
                  <a:pt x="699" y="5025"/>
                  <a:pt x="801" y="5037"/>
                  <a:pt x="902" y="5061"/>
                </a:cubicBezTo>
                <a:cubicBezTo>
                  <a:pt x="804" y="5030"/>
                  <a:pt x="702" y="5016"/>
                  <a:pt x="599" y="5016"/>
                </a:cubicBezTo>
                <a:close/>
                <a:moveTo>
                  <a:pt x="1634" y="2893"/>
                </a:moveTo>
                <a:lnTo>
                  <a:pt x="1634" y="2893"/>
                </a:lnTo>
                <a:cubicBezTo>
                  <a:pt x="1661" y="2919"/>
                  <a:pt x="1684" y="2949"/>
                  <a:pt x="1705" y="2981"/>
                </a:cubicBezTo>
                <a:cubicBezTo>
                  <a:pt x="1776" y="3070"/>
                  <a:pt x="1794" y="3195"/>
                  <a:pt x="1750" y="3302"/>
                </a:cubicBezTo>
                <a:cubicBezTo>
                  <a:pt x="1696" y="3410"/>
                  <a:pt x="1616" y="3490"/>
                  <a:pt x="1517" y="3543"/>
                </a:cubicBezTo>
                <a:cubicBezTo>
                  <a:pt x="1410" y="3597"/>
                  <a:pt x="1303" y="3633"/>
                  <a:pt x="1187" y="3651"/>
                </a:cubicBezTo>
                <a:cubicBezTo>
                  <a:pt x="1071" y="3673"/>
                  <a:pt x="955" y="3684"/>
                  <a:pt x="839" y="3684"/>
                </a:cubicBezTo>
                <a:cubicBezTo>
                  <a:pt x="723" y="3684"/>
                  <a:pt x="607" y="3673"/>
                  <a:pt x="491" y="3651"/>
                </a:cubicBezTo>
                <a:lnTo>
                  <a:pt x="464" y="3651"/>
                </a:lnTo>
                <a:lnTo>
                  <a:pt x="473" y="3677"/>
                </a:lnTo>
                <a:cubicBezTo>
                  <a:pt x="474" y="3679"/>
                  <a:pt x="475" y="3681"/>
                  <a:pt x="476" y="3683"/>
                </a:cubicBezTo>
                <a:lnTo>
                  <a:pt x="476" y="3683"/>
                </a:lnTo>
                <a:lnTo>
                  <a:pt x="464" y="3695"/>
                </a:lnTo>
                <a:cubicBezTo>
                  <a:pt x="471" y="3696"/>
                  <a:pt x="477" y="3698"/>
                  <a:pt x="484" y="3699"/>
                </a:cubicBezTo>
                <a:lnTo>
                  <a:pt x="484" y="3699"/>
                </a:lnTo>
                <a:cubicBezTo>
                  <a:pt x="541" y="3818"/>
                  <a:pt x="581" y="3953"/>
                  <a:pt x="598" y="4079"/>
                </a:cubicBezTo>
                <a:cubicBezTo>
                  <a:pt x="616" y="4222"/>
                  <a:pt x="607" y="4365"/>
                  <a:pt x="571" y="4507"/>
                </a:cubicBezTo>
                <a:cubicBezTo>
                  <a:pt x="527" y="4641"/>
                  <a:pt x="455" y="4766"/>
                  <a:pt x="357" y="4873"/>
                </a:cubicBezTo>
                <a:cubicBezTo>
                  <a:pt x="313" y="4927"/>
                  <a:pt x="259" y="4971"/>
                  <a:pt x="197" y="5016"/>
                </a:cubicBezTo>
                <a:cubicBezTo>
                  <a:pt x="143" y="5052"/>
                  <a:pt x="81" y="5087"/>
                  <a:pt x="18" y="5123"/>
                </a:cubicBezTo>
                <a:lnTo>
                  <a:pt x="18" y="5134"/>
                </a:lnTo>
                <a:lnTo>
                  <a:pt x="18" y="5134"/>
                </a:lnTo>
                <a:cubicBezTo>
                  <a:pt x="12" y="5137"/>
                  <a:pt x="6" y="5139"/>
                  <a:pt x="0" y="5141"/>
                </a:cubicBezTo>
                <a:lnTo>
                  <a:pt x="9" y="5150"/>
                </a:lnTo>
                <a:cubicBezTo>
                  <a:pt x="23" y="5142"/>
                  <a:pt x="37" y="5135"/>
                  <a:pt x="50" y="5127"/>
                </a:cubicBezTo>
                <a:lnTo>
                  <a:pt x="50" y="5127"/>
                </a:lnTo>
                <a:cubicBezTo>
                  <a:pt x="92" y="5110"/>
                  <a:pt x="133" y="5096"/>
                  <a:pt x="175" y="5083"/>
                </a:cubicBezTo>
                <a:lnTo>
                  <a:pt x="175" y="5083"/>
                </a:lnTo>
                <a:cubicBezTo>
                  <a:pt x="141" y="5092"/>
                  <a:pt x="108" y="5103"/>
                  <a:pt x="75" y="5114"/>
                </a:cubicBezTo>
                <a:lnTo>
                  <a:pt x="75" y="5114"/>
                </a:lnTo>
                <a:cubicBezTo>
                  <a:pt x="115" y="5093"/>
                  <a:pt x="153" y="5072"/>
                  <a:pt x="188" y="5043"/>
                </a:cubicBezTo>
                <a:cubicBezTo>
                  <a:pt x="250" y="4998"/>
                  <a:pt x="304" y="4954"/>
                  <a:pt x="357" y="4900"/>
                </a:cubicBezTo>
                <a:cubicBezTo>
                  <a:pt x="455" y="4793"/>
                  <a:pt x="527" y="4668"/>
                  <a:pt x="571" y="4525"/>
                </a:cubicBezTo>
                <a:cubicBezTo>
                  <a:pt x="616" y="4382"/>
                  <a:pt x="625" y="4240"/>
                  <a:pt x="607" y="4097"/>
                </a:cubicBezTo>
                <a:cubicBezTo>
                  <a:pt x="582" y="3962"/>
                  <a:pt x="549" y="3828"/>
                  <a:pt x="493" y="3700"/>
                </a:cubicBezTo>
                <a:lnTo>
                  <a:pt x="493" y="3700"/>
                </a:lnTo>
                <a:cubicBezTo>
                  <a:pt x="611" y="3722"/>
                  <a:pt x="732" y="3733"/>
                  <a:pt x="852" y="3733"/>
                </a:cubicBezTo>
                <a:cubicBezTo>
                  <a:pt x="959" y="3733"/>
                  <a:pt x="1065" y="3724"/>
                  <a:pt x="1169" y="3704"/>
                </a:cubicBezTo>
                <a:cubicBezTo>
                  <a:pt x="1285" y="3686"/>
                  <a:pt x="1401" y="3651"/>
                  <a:pt x="1509" y="3588"/>
                </a:cubicBezTo>
                <a:cubicBezTo>
                  <a:pt x="1616" y="3543"/>
                  <a:pt x="1705" y="3454"/>
                  <a:pt x="1758" y="3338"/>
                </a:cubicBezTo>
                <a:cubicBezTo>
                  <a:pt x="1803" y="3222"/>
                  <a:pt x="1785" y="3088"/>
                  <a:pt x="1714" y="2990"/>
                </a:cubicBezTo>
                <a:cubicBezTo>
                  <a:pt x="1692" y="2955"/>
                  <a:pt x="1665" y="2923"/>
                  <a:pt x="1634" y="2893"/>
                </a:cubicBezTo>
                <a:close/>
                <a:moveTo>
                  <a:pt x="902" y="5061"/>
                </a:moveTo>
                <a:cubicBezTo>
                  <a:pt x="937" y="5079"/>
                  <a:pt x="973" y="5087"/>
                  <a:pt x="1018" y="5105"/>
                </a:cubicBezTo>
                <a:lnTo>
                  <a:pt x="1116" y="5150"/>
                </a:lnTo>
                <a:cubicBezTo>
                  <a:pt x="1178" y="5195"/>
                  <a:pt x="1241" y="5239"/>
                  <a:pt x="1294" y="5293"/>
                </a:cubicBezTo>
                <a:cubicBezTo>
                  <a:pt x="1348" y="5346"/>
                  <a:pt x="1401" y="5400"/>
                  <a:pt x="1446" y="5462"/>
                </a:cubicBezTo>
                <a:cubicBezTo>
                  <a:pt x="1491" y="5516"/>
                  <a:pt x="1517" y="5587"/>
                  <a:pt x="1562" y="5650"/>
                </a:cubicBezTo>
                <a:cubicBezTo>
                  <a:pt x="1500" y="5507"/>
                  <a:pt x="1410" y="5382"/>
                  <a:pt x="1294" y="5275"/>
                </a:cubicBezTo>
                <a:cubicBezTo>
                  <a:pt x="1241" y="5221"/>
                  <a:pt x="1187" y="5177"/>
                  <a:pt x="1116" y="5141"/>
                </a:cubicBezTo>
                <a:lnTo>
                  <a:pt x="1018" y="5096"/>
                </a:lnTo>
                <a:cubicBezTo>
                  <a:pt x="982" y="5079"/>
                  <a:pt x="946" y="5070"/>
                  <a:pt x="902" y="5061"/>
                </a:cubicBezTo>
                <a:close/>
                <a:moveTo>
                  <a:pt x="4008" y="0"/>
                </a:moveTo>
                <a:lnTo>
                  <a:pt x="3963" y="98"/>
                </a:lnTo>
                <a:cubicBezTo>
                  <a:pt x="3927" y="179"/>
                  <a:pt x="3883" y="268"/>
                  <a:pt x="3820" y="348"/>
                </a:cubicBezTo>
                <a:cubicBezTo>
                  <a:pt x="3767" y="429"/>
                  <a:pt x="3695" y="491"/>
                  <a:pt x="3624" y="554"/>
                </a:cubicBezTo>
                <a:cubicBezTo>
                  <a:pt x="3564" y="594"/>
                  <a:pt x="3493" y="614"/>
                  <a:pt x="3424" y="614"/>
                </a:cubicBezTo>
                <a:cubicBezTo>
                  <a:pt x="3401" y="614"/>
                  <a:pt x="3378" y="612"/>
                  <a:pt x="3356" y="607"/>
                </a:cubicBezTo>
                <a:cubicBezTo>
                  <a:pt x="3267" y="580"/>
                  <a:pt x="3178" y="536"/>
                  <a:pt x="3115" y="473"/>
                </a:cubicBezTo>
                <a:lnTo>
                  <a:pt x="3062" y="429"/>
                </a:lnTo>
                <a:lnTo>
                  <a:pt x="3070" y="491"/>
                </a:lnTo>
                <a:cubicBezTo>
                  <a:pt x="3072" y="500"/>
                  <a:pt x="3073" y="508"/>
                  <a:pt x="3074" y="516"/>
                </a:cubicBezTo>
                <a:lnTo>
                  <a:pt x="3074" y="516"/>
                </a:lnTo>
                <a:lnTo>
                  <a:pt x="3070" y="518"/>
                </a:lnTo>
                <a:cubicBezTo>
                  <a:pt x="3072" y="519"/>
                  <a:pt x="3073" y="520"/>
                  <a:pt x="3074" y="521"/>
                </a:cubicBezTo>
                <a:lnTo>
                  <a:pt x="3074" y="521"/>
                </a:lnTo>
                <a:cubicBezTo>
                  <a:pt x="3095" y="700"/>
                  <a:pt x="3077" y="885"/>
                  <a:pt x="3035" y="1062"/>
                </a:cubicBezTo>
                <a:cubicBezTo>
                  <a:pt x="2999" y="1152"/>
                  <a:pt x="2954" y="1232"/>
                  <a:pt x="2901" y="1303"/>
                </a:cubicBezTo>
                <a:cubicBezTo>
                  <a:pt x="2838" y="1384"/>
                  <a:pt x="2758" y="1428"/>
                  <a:pt x="2669" y="1437"/>
                </a:cubicBezTo>
                <a:cubicBezTo>
                  <a:pt x="2571" y="1437"/>
                  <a:pt x="2481" y="1419"/>
                  <a:pt x="2401" y="1366"/>
                </a:cubicBezTo>
                <a:cubicBezTo>
                  <a:pt x="2321" y="1321"/>
                  <a:pt x="2240" y="1268"/>
                  <a:pt x="2169" y="1196"/>
                </a:cubicBezTo>
                <a:cubicBezTo>
                  <a:pt x="2017" y="1071"/>
                  <a:pt x="1892" y="928"/>
                  <a:pt x="1776" y="777"/>
                </a:cubicBezTo>
                <a:lnTo>
                  <a:pt x="1758" y="741"/>
                </a:lnTo>
                <a:lnTo>
                  <a:pt x="1741" y="777"/>
                </a:lnTo>
                <a:cubicBezTo>
                  <a:pt x="1678" y="911"/>
                  <a:pt x="1598" y="1027"/>
                  <a:pt x="1500" y="1125"/>
                </a:cubicBezTo>
                <a:cubicBezTo>
                  <a:pt x="1393" y="1223"/>
                  <a:pt x="1277" y="1303"/>
                  <a:pt x="1143" y="1375"/>
                </a:cubicBezTo>
                <a:cubicBezTo>
                  <a:pt x="1009" y="1428"/>
                  <a:pt x="875" y="1473"/>
                  <a:pt x="732" y="1500"/>
                </a:cubicBezTo>
                <a:cubicBezTo>
                  <a:pt x="661" y="1517"/>
                  <a:pt x="589" y="1526"/>
                  <a:pt x="518" y="1526"/>
                </a:cubicBezTo>
                <a:lnTo>
                  <a:pt x="232" y="1526"/>
                </a:lnTo>
                <a:lnTo>
                  <a:pt x="293" y="1561"/>
                </a:lnTo>
                <a:lnTo>
                  <a:pt x="293" y="1561"/>
                </a:lnTo>
                <a:lnTo>
                  <a:pt x="286" y="1589"/>
                </a:lnTo>
                <a:cubicBezTo>
                  <a:pt x="306" y="1589"/>
                  <a:pt x="325" y="1589"/>
                  <a:pt x="344" y="1590"/>
                </a:cubicBezTo>
                <a:lnTo>
                  <a:pt x="344" y="1590"/>
                </a:lnTo>
                <a:cubicBezTo>
                  <a:pt x="425" y="1640"/>
                  <a:pt x="506" y="1700"/>
                  <a:pt x="580" y="1767"/>
                </a:cubicBezTo>
                <a:cubicBezTo>
                  <a:pt x="679" y="1848"/>
                  <a:pt x="750" y="1946"/>
                  <a:pt x="803" y="2053"/>
                </a:cubicBezTo>
                <a:cubicBezTo>
                  <a:pt x="857" y="2160"/>
                  <a:pt x="884" y="2276"/>
                  <a:pt x="866" y="2392"/>
                </a:cubicBezTo>
                <a:cubicBezTo>
                  <a:pt x="848" y="2517"/>
                  <a:pt x="812" y="2624"/>
                  <a:pt x="750" y="2731"/>
                </a:cubicBezTo>
                <a:lnTo>
                  <a:pt x="743" y="2746"/>
                </a:lnTo>
                <a:lnTo>
                  <a:pt x="743" y="2746"/>
                </a:lnTo>
                <a:cubicBezTo>
                  <a:pt x="739" y="2747"/>
                  <a:pt x="736" y="2748"/>
                  <a:pt x="732" y="2749"/>
                </a:cubicBezTo>
                <a:lnTo>
                  <a:pt x="738" y="2755"/>
                </a:lnTo>
                <a:lnTo>
                  <a:pt x="738" y="2755"/>
                </a:lnTo>
                <a:lnTo>
                  <a:pt x="732" y="2767"/>
                </a:lnTo>
                <a:lnTo>
                  <a:pt x="746" y="2763"/>
                </a:lnTo>
                <a:lnTo>
                  <a:pt x="746" y="2763"/>
                </a:lnTo>
                <a:lnTo>
                  <a:pt x="759" y="2776"/>
                </a:lnTo>
                <a:cubicBezTo>
                  <a:pt x="762" y="2770"/>
                  <a:pt x="766" y="2764"/>
                  <a:pt x="769" y="2758"/>
                </a:cubicBezTo>
                <a:lnTo>
                  <a:pt x="769" y="2758"/>
                </a:lnTo>
                <a:cubicBezTo>
                  <a:pt x="877" y="2723"/>
                  <a:pt x="987" y="2706"/>
                  <a:pt x="1097" y="2706"/>
                </a:cubicBezTo>
                <a:cubicBezTo>
                  <a:pt x="1214" y="2706"/>
                  <a:pt x="1331" y="2726"/>
                  <a:pt x="1446" y="2767"/>
                </a:cubicBezTo>
                <a:cubicBezTo>
                  <a:pt x="1483" y="2782"/>
                  <a:pt x="1518" y="2801"/>
                  <a:pt x="1551" y="2823"/>
                </a:cubicBezTo>
                <a:lnTo>
                  <a:pt x="1551" y="2823"/>
                </a:lnTo>
                <a:cubicBezTo>
                  <a:pt x="1516" y="2798"/>
                  <a:pt x="1477" y="2777"/>
                  <a:pt x="1437" y="2758"/>
                </a:cubicBezTo>
                <a:cubicBezTo>
                  <a:pt x="1330" y="2713"/>
                  <a:pt x="1205" y="2696"/>
                  <a:pt x="1089" y="2696"/>
                </a:cubicBezTo>
                <a:cubicBezTo>
                  <a:pt x="989" y="2696"/>
                  <a:pt x="883" y="2709"/>
                  <a:pt x="782" y="2735"/>
                </a:cubicBezTo>
                <a:lnTo>
                  <a:pt x="782" y="2735"/>
                </a:lnTo>
                <a:cubicBezTo>
                  <a:pt x="832" y="2639"/>
                  <a:pt x="868" y="2537"/>
                  <a:pt x="884" y="2428"/>
                </a:cubicBezTo>
                <a:cubicBezTo>
                  <a:pt x="893" y="2303"/>
                  <a:pt x="875" y="2178"/>
                  <a:pt x="821" y="2062"/>
                </a:cubicBezTo>
                <a:cubicBezTo>
                  <a:pt x="759" y="1955"/>
                  <a:pt x="687" y="1857"/>
                  <a:pt x="598" y="1767"/>
                </a:cubicBezTo>
                <a:cubicBezTo>
                  <a:pt x="526" y="1703"/>
                  <a:pt x="443" y="1644"/>
                  <a:pt x="357" y="1591"/>
                </a:cubicBezTo>
                <a:lnTo>
                  <a:pt x="357" y="1591"/>
                </a:lnTo>
                <a:cubicBezTo>
                  <a:pt x="383" y="1592"/>
                  <a:pt x="408" y="1593"/>
                  <a:pt x="433" y="1593"/>
                </a:cubicBezTo>
                <a:cubicBezTo>
                  <a:pt x="457" y="1593"/>
                  <a:pt x="482" y="1592"/>
                  <a:pt x="509" y="1589"/>
                </a:cubicBezTo>
                <a:cubicBezTo>
                  <a:pt x="589" y="1580"/>
                  <a:pt x="661" y="1571"/>
                  <a:pt x="732" y="1562"/>
                </a:cubicBezTo>
                <a:cubicBezTo>
                  <a:pt x="875" y="1535"/>
                  <a:pt x="1018" y="1491"/>
                  <a:pt x="1152" y="1428"/>
                </a:cubicBezTo>
                <a:cubicBezTo>
                  <a:pt x="1418" y="1308"/>
                  <a:pt x="1626" y="1097"/>
                  <a:pt x="1761" y="842"/>
                </a:cubicBezTo>
                <a:lnTo>
                  <a:pt x="1761" y="842"/>
                </a:lnTo>
                <a:cubicBezTo>
                  <a:pt x="1864" y="991"/>
                  <a:pt x="1991" y="1124"/>
                  <a:pt x="2133" y="1250"/>
                </a:cubicBezTo>
                <a:cubicBezTo>
                  <a:pt x="2205" y="1312"/>
                  <a:pt x="2285" y="1375"/>
                  <a:pt x="2374" y="1419"/>
                </a:cubicBezTo>
                <a:cubicBezTo>
                  <a:pt x="2464" y="1473"/>
                  <a:pt x="2562" y="1500"/>
                  <a:pt x="2669" y="1500"/>
                </a:cubicBezTo>
                <a:cubicBezTo>
                  <a:pt x="2767" y="1491"/>
                  <a:pt x="2865" y="1437"/>
                  <a:pt x="2928" y="1348"/>
                </a:cubicBezTo>
                <a:cubicBezTo>
                  <a:pt x="2990" y="1276"/>
                  <a:pt x="3035" y="1187"/>
                  <a:pt x="3070" y="1089"/>
                </a:cubicBezTo>
                <a:cubicBezTo>
                  <a:pt x="3119" y="921"/>
                  <a:pt x="3138" y="738"/>
                  <a:pt x="3122" y="560"/>
                </a:cubicBezTo>
                <a:lnTo>
                  <a:pt x="3122" y="560"/>
                </a:lnTo>
                <a:cubicBezTo>
                  <a:pt x="3188" y="610"/>
                  <a:pt x="3260" y="648"/>
                  <a:pt x="3338" y="670"/>
                </a:cubicBezTo>
                <a:cubicBezTo>
                  <a:pt x="3364" y="674"/>
                  <a:pt x="3390" y="676"/>
                  <a:pt x="3416" y="676"/>
                </a:cubicBezTo>
                <a:cubicBezTo>
                  <a:pt x="3496" y="676"/>
                  <a:pt x="3574" y="654"/>
                  <a:pt x="3642" y="607"/>
                </a:cubicBezTo>
                <a:cubicBezTo>
                  <a:pt x="3722" y="554"/>
                  <a:pt x="3802" y="473"/>
                  <a:pt x="3856" y="393"/>
                </a:cubicBezTo>
                <a:cubicBezTo>
                  <a:pt x="3900" y="336"/>
                  <a:pt x="3935" y="276"/>
                  <a:pt x="3967" y="214"/>
                </a:cubicBezTo>
                <a:lnTo>
                  <a:pt x="3967" y="214"/>
                </a:lnTo>
                <a:cubicBezTo>
                  <a:pt x="3975" y="291"/>
                  <a:pt x="3993" y="366"/>
                  <a:pt x="4025" y="438"/>
                </a:cubicBezTo>
                <a:cubicBezTo>
                  <a:pt x="4061" y="545"/>
                  <a:pt x="4115" y="634"/>
                  <a:pt x="4195" y="714"/>
                </a:cubicBezTo>
                <a:cubicBezTo>
                  <a:pt x="4266" y="786"/>
                  <a:pt x="4356" y="857"/>
                  <a:pt x="4454" y="902"/>
                </a:cubicBezTo>
                <a:cubicBezTo>
                  <a:pt x="4538" y="948"/>
                  <a:pt x="4629" y="981"/>
                  <a:pt x="4721" y="1000"/>
                </a:cubicBezTo>
                <a:lnTo>
                  <a:pt x="4721" y="1000"/>
                </a:lnTo>
                <a:cubicBezTo>
                  <a:pt x="4644" y="1106"/>
                  <a:pt x="4581" y="1219"/>
                  <a:pt x="4525" y="1339"/>
                </a:cubicBezTo>
                <a:cubicBezTo>
                  <a:pt x="4463" y="1464"/>
                  <a:pt x="4418" y="1607"/>
                  <a:pt x="4382" y="1749"/>
                </a:cubicBezTo>
                <a:cubicBezTo>
                  <a:pt x="4356" y="1883"/>
                  <a:pt x="4338" y="2026"/>
                  <a:pt x="4329" y="2178"/>
                </a:cubicBezTo>
                <a:cubicBezTo>
                  <a:pt x="4320" y="2321"/>
                  <a:pt x="4320" y="2463"/>
                  <a:pt x="4338" y="2606"/>
                </a:cubicBezTo>
                <a:lnTo>
                  <a:pt x="4338" y="2624"/>
                </a:lnTo>
                <a:lnTo>
                  <a:pt x="4347" y="2624"/>
                </a:lnTo>
                <a:cubicBezTo>
                  <a:pt x="4463" y="2687"/>
                  <a:pt x="4588" y="2740"/>
                  <a:pt x="4713" y="2785"/>
                </a:cubicBezTo>
                <a:cubicBezTo>
                  <a:pt x="4846" y="2820"/>
                  <a:pt x="4971" y="2838"/>
                  <a:pt x="5105" y="2856"/>
                </a:cubicBezTo>
                <a:cubicBezTo>
                  <a:pt x="5170" y="2861"/>
                  <a:pt x="5235" y="2863"/>
                  <a:pt x="5300" y="2863"/>
                </a:cubicBezTo>
                <a:cubicBezTo>
                  <a:pt x="5478" y="2863"/>
                  <a:pt x="5655" y="2846"/>
                  <a:pt x="5832" y="2810"/>
                </a:cubicBezTo>
                <a:lnTo>
                  <a:pt x="5832" y="2810"/>
                </a:lnTo>
                <a:cubicBezTo>
                  <a:pt x="5779" y="2877"/>
                  <a:pt x="5742" y="2960"/>
                  <a:pt x="5721" y="3044"/>
                </a:cubicBezTo>
                <a:cubicBezTo>
                  <a:pt x="5712" y="3160"/>
                  <a:pt x="5721" y="3267"/>
                  <a:pt x="5757" y="3374"/>
                </a:cubicBezTo>
                <a:cubicBezTo>
                  <a:pt x="5832" y="3565"/>
                  <a:pt x="5930" y="3742"/>
                  <a:pt x="6059" y="3902"/>
                </a:cubicBezTo>
                <a:lnTo>
                  <a:pt x="6059" y="3902"/>
                </a:lnTo>
                <a:cubicBezTo>
                  <a:pt x="5988" y="3907"/>
                  <a:pt x="5921" y="3924"/>
                  <a:pt x="5855" y="3954"/>
                </a:cubicBezTo>
                <a:cubicBezTo>
                  <a:pt x="5784" y="3990"/>
                  <a:pt x="5712" y="4043"/>
                  <a:pt x="5668" y="4115"/>
                </a:cubicBezTo>
                <a:cubicBezTo>
                  <a:pt x="5623" y="4177"/>
                  <a:pt x="5587" y="4257"/>
                  <a:pt x="5560" y="4338"/>
                </a:cubicBezTo>
                <a:cubicBezTo>
                  <a:pt x="5545" y="4408"/>
                  <a:pt x="5536" y="4479"/>
                  <a:pt x="5534" y="4550"/>
                </a:cubicBezTo>
                <a:lnTo>
                  <a:pt x="5534" y="4550"/>
                </a:lnTo>
                <a:cubicBezTo>
                  <a:pt x="5372" y="4484"/>
                  <a:pt x="5203" y="4435"/>
                  <a:pt x="5025" y="4409"/>
                </a:cubicBezTo>
                <a:cubicBezTo>
                  <a:pt x="4987" y="4402"/>
                  <a:pt x="4950" y="4399"/>
                  <a:pt x="4913" y="4399"/>
                </a:cubicBezTo>
                <a:cubicBezTo>
                  <a:pt x="4853" y="4399"/>
                  <a:pt x="4795" y="4407"/>
                  <a:pt x="4739" y="4418"/>
                </a:cubicBezTo>
                <a:cubicBezTo>
                  <a:pt x="4641" y="4445"/>
                  <a:pt x="4570" y="4516"/>
                  <a:pt x="4534" y="4605"/>
                </a:cubicBezTo>
                <a:cubicBezTo>
                  <a:pt x="4498" y="4695"/>
                  <a:pt x="4489" y="4793"/>
                  <a:pt x="4498" y="4891"/>
                </a:cubicBezTo>
                <a:cubicBezTo>
                  <a:pt x="4507" y="4980"/>
                  <a:pt x="4516" y="5070"/>
                  <a:pt x="4534" y="5168"/>
                </a:cubicBezTo>
                <a:cubicBezTo>
                  <a:pt x="4568" y="5337"/>
                  <a:pt x="4618" y="5507"/>
                  <a:pt x="4684" y="5677"/>
                </a:cubicBezTo>
                <a:lnTo>
                  <a:pt x="4684" y="5677"/>
                </a:lnTo>
                <a:cubicBezTo>
                  <a:pt x="4548" y="5680"/>
                  <a:pt x="4412" y="5715"/>
                  <a:pt x="4284" y="5775"/>
                </a:cubicBezTo>
                <a:cubicBezTo>
                  <a:pt x="4150" y="5837"/>
                  <a:pt x="4025" y="5917"/>
                  <a:pt x="3918" y="6016"/>
                </a:cubicBezTo>
                <a:cubicBezTo>
                  <a:pt x="3811" y="6114"/>
                  <a:pt x="3713" y="6221"/>
                  <a:pt x="3624" y="6337"/>
                </a:cubicBezTo>
                <a:cubicBezTo>
                  <a:pt x="3532" y="6437"/>
                  <a:pt x="3456" y="6553"/>
                  <a:pt x="3388" y="6669"/>
                </a:cubicBezTo>
                <a:lnTo>
                  <a:pt x="3388" y="6669"/>
                </a:lnTo>
                <a:lnTo>
                  <a:pt x="3365" y="6515"/>
                </a:lnTo>
                <a:cubicBezTo>
                  <a:pt x="3356" y="6453"/>
                  <a:pt x="3338" y="6399"/>
                  <a:pt x="3320" y="6337"/>
                </a:cubicBezTo>
                <a:cubicBezTo>
                  <a:pt x="3285" y="6221"/>
                  <a:pt x="3222" y="6114"/>
                  <a:pt x="3142" y="6025"/>
                </a:cubicBezTo>
                <a:cubicBezTo>
                  <a:pt x="2994" y="5852"/>
                  <a:pt x="2785" y="5755"/>
                  <a:pt x="2557" y="5755"/>
                </a:cubicBezTo>
                <a:cubicBezTo>
                  <a:pt x="2543" y="5755"/>
                  <a:pt x="2529" y="5755"/>
                  <a:pt x="2515" y="5756"/>
                </a:cubicBezTo>
                <a:lnTo>
                  <a:pt x="2515" y="5756"/>
                </a:lnTo>
                <a:cubicBezTo>
                  <a:pt x="2645" y="5553"/>
                  <a:pt x="2741" y="5334"/>
                  <a:pt x="2812" y="5105"/>
                </a:cubicBezTo>
                <a:cubicBezTo>
                  <a:pt x="2847" y="4989"/>
                  <a:pt x="2856" y="4864"/>
                  <a:pt x="2821" y="4748"/>
                </a:cubicBezTo>
                <a:cubicBezTo>
                  <a:pt x="2794" y="4686"/>
                  <a:pt x="2749" y="4641"/>
                  <a:pt x="2687" y="4623"/>
                </a:cubicBezTo>
                <a:cubicBezTo>
                  <a:pt x="2647" y="4610"/>
                  <a:pt x="2603" y="4602"/>
                  <a:pt x="2558" y="4602"/>
                </a:cubicBezTo>
                <a:cubicBezTo>
                  <a:pt x="2542" y="4602"/>
                  <a:pt x="2525" y="4603"/>
                  <a:pt x="2508" y="4605"/>
                </a:cubicBezTo>
                <a:cubicBezTo>
                  <a:pt x="2392" y="4632"/>
                  <a:pt x="2276" y="4686"/>
                  <a:pt x="2187" y="4775"/>
                </a:cubicBezTo>
                <a:cubicBezTo>
                  <a:pt x="2098" y="4846"/>
                  <a:pt x="2008" y="4936"/>
                  <a:pt x="1937" y="5034"/>
                </a:cubicBezTo>
                <a:cubicBezTo>
                  <a:pt x="1794" y="5221"/>
                  <a:pt x="1660" y="5436"/>
                  <a:pt x="1562" y="5650"/>
                </a:cubicBezTo>
                <a:cubicBezTo>
                  <a:pt x="1669" y="5436"/>
                  <a:pt x="1794" y="5221"/>
                  <a:pt x="1946" y="5034"/>
                </a:cubicBezTo>
                <a:cubicBezTo>
                  <a:pt x="2017" y="4936"/>
                  <a:pt x="2098" y="4855"/>
                  <a:pt x="2196" y="4775"/>
                </a:cubicBezTo>
                <a:cubicBezTo>
                  <a:pt x="2285" y="4695"/>
                  <a:pt x="2392" y="4641"/>
                  <a:pt x="2508" y="4614"/>
                </a:cubicBezTo>
                <a:cubicBezTo>
                  <a:pt x="2525" y="4612"/>
                  <a:pt x="2542" y="4611"/>
                  <a:pt x="2558" y="4611"/>
                </a:cubicBezTo>
                <a:cubicBezTo>
                  <a:pt x="2603" y="4611"/>
                  <a:pt x="2647" y="4619"/>
                  <a:pt x="2687" y="4632"/>
                </a:cubicBezTo>
                <a:cubicBezTo>
                  <a:pt x="2740" y="4650"/>
                  <a:pt x="2785" y="4695"/>
                  <a:pt x="2812" y="4748"/>
                </a:cubicBezTo>
                <a:cubicBezTo>
                  <a:pt x="2838" y="4864"/>
                  <a:pt x="2838" y="4989"/>
                  <a:pt x="2794" y="5105"/>
                </a:cubicBezTo>
                <a:cubicBezTo>
                  <a:pt x="2722" y="5328"/>
                  <a:pt x="2624" y="5552"/>
                  <a:pt x="2499" y="5757"/>
                </a:cubicBezTo>
                <a:lnTo>
                  <a:pt x="2490" y="5775"/>
                </a:lnTo>
                <a:lnTo>
                  <a:pt x="2508" y="5775"/>
                </a:lnTo>
                <a:cubicBezTo>
                  <a:pt x="2518" y="5774"/>
                  <a:pt x="2528" y="5774"/>
                  <a:pt x="2537" y="5774"/>
                </a:cubicBezTo>
                <a:cubicBezTo>
                  <a:pt x="2760" y="5774"/>
                  <a:pt x="2979" y="5871"/>
                  <a:pt x="3133" y="6042"/>
                </a:cubicBezTo>
                <a:cubicBezTo>
                  <a:pt x="3204" y="6132"/>
                  <a:pt x="3258" y="6239"/>
                  <a:pt x="3294" y="6346"/>
                </a:cubicBezTo>
                <a:cubicBezTo>
                  <a:pt x="3320" y="6408"/>
                  <a:pt x="3329" y="6462"/>
                  <a:pt x="3347" y="6515"/>
                </a:cubicBezTo>
                <a:lnTo>
                  <a:pt x="3374" y="6694"/>
                </a:lnTo>
                <a:lnTo>
                  <a:pt x="3374" y="6730"/>
                </a:lnTo>
                <a:lnTo>
                  <a:pt x="3401" y="6694"/>
                </a:lnTo>
                <a:cubicBezTo>
                  <a:pt x="3472" y="6578"/>
                  <a:pt x="3552" y="6453"/>
                  <a:pt x="3642" y="6346"/>
                </a:cubicBezTo>
                <a:cubicBezTo>
                  <a:pt x="3731" y="6230"/>
                  <a:pt x="3838" y="6132"/>
                  <a:pt x="3945" y="6033"/>
                </a:cubicBezTo>
                <a:cubicBezTo>
                  <a:pt x="4052" y="5935"/>
                  <a:pt x="4168" y="5855"/>
                  <a:pt x="4302" y="5793"/>
                </a:cubicBezTo>
                <a:cubicBezTo>
                  <a:pt x="4427" y="5730"/>
                  <a:pt x="4570" y="5703"/>
                  <a:pt x="4713" y="5703"/>
                </a:cubicBezTo>
                <a:lnTo>
                  <a:pt x="4730" y="5703"/>
                </a:lnTo>
                <a:lnTo>
                  <a:pt x="4722" y="5676"/>
                </a:lnTo>
                <a:cubicBezTo>
                  <a:pt x="4659" y="5507"/>
                  <a:pt x="4606" y="5328"/>
                  <a:pt x="4570" y="5150"/>
                </a:cubicBezTo>
                <a:cubicBezTo>
                  <a:pt x="4552" y="5061"/>
                  <a:pt x="4543" y="4971"/>
                  <a:pt x="4534" y="4882"/>
                </a:cubicBezTo>
                <a:cubicBezTo>
                  <a:pt x="4525" y="4793"/>
                  <a:pt x="4534" y="4695"/>
                  <a:pt x="4570" y="4614"/>
                </a:cubicBezTo>
                <a:cubicBezTo>
                  <a:pt x="4597" y="4525"/>
                  <a:pt x="4668" y="4472"/>
                  <a:pt x="4757" y="4445"/>
                </a:cubicBezTo>
                <a:cubicBezTo>
                  <a:pt x="4807" y="4434"/>
                  <a:pt x="4863" y="4426"/>
                  <a:pt x="4920" y="4426"/>
                </a:cubicBezTo>
                <a:cubicBezTo>
                  <a:pt x="4956" y="4426"/>
                  <a:pt x="4991" y="4429"/>
                  <a:pt x="5025" y="4436"/>
                </a:cubicBezTo>
                <a:cubicBezTo>
                  <a:pt x="5203" y="4463"/>
                  <a:pt x="5382" y="4516"/>
                  <a:pt x="5552" y="4588"/>
                </a:cubicBezTo>
                <a:lnTo>
                  <a:pt x="5578" y="4605"/>
                </a:lnTo>
                <a:lnTo>
                  <a:pt x="5578" y="4570"/>
                </a:lnTo>
                <a:cubicBezTo>
                  <a:pt x="5569" y="4409"/>
                  <a:pt x="5614" y="4257"/>
                  <a:pt x="5703" y="4124"/>
                </a:cubicBezTo>
                <a:cubicBezTo>
                  <a:pt x="5748" y="4061"/>
                  <a:pt x="5810" y="4008"/>
                  <a:pt x="5882" y="3981"/>
                </a:cubicBezTo>
                <a:cubicBezTo>
                  <a:pt x="5946" y="3949"/>
                  <a:pt x="6010" y="3931"/>
                  <a:pt x="6080" y="3928"/>
                </a:cubicBezTo>
                <a:lnTo>
                  <a:pt x="6080" y="3928"/>
                </a:lnTo>
                <a:cubicBezTo>
                  <a:pt x="6082" y="3931"/>
                  <a:pt x="6085" y="3933"/>
                  <a:pt x="6087" y="3936"/>
                </a:cubicBezTo>
                <a:lnTo>
                  <a:pt x="6091" y="3927"/>
                </a:lnTo>
                <a:lnTo>
                  <a:pt x="6091" y="3927"/>
                </a:lnTo>
                <a:cubicBezTo>
                  <a:pt x="6096" y="3927"/>
                  <a:pt x="6100" y="3927"/>
                  <a:pt x="6105" y="3927"/>
                </a:cubicBezTo>
                <a:lnTo>
                  <a:pt x="6141" y="3927"/>
                </a:lnTo>
                <a:lnTo>
                  <a:pt x="6114" y="3900"/>
                </a:lnTo>
                <a:cubicBezTo>
                  <a:pt x="5980" y="3740"/>
                  <a:pt x="5864" y="3552"/>
                  <a:pt x="5801" y="3347"/>
                </a:cubicBezTo>
                <a:cubicBezTo>
                  <a:pt x="5766" y="3249"/>
                  <a:pt x="5748" y="3142"/>
                  <a:pt x="5766" y="3044"/>
                </a:cubicBezTo>
                <a:cubicBezTo>
                  <a:pt x="5782" y="2948"/>
                  <a:pt x="5826" y="2866"/>
                  <a:pt x="5887" y="2799"/>
                </a:cubicBezTo>
                <a:lnTo>
                  <a:pt x="5887" y="2799"/>
                </a:lnTo>
                <a:cubicBezTo>
                  <a:pt x="5894" y="2797"/>
                  <a:pt x="5901" y="2795"/>
                  <a:pt x="5909" y="2794"/>
                </a:cubicBezTo>
                <a:lnTo>
                  <a:pt x="5901" y="2784"/>
                </a:lnTo>
                <a:lnTo>
                  <a:pt x="5901" y="2784"/>
                </a:lnTo>
                <a:cubicBezTo>
                  <a:pt x="5903" y="2781"/>
                  <a:pt x="5906" y="2778"/>
                  <a:pt x="5909" y="2776"/>
                </a:cubicBezTo>
                <a:lnTo>
                  <a:pt x="5971" y="2722"/>
                </a:lnTo>
                <a:lnTo>
                  <a:pt x="5891" y="2740"/>
                </a:lnTo>
                <a:cubicBezTo>
                  <a:pt x="5708" y="2779"/>
                  <a:pt x="5515" y="2804"/>
                  <a:pt x="5324" y="2804"/>
                </a:cubicBezTo>
                <a:cubicBezTo>
                  <a:pt x="5254" y="2804"/>
                  <a:pt x="5184" y="2801"/>
                  <a:pt x="5114" y="2794"/>
                </a:cubicBezTo>
                <a:cubicBezTo>
                  <a:pt x="4980" y="2785"/>
                  <a:pt x="4855" y="2758"/>
                  <a:pt x="4730" y="2722"/>
                </a:cubicBezTo>
                <a:cubicBezTo>
                  <a:pt x="4609" y="2687"/>
                  <a:pt x="4487" y="2636"/>
                  <a:pt x="4381" y="2575"/>
                </a:cubicBezTo>
                <a:lnTo>
                  <a:pt x="4381" y="2575"/>
                </a:lnTo>
                <a:cubicBezTo>
                  <a:pt x="4356" y="2294"/>
                  <a:pt x="4374" y="2013"/>
                  <a:pt x="4436" y="1741"/>
                </a:cubicBezTo>
                <a:cubicBezTo>
                  <a:pt x="4463" y="1607"/>
                  <a:pt x="4507" y="1464"/>
                  <a:pt x="4570" y="1339"/>
                </a:cubicBezTo>
                <a:cubicBezTo>
                  <a:pt x="4632" y="1214"/>
                  <a:pt x="4704" y="1089"/>
                  <a:pt x="4793" y="982"/>
                </a:cubicBezTo>
                <a:lnTo>
                  <a:pt x="4820" y="946"/>
                </a:lnTo>
                <a:lnTo>
                  <a:pt x="4775" y="937"/>
                </a:lnTo>
                <a:cubicBezTo>
                  <a:pt x="4677" y="919"/>
                  <a:pt x="4579" y="884"/>
                  <a:pt x="4489" y="839"/>
                </a:cubicBezTo>
                <a:cubicBezTo>
                  <a:pt x="4391" y="795"/>
                  <a:pt x="4311" y="732"/>
                  <a:pt x="4240" y="661"/>
                </a:cubicBezTo>
                <a:cubicBezTo>
                  <a:pt x="4168" y="589"/>
                  <a:pt x="4106" y="500"/>
                  <a:pt x="4070" y="402"/>
                </a:cubicBezTo>
                <a:cubicBezTo>
                  <a:pt x="4034" y="304"/>
                  <a:pt x="4016" y="205"/>
                  <a:pt x="4016" y="98"/>
                </a:cubicBezTo>
                <a:lnTo>
                  <a:pt x="400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4" name="Google Shape;2744;p24"/>
          <p:cNvSpPr/>
          <p:nvPr/>
        </p:nvSpPr>
        <p:spPr>
          <a:xfrm>
            <a:off x="3681556" y="1032262"/>
            <a:ext cx="347960" cy="351609"/>
          </a:xfrm>
          <a:custGeom>
            <a:avLst/>
            <a:gdLst/>
            <a:ahLst/>
            <a:cxnLst/>
            <a:rect l="l" t="t" r="r" b="b"/>
            <a:pathLst>
              <a:path w="4482" h="4529" extrusionOk="0">
                <a:moveTo>
                  <a:pt x="2804" y="1"/>
                </a:moveTo>
                <a:cubicBezTo>
                  <a:pt x="2804" y="1"/>
                  <a:pt x="2804" y="1"/>
                  <a:pt x="2804" y="2"/>
                </a:cubicBezTo>
                <a:cubicBezTo>
                  <a:pt x="2805" y="7"/>
                  <a:pt x="2807" y="12"/>
                  <a:pt x="2808" y="17"/>
                </a:cubicBezTo>
                <a:lnTo>
                  <a:pt x="2808" y="17"/>
                </a:lnTo>
                <a:cubicBezTo>
                  <a:pt x="2806" y="7"/>
                  <a:pt x="2804" y="1"/>
                  <a:pt x="2804" y="1"/>
                </a:cubicBezTo>
                <a:close/>
                <a:moveTo>
                  <a:pt x="26" y="3498"/>
                </a:moveTo>
                <a:cubicBezTo>
                  <a:pt x="15" y="3504"/>
                  <a:pt x="7" y="3508"/>
                  <a:pt x="3" y="3509"/>
                </a:cubicBezTo>
                <a:lnTo>
                  <a:pt x="10" y="3509"/>
                </a:lnTo>
                <a:cubicBezTo>
                  <a:pt x="16" y="3506"/>
                  <a:pt x="21" y="3502"/>
                  <a:pt x="26" y="3498"/>
                </a:cubicBezTo>
                <a:close/>
                <a:moveTo>
                  <a:pt x="1" y="3509"/>
                </a:moveTo>
                <a:cubicBezTo>
                  <a:pt x="1" y="3510"/>
                  <a:pt x="1" y="3510"/>
                  <a:pt x="1" y="3510"/>
                </a:cubicBezTo>
                <a:cubicBezTo>
                  <a:pt x="1" y="3510"/>
                  <a:pt x="2" y="3510"/>
                  <a:pt x="3" y="3509"/>
                </a:cubicBezTo>
                <a:close/>
                <a:moveTo>
                  <a:pt x="2808" y="17"/>
                </a:moveTo>
                <a:cubicBezTo>
                  <a:pt x="2833" y="141"/>
                  <a:pt x="2973" y="939"/>
                  <a:pt x="3054" y="1376"/>
                </a:cubicBezTo>
                <a:cubicBezTo>
                  <a:pt x="3072" y="1456"/>
                  <a:pt x="3081" y="1554"/>
                  <a:pt x="3098" y="1626"/>
                </a:cubicBezTo>
                <a:lnTo>
                  <a:pt x="2117" y="1403"/>
                </a:lnTo>
                <a:cubicBezTo>
                  <a:pt x="1582" y="1280"/>
                  <a:pt x="151" y="1037"/>
                  <a:pt x="135" y="1037"/>
                </a:cubicBezTo>
                <a:cubicBezTo>
                  <a:pt x="135" y="1037"/>
                  <a:pt x="135" y="1037"/>
                  <a:pt x="135" y="1037"/>
                </a:cubicBezTo>
                <a:lnTo>
                  <a:pt x="1171" y="1269"/>
                </a:lnTo>
                <a:lnTo>
                  <a:pt x="2804" y="1644"/>
                </a:lnTo>
                <a:lnTo>
                  <a:pt x="3027" y="1697"/>
                </a:lnTo>
                <a:lnTo>
                  <a:pt x="2697" y="1903"/>
                </a:lnTo>
                <a:lnTo>
                  <a:pt x="1983" y="2331"/>
                </a:lnTo>
                <a:lnTo>
                  <a:pt x="680" y="3107"/>
                </a:lnTo>
                <a:cubicBezTo>
                  <a:pt x="528" y="3197"/>
                  <a:pt x="376" y="3286"/>
                  <a:pt x="234" y="3375"/>
                </a:cubicBezTo>
                <a:lnTo>
                  <a:pt x="82" y="3464"/>
                </a:lnTo>
                <a:cubicBezTo>
                  <a:pt x="68" y="3472"/>
                  <a:pt x="47" y="3484"/>
                  <a:pt x="26" y="3498"/>
                </a:cubicBezTo>
                <a:lnTo>
                  <a:pt x="26" y="3498"/>
                </a:lnTo>
                <a:cubicBezTo>
                  <a:pt x="225" y="3404"/>
                  <a:pt x="1529" y="2737"/>
                  <a:pt x="1911" y="2509"/>
                </a:cubicBezTo>
                <a:cubicBezTo>
                  <a:pt x="2295" y="2277"/>
                  <a:pt x="2697" y="2036"/>
                  <a:pt x="3081" y="1795"/>
                </a:cubicBezTo>
                <a:lnTo>
                  <a:pt x="3081" y="1795"/>
                </a:lnTo>
                <a:cubicBezTo>
                  <a:pt x="3000" y="2072"/>
                  <a:pt x="2911" y="2358"/>
                  <a:pt x="2831" y="2625"/>
                </a:cubicBezTo>
                <a:cubicBezTo>
                  <a:pt x="2679" y="3143"/>
                  <a:pt x="2536" y="3652"/>
                  <a:pt x="2384" y="4170"/>
                </a:cubicBezTo>
                <a:lnTo>
                  <a:pt x="2286" y="4527"/>
                </a:lnTo>
                <a:cubicBezTo>
                  <a:pt x="2286" y="4528"/>
                  <a:pt x="2285" y="4529"/>
                  <a:pt x="2285" y="4529"/>
                </a:cubicBezTo>
                <a:cubicBezTo>
                  <a:pt x="2285" y="4529"/>
                  <a:pt x="2514" y="3960"/>
                  <a:pt x="2643" y="3598"/>
                </a:cubicBezTo>
                <a:cubicBezTo>
                  <a:pt x="2813" y="3107"/>
                  <a:pt x="2956" y="2590"/>
                  <a:pt x="3107" y="2072"/>
                </a:cubicBezTo>
                <a:cubicBezTo>
                  <a:pt x="3134" y="1974"/>
                  <a:pt x="3170" y="1867"/>
                  <a:pt x="3197" y="1760"/>
                </a:cubicBezTo>
                <a:lnTo>
                  <a:pt x="3786" y="2286"/>
                </a:lnTo>
                <a:cubicBezTo>
                  <a:pt x="3955" y="2447"/>
                  <a:pt x="4384" y="2777"/>
                  <a:pt x="4384" y="2777"/>
                </a:cubicBezTo>
                <a:cubicBezTo>
                  <a:pt x="4384" y="2777"/>
                  <a:pt x="3679" y="2090"/>
                  <a:pt x="3330" y="1787"/>
                </a:cubicBezTo>
                <a:lnTo>
                  <a:pt x="3241" y="1706"/>
                </a:lnTo>
                <a:lnTo>
                  <a:pt x="3313" y="1662"/>
                </a:lnTo>
                <a:cubicBezTo>
                  <a:pt x="3705" y="1421"/>
                  <a:pt x="4116" y="1126"/>
                  <a:pt x="4348" y="716"/>
                </a:cubicBezTo>
                <a:cubicBezTo>
                  <a:pt x="4437" y="591"/>
                  <a:pt x="4482" y="430"/>
                  <a:pt x="4473" y="269"/>
                </a:cubicBezTo>
                <a:lnTo>
                  <a:pt x="4473" y="260"/>
                </a:lnTo>
                <a:cubicBezTo>
                  <a:pt x="4473" y="234"/>
                  <a:pt x="4455" y="207"/>
                  <a:pt x="4419" y="198"/>
                </a:cubicBezTo>
                <a:cubicBezTo>
                  <a:pt x="4415" y="193"/>
                  <a:pt x="4404" y="189"/>
                  <a:pt x="4394" y="189"/>
                </a:cubicBezTo>
                <a:cubicBezTo>
                  <a:pt x="4384" y="189"/>
                  <a:pt x="4375" y="193"/>
                  <a:pt x="4375" y="207"/>
                </a:cubicBezTo>
                <a:cubicBezTo>
                  <a:pt x="4384" y="332"/>
                  <a:pt x="4357" y="457"/>
                  <a:pt x="4294" y="564"/>
                </a:cubicBezTo>
                <a:cubicBezTo>
                  <a:pt x="4107" y="948"/>
                  <a:pt x="3741" y="1233"/>
                  <a:pt x="3393" y="1465"/>
                </a:cubicBezTo>
                <a:cubicBezTo>
                  <a:pt x="3322" y="1510"/>
                  <a:pt x="3259" y="1554"/>
                  <a:pt x="3188" y="1599"/>
                </a:cubicBezTo>
                <a:cubicBezTo>
                  <a:pt x="3072" y="1135"/>
                  <a:pt x="2965" y="671"/>
                  <a:pt x="2857" y="216"/>
                </a:cubicBezTo>
                <a:cubicBezTo>
                  <a:pt x="2841" y="150"/>
                  <a:pt x="2824" y="83"/>
                  <a:pt x="2808" y="17"/>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5" name="Google Shape;2745;p24"/>
          <p:cNvSpPr/>
          <p:nvPr/>
        </p:nvSpPr>
        <p:spPr>
          <a:xfrm rot="-393407">
            <a:off x="4029724" y="931211"/>
            <a:ext cx="307048" cy="224133"/>
          </a:xfrm>
          <a:custGeom>
            <a:avLst/>
            <a:gdLst/>
            <a:ahLst/>
            <a:cxnLst/>
            <a:rect l="l" t="t" r="r" b="b"/>
            <a:pathLst>
              <a:path w="3955" h="2887" extrusionOk="0">
                <a:moveTo>
                  <a:pt x="2568" y="0"/>
                </a:moveTo>
                <a:cubicBezTo>
                  <a:pt x="1801" y="0"/>
                  <a:pt x="993" y="157"/>
                  <a:pt x="626" y="545"/>
                </a:cubicBezTo>
                <a:cubicBezTo>
                  <a:pt x="1" y="1206"/>
                  <a:pt x="527" y="2179"/>
                  <a:pt x="527" y="2179"/>
                </a:cubicBezTo>
                <a:cubicBezTo>
                  <a:pt x="668" y="2439"/>
                  <a:pt x="969" y="2887"/>
                  <a:pt x="1609" y="2887"/>
                </a:cubicBezTo>
                <a:cubicBezTo>
                  <a:pt x="1782" y="2887"/>
                  <a:pt x="1980" y="2854"/>
                  <a:pt x="2205" y="2777"/>
                </a:cubicBezTo>
                <a:cubicBezTo>
                  <a:pt x="3267" y="2411"/>
                  <a:pt x="3955" y="206"/>
                  <a:pt x="3955" y="206"/>
                </a:cubicBezTo>
                <a:cubicBezTo>
                  <a:pt x="3623" y="77"/>
                  <a:pt x="3106" y="0"/>
                  <a:pt x="256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6" name="Google Shape;2746;p24"/>
          <p:cNvSpPr/>
          <p:nvPr/>
        </p:nvSpPr>
        <p:spPr>
          <a:xfrm rot="-393407">
            <a:off x="4007909" y="964601"/>
            <a:ext cx="308833" cy="165208"/>
          </a:xfrm>
          <a:custGeom>
            <a:avLst/>
            <a:gdLst/>
            <a:ahLst/>
            <a:cxnLst/>
            <a:rect l="l" t="t" r="r" b="b"/>
            <a:pathLst>
              <a:path w="3978" h="2128" extrusionOk="0">
                <a:moveTo>
                  <a:pt x="3977" y="1"/>
                </a:moveTo>
                <a:cubicBezTo>
                  <a:pt x="3967" y="1"/>
                  <a:pt x="3296" y="292"/>
                  <a:pt x="2856" y="503"/>
                </a:cubicBezTo>
                <a:lnTo>
                  <a:pt x="2910" y="164"/>
                </a:lnTo>
                <a:lnTo>
                  <a:pt x="2928" y="111"/>
                </a:lnTo>
                <a:lnTo>
                  <a:pt x="2928" y="111"/>
                </a:lnTo>
                <a:cubicBezTo>
                  <a:pt x="2865" y="236"/>
                  <a:pt x="2829" y="378"/>
                  <a:pt x="2794" y="521"/>
                </a:cubicBezTo>
                <a:lnTo>
                  <a:pt x="2794" y="530"/>
                </a:lnTo>
                <a:cubicBezTo>
                  <a:pt x="2526" y="664"/>
                  <a:pt x="2321" y="780"/>
                  <a:pt x="2062" y="932"/>
                </a:cubicBezTo>
                <a:cubicBezTo>
                  <a:pt x="1955" y="994"/>
                  <a:pt x="1857" y="1066"/>
                  <a:pt x="1750" y="1128"/>
                </a:cubicBezTo>
                <a:lnTo>
                  <a:pt x="1830" y="396"/>
                </a:lnTo>
                <a:lnTo>
                  <a:pt x="1839" y="280"/>
                </a:lnTo>
                <a:cubicBezTo>
                  <a:pt x="1839" y="279"/>
                  <a:pt x="1839" y="279"/>
                  <a:pt x="1839" y="279"/>
                </a:cubicBezTo>
                <a:cubicBezTo>
                  <a:pt x="1832" y="279"/>
                  <a:pt x="1731" y="824"/>
                  <a:pt x="1696" y="1083"/>
                </a:cubicBezTo>
                <a:cubicBezTo>
                  <a:pt x="1696" y="1119"/>
                  <a:pt x="1696" y="1146"/>
                  <a:pt x="1687" y="1173"/>
                </a:cubicBezTo>
                <a:cubicBezTo>
                  <a:pt x="1535" y="1271"/>
                  <a:pt x="1384" y="1369"/>
                  <a:pt x="1232" y="1467"/>
                </a:cubicBezTo>
                <a:lnTo>
                  <a:pt x="1143" y="1521"/>
                </a:lnTo>
                <a:lnTo>
                  <a:pt x="1125" y="798"/>
                </a:lnTo>
                <a:lnTo>
                  <a:pt x="1125" y="682"/>
                </a:lnTo>
                <a:cubicBezTo>
                  <a:pt x="1125" y="681"/>
                  <a:pt x="1125" y="680"/>
                  <a:pt x="1125" y="680"/>
                </a:cubicBezTo>
                <a:cubicBezTo>
                  <a:pt x="1122" y="680"/>
                  <a:pt x="1080" y="1216"/>
                  <a:pt x="1089" y="1467"/>
                </a:cubicBezTo>
                <a:lnTo>
                  <a:pt x="1089" y="1548"/>
                </a:lnTo>
                <a:cubicBezTo>
                  <a:pt x="928" y="1646"/>
                  <a:pt x="759" y="1735"/>
                  <a:pt x="589" y="1815"/>
                </a:cubicBezTo>
                <a:cubicBezTo>
                  <a:pt x="420" y="1905"/>
                  <a:pt x="241" y="1967"/>
                  <a:pt x="54" y="2012"/>
                </a:cubicBezTo>
                <a:cubicBezTo>
                  <a:pt x="0" y="2038"/>
                  <a:pt x="18" y="2128"/>
                  <a:pt x="81" y="2128"/>
                </a:cubicBezTo>
                <a:cubicBezTo>
                  <a:pt x="241" y="2092"/>
                  <a:pt x="393" y="2038"/>
                  <a:pt x="545" y="1967"/>
                </a:cubicBezTo>
                <a:cubicBezTo>
                  <a:pt x="741" y="1878"/>
                  <a:pt x="928" y="1780"/>
                  <a:pt x="1107" y="1673"/>
                </a:cubicBezTo>
                <a:cubicBezTo>
                  <a:pt x="1205" y="1610"/>
                  <a:pt x="1294" y="1557"/>
                  <a:pt x="1393" y="1494"/>
                </a:cubicBezTo>
                <a:lnTo>
                  <a:pt x="2160" y="1699"/>
                </a:lnTo>
                <a:lnTo>
                  <a:pt x="2276" y="1735"/>
                </a:lnTo>
                <a:cubicBezTo>
                  <a:pt x="2277" y="1735"/>
                  <a:pt x="2277" y="1735"/>
                  <a:pt x="2278" y="1735"/>
                </a:cubicBezTo>
                <a:cubicBezTo>
                  <a:pt x="2288" y="1735"/>
                  <a:pt x="1753" y="1537"/>
                  <a:pt x="1491" y="1467"/>
                </a:cubicBezTo>
                <a:lnTo>
                  <a:pt x="1455" y="1458"/>
                </a:lnTo>
                <a:cubicBezTo>
                  <a:pt x="1642" y="1333"/>
                  <a:pt x="1830" y="1208"/>
                  <a:pt x="2017" y="1092"/>
                </a:cubicBezTo>
                <a:cubicBezTo>
                  <a:pt x="2160" y="1003"/>
                  <a:pt x="2312" y="914"/>
                  <a:pt x="2464" y="834"/>
                </a:cubicBezTo>
                <a:lnTo>
                  <a:pt x="3079" y="905"/>
                </a:lnTo>
                <a:lnTo>
                  <a:pt x="3186" y="914"/>
                </a:lnTo>
                <a:cubicBezTo>
                  <a:pt x="2972" y="860"/>
                  <a:pt x="2758" y="816"/>
                  <a:pt x="2544" y="780"/>
                </a:cubicBezTo>
                <a:cubicBezTo>
                  <a:pt x="2883" y="593"/>
                  <a:pt x="3222" y="405"/>
                  <a:pt x="3570" y="227"/>
                </a:cubicBezTo>
                <a:lnTo>
                  <a:pt x="3972" y="4"/>
                </a:lnTo>
                <a:cubicBezTo>
                  <a:pt x="3976" y="2"/>
                  <a:pt x="3977" y="1"/>
                  <a:pt x="397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7" name="Google Shape;2747;p24"/>
          <p:cNvSpPr/>
          <p:nvPr/>
        </p:nvSpPr>
        <p:spPr>
          <a:xfrm rot="-393407">
            <a:off x="4099983" y="900989"/>
            <a:ext cx="232828" cy="248122"/>
          </a:xfrm>
          <a:custGeom>
            <a:avLst/>
            <a:gdLst/>
            <a:ahLst/>
            <a:cxnLst/>
            <a:rect l="l" t="t" r="r" b="b"/>
            <a:pathLst>
              <a:path w="2999" h="3196" extrusionOk="0">
                <a:moveTo>
                  <a:pt x="964" y="3196"/>
                </a:moveTo>
                <a:cubicBezTo>
                  <a:pt x="1071" y="3178"/>
                  <a:pt x="1178" y="3151"/>
                  <a:pt x="1276" y="3116"/>
                </a:cubicBezTo>
                <a:cubicBezTo>
                  <a:pt x="2222" y="2794"/>
                  <a:pt x="2874" y="1018"/>
                  <a:pt x="2999" y="626"/>
                </a:cubicBezTo>
                <a:cubicBezTo>
                  <a:pt x="1428" y="1"/>
                  <a:pt x="0" y="1804"/>
                  <a:pt x="964" y="3196"/>
                </a:cubicBezTo>
                <a:close/>
              </a:path>
            </a:pathLst>
          </a:custGeom>
          <a:gradFill>
            <a:gsLst>
              <a:gs pos="0">
                <a:srgbClr val="FFFFFF">
                  <a:alpha val="0"/>
                </a:srgbClr>
              </a:gs>
              <a:gs pos="100000">
                <a:srgbClr val="FFFFFF">
                  <a:alpha val="2196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8" name="Google Shape;2748;p24"/>
          <p:cNvSpPr/>
          <p:nvPr/>
        </p:nvSpPr>
        <p:spPr>
          <a:xfrm rot="-393407">
            <a:off x="4052498" y="928271"/>
            <a:ext cx="286940" cy="226307"/>
          </a:xfrm>
          <a:custGeom>
            <a:avLst/>
            <a:gdLst/>
            <a:ahLst/>
            <a:cxnLst/>
            <a:rect l="l" t="t" r="r" b="b"/>
            <a:pathLst>
              <a:path w="3696" h="2915" extrusionOk="0">
                <a:moveTo>
                  <a:pt x="233" y="2198"/>
                </a:moveTo>
                <a:cubicBezTo>
                  <a:pt x="331" y="2385"/>
                  <a:pt x="465" y="2555"/>
                  <a:pt x="643" y="2689"/>
                </a:cubicBezTo>
                <a:cubicBezTo>
                  <a:pt x="474" y="2555"/>
                  <a:pt x="331" y="2385"/>
                  <a:pt x="233" y="2198"/>
                </a:cubicBezTo>
                <a:close/>
                <a:moveTo>
                  <a:pt x="2275" y="1"/>
                </a:moveTo>
                <a:cubicBezTo>
                  <a:pt x="1874" y="1"/>
                  <a:pt x="1473" y="47"/>
                  <a:pt x="1080" y="154"/>
                </a:cubicBezTo>
                <a:cubicBezTo>
                  <a:pt x="875" y="207"/>
                  <a:pt x="670" y="297"/>
                  <a:pt x="491" y="422"/>
                </a:cubicBezTo>
                <a:cubicBezTo>
                  <a:pt x="304" y="547"/>
                  <a:pt x="170" y="725"/>
                  <a:pt x="90" y="930"/>
                </a:cubicBezTo>
                <a:cubicBezTo>
                  <a:pt x="18" y="1136"/>
                  <a:pt x="0" y="1359"/>
                  <a:pt x="36" y="1573"/>
                </a:cubicBezTo>
                <a:cubicBezTo>
                  <a:pt x="63" y="1796"/>
                  <a:pt x="134" y="2001"/>
                  <a:pt x="232" y="2198"/>
                </a:cubicBezTo>
                <a:cubicBezTo>
                  <a:pt x="134" y="2001"/>
                  <a:pt x="72" y="1787"/>
                  <a:pt x="45" y="1573"/>
                </a:cubicBezTo>
                <a:cubicBezTo>
                  <a:pt x="9" y="1359"/>
                  <a:pt x="27" y="1144"/>
                  <a:pt x="107" y="939"/>
                </a:cubicBezTo>
                <a:cubicBezTo>
                  <a:pt x="188" y="734"/>
                  <a:pt x="322" y="555"/>
                  <a:pt x="500" y="430"/>
                </a:cubicBezTo>
                <a:cubicBezTo>
                  <a:pt x="679" y="314"/>
                  <a:pt x="884" y="225"/>
                  <a:pt x="1089" y="181"/>
                </a:cubicBezTo>
                <a:cubicBezTo>
                  <a:pt x="1474" y="82"/>
                  <a:pt x="1874" y="37"/>
                  <a:pt x="2275" y="37"/>
                </a:cubicBezTo>
                <a:cubicBezTo>
                  <a:pt x="2311" y="37"/>
                  <a:pt x="2347" y="37"/>
                  <a:pt x="2383" y="38"/>
                </a:cubicBezTo>
                <a:cubicBezTo>
                  <a:pt x="2598" y="47"/>
                  <a:pt x="2812" y="65"/>
                  <a:pt x="3026" y="100"/>
                </a:cubicBezTo>
                <a:cubicBezTo>
                  <a:pt x="3231" y="126"/>
                  <a:pt x="3428" y="176"/>
                  <a:pt x="3624" y="251"/>
                </a:cubicBezTo>
                <a:lnTo>
                  <a:pt x="3624" y="251"/>
                </a:lnTo>
                <a:cubicBezTo>
                  <a:pt x="3492" y="652"/>
                  <a:pt x="3334" y="1036"/>
                  <a:pt x="3142" y="1412"/>
                </a:cubicBezTo>
                <a:cubicBezTo>
                  <a:pt x="2955" y="1796"/>
                  <a:pt x="2714" y="2153"/>
                  <a:pt x="2410" y="2465"/>
                </a:cubicBezTo>
                <a:cubicBezTo>
                  <a:pt x="2120" y="2739"/>
                  <a:pt x="1731" y="2897"/>
                  <a:pt x="1334" y="2897"/>
                </a:cubicBezTo>
                <a:cubicBezTo>
                  <a:pt x="1303" y="2897"/>
                  <a:pt x="1272" y="2896"/>
                  <a:pt x="1241" y="2894"/>
                </a:cubicBezTo>
                <a:cubicBezTo>
                  <a:pt x="1027" y="2885"/>
                  <a:pt x="821" y="2813"/>
                  <a:pt x="643" y="2689"/>
                </a:cubicBezTo>
                <a:lnTo>
                  <a:pt x="643" y="2689"/>
                </a:lnTo>
                <a:cubicBezTo>
                  <a:pt x="813" y="2822"/>
                  <a:pt x="1027" y="2894"/>
                  <a:pt x="1241" y="2912"/>
                </a:cubicBezTo>
                <a:cubicBezTo>
                  <a:pt x="1273" y="2914"/>
                  <a:pt x="1304" y="2915"/>
                  <a:pt x="1335" y="2915"/>
                </a:cubicBezTo>
                <a:cubicBezTo>
                  <a:pt x="1740" y="2915"/>
                  <a:pt x="2130" y="2757"/>
                  <a:pt x="2428" y="2483"/>
                </a:cubicBezTo>
                <a:cubicBezTo>
                  <a:pt x="2731" y="2171"/>
                  <a:pt x="2990" y="1823"/>
                  <a:pt x="3178" y="1430"/>
                </a:cubicBezTo>
                <a:cubicBezTo>
                  <a:pt x="3374" y="1046"/>
                  <a:pt x="3544" y="654"/>
                  <a:pt x="3686" y="243"/>
                </a:cubicBezTo>
                <a:lnTo>
                  <a:pt x="3695" y="216"/>
                </a:lnTo>
                <a:lnTo>
                  <a:pt x="3669" y="207"/>
                </a:lnTo>
                <a:cubicBezTo>
                  <a:pt x="3463" y="136"/>
                  <a:pt x="3249" y="82"/>
                  <a:pt x="3035" y="56"/>
                </a:cubicBezTo>
                <a:cubicBezTo>
                  <a:pt x="2812" y="20"/>
                  <a:pt x="2598" y="11"/>
                  <a:pt x="2383" y="2"/>
                </a:cubicBezTo>
                <a:cubicBezTo>
                  <a:pt x="2347" y="1"/>
                  <a:pt x="2311" y="1"/>
                  <a:pt x="227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9" name="Google Shape;2749;p24"/>
          <p:cNvSpPr/>
          <p:nvPr/>
        </p:nvSpPr>
        <p:spPr>
          <a:xfrm>
            <a:off x="4124950" y="552342"/>
            <a:ext cx="481958" cy="487548"/>
          </a:xfrm>
          <a:custGeom>
            <a:avLst/>
            <a:gdLst/>
            <a:ahLst/>
            <a:cxnLst/>
            <a:rect l="l" t="t" r="r" b="b"/>
            <a:pathLst>
              <a:path w="6208" h="6280" extrusionOk="0">
                <a:moveTo>
                  <a:pt x="1551" y="0"/>
                </a:moveTo>
                <a:cubicBezTo>
                  <a:pt x="1515" y="18"/>
                  <a:pt x="1480" y="45"/>
                  <a:pt x="1462" y="81"/>
                </a:cubicBezTo>
                <a:lnTo>
                  <a:pt x="1533" y="170"/>
                </a:lnTo>
                <a:cubicBezTo>
                  <a:pt x="1016" y="750"/>
                  <a:pt x="632" y="1419"/>
                  <a:pt x="391" y="2151"/>
                </a:cubicBezTo>
                <a:cubicBezTo>
                  <a:pt x="311" y="2365"/>
                  <a:pt x="257" y="2589"/>
                  <a:pt x="212" y="2812"/>
                </a:cubicBezTo>
                <a:cubicBezTo>
                  <a:pt x="202" y="2849"/>
                  <a:pt x="236" y="2874"/>
                  <a:pt x="267" y="2874"/>
                </a:cubicBezTo>
                <a:cubicBezTo>
                  <a:pt x="288" y="2874"/>
                  <a:pt x="307" y="2863"/>
                  <a:pt x="311" y="2838"/>
                </a:cubicBezTo>
                <a:cubicBezTo>
                  <a:pt x="462" y="2080"/>
                  <a:pt x="775" y="1357"/>
                  <a:pt x="1221" y="723"/>
                </a:cubicBezTo>
                <a:cubicBezTo>
                  <a:pt x="1328" y="580"/>
                  <a:pt x="1435" y="438"/>
                  <a:pt x="1551" y="295"/>
                </a:cubicBezTo>
                <a:cubicBezTo>
                  <a:pt x="1587" y="795"/>
                  <a:pt x="1649" y="1294"/>
                  <a:pt x="1756" y="1785"/>
                </a:cubicBezTo>
                <a:cubicBezTo>
                  <a:pt x="1640" y="2196"/>
                  <a:pt x="1551" y="2615"/>
                  <a:pt x="1471" y="3035"/>
                </a:cubicBezTo>
                <a:cubicBezTo>
                  <a:pt x="909" y="3222"/>
                  <a:pt x="400" y="3579"/>
                  <a:pt x="34" y="4052"/>
                </a:cubicBezTo>
                <a:cubicBezTo>
                  <a:pt x="0" y="4092"/>
                  <a:pt x="32" y="4143"/>
                  <a:pt x="69" y="4143"/>
                </a:cubicBezTo>
                <a:cubicBezTo>
                  <a:pt x="81" y="4143"/>
                  <a:pt x="94" y="4137"/>
                  <a:pt x="105" y="4124"/>
                </a:cubicBezTo>
                <a:cubicBezTo>
                  <a:pt x="453" y="3677"/>
                  <a:pt x="926" y="3338"/>
                  <a:pt x="1462" y="3151"/>
                </a:cubicBezTo>
                <a:lnTo>
                  <a:pt x="1462" y="3151"/>
                </a:lnTo>
                <a:cubicBezTo>
                  <a:pt x="1399" y="3526"/>
                  <a:pt x="1355" y="3892"/>
                  <a:pt x="1346" y="4266"/>
                </a:cubicBezTo>
                <a:cubicBezTo>
                  <a:pt x="1346" y="4309"/>
                  <a:pt x="1378" y="4331"/>
                  <a:pt x="1409" y="4331"/>
                </a:cubicBezTo>
                <a:cubicBezTo>
                  <a:pt x="1436" y="4331"/>
                  <a:pt x="1462" y="4313"/>
                  <a:pt x="1462" y="4275"/>
                </a:cubicBezTo>
                <a:cubicBezTo>
                  <a:pt x="1498" y="3517"/>
                  <a:pt x="1614" y="2758"/>
                  <a:pt x="1810" y="2017"/>
                </a:cubicBezTo>
                <a:cubicBezTo>
                  <a:pt x="1971" y="2713"/>
                  <a:pt x="2176" y="3401"/>
                  <a:pt x="2435" y="4079"/>
                </a:cubicBezTo>
                <a:cubicBezTo>
                  <a:pt x="2444" y="4100"/>
                  <a:pt x="2461" y="4109"/>
                  <a:pt x="2478" y="4109"/>
                </a:cubicBezTo>
                <a:cubicBezTo>
                  <a:pt x="2513" y="4109"/>
                  <a:pt x="2551" y="4073"/>
                  <a:pt x="2533" y="4025"/>
                </a:cubicBezTo>
                <a:cubicBezTo>
                  <a:pt x="2113" y="2838"/>
                  <a:pt x="1828" y="1607"/>
                  <a:pt x="1676" y="357"/>
                </a:cubicBezTo>
                <a:lnTo>
                  <a:pt x="1676" y="357"/>
                </a:lnTo>
                <a:lnTo>
                  <a:pt x="2069" y="884"/>
                </a:lnTo>
                <a:lnTo>
                  <a:pt x="3773" y="3133"/>
                </a:lnTo>
                <a:cubicBezTo>
                  <a:pt x="3773" y="3142"/>
                  <a:pt x="3765" y="3142"/>
                  <a:pt x="3765" y="3151"/>
                </a:cubicBezTo>
                <a:cubicBezTo>
                  <a:pt x="3657" y="3704"/>
                  <a:pt x="3657" y="4266"/>
                  <a:pt x="3765" y="4820"/>
                </a:cubicBezTo>
                <a:cubicBezTo>
                  <a:pt x="3772" y="4854"/>
                  <a:pt x="3795" y="4869"/>
                  <a:pt x="3820" y="4869"/>
                </a:cubicBezTo>
                <a:cubicBezTo>
                  <a:pt x="3859" y="4869"/>
                  <a:pt x="3904" y="4833"/>
                  <a:pt x="3898" y="4784"/>
                </a:cubicBezTo>
                <a:cubicBezTo>
                  <a:pt x="3800" y="4284"/>
                  <a:pt x="3791" y="3776"/>
                  <a:pt x="3881" y="3276"/>
                </a:cubicBezTo>
                <a:lnTo>
                  <a:pt x="3881" y="3276"/>
                </a:lnTo>
                <a:lnTo>
                  <a:pt x="4345" y="3883"/>
                </a:lnTo>
                <a:cubicBezTo>
                  <a:pt x="4604" y="4641"/>
                  <a:pt x="4648" y="5445"/>
                  <a:pt x="4470" y="6221"/>
                </a:cubicBezTo>
                <a:cubicBezTo>
                  <a:pt x="4460" y="6259"/>
                  <a:pt x="4486" y="6279"/>
                  <a:pt x="4515" y="6279"/>
                </a:cubicBezTo>
                <a:cubicBezTo>
                  <a:pt x="4540" y="6279"/>
                  <a:pt x="4568" y="6263"/>
                  <a:pt x="4577" y="6230"/>
                </a:cubicBezTo>
                <a:cubicBezTo>
                  <a:pt x="4737" y="5543"/>
                  <a:pt x="4728" y="4829"/>
                  <a:pt x="4541" y="4141"/>
                </a:cubicBezTo>
                <a:lnTo>
                  <a:pt x="4541" y="4141"/>
                </a:lnTo>
                <a:lnTo>
                  <a:pt x="5799" y="5819"/>
                </a:lnTo>
                <a:cubicBezTo>
                  <a:pt x="5810" y="5833"/>
                  <a:pt x="5824" y="5838"/>
                  <a:pt x="5838" y="5838"/>
                </a:cubicBezTo>
                <a:cubicBezTo>
                  <a:pt x="5880" y="5838"/>
                  <a:pt x="5922" y="5786"/>
                  <a:pt x="5889" y="5739"/>
                </a:cubicBezTo>
                <a:cubicBezTo>
                  <a:pt x="5532" y="5266"/>
                  <a:pt x="5166" y="4784"/>
                  <a:pt x="4809" y="4311"/>
                </a:cubicBezTo>
                <a:lnTo>
                  <a:pt x="4809" y="4311"/>
                </a:lnTo>
                <a:cubicBezTo>
                  <a:pt x="5118" y="4515"/>
                  <a:pt x="5478" y="4619"/>
                  <a:pt x="5843" y="4619"/>
                </a:cubicBezTo>
                <a:cubicBezTo>
                  <a:pt x="5942" y="4619"/>
                  <a:pt x="6040" y="4612"/>
                  <a:pt x="6139" y="4597"/>
                </a:cubicBezTo>
                <a:cubicBezTo>
                  <a:pt x="6207" y="4588"/>
                  <a:pt x="6193" y="4489"/>
                  <a:pt x="6129" y="4489"/>
                </a:cubicBezTo>
                <a:cubicBezTo>
                  <a:pt x="6126" y="4489"/>
                  <a:pt x="6124" y="4489"/>
                  <a:pt x="6121" y="4490"/>
                </a:cubicBezTo>
                <a:cubicBezTo>
                  <a:pt x="6036" y="4501"/>
                  <a:pt x="5951" y="4507"/>
                  <a:pt x="5866" y="4507"/>
                </a:cubicBezTo>
                <a:cubicBezTo>
                  <a:pt x="5319" y="4507"/>
                  <a:pt x="4791" y="4262"/>
                  <a:pt x="4443" y="3829"/>
                </a:cubicBezTo>
                <a:lnTo>
                  <a:pt x="2595" y="1393"/>
                </a:lnTo>
                <a:lnTo>
                  <a:pt x="2595" y="1393"/>
                </a:lnTo>
                <a:cubicBezTo>
                  <a:pt x="3042" y="1785"/>
                  <a:pt x="3524" y="2115"/>
                  <a:pt x="4050" y="2401"/>
                </a:cubicBezTo>
                <a:cubicBezTo>
                  <a:pt x="4318" y="2535"/>
                  <a:pt x="4595" y="2660"/>
                  <a:pt x="4871" y="2758"/>
                </a:cubicBezTo>
                <a:cubicBezTo>
                  <a:pt x="4987" y="2803"/>
                  <a:pt x="5157" y="2821"/>
                  <a:pt x="5255" y="2901"/>
                </a:cubicBezTo>
                <a:cubicBezTo>
                  <a:pt x="5263" y="2909"/>
                  <a:pt x="5272" y="2912"/>
                  <a:pt x="5281" y="2912"/>
                </a:cubicBezTo>
                <a:cubicBezTo>
                  <a:pt x="5321" y="2912"/>
                  <a:pt x="5362" y="2839"/>
                  <a:pt x="5318" y="2803"/>
                </a:cubicBezTo>
                <a:cubicBezTo>
                  <a:pt x="5103" y="2624"/>
                  <a:pt x="4684" y="2571"/>
                  <a:pt x="4425" y="2455"/>
                </a:cubicBezTo>
                <a:cubicBezTo>
                  <a:pt x="3622" y="2080"/>
                  <a:pt x="2899" y="1571"/>
                  <a:pt x="2283" y="937"/>
                </a:cubicBezTo>
                <a:lnTo>
                  <a:pt x="2283" y="937"/>
                </a:lnTo>
                <a:cubicBezTo>
                  <a:pt x="2754" y="1242"/>
                  <a:pt x="3317" y="1443"/>
                  <a:pt x="3889" y="1443"/>
                </a:cubicBezTo>
                <a:cubicBezTo>
                  <a:pt x="4207" y="1443"/>
                  <a:pt x="4527" y="1381"/>
                  <a:pt x="4836" y="1241"/>
                </a:cubicBezTo>
                <a:cubicBezTo>
                  <a:pt x="4891" y="1209"/>
                  <a:pt x="4869" y="1129"/>
                  <a:pt x="4815" y="1129"/>
                </a:cubicBezTo>
                <a:cubicBezTo>
                  <a:pt x="4807" y="1129"/>
                  <a:pt x="4799" y="1131"/>
                  <a:pt x="4791" y="1134"/>
                </a:cubicBezTo>
                <a:cubicBezTo>
                  <a:pt x="4495" y="1266"/>
                  <a:pt x="4188" y="1325"/>
                  <a:pt x="3885" y="1325"/>
                </a:cubicBezTo>
                <a:cubicBezTo>
                  <a:pt x="3165" y="1325"/>
                  <a:pt x="2462" y="994"/>
                  <a:pt x="1953" y="536"/>
                </a:cubicBezTo>
                <a:lnTo>
                  <a:pt x="1658" y="152"/>
                </a:lnTo>
                <a:cubicBezTo>
                  <a:pt x="1658" y="143"/>
                  <a:pt x="1649" y="134"/>
                  <a:pt x="1649" y="134"/>
                </a:cubicBezTo>
                <a:lnTo>
                  <a:pt x="1551"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0" name="Google Shape;2750;p24"/>
          <p:cNvSpPr/>
          <p:nvPr/>
        </p:nvSpPr>
        <p:spPr>
          <a:xfrm>
            <a:off x="4098477" y="846658"/>
            <a:ext cx="59857" cy="47513"/>
          </a:xfrm>
          <a:custGeom>
            <a:avLst/>
            <a:gdLst/>
            <a:ahLst/>
            <a:cxnLst/>
            <a:rect l="l" t="t" r="r" b="b"/>
            <a:pathLst>
              <a:path w="771" h="612" extrusionOk="0">
                <a:moveTo>
                  <a:pt x="387" y="0"/>
                </a:moveTo>
                <a:cubicBezTo>
                  <a:pt x="360" y="0"/>
                  <a:pt x="332" y="4"/>
                  <a:pt x="304" y="11"/>
                </a:cubicBezTo>
                <a:cubicBezTo>
                  <a:pt x="36" y="83"/>
                  <a:pt x="0" y="449"/>
                  <a:pt x="250" y="574"/>
                </a:cubicBezTo>
                <a:cubicBezTo>
                  <a:pt x="295" y="599"/>
                  <a:pt x="343" y="611"/>
                  <a:pt x="390" y="611"/>
                </a:cubicBezTo>
                <a:cubicBezTo>
                  <a:pt x="491" y="611"/>
                  <a:pt x="588" y="555"/>
                  <a:pt x="643" y="458"/>
                </a:cubicBezTo>
                <a:cubicBezTo>
                  <a:pt x="770" y="250"/>
                  <a:pt x="613" y="0"/>
                  <a:pt x="38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1" name="Google Shape;2751;p24"/>
          <p:cNvSpPr/>
          <p:nvPr/>
        </p:nvSpPr>
        <p:spPr>
          <a:xfrm>
            <a:off x="4106784" y="736959"/>
            <a:ext cx="77557" cy="61720"/>
          </a:xfrm>
          <a:custGeom>
            <a:avLst/>
            <a:gdLst/>
            <a:ahLst/>
            <a:cxnLst/>
            <a:rect l="l" t="t" r="r" b="b"/>
            <a:pathLst>
              <a:path w="999" h="795" extrusionOk="0">
                <a:moveTo>
                  <a:pt x="497" y="1"/>
                </a:moveTo>
                <a:cubicBezTo>
                  <a:pt x="463" y="1"/>
                  <a:pt x="428" y="5"/>
                  <a:pt x="393" y="14"/>
                </a:cubicBezTo>
                <a:cubicBezTo>
                  <a:pt x="45" y="112"/>
                  <a:pt x="0" y="576"/>
                  <a:pt x="313" y="746"/>
                </a:cubicBezTo>
                <a:cubicBezTo>
                  <a:pt x="371" y="778"/>
                  <a:pt x="436" y="794"/>
                  <a:pt x="500" y="794"/>
                </a:cubicBezTo>
                <a:cubicBezTo>
                  <a:pt x="631" y="794"/>
                  <a:pt x="758" y="729"/>
                  <a:pt x="830" y="603"/>
                </a:cubicBezTo>
                <a:cubicBezTo>
                  <a:pt x="998" y="331"/>
                  <a:pt x="793" y="1"/>
                  <a:pt x="49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2" name="Google Shape;2752;p24"/>
          <p:cNvSpPr/>
          <p:nvPr/>
        </p:nvSpPr>
        <p:spPr>
          <a:xfrm>
            <a:off x="4422681" y="616935"/>
            <a:ext cx="111717" cy="86718"/>
          </a:xfrm>
          <a:custGeom>
            <a:avLst/>
            <a:gdLst/>
            <a:ahLst/>
            <a:cxnLst/>
            <a:rect l="l" t="t" r="r" b="b"/>
            <a:pathLst>
              <a:path w="1439" h="1117" extrusionOk="0">
                <a:moveTo>
                  <a:pt x="726" y="0"/>
                </a:moveTo>
                <a:cubicBezTo>
                  <a:pt x="682" y="0"/>
                  <a:pt x="636" y="5"/>
                  <a:pt x="590" y="16"/>
                </a:cubicBezTo>
                <a:cubicBezTo>
                  <a:pt x="108" y="132"/>
                  <a:pt x="1" y="784"/>
                  <a:pt x="438" y="1034"/>
                </a:cubicBezTo>
                <a:cubicBezTo>
                  <a:pt x="529" y="1090"/>
                  <a:pt x="628" y="1116"/>
                  <a:pt x="725" y="1116"/>
                </a:cubicBezTo>
                <a:cubicBezTo>
                  <a:pt x="907" y="1116"/>
                  <a:pt x="1083" y="1024"/>
                  <a:pt x="1188" y="855"/>
                </a:cubicBezTo>
                <a:cubicBezTo>
                  <a:pt x="1439" y="475"/>
                  <a:pt x="1147" y="0"/>
                  <a:pt x="72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3" name="Google Shape;2753;p24"/>
          <p:cNvSpPr/>
          <p:nvPr/>
        </p:nvSpPr>
        <p:spPr>
          <a:xfrm>
            <a:off x="4501714" y="735950"/>
            <a:ext cx="94482" cy="74763"/>
          </a:xfrm>
          <a:custGeom>
            <a:avLst/>
            <a:gdLst/>
            <a:ahLst/>
            <a:cxnLst/>
            <a:rect l="l" t="t" r="r" b="b"/>
            <a:pathLst>
              <a:path w="1217" h="963" extrusionOk="0">
                <a:moveTo>
                  <a:pt x="613" y="0"/>
                </a:moveTo>
                <a:cubicBezTo>
                  <a:pt x="571" y="0"/>
                  <a:pt x="527" y="6"/>
                  <a:pt x="482" y="18"/>
                </a:cubicBezTo>
                <a:cubicBezTo>
                  <a:pt x="63" y="134"/>
                  <a:pt x="0" y="705"/>
                  <a:pt x="384" y="902"/>
                </a:cubicBezTo>
                <a:cubicBezTo>
                  <a:pt x="458" y="943"/>
                  <a:pt x="538" y="963"/>
                  <a:pt x="616" y="963"/>
                </a:cubicBezTo>
                <a:cubicBezTo>
                  <a:pt x="774" y="963"/>
                  <a:pt x="925" y="882"/>
                  <a:pt x="1009" y="732"/>
                </a:cubicBezTo>
                <a:cubicBezTo>
                  <a:pt x="1216" y="405"/>
                  <a:pt x="968" y="0"/>
                  <a:pt x="61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4" name="Google Shape;2754;p24"/>
          <p:cNvSpPr/>
          <p:nvPr/>
        </p:nvSpPr>
        <p:spPr>
          <a:xfrm>
            <a:off x="4255067" y="801629"/>
            <a:ext cx="103953" cy="82448"/>
          </a:xfrm>
          <a:custGeom>
            <a:avLst/>
            <a:gdLst/>
            <a:ahLst/>
            <a:cxnLst/>
            <a:rect l="l" t="t" r="r" b="b"/>
            <a:pathLst>
              <a:path w="1339" h="1062" extrusionOk="0">
                <a:moveTo>
                  <a:pt x="669" y="1"/>
                </a:moveTo>
                <a:cubicBezTo>
                  <a:pt x="623" y="1"/>
                  <a:pt x="575" y="7"/>
                  <a:pt x="527" y="20"/>
                </a:cubicBezTo>
                <a:cubicBezTo>
                  <a:pt x="63" y="145"/>
                  <a:pt x="0" y="779"/>
                  <a:pt x="420" y="993"/>
                </a:cubicBezTo>
                <a:cubicBezTo>
                  <a:pt x="499" y="1040"/>
                  <a:pt x="586" y="1062"/>
                  <a:pt x="671" y="1062"/>
                </a:cubicBezTo>
                <a:cubicBezTo>
                  <a:pt x="847" y="1062"/>
                  <a:pt x="1017" y="970"/>
                  <a:pt x="1107" y="814"/>
                </a:cubicBezTo>
                <a:cubicBezTo>
                  <a:pt x="1338" y="447"/>
                  <a:pt x="1062" y="1"/>
                  <a:pt x="66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5" name="Google Shape;2755;p24"/>
          <p:cNvSpPr/>
          <p:nvPr/>
        </p:nvSpPr>
        <p:spPr>
          <a:xfrm>
            <a:off x="4374936" y="902944"/>
            <a:ext cx="84234" cy="66766"/>
          </a:xfrm>
          <a:custGeom>
            <a:avLst/>
            <a:gdLst/>
            <a:ahLst/>
            <a:cxnLst/>
            <a:rect l="l" t="t" r="r" b="b"/>
            <a:pathLst>
              <a:path w="1085" h="860" extrusionOk="0">
                <a:moveTo>
                  <a:pt x="550" y="1"/>
                </a:moveTo>
                <a:cubicBezTo>
                  <a:pt x="511" y="1"/>
                  <a:pt x="470" y="6"/>
                  <a:pt x="429" y="18"/>
                </a:cubicBezTo>
                <a:cubicBezTo>
                  <a:pt x="54" y="116"/>
                  <a:pt x="0" y="625"/>
                  <a:pt x="348" y="804"/>
                </a:cubicBezTo>
                <a:cubicBezTo>
                  <a:pt x="410" y="842"/>
                  <a:pt x="478" y="859"/>
                  <a:pt x="545" y="859"/>
                </a:cubicBezTo>
                <a:cubicBezTo>
                  <a:pt x="685" y="859"/>
                  <a:pt x="824" y="784"/>
                  <a:pt x="902" y="652"/>
                </a:cubicBezTo>
                <a:cubicBezTo>
                  <a:pt x="1084" y="358"/>
                  <a:pt x="864" y="1"/>
                  <a:pt x="55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6" name="Google Shape;2756;p24"/>
          <p:cNvSpPr/>
          <p:nvPr/>
        </p:nvSpPr>
        <p:spPr>
          <a:xfrm>
            <a:off x="4196841" y="861797"/>
            <a:ext cx="66611" cy="52869"/>
          </a:xfrm>
          <a:custGeom>
            <a:avLst/>
            <a:gdLst/>
            <a:ahLst/>
            <a:cxnLst/>
            <a:rect l="l" t="t" r="r" b="b"/>
            <a:pathLst>
              <a:path w="858" h="681" extrusionOk="0">
                <a:moveTo>
                  <a:pt x="431" y="0"/>
                </a:moveTo>
                <a:cubicBezTo>
                  <a:pt x="402" y="0"/>
                  <a:pt x="371" y="4"/>
                  <a:pt x="340" y="13"/>
                </a:cubicBezTo>
                <a:cubicBezTo>
                  <a:pt x="45" y="93"/>
                  <a:pt x="0" y="495"/>
                  <a:pt x="277" y="637"/>
                </a:cubicBezTo>
                <a:cubicBezTo>
                  <a:pt x="327" y="666"/>
                  <a:pt x="381" y="680"/>
                  <a:pt x="434" y="680"/>
                </a:cubicBezTo>
                <a:cubicBezTo>
                  <a:pt x="545" y="680"/>
                  <a:pt x="654" y="621"/>
                  <a:pt x="714" y="512"/>
                </a:cubicBezTo>
                <a:cubicBezTo>
                  <a:pt x="858" y="281"/>
                  <a:pt x="681" y="0"/>
                  <a:pt x="43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7" name="Google Shape;2757;p24"/>
          <p:cNvSpPr/>
          <p:nvPr/>
        </p:nvSpPr>
        <p:spPr>
          <a:xfrm>
            <a:off x="4575856" y="867231"/>
            <a:ext cx="74064" cy="58770"/>
          </a:xfrm>
          <a:custGeom>
            <a:avLst/>
            <a:gdLst/>
            <a:ahLst/>
            <a:cxnLst/>
            <a:rect l="l" t="t" r="r" b="b"/>
            <a:pathLst>
              <a:path w="954" h="757" extrusionOk="0">
                <a:moveTo>
                  <a:pt x="476" y="0"/>
                </a:moveTo>
                <a:cubicBezTo>
                  <a:pt x="444" y="0"/>
                  <a:pt x="410" y="5"/>
                  <a:pt x="375" y="14"/>
                </a:cubicBezTo>
                <a:cubicBezTo>
                  <a:pt x="45" y="103"/>
                  <a:pt x="0" y="550"/>
                  <a:pt x="304" y="710"/>
                </a:cubicBezTo>
                <a:cubicBezTo>
                  <a:pt x="359" y="742"/>
                  <a:pt x="418" y="757"/>
                  <a:pt x="477" y="757"/>
                </a:cubicBezTo>
                <a:cubicBezTo>
                  <a:pt x="600" y="757"/>
                  <a:pt x="719" y="691"/>
                  <a:pt x="786" y="576"/>
                </a:cubicBezTo>
                <a:cubicBezTo>
                  <a:pt x="954" y="321"/>
                  <a:pt x="756" y="0"/>
                  <a:pt x="47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8" name="Google Shape;2758;p24"/>
          <p:cNvSpPr/>
          <p:nvPr/>
        </p:nvSpPr>
        <p:spPr>
          <a:xfrm>
            <a:off x="4536339" y="972816"/>
            <a:ext cx="102633" cy="80740"/>
          </a:xfrm>
          <a:custGeom>
            <a:avLst/>
            <a:gdLst/>
            <a:ahLst/>
            <a:cxnLst/>
            <a:rect l="l" t="t" r="r" b="b"/>
            <a:pathLst>
              <a:path w="1322" h="1040" extrusionOk="0">
                <a:moveTo>
                  <a:pt x="669" y="0"/>
                </a:moveTo>
                <a:cubicBezTo>
                  <a:pt x="623" y="0"/>
                  <a:pt x="576" y="6"/>
                  <a:pt x="527" y="20"/>
                </a:cubicBezTo>
                <a:cubicBezTo>
                  <a:pt x="72" y="136"/>
                  <a:pt x="1" y="760"/>
                  <a:pt x="429" y="975"/>
                </a:cubicBezTo>
                <a:cubicBezTo>
                  <a:pt x="505" y="1019"/>
                  <a:pt x="588" y="1039"/>
                  <a:pt x="670" y="1039"/>
                </a:cubicBezTo>
                <a:cubicBezTo>
                  <a:pt x="838" y="1039"/>
                  <a:pt x="1003" y="952"/>
                  <a:pt x="1098" y="796"/>
                </a:cubicBezTo>
                <a:cubicBezTo>
                  <a:pt x="1322" y="437"/>
                  <a:pt x="1053" y="0"/>
                  <a:pt x="66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9" name="Google Shape;2759;p24"/>
          <p:cNvSpPr/>
          <p:nvPr/>
        </p:nvSpPr>
        <p:spPr>
          <a:xfrm>
            <a:off x="4431687" y="1004336"/>
            <a:ext cx="85787" cy="67931"/>
          </a:xfrm>
          <a:custGeom>
            <a:avLst/>
            <a:gdLst/>
            <a:ahLst/>
            <a:cxnLst/>
            <a:rect l="l" t="t" r="r" b="b"/>
            <a:pathLst>
              <a:path w="1105" h="875" extrusionOk="0">
                <a:moveTo>
                  <a:pt x="551" y="1"/>
                </a:moveTo>
                <a:cubicBezTo>
                  <a:pt x="515" y="1"/>
                  <a:pt x="477" y="5"/>
                  <a:pt x="438" y="15"/>
                </a:cubicBezTo>
                <a:cubicBezTo>
                  <a:pt x="55" y="122"/>
                  <a:pt x="1" y="640"/>
                  <a:pt x="349" y="818"/>
                </a:cubicBezTo>
                <a:cubicBezTo>
                  <a:pt x="413" y="856"/>
                  <a:pt x="484" y="874"/>
                  <a:pt x="555" y="874"/>
                </a:cubicBezTo>
                <a:cubicBezTo>
                  <a:pt x="700" y="874"/>
                  <a:pt x="842" y="799"/>
                  <a:pt x="920" y="667"/>
                </a:cubicBezTo>
                <a:cubicBezTo>
                  <a:pt x="1105" y="370"/>
                  <a:pt x="878" y="1"/>
                  <a:pt x="55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0" name="Google Shape;2760;p24"/>
          <p:cNvSpPr/>
          <p:nvPr/>
        </p:nvSpPr>
        <p:spPr>
          <a:xfrm>
            <a:off x="4466390" y="1026695"/>
            <a:ext cx="34703" cy="35712"/>
          </a:xfrm>
          <a:custGeom>
            <a:avLst/>
            <a:gdLst/>
            <a:ahLst/>
            <a:cxnLst/>
            <a:rect l="l" t="t" r="r" b="b"/>
            <a:pathLst>
              <a:path w="447" h="460" extrusionOk="0">
                <a:moveTo>
                  <a:pt x="234" y="0"/>
                </a:moveTo>
                <a:cubicBezTo>
                  <a:pt x="195" y="0"/>
                  <a:pt x="155" y="9"/>
                  <a:pt x="116" y="22"/>
                </a:cubicBezTo>
                <a:cubicBezTo>
                  <a:pt x="89" y="40"/>
                  <a:pt x="72" y="57"/>
                  <a:pt x="54" y="75"/>
                </a:cubicBezTo>
                <a:cubicBezTo>
                  <a:pt x="36" y="102"/>
                  <a:pt x="27" y="120"/>
                  <a:pt x="18" y="147"/>
                </a:cubicBezTo>
                <a:lnTo>
                  <a:pt x="9" y="173"/>
                </a:lnTo>
                <a:lnTo>
                  <a:pt x="9" y="182"/>
                </a:lnTo>
                <a:cubicBezTo>
                  <a:pt x="9" y="200"/>
                  <a:pt x="9" y="218"/>
                  <a:pt x="0" y="245"/>
                </a:cubicBezTo>
                <a:cubicBezTo>
                  <a:pt x="0" y="263"/>
                  <a:pt x="9" y="281"/>
                  <a:pt x="9" y="307"/>
                </a:cubicBezTo>
                <a:cubicBezTo>
                  <a:pt x="27" y="370"/>
                  <a:pt x="89" y="432"/>
                  <a:pt x="161" y="450"/>
                </a:cubicBezTo>
                <a:cubicBezTo>
                  <a:pt x="179" y="450"/>
                  <a:pt x="197" y="459"/>
                  <a:pt x="214" y="459"/>
                </a:cubicBezTo>
                <a:cubicBezTo>
                  <a:pt x="232" y="459"/>
                  <a:pt x="259" y="450"/>
                  <a:pt x="277" y="450"/>
                </a:cubicBezTo>
                <a:cubicBezTo>
                  <a:pt x="295" y="441"/>
                  <a:pt x="313" y="432"/>
                  <a:pt x="330" y="423"/>
                </a:cubicBezTo>
                <a:cubicBezTo>
                  <a:pt x="366" y="406"/>
                  <a:pt x="393" y="379"/>
                  <a:pt x="411" y="343"/>
                </a:cubicBezTo>
                <a:cubicBezTo>
                  <a:pt x="420" y="325"/>
                  <a:pt x="429" y="307"/>
                  <a:pt x="438" y="289"/>
                </a:cubicBezTo>
                <a:cubicBezTo>
                  <a:pt x="446" y="254"/>
                  <a:pt x="446" y="209"/>
                  <a:pt x="438" y="173"/>
                </a:cubicBezTo>
                <a:lnTo>
                  <a:pt x="438" y="165"/>
                </a:lnTo>
                <a:cubicBezTo>
                  <a:pt x="429" y="147"/>
                  <a:pt x="429" y="129"/>
                  <a:pt x="411" y="111"/>
                </a:cubicBezTo>
                <a:lnTo>
                  <a:pt x="384" y="66"/>
                </a:lnTo>
                <a:cubicBezTo>
                  <a:pt x="366" y="49"/>
                  <a:pt x="357" y="40"/>
                  <a:pt x="339" y="31"/>
                </a:cubicBezTo>
                <a:cubicBezTo>
                  <a:pt x="322" y="22"/>
                  <a:pt x="304" y="13"/>
                  <a:pt x="277" y="4"/>
                </a:cubicBezTo>
                <a:cubicBezTo>
                  <a:pt x="263" y="1"/>
                  <a:pt x="248" y="0"/>
                  <a:pt x="234" y="0"/>
                </a:cubicBezTo>
                <a:close/>
              </a:path>
            </a:pathLst>
          </a:custGeom>
          <a:gradFill>
            <a:gsLst>
              <a:gs pos="0">
                <a:srgbClr val="FFFFFF">
                  <a:alpha val="0"/>
                </a:srgbClr>
              </a:gs>
              <a:gs pos="100000">
                <a:srgbClr val="FFFFFF">
                  <a:alpha val="2196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1" name="Google Shape;2761;p24"/>
          <p:cNvSpPr/>
          <p:nvPr/>
        </p:nvSpPr>
        <p:spPr>
          <a:xfrm>
            <a:off x="4581368" y="1009615"/>
            <a:ext cx="29191" cy="31986"/>
          </a:xfrm>
          <a:custGeom>
            <a:avLst/>
            <a:gdLst/>
            <a:ahLst/>
            <a:cxnLst/>
            <a:rect l="l" t="t" r="r" b="b"/>
            <a:pathLst>
              <a:path w="376" h="412" extrusionOk="0">
                <a:moveTo>
                  <a:pt x="135" y="1"/>
                </a:moveTo>
                <a:lnTo>
                  <a:pt x="108" y="10"/>
                </a:lnTo>
                <a:lnTo>
                  <a:pt x="90" y="19"/>
                </a:lnTo>
                <a:cubicBezTo>
                  <a:pt x="72" y="28"/>
                  <a:pt x="63" y="36"/>
                  <a:pt x="54" y="54"/>
                </a:cubicBezTo>
                <a:cubicBezTo>
                  <a:pt x="45" y="54"/>
                  <a:pt x="45" y="63"/>
                  <a:pt x="36" y="72"/>
                </a:cubicBezTo>
                <a:lnTo>
                  <a:pt x="28" y="81"/>
                </a:lnTo>
                <a:cubicBezTo>
                  <a:pt x="19" y="99"/>
                  <a:pt x="10" y="117"/>
                  <a:pt x="1" y="135"/>
                </a:cubicBezTo>
                <a:lnTo>
                  <a:pt x="1" y="144"/>
                </a:lnTo>
                <a:cubicBezTo>
                  <a:pt x="1" y="152"/>
                  <a:pt x="1" y="152"/>
                  <a:pt x="1" y="152"/>
                </a:cubicBezTo>
                <a:lnTo>
                  <a:pt x="1" y="161"/>
                </a:lnTo>
                <a:lnTo>
                  <a:pt x="1" y="215"/>
                </a:lnTo>
                <a:cubicBezTo>
                  <a:pt x="1" y="215"/>
                  <a:pt x="1" y="224"/>
                  <a:pt x="1" y="224"/>
                </a:cubicBezTo>
                <a:cubicBezTo>
                  <a:pt x="1" y="224"/>
                  <a:pt x="1" y="233"/>
                  <a:pt x="1" y="233"/>
                </a:cubicBezTo>
                <a:lnTo>
                  <a:pt x="1" y="277"/>
                </a:lnTo>
                <a:lnTo>
                  <a:pt x="1" y="286"/>
                </a:lnTo>
                <a:lnTo>
                  <a:pt x="19" y="322"/>
                </a:lnTo>
                <a:lnTo>
                  <a:pt x="45" y="358"/>
                </a:lnTo>
                <a:cubicBezTo>
                  <a:pt x="54" y="367"/>
                  <a:pt x="63" y="376"/>
                  <a:pt x="81" y="385"/>
                </a:cubicBezTo>
                <a:cubicBezTo>
                  <a:pt x="108" y="402"/>
                  <a:pt x="135" y="411"/>
                  <a:pt x="170" y="411"/>
                </a:cubicBezTo>
                <a:lnTo>
                  <a:pt x="242" y="411"/>
                </a:lnTo>
                <a:cubicBezTo>
                  <a:pt x="260" y="402"/>
                  <a:pt x="277" y="393"/>
                  <a:pt x="295" y="385"/>
                </a:cubicBezTo>
                <a:cubicBezTo>
                  <a:pt x="304" y="376"/>
                  <a:pt x="313" y="376"/>
                  <a:pt x="322" y="367"/>
                </a:cubicBezTo>
                <a:cubicBezTo>
                  <a:pt x="331" y="349"/>
                  <a:pt x="349" y="340"/>
                  <a:pt x="349" y="331"/>
                </a:cubicBezTo>
                <a:cubicBezTo>
                  <a:pt x="349" y="331"/>
                  <a:pt x="349" y="322"/>
                  <a:pt x="349" y="322"/>
                </a:cubicBezTo>
                <a:cubicBezTo>
                  <a:pt x="358" y="304"/>
                  <a:pt x="367" y="286"/>
                  <a:pt x="376" y="269"/>
                </a:cubicBezTo>
                <a:cubicBezTo>
                  <a:pt x="376" y="251"/>
                  <a:pt x="376" y="233"/>
                  <a:pt x="376" y="215"/>
                </a:cubicBezTo>
                <a:lnTo>
                  <a:pt x="376" y="197"/>
                </a:lnTo>
                <a:cubicBezTo>
                  <a:pt x="376" y="161"/>
                  <a:pt x="367" y="126"/>
                  <a:pt x="349" y="99"/>
                </a:cubicBezTo>
                <a:cubicBezTo>
                  <a:pt x="349" y="81"/>
                  <a:pt x="349" y="72"/>
                  <a:pt x="340" y="54"/>
                </a:cubicBezTo>
                <a:lnTo>
                  <a:pt x="322" y="45"/>
                </a:lnTo>
                <a:cubicBezTo>
                  <a:pt x="322" y="36"/>
                  <a:pt x="313" y="28"/>
                  <a:pt x="304" y="28"/>
                </a:cubicBezTo>
                <a:cubicBezTo>
                  <a:pt x="304" y="28"/>
                  <a:pt x="295" y="19"/>
                  <a:pt x="295" y="19"/>
                </a:cubicBezTo>
                <a:cubicBezTo>
                  <a:pt x="277" y="19"/>
                  <a:pt x="260" y="10"/>
                  <a:pt x="251" y="1"/>
                </a:cubicBezTo>
                <a:close/>
              </a:path>
            </a:pathLst>
          </a:custGeom>
          <a:gradFill>
            <a:gsLst>
              <a:gs pos="0">
                <a:srgbClr val="FFFFFF">
                  <a:alpha val="0"/>
                </a:srgbClr>
              </a:gs>
              <a:gs pos="100000">
                <a:srgbClr val="FFFFFF">
                  <a:alpha val="2196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2" name="Google Shape;2762;p24"/>
          <p:cNvSpPr/>
          <p:nvPr/>
        </p:nvSpPr>
        <p:spPr>
          <a:xfrm>
            <a:off x="4607686" y="887029"/>
            <a:ext cx="25076" cy="26163"/>
          </a:xfrm>
          <a:custGeom>
            <a:avLst/>
            <a:gdLst/>
            <a:ahLst/>
            <a:cxnLst/>
            <a:rect l="l" t="t" r="r" b="b"/>
            <a:pathLst>
              <a:path w="323" h="337" extrusionOk="0">
                <a:moveTo>
                  <a:pt x="153" y="0"/>
                </a:moveTo>
                <a:cubicBezTo>
                  <a:pt x="135" y="0"/>
                  <a:pt x="126" y="9"/>
                  <a:pt x="108" y="18"/>
                </a:cubicBezTo>
                <a:cubicBezTo>
                  <a:pt x="90" y="18"/>
                  <a:pt x="72" y="27"/>
                  <a:pt x="63" y="45"/>
                </a:cubicBezTo>
                <a:lnTo>
                  <a:pt x="54" y="54"/>
                </a:lnTo>
                <a:lnTo>
                  <a:pt x="28" y="89"/>
                </a:lnTo>
                <a:lnTo>
                  <a:pt x="28" y="98"/>
                </a:lnTo>
                <a:lnTo>
                  <a:pt x="10" y="134"/>
                </a:lnTo>
                <a:cubicBezTo>
                  <a:pt x="1" y="170"/>
                  <a:pt x="1" y="196"/>
                  <a:pt x="10" y="223"/>
                </a:cubicBezTo>
                <a:cubicBezTo>
                  <a:pt x="19" y="250"/>
                  <a:pt x="28" y="268"/>
                  <a:pt x="54" y="286"/>
                </a:cubicBezTo>
                <a:cubicBezTo>
                  <a:pt x="72" y="312"/>
                  <a:pt x="90" y="321"/>
                  <a:pt x="117" y="330"/>
                </a:cubicBezTo>
                <a:cubicBezTo>
                  <a:pt x="130" y="335"/>
                  <a:pt x="146" y="337"/>
                  <a:pt x="162" y="337"/>
                </a:cubicBezTo>
                <a:cubicBezTo>
                  <a:pt x="177" y="337"/>
                  <a:pt x="193" y="335"/>
                  <a:pt x="206" y="330"/>
                </a:cubicBezTo>
                <a:lnTo>
                  <a:pt x="242" y="312"/>
                </a:lnTo>
                <a:lnTo>
                  <a:pt x="278" y="286"/>
                </a:lnTo>
                <a:lnTo>
                  <a:pt x="304" y="259"/>
                </a:lnTo>
                <a:cubicBezTo>
                  <a:pt x="304" y="241"/>
                  <a:pt x="313" y="232"/>
                  <a:pt x="313" y="214"/>
                </a:cubicBezTo>
                <a:cubicBezTo>
                  <a:pt x="322" y="205"/>
                  <a:pt x="322" y="187"/>
                  <a:pt x="322" y="170"/>
                </a:cubicBezTo>
                <a:lnTo>
                  <a:pt x="322" y="161"/>
                </a:lnTo>
                <a:lnTo>
                  <a:pt x="322" y="116"/>
                </a:lnTo>
                <a:lnTo>
                  <a:pt x="304" y="80"/>
                </a:lnTo>
                <a:lnTo>
                  <a:pt x="278" y="45"/>
                </a:lnTo>
                <a:cubicBezTo>
                  <a:pt x="269" y="27"/>
                  <a:pt x="251" y="18"/>
                  <a:pt x="233" y="18"/>
                </a:cubicBezTo>
                <a:cubicBezTo>
                  <a:pt x="224" y="9"/>
                  <a:pt x="206" y="0"/>
                  <a:pt x="188" y="0"/>
                </a:cubicBezTo>
                <a:close/>
              </a:path>
            </a:pathLst>
          </a:custGeom>
          <a:gradFill>
            <a:gsLst>
              <a:gs pos="0">
                <a:srgbClr val="FFFFFF">
                  <a:alpha val="0"/>
                </a:srgbClr>
              </a:gs>
              <a:gs pos="100000">
                <a:srgbClr val="FFFFFF">
                  <a:alpha val="2196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3" name="Google Shape;2763;p24"/>
          <p:cNvSpPr/>
          <p:nvPr/>
        </p:nvSpPr>
        <p:spPr>
          <a:xfrm>
            <a:off x="4541929" y="767780"/>
            <a:ext cx="27793" cy="28492"/>
          </a:xfrm>
          <a:custGeom>
            <a:avLst/>
            <a:gdLst/>
            <a:ahLst/>
            <a:cxnLst/>
            <a:rect l="l" t="t" r="r" b="b"/>
            <a:pathLst>
              <a:path w="358" h="367" extrusionOk="0">
                <a:moveTo>
                  <a:pt x="152" y="1"/>
                </a:moveTo>
                <a:lnTo>
                  <a:pt x="125" y="10"/>
                </a:lnTo>
                <a:lnTo>
                  <a:pt x="107" y="19"/>
                </a:lnTo>
                <a:lnTo>
                  <a:pt x="98" y="28"/>
                </a:lnTo>
                <a:lnTo>
                  <a:pt x="89" y="28"/>
                </a:lnTo>
                <a:cubicBezTo>
                  <a:pt x="71" y="37"/>
                  <a:pt x="63" y="46"/>
                  <a:pt x="54" y="54"/>
                </a:cubicBezTo>
                <a:lnTo>
                  <a:pt x="45" y="63"/>
                </a:lnTo>
                <a:cubicBezTo>
                  <a:pt x="36" y="72"/>
                  <a:pt x="27" y="81"/>
                  <a:pt x="18" y="99"/>
                </a:cubicBezTo>
                <a:lnTo>
                  <a:pt x="9" y="117"/>
                </a:lnTo>
                <a:lnTo>
                  <a:pt x="0" y="135"/>
                </a:lnTo>
                <a:lnTo>
                  <a:pt x="0" y="144"/>
                </a:lnTo>
                <a:lnTo>
                  <a:pt x="0" y="171"/>
                </a:lnTo>
                <a:lnTo>
                  <a:pt x="0" y="188"/>
                </a:lnTo>
                <a:lnTo>
                  <a:pt x="0" y="197"/>
                </a:lnTo>
                <a:lnTo>
                  <a:pt x="0" y="215"/>
                </a:lnTo>
                <a:cubicBezTo>
                  <a:pt x="0" y="215"/>
                  <a:pt x="0" y="224"/>
                  <a:pt x="0" y="224"/>
                </a:cubicBezTo>
                <a:cubicBezTo>
                  <a:pt x="0" y="224"/>
                  <a:pt x="0" y="233"/>
                  <a:pt x="0" y="242"/>
                </a:cubicBezTo>
                <a:cubicBezTo>
                  <a:pt x="0" y="260"/>
                  <a:pt x="9" y="269"/>
                  <a:pt x="9" y="278"/>
                </a:cubicBezTo>
                <a:lnTo>
                  <a:pt x="9" y="287"/>
                </a:lnTo>
                <a:cubicBezTo>
                  <a:pt x="18" y="304"/>
                  <a:pt x="27" y="313"/>
                  <a:pt x="45" y="322"/>
                </a:cubicBezTo>
                <a:lnTo>
                  <a:pt x="71" y="349"/>
                </a:lnTo>
                <a:cubicBezTo>
                  <a:pt x="89" y="358"/>
                  <a:pt x="98" y="358"/>
                  <a:pt x="116" y="367"/>
                </a:cubicBezTo>
                <a:lnTo>
                  <a:pt x="214" y="367"/>
                </a:lnTo>
                <a:lnTo>
                  <a:pt x="232" y="358"/>
                </a:lnTo>
                <a:lnTo>
                  <a:pt x="250" y="349"/>
                </a:lnTo>
                <a:cubicBezTo>
                  <a:pt x="259" y="349"/>
                  <a:pt x="268" y="340"/>
                  <a:pt x="277" y="331"/>
                </a:cubicBezTo>
                <a:cubicBezTo>
                  <a:pt x="286" y="331"/>
                  <a:pt x="295" y="322"/>
                  <a:pt x="295" y="313"/>
                </a:cubicBezTo>
                <a:lnTo>
                  <a:pt x="295" y="304"/>
                </a:lnTo>
                <a:lnTo>
                  <a:pt x="330" y="269"/>
                </a:lnTo>
                <a:lnTo>
                  <a:pt x="339" y="251"/>
                </a:lnTo>
                <a:cubicBezTo>
                  <a:pt x="348" y="233"/>
                  <a:pt x="357" y="224"/>
                  <a:pt x="357" y="206"/>
                </a:cubicBezTo>
                <a:lnTo>
                  <a:pt x="357" y="179"/>
                </a:lnTo>
                <a:lnTo>
                  <a:pt x="357" y="171"/>
                </a:lnTo>
                <a:lnTo>
                  <a:pt x="357" y="126"/>
                </a:lnTo>
                <a:cubicBezTo>
                  <a:pt x="357" y="108"/>
                  <a:pt x="348" y="99"/>
                  <a:pt x="339" y="81"/>
                </a:cubicBezTo>
                <a:lnTo>
                  <a:pt x="339" y="72"/>
                </a:lnTo>
                <a:cubicBezTo>
                  <a:pt x="339" y="72"/>
                  <a:pt x="330" y="63"/>
                  <a:pt x="321" y="63"/>
                </a:cubicBezTo>
                <a:cubicBezTo>
                  <a:pt x="321" y="54"/>
                  <a:pt x="312" y="46"/>
                  <a:pt x="304" y="37"/>
                </a:cubicBezTo>
                <a:cubicBezTo>
                  <a:pt x="304" y="37"/>
                  <a:pt x="304" y="37"/>
                  <a:pt x="295" y="28"/>
                </a:cubicBezTo>
                <a:cubicBezTo>
                  <a:pt x="286" y="19"/>
                  <a:pt x="268" y="10"/>
                  <a:pt x="241" y="1"/>
                </a:cubicBezTo>
                <a:close/>
              </a:path>
            </a:pathLst>
          </a:custGeom>
          <a:gradFill>
            <a:gsLst>
              <a:gs pos="0">
                <a:srgbClr val="FFFFFF">
                  <a:alpha val="0"/>
                </a:srgbClr>
              </a:gs>
              <a:gs pos="100000">
                <a:srgbClr val="FFFFFF">
                  <a:alpha val="2196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4" name="Google Shape;2764;p24"/>
          <p:cNvSpPr/>
          <p:nvPr/>
        </p:nvSpPr>
        <p:spPr>
          <a:xfrm>
            <a:off x="4466390" y="656296"/>
            <a:ext cx="36799" cy="37110"/>
          </a:xfrm>
          <a:custGeom>
            <a:avLst/>
            <a:gdLst/>
            <a:ahLst/>
            <a:cxnLst/>
            <a:rect l="l" t="t" r="r" b="b"/>
            <a:pathLst>
              <a:path w="474" h="478" extrusionOk="0">
                <a:moveTo>
                  <a:pt x="250" y="0"/>
                </a:moveTo>
                <a:cubicBezTo>
                  <a:pt x="232" y="0"/>
                  <a:pt x="206" y="9"/>
                  <a:pt x="188" y="9"/>
                </a:cubicBezTo>
                <a:cubicBezTo>
                  <a:pt x="116" y="27"/>
                  <a:pt x="63" y="80"/>
                  <a:pt x="18" y="134"/>
                </a:cubicBezTo>
                <a:cubicBezTo>
                  <a:pt x="9" y="152"/>
                  <a:pt x="0" y="170"/>
                  <a:pt x="0" y="196"/>
                </a:cubicBezTo>
                <a:cubicBezTo>
                  <a:pt x="0" y="205"/>
                  <a:pt x="0" y="214"/>
                  <a:pt x="0" y="223"/>
                </a:cubicBezTo>
                <a:cubicBezTo>
                  <a:pt x="0" y="232"/>
                  <a:pt x="0" y="241"/>
                  <a:pt x="0" y="250"/>
                </a:cubicBezTo>
                <a:lnTo>
                  <a:pt x="0" y="286"/>
                </a:lnTo>
                <a:cubicBezTo>
                  <a:pt x="0" y="295"/>
                  <a:pt x="0" y="303"/>
                  <a:pt x="9" y="312"/>
                </a:cubicBezTo>
                <a:lnTo>
                  <a:pt x="9" y="330"/>
                </a:lnTo>
                <a:lnTo>
                  <a:pt x="9" y="339"/>
                </a:lnTo>
                <a:cubicBezTo>
                  <a:pt x="18" y="348"/>
                  <a:pt x="18" y="348"/>
                  <a:pt x="27" y="357"/>
                </a:cubicBezTo>
                <a:cubicBezTo>
                  <a:pt x="27" y="366"/>
                  <a:pt x="27" y="375"/>
                  <a:pt x="36" y="384"/>
                </a:cubicBezTo>
                <a:cubicBezTo>
                  <a:pt x="73" y="443"/>
                  <a:pt x="141" y="478"/>
                  <a:pt x="213" y="478"/>
                </a:cubicBezTo>
                <a:cubicBezTo>
                  <a:pt x="228" y="478"/>
                  <a:pt x="244" y="476"/>
                  <a:pt x="259" y="473"/>
                </a:cubicBezTo>
                <a:cubicBezTo>
                  <a:pt x="295" y="455"/>
                  <a:pt x="339" y="437"/>
                  <a:pt x="366" y="402"/>
                </a:cubicBezTo>
                <a:cubicBezTo>
                  <a:pt x="384" y="393"/>
                  <a:pt x="393" y="384"/>
                  <a:pt x="411" y="366"/>
                </a:cubicBezTo>
                <a:cubicBezTo>
                  <a:pt x="438" y="330"/>
                  <a:pt x="455" y="295"/>
                  <a:pt x="464" y="259"/>
                </a:cubicBezTo>
                <a:cubicBezTo>
                  <a:pt x="473" y="241"/>
                  <a:pt x="473" y="223"/>
                  <a:pt x="473" y="205"/>
                </a:cubicBezTo>
                <a:cubicBezTo>
                  <a:pt x="473" y="196"/>
                  <a:pt x="473" y="179"/>
                  <a:pt x="473" y="170"/>
                </a:cubicBezTo>
                <a:cubicBezTo>
                  <a:pt x="473" y="161"/>
                  <a:pt x="464" y="161"/>
                  <a:pt x="464" y="152"/>
                </a:cubicBezTo>
                <a:cubicBezTo>
                  <a:pt x="455" y="107"/>
                  <a:pt x="429" y="71"/>
                  <a:pt x="393" y="45"/>
                </a:cubicBezTo>
                <a:cubicBezTo>
                  <a:pt x="375" y="27"/>
                  <a:pt x="348" y="9"/>
                  <a:pt x="322" y="9"/>
                </a:cubicBezTo>
                <a:cubicBezTo>
                  <a:pt x="304" y="0"/>
                  <a:pt x="286" y="0"/>
                  <a:pt x="268" y="0"/>
                </a:cubicBezTo>
                <a:close/>
              </a:path>
            </a:pathLst>
          </a:custGeom>
          <a:gradFill>
            <a:gsLst>
              <a:gs pos="0">
                <a:srgbClr val="FFFFFF">
                  <a:alpha val="0"/>
                </a:srgbClr>
              </a:gs>
              <a:gs pos="100000">
                <a:srgbClr val="FFFFFF">
                  <a:alpha val="2196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5" name="Google Shape;2765;p24"/>
          <p:cNvSpPr/>
          <p:nvPr/>
        </p:nvSpPr>
        <p:spPr>
          <a:xfrm>
            <a:off x="4408862" y="926234"/>
            <a:ext cx="25697" cy="30122"/>
          </a:xfrm>
          <a:custGeom>
            <a:avLst/>
            <a:gdLst/>
            <a:ahLst/>
            <a:cxnLst/>
            <a:rect l="l" t="t" r="r" b="b"/>
            <a:pathLst>
              <a:path w="331" h="388" extrusionOk="0">
                <a:moveTo>
                  <a:pt x="180" y="1"/>
                </a:moveTo>
                <a:cubicBezTo>
                  <a:pt x="168" y="1"/>
                  <a:pt x="155" y="2"/>
                  <a:pt x="143" y="4"/>
                </a:cubicBezTo>
                <a:cubicBezTo>
                  <a:pt x="116" y="13"/>
                  <a:pt x="99" y="31"/>
                  <a:pt x="81" y="48"/>
                </a:cubicBezTo>
                <a:lnTo>
                  <a:pt x="54" y="75"/>
                </a:lnTo>
                <a:lnTo>
                  <a:pt x="45" y="84"/>
                </a:lnTo>
                <a:cubicBezTo>
                  <a:pt x="27" y="93"/>
                  <a:pt x="18" y="111"/>
                  <a:pt x="9" y="138"/>
                </a:cubicBezTo>
                <a:cubicBezTo>
                  <a:pt x="9" y="147"/>
                  <a:pt x="0" y="155"/>
                  <a:pt x="0" y="164"/>
                </a:cubicBezTo>
                <a:lnTo>
                  <a:pt x="0" y="209"/>
                </a:lnTo>
                <a:cubicBezTo>
                  <a:pt x="0" y="209"/>
                  <a:pt x="0" y="209"/>
                  <a:pt x="0" y="218"/>
                </a:cubicBezTo>
                <a:lnTo>
                  <a:pt x="0" y="263"/>
                </a:lnTo>
                <a:lnTo>
                  <a:pt x="0" y="272"/>
                </a:lnTo>
                <a:cubicBezTo>
                  <a:pt x="9" y="298"/>
                  <a:pt x="18" y="316"/>
                  <a:pt x="45" y="334"/>
                </a:cubicBezTo>
                <a:cubicBezTo>
                  <a:pt x="54" y="352"/>
                  <a:pt x="72" y="361"/>
                  <a:pt x="90" y="370"/>
                </a:cubicBezTo>
                <a:cubicBezTo>
                  <a:pt x="108" y="379"/>
                  <a:pt x="134" y="388"/>
                  <a:pt x="152" y="388"/>
                </a:cubicBezTo>
                <a:cubicBezTo>
                  <a:pt x="179" y="388"/>
                  <a:pt x="206" y="379"/>
                  <a:pt x="233" y="361"/>
                </a:cubicBezTo>
                <a:lnTo>
                  <a:pt x="241" y="352"/>
                </a:lnTo>
                <a:lnTo>
                  <a:pt x="250" y="352"/>
                </a:lnTo>
                <a:lnTo>
                  <a:pt x="268" y="343"/>
                </a:lnTo>
                <a:lnTo>
                  <a:pt x="286" y="334"/>
                </a:lnTo>
                <a:cubicBezTo>
                  <a:pt x="295" y="316"/>
                  <a:pt x="304" y="307"/>
                  <a:pt x="313" y="298"/>
                </a:cubicBezTo>
                <a:cubicBezTo>
                  <a:pt x="313" y="280"/>
                  <a:pt x="322" y="272"/>
                  <a:pt x="331" y="254"/>
                </a:cubicBezTo>
                <a:lnTo>
                  <a:pt x="331" y="245"/>
                </a:lnTo>
                <a:cubicBezTo>
                  <a:pt x="331" y="236"/>
                  <a:pt x="331" y="218"/>
                  <a:pt x="331" y="200"/>
                </a:cubicBezTo>
                <a:cubicBezTo>
                  <a:pt x="331" y="200"/>
                  <a:pt x="331" y="191"/>
                  <a:pt x="331" y="191"/>
                </a:cubicBezTo>
                <a:cubicBezTo>
                  <a:pt x="331" y="182"/>
                  <a:pt x="331" y="182"/>
                  <a:pt x="331" y="173"/>
                </a:cubicBezTo>
                <a:cubicBezTo>
                  <a:pt x="331" y="155"/>
                  <a:pt x="331" y="138"/>
                  <a:pt x="331" y="120"/>
                </a:cubicBezTo>
                <a:cubicBezTo>
                  <a:pt x="322" y="93"/>
                  <a:pt x="313" y="66"/>
                  <a:pt x="304" y="48"/>
                </a:cubicBezTo>
                <a:cubicBezTo>
                  <a:pt x="269" y="14"/>
                  <a:pt x="224" y="1"/>
                  <a:pt x="180" y="1"/>
                </a:cubicBezTo>
                <a:close/>
              </a:path>
            </a:pathLst>
          </a:custGeom>
          <a:gradFill>
            <a:gsLst>
              <a:gs pos="0">
                <a:srgbClr val="FFFFFF">
                  <a:alpha val="0"/>
                </a:srgbClr>
              </a:gs>
              <a:gs pos="100000">
                <a:srgbClr val="FFFFFF">
                  <a:alpha val="2196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6" name="Google Shape;2766;p24"/>
          <p:cNvSpPr/>
          <p:nvPr/>
        </p:nvSpPr>
        <p:spPr>
          <a:xfrm>
            <a:off x="4293807" y="833615"/>
            <a:ext cx="34780" cy="35945"/>
          </a:xfrm>
          <a:custGeom>
            <a:avLst/>
            <a:gdLst/>
            <a:ahLst/>
            <a:cxnLst/>
            <a:rect l="l" t="t" r="r" b="b"/>
            <a:pathLst>
              <a:path w="448" h="463" extrusionOk="0">
                <a:moveTo>
                  <a:pt x="233" y="1"/>
                </a:moveTo>
                <a:cubicBezTo>
                  <a:pt x="215" y="1"/>
                  <a:pt x="197" y="1"/>
                  <a:pt x="179" y="10"/>
                </a:cubicBezTo>
                <a:cubicBezTo>
                  <a:pt x="170" y="10"/>
                  <a:pt x="162" y="10"/>
                  <a:pt x="153" y="19"/>
                </a:cubicBezTo>
                <a:cubicBezTo>
                  <a:pt x="144" y="19"/>
                  <a:pt x="135" y="28"/>
                  <a:pt x="126" y="28"/>
                </a:cubicBezTo>
                <a:cubicBezTo>
                  <a:pt x="108" y="37"/>
                  <a:pt x="99" y="54"/>
                  <a:pt x="90" y="63"/>
                </a:cubicBezTo>
                <a:cubicBezTo>
                  <a:pt x="72" y="72"/>
                  <a:pt x="54" y="90"/>
                  <a:pt x="46" y="108"/>
                </a:cubicBezTo>
                <a:lnTo>
                  <a:pt x="37" y="126"/>
                </a:lnTo>
                <a:cubicBezTo>
                  <a:pt x="28" y="144"/>
                  <a:pt x="19" y="161"/>
                  <a:pt x="19" y="188"/>
                </a:cubicBezTo>
                <a:cubicBezTo>
                  <a:pt x="1" y="242"/>
                  <a:pt x="10" y="295"/>
                  <a:pt x="37" y="349"/>
                </a:cubicBezTo>
                <a:cubicBezTo>
                  <a:pt x="37" y="349"/>
                  <a:pt x="37" y="349"/>
                  <a:pt x="37" y="358"/>
                </a:cubicBezTo>
                <a:lnTo>
                  <a:pt x="63" y="385"/>
                </a:lnTo>
                <a:cubicBezTo>
                  <a:pt x="63" y="394"/>
                  <a:pt x="72" y="402"/>
                  <a:pt x="81" y="402"/>
                </a:cubicBezTo>
                <a:lnTo>
                  <a:pt x="99" y="420"/>
                </a:lnTo>
                <a:lnTo>
                  <a:pt x="126" y="429"/>
                </a:lnTo>
                <a:cubicBezTo>
                  <a:pt x="144" y="438"/>
                  <a:pt x="162" y="447"/>
                  <a:pt x="179" y="456"/>
                </a:cubicBezTo>
                <a:cubicBezTo>
                  <a:pt x="197" y="460"/>
                  <a:pt x="215" y="463"/>
                  <a:pt x="232" y="463"/>
                </a:cubicBezTo>
                <a:cubicBezTo>
                  <a:pt x="249" y="463"/>
                  <a:pt x="264" y="460"/>
                  <a:pt x="278" y="456"/>
                </a:cubicBezTo>
                <a:cubicBezTo>
                  <a:pt x="313" y="447"/>
                  <a:pt x="340" y="429"/>
                  <a:pt x="367" y="402"/>
                </a:cubicBezTo>
                <a:cubicBezTo>
                  <a:pt x="394" y="376"/>
                  <a:pt x="420" y="331"/>
                  <a:pt x="429" y="295"/>
                </a:cubicBezTo>
                <a:cubicBezTo>
                  <a:pt x="429" y="286"/>
                  <a:pt x="438" y="277"/>
                  <a:pt x="438" y="269"/>
                </a:cubicBezTo>
                <a:cubicBezTo>
                  <a:pt x="438" y="251"/>
                  <a:pt x="447" y="233"/>
                  <a:pt x="447" y="215"/>
                </a:cubicBezTo>
                <a:cubicBezTo>
                  <a:pt x="447" y="215"/>
                  <a:pt x="447" y="206"/>
                  <a:pt x="447" y="206"/>
                </a:cubicBezTo>
                <a:cubicBezTo>
                  <a:pt x="447" y="188"/>
                  <a:pt x="447" y="179"/>
                  <a:pt x="447" y="161"/>
                </a:cubicBezTo>
                <a:cubicBezTo>
                  <a:pt x="438" y="144"/>
                  <a:pt x="438" y="126"/>
                  <a:pt x="429" y="108"/>
                </a:cubicBezTo>
                <a:cubicBezTo>
                  <a:pt x="420" y="90"/>
                  <a:pt x="411" y="72"/>
                  <a:pt x="394" y="63"/>
                </a:cubicBezTo>
                <a:cubicBezTo>
                  <a:pt x="385" y="45"/>
                  <a:pt x="367" y="37"/>
                  <a:pt x="349" y="28"/>
                </a:cubicBezTo>
                <a:cubicBezTo>
                  <a:pt x="331" y="19"/>
                  <a:pt x="322" y="10"/>
                  <a:pt x="304" y="10"/>
                </a:cubicBezTo>
                <a:lnTo>
                  <a:pt x="295" y="10"/>
                </a:lnTo>
                <a:cubicBezTo>
                  <a:pt x="278" y="1"/>
                  <a:pt x="251" y="1"/>
                  <a:pt x="233" y="1"/>
                </a:cubicBezTo>
                <a:close/>
              </a:path>
            </a:pathLst>
          </a:custGeom>
          <a:gradFill>
            <a:gsLst>
              <a:gs pos="0">
                <a:srgbClr val="FFFFFF">
                  <a:alpha val="0"/>
                </a:srgbClr>
              </a:gs>
              <a:gs pos="100000">
                <a:srgbClr val="FFFFFF">
                  <a:alpha val="2196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7" name="Google Shape;2767;p24"/>
          <p:cNvSpPr/>
          <p:nvPr/>
        </p:nvSpPr>
        <p:spPr>
          <a:xfrm>
            <a:off x="4218346" y="880274"/>
            <a:ext cx="27793" cy="26008"/>
          </a:xfrm>
          <a:custGeom>
            <a:avLst/>
            <a:gdLst/>
            <a:ahLst/>
            <a:cxnLst/>
            <a:rect l="l" t="t" r="r" b="b"/>
            <a:pathLst>
              <a:path w="358" h="335" extrusionOk="0">
                <a:moveTo>
                  <a:pt x="177" y="0"/>
                </a:moveTo>
                <a:cubicBezTo>
                  <a:pt x="167" y="0"/>
                  <a:pt x="156" y="2"/>
                  <a:pt x="143" y="7"/>
                </a:cubicBezTo>
                <a:cubicBezTo>
                  <a:pt x="134" y="7"/>
                  <a:pt x="116" y="16"/>
                  <a:pt x="107" y="25"/>
                </a:cubicBezTo>
                <a:lnTo>
                  <a:pt x="89" y="25"/>
                </a:lnTo>
                <a:lnTo>
                  <a:pt x="71" y="33"/>
                </a:lnTo>
                <a:lnTo>
                  <a:pt x="54" y="51"/>
                </a:lnTo>
                <a:cubicBezTo>
                  <a:pt x="45" y="60"/>
                  <a:pt x="36" y="69"/>
                  <a:pt x="27" y="87"/>
                </a:cubicBezTo>
                <a:lnTo>
                  <a:pt x="18" y="96"/>
                </a:lnTo>
                <a:lnTo>
                  <a:pt x="9" y="141"/>
                </a:lnTo>
                <a:cubicBezTo>
                  <a:pt x="0" y="158"/>
                  <a:pt x="0" y="176"/>
                  <a:pt x="9" y="203"/>
                </a:cubicBezTo>
                <a:cubicBezTo>
                  <a:pt x="0" y="212"/>
                  <a:pt x="9" y="230"/>
                  <a:pt x="18" y="239"/>
                </a:cubicBezTo>
                <a:cubicBezTo>
                  <a:pt x="18" y="257"/>
                  <a:pt x="36" y="274"/>
                  <a:pt x="45" y="292"/>
                </a:cubicBezTo>
                <a:lnTo>
                  <a:pt x="80" y="310"/>
                </a:lnTo>
                <a:lnTo>
                  <a:pt x="116" y="328"/>
                </a:lnTo>
                <a:cubicBezTo>
                  <a:pt x="125" y="332"/>
                  <a:pt x="136" y="335"/>
                  <a:pt x="147" y="335"/>
                </a:cubicBezTo>
                <a:cubicBezTo>
                  <a:pt x="159" y="335"/>
                  <a:pt x="170" y="332"/>
                  <a:pt x="179" y="328"/>
                </a:cubicBezTo>
                <a:cubicBezTo>
                  <a:pt x="196" y="328"/>
                  <a:pt x="223" y="319"/>
                  <a:pt x="241" y="310"/>
                </a:cubicBezTo>
                <a:lnTo>
                  <a:pt x="250" y="310"/>
                </a:lnTo>
                <a:lnTo>
                  <a:pt x="259" y="301"/>
                </a:lnTo>
                <a:cubicBezTo>
                  <a:pt x="268" y="292"/>
                  <a:pt x="286" y="283"/>
                  <a:pt x="295" y="274"/>
                </a:cubicBezTo>
                <a:cubicBezTo>
                  <a:pt x="304" y="266"/>
                  <a:pt x="312" y="248"/>
                  <a:pt x="321" y="239"/>
                </a:cubicBezTo>
                <a:lnTo>
                  <a:pt x="330" y="221"/>
                </a:lnTo>
                <a:cubicBezTo>
                  <a:pt x="348" y="212"/>
                  <a:pt x="348" y="185"/>
                  <a:pt x="348" y="167"/>
                </a:cubicBezTo>
                <a:cubicBezTo>
                  <a:pt x="357" y="150"/>
                  <a:pt x="357" y="141"/>
                  <a:pt x="348" y="123"/>
                </a:cubicBezTo>
                <a:cubicBezTo>
                  <a:pt x="348" y="105"/>
                  <a:pt x="348" y="87"/>
                  <a:pt x="330" y="69"/>
                </a:cubicBezTo>
                <a:lnTo>
                  <a:pt x="304" y="51"/>
                </a:lnTo>
                <a:lnTo>
                  <a:pt x="268" y="25"/>
                </a:lnTo>
                <a:cubicBezTo>
                  <a:pt x="250" y="16"/>
                  <a:pt x="232" y="7"/>
                  <a:pt x="205" y="7"/>
                </a:cubicBezTo>
                <a:cubicBezTo>
                  <a:pt x="196" y="2"/>
                  <a:pt x="188" y="0"/>
                  <a:pt x="177" y="0"/>
                </a:cubicBezTo>
                <a:close/>
              </a:path>
            </a:pathLst>
          </a:custGeom>
          <a:gradFill>
            <a:gsLst>
              <a:gs pos="0">
                <a:srgbClr val="FFFFFF">
                  <a:alpha val="0"/>
                </a:srgbClr>
              </a:gs>
              <a:gs pos="100000">
                <a:srgbClr val="FFFFFF">
                  <a:alpha val="2196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8" name="Google Shape;2768;p24"/>
          <p:cNvSpPr/>
          <p:nvPr/>
        </p:nvSpPr>
        <p:spPr>
          <a:xfrm>
            <a:off x="4117808" y="860865"/>
            <a:ext cx="27172" cy="26241"/>
          </a:xfrm>
          <a:custGeom>
            <a:avLst/>
            <a:gdLst/>
            <a:ahLst/>
            <a:cxnLst/>
            <a:rect l="l" t="t" r="r" b="b"/>
            <a:pathLst>
              <a:path w="350" h="338" extrusionOk="0">
                <a:moveTo>
                  <a:pt x="175" y="0"/>
                </a:moveTo>
                <a:cubicBezTo>
                  <a:pt x="162" y="0"/>
                  <a:pt x="148" y="2"/>
                  <a:pt x="135" y="7"/>
                </a:cubicBezTo>
                <a:lnTo>
                  <a:pt x="126" y="7"/>
                </a:lnTo>
                <a:lnTo>
                  <a:pt x="81" y="25"/>
                </a:lnTo>
                <a:lnTo>
                  <a:pt x="55" y="51"/>
                </a:lnTo>
                <a:cubicBezTo>
                  <a:pt x="37" y="69"/>
                  <a:pt x="28" y="78"/>
                  <a:pt x="19" y="105"/>
                </a:cubicBezTo>
                <a:cubicBezTo>
                  <a:pt x="10" y="123"/>
                  <a:pt x="1" y="141"/>
                  <a:pt x="10" y="159"/>
                </a:cubicBezTo>
                <a:lnTo>
                  <a:pt x="10" y="176"/>
                </a:lnTo>
                <a:cubicBezTo>
                  <a:pt x="10" y="194"/>
                  <a:pt x="10" y="203"/>
                  <a:pt x="10" y="221"/>
                </a:cubicBezTo>
                <a:cubicBezTo>
                  <a:pt x="19" y="239"/>
                  <a:pt x="28" y="257"/>
                  <a:pt x="37" y="275"/>
                </a:cubicBezTo>
                <a:cubicBezTo>
                  <a:pt x="46" y="283"/>
                  <a:pt x="55" y="292"/>
                  <a:pt x="72" y="301"/>
                </a:cubicBezTo>
                <a:cubicBezTo>
                  <a:pt x="81" y="310"/>
                  <a:pt x="90" y="319"/>
                  <a:pt x="99" y="319"/>
                </a:cubicBezTo>
                <a:cubicBezTo>
                  <a:pt x="117" y="328"/>
                  <a:pt x="126" y="337"/>
                  <a:pt x="144" y="337"/>
                </a:cubicBezTo>
                <a:lnTo>
                  <a:pt x="206" y="337"/>
                </a:lnTo>
                <a:cubicBezTo>
                  <a:pt x="215" y="328"/>
                  <a:pt x="233" y="319"/>
                  <a:pt x="242" y="319"/>
                </a:cubicBezTo>
                <a:lnTo>
                  <a:pt x="251" y="310"/>
                </a:lnTo>
                <a:cubicBezTo>
                  <a:pt x="269" y="301"/>
                  <a:pt x="287" y="292"/>
                  <a:pt x="295" y="283"/>
                </a:cubicBezTo>
                <a:cubicBezTo>
                  <a:pt x="313" y="266"/>
                  <a:pt x="322" y="248"/>
                  <a:pt x="331" y="230"/>
                </a:cubicBezTo>
                <a:cubicBezTo>
                  <a:pt x="340" y="212"/>
                  <a:pt x="349" y="185"/>
                  <a:pt x="349" y="167"/>
                </a:cubicBezTo>
                <a:lnTo>
                  <a:pt x="349" y="123"/>
                </a:lnTo>
                <a:cubicBezTo>
                  <a:pt x="340" y="105"/>
                  <a:pt x="322" y="96"/>
                  <a:pt x="313" y="78"/>
                </a:cubicBezTo>
                <a:cubicBezTo>
                  <a:pt x="304" y="69"/>
                  <a:pt x="295" y="60"/>
                  <a:pt x="287" y="51"/>
                </a:cubicBezTo>
                <a:cubicBezTo>
                  <a:pt x="269" y="25"/>
                  <a:pt x="242" y="16"/>
                  <a:pt x="215" y="7"/>
                </a:cubicBezTo>
                <a:cubicBezTo>
                  <a:pt x="202" y="2"/>
                  <a:pt x="188" y="0"/>
                  <a:pt x="175" y="0"/>
                </a:cubicBezTo>
                <a:close/>
              </a:path>
            </a:pathLst>
          </a:custGeom>
          <a:gradFill>
            <a:gsLst>
              <a:gs pos="0">
                <a:srgbClr val="FFFFFF">
                  <a:alpha val="0"/>
                </a:srgbClr>
              </a:gs>
              <a:gs pos="100000">
                <a:srgbClr val="FFFFFF">
                  <a:alpha val="2196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9" name="Google Shape;2769;p24"/>
          <p:cNvSpPr/>
          <p:nvPr/>
        </p:nvSpPr>
        <p:spPr>
          <a:xfrm>
            <a:off x="4142806" y="762268"/>
            <a:ext cx="26396" cy="25697"/>
          </a:xfrm>
          <a:custGeom>
            <a:avLst/>
            <a:gdLst/>
            <a:ahLst/>
            <a:cxnLst/>
            <a:rect l="l" t="t" r="r" b="b"/>
            <a:pathLst>
              <a:path w="340" h="331" extrusionOk="0">
                <a:moveTo>
                  <a:pt x="179" y="1"/>
                </a:moveTo>
                <a:cubicBezTo>
                  <a:pt x="134" y="1"/>
                  <a:pt x="98" y="18"/>
                  <a:pt x="72" y="45"/>
                </a:cubicBezTo>
                <a:lnTo>
                  <a:pt x="63" y="54"/>
                </a:lnTo>
                <a:lnTo>
                  <a:pt x="36" y="90"/>
                </a:lnTo>
                <a:lnTo>
                  <a:pt x="27" y="99"/>
                </a:lnTo>
                <a:cubicBezTo>
                  <a:pt x="18" y="108"/>
                  <a:pt x="18" y="125"/>
                  <a:pt x="9" y="143"/>
                </a:cubicBezTo>
                <a:cubicBezTo>
                  <a:pt x="9" y="152"/>
                  <a:pt x="9" y="170"/>
                  <a:pt x="0" y="179"/>
                </a:cubicBezTo>
                <a:cubicBezTo>
                  <a:pt x="0" y="206"/>
                  <a:pt x="9" y="224"/>
                  <a:pt x="18" y="242"/>
                </a:cubicBezTo>
                <a:cubicBezTo>
                  <a:pt x="18" y="250"/>
                  <a:pt x="27" y="268"/>
                  <a:pt x="36" y="277"/>
                </a:cubicBezTo>
                <a:cubicBezTo>
                  <a:pt x="45" y="295"/>
                  <a:pt x="63" y="304"/>
                  <a:pt x="81" y="313"/>
                </a:cubicBezTo>
                <a:lnTo>
                  <a:pt x="116" y="331"/>
                </a:lnTo>
                <a:lnTo>
                  <a:pt x="161" y="331"/>
                </a:lnTo>
                <a:cubicBezTo>
                  <a:pt x="179" y="331"/>
                  <a:pt x="206" y="331"/>
                  <a:pt x="223" y="322"/>
                </a:cubicBezTo>
                <a:cubicBezTo>
                  <a:pt x="241" y="313"/>
                  <a:pt x="259" y="304"/>
                  <a:pt x="268" y="286"/>
                </a:cubicBezTo>
                <a:lnTo>
                  <a:pt x="286" y="268"/>
                </a:lnTo>
                <a:lnTo>
                  <a:pt x="295" y="268"/>
                </a:lnTo>
                <a:cubicBezTo>
                  <a:pt x="304" y="259"/>
                  <a:pt x="313" y="242"/>
                  <a:pt x="322" y="224"/>
                </a:cubicBezTo>
                <a:cubicBezTo>
                  <a:pt x="330" y="215"/>
                  <a:pt x="330" y="206"/>
                  <a:pt x="339" y="188"/>
                </a:cubicBezTo>
                <a:lnTo>
                  <a:pt x="339" y="179"/>
                </a:lnTo>
                <a:lnTo>
                  <a:pt x="339" y="134"/>
                </a:lnTo>
                <a:cubicBezTo>
                  <a:pt x="339" y="117"/>
                  <a:pt x="339" y="99"/>
                  <a:pt x="330" y="81"/>
                </a:cubicBezTo>
                <a:cubicBezTo>
                  <a:pt x="322" y="72"/>
                  <a:pt x="313" y="63"/>
                  <a:pt x="304" y="54"/>
                </a:cubicBezTo>
                <a:cubicBezTo>
                  <a:pt x="295" y="36"/>
                  <a:pt x="277" y="27"/>
                  <a:pt x="259" y="18"/>
                </a:cubicBezTo>
                <a:lnTo>
                  <a:pt x="223" y="1"/>
                </a:lnTo>
                <a:close/>
              </a:path>
            </a:pathLst>
          </a:custGeom>
          <a:gradFill>
            <a:gsLst>
              <a:gs pos="0">
                <a:srgbClr val="FFFFFF">
                  <a:alpha val="0"/>
                </a:srgbClr>
              </a:gs>
              <a:gs pos="100000">
                <a:srgbClr val="FFFFFF">
                  <a:alpha val="2196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0" name="Google Shape;2770;p24"/>
          <p:cNvSpPr/>
          <p:nvPr/>
        </p:nvSpPr>
        <p:spPr>
          <a:xfrm>
            <a:off x="4104968" y="843761"/>
            <a:ext cx="54733" cy="47978"/>
          </a:xfrm>
          <a:custGeom>
            <a:avLst/>
            <a:gdLst/>
            <a:ahLst/>
            <a:cxnLst/>
            <a:rect l="l" t="t" r="r" b="b"/>
            <a:pathLst>
              <a:path w="705" h="618" extrusionOk="0">
                <a:moveTo>
                  <a:pt x="131" y="553"/>
                </a:moveTo>
                <a:cubicBezTo>
                  <a:pt x="141" y="562"/>
                  <a:pt x="152" y="571"/>
                  <a:pt x="163" y="580"/>
                </a:cubicBezTo>
                <a:cubicBezTo>
                  <a:pt x="151" y="571"/>
                  <a:pt x="141" y="562"/>
                  <a:pt x="131" y="553"/>
                </a:cubicBezTo>
                <a:close/>
                <a:moveTo>
                  <a:pt x="163" y="580"/>
                </a:moveTo>
                <a:cubicBezTo>
                  <a:pt x="166" y="581"/>
                  <a:pt x="169" y="583"/>
                  <a:pt x="172" y="585"/>
                </a:cubicBezTo>
                <a:lnTo>
                  <a:pt x="172" y="585"/>
                </a:lnTo>
                <a:cubicBezTo>
                  <a:pt x="169" y="583"/>
                  <a:pt x="166" y="581"/>
                  <a:pt x="163" y="580"/>
                </a:cubicBezTo>
                <a:close/>
                <a:moveTo>
                  <a:pt x="356" y="0"/>
                </a:moveTo>
                <a:cubicBezTo>
                  <a:pt x="325" y="0"/>
                  <a:pt x="293" y="6"/>
                  <a:pt x="261" y="17"/>
                </a:cubicBezTo>
                <a:cubicBezTo>
                  <a:pt x="181" y="44"/>
                  <a:pt x="118" y="98"/>
                  <a:pt x="74" y="169"/>
                </a:cubicBezTo>
                <a:cubicBezTo>
                  <a:pt x="0" y="291"/>
                  <a:pt x="24" y="451"/>
                  <a:pt x="131" y="553"/>
                </a:cubicBezTo>
                <a:lnTo>
                  <a:pt x="131" y="553"/>
                </a:lnTo>
                <a:cubicBezTo>
                  <a:pt x="86" y="509"/>
                  <a:pt x="56" y="451"/>
                  <a:pt x="56" y="392"/>
                </a:cubicBezTo>
                <a:cubicBezTo>
                  <a:pt x="47" y="321"/>
                  <a:pt x="65" y="240"/>
                  <a:pt x="109" y="178"/>
                </a:cubicBezTo>
                <a:cubicBezTo>
                  <a:pt x="164" y="81"/>
                  <a:pt x="245" y="41"/>
                  <a:pt x="328" y="41"/>
                </a:cubicBezTo>
                <a:cubicBezTo>
                  <a:pt x="516" y="41"/>
                  <a:pt x="705" y="252"/>
                  <a:pt x="556" y="464"/>
                </a:cubicBezTo>
                <a:cubicBezTo>
                  <a:pt x="511" y="526"/>
                  <a:pt x="457" y="580"/>
                  <a:pt x="386" y="606"/>
                </a:cubicBezTo>
                <a:cubicBezTo>
                  <a:pt x="362" y="612"/>
                  <a:pt x="337" y="615"/>
                  <a:pt x="310" y="615"/>
                </a:cubicBezTo>
                <a:cubicBezTo>
                  <a:pt x="262" y="615"/>
                  <a:pt x="213" y="605"/>
                  <a:pt x="172" y="585"/>
                </a:cubicBezTo>
                <a:lnTo>
                  <a:pt x="172" y="585"/>
                </a:lnTo>
                <a:cubicBezTo>
                  <a:pt x="216" y="607"/>
                  <a:pt x="262" y="617"/>
                  <a:pt x="307" y="617"/>
                </a:cubicBezTo>
                <a:cubicBezTo>
                  <a:pt x="410" y="617"/>
                  <a:pt x="510" y="563"/>
                  <a:pt x="565" y="472"/>
                </a:cubicBezTo>
                <a:cubicBezTo>
                  <a:pt x="609" y="410"/>
                  <a:pt x="636" y="330"/>
                  <a:pt x="627" y="249"/>
                </a:cubicBezTo>
                <a:cubicBezTo>
                  <a:pt x="613" y="104"/>
                  <a:pt x="492" y="0"/>
                  <a:pt x="35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1" name="Google Shape;2771;p24"/>
          <p:cNvSpPr/>
          <p:nvPr/>
        </p:nvSpPr>
        <p:spPr>
          <a:xfrm>
            <a:off x="4116255" y="737270"/>
            <a:ext cx="67931" cy="61720"/>
          </a:xfrm>
          <a:custGeom>
            <a:avLst/>
            <a:gdLst/>
            <a:ahLst/>
            <a:cxnLst/>
            <a:rect l="l" t="t" r="r" b="b"/>
            <a:pathLst>
              <a:path w="875" h="795" extrusionOk="0">
                <a:moveTo>
                  <a:pt x="96" y="644"/>
                </a:moveTo>
                <a:lnTo>
                  <a:pt x="96" y="644"/>
                </a:lnTo>
                <a:cubicBezTo>
                  <a:pt x="120" y="683"/>
                  <a:pt x="152" y="716"/>
                  <a:pt x="191" y="742"/>
                </a:cubicBezTo>
                <a:cubicBezTo>
                  <a:pt x="153" y="714"/>
                  <a:pt x="121" y="681"/>
                  <a:pt x="96" y="644"/>
                </a:cubicBezTo>
                <a:close/>
                <a:moveTo>
                  <a:pt x="191" y="742"/>
                </a:moveTo>
                <a:lnTo>
                  <a:pt x="191" y="742"/>
                </a:lnTo>
                <a:cubicBezTo>
                  <a:pt x="230" y="766"/>
                  <a:pt x="272" y="781"/>
                  <a:pt x="314" y="788"/>
                </a:cubicBezTo>
                <a:lnTo>
                  <a:pt x="314" y="788"/>
                </a:lnTo>
                <a:cubicBezTo>
                  <a:pt x="272" y="780"/>
                  <a:pt x="230" y="765"/>
                  <a:pt x="191" y="742"/>
                </a:cubicBezTo>
                <a:close/>
                <a:moveTo>
                  <a:pt x="437" y="1"/>
                </a:moveTo>
                <a:cubicBezTo>
                  <a:pt x="400" y="1"/>
                  <a:pt x="362" y="6"/>
                  <a:pt x="324" y="19"/>
                </a:cubicBezTo>
                <a:cubicBezTo>
                  <a:pt x="226" y="55"/>
                  <a:pt x="137" y="117"/>
                  <a:pt x="83" y="207"/>
                </a:cubicBezTo>
                <a:cubicBezTo>
                  <a:pt x="0" y="345"/>
                  <a:pt x="9" y="516"/>
                  <a:pt x="96" y="644"/>
                </a:cubicBezTo>
                <a:lnTo>
                  <a:pt x="96" y="644"/>
                </a:lnTo>
                <a:cubicBezTo>
                  <a:pt x="69" y="601"/>
                  <a:pt x="52" y="552"/>
                  <a:pt x="48" y="501"/>
                </a:cubicBezTo>
                <a:cubicBezTo>
                  <a:pt x="30" y="403"/>
                  <a:pt x="57" y="305"/>
                  <a:pt x="110" y="224"/>
                </a:cubicBezTo>
                <a:cubicBezTo>
                  <a:pt x="185" y="107"/>
                  <a:pt x="290" y="58"/>
                  <a:pt x="395" y="58"/>
                </a:cubicBezTo>
                <a:cubicBezTo>
                  <a:pt x="638" y="58"/>
                  <a:pt x="874" y="324"/>
                  <a:pt x="699" y="599"/>
                </a:cubicBezTo>
                <a:cubicBezTo>
                  <a:pt x="646" y="680"/>
                  <a:pt x="574" y="742"/>
                  <a:pt x="476" y="778"/>
                </a:cubicBezTo>
                <a:cubicBezTo>
                  <a:pt x="441" y="787"/>
                  <a:pt x="406" y="792"/>
                  <a:pt x="371" y="792"/>
                </a:cubicBezTo>
                <a:cubicBezTo>
                  <a:pt x="352" y="792"/>
                  <a:pt x="333" y="791"/>
                  <a:pt x="314" y="788"/>
                </a:cubicBezTo>
                <a:lnTo>
                  <a:pt x="314" y="788"/>
                </a:lnTo>
                <a:cubicBezTo>
                  <a:pt x="338" y="792"/>
                  <a:pt x="362" y="795"/>
                  <a:pt x="387" y="795"/>
                </a:cubicBezTo>
                <a:cubicBezTo>
                  <a:pt x="519" y="795"/>
                  <a:pt x="646" y="727"/>
                  <a:pt x="717" y="608"/>
                </a:cubicBezTo>
                <a:cubicBezTo>
                  <a:pt x="780" y="528"/>
                  <a:pt x="806" y="421"/>
                  <a:pt x="789" y="314"/>
                </a:cubicBezTo>
                <a:cubicBezTo>
                  <a:pt x="766" y="130"/>
                  <a:pt x="611" y="1"/>
                  <a:pt x="437" y="1"/>
                </a:cubicBezTo>
                <a:close/>
              </a:path>
            </a:pathLst>
          </a:custGeom>
          <a:solidFill>
            <a:srgbClr val="7A170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2" name="Google Shape;2772;p24"/>
          <p:cNvSpPr/>
          <p:nvPr/>
        </p:nvSpPr>
        <p:spPr>
          <a:xfrm>
            <a:off x="4432386" y="616469"/>
            <a:ext cx="100615" cy="87495"/>
          </a:xfrm>
          <a:custGeom>
            <a:avLst/>
            <a:gdLst/>
            <a:ahLst/>
            <a:cxnLst/>
            <a:rect l="l" t="t" r="r" b="b"/>
            <a:pathLst>
              <a:path w="1296" h="1127" extrusionOk="0">
                <a:moveTo>
                  <a:pt x="631" y="1"/>
                </a:moveTo>
                <a:cubicBezTo>
                  <a:pt x="582" y="1"/>
                  <a:pt x="532" y="8"/>
                  <a:pt x="483" y="22"/>
                </a:cubicBezTo>
                <a:cubicBezTo>
                  <a:pt x="188" y="94"/>
                  <a:pt x="1" y="397"/>
                  <a:pt x="72" y="700"/>
                </a:cubicBezTo>
                <a:cubicBezTo>
                  <a:pt x="99" y="843"/>
                  <a:pt x="188" y="968"/>
                  <a:pt x="313" y="1040"/>
                </a:cubicBezTo>
                <a:cubicBezTo>
                  <a:pt x="188" y="959"/>
                  <a:pt x="108" y="834"/>
                  <a:pt x="81" y="700"/>
                </a:cubicBezTo>
                <a:cubicBezTo>
                  <a:pt x="54" y="558"/>
                  <a:pt x="90" y="415"/>
                  <a:pt x="170" y="290"/>
                </a:cubicBezTo>
                <a:cubicBezTo>
                  <a:pt x="284" y="126"/>
                  <a:pt x="437" y="58"/>
                  <a:pt x="588" y="58"/>
                </a:cubicBezTo>
                <a:cubicBezTo>
                  <a:pt x="948" y="58"/>
                  <a:pt x="1296" y="446"/>
                  <a:pt x="1063" y="861"/>
                </a:cubicBezTo>
                <a:cubicBezTo>
                  <a:pt x="983" y="977"/>
                  <a:pt x="867" y="1066"/>
                  <a:pt x="724" y="1102"/>
                </a:cubicBezTo>
                <a:cubicBezTo>
                  <a:pt x="677" y="1114"/>
                  <a:pt x="631" y="1120"/>
                  <a:pt x="585" y="1120"/>
                </a:cubicBezTo>
                <a:cubicBezTo>
                  <a:pt x="490" y="1120"/>
                  <a:pt x="398" y="1094"/>
                  <a:pt x="313" y="1040"/>
                </a:cubicBezTo>
                <a:lnTo>
                  <a:pt x="313" y="1040"/>
                </a:lnTo>
                <a:cubicBezTo>
                  <a:pt x="402" y="1097"/>
                  <a:pt x="499" y="1127"/>
                  <a:pt x="599" y="1127"/>
                </a:cubicBezTo>
                <a:cubicBezTo>
                  <a:pt x="641" y="1127"/>
                  <a:pt x="682" y="1121"/>
                  <a:pt x="724" y="1111"/>
                </a:cubicBezTo>
                <a:cubicBezTo>
                  <a:pt x="867" y="1075"/>
                  <a:pt x="992" y="995"/>
                  <a:pt x="1081" y="870"/>
                </a:cubicBezTo>
                <a:cubicBezTo>
                  <a:pt x="1161" y="745"/>
                  <a:pt x="1188" y="593"/>
                  <a:pt x="1161" y="451"/>
                </a:cubicBezTo>
                <a:cubicBezTo>
                  <a:pt x="1134" y="299"/>
                  <a:pt x="1045" y="165"/>
                  <a:pt x="920" y="85"/>
                </a:cubicBezTo>
                <a:cubicBezTo>
                  <a:pt x="830" y="30"/>
                  <a:pt x="732" y="1"/>
                  <a:pt x="631" y="1"/>
                </a:cubicBezTo>
                <a:close/>
              </a:path>
            </a:pathLst>
          </a:custGeom>
          <a:solidFill>
            <a:srgbClr val="7A170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3" name="Google Shape;2773;p24"/>
          <p:cNvSpPr/>
          <p:nvPr/>
        </p:nvSpPr>
        <p:spPr>
          <a:xfrm>
            <a:off x="4514834" y="737192"/>
            <a:ext cx="83302" cy="73909"/>
          </a:xfrm>
          <a:custGeom>
            <a:avLst/>
            <a:gdLst/>
            <a:ahLst/>
            <a:cxnLst/>
            <a:rect l="l" t="t" r="r" b="b"/>
            <a:pathLst>
              <a:path w="1073" h="952" extrusionOk="0">
                <a:moveTo>
                  <a:pt x="28" y="592"/>
                </a:moveTo>
                <a:cubicBezTo>
                  <a:pt x="46" y="716"/>
                  <a:pt x="108" y="823"/>
                  <a:pt x="215" y="886"/>
                </a:cubicBezTo>
                <a:cubicBezTo>
                  <a:pt x="117" y="823"/>
                  <a:pt x="46" y="716"/>
                  <a:pt x="28" y="592"/>
                </a:cubicBezTo>
                <a:close/>
                <a:moveTo>
                  <a:pt x="503" y="0"/>
                </a:moveTo>
                <a:cubicBezTo>
                  <a:pt x="461" y="0"/>
                  <a:pt x="418" y="6"/>
                  <a:pt x="376" y="20"/>
                </a:cubicBezTo>
                <a:cubicBezTo>
                  <a:pt x="251" y="56"/>
                  <a:pt x="153" y="136"/>
                  <a:pt x="90" y="243"/>
                </a:cubicBezTo>
                <a:cubicBezTo>
                  <a:pt x="28" y="350"/>
                  <a:pt x="1" y="475"/>
                  <a:pt x="28" y="591"/>
                </a:cubicBezTo>
                <a:cubicBezTo>
                  <a:pt x="19" y="475"/>
                  <a:pt x="46" y="359"/>
                  <a:pt x="108" y="261"/>
                </a:cubicBezTo>
                <a:cubicBezTo>
                  <a:pt x="198" y="97"/>
                  <a:pt x="334" y="30"/>
                  <a:pt x="468" y="30"/>
                </a:cubicBezTo>
                <a:cubicBezTo>
                  <a:pt x="773" y="30"/>
                  <a:pt x="1072" y="373"/>
                  <a:pt x="831" y="707"/>
                </a:cubicBezTo>
                <a:cubicBezTo>
                  <a:pt x="769" y="814"/>
                  <a:pt x="670" y="895"/>
                  <a:pt x="563" y="930"/>
                </a:cubicBezTo>
                <a:cubicBezTo>
                  <a:pt x="523" y="943"/>
                  <a:pt x="483" y="949"/>
                  <a:pt x="442" y="949"/>
                </a:cubicBezTo>
                <a:cubicBezTo>
                  <a:pt x="364" y="949"/>
                  <a:pt x="286" y="927"/>
                  <a:pt x="215" y="886"/>
                </a:cubicBezTo>
                <a:lnTo>
                  <a:pt x="215" y="886"/>
                </a:lnTo>
                <a:cubicBezTo>
                  <a:pt x="284" y="930"/>
                  <a:pt x="366" y="951"/>
                  <a:pt x="448" y="951"/>
                </a:cubicBezTo>
                <a:cubicBezTo>
                  <a:pt x="484" y="951"/>
                  <a:pt x="520" y="947"/>
                  <a:pt x="554" y="939"/>
                </a:cubicBezTo>
                <a:cubicBezTo>
                  <a:pt x="679" y="904"/>
                  <a:pt x="777" y="832"/>
                  <a:pt x="849" y="725"/>
                </a:cubicBezTo>
                <a:cubicBezTo>
                  <a:pt x="920" y="627"/>
                  <a:pt x="947" y="502"/>
                  <a:pt x="929" y="377"/>
                </a:cubicBezTo>
                <a:cubicBezTo>
                  <a:pt x="900" y="155"/>
                  <a:pt x="710" y="0"/>
                  <a:pt x="503" y="0"/>
                </a:cubicBezTo>
                <a:close/>
              </a:path>
            </a:pathLst>
          </a:custGeom>
          <a:solidFill>
            <a:srgbClr val="7A170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4" name="Google Shape;2774;p24"/>
          <p:cNvSpPr/>
          <p:nvPr/>
        </p:nvSpPr>
        <p:spPr>
          <a:xfrm>
            <a:off x="4268187" y="803182"/>
            <a:ext cx="83225" cy="81129"/>
          </a:xfrm>
          <a:custGeom>
            <a:avLst/>
            <a:gdLst/>
            <a:ahLst/>
            <a:cxnLst/>
            <a:rect l="l" t="t" r="r" b="b"/>
            <a:pathLst>
              <a:path w="1072" h="1045" extrusionOk="0">
                <a:moveTo>
                  <a:pt x="251" y="973"/>
                </a:moveTo>
                <a:lnTo>
                  <a:pt x="251" y="973"/>
                </a:lnTo>
                <a:cubicBezTo>
                  <a:pt x="297" y="1002"/>
                  <a:pt x="346" y="1021"/>
                  <a:pt x="397" y="1032"/>
                </a:cubicBezTo>
                <a:lnTo>
                  <a:pt x="397" y="1032"/>
                </a:lnTo>
                <a:cubicBezTo>
                  <a:pt x="346" y="1021"/>
                  <a:pt x="296" y="1001"/>
                  <a:pt x="251" y="973"/>
                </a:cubicBezTo>
                <a:close/>
                <a:moveTo>
                  <a:pt x="581" y="1"/>
                </a:moveTo>
                <a:cubicBezTo>
                  <a:pt x="531" y="1"/>
                  <a:pt x="480" y="9"/>
                  <a:pt x="429" y="27"/>
                </a:cubicBezTo>
                <a:cubicBezTo>
                  <a:pt x="161" y="107"/>
                  <a:pt x="1" y="375"/>
                  <a:pt x="45" y="652"/>
                </a:cubicBezTo>
                <a:cubicBezTo>
                  <a:pt x="63" y="786"/>
                  <a:pt x="143" y="902"/>
                  <a:pt x="251" y="973"/>
                </a:cubicBezTo>
                <a:cubicBezTo>
                  <a:pt x="143" y="902"/>
                  <a:pt x="72" y="786"/>
                  <a:pt x="54" y="661"/>
                </a:cubicBezTo>
                <a:cubicBezTo>
                  <a:pt x="36" y="527"/>
                  <a:pt x="63" y="393"/>
                  <a:pt x="135" y="286"/>
                </a:cubicBezTo>
                <a:cubicBezTo>
                  <a:pt x="206" y="179"/>
                  <a:pt x="313" y="98"/>
                  <a:pt x="438" y="63"/>
                </a:cubicBezTo>
                <a:cubicBezTo>
                  <a:pt x="478" y="51"/>
                  <a:pt x="519" y="46"/>
                  <a:pt x="559" y="46"/>
                </a:cubicBezTo>
                <a:cubicBezTo>
                  <a:pt x="768" y="46"/>
                  <a:pt x="963" y="195"/>
                  <a:pt x="1000" y="420"/>
                </a:cubicBezTo>
                <a:cubicBezTo>
                  <a:pt x="1036" y="678"/>
                  <a:pt x="884" y="937"/>
                  <a:pt x="634" y="1018"/>
                </a:cubicBezTo>
                <a:cubicBezTo>
                  <a:pt x="585" y="1034"/>
                  <a:pt x="536" y="1042"/>
                  <a:pt x="488" y="1042"/>
                </a:cubicBezTo>
                <a:cubicBezTo>
                  <a:pt x="457" y="1042"/>
                  <a:pt x="427" y="1039"/>
                  <a:pt x="397" y="1032"/>
                </a:cubicBezTo>
                <a:lnTo>
                  <a:pt x="397" y="1032"/>
                </a:lnTo>
                <a:cubicBezTo>
                  <a:pt x="433" y="1040"/>
                  <a:pt x="469" y="1044"/>
                  <a:pt x="505" y="1044"/>
                </a:cubicBezTo>
                <a:cubicBezTo>
                  <a:pt x="549" y="1044"/>
                  <a:pt x="593" y="1038"/>
                  <a:pt x="634" y="1026"/>
                </a:cubicBezTo>
                <a:cubicBezTo>
                  <a:pt x="902" y="946"/>
                  <a:pt x="1072" y="687"/>
                  <a:pt x="1045" y="411"/>
                </a:cubicBezTo>
                <a:cubicBezTo>
                  <a:pt x="1008" y="170"/>
                  <a:pt x="805" y="1"/>
                  <a:pt x="581" y="1"/>
                </a:cubicBezTo>
                <a:close/>
              </a:path>
            </a:pathLst>
          </a:custGeom>
          <a:solidFill>
            <a:srgbClr val="7A170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5" name="Google Shape;2775;p24"/>
          <p:cNvSpPr/>
          <p:nvPr/>
        </p:nvSpPr>
        <p:spPr>
          <a:xfrm>
            <a:off x="4386193" y="903332"/>
            <a:ext cx="73520" cy="66533"/>
          </a:xfrm>
          <a:custGeom>
            <a:avLst/>
            <a:gdLst/>
            <a:ahLst/>
            <a:cxnLst/>
            <a:rect l="l" t="t" r="r" b="b"/>
            <a:pathLst>
              <a:path w="947" h="857" extrusionOk="0">
                <a:moveTo>
                  <a:pt x="56" y="623"/>
                </a:moveTo>
                <a:cubicBezTo>
                  <a:pt x="83" y="696"/>
                  <a:pt x="131" y="759"/>
                  <a:pt x="203" y="799"/>
                </a:cubicBezTo>
                <a:cubicBezTo>
                  <a:pt x="136" y="754"/>
                  <a:pt x="87" y="693"/>
                  <a:pt x="56" y="623"/>
                </a:cubicBezTo>
                <a:close/>
                <a:moveTo>
                  <a:pt x="203" y="799"/>
                </a:moveTo>
                <a:lnTo>
                  <a:pt x="203" y="799"/>
                </a:lnTo>
                <a:cubicBezTo>
                  <a:pt x="256" y="836"/>
                  <a:pt x="316" y="854"/>
                  <a:pt x="378" y="855"/>
                </a:cubicBezTo>
                <a:lnTo>
                  <a:pt x="378" y="855"/>
                </a:lnTo>
                <a:cubicBezTo>
                  <a:pt x="318" y="850"/>
                  <a:pt x="258" y="831"/>
                  <a:pt x="203" y="799"/>
                </a:cubicBezTo>
                <a:close/>
                <a:moveTo>
                  <a:pt x="473" y="0"/>
                </a:moveTo>
                <a:cubicBezTo>
                  <a:pt x="431" y="0"/>
                  <a:pt x="388" y="7"/>
                  <a:pt x="346" y="22"/>
                </a:cubicBezTo>
                <a:cubicBezTo>
                  <a:pt x="239" y="58"/>
                  <a:pt x="141" y="129"/>
                  <a:pt x="87" y="227"/>
                </a:cubicBezTo>
                <a:cubicBezTo>
                  <a:pt x="7" y="348"/>
                  <a:pt x="0" y="498"/>
                  <a:pt x="56" y="623"/>
                </a:cubicBezTo>
                <a:lnTo>
                  <a:pt x="56" y="623"/>
                </a:lnTo>
                <a:cubicBezTo>
                  <a:pt x="46" y="597"/>
                  <a:pt x="38" y="568"/>
                  <a:pt x="34" y="540"/>
                </a:cubicBezTo>
                <a:cubicBezTo>
                  <a:pt x="25" y="433"/>
                  <a:pt x="43" y="326"/>
                  <a:pt x="105" y="236"/>
                </a:cubicBezTo>
                <a:cubicBezTo>
                  <a:pt x="186" y="104"/>
                  <a:pt x="303" y="49"/>
                  <a:pt x="418" y="49"/>
                </a:cubicBezTo>
                <a:cubicBezTo>
                  <a:pt x="685" y="49"/>
                  <a:pt x="947" y="342"/>
                  <a:pt x="748" y="647"/>
                </a:cubicBezTo>
                <a:cubicBezTo>
                  <a:pt x="694" y="736"/>
                  <a:pt x="605" y="807"/>
                  <a:pt x="507" y="834"/>
                </a:cubicBezTo>
                <a:cubicBezTo>
                  <a:pt x="465" y="848"/>
                  <a:pt x="424" y="855"/>
                  <a:pt x="384" y="855"/>
                </a:cubicBezTo>
                <a:cubicBezTo>
                  <a:pt x="382" y="855"/>
                  <a:pt x="380" y="855"/>
                  <a:pt x="378" y="855"/>
                </a:cubicBezTo>
                <a:lnTo>
                  <a:pt x="378" y="855"/>
                </a:lnTo>
                <a:cubicBezTo>
                  <a:pt x="390" y="856"/>
                  <a:pt x="402" y="857"/>
                  <a:pt x="415" y="857"/>
                </a:cubicBezTo>
                <a:cubicBezTo>
                  <a:pt x="555" y="857"/>
                  <a:pt x="692" y="785"/>
                  <a:pt x="774" y="656"/>
                </a:cubicBezTo>
                <a:cubicBezTo>
                  <a:pt x="837" y="567"/>
                  <a:pt x="864" y="450"/>
                  <a:pt x="846" y="343"/>
                </a:cubicBezTo>
                <a:cubicBezTo>
                  <a:pt x="824" y="139"/>
                  <a:pt x="659" y="0"/>
                  <a:pt x="473" y="0"/>
                </a:cubicBezTo>
                <a:close/>
              </a:path>
            </a:pathLst>
          </a:custGeom>
          <a:solidFill>
            <a:srgbClr val="7A170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6" name="Google Shape;2776;p24"/>
          <p:cNvSpPr/>
          <p:nvPr/>
        </p:nvSpPr>
        <p:spPr>
          <a:xfrm>
            <a:off x="4201352" y="861217"/>
            <a:ext cx="60167" cy="52792"/>
          </a:xfrm>
          <a:custGeom>
            <a:avLst/>
            <a:gdLst/>
            <a:ahLst/>
            <a:cxnLst/>
            <a:rect l="l" t="t" r="r" b="b"/>
            <a:pathLst>
              <a:path w="775" h="680" extrusionOk="0">
                <a:moveTo>
                  <a:pt x="400" y="0"/>
                </a:moveTo>
                <a:cubicBezTo>
                  <a:pt x="365" y="0"/>
                  <a:pt x="330" y="7"/>
                  <a:pt x="295" y="21"/>
                </a:cubicBezTo>
                <a:cubicBezTo>
                  <a:pt x="206" y="47"/>
                  <a:pt x="135" y="101"/>
                  <a:pt x="90" y="181"/>
                </a:cubicBezTo>
                <a:cubicBezTo>
                  <a:pt x="1" y="333"/>
                  <a:pt x="36" y="529"/>
                  <a:pt x="188" y="636"/>
                </a:cubicBezTo>
                <a:cubicBezTo>
                  <a:pt x="117" y="583"/>
                  <a:pt x="72" y="511"/>
                  <a:pt x="54" y="431"/>
                </a:cubicBezTo>
                <a:cubicBezTo>
                  <a:pt x="45" y="342"/>
                  <a:pt x="72" y="262"/>
                  <a:pt x="117" y="199"/>
                </a:cubicBezTo>
                <a:cubicBezTo>
                  <a:pt x="179" y="90"/>
                  <a:pt x="272" y="45"/>
                  <a:pt x="364" y="45"/>
                </a:cubicBezTo>
                <a:cubicBezTo>
                  <a:pt x="572" y="45"/>
                  <a:pt x="775" y="276"/>
                  <a:pt x="608" y="511"/>
                </a:cubicBezTo>
                <a:cubicBezTo>
                  <a:pt x="572" y="583"/>
                  <a:pt x="500" y="636"/>
                  <a:pt x="429" y="663"/>
                </a:cubicBezTo>
                <a:cubicBezTo>
                  <a:pt x="402" y="672"/>
                  <a:pt x="375" y="676"/>
                  <a:pt x="347" y="676"/>
                </a:cubicBezTo>
                <a:cubicBezTo>
                  <a:pt x="291" y="676"/>
                  <a:pt x="236" y="660"/>
                  <a:pt x="188" y="636"/>
                </a:cubicBezTo>
                <a:lnTo>
                  <a:pt x="188" y="636"/>
                </a:lnTo>
                <a:cubicBezTo>
                  <a:pt x="238" y="666"/>
                  <a:pt x="293" y="680"/>
                  <a:pt x="347" y="680"/>
                </a:cubicBezTo>
                <a:cubicBezTo>
                  <a:pt x="459" y="680"/>
                  <a:pt x="569" y="622"/>
                  <a:pt x="634" y="520"/>
                </a:cubicBezTo>
                <a:cubicBezTo>
                  <a:pt x="688" y="449"/>
                  <a:pt x="706" y="360"/>
                  <a:pt x="697" y="270"/>
                </a:cubicBezTo>
                <a:cubicBezTo>
                  <a:pt x="675" y="112"/>
                  <a:pt x="543" y="0"/>
                  <a:pt x="400" y="0"/>
                </a:cubicBezTo>
                <a:close/>
              </a:path>
            </a:pathLst>
          </a:custGeom>
          <a:solidFill>
            <a:srgbClr val="7A170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7" name="Google Shape;2777;p24"/>
          <p:cNvSpPr/>
          <p:nvPr/>
        </p:nvSpPr>
        <p:spPr>
          <a:xfrm>
            <a:off x="4584395" y="867464"/>
            <a:ext cx="66378" cy="58770"/>
          </a:xfrm>
          <a:custGeom>
            <a:avLst/>
            <a:gdLst/>
            <a:ahLst/>
            <a:cxnLst/>
            <a:rect l="l" t="t" r="r" b="b"/>
            <a:pathLst>
              <a:path w="855" h="757" extrusionOk="0">
                <a:moveTo>
                  <a:pt x="108" y="626"/>
                </a:moveTo>
                <a:cubicBezTo>
                  <a:pt x="131" y="658"/>
                  <a:pt x="160" y="685"/>
                  <a:pt x="194" y="707"/>
                </a:cubicBezTo>
                <a:cubicBezTo>
                  <a:pt x="160" y="684"/>
                  <a:pt x="131" y="657"/>
                  <a:pt x="108" y="626"/>
                </a:cubicBezTo>
                <a:close/>
                <a:moveTo>
                  <a:pt x="423" y="1"/>
                </a:moveTo>
                <a:cubicBezTo>
                  <a:pt x="386" y="1"/>
                  <a:pt x="348" y="7"/>
                  <a:pt x="310" y="20"/>
                </a:cubicBezTo>
                <a:cubicBezTo>
                  <a:pt x="221" y="56"/>
                  <a:pt x="140" y="118"/>
                  <a:pt x="87" y="198"/>
                </a:cubicBezTo>
                <a:cubicBezTo>
                  <a:pt x="1" y="334"/>
                  <a:pt x="12" y="504"/>
                  <a:pt x="108" y="626"/>
                </a:cubicBezTo>
                <a:lnTo>
                  <a:pt x="108" y="626"/>
                </a:lnTo>
                <a:cubicBezTo>
                  <a:pt x="75" y="583"/>
                  <a:pt x="52" y="532"/>
                  <a:pt x="42" y="475"/>
                </a:cubicBezTo>
                <a:cubicBezTo>
                  <a:pt x="33" y="386"/>
                  <a:pt x="60" y="288"/>
                  <a:pt x="105" y="216"/>
                </a:cubicBezTo>
                <a:cubicBezTo>
                  <a:pt x="146" y="119"/>
                  <a:pt x="227" y="79"/>
                  <a:pt x="316" y="79"/>
                </a:cubicBezTo>
                <a:cubicBezTo>
                  <a:pt x="553" y="79"/>
                  <a:pt x="855" y="357"/>
                  <a:pt x="667" y="564"/>
                </a:cubicBezTo>
                <a:cubicBezTo>
                  <a:pt x="622" y="645"/>
                  <a:pt x="542" y="707"/>
                  <a:pt x="462" y="734"/>
                </a:cubicBezTo>
                <a:cubicBezTo>
                  <a:pt x="428" y="744"/>
                  <a:pt x="393" y="749"/>
                  <a:pt x="359" y="749"/>
                </a:cubicBezTo>
                <a:cubicBezTo>
                  <a:pt x="301" y="749"/>
                  <a:pt x="244" y="735"/>
                  <a:pt x="194" y="707"/>
                </a:cubicBezTo>
                <a:lnTo>
                  <a:pt x="194" y="707"/>
                </a:lnTo>
                <a:cubicBezTo>
                  <a:pt x="251" y="740"/>
                  <a:pt x="314" y="756"/>
                  <a:pt x="377" y="756"/>
                </a:cubicBezTo>
                <a:cubicBezTo>
                  <a:pt x="501" y="756"/>
                  <a:pt x="623" y="695"/>
                  <a:pt x="694" y="582"/>
                </a:cubicBezTo>
                <a:cubicBezTo>
                  <a:pt x="747" y="502"/>
                  <a:pt x="774" y="404"/>
                  <a:pt x="756" y="306"/>
                </a:cubicBezTo>
                <a:cubicBezTo>
                  <a:pt x="742" y="123"/>
                  <a:pt x="590" y="1"/>
                  <a:pt x="423" y="1"/>
                </a:cubicBezTo>
                <a:close/>
              </a:path>
            </a:pathLst>
          </a:custGeom>
          <a:solidFill>
            <a:srgbClr val="7A170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8" name="Google Shape;2778;p24"/>
          <p:cNvSpPr/>
          <p:nvPr/>
        </p:nvSpPr>
        <p:spPr>
          <a:xfrm>
            <a:off x="4549537" y="973670"/>
            <a:ext cx="83225" cy="80352"/>
          </a:xfrm>
          <a:custGeom>
            <a:avLst/>
            <a:gdLst/>
            <a:ahLst/>
            <a:cxnLst/>
            <a:rect l="l" t="t" r="r" b="b"/>
            <a:pathLst>
              <a:path w="1072" h="1035" extrusionOk="0">
                <a:moveTo>
                  <a:pt x="579" y="0"/>
                </a:moveTo>
                <a:cubicBezTo>
                  <a:pt x="530" y="0"/>
                  <a:pt x="479" y="9"/>
                  <a:pt x="429" y="26"/>
                </a:cubicBezTo>
                <a:cubicBezTo>
                  <a:pt x="161" y="107"/>
                  <a:pt x="0" y="375"/>
                  <a:pt x="45" y="651"/>
                </a:cubicBezTo>
                <a:cubicBezTo>
                  <a:pt x="72" y="776"/>
                  <a:pt x="143" y="892"/>
                  <a:pt x="259" y="964"/>
                </a:cubicBezTo>
                <a:cubicBezTo>
                  <a:pt x="143" y="892"/>
                  <a:pt x="72" y="776"/>
                  <a:pt x="54" y="651"/>
                </a:cubicBezTo>
                <a:cubicBezTo>
                  <a:pt x="27" y="383"/>
                  <a:pt x="188" y="142"/>
                  <a:pt x="438" y="71"/>
                </a:cubicBezTo>
                <a:cubicBezTo>
                  <a:pt x="480" y="57"/>
                  <a:pt x="523" y="51"/>
                  <a:pt x="565" y="51"/>
                </a:cubicBezTo>
                <a:cubicBezTo>
                  <a:pt x="770" y="51"/>
                  <a:pt x="954" y="203"/>
                  <a:pt x="991" y="410"/>
                </a:cubicBezTo>
                <a:cubicBezTo>
                  <a:pt x="1027" y="669"/>
                  <a:pt x="875" y="928"/>
                  <a:pt x="625" y="1008"/>
                </a:cubicBezTo>
                <a:cubicBezTo>
                  <a:pt x="578" y="1021"/>
                  <a:pt x="531" y="1029"/>
                  <a:pt x="484" y="1029"/>
                </a:cubicBezTo>
                <a:cubicBezTo>
                  <a:pt x="404" y="1029"/>
                  <a:pt x="326" y="1008"/>
                  <a:pt x="259" y="964"/>
                </a:cubicBezTo>
                <a:lnTo>
                  <a:pt x="259" y="964"/>
                </a:lnTo>
                <a:cubicBezTo>
                  <a:pt x="331" y="1011"/>
                  <a:pt x="414" y="1035"/>
                  <a:pt x="498" y="1035"/>
                </a:cubicBezTo>
                <a:cubicBezTo>
                  <a:pt x="541" y="1035"/>
                  <a:pt x="583" y="1029"/>
                  <a:pt x="625" y="1017"/>
                </a:cubicBezTo>
                <a:cubicBezTo>
                  <a:pt x="893" y="937"/>
                  <a:pt x="1071" y="678"/>
                  <a:pt x="1027" y="410"/>
                </a:cubicBezTo>
                <a:cubicBezTo>
                  <a:pt x="997" y="169"/>
                  <a:pt x="801" y="0"/>
                  <a:pt x="579" y="0"/>
                </a:cubicBezTo>
                <a:close/>
              </a:path>
            </a:pathLst>
          </a:custGeom>
          <a:solidFill>
            <a:srgbClr val="7A170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9" name="Google Shape;2779;p24"/>
          <p:cNvSpPr/>
          <p:nvPr/>
        </p:nvSpPr>
        <p:spPr>
          <a:xfrm>
            <a:off x="4443332" y="1005190"/>
            <a:ext cx="75228" cy="67232"/>
          </a:xfrm>
          <a:custGeom>
            <a:avLst/>
            <a:gdLst/>
            <a:ahLst/>
            <a:cxnLst/>
            <a:rect l="l" t="t" r="r" b="b"/>
            <a:pathLst>
              <a:path w="969" h="866" extrusionOk="0">
                <a:moveTo>
                  <a:pt x="64" y="650"/>
                </a:moveTo>
                <a:cubicBezTo>
                  <a:pt x="92" y="713"/>
                  <a:pt x="140" y="766"/>
                  <a:pt x="199" y="807"/>
                </a:cubicBezTo>
                <a:cubicBezTo>
                  <a:pt x="139" y="765"/>
                  <a:pt x="94" y="711"/>
                  <a:pt x="64" y="650"/>
                </a:cubicBezTo>
                <a:close/>
                <a:moveTo>
                  <a:pt x="199" y="807"/>
                </a:moveTo>
                <a:cubicBezTo>
                  <a:pt x="257" y="844"/>
                  <a:pt x="318" y="863"/>
                  <a:pt x="380" y="864"/>
                </a:cubicBezTo>
                <a:lnTo>
                  <a:pt x="380" y="864"/>
                </a:lnTo>
                <a:cubicBezTo>
                  <a:pt x="318" y="859"/>
                  <a:pt x="257" y="840"/>
                  <a:pt x="199" y="807"/>
                </a:cubicBezTo>
                <a:close/>
                <a:moveTo>
                  <a:pt x="478" y="0"/>
                </a:moveTo>
                <a:cubicBezTo>
                  <a:pt x="436" y="0"/>
                  <a:pt x="393" y="7"/>
                  <a:pt x="351" y="22"/>
                </a:cubicBezTo>
                <a:cubicBezTo>
                  <a:pt x="235" y="58"/>
                  <a:pt x="146" y="129"/>
                  <a:pt x="92" y="227"/>
                </a:cubicBezTo>
                <a:cubicBezTo>
                  <a:pt x="7" y="361"/>
                  <a:pt x="0" y="520"/>
                  <a:pt x="64" y="650"/>
                </a:cubicBezTo>
                <a:lnTo>
                  <a:pt x="64" y="650"/>
                </a:lnTo>
                <a:cubicBezTo>
                  <a:pt x="50" y="618"/>
                  <a:pt x="41" y="585"/>
                  <a:pt x="38" y="549"/>
                </a:cubicBezTo>
                <a:cubicBezTo>
                  <a:pt x="21" y="442"/>
                  <a:pt x="47" y="326"/>
                  <a:pt x="110" y="245"/>
                </a:cubicBezTo>
                <a:cubicBezTo>
                  <a:pt x="189" y="100"/>
                  <a:pt x="310" y="41"/>
                  <a:pt x="430" y="41"/>
                </a:cubicBezTo>
                <a:cubicBezTo>
                  <a:pt x="701" y="41"/>
                  <a:pt x="969" y="344"/>
                  <a:pt x="752" y="647"/>
                </a:cubicBezTo>
                <a:cubicBezTo>
                  <a:pt x="699" y="745"/>
                  <a:pt x="619" y="816"/>
                  <a:pt x="511" y="843"/>
                </a:cubicBezTo>
                <a:cubicBezTo>
                  <a:pt x="470" y="857"/>
                  <a:pt x="429" y="864"/>
                  <a:pt x="388" y="864"/>
                </a:cubicBezTo>
                <a:cubicBezTo>
                  <a:pt x="385" y="864"/>
                  <a:pt x="383" y="864"/>
                  <a:pt x="380" y="864"/>
                </a:cubicBezTo>
                <a:lnTo>
                  <a:pt x="380" y="864"/>
                </a:lnTo>
                <a:cubicBezTo>
                  <a:pt x="393" y="865"/>
                  <a:pt x="406" y="866"/>
                  <a:pt x="419" y="866"/>
                </a:cubicBezTo>
                <a:cubicBezTo>
                  <a:pt x="564" y="866"/>
                  <a:pt x="703" y="794"/>
                  <a:pt x="779" y="665"/>
                </a:cubicBezTo>
                <a:cubicBezTo>
                  <a:pt x="851" y="566"/>
                  <a:pt x="877" y="459"/>
                  <a:pt x="860" y="343"/>
                </a:cubicBezTo>
                <a:cubicBezTo>
                  <a:pt x="838" y="139"/>
                  <a:pt x="667" y="0"/>
                  <a:pt x="478" y="0"/>
                </a:cubicBezTo>
                <a:close/>
              </a:path>
            </a:pathLst>
          </a:custGeom>
          <a:solidFill>
            <a:srgbClr val="7A170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0" name="Google Shape;2780;p24"/>
          <p:cNvSpPr/>
          <p:nvPr/>
        </p:nvSpPr>
        <p:spPr>
          <a:xfrm>
            <a:off x="5206367" y="642059"/>
            <a:ext cx="609124" cy="613316"/>
          </a:xfrm>
          <a:custGeom>
            <a:avLst/>
            <a:gdLst/>
            <a:ahLst/>
            <a:cxnLst/>
            <a:rect l="l" t="t" r="r" b="b"/>
            <a:pathLst>
              <a:path w="7846" h="7900" extrusionOk="0">
                <a:moveTo>
                  <a:pt x="3303" y="1"/>
                </a:moveTo>
                <a:cubicBezTo>
                  <a:pt x="3303" y="1"/>
                  <a:pt x="3383" y="975"/>
                  <a:pt x="2756" y="975"/>
                </a:cubicBezTo>
                <a:cubicBezTo>
                  <a:pt x="2688" y="975"/>
                  <a:pt x="2612" y="963"/>
                  <a:pt x="2526" y="938"/>
                </a:cubicBezTo>
                <a:lnTo>
                  <a:pt x="2526" y="938"/>
                </a:lnTo>
                <a:cubicBezTo>
                  <a:pt x="2526" y="938"/>
                  <a:pt x="2990" y="1581"/>
                  <a:pt x="2758" y="2107"/>
                </a:cubicBezTo>
                <a:cubicBezTo>
                  <a:pt x="2677" y="2285"/>
                  <a:pt x="2497" y="2346"/>
                  <a:pt x="2285" y="2346"/>
                </a:cubicBezTo>
                <a:cubicBezTo>
                  <a:pt x="1869" y="2346"/>
                  <a:pt x="1333" y="2107"/>
                  <a:pt x="1197" y="2036"/>
                </a:cubicBezTo>
                <a:lnTo>
                  <a:pt x="1197" y="2036"/>
                </a:lnTo>
                <a:cubicBezTo>
                  <a:pt x="1197" y="2036"/>
                  <a:pt x="1321" y="3089"/>
                  <a:pt x="1" y="3723"/>
                </a:cubicBezTo>
                <a:cubicBezTo>
                  <a:pt x="1" y="3723"/>
                  <a:pt x="1" y="3723"/>
                  <a:pt x="2" y="3723"/>
                </a:cubicBezTo>
                <a:cubicBezTo>
                  <a:pt x="42" y="3723"/>
                  <a:pt x="1284" y="3731"/>
                  <a:pt x="1188" y="4802"/>
                </a:cubicBezTo>
                <a:cubicBezTo>
                  <a:pt x="1188" y="4802"/>
                  <a:pt x="1582" y="4414"/>
                  <a:pt x="2032" y="4414"/>
                </a:cubicBezTo>
                <a:cubicBezTo>
                  <a:pt x="2144" y="4414"/>
                  <a:pt x="2260" y="4438"/>
                  <a:pt x="2375" y="4499"/>
                </a:cubicBezTo>
                <a:cubicBezTo>
                  <a:pt x="2955" y="4811"/>
                  <a:pt x="2571" y="5632"/>
                  <a:pt x="1411" y="5989"/>
                </a:cubicBezTo>
                <a:cubicBezTo>
                  <a:pt x="1411" y="5989"/>
                  <a:pt x="2526" y="6757"/>
                  <a:pt x="1723" y="7899"/>
                </a:cubicBezTo>
                <a:cubicBezTo>
                  <a:pt x="1723" y="7899"/>
                  <a:pt x="2222" y="7273"/>
                  <a:pt x="2914" y="7273"/>
                </a:cubicBezTo>
                <a:cubicBezTo>
                  <a:pt x="3171" y="7273"/>
                  <a:pt x="3454" y="7359"/>
                  <a:pt x="3749" y="7596"/>
                </a:cubicBezTo>
                <a:cubicBezTo>
                  <a:pt x="3749" y="7596"/>
                  <a:pt x="3696" y="6043"/>
                  <a:pt x="4347" y="5829"/>
                </a:cubicBezTo>
                <a:cubicBezTo>
                  <a:pt x="4389" y="5815"/>
                  <a:pt x="4427" y="5809"/>
                  <a:pt x="4463" y="5809"/>
                </a:cubicBezTo>
                <a:cubicBezTo>
                  <a:pt x="4982" y="5809"/>
                  <a:pt x="4865" y="7185"/>
                  <a:pt x="4865" y="7185"/>
                </a:cubicBezTo>
                <a:cubicBezTo>
                  <a:pt x="4865" y="7185"/>
                  <a:pt x="5071" y="7053"/>
                  <a:pt x="5362" y="7053"/>
                </a:cubicBezTo>
                <a:cubicBezTo>
                  <a:pt x="5656" y="7053"/>
                  <a:pt x="6037" y="7188"/>
                  <a:pt x="6382" y="7730"/>
                </a:cubicBezTo>
                <a:cubicBezTo>
                  <a:pt x="6382" y="7730"/>
                  <a:pt x="6453" y="6248"/>
                  <a:pt x="7292" y="5847"/>
                </a:cubicBezTo>
                <a:cubicBezTo>
                  <a:pt x="7292" y="5847"/>
                  <a:pt x="6382" y="5034"/>
                  <a:pt x="6507" y="4597"/>
                </a:cubicBezTo>
                <a:cubicBezTo>
                  <a:pt x="6623" y="4160"/>
                  <a:pt x="7605" y="4115"/>
                  <a:pt x="7605" y="4115"/>
                </a:cubicBezTo>
                <a:cubicBezTo>
                  <a:pt x="7605" y="4115"/>
                  <a:pt x="7203" y="3419"/>
                  <a:pt x="7846" y="3062"/>
                </a:cubicBezTo>
                <a:cubicBezTo>
                  <a:pt x="7846" y="3062"/>
                  <a:pt x="6677" y="2598"/>
                  <a:pt x="6962" y="1884"/>
                </a:cubicBezTo>
                <a:lnTo>
                  <a:pt x="6962" y="1884"/>
                </a:lnTo>
                <a:cubicBezTo>
                  <a:pt x="6962" y="1884"/>
                  <a:pt x="6188" y="2577"/>
                  <a:pt x="5284" y="2577"/>
                </a:cubicBezTo>
                <a:cubicBezTo>
                  <a:pt x="5237" y="2577"/>
                  <a:pt x="5189" y="2575"/>
                  <a:pt x="5141" y="2571"/>
                </a:cubicBezTo>
                <a:cubicBezTo>
                  <a:pt x="5141" y="2571"/>
                  <a:pt x="4445" y="1563"/>
                  <a:pt x="4677" y="518"/>
                </a:cubicBezTo>
                <a:lnTo>
                  <a:pt x="4677" y="518"/>
                </a:lnTo>
                <a:cubicBezTo>
                  <a:pt x="4677" y="518"/>
                  <a:pt x="4509" y="576"/>
                  <a:pt x="4281" y="576"/>
                </a:cubicBezTo>
                <a:cubicBezTo>
                  <a:pt x="3978" y="576"/>
                  <a:pt x="3568" y="474"/>
                  <a:pt x="330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1" name="Google Shape;2781;p24"/>
          <p:cNvSpPr/>
          <p:nvPr/>
        </p:nvSpPr>
        <p:spPr>
          <a:xfrm>
            <a:off x="5308380" y="658673"/>
            <a:ext cx="448264" cy="485219"/>
          </a:xfrm>
          <a:custGeom>
            <a:avLst/>
            <a:gdLst/>
            <a:ahLst/>
            <a:cxnLst/>
            <a:rect l="l" t="t" r="r" b="b"/>
            <a:pathLst>
              <a:path w="5774" h="6250" extrusionOk="0">
                <a:moveTo>
                  <a:pt x="4363" y="1"/>
                </a:moveTo>
                <a:cubicBezTo>
                  <a:pt x="4336" y="1"/>
                  <a:pt x="4292" y="19"/>
                  <a:pt x="4318" y="46"/>
                </a:cubicBezTo>
                <a:cubicBezTo>
                  <a:pt x="4399" y="179"/>
                  <a:pt x="4434" y="340"/>
                  <a:pt x="4425" y="492"/>
                </a:cubicBezTo>
                <a:cubicBezTo>
                  <a:pt x="4434" y="1027"/>
                  <a:pt x="4193" y="1563"/>
                  <a:pt x="3935" y="2018"/>
                </a:cubicBezTo>
                <a:cubicBezTo>
                  <a:pt x="3881" y="2107"/>
                  <a:pt x="3827" y="2197"/>
                  <a:pt x="3774" y="2286"/>
                </a:cubicBezTo>
                <a:lnTo>
                  <a:pt x="2614" y="920"/>
                </a:lnTo>
                <a:cubicBezTo>
                  <a:pt x="2560" y="849"/>
                  <a:pt x="2507" y="786"/>
                  <a:pt x="2444" y="715"/>
                </a:cubicBezTo>
                <a:cubicBezTo>
                  <a:pt x="2444" y="715"/>
                  <a:pt x="2443" y="714"/>
                  <a:pt x="2443" y="714"/>
                </a:cubicBezTo>
                <a:lnTo>
                  <a:pt x="2443" y="714"/>
                </a:lnTo>
                <a:cubicBezTo>
                  <a:pt x="2437" y="714"/>
                  <a:pt x="3128" y="1623"/>
                  <a:pt x="3497" y="2107"/>
                </a:cubicBezTo>
                <a:cubicBezTo>
                  <a:pt x="3560" y="2188"/>
                  <a:pt x="3631" y="2295"/>
                  <a:pt x="3694" y="2366"/>
                </a:cubicBezTo>
                <a:lnTo>
                  <a:pt x="2462" y="2670"/>
                </a:lnTo>
                <a:cubicBezTo>
                  <a:pt x="1780" y="2829"/>
                  <a:pt x="0" y="3384"/>
                  <a:pt x="24" y="3384"/>
                </a:cubicBezTo>
                <a:cubicBezTo>
                  <a:pt x="25" y="3384"/>
                  <a:pt x="25" y="3384"/>
                  <a:pt x="25" y="3384"/>
                </a:cubicBezTo>
                <a:lnTo>
                  <a:pt x="1311" y="3053"/>
                </a:lnTo>
                <a:lnTo>
                  <a:pt x="3363" y="2545"/>
                </a:lnTo>
                <a:lnTo>
                  <a:pt x="3640" y="2482"/>
                </a:lnTo>
                <a:lnTo>
                  <a:pt x="3381" y="2893"/>
                </a:lnTo>
                <a:cubicBezTo>
                  <a:pt x="3203" y="3187"/>
                  <a:pt x="3015" y="3482"/>
                  <a:pt x="2828" y="3776"/>
                </a:cubicBezTo>
                <a:cubicBezTo>
                  <a:pt x="2498" y="4321"/>
                  <a:pt x="2158" y="4865"/>
                  <a:pt x="1810" y="5410"/>
                </a:cubicBezTo>
                <a:lnTo>
                  <a:pt x="1471" y="5963"/>
                </a:lnTo>
                <a:lnTo>
                  <a:pt x="1355" y="6141"/>
                </a:lnTo>
                <a:cubicBezTo>
                  <a:pt x="1337" y="6168"/>
                  <a:pt x="1311" y="6204"/>
                  <a:pt x="1302" y="6231"/>
                </a:cubicBezTo>
                <a:cubicBezTo>
                  <a:pt x="1293" y="6240"/>
                  <a:pt x="1293" y="6240"/>
                  <a:pt x="1293" y="6248"/>
                </a:cubicBezTo>
                <a:lnTo>
                  <a:pt x="1293" y="6248"/>
                </a:lnTo>
                <a:cubicBezTo>
                  <a:pt x="1319" y="6212"/>
                  <a:pt x="2540" y="4542"/>
                  <a:pt x="2864" y="4026"/>
                </a:cubicBezTo>
                <a:cubicBezTo>
                  <a:pt x="3158" y="3553"/>
                  <a:pt x="3462" y="3044"/>
                  <a:pt x="3756" y="2562"/>
                </a:cubicBezTo>
                <a:cubicBezTo>
                  <a:pt x="3827" y="2911"/>
                  <a:pt x="3890" y="3285"/>
                  <a:pt x="3952" y="3633"/>
                </a:cubicBezTo>
                <a:cubicBezTo>
                  <a:pt x="4086" y="4294"/>
                  <a:pt x="4211" y="4954"/>
                  <a:pt x="4336" y="5624"/>
                </a:cubicBezTo>
                <a:cubicBezTo>
                  <a:pt x="4372" y="5775"/>
                  <a:pt x="4399" y="5927"/>
                  <a:pt x="4425" y="6079"/>
                </a:cubicBezTo>
                <a:cubicBezTo>
                  <a:pt x="4426" y="6081"/>
                  <a:pt x="4426" y="6081"/>
                  <a:pt x="4426" y="6081"/>
                </a:cubicBezTo>
                <a:cubicBezTo>
                  <a:pt x="4430" y="6081"/>
                  <a:pt x="4361" y="5297"/>
                  <a:pt x="4300" y="4838"/>
                </a:cubicBezTo>
                <a:cubicBezTo>
                  <a:pt x="4211" y="4187"/>
                  <a:pt x="4077" y="3526"/>
                  <a:pt x="3952" y="2857"/>
                </a:cubicBezTo>
                <a:lnTo>
                  <a:pt x="3872" y="2455"/>
                </a:lnTo>
                <a:lnTo>
                  <a:pt x="3872" y="2455"/>
                </a:lnTo>
                <a:lnTo>
                  <a:pt x="4827" y="2714"/>
                </a:lnTo>
                <a:cubicBezTo>
                  <a:pt x="5113" y="2786"/>
                  <a:pt x="5773" y="2919"/>
                  <a:pt x="5773" y="2919"/>
                </a:cubicBezTo>
                <a:cubicBezTo>
                  <a:pt x="5773" y="2919"/>
                  <a:pt x="4595" y="2554"/>
                  <a:pt x="4042" y="2411"/>
                </a:cubicBezTo>
                <a:lnTo>
                  <a:pt x="3890" y="2366"/>
                </a:lnTo>
                <a:lnTo>
                  <a:pt x="3943" y="2277"/>
                </a:lnTo>
                <a:cubicBezTo>
                  <a:pt x="4247" y="1786"/>
                  <a:pt x="4541" y="1224"/>
                  <a:pt x="4568" y="635"/>
                </a:cubicBezTo>
                <a:cubicBezTo>
                  <a:pt x="4577" y="447"/>
                  <a:pt x="4568" y="215"/>
                  <a:pt x="4461" y="55"/>
                </a:cubicBezTo>
                <a:cubicBezTo>
                  <a:pt x="4434" y="19"/>
                  <a:pt x="4399" y="1"/>
                  <a:pt x="4363" y="1"/>
                </a:cubicBezTo>
                <a:close/>
                <a:moveTo>
                  <a:pt x="1293" y="6248"/>
                </a:moveTo>
                <a:lnTo>
                  <a:pt x="1293" y="6248"/>
                </a:lnTo>
                <a:cubicBezTo>
                  <a:pt x="1292" y="6249"/>
                  <a:pt x="1292" y="6249"/>
                  <a:pt x="1292" y="6249"/>
                </a:cubicBezTo>
                <a:cubicBezTo>
                  <a:pt x="1292" y="6249"/>
                  <a:pt x="1292" y="6249"/>
                  <a:pt x="1293" y="6248"/>
                </a:cubicBezTo>
                <a:cubicBezTo>
                  <a:pt x="1293" y="6248"/>
                  <a:pt x="1293" y="6248"/>
                  <a:pt x="1293" y="624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2" name="Google Shape;2782;p24"/>
          <p:cNvSpPr/>
          <p:nvPr/>
        </p:nvSpPr>
        <p:spPr>
          <a:xfrm>
            <a:off x="5206367" y="775126"/>
            <a:ext cx="492051" cy="474660"/>
          </a:xfrm>
          <a:custGeom>
            <a:avLst/>
            <a:gdLst/>
            <a:ahLst/>
            <a:cxnLst/>
            <a:rect l="l" t="t" r="r" b="b"/>
            <a:pathLst>
              <a:path w="6338" h="6114" extrusionOk="0">
                <a:moveTo>
                  <a:pt x="2821" y="0"/>
                </a:moveTo>
                <a:cubicBezTo>
                  <a:pt x="2830" y="134"/>
                  <a:pt x="2803" y="268"/>
                  <a:pt x="2750" y="393"/>
                </a:cubicBezTo>
                <a:cubicBezTo>
                  <a:pt x="2517" y="920"/>
                  <a:pt x="1393" y="429"/>
                  <a:pt x="1197" y="322"/>
                </a:cubicBezTo>
                <a:cubicBezTo>
                  <a:pt x="1197" y="322"/>
                  <a:pt x="1322" y="1375"/>
                  <a:pt x="1" y="2009"/>
                </a:cubicBezTo>
                <a:cubicBezTo>
                  <a:pt x="1" y="2009"/>
                  <a:pt x="1286" y="2000"/>
                  <a:pt x="1188" y="3088"/>
                </a:cubicBezTo>
                <a:cubicBezTo>
                  <a:pt x="1188" y="3088"/>
                  <a:pt x="1803" y="2482"/>
                  <a:pt x="2375" y="2785"/>
                </a:cubicBezTo>
                <a:cubicBezTo>
                  <a:pt x="2955" y="3097"/>
                  <a:pt x="2562" y="3918"/>
                  <a:pt x="1402" y="4275"/>
                </a:cubicBezTo>
                <a:cubicBezTo>
                  <a:pt x="1402" y="4275"/>
                  <a:pt x="2473" y="5007"/>
                  <a:pt x="1768" y="6114"/>
                </a:cubicBezTo>
                <a:lnTo>
                  <a:pt x="1777" y="6114"/>
                </a:lnTo>
                <a:cubicBezTo>
                  <a:pt x="2000" y="5882"/>
                  <a:pt x="2812" y="5132"/>
                  <a:pt x="3740" y="5882"/>
                </a:cubicBezTo>
                <a:cubicBezTo>
                  <a:pt x="3740" y="5882"/>
                  <a:pt x="3696" y="4329"/>
                  <a:pt x="4347" y="4115"/>
                </a:cubicBezTo>
                <a:cubicBezTo>
                  <a:pt x="4749" y="3981"/>
                  <a:pt x="4856" y="4525"/>
                  <a:pt x="4874" y="4972"/>
                </a:cubicBezTo>
                <a:cubicBezTo>
                  <a:pt x="6337" y="3071"/>
                  <a:pt x="5186" y="304"/>
                  <a:pt x="2812" y="0"/>
                </a:cubicBezTo>
                <a:close/>
              </a:path>
            </a:pathLst>
          </a:custGeom>
          <a:gradFill>
            <a:gsLst>
              <a:gs pos="0">
                <a:srgbClr val="FFFFFF">
                  <a:alpha val="0"/>
                </a:srgbClr>
              </a:gs>
              <a:gs pos="100000">
                <a:srgbClr val="FFFFFF">
                  <a:alpha val="2196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3" name="Google Shape;2783;p24"/>
          <p:cNvSpPr/>
          <p:nvPr/>
        </p:nvSpPr>
        <p:spPr>
          <a:xfrm>
            <a:off x="5200855" y="633752"/>
            <a:ext cx="618829" cy="621623"/>
          </a:xfrm>
          <a:custGeom>
            <a:avLst/>
            <a:gdLst/>
            <a:ahLst/>
            <a:cxnLst/>
            <a:rect l="l" t="t" r="r" b="b"/>
            <a:pathLst>
              <a:path w="7971" h="8007" extrusionOk="0">
                <a:moveTo>
                  <a:pt x="4653" y="5939"/>
                </a:moveTo>
                <a:lnTo>
                  <a:pt x="4653" y="5939"/>
                </a:lnTo>
                <a:cubicBezTo>
                  <a:pt x="4674" y="5950"/>
                  <a:pt x="4694" y="5964"/>
                  <a:pt x="4713" y="5980"/>
                </a:cubicBezTo>
                <a:cubicBezTo>
                  <a:pt x="4743" y="6011"/>
                  <a:pt x="4769" y="6044"/>
                  <a:pt x="4793" y="6079"/>
                </a:cubicBezTo>
                <a:lnTo>
                  <a:pt x="4793" y="6079"/>
                </a:lnTo>
                <a:cubicBezTo>
                  <a:pt x="4772" y="6044"/>
                  <a:pt x="4748" y="6012"/>
                  <a:pt x="4722" y="5980"/>
                </a:cubicBezTo>
                <a:cubicBezTo>
                  <a:pt x="4702" y="5964"/>
                  <a:pt x="4678" y="5950"/>
                  <a:pt x="4653" y="5939"/>
                </a:cubicBezTo>
                <a:close/>
                <a:moveTo>
                  <a:pt x="4793" y="6079"/>
                </a:moveTo>
                <a:cubicBezTo>
                  <a:pt x="4851" y="6173"/>
                  <a:pt x="4889" y="6277"/>
                  <a:pt x="4909" y="6382"/>
                </a:cubicBezTo>
                <a:cubicBezTo>
                  <a:pt x="4890" y="6273"/>
                  <a:pt x="4852" y="6169"/>
                  <a:pt x="4793" y="6079"/>
                </a:cubicBezTo>
                <a:close/>
                <a:moveTo>
                  <a:pt x="4529" y="5907"/>
                </a:moveTo>
                <a:cubicBezTo>
                  <a:pt x="4519" y="5907"/>
                  <a:pt x="4509" y="5908"/>
                  <a:pt x="4498" y="5909"/>
                </a:cubicBezTo>
                <a:cubicBezTo>
                  <a:pt x="4418" y="5927"/>
                  <a:pt x="4347" y="5954"/>
                  <a:pt x="4284" y="5998"/>
                </a:cubicBezTo>
                <a:cubicBezTo>
                  <a:pt x="4168" y="6096"/>
                  <a:pt x="4070" y="6221"/>
                  <a:pt x="4016" y="6364"/>
                </a:cubicBezTo>
                <a:cubicBezTo>
                  <a:pt x="3963" y="6498"/>
                  <a:pt x="3918" y="6650"/>
                  <a:pt x="3892" y="6802"/>
                </a:cubicBezTo>
                <a:cubicBezTo>
                  <a:pt x="3838" y="7096"/>
                  <a:pt x="3811" y="7400"/>
                  <a:pt x="3820" y="7703"/>
                </a:cubicBezTo>
                <a:cubicBezTo>
                  <a:pt x="3820" y="7400"/>
                  <a:pt x="3847" y="7096"/>
                  <a:pt x="3909" y="6793"/>
                </a:cubicBezTo>
                <a:cubicBezTo>
                  <a:pt x="3936" y="6650"/>
                  <a:pt x="3981" y="6498"/>
                  <a:pt x="4043" y="6364"/>
                </a:cubicBezTo>
                <a:cubicBezTo>
                  <a:pt x="4097" y="6221"/>
                  <a:pt x="4186" y="6096"/>
                  <a:pt x="4311" y="6007"/>
                </a:cubicBezTo>
                <a:cubicBezTo>
                  <a:pt x="4365" y="5963"/>
                  <a:pt x="4436" y="5927"/>
                  <a:pt x="4516" y="5918"/>
                </a:cubicBezTo>
                <a:cubicBezTo>
                  <a:pt x="4526" y="5917"/>
                  <a:pt x="4535" y="5916"/>
                  <a:pt x="4544" y="5916"/>
                </a:cubicBezTo>
                <a:cubicBezTo>
                  <a:pt x="4581" y="5916"/>
                  <a:pt x="4619" y="5925"/>
                  <a:pt x="4653" y="5939"/>
                </a:cubicBezTo>
                <a:lnTo>
                  <a:pt x="4653" y="5939"/>
                </a:lnTo>
                <a:cubicBezTo>
                  <a:pt x="4614" y="5918"/>
                  <a:pt x="4573" y="5907"/>
                  <a:pt x="4529" y="5907"/>
                </a:cubicBezTo>
                <a:close/>
                <a:moveTo>
                  <a:pt x="3356" y="1"/>
                </a:moveTo>
                <a:lnTo>
                  <a:pt x="3356" y="108"/>
                </a:lnTo>
                <a:cubicBezTo>
                  <a:pt x="3365" y="224"/>
                  <a:pt x="3356" y="349"/>
                  <a:pt x="3338" y="474"/>
                </a:cubicBezTo>
                <a:cubicBezTo>
                  <a:pt x="3320" y="590"/>
                  <a:pt x="3285" y="706"/>
                  <a:pt x="3231" y="822"/>
                </a:cubicBezTo>
                <a:cubicBezTo>
                  <a:pt x="3178" y="929"/>
                  <a:pt x="3079" y="1009"/>
                  <a:pt x="2963" y="1045"/>
                </a:cubicBezTo>
                <a:cubicBezTo>
                  <a:pt x="2914" y="1055"/>
                  <a:pt x="2866" y="1060"/>
                  <a:pt x="2819" y="1060"/>
                </a:cubicBezTo>
                <a:cubicBezTo>
                  <a:pt x="2751" y="1060"/>
                  <a:pt x="2684" y="1050"/>
                  <a:pt x="2618" y="1030"/>
                </a:cubicBezTo>
                <a:lnTo>
                  <a:pt x="2618" y="1030"/>
                </a:lnTo>
                <a:cubicBezTo>
                  <a:pt x="2617" y="1029"/>
                  <a:pt x="2616" y="1028"/>
                  <a:pt x="2615" y="1027"/>
                </a:cubicBezTo>
                <a:lnTo>
                  <a:pt x="2614" y="1029"/>
                </a:lnTo>
                <a:lnTo>
                  <a:pt x="2614" y="1029"/>
                </a:lnTo>
                <a:cubicBezTo>
                  <a:pt x="2612" y="1029"/>
                  <a:pt x="2609" y="1028"/>
                  <a:pt x="2606" y="1027"/>
                </a:cubicBezTo>
                <a:lnTo>
                  <a:pt x="2544" y="1009"/>
                </a:lnTo>
                <a:lnTo>
                  <a:pt x="2544" y="1009"/>
                </a:lnTo>
                <a:lnTo>
                  <a:pt x="2580" y="1063"/>
                </a:lnTo>
                <a:cubicBezTo>
                  <a:pt x="2713" y="1259"/>
                  <a:pt x="2812" y="1482"/>
                  <a:pt x="2856" y="1723"/>
                </a:cubicBezTo>
                <a:cubicBezTo>
                  <a:pt x="2874" y="1839"/>
                  <a:pt x="2874" y="1964"/>
                  <a:pt x="2847" y="2080"/>
                </a:cubicBezTo>
                <a:cubicBezTo>
                  <a:pt x="2838" y="2107"/>
                  <a:pt x="2838" y="2134"/>
                  <a:pt x="2821" y="2161"/>
                </a:cubicBezTo>
                <a:cubicBezTo>
                  <a:pt x="2812" y="2196"/>
                  <a:pt x="2803" y="2223"/>
                  <a:pt x="2785" y="2241"/>
                </a:cubicBezTo>
                <a:cubicBezTo>
                  <a:pt x="2758" y="2294"/>
                  <a:pt x="2713" y="2339"/>
                  <a:pt x="2669" y="2366"/>
                </a:cubicBezTo>
                <a:cubicBezTo>
                  <a:pt x="2575" y="2413"/>
                  <a:pt x="2468" y="2439"/>
                  <a:pt x="2365" y="2439"/>
                </a:cubicBezTo>
                <a:cubicBezTo>
                  <a:pt x="2350" y="2439"/>
                  <a:pt x="2335" y="2438"/>
                  <a:pt x="2321" y="2437"/>
                </a:cubicBezTo>
                <a:cubicBezTo>
                  <a:pt x="2205" y="2428"/>
                  <a:pt x="2080" y="2410"/>
                  <a:pt x="1964" y="2384"/>
                </a:cubicBezTo>
                <a:cubicBezTo>
                  <a:pt x="1723" y="2321"/>
                  <a:pt x="1500" y="2232"/>
                  <a:pt x="1285" y="2125"/>
                </a:cubicBezTo>
                <a:lnTo>
                  <a:pt x="1250" y="2107"/>
                </a:lnTo>
                <a:lnTo>
                  <a:pt x="1250" y="2143"/>
                </a:lnTo>
                <a:cubicBezTo>
                  <a:pt x="1259" y="2321"/>
                  <a:pt x="1232" y="2500"/>
                  <a:pt x="1169" y="2678"/>
                </a:cubicBezTo>
                <a:cubicBezTo>
                  <a:pt x="1107" y="2848"/>
                  <a:pt x="1027" y="3008"/>
                  <a:pt x="911" y="3151"/>
                </a:cubicBezTo>
                <a:cubicBezTo>
                  <a:pt x="803" y="3294"/>
                  <a:pt x="670" y="3419"/>
                  <a:pt x="527" y="3535"/>
                </a:cubicBezTo>
                <a:cubicBezTo>
                  <a:pt x="455" y="3589"/>
                  <a:pt x="384" y="3642"/>
                  <a:pt x="304" y="3687"/>
                </a:cubicBezTo>
                <a:cubicBezTo>
                  <a:pt x="229" y="3728"/>
                  <a:pt x="154" y="3770"/>
                  <a:pt x="79" y="3812"/>
                </a:cubicBezTo>
                <a:lnTo>
                  <a:pt x="79" y="3812"/>
                </a:lnTo>
                <a:cubicBezTo>
                  <a:pt x="76" y="3812"/>
                  <a:pt x="74" y="3812"/>
                  <a:pt x="72" y="3812"/>
                </a:cubicBezTo>
                <a:lnTo>
                  <a:pt x="73" y="3815"/>
                </a:lnTo>
                <a:lnTo>
                  <a:pt x="73" y="3815"/>
                </a:lnTo>
                <a:cubicBezTo>
                  <a:pt x="69" y="3817"/>
                  <a:pt x="66" y="3819"/>
                  <a:pt x="63" y="3821"/>
                </a:cubicBezTo>
                <a:lnTo>
                  <a:pt x="0" y="3847"/>
                </a:lnTo>
                <a:lnTo>
                  <a:pt x="63" y="3847"/>
                </a:lnTo>
                <a:cubicBezTo>
                  <a:pt x="214" y="3856"/>
                  <a:pt x="366" y="3874"/>
                  <a:pt x="509" y="3919"/>
                </a:cubicBezTo>
                <a:cubicBezTo>
                  <a:pt x="661" y="3954"/>
                  <a:pt x="795" y="4017"/>
                  <a:pt x="920" y="4106"/>
                </a:cubicBezTo>
                <a:cubicBezTo>
                  <a:pt x="1036" y="4195"/>
                  <a:pt x="1134" y="4320"/>
                  <a:pt x="1178" y="4463"/>
                </a:cubicBezTo>
                <a:cubicBezTo>
                  <a:pt x="1232" y="4606"/>
                  <a:pt x="1250" y="4758"/>
                  <a:pt x="1232" y="4909"/>
                </a:cubicBezTo>
                <a:lnTo>
                  <a:pt x="1232" y="4945"/>
                </a:lnTo>
                <a:lnTo>
                  <a:pt x="1268" y="4918"/>
                </a:lnTo>
                <a:cubicBezTo>
                  <a:pt x="1375" y="4820"/>
                  <a:pt x="1491" y="4740"/>
                  <a:pt x="1625" y="4668"/>
                </a:cubicBezTo>
                <a:cubicBezTo>
                  <a:pt x="1750" y="4597"/>
                  <a:pt x="1892" y="4552"/>
                  <a:pt x="2035" y="4544"/>
                </a:cubicBezTo>
                <a:cubicBezTo>
                  <a:pt x="2054" y="4542"/>
                  <a:pt x="2072" y="4542"/>
                  <a:pt x="2091" y="4542"/>
                </a:cubicBezTo>
                <a:cubicBezTo>
                  <a:pt x="2222" y="4542"/>
                  <a:pt x="2345" y="4570"/>
                  <a:pt x="2455" y="4633"/>
                </a:cubicBezTo>
                <a:cubicBezTo>
                  <a:pt x="2580" y="4704"/>
                  <a:pt x="2669" y="4829"/>
                  <a:pt x="2687" y="4972"/>
                </a:cubicBezTo>
                <a:cubicBezTo>
                  <a:pt x="2696" y="5115"/>
                  <a:pt x="2651" y="5258"/>
                  <a:pt x="2562" y="5374"/>
                </a:cubicBezTo>
                <a:cubicBezTo>
                  <a:pt x="2472" y="5498"/>
                  <a:pt x="2374" y="5606"/>
                  <a:pt x="2258" y="5686"/>
                </a:cubicBezTo>
                <a:cubicBezTo>
                  <a:pt x="2017" y="5864"/>
                  <a:pt x="1758" y="5998"/>
                  <a:pt x="1473" y="6079"/>
                </a:cubicBezTo>
                <a:lnTo>
                  <a:pt x="1446" y="6088"/>
                </a:lnTo>
                <a:lnTo>
                  <a:pt x="1473" y="6105"/>
                </a:lnTo>
                <a:cubicBezTo>
                  <a:pt x="1616" y="6212"/>
                  <a:pt x="1741" y="6346"/>
                  <a:pt x="1839" y="6489"/>
                </a:cubicBezTo>
                <a:cubicBezTo>
                  <a:pt x="1946" y="6641"/>
                  <a:pt x="2017" y="6802"/>
                  <a:pt x="2053" y="6980"/>
                </a:cubicBezTo>
                <a:cubicBezTo>
                  <a:pt x="2080" y="7159"/>
                  <a:pt x="2071" y="7337"/>
                  <a:pt x="2017" y="7516"/>
                </a:cubicBezTo>
                <a:cubicBezTo>
                  <a:pt x="1999" y="7596"/>
                  <a:pt x="1964" y="7685"/>
                  <a:pt x="1928" y="7765"/>
                </a:cubicBezTo>
                <a:cubicBezTo>
                  <a:pt x="1883" y="7846"/>
                  <a:pt x="1830" y="7917"/>
                  <a:pt x="1785" y="7997"/>
                </a:cubicBezTo>
                <a:lnTo>
                  <a:pt x="1794" y="8006"/>
                </a:lnTo>
                <a:cubicBezTo>
                  <a:pt x="1796" y="8005"/>
                  <a:pt x="1797" y="8003"/>
                  <a:pt x="1798" y="8002"/>
                </a:cubicBezTo>
                <a:lnTo>
                  <a:pt x="1798" y="8002"/>
                </a:lnTo>
                <a:lnTo>
                  <a:pt x="1803" y="8006"/>
                </a:lnTo>
                <a:cubicBezTo>
                  <a:pt x="1809" y="7996"/>
                  <a:pt x="1815" y="7985"/>
                  <a:pt x="1822" y="7974"/>
                </a:cubicBezTo>
                <a:lnTo>
                  <a:pt x="1822" y="7974"/>
                </a:lnTo>
                <a:cubicBezTo>
                  <a:pt x="1940" y="7837"/>
                  <a:pt x="2074" y="7723"/>
                  <a:pt x="2223" y="7632"/>
                </a:cubicBezTo>
                <a:cubicBezTo>
                  <a:pt x="2383" y="7524"/>
                  <a:pt x="2562" y="7444"/>
                  <a:pt x="2749" y="7408"/>
                </a:cubicBezTo>
                <a:cubicBezTo>
                  <a:pt x="2794" y="7400"/>
                  <a:pt x="2838" y="7382"/>
                  <a:pt x="2892" y="7382"/>
                </a:cubicBezTo>
                <a:lnTo>
                  <a:pt x="3035" y="7382"/>
                </a:lnTo>
                <a:cubicBezTo>
                  <a:pt x="3222" y="7400"/>
                  <a:pt x="3410" y="7453"/>
                  <a:pt x="3579" y="7551"/>
                </a:cubicBezTo>
                <a:cubicBezTo>
                  <a:pt x="3659" y="7596"/>
                  <a:pt x="3740" y="7649"/>
                  <a:pt x="3820" y="7703"/>
                </a:cubicBezTo>
                <a:cubicBezTo>
                  <a:pt x="3740" y="7649"/>
                  <a:pt x="3659" y="7587"/>
                  <a:pt x="3579" y="7542"/>
                </a:cubicBezTo>
                <a:cubicBezTo>
                  <a:pt x="3499" y="7489"/>
                  <a:pt x="3410" y="7453"/>
                  <a:pt x="3320" y="7426"/>
                </a:cubicBezTo>
                <a:cubicBezTo>
                  <a:pt x="3222" y="7400"/>
                  <a:pt x="3133" y="7382"/>
                  <a:pt x="3035" y="7373"/>
                </a:cubicBezTo>
                <a:lnTo>
                  <a:pt x="2892" y="7373"/>
                </a:lnTo>
                <a:cubicBezTo>
                  <a:pt x="2847" y="7382"/>
                  <a:pt x="2794" y="7382"/>
                  <a:pt x="2749" y="7400"/>
                </a:cubicBezTo>
                <a:cubicBezTo>
                  <a:pt x="2562" y="7435"/>
                  <a:pt x="2383" y="7516"/>
                  <a:pt x="2223" y="7623"/>
                </a:cubicBezTo>
                <a:cubicBezTo>
                  <a:pt x="2080" y="7710"/>
                  <a:pt x="1952" y="7818"/>
                  <a:pt x="1837" y="7947"/>
                </a:cubicBezTo>
                <a:lnTo>
                  <a:pt x="1837" y="7947"/>
                </a:lnTo>
                <a:cubicBezTo>
                  <a:pt x="1873" y="7886"/>
                  <a:pt x="1910" y="7826"/>
                  <a:pt x="1937" y="7765"/>
                </a:cubicBezTo>
                <a:cubicBezTo>
                  <a:pt x="1982" y="7685"/>
                  <a:pt x="2017" y="7605"/>
                  <a:pt x="2035" y="7516"/>
                </a:cubicBezTo>
                <a:cubicBezTo>
                  <a:pt x="2098" y="7337"/>
                  <a:pt x="2107" y="7159"/>
                  <a:pt x="2071" y="6980"/>
                </a:cubicBezTo>
                <a:cubicBezTo>
                  <a:pt x="2035" y="6793"/>
                  <a:pt x="1964" y="6623"/>
                  <a:pt x="1866" y="6471"/>
                </a:cubicBezTo>
                <a:cubicBezTo>
                  <a:pt x="1764" y="6336"/>
                  <a:pt x="1647" y="6209"/>
                  <a:pt x="1514" y="6098"/>
                </a:cubicBezTo>
                <a:lnTo>
                  <a:pt x="1514" y="6098"/>
                </a:lnTo>
                <a:cubicBezTo>
                  <a:pt x="1791" y="6009"/>
                  <a:pt x="2051" y="5878"/>
                  <a:pt x="2285" y="5713"/>
                </a:cubicBezTo>
                <a:cubicBezTo>
                  <a:pt x="2401" y="5623"/>
                  <a:pt x="2508" y="5516"/>
                  <a:pt x="2597" y="5391"/>
                </a:cubicBezTo>
                <a:cubicBezTo>
                  <a:pt x="2687" y="5266"/>
                  <a:pt x="2731" y="5115"/>
                  <a:pt x="2731" y="4963"/>
                </a:cubicBezTo>
                <a:cubicBezTo>
                  <a:pt x="2713" y="4811"/>
                  <a:pt x="2624" y="4677"/>
                  <a:pt x="2481" y="4606"/>
                </a:cubicBezTo>
                <a:cubicBezTo>
                  <a:pt x="2370" y="4539"/>
                  <a:pt x="2247" y="4503"/>
                  <a:pt x="2121" y="4503"/>
                </a:cubicBezTo>
                <a:cubicBezTo>
                  <a:pt x="2095" y="4503"/>
                  <a:pt x="2070" y="4505"/>
                  <a:pt x="2044" y="4508"/>
                </a:cubicBezTo>
                <a:cubicBezTo>
                  <a:pt x="1901" y="4517"/>
                  <a:pt x="1750" y="4561"/>
                  <a:pt x="1616" y="4633"/>
                </a:cubicBezTo>
                <a:cubicBezTo>
                  <a:pt x="1504" y="4697"/>
                  <a:pt x="1392" y="4767"/>
                  <a:pt x="1287" y="4858"/>
                </a:cubicBezTo>
                <a:lnTo>
                  <a:pt x="1287" y="4858"/>
                </a:lnTo>
                <a:cubicBezTo>
                  <a:pt x="1291" y="4719"/>
                  <a:pt x="1272" y="4575"/>
                  <a:pt x="1223" y="4445"/>
                </a:cubicBezTo>
                <a:cubicBezTo>
                  <a:pt x="1169" y="4294"/>
                  <a:pt x="1080" y="4169"/>
                  <a:pt x="946" y="4079"/>
                </a:cubicBezTo>
                <a:cubicBezTo>
                  <a:pt x="821" y="3981"/>
                  <a:pt x="687" y="3919"/>
                  <a:pt x="536" y="3874"/>
                </a:cubicBezTo>
                <a:cubicBezTo>
                  <a:pt x="407" y="3844"/>
                  <a:pt x="279" y="3820"/>
                  <a:pt x="145" y="3814"/>
                </a:cubicBezTo>
                <a:lnTo>
                  <a:pt x="145" y="3814"/>
                </a:lnTo>
                <a:cubicBezTo>
                  <a:pt x="207" y="3783"/>
                  <a:pt x="271" y="3753"/>
                  <a:pt x="330" y="3713"/>
                </a:cubicBezTo>
                <a:cubicBezTo>
                  <a:pt x="402" y="3660"/>
                  <a:pt x="482" y="3615"/>
                  <a:pt x="554" y="3553"/>
                </a:cubicBezTo>
                <a:cubicBezTo>
                  <a:pt x="705" y="3446"/>
                  <a:pt x="839" y="3312"/>
                  <a:pt x="955" y="3169"/>
                </a:cubicBezTo>
                <a:cubicBezTo>
                  <a:pt x="1062" y="3017"/>
                  <a:pt x="1152" y="2857"/>
                  <a:pt x="1214" y="2678"/>
                </a:cubicBezTo>
                <a:cubicBezTo>
                  <a:pt x="1273" y="2519"/>
                  <a:pt x="1300" y="2343"/>
                  <a:pt x="1296" y="2167"/>
                </a:cubicBezTo>
                <a:lnTo>
                  <a:pt x="1296" y="2167"/>
                </a:lnTo>
                <a:cubicBezTo>
                  <a:pt x="1502" y="2275"/>
                  <a:pt x="1724" y="2360"/>
                  <a:pt x="1955" y="2419"/>
                </a:cubicBezTo>
                <a:cubicBezTo>
                  <a:pt x="2080" y="2446"/>
                  <a:pt x="2196" y="2464"/>
                  <a:pt x="2321" y="2473"/>
                </a:cubicBezTo>
                <a:cubicBezTo>
                  <a:pt x="2337" y="2474"/>
                  <a:pt x="2354" y="2475"/>
                  <a:pt x="2371" y="2475"/>
                </a:cubicBezTo>
                <a:cubicBezTo>
                  <a:pt x="2486" y="2475"/>
                  <a:pt x="2593" y="2447"/>
                  <a:pt x="2687" y="2393"/>
                </a:cubicBezTo>
                <a:cubicBezTo>
                  <a:pt x="2749" y="2366"/>
                  <a:pt x="2794" y="2321"/>
                  <a:pt x="2829" y="2259"/>
                </a:cubicBezTo>
                <a:cubicBezTo>
                  <a:pt x="2847" y="2232"/>
                  <a:pt x="2856" y="2205"/>
                  <a:pt x="2865" y="2169"/>
                </a:cubicBezTo>
                <a:cubicBezTo>
                  <a:pt x="2883" y="2143"/>
                  <a:pt x="2892" y="2116"/>
                  <a:pt x="2892" y="2080"/>
                </a:cubicBezTo>
                <a:cubicBezTo>
                  <a:pt x="2928" y="1964"/>
                  <a:pt x="2928" y="1830"/>
                  <a:pt x="2901" y="1705"/>
                </a:cubicBezTo>
                <a:cubicBezTo>
                  <a:pt x="2860" y="1484"/>
                  <a:pt x="2773" y="1269"/>
                  <a:pt x="2648" y="1076"/>
                </a:cubicBezTo>
                <a:lnTo>
                  <a:pt x="2648" y="1076"/>
                </a:lnTo>
                <a:cubicBezTo>
                  <a:pt x="2704" y="1089"/>
                  <a:pt x="2763" y="1096"/>
                  <a:pt x="2822" y="1096"/>
                </a:cubicBezTo>
                <a:cubicBezTo>
                  <a:pt x="2872" y="1096"/>
                  <a:pt x="2923" y="1091"/>
                  <a:pt x="2972" y="1081"/>
                </a:cubicBezTo>
                <a:cubicBezTo>
                  <a:pt x="3106" y="1045"/>
                  <a:pt x="3213" y="956"/>
                  <a:pt x="3276" y="840"/>
                </a:cubicBezTo>
                <a:cubicBezTo>
                  <a:pt x="3338" y="724"/>
                  <a:pt x="3374" y="608"/>
                  <a:pt x="3392" y="474"/>
                </a:cubicBezTo>
                <a:cubicBezTo>
                  <a:pt x="3405" y="382"/>
                  <a:pt x="3413" y="290"/>
                  <a:pt x="3413" y="198"/>
                </a:cubicBezTo>
                <a:lnTo>
                  <a:pt x="3413" y="198"/>
                </a:lnTo>
                <a:cubicBezTo>
                  <a:pt x="3467" y="283"/>
                  <a:pt x="3533" y="361"/>
                  <a:pt x="3615" y="429"/>
                </a:cubicBezTo>
                <a:cubicBezTo>
                  <a:pt x="3659" y="474"/>
                  <a:pt x="3713" y="518"/>
                  <a:pt x="3776" y="554"/>
                </a:cubicBezTo>
                <a:cubicBezTo>
                  <a:pt x="3838" y="590"/>
                  <a:pt x="3900" y="617"/>
                  <a:pt x="3963" y="634"/>
                </a:cubicBezTo>
                <a:cubicBezTo>
                  <a:pt x="4088" y="679"/>
                  <a:pt x="4222" y="706"/>
                  <a:pt x="4356" y="706"/>
                </a:cubicBezTo>
                <a:cubicBezTo>
                  <a:pt x="4486" y="706"/>
                  <a:pt x="4608" y="684"/>
                  <a:pt x="4724" y="653"/>
                </a:cubicBezTo>
                <a:lnTo>
                  <a:pt x="4724" y="653"/>
                </a:lnTo>
                <a:cubicBezTo>
                  <a:pt x="4692" y="819"/>
                  <a:pt x="4678" y="986"/>
                  <a:pt x="4686" y="1161"/>
                </a:cubicBezTo>
                <a:cubicBezTo>
                  <a:pt x="4695" y="1339"/>
                  <a:pt x="4722" y="1518"/>
                  <a:pt x="4766" y="1696"/>
                </a:cubicBezTo>
                <a:cubicBezTo>
                  <a:pt x="4855" y="2045"/>
                  <a:pt x="4998" y="2384"/>
                  <a:pt x="5195" y="2687"/>
                </a:cubicBezTo>
                <a:lnTo>
                  <a:pt x="5204" y="2696"/>
                </a:lnTo>
                <a:lnTo>
                  <a:pt x="5212" y="2696"/>
                </a:lnTo>
                <a:cubicBezTo>
                  <a:pt x="5255" y="2698"/>
                  <a:pt x="5297" y="2699"/>
                  <a:pt x="5339" y="2699"/>
                </a:cubicBezTo>
                <a:cubicBezTo>
                  <a:pt x="5466" y="2699"/>
                  <a:pt x="5592" y="2689"/>
                  <a:pt x="5712" y="2669"/>
                </a:cubicBezTo>
                <a:cubicBezTo>
                  <a:pt x="5882" y="2634"/>
                  <a:pt x="6042" y="2589"/>
                  <a:pt x="6194" y="2526"/>
                </a:cubicBezTo>
                <a:cubicBezTo>
                  <a:pt x="6355" y="2455"/>
                  <a:pt x="6498" y="2384"/>
                  <a:pt x="6640" y="2303"/>
                </a:cubicBezTo>
                <a:cubicBezTo>
                  <a:pt x="6762" y="2227"/>
                  <a:pt x="6884" y="2145"/>
                  <a:pt x="6995" y="2056"/>
                </a:cubicBezTo>
                <a:lnTo>
                  <a:pt x="6995" y="2056"/>
                </a:lnTo>
                <a:cubicBezTo>
                  <a:pt x="6969" y="2167"/>
                  <a:pt x="6970" y="2283"/>
                  <a:pt x="7006" y="2393"/>
                </a:cubicBezTo>
                <a:cubicBezTo>
                  <a:pt x="7051" y="2526"/>
                  <a:pt x="7122" y="2642"/>
                  <a:pt x="7229" y="2741"/>
                </a:cubicBezTo>
                <a:cubicBezTo>
                  <a:pt x="7319" y="2839"/>
                  <a:pt x="7435" y="2919"/>
                  <a:pt x="7551" y="2991"/>
                </a:cubicBezTo>
                <a:cubicBezTo>
                  <a:pt x="7656" y="3063"/>
                  <a:pt x="7760" y="3121"/>
                  <a:pt x="7872" y="3171"/>
                </a:cubicBezTo>
                <a:lnTo>
                  <a:pt x="7872" y="3171"/>
                </a:lnTo>
                <a:cubicBezTo>
                  <a:pt x="7797" y="3216"/>
                  <a:pt x="7730" y="3278"/>
                  <a:pt x="7676" y="3348"/>
                </a:cubicBezTo>
                <a:cubicBezTo>
                  <a:pt x="7604" y="3428"/>
                  <a:pt x="7569" y="3526"/>
                  <a:pt x="7551" y="3633"/>
                </a:cubicBezTo>
                <a:cubicBezTo>
                  <a:pt x="7533" y="3731"/>
                  <a:pt x="7533" y="3838"/>
                  <a:pt x="7560" y="3937"/>
                </a:cubicBezTo>
                <a:cubicBezTo>
                  <a:pt x="7576" y="4034"/>
                  <a:pt x="7607" y="4123"/>
                  <a:pt x="7652" y="4206"/>
                </a:cubicBezTo>
                <a:lnTo>
                  <a:pt x="7652" y="4206"/>
                </a:lnTo>
                <a:cubicBezTo>
                  <a:pt x="7423" y="4217"/>
                  <a:pt x="7202" y="4261"/>
                  <a:pt x="6989" y="4329"/>
                </a:cubicBezTo>
                <a:cubicBezTo>
                  <a:pt x="6881" y="4374"/>
                  <a:pt x="6774" y="4427"/>
                  <a:pt x="6685" y="4508"/>
                </a:cubicBezTo>
                <a:cubicBezTo>
                  <a:pt x="6596" y="4588"/>
                  <a:pt x="6542" y="4713"/>
                  <a:pt x="6560" y="4829"/>
                </a:cubicBezTo>
                <a:cubicBezTo>
                  <a:pt x="6578" y="4954"/>
                  <a:pt x="6614" y="5061"/>
                  <a:pt x="6676" y="5168"/>
                </a:cubicBezTo>
                <a:cubicBezTo>
                  <a:pt x="6739" y="5266"/>
                  <a:pt x="6810" y="5365"/>
                  <a:pt x="6881" y="5454"/>
                </a:cubicBezTo>
                <a:cubicBezTo>
                  <a:pt x="7019" y="5626"/>
                  <a:pt x="7173" y="5798"/>
                  <a:pt x="7344" y="5946"/>
                </a:cubicBezTo>
                <a:lnTo>
                  <a:pt x="7344" y="5946"/>
                </a:lnTo>
                <a:cubicBezTo>
                  <a:pt x="7183" y="6034"/>
                  <a:pt x="7047" y="6147"/>
                  <a:pt x="6935" y="6284"/>
                </a:cubicBezTo>
                <a:cubicBezTo>
                  <a:pt x="6828" y="6436"/>
                  <a:pt x="6739" y="6596"/>
                  <a:pt x="6676" y="6766"/>
                </a:cubicBezTo>
                <a:cubicBezTo>
                  <a:pt x="6605" y="6935"/>
                  <a:pt x="6551" y="7114"/>
                  <a:pt x="6515" y="7292"/>
                </a:cubicBezTo>
                <a:cubicBezTo>
                  <a:pt x="6482" y="7459"/>
                  <a:pt x="6457" y="7626"/>
                  <a:pt x="6439" y="7793"/>
                </a:cubicBezTo>
                <a:lnTo>
                  <a:pt x="6439" y="7793"/>
                </a:lnTo>
                <a:lnTo>
                  <a:pt x="6337" y="7640"/>
                </a:lnTo>
                <a:cubicBezTo>
                  <a:pt x="6283" y="7587"/>
                  <a:pt x="6239" y="7524"/>
                  <a:pt x="6185" y="7471"/>
                </a:cubicBezTo>
                <a:cubicBezTo>
                  <a:pt x="6069" y="7373"/>
                  <a:pt x="5944" y="7283"/>
                  <a:pt x="5810" y="7221"/>
                </a:cubicBezTo>
                <a:cubicBezTo>
                  <a:pt x="5691" y="7173"/>
                  <a:pt x="5566" y="7149"/>
                  <a:pt x="5441" y="7149"/>
                </a:cubicBezTo>
                <a:cubicBezTo>
                  <a:pt x="5273" y="7149"/>
                  <a:pt x="5106" y="7191"/>
                  <a:pt x="4955" y="7273"/>
                </a:cubicBezTo>
                <a:lnTo>
                  <a:pt x="4955" y="7273"/>
                </a:lnTo>
                <a:cubicBezTo>
                  <a:pt x="4971" y="6976"/>
                  <a:pt x="4961" y="6679"/>
                  <a:pt x="4909" y="6382"/>
                </a:cubicBezTo>
                <a:lnTo>
                  <a:pt x="4909" y="6382"/>
                </a:lnTo>
                <a:cubicBezTo>
                  <a:pt x="4953" y="6681"/>
                  <a:pt x="4971" y="6979"/>
                  <a:pt x="4946" y="7278"/>
                </a:cubicBezTo>
                <a:lnTo>
                  <a:pt x="4946" y="7278"/>
                </a:lnTo>
                <a:cubicBezTo>
                  <a:pt x="4943" y="7280"/>
                  <a:pt x="4939" y="7282"/>
                  <a:pt x="4936" y="7283"/>
                </a:cubicBezTo>
                <a:lnTo>
                  <a:pt x="4945" y="7288"/>
                </a:lnTo>
                <a:lnTo>
                  <a:pt x="4945" y="7288"/>
                </a:lnTo>
                <a:cubicBezTo>
                  <a:pt x="4945" y="7290"/>
                  <a:pt x="4945" y="7291"/>
                  <a:pt x="4945" y="7292"/>
                </a:cubicBezTo>
                <a:lnTo>
                  <a:pt x="4945" y="7310"/>
                </a:lnTo>
                <a:lnTo>
                  <a:pt x="4963" y="7301"/>
                </a:lnTo>
                <a:cubicBezTo>
                  <a:pt x="5087" y="7230"/>
                  <a:pt x="5230" y="7185"/>
                  <a:pt x="5382" y="7176"/>
                </a:cubicBezTo>
                <a:cubicBezTo>
                  <a:pt x="5411" y="7173"/>
                  <a:pt x="5441" y="7171"/>
                  <a:pt x="5470" y="7171"/>
                </a:cubicBezTo>
                <a:cubicBezTo>
                  <a:pt x="5586" y="7171"/>
                  <a:pt x="5704" y="7198"/>
                  <a:pt x="5810" y="7248"/>
                </a:cubicBezTo>
                <a:cubicBezTo>
                  <a:pt x="5953" y="7301"/>
                  <a:pt x="6069" y="7391"/>
                  <a:pt x="6176" y="7489"/>
                </a:cubicBezTo>
                <a:cubicBezTo>
                  <a:pt x="6230" y="7542"/>
                  <a:pt x="6275" y="7605"/>
                  <a:pt x="6328" y="7658"/>
                </a:cubicBezTo>
                <a:lnTo>
                  <a:pt x="6438" y="7804"/>
                </a:lnTo>
                <a:lnTo>
                  <a:pt x="6438" y="7804"/>
                </a:lnTo>
                <a:cubicBezTo>
                  <a:pt x="6437" y="7812"/>
                  <a:pt x="6436" y="7820"/>
                  <a:pt x="6435" y="7828"/>
                </a:cubicBezTo>
                <a:lnTo>
                  <a:pt x="6455" y="7828"/>
                </a:lnTo>
                <a:lnTo>
                  <a:pt x="6462" y="7837"/>
                </a:lnTo>
                <a:lnTo>
                  <a:pt x="6480" y="7873"/>
                </a:lnTo>
                <a:lnTo>
                  <a:pt x="6480" y="7828"/>
                </a:lnTo>
                <a:cubicBezTo>
                  <a:pt x="6489" y="7649"/>
                  <a:pt x="6515" y="7471"/>
                  <a:pt x="6560" y="7292"/>
                </a:cubicBezTo>
                <a:cubicBezTo>
                  <a:pt x="6596" y="7114"/>
                  <a:pt x="6649" y="6944"/>
                  <a:pt x="6712" y="6775"/>
                </a:cubicBezTo>
                <a:cubicBezTo>
                  <a:pt x="6774" y="6605"/>
                  <a:pt x="6864" y="6445"/>
                  <a:pt x="6980" y="6302"/>
                </a:cubicBezTo>
                <a:cubicBezTo>
                  <a:pt x="7087" y="6159"/>
                  <a:pt x="7229" y="6043"/>
                  <a:pt x="7390" y="5963"/>
                </a:cubicBezTo>
                <a:lnTo>
                  <a:pt x="7408" y="5954"/>
                </a:lnTo>
                <a:lnTo>
                  <a:pt x="7390" y="5936"/>
                </a:lnTo>
                <a:cubicBezTo>
                  <a:pt x="7221" y="5784"/>
                  <a:pt x="7060" y="5615"/>
                  <a:pt x="6917" y="5427"/>
                </a:cubicBezTo>
                <a:cubicBezTo>
                  <a:pt x="6846" y="5338"/>
                  <a:pt x="6774" y="5249"/>
                  <a:pt x="6721" y="5150"/>
                </a:cubicBezTo>
                <a:cubicBezTo>
                  <a:pt x="6658" y="5052"/>
                  <a:pt x="6614" y="4945"/>
                  <a:pt x="6596" y="4829"/>
                </a:cubicBezTo>
                <a:cubicBezTo>
                  <a:pt x="6587" y="4713"/>
                  <a:pt x="6632" y="4606"/>
                  <a:pt x="6721" y="4535"/>
                </a:cubicBezTo>
                <a:cubicBezTo>
                  <a:pt x="6801" y="4463"/>
                  <a:pt x="6908" y="4401"/>
                  <a:pt x="7015" y="4365"/>
                </a:cubicBezTo>
                <a:cubicBezTo>
                  <a:pt x="7229" y="4294"/>
                  <a:pt x="7462" y="4249"/>
                  <a:pt x="7694" y="4240"/>
                </a:cubicBezTo>
                <a:lnTo>
                  <a:pt x="7720" y="4240"/>
                </a:lnTo>
                <a:lnTo>
                  <a:pt x="7703" y="4213"/>
                </a:lnTo>
                <a:cubicBezTo>
                  <a:pt x="7658" y="4124"/>
                  <a:pt x="7622" y="4026"/>
                  <a:pt x="7604" y="3937"/>
                </a:cubicBezTo>
                <a:cubicBezTo>
                  <a:pt x="7586" y="3838"/>
                  <a:pt x="7578" y="3731"/>
                  <a:pt x="7595" y="3642"/>
                </a:cubicBezTo>
                <a:cubicBezTo>
                  <a:pt x="7613" y="3544"/>
                  <a:pt x="7649" y="3446"/>
                  <a:pt x="7711" y="3374"/>
                </a:cubicBezTo>
                <a:cubicBezTo>
                  <a:pt x="7774" y="3294"/>
                  <a:pt x="7854" y="3232"/>
                  <a:pt x="7935" y="3187"/>
                </a:cubicBezTo>
                <a:lnTo>
                  <a:pt x="7970" y="3160"/>
                </a:lnTo>
                <a:lnTo>
                  <a:pt x="7935" y="3151"/>
                </a:lnTo>
                <a:cubicBezTo>
                  <a:pt x="7685" y="3044"/>
                  <a:pt x="7462" y="2901"/>
                  <a:pt x="7265" y="2714"/>
                </a:cubicBezTo>
                <a:cubicBezTo>
                  <a:pt x="7167" y="2625"/>
                  <a:pt x="7096" y="2509"/>
                  <a:pt x="7051" y="2375"/>
                </a:cubicBezTo>
                <a:cubicBezTo>
                  <a:pt x="7015" y="2250"/>
                  <a:pt x="7015" y="2116"/>
                  <a:pt x="7069" y="2000"/>
                </a:cubicBezTo>
                <a:lnTo>
                  <a:pt x="7096" y="1920"/>
                </a:lnTo>
                <a:lnTo>
                  <a:pt x="7033" y="1973"/>
                </a:lnTo>
                <a:cubicBezTo>
                  <a:pt x="7028" y="1977"/>
                  <a:pt x="7024" y="1981"/>
                  <a:pt x="7019" y="1985"/>
                </a:cubicBezTo>
                <a:lnTo>
                  <a:pt x="7019" y="1985"/>
                </a:lnTo>
                <a:lnTo>
                  <a:pt x="7015" y="1982"/>
                </a:lnTo>
                <a:cubicBezTo>
                  <a:pt x="7014" y="1985"/>
                  <a:pt x="7013" y="1988"/>
                  <a:pt x="7012" y="1991"/>
                </a:cubicBezTo>
                <a:lnTo>
                  <a:pt x="7012" y="1991"/>
                </a:lnTo>
                <a:cubicBezTo>
                  <a:pt x="6893" y="2090"/>
                  <a:pt x="6766" y="2174"/>
                  <a:pt x="6632" y="2259"/>
                </a:cubicBezTo>
                <a:cubicBezTo>
                  <a:pt x="6489" y="2339"/>
                  <a:pt x="6337" y="2419"/>
                  <a:pt x="6185" y="2482"/>
                </a:cubicBezTo>
                <a:cubicBezTo>
                  <a:pt x="6034" y="2544"/>
                  <a:pt x="5873" y="2589"/>
                  <a:pt x="5712" y="2616"/>
                </a:cubicBezTo>
                <a:cubicBezTo>
                  <a:pt x="5590" y="2643"/>
                  <a:pt x="5462" y="2655"/>
                  <a:pt x="5336" y="2655"/>
                </a:cubicBezTo>
                <a:cubicBezTo>
                  <a:pt x="5302" y="2655"/>
                  <a:pt x="5268" y="2654"/>
                  <a:pt x="5234" y="2652"/>
                </a:cubicBezTo>
                <a:lnTo>
                  <a:pt x="5234" y="2652"/>
                </a:lnTo>
                <a:cubicBezTo>
                  <a:pt x="5040" y="2351"/>
                  <a:pt x="4899" y="2024"/>
                  <a:pt x="4811" y="1679"/>
                </a:cubicBezTo>
                <a:cubicBezTo>
                  <a:pt x="4766" y="1509"/>
                  <a:pt x="4739" y="1331"/>
                  <a:pt x="4739" y="1152"/>
                </a:cubicBezTo>
                <a:cubicBezTo>
                  <a:pt x="4730" y="974"/>
                  <a:pt x="4739" y="795"/>
                  <a:pt x="4784" y="625"/>
                </a:cubicBezTo>
                <a:lnTo>
                  <a:pt x="4784" y="581"/>
                </a:lnTo>
                <a:lnTo>
                  <a:pt x="4748" y="590"/>
                </a:lnTo>
                <a:cubicBezTo>
                  <a:pt x="4623" y="625"/>
                  <a:pt x="4490" y="652"/>
                  <a:pt x="4365" y="652"/>
                </a:cubicBezTo>
                <a:cubicBezTo>
                  <a:pt x="4231" y="652"/>
                  <a:pt x="4106" y="625"/>
                  <a:pt x="3981" y="590"/>
                </a:cubicBezTo>
                <a:cubicBezTo>
                  <a:pt x="3918" y="563"/>
                  <a:pt x="3856" y="536"/>
                  <a:pt x="3802" y="509"/>
                </a:cubicBezTo>
                <a:cubicBezTo>
                  <a:pt x="3749" y="474"/>
                  <a:pt x="3695" y="438"/>
                  <a:pt x="3651" y="393"/>
                </a:cubicBezTo>
                <a:cubicBezTo>
                  <a:pt x="3552" y="304"/>
                  <a:pt x="3472" y="206"/>
                  <a:pt x="3410" y="90"/>
                </a:cubicBezTo>
                <a:lnTo>
                  <a:pt x="335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4" name="Google Shape;2784;p24"/>
          <p:cNvSpPr/>
          <p:nvPr/>
        </p:nvSpPr>
        <p:spPr>
          <a:xfrm>
            <a:off x="4889693" y="618923"/>
            <a:ext cx="350677" cy="316285"/>
          </a:xfrm>
          <a:custGeom>
            <a:avLst/>
            <a:gdLst/>
            <a:ahLst/>
            <a:cxnLst/>
            <a:rect l="l" t="t" r="r" b="b"/>
            <a:pathLst>
              <a:path w="4517" h="4074" extrusionOk="0">
                <a:moveTo>
                  <a:pt x="2396" y="0"/>
                </a:moveTo>
                <a:cubicBezTo>
                  <a:pt x="2091" y="0"/>
                  <a:pt x="1733" y="99"/>
                  <a:pt x="1322" y="370"/>
                </a:cubicBezTo>
                <a:cubicBezTo>
                  <a:pt x="144" y="1156"/>
                  <a:pt x="1" y="4056"/>
                  <a:pt x="1" y="4056"/>
                </a:cubicBezTo>
                <a:cubicBezTo>
                  <a:pt x="99" y="4067"/>
                  <a:pt x="207" y="4073"/>
                  <a:pt x="323" y="4073"/>
                </a:cubicBezTo>
                <a:cubicBezTo>
                  <a:pt x="1492" y="4073"/>
                  <a:pt x="3451" y="3510"/>
                  <a:pt x="3955" y="2593"/>
                </a:cubicBezTo>
                <a:cubicBezTo>
                  <a:pt x="4517" y="1584"/>
                  <a:pt x="3562" y="567"/>
                  <a:pt x="3562" y="567"/>
                </a:cubicBezTo>
                <a:cubicBezTo>
                  <a:pt x="3353" y="346"/>
                  <a:pt x="2966" y="0"/>
                  <a:pt x="2396" y="0"/>
                </a:cubicBezTo>
                <a:close/>
              </a:path>
            </a:pathLst>
          </a:custGeom>
          <a:solidFill>
            <a:srgbClr val="AF4F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5" name="Google Shape;2785;p24"/>
          <p:cNvSpPr/>
          <p:nvPr/>
        </p:nvSpPr>
        <p:spPr>
          <a:xfrm>
            <a:off x="4909490" y="611859"/>
            <a:ext cx="328784" cy="298739"/>
          </a:xfrm>
          <a:custGeom>
            <a:avLst/>
            <a:gdLst/>
            <a:ahLst/>
            <a:cxnLst/>
            <a:rect l="l" t="t" r="r" b="b"/>
            <a:pathLst>
              <a:path w="4235" h="3848" extrusionOk="0">
                <a:moveTo>
                  <a:pt x="4131" y="0"/>
                </a:moveTo>
                <a:cubicBezTo>
                  <a:pt x="4122" y="0"/>
                  <a:pt x="4112" y="2"/>
                  <a:pt x="4101" y="6"/>
                </a:cubicBezTo>
                <a:cubicBezTo>
                  <a:pt x="3914" y="104"/>
                  <a:pt x="3735" y="220"/>
                  <a:pt x="3584" y="354"/>
                </a:cubicBezTo>
                <a:cubicBezTo>
                  <a:pt x="3369" y="524"/>
                  <a:pt x="3173" y="702"/>
                  <a:pt x="2986" y="890"/>
                </a:cubicBezTo>
                <a:cubicBezTo>
                  <a:pt x="2888" y="988"/>
                  <a:pt x="2789" y="1086"/>
                  <a:pt x="2700" y="1193"/>
                </a:cubicBezTo>
                <a:lnTo>
                  <a:pt x="1692" y="1184"/>
                </a:lnTo>
                <a:lnTo>
                  <a:pt x="1540" y="1184"/>
                </a:lnTo>
                <a:cubicBezTo>
                  <a:pt x="1495" y="1184"/>
                  <a:pt x="2236" y="1256"/>
                  <a:pt x="2584" y="1264"/>
                </a:cubicBezTo>
                <a:lnTo>
                  <a:pt x="2629" y="1264"/>
                </a:lnTo>
                <a:cubicBezTo>
                  <a:pt x="2432" y="1470"/>
                  <a:pt x="2254" y="1684"/>
                  <a:pt x="2057" y="1880"/>
                </a:cubicBezTo>
                <a:cubicBezTo>
                  <a:pt x="1906" y="2032"/>
                  <a:pt x="1754" y="2193"/>
                  <a:pt x="1593" y="2344"/>
                </a:cubicBezTo>
                <a:lnTo>
                  <a:pt x="817" y="2451"/>
                </a:lnTo>
                <a:lnTo>
                  <a:pt x="683" y="2469"/>
                </a:lnTo>
                <a:cubicBezTo>
                  <a:pt x="732" y="2471"/>
                  <a:pt x="781" y="2472"/>
                  <a:pt x="830" y="2472"/>
                </a:cubicBezTo>
                <a:cubicBezTo>
                  <a:pt x="1057" y="2472"/>
                  <a:pt x="1284" y="2456"/>
                  <a:pt x="1504" y="2434"/>
                </a:cubicBezTo>
                <a:lnTo>
                  <a:pt x="1504" y="2434"/>
                </a:lnTo>
                <a:cubicBezTo>
                  <a:pt x="1156" y="2773"/>
                  <a:pt x="799" y="3112"/>
                  <a:pt x="442" y="3442"/>
                </a:cubicBezTo>
                <a:lnTo>
                  <a:pt x="5" y="3844"/>
                </a:lnTo>
                <a:cubicBezTo>
                  <a:pt x="2" y="3846"/>
                  <a:pt x="1" y="3847"/>
                  <a:pt x="1" y="3847"/>
                </a:cubicBezTo>
                <a:cubicBezTo>
                  <a:pt x="8" y="3847"/>
                  <a:pt x="748" y="3282"/>
                  <a:pt x="1219" y="2880"/>
                </a:cubicBezTo>
                <a:cubicBezTo>
                  <a:pt x="1227" y="3014"/>
                  <a:pt x="1245" y="3157"/>
                  <a:pt x="1254" y="3299"/>
                </a:cubicBezTo>
                <a:lnTo>
                  <a:pt x="1263" y="3380"/>
                </a:lnTo>
                <a:cubicBezTo>
                  <a:pt x="1290" y="3201"/>
                  <a:pt x="1299" y="3014"/>
                  <a:pt x="1290" y="2835"/>
                </a:cubicBezTo>
                <a:lnTo>
                  <a:pt x="1290" y="2817"/>
                </a:lnTo>
                <a:cubicBezTo>
                  <a:pt x="1567" y="2567"/>
                  <a:pt x="1790" y="2362"/>
                  <a:pt x="2057" y="2094"/>
                </a:cubicBezTo>
                <a:cubicBezTo>
                  <a:pt x="2165" y="1978"/>
                  <a:pt x="2263" y="1871"/>
                  <a:pt x="2370" y="1755"/>
                </a:cubicBezTo>
                <a:cubicBezTo>
                  <a:pt x="2414" y="2068"/>
                  <a:pt x="2468" y="2371"/>
                  <a:pt x="2513" y="2675"/>
                </a:cubicBezTo>
                <a:cubicBezTo>
                  <a:pt x="2513" y="2728"/>
                  <a:pt x="2522" y="2773"/>
                  <a:pt x="2531" y="2817"/>
                </a:cubicBezTo>
                <a:cubicBezTo>
                  <a:pt x="2531" y="2819"/>
                  <a:pt x="2531" y="2820"/>
                  <a:pt x="2531" y="2820"/>
                </a:cubicBezTo>
                <a:cubicBezTo>
                  <a:pt x="2537" y="2820"/>
                  <a:pt x="2502" y="2119"/>
                  <a:pt x="2450" y="1800"/>
                </a:cubicBezTo>
                <a:lnTo>
                  <a:pt x="2432" y="1684"/>
                </a:lnTo>
                <a:cubicBezTo>
                  <a:pt x="2593" y="1514"/>
                  <a:pt x="2745" y="1354"/>
                  <a:pt x="2896" y="1184"/>
                </a:cubicBezTo>
                <a:lnTo>
                  <a:pt x="2995" y="1095"/>
                </a:lnTo>
                <a:cubicBezTo>
                  <a:pt x="3075" y="1380"/>
                  <a:pt x="3164" y="1675"/>
                  <a:pt x="3245" y="1970"/>
                </a:cubicBezTo>
                <a:lnTo>
                  <a:pt x="3289" y="2103"/>
                </a:lnTo>
                <a:cubicBezTo>
                  <a:pt x="3289" y="2105"/>
                  <a:pt x="3290" y="2105"/>
                  <a:pt x="3290" y="2105"/>
                </a:cubicBezTo>
                <a:cubicBezTo>
                  <a:pt x="3290" y="2105"/>
                  <a:pt x="3170" y="1442"/>
                  <a:pt x="3084" y="1131"/>
                </a:cubicBezTo>
                <a:cubicBezTo>
                  <a:pt x="3075" y="1095"/>
                  <a:pt x="3066" y="1068"/>
                  <a:pt x="3057" y="1032"/>
                </a:cubicBezTo>
                <a:cubicBezTo>
                  <a:pt x="3218" y="863"/>
                  <a:pt x="3387" y="702"/>
                  <a:pt x="3575" y="550"/>
                </a:cubicBezTo>
                <a:cubicBezTo>
                  <a:pt x="3753" y="390"/>
                  <a:pt x="3950" y="256"/>
                  <a:pt x="4164" y="140"/>
                </a:cubicBezTo>
                <a:cubicBezTo>
                  <a:pt x="4235" y="108"/>
                  <a:pt x="4201" y="0"/>
                  <a:pt x="413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6" name="Google Shape;2786;p24"/>
          <p:cNvSpPr/>
          <p:nvPr/>
        </p:nvSpPr>
        <p:spPr>
          <a:xfrm>
            <a:off x="4895981" y="735610"/>
            <a:ext cx="290355" cy="204491"/>
          </a:xfrm>
          <a:custGeom>
            <a:avLst/>
            <a:gdLst/>
            <a:ahLst/>
            <a:cxnLst/>
            <a:rect l="l" t="t" r="r" b="b"/>
            <a:pathLst>
              <a:path w="3740" h="2634" extrusionOk="0">
                <a:moveTo>
                  <a:pt x="3740" y="1295"/>
                </a:moveTo>
                <a:cubicBezTo>
                  <a:pt x="3356" y="456"/>
                  <a:pt x="2437" y="1"/>
                  <a:pt x="1535" y="197"/>
                </a:cubicBezTo>
                <a:cubicBezTo>
                  <a:pt x="643" y="393"/>
                  <a:pt x="0" y="1188"/>
                  <a:pt x="0" y="2116"/>
                </a:cubicBezTo>
                <a:cubicBezTo>
                  <a:pt x="0" y="2259"/>
                  <a:pt x="18" y="2410"/>
                  <a:pt x="54" y="2562"/>
                </a:cubicBezTo>
                <a:cubicBezTo>
                  <a:pt x="1098" y="2634"/>
                  <a:pt x="3035" y="2143"/>
                  <a:pt x="3740" y="1295"/>
                </a:cubicBezTo>
                <a:close/>
              </a:path>
            </a:pathLst>
          </a:custGeom>
          <a:gradFill>
            <a:gsLst>
              <a:gs pos="0">
                <a:srgbClr val="FFFFFF">
                  <a:alpha val="0"/>
                </a:srgbClr>
              </a:gs>
              <a:gs pos="100000">
                <a:srgbClr val="FFFFFF">
                  <a:alpha val="2196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7" name="Google Shape;2787;p24"/>
          <p:cNvSpPr/>
          <p:nvPr/>
        </p:nvSpPr>
        <p:spPr>
          <a:xfrm>
            <a:off x="4887674" y="619156"/>
            <a:ext cx="324359" cy="317682"/>
          </a:xfrm>
          <a:custGeom>
            <a:avLst/>
            <a:gdLst/>
            <a:ahLst/>
            <a:cxnLst/>
            <a:rect l="l" t="t" r="r" b="b"/>
            <a:pathLst>
              <a:path w="4178" h="4092" extrusionOk="0">
                <a:moveTo>
                  <a:pt x="2569" y="11"/>
                </a:moveTo>
                <a:lnTo>
                  <a:pt x="2569" y="11"/>
                </a:lnTo>
                <a:cubicBezTo>
                  <a:pt x="2690" y="25"/>
                  <a:pt x="2811" y="55"/>
                  <a:pt x="2928" y="99"/>
                </a:cubicBezTo>
                <a:cubicBezTo>
                  <a:pt x="2812" y="54"/>
                  <a:pt x="2692" y="24"/>
                  <a:pt x="2569" y="11"/>
                </a:cubicBezTo>
                <a:close/>
                <a:moveTo>
                  <a:pt x="2928" y="100"/>
                </a:moveTo>
                <a:cubicBezTo>
                  <a:pt x="3178" y="207"/>
                  <a:pt x="3401" y="367"/>
                  <a:pt x="3588" y="564"/>
                </a:cubicBezTo>
                <a:cubicBezTo>
                  <a:pt x="3410" y="367"/>
                  <a:pt x="3178" y="207"/>
                  <a:pt x="2928" y="100"/>
                </a:cubicBezTo>
                <a:close/>
                <a:moveTo>
                  <a:pt x="2399" y="1"/>
                </a:moveTo>
                <a:cubicBezTo>
                  <a:pt x="2307" y="1"/>
                  <a:pt x="2215" y="10"/>
                  <a:pt x="2124" y="28"/>
                </a:cubicBezTo>
                <a:cubicBezTo>
                  <a:pt x="1857" y="82"/>
                  <a:pt x="1607" y="189"/>
                  <a:pt x="1375" y="340"/>
                </a:cubicBezTo>
                <a:cubicBezTo>
                  <a:pt x="1143" y="492"/>
                  <a:pt x="955" y="688"/>
                  <a:pt x="821" y="921"/>
                </a:cubicBezTo>
                <a:cubicBezTo>
                  <a:pt x="678" y="1153"/>
                  <a:pt x="553" y="1402"/>
                  <a:pt x="464" y="1661"/>
                </a:cubicBezTo>
                <a:cubicBezTo>
                  <a:pt x="375" y="1911"/>
                  <a:pt x="295" y="2179"/>
                  <a:pt x="241" y="2438"/>
                </a:cubicBezTo>
                <a:cubicBezTo>
                  <a:pt x="116" y="2973"/>
                  <a:pt x="36" y="3509"/>
                  <a:pt x="0" y="4053"/>
                </a:cubicBezTo>
                <a:lnTo>
                  <a:pt x="0" y="4080"/>
                </a:lnTo>
                <a:lnTo>
                  <a:pt x="27" y="4080"/>
                </a:lnTo>
                <a:cubicBezTo>
                  <a:pt x="142" y="4087"/>
                  <a:pt x="256" y="4092"/>
                  <a:pt x="370" y="4092"/>
                </a:cubicBezTo>
                <a:cubicBezTo>
                  <a:pt x="531" y="4092"/>
                  <a:pt x="691" y="4083"/>
                  <a:pt x="848" y="4062"/>
                </a:cubicBezTo>
                <a:cubicBezTo>
                  <a:pt x="1125" y="4026"/>
                  <a:pt x="1392" y="3982"/>
                  <a:pt x="1660" y="3919"/>
                </a:cubicBezTo>
                <a:cubicBezTo>
                  <a:pt x="2196" y="3794"/>
                  <a:pt x="2713" y="3598"/>
                  <a:pt x="3195" y="3330"/>
                </a:cubicBezTo>
                <a:cubicBezTo>
                  <a:pt x="3436" y="3196"/>
                  <a:pt x="3650" y="3018"/>
                  <a:pt x="3838" y="2813"/>
                </a:cubicBezTo>
                <a:cubicBezTo>
                  <a:pt x="4016" y="2598"/>
                  <a:pt x="4123" y="2340"/>
                  <a:pt x="4159" y="2063"/>
                </a:cubicBezTo>
                <a:cubicBezTo>
                  <a:pt x="4177" y="1786"/>
                  <a:pt x="4132" y="1510"/>
                  <a:pt x="4025" y="1260"/>
                </a:cubicBezTo>
                <a:cubicBezTo>
                  <a:pt x="3919" y="1013"/>
                  <a:pt x="3770" y="774"/>
                  <a:pt x="3594" y="570"/>
                </a:cubicBezTo>
                <a:lnTo>
                  <a:pt x="3594" y="570"/>
                </a:lnTo>
                <a:cubicBezTo>
                  <a:pt x="3770" y="774"/>
                  <a:pt x="3919" y="1013"/>
                  <a:pt x="4016" y="1260"/>
                </a:cubicBezTo>
                <a:cubicBezTo>
                  <a:pt x="4123" y="1519"/>
                  <a:pt x="4168" y="1786"/>
                  <a:pt x="4150" y="2063"/>
                </a:cubicBezTo>
                <a:cubicBezTo>
                  <a:pt x="4115" y="2340"/>
                  <a:pt x="3999" y="2590"/>
                  <a:pt x="3820" y="2804"/>
                </a:cubicBezTo>
                <a:cubicBezTo>
                  <a:pt x="3642" y="3009"/>
                  <a:pt x="3418" y="3179"/>
                  <a:pt x="3177" y="3304"/>
                </a:cubicBezTo>
                <a:cubicBezTo>
                  <a:pt x="2704" y="3571"/>
                  <a:pt x="2187" y="3759"/>
                  <a:pt x="1651" y="3884"/>
                </a:cubicBezTo>
                <a:cubicBezTo>
                  <a:pt x="1384" y="3946"/>
                  <a:pt x="1116" y="3991"/>
                  <a:pt x="848" y="4018"/>
                </a:cubicBezTo>
                <a:cubicBezTo>
                  <a:pt x="687" y="4033"/>
                  <a:pt x="529" y="4043"/>
                  <a:pt x="371" y="4043"/>
                </a:cubicBezTo>
                <a:cubicBezTo>
                  <a:pt x="266" y="4043"/>
                  <a:pt x="161" y="4038"/>
                  <a:pt x="55" y="4029"/>
                </a:cubicBezTo>
                <a:lnTo>
                  <a:pt x="55" y="4029"/>
                </a:lnTo>
                <a:cubicBezTo>
                  <a:pt x="92" y="3493"/>
                  <a:pt x="163" y="2966"/>
                  <a:pt x="277" y="2447"/>
                </a:cubicBezTo>
                <a:cubicBezTo>
                  <a:pt x="339" y="2179"/>
                  <a:pt x="411" y="1920"/>
                  <a:pt x="500" y="1661"/>
                </a:cubicBezTo>
                <a:cubicBezTo>
                  <a:pt x="589" y="1411"/>
                  <a:pt x="705" y="1162"/>
                  <a:pt x="839" y="929"/>
                </a:cubicBezTo>
                <a:cubicBezTo>
                  <a:pt x="1134" y="465"/>
                  <a:pt x="1598" y="144"/>
                  <a:pt x="2133" y="37"/>
                </a:cubicBezTo>
                <a:cubicBezTo>
                  <a:pt x="2230" y="14"/>
                  <a:pt x="2329" y="3"/>
                  <a:pt x="2427" y="3"/>
                </a:cubicBezTo>
                <a:cubicBezTo>
                  <a:pt x="2474" y="3"/>
                  <a:pt x="2522" y="6"/>
                  <a:pt x="2569" y="11"/>
                </a:cubicBezTo>
                <a:lnTo>
                  <a:pt x="2569" y="11"/>
                </a:lnTo>
                <a:cubicBezTo>
                  <a:pt x="2512" y="4"/>
                  <a:pt x="2456" y="1"/>
                  <a:pt x="239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8" name="Google Shape;2788;p24"/>
          <p:cNvSpPr/>
          <p:nvPr/>
        </p:nvSpPr>
        <p:spPr>
          <a:xfrm>
            <a:off x="6682910" y="758823"/>
            <a:ext cx="259922" cy="280340"/>
          </a:xfrm>
          <a:custGeom>
            <a:avLst/>
            <a:gdLst/>
            <a:ahLst/>
            <a:cxnLst/>
            <a:rect l="l" t="t" r="r" b="b"/>
            <a:pathLst>
              <a:path w="3348" h="3611" extrusionOk="0">
                <a:moveTo>
                  <a:pt x="1808" y="1"/>
                </a:moveTo>
                <a:cubicBezTo>
                  <a:pt x="1552" y="1"/>
                  <a:pt x="1246" y="107"/>
                  <a:pt x="893" y="416"/>
                </a:cubicBezTo>
                <a:cubicBezTo>
                  <a:pt x="28" y="1165"/>
                  <a:pt x="1" y="3611"/>
                  <a:pt x="1" y="3611"/>
                </a:cubicBezTo>
                <a:cubicBezTo>
                  <a:pt x="6" y="3611"/>
                  <a:pt x="11" y="3611"/>
                  <a:pt x="17" y="3611"/>
                </a:cubicBezTo>
                <a:cubicBezTo>
                  <a:pt x="853" y="3611"/>
                  <a:pt x="2565" y="2918"/>
                  <a:pt x="2955" y="2040"/>
                </a:cubicBezTo>
                <a:cubicBezTo>
                  <a:pt x="3348" y="1148"/>
                  <a:pt x="2598" y="380"/>
                  <a:pt x="2598" y="380"/>
                </a:cubicBezTo>
                <a:cubicBezTo>
                  <a:pt x="2450" y="226"/>
                  <a:pt x="2182" y="1"/>
                  <a:pt x="180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9" name="Google Shape;2789;p24"/>
          <p:cNvSpPr/>
          <p:nvPr/>
        </p:nvSpPr>
        <p:spPr>
          <a:xfrm>
            <a:off x="6697273" y="739880"/>
            <a:ext cx="239970" cy="277467"/>
          </a:xfrm>
          <a:custGeom>
            <a:avLst/>
            <a:gdLst/>
            <a:ahLst/>
            <a:cxnLst/>
            <a:rect l="l" t="t" r="r" b="b"/>
            <a:pathLst>
              <a:path w="3091" h="3574" extrusionOk="0">
                <a:moveTo>
                  <a:pt x="1083" y="1222"/>
                </a:moveTo>
                <a:cubicBezTo>
                  <a:pt x="1082" y="1222"/>
                  <a:pt x="1082" y="1222"/>
                  <a:pt x="1083" y="1222"/>
                </a:cubicBezTo>
                <a:lnTo>
                  <a:pt x="1083" y="1222"/>
                </a:lnTo>
                <a:close/>
                <a:moveTo>
                  <a:pt x="3009" y="1"/>
                </a:moveTo>
                <a:cubicBezTo>
                  <a:pt x="3001" y="1"/>
                  <a:pt x="2993" y="3"/>
                  <a:pt x="2984" y="8"/>
                </a:cubicBezTo>
                <a:cubicBezTo>
                  <a:pt x="2841" y="106"/>
                  <a:pt x="2716" y="222"/>
                  <a:pt x="2600" y="347"/>
                </a:cubicBezTo>
                <a:cubicBezTo>
                  <a:pt x="2449" y="499"/>
                  <a:pt x="2306" y="678"/>
                  <a:pt x="2163" y="847"/>
                </a:cubicBezTo>
                <a:cubicBezTo>
                  <a:pt x="2092" y="936"/>
                  <a:pt x="2020" y="1026"/>
                  <a:pt x="1958" y="1124"/>
                </a:cubicBezTo>
                <a:lnTo>
                  <a:pt x="1199" y="1204"/>
                </a:lnTo>
                <a:lnTo>
                  <a:pt x="1083" y="1222"/>
                </a:lnTo>
                <a:lnTo>
                  <a:pt x="1083" y="1222"/>
                </a:lnTo>
                <a:cubicBezTo>
                  <a:pt x="1108" y="1222"/>
                  <a:pt x="1631" y="1221"/>
                  <a:pt x="1877" y="1195"/>
                </a:cubicBezTo>
                <a:lnTo>
                  <a:pt x="1913" y="1195"/>
                </a:lnTo>
                <a:cubicBezTo>
                  <a:pt x="1779" y="1383"/>
                  <a:pt x="1636" y="1570"/>
                  <a:pt x="1494" y="1757"/>
                </a:cubicBezTo>
                <a:cubicBezTo>
                  <a:pt x="1387" y="1900"/>
                  <a:pt x="1271" y="2043"/>
                  <a:pt x="1163" y="2186"/>
                </a:cubicBezTo>
                <a:lnTo>
                  <a:pt x="574" y="2346"/>
                </a:lnTo>
                <a:lnTo>
                  <a:pt x="485" y="2373"/>
                </a:lnTo>
                <a:cubicBezTo>
                  <a:pt x="690" y="2346"/>
                  <a:pt x="896" y="2311"/>
                  <a:pt x="1101" y="2257"/>
                </a:cubicBezTo>
                <a:lnTo>
                  <a:pt x="1101" y="2257"/>
                </a:lnTo>
                <a:cubicBezTo>
                  <a:pt x="842" y="2579"/>
                  <a:pt x="583" y="2891"/>
                  <a:pt x="316" y="3203"/>
                </a:cubicBezTo>
                <a:cubicBezTo>
                  <a:pt x="217" y="3319"/>
                  <a:pt x="110" y="3444"/>
                  <a:pt x="3" y="3569"/>
                </a:cubicBezTo>
                <a:cubicBezTo>
                  <a:pt x="1" y="3572"/>
                  <a:pt x="0" y="3574"/>
                  <a:pt x="1" y="3574"/>
                </a:cubicBezTo>
                <a:cubicBezTo>
                  <a:pt x="15" y="3574"/>
                  <a:pt x="548" y="3032"/>
                  <a:pt x="887" y="2659"/>
                </a:cubicBezTo>
                <a:cubicBezTo>
                  <a:pt x="905" y="2775"/>
                  <a:pt x="914" y="2891"/>
                  <a:pt x="931" y="3007"/>
                </a:cubicBezTo>
                <a:lnTo>
                  <a:pt x="940" y="3069"/>
                </a:lnTo>
                <a:cubicBezTo>
                  <a:pt x="949" y="2918"/>
                  <a:pt x="949" y="2766"/>
                  <a:pt x="940" y="2614"/>
                </a:cubicBezTo>
                <a:lnTo>
                  <a:pt x="940" y="2605"/>
                </a:lnTo>
                <a:cubicBezTo>
                  <a:pt x="1146" y="2373"/>
                  <a:pt x="1306" y="2177"/>
                  <a:pt x="1494" y="1936"/>
                </a:cubicBezTo>
                <a:cubicBezTo>
                  <a:pt x="1574" y="1829"/>
                  <a:pt x="1654" y="1731"/>
                  <a:pt x="1726" y="1624"/>
                </a:cubicBezTo>
                <a:lnTo>
                  <a:pt x="1860" y="2382"/>
                </a:lnTo>
                <a:lnTo>
                  <a:pt x="1877" y="2498"/>
                </a:lnTo>
                <a:cubicBezTo>
                  <a:pt x="1878" y="2499"/>
                  <a:pt x="1878" y="2500"/>
                  <a:pt x="1878" y="2500"/>
                </a:cubicBezTo>
                <a:cubicBezTo>
                  <a:pt x="1883" y="2500"/>
                  <a:pt x="1832" y="1919"/>
                  <a:pt x="1788" y="1650"/>
                </a:cubicBezTo>
                <a:lnTo>
                  <a:pt x="1770" y="1561"/>
                </a:lnTo>
                <a:cubicBezTo>
                  <a:pt x="1886" y="1409"/>
                  <a:pt x="1993" y="1258"/>
                  <a:pt x="2110" y="1106"/>
                </a:cubicBezTo>
                <a:cubicBezTo>
                  <a:pt x="2127" y="1079"/>
                  <a:pt x="2154" y="1043"/>
                  <a:pt x="2181" y="1017"/>
                </a:cubicBezTo>
                <a:lnTo>
                  <a:pt x="2395" y="1722"/>
                </a:lnTo>
                <a:lnTo>
                  <a:pt x="2431" y="1838"/>
                </a:lnTo>
                <a:cubicBezTo>
                  <a:pt x="2431" y="1839"/>
                  <a:pt x="2431" y="1839"/>
                  <a:pt x="2431" y="1839"/>
                </a:cubicBezTo>
                <a:cubicBezTo>
                  <a:pt x="2433" y="1839"/>
                  <a:pt x="2321" y="1294"/>
                  <a:pt x="2243" y="1043"/>
                </a:cubicBezTo>
                <a:cubicBezTo>
                  <a:pt x="2234" y="1017"/>
                  <a:pt x="2226" y="990"/>
                  <a:pt x="2217" y="963"/>
                </a:cubicBezTo>
                <a:cubicBezTo>
                  <a:pt x="2342" y="811"/>
                  <a:pt x="2467" y="660"/>
                  <a:pt x="2600" y="517"/>
                </a:cubicBezTo>
                <a:cubicBezTo>
                  <a:pt x="2725" y="365"/>
                  <a:pt x="2868" y="231"/>
                  <a:pt x="3029" y="124"/>
                </a:cubicBezTo>
                <a:cubicBezTo>
                  <a:pt x="3090" y="86"/>
                  <a:pt x="3059" y="1"/>
                  <a:pt x="300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0" name="Google Shape;2790;p24"/>
          <p:cNvSpPr/>
          <p:nvPr/>
        </p:nvSpPr>
        <p:spPr>
          <a:xfrm>
            <a:off x="6696108" y="787625"/>
            <a:ext cx="228014" cy="249519"/>
          </a:xfrm>
          <a:custGeom>
            <a:avLst/>
            <a:gdLst/>
            <a:ahLst/>
            <a:cxnLst/>
            <a:rect l="l" t="t" r="r" b="b"/>
            <a:pathLst>
              <a:path w="2937" h="3214" extrusionOk="0">
                <a:moveTo>
                  <a:pt x="0" y="2392"/>
                </a:moveTo>
                <a:cubicBezTo>
                  <a:pt x="0" y="2669"/>
                  <a:pt x="63" y="2954"/>
                  <a:pt x="179" y="3213"/>
                </a:cubicBezTo>
                <a:cubicBezTo>
                  <a:pt x="1071" y="3070"/>
                  <a:pt x="2446" y="2445"/>
                  <a:pt x="2785" y="1669"/>
                </a:cubicBezTo>
                <a:cubicBezTo>
                  <a:pt x="2928" y="1330"/>
                  <a:pt x="2937" y="955"/>
                  <a:pt x="2803" y="625"/>
                </a:cubicBezTo>
                <a:cubicBezTo>
                  <a:pt x="1500" y="0"/>
                  <a:pt x="0" y="946"/>
                  <a:pt x="0" y="2392"/>
                </a:cubicBezTo>
                <a:close/>
              </a:path>
            </a:pathLst>
          </a:custGeom>
          <a:gradFill>
            <a:gsLst>
              <a:gs pos="0">
                <a:srgbClr val="FFFFFF">
                  <a:alpha val="0"/>
                </a:srgbClr>
              </a:gs>
              <a:gs pos="100000">
                <a:srgbClr val="FFFFFF">
                  <a:alpha val="2196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1" name="Google Shape;2791;p24"/>
          <p:cNvSpPr/>
          <p:nvPr/>
        </p:nvSpPr>
        <p:spPr>
          <a:xfrm>
            <a:off x="6680892" y="758978"/>
            <a:ext cx="241134" cy="282281"/>
          </a:xfrm>
          <a:custGeom>
            <a:avLst/>
            <a:gdLst/>
            <a:ahLst/>
            <a:cxnLst/>
            <a:rect l="l" t="t" r="r" b="b"/>
            <a:pathLst>
              <a:path w="3106" h="3636" extrusionOk="0">
                <a:moveTo>
                  <a:pt x="2624" y="378"/>
                </a:moveTo>
                <a:cubicBezTo>
                  <a:pt x="2743" y="511"/>
                  <a:pt x="2839" y="654"/>
                  <a:pt x="2919" y="809"/>
                </a:cubicBezTo>
                <a:lnTo>
                  <a:pt x="2919" y="809"/>
                </a:lnTo>
                <a:cubicBezTo>
                  <a:pt x="2843" y="651"/>
                  <a:pt x="2745" y="506"/>
                  <a:pt x="2624" y="378"/>
                </a:cubicBezTo>
                <a:close/>
                <a:moveTo>
                  <a:pt x="1830" y="0"/>
                </a:moveTo>
                <a:cubicBezTo>
                  <a:pt x="1691" y="0"/>
                  <a:pt x="1552" y="30"/>
                  <a:pt x="1428" y="92"/>
                </a:cubicBezTo>
                <a:cubicBezTo>
                  <a:pt x="1223" y="182"/>
                  <a:pt x="1026" y="307"/>
                  <a:pt x="866" y="458"/>
                </a:cubicBezTo>
                <a:cubicBezTo>
                  <a:pt x="714" y="619"/>
                  <a:pt x="589" y="806"/>
                  <a:pt x="500" y="1012"/>
                </a:cubicBezTo>
                <a:cubicBezTo>
                  <a:pt x="321" y="1413"/>
                  <a:pt x="196" y="1851"/>
                  <a:pt x="134" y="2288"/>
                </a:cubicBezTo>
                <a:cubicBezTo>
                  <a:pt x="62" y="2725"/>
                  <a:pt x="18" y="3163"/>
                  <a:pt x="0" y="3609"/>
                </a:cubicBezTo>
                <a:lnTo>
                  <a:pt x="0" y="3636"/>
                </a:lnTo>
                <a:lnTo>
                  <a:pt x="27" y="3636"/>
                </a:lnTo>
                <a:cubicBezTo>
                  <a:pt x="250" y="3636"/>
                  <a:pt x="473" y="3600"/>
                  <a:pt x="687" y="3546"/>
                </a:cubicBezTo>
                <a:cubicBezTo>
                  <a:pt x="901" y="3493"/>
                  <a:pt x="1107" y="3421"/>
                  <a:pt x="1312" y="3341"/>
                </a:cubicBezTo>
                <a:cubicBezTo>
                  <a:pt x="1723" y="3180"/>
                  <a:pt x="2106" y="2957"/>
                  <a:pt x="2454" y="2690"/>
                </a:cubicBezTo>
                <a:cubicBezTo>
                  <a:pt x="2624" y="2547"/>
                  <a:pt x="2776" y="2386"/>
                  <a:pt x="2901" y="2208"/>
                </a:cubicBezTo>
                <a:cubicBezTo>
                  <a:pt x="3017" y="2020"/>
                  <a:pt x="3088" y="1797"/>
                  <a:pt x="3097" y="1583"/>
                </a:cubicBezTo>
                <a:cubicBezTo>
                  <a:pt x="3106" y="1360"/>
                  <a:pt x="3061" y="1137"/>
                  <a:pt x="2981" y="940"/>
                </a:cubicBezTo>
                <a:cubicBezTo>
                  <a:pt x="2961" y="895"/>
                  <a:pt x="2941" y="852"/>
                  <a:pt x="2919" y="809"/>
                </a:cubicBezTo>
                <a:lnTo>
                  <a:pt x="2919" y="809"/>
                </a:lnTo>
                <a:cubicBezTo>
                  <a:pt x="2938" y="849"/>
                  <a:pt x="2956" y="890"/>
                  <a:pt x="2972" y="931"/>
                </a:cubicBezTo>
                <a:cubicBezTo>
                  <a:pt x="3061" y="1137"/>
                  <a:pt x="3097" y="1351"/>
                  <a:pt x="3088" y="1574"/>
                </a:cubicBezTo>
                <a:cubicBezTo>
                  <a:pt x="3070" y="1788"/>
                  <a:pt x="3008" y="2002"/>
                  <a:pt x="2892" y="2190"/>
                </a:cubicBezTo>
                <a:cubicBezTo>
                  <a:pt x="2767" y="2368"/>
                  <a:pt x="2615" y="2529"/>
                  <a:pt x="2445" y="2663"/>
                </a:cubicBezTo>
                <a:cubicBezTo>
                  <a:pt x="2097" y="2931"/>
                  <a:pt x="1714" y="3145"/>
                  <a:pt x="1303" y="3296"/>
                </a:cubicBezTo>
                <a:cubicBezTo>
                  <a:pt x="1098" y="3377"/>
                  <a:pt x="893" y="3448"/>
                  <a:pt x="678" y="3493"/>
                </a:cubicBezTo>
                <a:cubicBezTo>
                  <a:pt x="473" y="3544"/>
                  <a:pt x="268" y="3579"/>
                  <a:pt x="63" y="3582"/>
                </a:cubicBezTo>
                <a:lnTo>
                  <a:pt x="63" y="3582"/>
                </a:lnTo>
                <a:cubicBezTo>
                  <a:pt x="64" y="3145"/>
                  <a:pt x="108" y="2716"/>
                  <a:pt x="170" y="2288"/>
                </a:cubicBezTo>
                <a:cubicBezTo>
                  <a:pt x="232" y="1851"/>
                  <a:pt x="348" y="1422"/>
                  <a:pt x="518" y="1021"/>
                </a:cubicBezTo>
                <a:cubicBezTo>
                  <a:pt x="607" y="815"/>
                  <a:pt x="723" y="628"/>
                  <a:pt x="884" y="467"/>
                </a:cubicBezTo>
                <a:cubicBezTo>
                  <a:pt x="1035" y="315"/>
                  <a:pt x="1223" y="191"/>
                  <a:pt x="1419" y="101"/>
                </a:cubicBezTo>
                <a:cubicBezTo>
                  <a:pt x="1549" y="39"/>
                  <a:pt x="1686" y="9"/>
                  <a:pt x="1826" y="9"/>
                </a:cubicBezTo>
                <a:cubicBezTo>
                  <a:pt x="1907" y="9"/>
                  <a:pt x="1989" y="19"/>
                  <a:pt x="2071" y="39"/>
                </a:cubicBezTo>
                <a:cubicBezTo>
                  <a:pt x="2276" y="92"/>
                  <a:pt x="2472" y="217"/>
                  <a:pt x="2624" y="378"/>
                </a:cubicBezTo>
                <a:cubicBezTo>
                  <a:pt x="2472" y="217"/>
                  <a:pt x="2285" y="92"/>
                  <a:pt x="2071" y="30"/>
                </a:cubicBezTo>
                <a:cubicBezTo>
                  <a:pt x="1992" y="10"/>
                  <a:pt x="1911" y="0"/>
                  <a:pt x="183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2" name="Google Shape;2792;p24"/>
          <p:cNvSpPr/>
          <p:nvPr/>
        </p:nvSpPr>
        <p:spPr>
          <a:xfrm>
            <a:off x="7011385" y="669852"/>
            <a:ext cx="335383" cy="235312"/>
          </a:xfrm>
          <a:custGeom>
            <a:avLst/>
            <a:gdLst/>
            <a:ahLst/>
            <a:cxnLst/>
            <a:rect l="l" t="t" r="r" b="b"/>
            <a:pathLst>
              <a:path w="4320" h="3031" extrusionOk="0">
                <a:moveTo>
                  <a:pt x="2747" y="1"/>
                </a:moveTo>
                <a:cubicBezTo>
                  <a:pt x="1585" y="1"/>
                  <a:pt x="0" y="1151"/>
                  <a:pt x="0" y="1151"/>
                </a:cubicBezTo>
                <a:cubicBezTo>
                  <a:pt x="462" y="1898"/>
                  <a:pt x="1932" y="3031"/>
                  <a:pt x="2915" y="3031"/>
                </a:cubicBezTo>
                <a:cubicBezTo>
                  <a:pt x="2978" y="3031"/>
                  <a:pt x="3039" y="3026"/>
                  <a:pt x="3097" y="3016"/>
                </a:cubicBezTo>
                <a:cubicBezTo>
                  <a:pt x="4061" y="2847"/>
                  <a:pt x="4240" y="1669"/>
                  <a:pt x="4240" y="1669"/>
                </a:cubicBezTo>
                <a:cubicBezTo>
                  <a:pt x="4293" y="1267"/>
                  <a:pt x="4320" y="428"/>
                  <a:pt x="3169" y="62"/>
                </a:cubicBezTo>
                <a:cubicBezTo>
                  <a:pt x="3038" y="20"/>
                  <a:pt x="2896" y="1"/>
                  <a:pt x="274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3" name="Google Shape;2793;p24"/>
          <p:cNvSpPr/>
          <p:nvPr/>
        </p:nvSpPr>
        <p:spPr>
          <a:xfrm>
            <a:off x="7014801" y="698888"/>
            <a:ext cx="297342" cy="217689"/>
          </a:xfrm>
          <a:custGeom>
            <a:avLst/>
            <a:gdLst/>
            <a:ahLst/>
            <a:cxnLst/>
            <a:rect l="l" t="t" r="r" b="b"/>
            <a:pathLst>
              <a:path w="3830" h="2804" extrusionOk="0">
                <a:moveTo>
                  <a:pt x="1607" y="10"/>
                </a:moveTo>
                <a:cubicBezTo>
                  <a:pt x="1465" y="10"/>
                  <a:pt x="1322" y="18"/>
                  <a:pt x="1188" y="54"/>
                </a:cubicBezTo>
                <a:cubicBezTo>
                  <a:pt x="840" y="215"/>
                  <a:pt x="510" y="402"/>
                  <a:pt x="197" y="608"/>
                </a:cubicBezTo>
                <a:cubicBezTo>
                  <a:pt x="126" y="679"/>
                  <a:pt x="54" y="759"/>
                  <a:pt x="1" y="849"/>
                </a:cubicBezTo>
                <a:cubicBezTo>
                  <a:pt x="545" y="1643"/>
                  <a:pt x="2107" y="2803"/>
                  <a:pt x="3044" y="2642"/>
                </a:cubicBezTo>
                <a:cubicBezTo>
                  <a:pt x="3205" y="2616"/>
                  <a:pt x="3366" y="2553"/>
                  <a:pt x="3499" y="2464"/>
                </a:cubicBezTo>
                <a:cubicBezTo>
                  <a:pt x="3830" y="1214"/>
                  <a:pt x="2893" y="1"/>
                  <a:pt x="1607" y="10"/>
                </a:cubicBezTo>
                <a:close/>
              </a:path>
            </a:pathLst>
          </a:custGeom>
          <a:gradFill>
            <a:gsLst>
              <a:gs pos="0">
                <a:srgbClr val="FFFFFF">
                  <a:alpha val="0"/>
                </a:srgbClr>
              </a:gs>
              <a:gs pos="100000">
                <a:srgbClr val="FFFFFF">
                  <a:alpha val="2196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4" name="Google Shape;2794;p24"/>
          <p:cNvSpPr/>
          <p:nvPr/>
        </p:nvSpPr>
        <p:spPr>
          <a:xfrm>
            <a:off x="7008590" y="668921"/>
            <a:ext cx="334762" cy="236631"/>
          </a:xfrm>
          <a:custGeom>
            <a:avLst/>
            <a:gdLst/>
            <a:ahLst/>
            <a:cxnLst/>
            <a:rect l="l" t="t" r="r" b="b"/>
            <a:pathLst>
              <a:path w="4312" h="3048" extrusionOk="0">
                <a:moveTo>
                  <a:pt x="2754" y="1"/>
                </a:moveTo>
                <a:cubicBezTo>
                  <a:pt x="2690" y="1"/>
                  <a:pt x="2626" y="4"/>
                  <a:pt x="2562" y="12"/>
                </a:cubicBezTo>
                <a:cubicBezTo>
                  <a:pt x="2098" y="83"/>
                  <a:pt x="1652" y="226"/>
                  <a:pt x="1232" y="440"/>
                </a:cubicBezTo>
                <a:cubicBezTo>
                  <a:pt x="813" y="637"/>
                  <a:pt x="411" y="869"/>
                  <a:pt x="27" y="1136"/>
                </a:cubicBezTo>
                <a:lnTo>
                  <a:pt x="1" y="1154"/>
                </a:lnTo>
                <a:lnTo>
                  <a:pt x="18" y="1172"/>
                </a:lnTo>
                <a:cubicBezTo>
                  <a:pt x="152" y="1368"/>
                  <a:pt x="295" y="1556"/>
                  <a:pt x="474" y="1716"/>
                </a:cubicBezTo>
                <a:cubicBezTo>
                  <a:pt x="634" y="1886"/>
                  <a:pt x="813" y="2038"/>
                  <a:pt x="1000" y="2181"/>
                </a:cubicBezTo>
                <a:cubicBezTo>
                  <a:pt x="1366" y="2475"/>
                  <a:pt x="1777" y="2716"/>
                  <a:pt x="2214" y="2895"/>
                </a:cubicBezTo>
                <a:cubicBezTo>
                  <a:pt x="2437" y="2984"/>
                  <a:pt x="2669" y="3037"/>
                  <a:pt x="2901" y="3046"/>
                </a:cubicBezTo>
                <a:cubicBezTo>
                  <a:pt x="2915" y="3047"/>
                  <a:pt x="2928" y="3047"/>
                  <a:pt x="2942" y="3047"/>
                </a:cubicBezTo>
                <a:cubicBezTo>
                  <a:pt x="3168" y="3047"/>
                  <a:pt x="3385" y="2977"/>
                  <a:pt x="3571" y="2859"/>
                </a:cubicBezTo>
                <a:cubicBezTo>
                  <a:pt x="3764" y="2727"/>
                  <a:pt x="3923" y="2552"/>
                  <a:pt x="4030" y="2350"/>
                </a:cubicBezTo>
                <a:lnTo>
                  <a:pt x="4030" y="2350"/>
                </a:lnTo>
                <a:cubicBezTo>
                  <a:pt x="3923" y="2552"/>
                  <a:pt x="3764" y="2727"/>
                  <a:pt x="3571" y="2850"/>
                </a:cubicBezTo>
                <a:cubicBezTo>
                  <a:pt x="3378" y="2967"/>
                  <a:pt x="3162" y="3029"/>
                  <a:pt x="2945" y="3029"/>
                </a:cubicBezTo>
                <a:cubicBezTo>
                  <a:pt x="2930" y="3029"/>
                  <a:pt x="2916" y="3029"/>
                  <a:pt x="2901" y="3028"/>
                </a:cubicBezTo>
                <a:cubicBezTo>
                  <a:pt x="2660" y="3020"/>
                  <a:pt x="2437" y="2966"/>
                  <a:pt x="2223" y="2877"/>
                </a:cubicBezTo>
                <a:cubicBezTo>
                  <a:pt x="1786" y="2689"/>
                  <a:pt x="1384" y="2448"/>
                  <a:pt x="1018" y="2154"/>
                </a:cubicBezTo>
                <a:cubicBezTo>
                  <a:pt x="839" y="2011"/>
                  <a:pt x="661" y="1850"/>
                  <a:pt x="500" y="1681"/>
                </a:cubicBezTo>
                <a:cubicBezTo>
                  <a:pt x="337" y="1526"/>
                  <a:pt x="198" y="1354"/>
                  <a:pt x="76" y="1165"/>
                </a:cubicBezTo>
                <a:lnTo>
                  <a:pt x="76" y="1165"/>
                </a:lnTo>
                <a:cubicBezTo>
                  <a:pt x="445" y="904"/>
                  <a:pt x="839" y="668"/>
                  <a:pt x="1241" y="467"/>
                </a:cubicBezTo>
                <a:cubicBezTo>
                  <a:pt x="1652" y="253"/>
                  <a:pt x="2098" y="110"/>
                  <a:pt x="2562" y="39"/>
                </a:cubicBezTo>
                <a:cubicBezTo>
                  <a:pt x="2629" y="31"/>
                  <a:pt x="2696" y="27"/>
                  <a:pt x="2762" y="27"/>
                </a:cubicBezTo>
                <a:cubicBezTo>
                  <a:pt x="3157" y="27"/>
                  <a:pt x="3542" y="163"/>
                  <a:pt x="3847" y="422"/>
                </a:cubicBezTo>
                <a:cubicBezTo>
                  <a:pt x="4026" y="574"/>
                  <a:pt x="4160" y="770"/>
                  <a:pt x="4231" y="994"/>
                </a:cubicBezTo>
                <a:cubicBezTo>
                  <a:pt x="4293" y="1217"/>
                  <a:pt x="4311" y="1449"/>
                  <a:pt x="4276" y="1681"/>
                </a:cubicBezTo>
                <a:cubicBezTo>
                  <a:pt x="4311" y="1449"/>
                  <a:pt x="4302" y="1208"/>
                  <a:pt x="4240" y="985"/>
                </a:cubicBezTo>
                <a:cubicBezTo>
                  <a:pt x="4168" y="761"/>
                  <a:pt x="4044" y="565"/>
                  <a:pt x="3865" y="413"/>
                </a:cubicBezTo>
                <a:cubicBezTo>
                  <a:pt x="3549" y="144"/>
                  <a:pt x="3154" y="1"/>
                  <a:pt x="275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5" name="Google Shape;2795;p24"/>
          <p:cNvSpPr/>
          <p:nvPr/>
        </p:nvSpPr>
        <p:spPr>
          <a:xfrm>
            <a:off x="7034287" y="728622"/>
            <a:ext cx="375909" cy="129185"/>
          </a:xfrm>
          <a:custGeom>
            <a:avLst/>
            <a:gdLst/>
            <a:ahLst/>
            <a:cxnLst/>
            <a:rect l="l" t="t" r="r" b="b"/>
            <a:pathLst>
              <a:path w="4842" h="1664" extrusionOk="0">
                <a:moveTo>
                  <a:pt x="2640" y="0"/>
                </a:moveTo>
                <a:cubicBezTo>
                  <a:pt x="2632" y="0"/>
                  <a:pt x="2967" y="516"/>
                  <a:pt x="3141" y="742"/>
                </a:cubicBezTo>
                <a:lnTo>
                  <a:pt x="3168" y="769"/>
                </a:lnTo>
                <a:cubicBezTo>
                  <a:pt x="2927" y="751"/>
                  <a:pt x="2686" y="742"/>
                  <a:pt x="2454" y="715"/>
                </a:cubicBezTo>
                <a:cubicBezTo>
                  <a:pt x="2267" y="698"/>
                  <a:pt x="2079" y="680"/>
                  <a:pt x="1892" y="662"/>
                </a:cubicBezTo>
                <a:lnTo>
                  <a:pt x="1401" y="198"/>
                </a:lnTo>
                <a:lnTo>
                  <a:pt x="1321" y="117"/>
                </a:lnTo>
                <a:lnTo>
                  <a:pt x="1321" y="117"/>
                </a:lnTo>
                <a:cubicBezTo>
                  <a:pt x="1463" y="305"/>
                  <a:pt x="1624" y="483"/>
                  <a:pt x="1785" y="644"/>
                </a:cubicBezTo>
                <a:cubicBezTo>
                  <a:pt x="1365" y="590"/>
                  <a:pt x="955" y="537"/>
                  <a:pt x="535" y="474"/>
                </a:cubicBezTo>
                <a:lnTo>
                  <a:pt x="44" y="394"/>
                </a:lnTo>
                <a:cubicBezTo>
                  <a:pt x="43" y="394"/>
                  <a:pt x="41" y="394"/>
                  <a:pt x="40" y="394"/>
                </a:cubicBezTo>
                <a:cubicBezTo>
                  <a:pt x="0" y="394"/>
                  <a:pt x="797" y="584"/>
                  <a:pt x="1330" y="689"/>
                </a:cubicBezTo>
                <a:lnTo>
                  <a:pt x="1071" y="947"/>
                </a:lnTo>
                <a:lnTo>
                  <a:pt x="1026" y="992"/>
                </a:lnTo>
                <a:cubicBezTo>
                  <a:pt x="1160" y="912"/>
                  <a:pt x="1285" y="814"/>
                  <a:pt x="1401" y="715"/>
                </a:cubicBezTo>
                <a:lnTo>
                  <a:pt x="1410" y="706"/>
                </a:lnTo>
                <a:cubicBezTo>
                  <a:pt x="1731" y="760"/>
                  <a:pt x="1981" y="796"/>
                  <a:pt x="2302" y="831"/>
                </a:cubicBezTo>
                <a:cubicBezTo>
                  <a:pt x="2436" y="840"/>
                  <a:pt x="2570" y="858"/>
                  <a:pt x="2695" y="867"/>
                </a:cubicBezTo>
                <a:lnTo>
                  <a:pt x="2160" y="1447"/>
                </a:lnTo>
                <a:lnTo>
                  <a:pt x="2070" y="1537"/>
                </a:lnTo>
                <a:cubicBezTo>
                  <a:pt x="2069" y="1538"/>
                  <a:pt x="2069" y="1539"/>
                  <a:pt x="2069" y="1539"/>
                </a:cubicBezTo>
                <a:cubicBezTo>
                  <a:pt x="2081" y="1539"/>
                  <a:pt x="2525" y="1144"/>
                  <a:pt x="2713" y="939"/>
                </a:cubicBezTo>
                <a:lnTo>
                  <a:pt x="2775" y="867"/>
                </a:lnTo>
                <a:cubicBezTo>
                  <a:pt x="2972" y="885"/>
                  <a:pt x="3168" y="894"/>
                  <a:pt x="3356" y="912"/>
                </a:cubicBezTo>
                <a:lnTo>
                  <a:pt x="3472" y="930"/>
                </a:lnTo>
                <a:lnTo>
                  <a:pt x="3025" y="1563"/>
                </a:lnTo>
                <a:lnTo>
                  <a:pt x="2954" y="1661"/>
                </a:lnTo>
                <a:cubicBezTo>
                  <a:pt x="2953" y="1663"/>
                  <a:pt x="2953" y="1663"/>
                  <a:pt x="2953" y="1663"/>
                </a:cubicBezTo>
                <a:cubicBezTo>
                  <a:pt x="2956" y="1663"/>
                  <a:pt x="3335" y="1225"/>
                  <a:pt x="3498" y="1001"/>
                </a:cubicBezTo>
                <a:lnTo>
                  <a:pt x="3543" y="930"/>
                </a:lnTo>
                <a:cubicBezTo>
                  <a:pt x="3748" y="956"/>
                  <a:pt x="3945" y="983"/>
                  <a:pt x="4150" y="1028"/>
                </a:cubicBezTo>
                <a:cubicBezTo>
                  <a:pt x="4346" y="1055"/>
                  <a:pt x="4543" y="1117"/>
                  <a:pt x="4739" y="1197"/>
                </a:cubicBezTo>
                <a:cubicBezTo>
                  <a:pt x="4744" y="1199"/>
                  <a:pt x="4750" y="1200"/>
                  <a:pt x="4755" y="1200"/>
                </a:cubicBezTo>
                <a:cubicBezTo>
                  <a:pt x="4809" y="1200"/>
                  <a:pt x="4841" y="1122"/>
                  <a:pt x="4792" y="1081"/>
                </a:cubicBezTo>
                <a:cubicBezTo>
                  <a:pt x="4632" y="1010"/>
                  <a:pt x="4462" y="956"/>
                  <a:pt x="4284" y="921"/>
                </a:cubicBezTo>
                <a:cubicBezTo>
                  <a:pt x="4061" y="876"/>
                  <a:pt x="3837" y="840"/>
                  <a:pt x="3605" y="814"/>
                </a:cubicBezTo>
                <a:cubicBezTo>
                  <a:pt x="3489" y="796"/>
                  <a:pt x="3364" y="787"/>
                  <a:pt x="3248" y="778"/>
                </a:cubicBezTo>
                <a:lnTo>
                  <a:pt x="2713" y="100"/>
                </a:lnTo>
                <a:lnTo>
                  <a:pt x="2642" y="1"/>
                </a:lnTo>
                <a:cubicBezTo>
                  <a:pt x="2641" y="1"/>
                  <a:pt x="2640" y="0"/>
                  <a:pt x="264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6" name="Google Shape;2796;p24"/>
          <p:cNvSpPr/>
          <p:nvPr/>
        </p:nvSpPr>
        <p:spPr>
          <a:xfrm>
            <a:off x="7092514" y="771400"/>
            <a:ext cx="394386" cy="376452"/>
          </a:xfrm>
          <a:custGeom>
            <a:avLst/>
            <a:gdLst/>
            <a:ahLst/>
            <a:cxnLst/>
            <a:rect l="l" t="t" r="r" b="b"/>
            <a:pathLst>
              <a:path w="5080" h="4849" extrusionOk="0">
                <a:moveTo>
                  <a:pt x="4991" y="0"/>
                </a:moveTo>
                <a:cubicBezTo>
                  <a:pt x="4985" y="0"/>
                  <a:pt x="4978" y="1"/>
                  <a:pt x="4971" y="4"/>
                </a:cubicBezTo>
                <a:cubicBezTo>
                  <a:pt x="4025" y="334"/>
                  <a:pt x="3328" y="1191"/>
                  <a:pt x="2980" y="2119"/>
                </a:cubicBezTo>
                <a:cubicBezTo>
                  <a:pt x="2592" y="2011"/>
                  <a:pt x="2194" y="1958"/>
                  <a:pt x="1797" y="1958"/>
                </a:cubicBezTo>
                <a:cubicBezTo>
                  <a:pt x="1210" y="1958"/>
                  <a:pt x="625" y="2074"/>
                  <a:pt x="71" y="2297"/>
                </a:cubicBezTo>
                <a:cubicBezTo>
                  <a:pt x="0" y="2329"/>
                  <a:pt x="19" y="2429"/>
                  <a:pt x="79" y="2429"/>
                </a:cubicBezTo>
                <a:cubicBezTo>
                  <a:pt x="87" y="2429"/>
                  <a:pt x="97" y="2427"/>
                  <a:pt x="107" y="2422"/>
                </a:cubicBezTo>
                <a:cubicBezTo>
                  <a:pt x="643" y="2204"/>
                  <a:pt x="1213" y="2092"/>
                  <a:pt x="1785" y="2092"/>
                </a:cubicBezTo>
                <a:cubicBezTo>
                  <a:pt x="2147" y="2092"/>
                  <a:pt x="2509" y="2136"/>
                  <a:pt x="2864" y="2226"/>
                </a:cubicBezTo>
                <a:cubicBezTo>
                  <a:pt x="2195" y="2592"/>
                  <a:pt x="1624" y="3172"/>
                  <a:pt x="1186" y="3797"/>
                </a:cubicBezTo>
                <a:cubicBezTo>
                  <a:pt x="1156" y="3846"/>
                  <a:pt x="1201" y="3891"/>
                  <a:pt x="1247" y="3891"/>
                </a:cubicBezTo>
                <a:cubicBezTo>
                  <a:pt x="1268" y="3891"/>
                  <a:pt x="1289" y="3882"/>
                  <a:pt x="1302" y="3859"/>
                </a:cubicBezTo>
                <a:cubicBezTo>
                  <a:pt x="1731" y="3226"/>
                  <a:pt x="2302" y="2699"/>
                  <a:pt x="2971" y="2324"/>
                </a:cubicBezTo>
                <a:lnTo>
                  <a:pt x="2971" y="2324"/>
                </a:lnTo>
                <a:cubicBezTo>
                  <a:pt x="2998" y="3083"/>
                  <a:pt x="2847" y="3842"/>
                  <a:pt x="2534" y="4538"/>
                </a:cubicBezTo>
                <a:cubicBezTo>
                  <a:pt x="2510" y="4592"/>
                  <a:pt x="2555" y="4637"/>
                  <a:pt x="2595" y="4637"/>
                </a:cubicBezTo>
                <a:cubicBezTo>
                  <a:pt x="2614" y="4637"/>
                  <a:pt x="2632" y="4627"/>
                  <a:pt x="2641" y="4600"/>
                </a:cubicBezTo>
                <a:cubicBezTo>
                  <a:pt x="2945" y="3913"/>
                  <a:pt x="3141" y="3119"/>
                  <a:pt x="3096" y="2351"/>
                </a:cubicBezTo>
                <a:lnTo>
                  <a:pt x="3096" y="2351"/>
                </a:lnTo>
                <a:cubicBezTo>
                  <a:pt x="3775" y="3011"/>
                  <a:pt x="4230" y="3868"/>
                  <a:pt x="4382" y="4796"/>
                </a:cubicBezTo>
                <a:cubicBezTo>
                  <a:pt x="4389" y="4833"/>
                  <a:pt x="4413" y="4848"/>
                  <a:pt x="4440" y="4848"/>
                </a:cubicBezTo>
                <a:cubicBezTo>
                  <a:pt x="4479" y="4848"/>
                  <a:pt x="4521" y="4814"/>
                  <a:pt x="4515" y="4761"/>
                </a:cubicBezTo>
                <a:cubicBezTo>
                  <a:pt x="4346" y="3770"/>
                  <a:pt x="3846" y="2860"/>
                  <a:pt x="3105" y="2173"/>
                </a:cubicBezTo>
                <a:cubicBezTo>
                  <a:pt x="3436" y="1280"/>
                  <a:pt x="4105" y="450"/>
                  <a:pt x="5006" y="138"/>
                </a:cubicBezTo>
                <a:cubicBezTo>
                  <a:pt x="5079" y="113"/>
                  <a:pt x="5056" y="0"/>
                  <a:pt x="499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7" name="Google Shape;2797;p24"/>
          <p:cNvSpPr/>
          <p:nvPr/>
        </p:nvSpPr>
        <p:spPr>
          <a:xfrm>
            <a:off x="7393117" y="1102748"/>
            <a:ext cx="119247" cy="116996"/>
          </a:xfrm>
          <a:custGeom>
            <a:avLst/>
            <a:gdLst/>
            <a:ahLst/>
            <a:cxnLst/>
            <a:rect l="l" t="t" r="r" b="b"/>
            <a:pathLst>
              <a:path w="1536" h="1507" extrusionOk="0">
                <a:moveTo>
                  <a:pt x="715" y="0"/>
                </a:moveTo>
                <a:cubicBezTo>
                  <a:pt x="621" y="0"/>
                  <a:pt x="527" y="21"/>
                  <a:pt x="438" y="64"/>
                </a:cubicBezTo>
                <a:cubicBezTo>
                  <a:pt x="117" y="225"/>
                  <a:pt x="1" y="653"/>
                  <a:pt x="179" y="1010"/>
                </a:cubicBezTo>
                <a:cubicBezTo>
                  <a:pt x="320" y="1292"/>
                  <a:pt x="632" y="1506"/>
                  <a:pt x="920" y="1506"/>
                </a:cubicBezTo>
                <a:cubicBezTo>
                  <a:pt x="997" y="1506"/>
                  <a:pt x="1073" y="1491"/>
                  <a:pt x="1143" y="1457"/>
                </a:cubicBezTo>
                <a:cubicBezTo>
                  <a:pt x="1465" y="1287"/>
                  <a:pt x="1536" y="769"/>
                  <a:pt x="1357" y="412"/>
                </a:cubicBezTo>
                <a:cubicBezTo>
                  <a:pt x="1221" y="152"/>
                  <a:pt x="969" y="0"/>
                  <a:pt x="71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8" name="Google Shape;2798;p24"/>
          <p:cNvSpPr/>
          <p:nvPr/>
        </p:nvSpPr>
        <p:spPr>
          <a:xfrm>
            <a:off x="7228919" y="1095450"/>
            <a:ext cx="117850" cy="118393"/>
          </a:xfrm>
          <a:custGeom>
            <a:avLst/>
            <a:gdLst/>
            <a:ahLst/>
            <a:cxnLst/>
            <a:rect l="l" t="t" r="r" b="b"/>
            <a:pathLst>
              <a:path w="1518" h="1525" extrusionOk="0">
                <a:moveTo>
                  <a:pt x="805" y="0"/>
                </a:moveTo>
                <a:cubicBezTo>
                  <a:pt x="531" y="0"/>
                  <a:pt x="263" y="183"/>
                  <a:pt x="143" y="471"/>
                </a:cubicBezTo>
                <a:cubicBezTo>
                  <a:pt x="1" y="846"/>
                  <a:pt x="117" y="1354"/>
                  <a:pt x="456" y="1488"/>
                </a:cubicBezTo>
                <a:cubicBezTo>
                  <a:pt x="514" y="1513"/>
                  <a:pt x="576" y="1524"/>
                  <a:pt x="638" y="1524"/>
                </a:cubicBezTo>
                <a:cubicBezTo>
                  <a:pt x="935" y="1524"/>
                  <a:pt x="1250" y="1264"/>
                  <a:pt x="1375" y="962"/>
                </a:cubicBezTo>
                <a:cubicBezTo>
                  <a:pt x="1518" y="587"/>
                  <a:pt x="1366" y="176"/>
                  <a:pt x="1027" y="42"/>
                </a:cubicBezTo>
                <a:cubicBezTo>
                  <a:pt x="955" y="14"/>
                  <a:pt x="880" y="0"/>
                  <a:pt x="80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9" name="Google Shape;2799;p24"/>
          <p:cNvSpPr/>
          <p:nvPr/>
        </p:nvSpPr>
        <p:spPr>
          <a:xfrm>
            <a:off x="7016198" y="901672"/>
            <a:ext cx="125536" cy="102401"/>
          </a:xfrm>
          <a:custGeom>
            <a:avLst/>
            <a:gdLst/>
            <a:ahLst/>
            <a:cxnLst/>
            <a:rect l="l" t="t" r="r" b="b"/>
            <a:pathLst>
              <a:path w="1617" h="1319" extrusionOk="0">
                <a:moveTo>
                  <a:pt x="876" y="0"/>
                </a:moveTo>
                <a:cubicBezTo>
                  <a:pt x="852" y="0"/>
                  <a:pt x="828" y="2"/>
                  <a:pt x="804" y="4"/>
                </a:cubicBezTo>
                <a:cubicBezTo>
                  <a:pt x="402" y="39"/>
                  <a:pt x="1" y="370"/>
                  <a:pt x="36" y="736"/>
                </a:cubicBezTo>
                <a:cubicBezTo>
                  <a:pt x="62" y="1070"/>
                  <a:pt x="472" y="1319"/>
                  <a:pt x="846" y="1319"/>
                </a:cubicBezTo>
                <a:cubicBezTo>
                  <a:pt x="871" y="1319"/>
                  <a:pt x="896" y="1318"/>
                  <a:pt x="920" y="1316"/>
                </a:cubicBezTo>
                <a:cubicBezTo>
                  <a:pt x="1322" y="1280"/>
                  <a:pt x="1616" y="959"/>
                  <a:pt x="1589" y="593"/>
                </a:cubicBezTo>
                <a:cubicBezTo>
                  <a:pt x="1556" y="257"/>
                  <a:pt x="1246" y="0"/>
                  <a:pt x="87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0" name="Google Shape;2800;p24"/>
          <p:cNvSpPr/>
          <p:nvPr/>
        </p:nvSpPr>
        <p:spPr>
          <a:xfrm>
            <a:off x="7115261" y="1034662"/>
            <a:ext cx="120645" cy="113813"/>
          </a:xfrm>
          <a:custGeom>
            <a:avLst/>
            <a:gdLst/>
            <a:ahLst/>
            <a:cxnLst/>
            <a:rect l="l" t="t" r="r" b="b"/>
            <a:pathLst>
              <a:path w="1554" h="1466" extrusionOk="0">
                <a:moveTo>
                  <a:pt x="843" y="1"/>
                </a:moveTo>
                <a:cubicBezTo>
                  <a:pt x="625" y="1"/>
                  <a:pt x="404" y="107"/>
                  <a:pt x="260" y="308"/>
                </a:cubicBezTo>
                <a:cubicBezTo>
                  <a:pt x="19" y="629"/>
                  <a:pt x="1" y="1156"/>
                  <a:pt x="287" y="1370"/>
                </a:cubicBezTo>
                <a:cubicBezTo>
                  <a:pt x="377" y="1436"/>
                  <a:pt x="487" y="1465"/>
                  <a:pt x="603" y="1465"/>
                </a:cubicBezTo>
                <a:cubicBezTo>
                  <a:pt x="863" y="1465"/>
                  <a:pt x="1152" y="1316"/>
                  <a:pt x="1313" y="1093"/>
                </a:cubicBezTo>
                <a:cubicBezTo>
                  <a:pt x="1554" y="772"/>
                  <a:pt x="1509" y="334"/>
                  <a:pt x="1215" y="120"/>
                </a:cubicBezTo>
                <a:cubicBezTo>
                  <a:pt x="1104" y="40"/>
                  <a:pt x="974" y="1"/>
                  <a:pt x="84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1" name="Google Shape;2801;p24"/>
          <p:cNvSpPr/>
          <p:nvPr/>
        </p:nvSpPr>
        <p:spPr>
          <a:xfrm>
            <a:off x="7135368" y="1058651"/>
            <a:ext cx="45805" cy="49453"/>
          </a:xfrm>
          <a:custGeom>
            <a:avLst/>
            <a:gdLst/>
            <a:ahLst/>
            <a:cxnLst/>
            <a:rect l="l" t="t" r="r" b="b"/>
            <a:pathLst>
              <a:path w="590" h="637" extrusionOk="0">
                <a:moveTo>
                  <a:pt x="350" y="1"/>
                </a:moveTo>
                <a:cubicBezTo>
                  <a:pt x="333" y="1"/>
                  <a:pt x="318" y="3"/>
                  <a:pt x="304" y="8"/>
                </a:cubicBezTo>
                <a:lnTo>
                  <a:pt x="242" y="8"/>
                </a:lnTo>
                <a:cubicBezTo>
                  <a:pt x="233" y="17"/>
                  <a:pt x="215" y="17"/>
                  <a:pt x="206" y="25"/>
                </a:cubicBezTo>
                <a:cubicBezTo>
                  <a:pt x="188" y="34"/>
                  <a:pt x="179" y="34"/>
                  <a:pt x="161" y="43"/>
                </a:cubicBezTo>
                <a:cubicBezTo>
                  <a:pt x="153" y="52"/>
                  <a:pt x="126" y="70"/>
                  <a:pt x="108" y="88"/>
                </a:cubicBezTo>
                <a:lnTo>
                  <a:pt x="108" y="97"/>
                </a:lnTo>
                <a:cubicBezTo>
                  <a:pt x="90" y="115"/>
                  <a:pt x="72" y="133"/>
                  <a:pt x="63" y="150"/>
                </a:cubicBezTo>
                <a:cubicBezTo>
                  <a:pt x="54" y="150"/>
                  <a:pt x="54" y="159"/>
                  <a:pt x="54" y="159"/>
                </a:cubicBezTo>
                <a:cubicBezTo>
                  <a:pt x="36" y="186"/>
                  <a:pt x="28" y="213"/>
                  <a:pt x="19" y="240"/>
                </a:cubicBezTo>
                <a:cubicBezTo>
                  <a:pt x="10" y="266"/>
                  <a:pt x="1" y="302"/>
                  <a:pt x="1" y="329"/>
                </a:cubicBezTo>
                <a:cubicBezTo>
                  <a:pt x="1" y="365"/>
                  <a:pt x="1" y="400"/>
                  <a:pt x="10" y="436"/>
                </a:cubicBezTo>
                <a:lnTo>
                  <a:pt x="10" y="445"/>
                </a:lnTo>
                <a:lnTo>
                  <a:pt x="36" y="507"/>
                </a:lnTo>
                <a:lnTo>
                  <a:pt x="36" y="516"/>
                </a:lnTo>
                <a:lnTo>
                  <a:pt x="72" y="561"/>
                </a:lnTo>
                <a:lnTo>
                  <a:pt x="117" y="597"/>
                </a:lnTo>
                <a:cubicBezTo>
                  <a:pt x="144" y="615"/>
                  <a:pt x="161" y="623"/>
                  <a:pt x="188" y="623"/>
                </a:cubicBezTo>
                <a:cubicBezTo>
                  <a:pt x="206" y="632"/>
                  <a:pt x="226" y="637"/>
                  <a:pt x="247" y="637"/>
                </a:cubicBezTo>
                <a:cubicBezTo>
                  <a:pt x="269" y="637"/>
                  <a:pt x="291" y="632"/>
                  <a:pt x="313" y="623"/>
                </a:cubicBezTo>
                <a:cubicBezTo>
                  <a:pt x="322" y="623"/>
                  <a:pt x="340" y="615"/>
                  <a:pt x="349" y="615"/>
                </a:cubicBezTo>
                <a:cubicBezTo>
                  <a:pt x="367" y="606"/>
                  <a:pt x="376" y="606"/>
                  <a:pt x="385" y="597"/>
                </a:cubicBezTo>
                <a:lnTo>
                  <a:pt x="411" y="579"/>
                </a:lnTo>
                <a:cubicBezTo>
                  <a:pt x="420" y="579"/>
                  <a:pt x="420" y="570"/>
                  <a:pt x="429" y="570"/>
                </a:cubicBezTo>
                <a:lnTo>
                  <a:pt x="456" y="552"/>
                </a:lnTo>
                <a:lnTo>
                  <a:pt x="483" y="525"/>
                </a:lnTo>
                <a:lnTo>
                  <a:pt x="501" y="507"/>
                </a:lnTo>
                <a:cubicBezTo>
                  <a:pt x="536" y="472"/>
                  <a:pt x="572" y="418"/>
                  <a:pt x="581" y="365"/>
                </a:cubicBezTo>
                <a:cubicBezTo>
                  <a:pt x="581" y="347"/>
                  <a:pt x="590" y="311"/>
                  <a:pt x="590" y="293"/>
                </a:cubicBezTo>
                <a:cubicBezTo>
                  <a:pt x="590" y="266"/>
                  <a:pt x="590" y="249"/>
                  <a:pt x="581" y="222"/>
                </a:cubicBezTo>
                <a:cubicBezTo>
                  <a:pt x="581" y="195"/>
                  <a:pt x="572" y="177"/>
                  <a:pt x="563" y="150"/>
                </a:cubicBezTo>
                <a:cubicBezTo>
                  <a:pt x="554" y="142"/>
                  <a:pt x="554" y="133"/>
                  <a:pt x="545" y="124"/>
                </a:cubicBezTo>
                <a:cubicBezTo>
                  <a:pt x="527" y="79"/>
                  <a:pt x="492" y="52"/>
                  <a:pt x="456" y="34"/>
                </a:cubicBezTo>
                <a:cubicBezTo>
                  <a:pt x="447" y="34"/>
                  <a:pt x="411" y="17"/>
                  <a:pt x="402" y="8"/>
                </a:cubicBezTo>
                <a:cubicBezTo>
                  <a:pt x="385" y="3"/>
                  <a:pt x="367" y="1"/>
                  <a:pt x="35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2" name="Google Shape;2802;p24"/>
          <p:cNvSpPr/>
          <p:nvPr/>
        </p:nvSpPr>
        <p:spPr>
          <a:xfrm>
            <a:off x="7043914" y="917199"/>
            <a:ext cx="54810" cy="49221"/>
          </a:xfrm>
          <a:custGeom>
            <a:avLst/>
            <a:gdLst/>
            <a:ahLst/>
            <a:cxnLst/>
            <a:rect l="l" t="t" r="r" b="b"/>
            <a:pathLst>
              <a:path w="706" h="634" extrusionOk="0">
                <a:moveTo>
                  <a:pt x="384" y="0"/>
                </a:moveTo>
                <a:lnTo>
                  <a:pt x="304" y="9"/>
                </a:lnTo>
                <a:lnTo>
                  <a:pt x="295" y="9"/>
                </a:lnTo>
                <a:lnTo>
                  <a:pt x="251" y="36"/>
                </a:lnTo>
                <a:cubicBezTo>
                  <a:pt x="224" y="36"/>
                  <a:pt x="206" y="54"/>
                  <a:pt x="188" y="62"/>
                </a:cubicBezTo>
                <a:cubicBezTo>
                  <a:pt x="179" y="62"/>
                  <a:pt x="170" y="71"/>
                  <a:pt x="170" y="80"/>
                </a:cubicBezTo>
                <a:cubicBezTo>
                  <a:pt x="117" y="107"/>
                  <a:pt x="72" y="152"/>
                  <a:pt x="45" y="196"/>
                </a:cubicBezTo>
                <a:cubicBezTo>
                  <a:pt x="19" y="241"/>
                  <a:pt x="1" y="295"/>
                  <a:pt x="1" y="348"/>
                </a:cubicBezTo>
                <a:cubicBezTo>
                  <a:pt x="1" y="384"/>
                  <a:pt x="10" y="419"/>
                  <a:pt x="27" y="455"/>
                </a:cubicBezTo>
                <a:cubicBezTo>
                  <a:pt x="36" y="491"/>
                  <a:pt x="63" y="527"/>
                  <a:pt x="90" y="553"/>
                </a:cubicBezTo>
                <a:cubicBezTo>
                  <a:pt x="126" y="589"/>
                  <a:pt x="170" y="616"/>
                  <a:pt x="215" y="625"/>
                </a:cubicBezTo>
                <a:cubicBezTo>
                  <a:pt x="242" y="634"/>
                  <a:pt x="277" y="634"/>
                  <a:pt x="313" y="634"/>
                </a:cubicBezTo>
                <a:lnTo>
                  <a:pt x="331" y="634"/>
                </a:lnTo>
                <a:cubicBezTo>
                  <a:pt x="358" y="634"/>
                  <a:pt x="393" y="634"/>
                  <a:pt x="420" y="625"/>
                </a:cubicBezTo>
                <a:lnTo>
                  <a:pt x="465" y="625"/>
                </a:lnTo>
                <a:lnTo>
                  <a:pt x="527" y="598"/>
                </a:lnTo>
                <a:cubicBezTo>
                  <a:pt x="536" y="589"/>
                  <a:pt x="545" y="589"/>
                  <a:pt x="554" y="580"/>
                </a:cubicBezTo>
                <a:lnTo>
                  <a:pt x="572" y="580"/>
                </a:lnTo>
                <a:cubicBezTo>
                  <a:pt x="608" y="553"/>
                  <a:pt x="643" y="527"/>
                  <a:pt x="670" y="482"/>
                </a:cubicBezTo>
                <a:cubicBezTo>
                  <a:pt x="670" y="482"/>
                  <a:pt x="670" y="473"/>
                  <a:pt x="670" y="473"/>
                </a:cubicBezTo>
                <a:lnTo>
                  <a:pt x="670" y="464"/>
                </a:lnTo>
                <a:cubicBezTo>
                  <a:pt x="679" y="446"/>
                  <a:pt x="688" y="419"/>
                  <a:pt x="697" y="402"/>
                </a:cubicBezTo>
                <a:cubicBezTo>
                  <a:pt x="697" y="393"/>
                  <a:pt x="697" y="393"/>
                  <a:pt x="697" y="393"/>
                </a:cubicBezTo>
                <a:cubicBezTo>
                  <a:pt x="697" y="384"/>
                  <a:pt x="706" y="330"/>
                  <a:pt x="706" y="321"/>
                </a:cubicBezTo>
                <a:cubicBezTo>
                  <a:pt x="706" y="303"/>
                  <a:pt x="697" y="250"/>
                  <a:pt x="697" y="241"/>
                </a:cubicBezTo>
                <a:lnTo>
                  <a:pt x="706" y="205"/>
                </a:lnTo>
                <a:cubicBezTo>
                  <a:pt x="706" y="205"/>
                  <a:pt x="679" y="143"/>
                  <a:pt x="679" y="143"/>
                </a:cubicBezTo>
                <a:cubicBezTo>
                  <a:pt x="679" y="143"/>
                  <a:pt x="634" y="89"/>
                  <a:pt x="634" y="80"/>
                </a:cubicBezTo>
                <a:cubicBezTo>
                  <a:pt x="625" y="80"/>
                  <a:pt x="581" y="45"/>
                  <a:pt x="572" y="36"/>
                </a:cubicBezTo>
                <a:lnTo>
                  <a:pt x="500" y="9"/>
                </a:lnTo>
                <a:lnTo>
                  <a:pt x="492" y="9"/>
                </a:lnTo>
                <a:cubicBezTo>
                  <a:pt x="465" y="9"/>
                  <a:pt x="438" y="0"/>
                  <a:pt x="41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3" name="Google Shape;2803;p24"/>
          <p:cNvSpPr/>
          <p:nvPr/>
        </p:nvSpPr>
        <p:spPr>
          <a:xfrm>
            <a:off x="7255237" y="1118275"/>
            <a:ext cx="48600" cy="56984"/>
          </a:xfrm>
          <a:custGeom>
            <a:avLst/>
            <a:gdLst/>
            <a:ahLst/>
            <a:cxnLst/>
            <a:rect l="l" t="t" r="r" b="b"/>
            <a:pathLst>
              <a:path w="626" h="734" extrusionOk="0">
                <a:moveTo>
                  <a:pt x="309" y="0"/>
                </a:moveTo>
                <a:cubicBezTo>
                  <a:pt x="289" y="0"/>
                  <a:pt x="269" y="3"/>
                  <a:pt x="251" y="7"/>
                </a:cubicBezTo>
                <a:cubicBezTo>
                  <a:pt x="206" y="25"/>
                  <a:pt x="161" y="43"/>
                  <a:pt x="126" y="79"/>
                </a:cubicBezTo>
                <a:lnTo>
                  <a:pt x="126" y="88"/>
                </a:lnTo>
                <a:cubicBezTo>
                  <a:pt x="108" y="114"/>
                  <a:pt x="90" y="132"/>
                  <a:pt x="72" y="150"/>
                </a:cubicBezTo>
                <a:cubicBezTo>
                  <a:pt x="63" y="159"/>
                  <a:pt x="63" y="168"/>
                  <a:pt x="63" y="177"/>
                </a:cubicBezTo>
                <a:cubicBezTo>
                  <a:pt x="54" y="186"/>
                  <a:pt x="45" y="204"/>
                  <a:pt x="45" y="221"/>
                </a:cubicBezTo>
                <a:cubicBezTo>
                  <a:pt x="28" y="239"/>
                  <a:pt x="19" y="266"/>
                  <a:pt x="10" y="293"/>
                </a:cubicBezTo>
                <a:cubicBezTo>
                  <a:pt x="10" y="302"/>
                  <a:pt x="10" y="311"/>
                  <a:pt x="10" y="320"/>
                </a:cubicBezTo>
                <a:cubicBezTo>
                  <a:pt x="1" y="346"/>
                  <a:pt x="1" y="382"/>
                  <a:pt x="1" y="409"/>
                </a:cubicBezTo>
                <a:cubicBezTo>
                  <a:pt x="1" y="445"/>
                  <a:pt x="1" y="489"/>
                  <a:pt x="10" y="525"/>
                </a:cubicBezTo>
                <a:cubicBezTo>
                  <a:pt x="19" y="569"/>
                  <a:pt x="45" y="614"/>
                  <a:pt x="81" y="650"/>
                </a:cubicBezTo>
                <a:cubicBezTo>
                  <a:pt x="108" y="677"/>
                  <a:pt x="144" y="694"/>
                  <a:pt x="179" y="712"/>
                </a:cubicBezTo>
                <a:cubicBezTo>
                  <a:pt x="199" y="725"/>
                  <a:pt x="228" y="734"/>
                  <a:pt x="256" y="734"/>
                </a:cubicBezTo>
                <a:cubicBezTo>
                  <a:pt x="267" y="734"/>
                  <a:pt x="277" y="733"/>
                  <a:pt x="286" y="730"/>
                </a:cubicBezTo>
                <a:cubicBezTo>
                  <a:pt x="340" y="730"/>
                  <a:pt x="385" y="721"/>
                  <a:pt x="429" y="694"/>
                </a:cubicBezTo>
                <a:cubicBezTo>
                  <a:pt x="492" y="659"/>
                  <a:pt x="536" y="614"/>
                  <a:pt x="572" y="561"/>
                </a:cubicBezTo>
                <a:lnTo>
                  <a:pt x="581" y="534"/>
                </a:lnTo>
                <a:cubicBezTo>
                  <a:pt x="590" y="516"/>
                  <a:pt x="608" y="489"/>
                  <a:pt x="617" y="462"/>
                </a:cubicBezTo>
                <a:lnTo>
                  <a:pt x="617" y="445"/>
                </a:lnTo>
                <a:cubicBezTo>
                  <a:pt x="626" y="418"/>
                  <a:pt x="626" y="382"/>
                  <a:pt x="626" y="355"/>
                </a:cubicBezTo>
                <a:cubicBezTo>
                  <a:pt x="626" y="346"/>
                  <a:pt x="626" y="337"/>
                  <a:pt x="626" y="328"/>
                </a:cubicBezTo>
                <a:lnTo>
                  <a:pt x="617" y="248"/>
                </a:lnTo>
                <a:cubicBezTo>
                  <a:pt x="617" y="239"/>
                  <a:pt x="608" y="221"/>
                  <a:pt x="608" y="212"/>
                </a:cubicBezTo>
                <a:cubicBezTo>
                  <a:pt x="599" y="195"/>
                  <a:pt x="590" y="168"/>
                  <a:pt x="572" y="141"/>
                </a:cubicBezTo>
                <a:cubicBezTo>
                  <a:pt x="545" y="105"/>
                  <a:pt x="510" y="70"/>
                  <a:pt x="474" y="43"/>
                </a:cubicBezTo>
                <a:cubicBezTo>
                  <a:pt x="438" y="25"/>
                  <a:pt x="402" y="7"/>
                  <a:pt x="367" y="7"/>
                </a:cubicBezTo>
                <a:cubicBezTo>
                  <a:pt x="349" y="3"/>
                  <a:pt x="329" y="0"/>
                  <a:pt x="30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4" name="Google Shape;2804;p24"/>
          <p:cNvSpPr/>
          <p:nvPr/>
        </p:nvSpPr>
        <p:spPr>
          <a:xfrm>
            <a:off x="7445133" y="1130153"/>
            <a:ext cx="45805" cy="51627"/>
          </a:xfrm>
          <a:custGeom>
            <a:avLst/>
            <a:gdLst/>
            <a:ahLst/>
            <a:cxnLst/>
            <a:rect l="l" t="t" r="r" b="b"/>
            <a:pathLst>
              <a:path w="590" h="665" extrusionOk="0">
                <a:moveTo>
                  <a:pt x="286" y="0"/>
                </a:moveTo>
                <a:cubicBezTo>
                  <a:pt x="265" y="0"/>
                  <a:pt x="244" y="4"/>
                  <a:pt x="223" y="15"/>
                </a:cubicBezTo>
                <a:lnTo>
                  <a:pt x="152" y="42"/>
                </a:lnTo>
                <a:lnTo>
                  <a:pt x="98" y="77"/>
                </a:lnTo>
                <a:cubicBezTo>
                  <a:pt x="81" y="104"/>
                  <a:pt x="63" y="122"/>
                  <a:pt x="54" y="149"/>
                </a:cubicBezTo>
                <a:lnTo>
                  <a:pt x="45" y="167"/>
                </a:lnTo>
                <a:cubicBezTo>
                  <a:pt x="18" y="211"/>
                  <a:pt x="0" y="265"/>
                  <a:pt x="0" y="309"/>
                </a:cubicBezTo>
                <a:lnTo>
                  <a:pt x="0" y="318"/>
                </a:lnTo>
                <a:cubicBezTo>
                  <a:pt x="0" y="354"/>
                  <a:pt x="9" y="381"/>
                  <a:pt x="9" y="408"/>
                </a:cubicBezTo>
                <a:cubicBezTo>
                  <a:pt x="9" y="416"/>
                  <a:pt x="9" y="416"/>
                  <a:pt x="9" y="425"/>
                </a:cubicBezTo>
                <a:lnTo>
                  <a:pt x="9" y="434"/>
                </a:lnTo>
                <a:lnTo>
                  <a:pt x="45" y="515"/>
                </a:lnTo>
                <a:cubicBezTo>
                  <a:pt x="45" y="515"/>
                  <a:pt x="54" y="524"/>
                  <a:pt x="54" y="532"/>
                </a:cubicBezTo>
                <a:lnTo>
                  <a:pt x="98" y="586"/>
                </a:lnTo>
                <a:lnTo>
                  <a:pt x="152" y="631"/>
                </a:lnTo>
                <a:lnTo>
                  <a:pt x="223" y="657"/>
                </a:lnTo>
                <a:cubicBezTo>
                  <a:pt x="241" y="662"/>
                  <a:pt x="259" y="664"/>
                  <a:pt x="277" y="664"/>
                </a:cubicBezTo>
                <a:cubicBezTo>
                  <a:pt x="295" y="664"/>
                  <a:pt x="313" y="662"/>
                  <a:pt x="330" y="657"/>
                </a:cubicBezTo>
                <a:cubicBezTo>
                  <a:pt x="357" y="657"/>
                  <a:pt x="384" y="649"/>
                  <a:pt x="402" y="640"/>
                </a:cubicBezTo>
                <a:cubicBezTo>
                  <a:pt x="429" y="631"/>
                  <a:pt x="447" y="622"/>
                  <a:pt x="464" y="604"/>
                </a:cubicBezTo>
                <a:cubicBezTo>
                  <a:pt x="482" y="595"/>
                  <a:pt x="500" y="577"/>
                  <a:pt x="518" y="550"/>
                </a:cubicBezTo>
                <a:cubicBezTo>
                  <a:pt x="536" y="524"/>
                  <a:pt x="554" y="497"/>
                  <a:pt x="563" y="461"/>
                </a:cubicBezTo>
                <a:lnTo>
                  <a:pt x="571" y="443"/>
                </a:lnTo>
                <a:cubicBezTo>
                  <a:pt x="589" y="399"/>
                  <a:pt x="589" y="345"/>
                  <a:pt x="580" y="300"/>
                </a:cubicBezTo>
                <a:cubicBezTo>
                  <a:pt x="580" y="292"/>
                  <a:pt x="580" y="283"/>
                  <a:pt x="580" y="283"/>
                </a:cubicBezTo>
                <a:lnTo>
                  <a:pt x="580" y="256"/>
                </a:lnTo>
                <a:cubicBezTo>
                  <a:pt x="580" y="247"/>
                  <a:pt x="571" y="238"/>
                  <a:pt x="571" y="229"/>
                </a:cubicBezTo>
                <a:cubicBezTo>
                  <a:pt x="554" y="193"/>
                  <a:pt x="545" y="167"/>
                  <a:pt x="527" y="140"/>
                </a:cubicBezTo>
                <a:lnTo>
                  <a:pt x="482" y="86"/>
                </a:lnTo>
                <a:cubicBezTo>
                  <a:pt x="464" y="59"/>
                  <a:pt x="429" y="42"/>
                  <a:pt x="402" y="24"/>
                </a:cubicBezTo>
                <a:cubicBezTo>
                  <a:pt x="375" y="15"/>
                  <a:pt x="357" y="6"/>
                  <a:pt x="330" y="6"/>
                </a:cubicBezTo>
                <a:cubicBezTo>
                  <a:pt x="316" y="2"/>
                  <a:pt x="301" y="0"/>
                  <a:pt x="28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5" name="Google Shape;2805;p24"/>
          <p:cNvSpPr/>
          <p:nvPr/>
        </p:nvSpPr>
        <p:spPr>
          <a:xfrm>
            <a:off x="7398707" y="1101350"/>
            <a:ext cx="110242" cy="118704"/>
          </a:xfrm>
          <a:custGeom>
            <a:avLst/>
            <a:gdLst/>
            <a:ahLst/>
            <a:cxnLst/>
            <a:rect l="l" t="t" r="r" b="b"/>
            <a:pathLst>
              <a:path w="1420" h="1529" extrusionOk="0">
                <a:moveTo>
                  <a:pt x="656" y="1"/>
                </a:moveTo>
                <a:cubicBezTo>
                  <a:pt x="570" y="1"/>
                  <a:pt x="484" y="19"/>
                  <a:pt x="402" y="56"/>
                </a:cubicBezTo>
                <a:cubicBezTo>
                  <a:pt x="223" y="136"/>
                  <a:pt x="90" y="288"/>
                  <a:pt x="45" y="475"/>
                </a:cubicBezTo>
                <a:cubicBezTo>
                  <a:pt x="1" y="660"/>
                  <a:pt x="18" y="854"/>
                  <a:pt x="104" y="1022"/>
                </a:cubicBezTo>
                <a:lnTo>
                  <a:pt x="104" y="1022"/>
                </a:lnTo>
                <a:cubicBezTo>
                  <a:pt x="18" y="854"/>
                  <a:pt x="1" y="660"/>
                  <a:pt x="54" y="484"/>
                </a:cubicBezTo>
                <a:cubicBezTo>
                  <a:pt x="132" y="205"/>
                  <a:pt x="379" y="30"/>
                  <a:pt x="641" y="30"/>
                </a:cubicBezTo>
                <a:cubicBezTo>
                  <a:pt x="741" y="30"/>
                  <a:pt x="842" y="55"/>
                  <a:pt x="937" y="109"/>
                </a:cubicBezTo>
                <a:cubicBezTo>
                  <a:pt x="1098" y="198"/>
                  <a:pt x="1223" y="341"/>
                  <a:pt x="1285" y="511"/>
                </a:cubicBezTo>
                <a:cubicBezTo>
                  <a:pt x="1357" y="680"/>
                  <a:pt x="1375" y="868"/>
                  <a:pt x="1339" y="1046"/>
                </a:cubicBezTo>
                <a:cubicBezTo>
                  <a:pt x="1312" y="1234"/>
                  <a:pt x="1196" y="1394"/>
                  <a:pt x="1027" y="1475"/>
                </a:cubicBezTo>
                <a:cubicBezTo>
                  <a:pt x="957" y="1499"/>
                  <a:pt x="885" y="1511"/>
                  <a:pt x="814" y="1511"/>
                </a:cubicBezTo>
                <a:cubicBezTo>
                  <a:pt x="702" y="1511"/>
                  <a:pt x="593" y="1481"/>
                  <a:pt x="500" y="1421"/>
                </a:cubicBezTo>
                <a:cubicBezTo>
                  <a:pt x="333" y="1333"/>
                  <a:pt x="200" y="1192"/>
                  <a:pt x="111" y="1034"/>
                </a:cubicBezTo>
                <a:lnTo>
                  <a:pt x="111" y="1034"/>
                </a:lnTo>
                <a:cubicBezTo>
                  <a:pt x="200" y="1192"/>
                  <a:pt x="332" y="1333"/>
                  <a:pt x="491" y="1421"/>
                </a:cubicBezTo>
                <a:cubicBezTo>
                  <a:pt x="598" y="1493"/>
                  <a:pt x="725" y="1528"/>
                  <a:pt x="851" y="1528"/>
                </a:cubicBezTo>
                <a:cubicBezTo>
                  <a:pt x="914" y="1528"/>
                  <a:pt x="976" y="1519"/>
                  <a:pt x="1036" y="1501"/>
                </a:cubicBezTo>
                <a:cubicBezTo>
                  <a:pt x="1214" y="1412"/>
                  <a:pt x="1348" y="1252"/>
                  <a:pt x="1384" y="1055"/>
                </a:cubicBezTo>
                <a:cubicBezTo>
                  <a:pt x="1419" y="868"/>
                  <a:pt x="1402" y="671"/>
                  <a:pt x="1339" y="493"/>
                </a:cubicBezTo>
                <a:cubicBezTo>
                  <a:pt x="1268" y="306"/>
                  <a:pt x="1125" y="163"/>
                  <a:pt x="955" y="73"/>
                </a:cubicBezTo>
                <a:cubicBezTo>
                  <a:pt x="859" y="25"/>
                  <a:pt x="758" y="1"/>
                  <a:pt x="656" y="1"/>
                </a:cubicBezTo>
                <a:close/>
              </a:path>
            </a:pathLst>
          </a:custGeom>
          <a:solidFill>
            <a:srgbClr val="6B09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6" name="Google Shape;2806;p24"/>
          <p:cNvSpPr/>
          <p:nvPr/>
        </p:nvSpPr>
        <p:spPr>
          <a:xfrm>
            <a:off x="7233810" y="1094674"/>
            <a:ext cx="109543" cy="120101"/>
          </a:xfrm>
          <a:custGeom>
            <a:avLst/>
            <a:gdLst/>
            <a:ahLst/>
            <a:cxnLst/>
            <a:rect l="l" t="t" r="r" b="b"/>
            <a:pathLst>
              <a:path w="1411" h="1547" extrusionOk="0">
                <a:moveTo>
                  <a:pt x="740" y="1"/>
                </a:moveTo>
                <a:cubicBezTo>
                  <a:pt x="642" y="1"/>
                  <a:pt x="545" y="23"/>
                  <a:pt x="455" y="70"/>
                </a:cubicBezTo>
                <a:cubicBezTo>
                  <a:pt x="286" y="159"/>
                  <a:pt x="152" y="302"/>
                  <a:pt x="80" y="481"/>
                </a:cubicBezTo>
                <a:cubicBezTo>
                  <a:pt x="152" y="311"/>
                  <a:pt x="286" y="168"/>
                  <a:pt x="455" y="88"/>
                </a:cubicBezTo>
                <a:cubicBezTo>
                  <a:pt x="544" y="44"/>
                  <a:pt x="637" y="23"/>
                  <a:pt x="728" y="23"/>
                </a:cubicBezTo>
                <a:cubicBezTo>
                  <a:pt x="1001" y="23"/>
                  <a:pt x="1254" y="210"/>
                  <a:pt x="1321" y="499"/>
                </a:cubicBezTo>
                <a:cubicBezTo>
                  <a:pt x="1357" y="677"/>
                  <a:pt x="1339" y="865"/>
                  <a:pt x="1250" y="1034"/>
                </a:cubicBezTo>
                <a:cubicBezTo>
                  <a:pt x="1169" y="1195"/>
                  <a:pt x="1044" y="1329"/>
                  <a:pt x="884" y="1427"/>
                </a:cubicBezTo>
                <a:cubicBezTo>
                  <a:pt x="786" y="1487"/>
                  <a:pt x="677" y="1517"/>
                  <a:pt x="567" y="1517"/>
                </a:cubicBezTo>
                <a:cubicBezTo>
                  <a:pt x="497" y="1517"/>
                  <a:pt x="427" y="1505"/>
                  <a:pt x="357" y="1480"/>
                </a:cubicBezTo>
                <a:cubicBezTo>
                  <a:pt x="196" y="1382"/>
                  <a:pt x="80" y="1222"/>
                  <a:pt x="45" y="1043"/>
                </a:cubicBezTo>
                <a:cubicBezTo>
                  <a:pt x="1" y="858"/>
                  <a:pt x="18" y="663"/>
                  <a:pt x="78" y="486"/>
                </a:cubicBezTo>
                <a:lnTo>
                  <a:pt x="78" y="486"/>
                </a:lnTo>
                <a:cubicBezTo>
                  <a:pt x="18" y="663"/>
                  <a:pt x="1" y="858"/>
                  <a:pt x="36" y="1034"/>
                </a:cubicBezTo>
                <a:cubicBezTo>
                  <a:pt x="63" y="1230"/>
                  <a:pt x="179" y="1400"/>
                  <a:pt x="348" y="1489"/>
                </a:cubicBezTo>
                <a:cubicBezTo>
                  <a:pt x="425" y="1528"/>
                  <a:pt x="508" y="1546"/>
                  <a:pt x="590" y="1546"/>
                </a:cubicBezTo>
                <a:cubicBezTo>
                  <a:pt x="698" y="1546"/>
                  <a:pt x="805" y="1514"/>
                  <a:pt x="902" y="1454"/>
                </a:cubicBezTo>
                <a:cubicBezTo>
                  <a:pt x="1071" y="1364"/>
                  <a:pt x="1214" y="1222"/>
                  <a:pt x="1303" y="1052"/>
                </a:cubicBezTo>
                <a:cubicBezTo>
                  <a:pt x="1384" y="873"/>
                  <a:pt x="1410" y="677"/>
                  <a:pt x="1357" y="481"/>
                </a:cubicBezTo>
                <a:cubicBezTo>
                  <a:pt x="1312" y="293"/>
                  <a:pt x="1178" y="142"/>
                  <a:pt x="1000" y="52"/>
                </a:cubicBezTo>
                <a:cubicBezTo>
                  <a:pt x="915" y="19"/>
                  <a:pt x="827" y="1"/>
                  <a:pt x="740" y="1"/>
                </a:cubicBezTo>
                <a:close/>
              </a:path>
            </a:pathLst>
          </a:custGeom>
          <a:solidFill>
            <a:srgbClr val="6B09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7" name="Google Shape;2807;p24"/>
          <p:cNvSpPr/>
          <p:nvPr/>
        </p:nvSpPr>
        <p:spPr>
          <a:xfrm>
            <a:off x="7016198" y="899498"/>
            <a:ext cx="125536" cy="104652"/>
          </a:xfrm>
          <a:custGeom>
            <a:avLst/>
            <a:gdLst/>
            <a:ahLst/>
            <a:cxnLst/>
            <a:rect l="l" t="t" r="r" b="b"/>
            <a:pathLst>
              <a:path w="1617" h="1348" extrusionOk="0">
                <a:moveTo>
                  <a:pt x="870" y="0"/>
                </a:moveTo>
                <a:cubicBezTo>
                  <a:pt x="822" y="0"/>
                  <a:pt x="773" y="5"/>
                  <a:pt x="724" y="14"/>
                </a:cubicBezTo>
                <a:cubicBezTo>
                  <a:pt x="536" y="50"/>
                  <a:pt x="358" y="148"/>
                  <a:pt x="224" y="282"/>
                </a:cubicBezTo>
                <a:cubicBezTo>
                  <a:pt x="72" y="407"/>
                  <a:pt x="1" y="603"/>
                  <a:pt x="27" y="799"/>
                </a:cubicBezTo>
                <a:cubicBezTo>
                  <a:pt x="72" y="987"/>
                  <a:pt x="206" y="1138"/>
                  <a:pt x="376" y="1228"/>
                </a:cubicBezTo>
                <a:cubicBezTo>
                  <a:pt x="520" y="1304"/>
                  <a:pt x="678" y="1348"/>
                  <a:pt x="838" y="1348"/>
                </a:cubicBezTo>
                <a:cubicBezTo>
                  <a:pt x="865" y="1348"/>
                  <a:pt x="893" y="1346"/>
                  <a:pt x="920" y="1344"/>
                </a:cubicBezTo>
                <a:lnTo>
                  <a:pt x="920" y="1344"/>
                </a:lnTo>
                <a:cubicBezTo>
                  <a:pt x="904" y="1344"/>
                  <a:pt x="889" y="1345"/>
                  <a:pt x="873" y="1345"/>
                </a:cubicBezTo>
                <a:cubicBezTo>
                  <a:pt x="701" y="1345"/>
                  <a:pt x="532" y="1300"/>
                  <a:pt x="384" y="1219"/>
                </a:cubicBezTo>
                <a:cubicBezTo>
                  <a:pt x="215" y="1129"/>
                  <a:pt x="99" y="978"/>
                  <a:pt x="54" y="799"/>
                </a:cubicBezTo>
                <a:cubicBezTo>
                  <a:pt x="36" y="612"/>
                  <a:pt x="108" y="433"/>
                  <a:pt x="251" y="308"/>
                </a:cubicBezTo>
                <a:cubicBezTo>
                  <a:pt x="384" y="183"/>
                  <a:pt x="554" y="103"/>
                  <a:pt x="733" y="67"/>
                </a:cubicBezTo>
                <a:cubicBezTo>
                  <a:pt x="783" y="57"/>
                  <a:pt x="833" y="52"/>
                  <a:pt x="884" y="52"/>
                </a:cubicBezTo>
                <a:cubicBezTo>
                  <a:pt x="1014" y="52"/>
                  <a:pt x="1143" y="86"/>
                  <a:pt x="1259" y="157"/>
                </a:cubicBezTo>
                <a:cubicBezTo>
                  <a:pt x="1420" y="246"/>
                  <a:pt x="1536" y="407"/>
                  <a:pt x="1571" y="585"/>
                </a:cubicBezTo>
                <a:cubicBezTo>
                  <a:pt x="1598" y="772"/>
                  <a:pt x="1545" y="960"/>
                  <a:pt x="1411" y="1103"/>
                </a:cubicBezTo>
                <a:cubicBezTo>
                  <a:pt x="1286" y="1237"/>
                  <a:pt x="1107" y="1326"/>
                  <a:pt x="920" y="1344"/>
                </a:cubicBezTo>
                <a:cubicBezTo>
                  <a:pt x="1107" y="1326"/>
                  <a:pt x="1286" y="1245"/>
                  <a:pt x="1420" y="1103"/>
                </a:cubicBezTo>
                <a:cubicBezTo>
                  <a:pt x="1554" y="969"/>
                  <a:pt x="1616" y="772"/>
                  <a:pt x="1589" y="585"/>
                </a:cubicBezTo>
                <a:cubicBezTo>
                  <a:pt x="1563" y="389"/>
                  <a:pt x="1447" y="219"/>
                  <a:pt x="1286" y="121"/>
                </a:cubicBezTo>
                <a:cubicBezTo>
                  <a:pt x="1159" y="41"/>
                  <a:pt x="1016" y="0"/>
                  <a:pt x="870" y="0"/>
                </a:cubicBezTo>
                <a:close/>
              </a:path>
            </a:pathLst>
          </a:custGeom>
          <a:solidFill>
            <a:srgbClr val="6B09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8" name="Google Shape;2808;p24"/>
          <p:cNvSpPr/>
          <p:nvPr/>
        </p:nvSpPr>
        <p:spPr>
          <a:xfrm>
            <a:off x="7118754" y="1033264"/>
            <a:ext cx="111639" cy="116220"/>
          </a:xfrm>
          <a:custGeom>
            <a:avLst/>
            <a:gdLst/>
            <a:ahLst/>
            <a:cxnLst/>
            <a:rect l="l" t="t" r="r" b="b"/>
            <a:pathLst>
              <a:path w="1438" h="1497" extrusionOk="0">
                <a:moveTo>
                  <a:pt x="781" y="0"/>
                </a:moveTo>
                <a:cubicBezTo>
                  <a:pt x="717" y="0"/>
                  <a:pt x="652" y="10"/>
                  <a:pt x="590" y="31"/>
                </a:cubicBezTo>
                <a:cubicBezTo>
                  <a:pt x="402" y="94"/>
                  <a:pt x="250" y="219"/>
                  <a:pt x="143" y="379"/>
                </a:cubicBezTo>
                <a:cubicBezTo>
                  <a:pt x="45" y="549"/>
                  <a:pt x="1" y="736"/>
                  <a:pt x="10" y="933"/>
                </a:cubicBezTo>
                <a:cubicBezTo>
                  <a:pt x="10" y="1129"/>
                  <a:pt x="108" y="1316"/>
                  <a:pt x="268" y="1423"/>
                </a:cubicBezTo>
                <a:cubicBezTo>
                  <a:pt x="365" y="1472"/>
                  <a:pt x="466" y="1496"/>
                  <a:pt x="567" y="1496"/>
                </a:cubicBezTo>
                <a:cubicBezTo>
                  <a:pt x="653" y="1496"/>
                  <a:pt x="739" y="1478"/>
                  <a:pt x="822" y="1441"/>
                </a:cubicBezTo>
                <a:cubicBezTo>
                  <a:pt x="1000" y="1379"/>
                  <a:pt x="1161" y="1263"/>
                  <a:pt x="1268" y="1111"/>
                </a:cubicBezTo>
                <a:lnTo>
                  <a:pt x="1268" y="1111"/>
                </a:lnTo>
                <a:cubicBezTo>
                  <a:pt x="1152" y="1263"/>
                  <a:pt x="1000" y="1370"/>
                  <a:pt x="822" y="1432"/>
                </a:cubicBezTo>
                <a:cubicBezTo>
                  <a:pt x="747" y="1462"/>
                  <a:pt x="670" y="1476"/>
                  <a:pt x="593" y="1476"/>
                </a:cubicBezTo>
                <a:cubicBezTo>
                  <a:pt x="485" y="1476"/>
                  <a:pt x="380" y="1449"/>
                  <a:pt x="286" y="1397"/>
                </a:cubicBezTo>
                <a:cubicBezTo>
                  <a:pt x="134" y="1290"/>
                  <a:pt x="45" y="1111"/>
                  <a:pt x="54" y="924"/>
                </a:cubicBezTo>
                <a:cubicBezTo>
                  <a:pt x="45" y="745"/>
                  <a:pt x="99" y="558"/>
                  <a:pt x="188" y="406"/>
                </a:cubicBezTo>
                <a:cubicBezTo>
                  <a:pt x="286" y="245"/>
                  <a:pt x="429" y="129"/>
                  <a:pt x="607" y="67"/>
                </a:cubicBezTo>
                <a:cubicBezTo>
                  <a:pt x="670" y="47"/>
                  <a:pt x="735" y="37"/>
                  <a:pt x="802" y="37"/>
                </a:cubicBezTo>
                <a:cubicBezTo>
                  <a:pt x="916" y="37"/>
                  <a:pt x="1032" y="67"/>
                  <a:pt x="1134" y="129"/>
                </a:cubicBezTo>
                <a:cubicBezTo>
                  <a:pt x="1295" y="228"/>
                  <a:pt x="1393" y="397"/>
                  <a:pt x="1411" y="585"/>
                </a:cubicBezTo>
                <a:cubicBezTo>
                  <a:pt x="1438" y="772"/>
                  <a:pt x="1384" y="959"/>
                  <a:pt x="1268" y="1111"/>
                </a:cubicBezTo>
                <a:cubicBezTo>
                  <a:pt x="1384" y="959"/>
                  <a:pt x="1438" y="772"/>
                  <a:pt x="1429" y="585"/>
                </a:cubicBezTo>
                <a:cubicBezTo>
                  <a:pt x="1411" y="397"/>
                  <a:pt x="1313" y="219"/>
                  <a:pt x="1152" y="112"/>
                </a:cubicBezTo>
                <a:cubicBezTo>
                  <a:pt x="1039" y="40"/>
                  <a:pt x="910" y="0"/>
                  <a:pt x="781" y="0"/>
                </a:cubicBezTo>
                <a:close/>
              </a:path>
            </a:pathLst>
          </a:custGeom>
          <a:solidFill>
            <a:srgbClr val="6B09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9" name="Google Shape;2809;p24"/>
          <p:cNvSpPr/>
          <p:nvPr/>
        </p:nvSpPr>
        <p:spPr>
          <a:xfrm>
            <a:off x="7466560" y="1199715"/>
            <a:ext cx="24377" cy="27250"/>
          </a:xfrm>
          <a:custGeom>
            <a:avLst/>
            <a:gdLst/>
            <a:ahLst/>
            <a:cxnLst/>
            <a:rect l="l" t="t" r="r" b="b"/>
            <a:pathLst>
              <a:path w="314" h="351" extrusionOk="0">
                <a:moveTo>
                  <a:pt x="149" y="0"/>
                </a:moveTo>
                <a:cubicBezTo>
                  <a:pt x="141" y="0"/>
                  <a:pt x="134" y="1"/>
                  <a:pt x="126" y="2"/>
                </a:cubicBezTo>
                <a:lnTo>
                  <a:pt x="99" y="2"/>
                </a:lnTo>
                <a:cubicBezTo>
                  <a:pt x="81" y="2"/>
                  <a:pt x="63" y="11"/>
                  <a:pt x="54" y="20"/>
                </a:cubicBezTo>
                <a:cubicBezTo>
                  <a:pt x="37" y="29"/>
                  <a:pt x="37" y="38"/>
                  <a:pt x="28" y="47"/>
                </a:cubicBezTo>
                <a:cubicBezTo>
                  <a:pt x="19" y="56"/>
                  <a:pt x="10" y="74"/>
                  <a:pt x="1" y="92"/>
                </a:cubicBezTo>
                <a:lnTo>
                  <a:pt x="1" y="127"/>
                </a:lnTo>
                <a:cubicBezTo>
                  <a:pt x="1" y="145"/>
                  <a:pt x="1" y="163"/>
                  <a:pt x="10" y="181"/>
                </a:cubicBezTo>
                <a:cubicBezTo>
                  <a:pt x="10" y="190"/>
                  <a:pt x="19" y="190"/>
                  <a:pt x="19" y="199"/>
                </a:cubicBezTo>
                <a:lnTo>
                  <a:pt x="28" y="217"/>
                </a:lnTo>
                <a:cubicBezTo>
                  <a:pt x="37" y="226"/>
                  <a:pt x="46" y="243"/>
                  <a:pt x="46" y="252"/>
                </a:cubicBezTo>
                <a:cubicBezTo>
                  <a:pt x="54" y="270"/>
                  <a:pt x="54" y="288"/>
                  <a:pt x="72" y="297"/>
                </a:cubicBezTo>
                <a:cubicBezTo>
                  <a:pt x="81" y="315"/>
                  <a:pt x="90" y="324"/>
                  <a:pt x="108" y="333"/>
                </a:cubicBezTo>
                <a:cubicBezTo>
                  <a:pt x="126" y="342"/>
                  <a:pt x="144" y="350"/>
                  <a:pt x="162" y="350"/>
                </a:cubicBezTo>
                <a:lnTo>
                  <a:pt x="215" y="350"/>
                </a:lnTo>
                <a:lnTo>
                  <a:pt x="251" y="333"/>
                </a:lnTo>
                <a:cubicBezTo>
                  <a:pt x="269" y="324"/>
                  <a:pt x="287" y="306"/>
                  <a:pt x="295" y="288"/>
                </a:cubicBezTo>
                <a:lnTo>
                  <a:pt x="313" y="252"/>
                </a:lnTo>
                <a:cubicBezTo>
                  <a:pt x="313" y="234"/>
                  <a:pt x="313" y="217"/>
                  <a:pt x="313" y="199"/>
                </a:cubicBezTo>
                <a:cubicBezTo>
                  <a:pt x="304" y="163"/>
                  <a:pt x="287" y="136"/>
                  <a:pt x="278" y="110"/>
                </a:cubicBezTo>
                <a:cubicBezTo>
                  <a:pt x="278" y="101"/>
                  <a:pt x="269" y="92"/>
                  <a:pt x="260" y="83"/>
                </a:cubicBezTo>
                <a:cubicBezTo>
                  <a:pt x="251" y="65"/>
                  <a:pt x="242" y="47"/>
                  <a:pt x="233" y="38"/>
                </a:cubicBezTo>
                <a:cubicBezTo>
                  <a:pt x="211" y="16"/>
                  <a:pt x="183" y="0"/>
                  <a:pt x="14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0" name="Google Shape;2810;p24"/>
          <p:cNvSpPr/>
          <p:nvPr/>
        </p:nvSpPr>
        <p:spPr>
          <a:xfrm>
            <a:off x="7249725" y="1191563"/>
            <a:ext cx="26396" cy="28492"/>
          </a:xfrm>
          <a:custGeom>
            <a:avLst/>
            <a:gdLst/>
            <a:ahLst/>
            <a:cxnLst/>
            <a:rect l="l" t="t" r="r" b="b"/>
            <a:pathLst>
              <a:path w="340" h="367" extrusionOk="0">
                <a:moveTo>
                  <a:pt x="197" y="0"/>
                </a:moveTo>
                <a:cubicBezTo>
                  <a:pt x="179" y="0"/>
                  <a:pt x="161" y="18"/>
                  <a:pt x="143" y="27"/>
                </a:cubicBezTo>
                <a:cubicBezTo>
                  <a:pt x="134" y="36"/>
                  <a:pt x="125" y="45"/>
                  <a:pt x="116" y="54"/>
                </a:cubicBezTo>
                <a:lnTo>
                  <a:pt x="81" y="81"/>
                </a:lnTo>
                <a:lnTo>
                  <a:pt x="63" y="98"/>
                </a:lnTo>
                <a:lnTo>
                  <a:pt x="54" y="98"/>
                </a:lnTo>
                <a:cubicBezTo>
                  <a:pt x="45" y="98"/>
                  <a:pt x="45" y="107"/>
                  <a:pt x="36" y="116"/>
                </a:cubicBezTo>
                <a:cubicBezTo>
                  <a:pt x="36" y="125"/>
                  <a:pt x="27" y="134"/>
                  <a:pt x="27" y="134"/>
                </a:cubicBezTo>
                <a:lnTo>
                  <a:pt x="18" y="161"/>
                </a:lnTo>
                <a:cubicBezTo>
                  <a:pt x="9" y="161"/>
                  <a:pt x="9" y="170"/>
                  <a:pt x="9" y="179"/>
                </a:cubicBezTo>
                <a:cubicBezTo>
                  <a:pt x="0" y="188"/>
                  <a:pt x="0" y="197"/>
                  <a:pt x="0" y="206"/>
                </a:cubicBezTo>
                <a:cubicBezTo>
                  <a:pt x="0" y="215"/>
                  <a:pt x="0" y="223"/>
                  <a:pt x="0" y="232"/>
                </a:cubicBezTo>
                <a:cubicBezTo>
                  <a:pt x="0" y="259"/>
                  <a:pt x="9" y="286"/>
                  <a:pt x="18" y="304"/>
                </a:cubicBezTo>
                <a:cubicBezTo>
                  <a:pt x="36" y="331"/>
                  <a:pt x="63" y="348"/>
                  <a:pt x="99" y="366"/>
                </a:cubicBezTo>
                <a:lnTo>
                  <a:pt x="170" y="366"/>
                </a:lnTo>
                <a:lnTo>
                  <a:pt x="206" y="348"/>
                </a:lnTo>
                <a:lnTo>
                  <a:pt x="232" y="331"/>
                </a:lnTo>
                <a:lnTo>
                  <a:pt x="250" y="313"/>
                </a:lnTo>
                <a:lnTo>
                  <a:pt x="277" y="286"/>
                </a:lnTo>
                <a:lnTo>
                  <a:pt x="277" y="277"/>
                </a:lnTo>
                <a:lnTo>
                  <a:pt x="286" y="250"/>
                </a:lnTo>
                <a:lnTo>
                  <a:pt x="295" y="215"/>
                </a:lnTo>
                <a:lnTo>
                  <a:pt x="322" y="179"/>
                </a:lnTo>
                <a:cubicBezTo>
                  <a:pt x="331" y="161"/>
                  <a:pt x="331" y="152"/>
                  <a:pt x="331" y="134"/>
                </a:cubicBezTo>
                <a:cubicBezTo>
                  <a:pt x="340" y="116"/>
                  <a:pt x="340" y="98"/>
                  <a:pt x="331" y="90"/>
                </a:cubicBezTo>
                <a:lnTo>
                  <a:pt x="331" y="54"/>
                </a:lnTo>
                <a:cubicBezTo>
                  <a:pt x="322" y="45"/>
                  <a:pt x="313" y="36"/>
                  <a:pt x="295" y="27"/>
                </a:cubicBezTo>
                <a:cubicBezTo>
                  <a:pt x="286" y="18"/>
                  <a:pt x="277" y="9"/>
                  <a:pt x="268" y="9"/>
                </a:cubicBezTo>
                <a:cubicBezTo>
                  <a:pt x="259" y="0"/>
                  <a:pt x="241" y="0"/>
                  <a:pt x="22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1" name="Google Shape;2811;p24"/>
          <p:cNvSpPr/>
          <p:nvPr/>
        </p:nvSpPr>
        <p:spPr>
          <a:xfrm>
            <a:off x="7003777" y="950427"/>
            <a:ext cx="36100" cy="21350"/>
          </a:xfrm>
          <a:custGeom>
            <a:avLst/>
            <a:gdLst/>
            <a:ahLst/>
            <a:cxnLst/>
            <a:rect l="l" t="t" r="r" b="b"/>
            <a:pathLst>
              <a:path w="465" h="275" extrusionOk="0">
                <a:moveTo>
                  <a:pt x="241" y="0"/>
                </a:moveTo>
                <a:cubicBezTo>
                  <a:pt x="205" y="0"/>
                  <a:pt x="179" y="9"/>
                  <a:pt x="152" y="9"/>
                </a:cubicBezTo>
                <a:cubicBezTo>
                  <a:pt x="107" y="9"/>
                  <a:pt x="63" y="27"/>
                  <a:pt x="36" y="63"/>
                </a:cubicBezTo>
                <a:cubicBezTo>
                  <a:pt x="18" y="72"/>
                  <a:pt x="9" y="99"/>
                  <a:pt x="9" y="116"/>
                </a:cubicBezTo>
                <a:cubicBezTo>
                  <a:pt x="0" y="134"/>
                  <a:pt x="0" y="161"/>
                  <a:pt x="9" y="179"/>
                </a:cubicBezTo>
                <a:cubicBezTo>
                  <a:pt x="9" y="206"/>
                  <a:pt x="18" y="224"/>
                  <a:pt x="36" y="241"/>
                </a:cubicBezTo>
                <a:cubicBezTo>
                  <a:pt x="54" y="250"/>
                  <a:pt x="71" y="259"/>
                  <a:pt x="89" y="268"/>
                </a:cubicBezTo>
                <a:cubicBezTo>
                  <a:pt x="108" y="272"/>
                  <a:pt x="125" y="274"/>
                  <a:pt x="141" y="274"/>
                </a:cubicBezTo>
                <a:cubicBezTo>
                  <a:pt x="164" y="274"/>
                  <a:pt x="184" y="270"/>
                  <a:pt x="205" y="259"/>
                </a:cubicBezTo>
                <a:lnTo>
                  <a:pt x="268" y="241"/>
                </a:lnTo>
                <a:cubicBezTo>
                  <a:pt x="304" y="232"/>
                  <a:pt x="339" y="224"/>
                  <a:pt x="375" y="215"/>
                </a:cubicBezTo>
                <a:cubicBezTo>
                  <a:pt x="428" y="206"/>
                  <a:pt x="464" y="152"/>
                  <a:pt x="455" y="99"/>
                </a:cubicBezTo>
                <a:cubicBezTo>
                  <a:pt x="446" y="81"/>
                  <a:pt x="437" y="54"/>
                  <a:pt x="420" y="45"/>
                </a:cubicBezTo>
                <a:lnTo>
                  <a:pt x="411" y="18"/>
                </a:lnTo>
                <a:cubicBezTo>
                  <a:pt x="402" y="9"/>
                  <a:pt x="375" y="0"/>
                  <a:pt x="35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2" name="Google Shape;2812;p24"/>
          <p:cNvSpPr/>
          <p:nvPr/>
        </p:nvSpPr>
        <p:spPr>
          <a:xfrm>
            <a:off x="7122947" y="1116567"/>
            <a:ext cx="37498" cy="38352"/>
          </a:xfrm>
          <a:custGeom>
            <a:avLst/>
            <a:gdLst/>
            <a:ahLst/>
            <a:cxnLst/>
            <a:rect l="l" t="t" r="r" b="b"/>
            <a:pathLst>
              <a:path w="483" h="494" extrusionOk="0">
                <a:moveTo>
                  <a:pt x="367" y="0"/>
                </a:moveTo>
                <a:cubicBezTo>
                  <a:pt x="361" y="0"/>
                  <a:pt x="355" y="1"/>
                  <a:pt x="348" y="2"/>
                </a:cubicBezTo>
                <a:cubicBezTo>
                  <a:pt x="304" y="2"/>
                  <a:pt x="268" y="11"/>
                  <a:pt x="241" y="38"/>
                </a:cubicBezTo>
                <a:lnTo>
                  <a:pt x="45" y="243"/>
                </a:lnTo>
                <a:cubicBezTo>
                  <a:pt x="18" y="270"/>
                  <a:pt x="0" y="306"/>
                  <a:pt x="0" y="350"/>
                </a:cubicBezTo>
                <a:cubicBezTo>
                  <a:pt x="0" y="431"/>
                  <a:pt x="72" y="493"/>
                  <a:pt x="152" y="493"/>
                </a:cubicBezTo>
                <a:cubicBezTo>
                  <a:pt x="188" y="493"/>
                  <a:pt x="223" y="475"/>
                  <a:pt x="250" y="449"/>
                </a:cubicBezTo>
                <a:lnTo>
                  <a:pt x="446" y="243"/>
                </a:lnTo>
                <a:cubicBezTo>
                  <a:pt x="473" y="217"/>
                  <a:pt x="482" y="181"/>
                  <a:pt x="482" y="136"/>
                </a:cubicBezTo>
                <a:cubicBezTo>
                  <a:pt x="482" y="101"/>
                  <a:pt x="473" y="65"/>
                  <a:pt x="446" y="38"/>
                </a:cubicBezTo>
                <a:cubicBezTo>
                  <a:pt x="424" y="16"/>
                  <a:pt x="396" y="0"/>
                  <a:pt x="36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3" name="Google Shape;2813;p24"/>
          <p:cNvSpPr/>
          <p:nvPr/>
        </p:nvSpPr>
        <p:spPr>
          <a:xfrm>
            <a:off x="5696245" y="1097313"/>
            <a:ext cx="462239" cy="446324"/>
          </a:xfrm>
          <a:custGeom>
            <a:avLst/>
            <a:gdLst/>
            <a:ahLst/>
            <a:cxnLst/>
            <a:rect l="l" t="t" r="r" b="b"/>
            <a:pathLst>
              <a:path w="5954" h="5749" extrusionOk="0">
                <a:moveTo>
                  <a:pt x="1928" y="1"/>
                </a:moveTo>
                <a:cubicBezTo>
                  <a:pt x="1928" y="1"/>
                  <a:pt x="1709" y="759"/>
                  <a:pt x="1248" y="759"/>
                </a:cubicBezTo>
                <a:cubicBezTo>
                  <a:pt x="1209" y="759"/>
                  <a:pt x="1168" y="753"/>
                  <a:pt x="1125" y="741"/>
                </a:cubicBezTo>
                <a:lnTo>
                  <a:pt x="1125" y="741"/>
                </a:lnTo>
                <a:cubicBezTo>
                  <a:pt x="1125" y="741"/>
                  <a:pt x="1750" y="1321"/>
                  <a:pt x="1768" y="2044"/>
                </a:cubicBezTo>
                <a:cubicBezTo>
                  <a:pt x="1768" y="2044"/>
                  <a:pt x="1175" y="2546"/>
                  <a:pt x="466" y="2546"/>
                </a:cubicBezTo>
                <a:cubicBezTo>
                  <a:pt x="407" y="2546"/>
                  <a:pt x="347" y="2543"/>
                  <a:pt x="286" y="2535"/>
                </a:cubicBezTo>
                <a:lnTo>
                  <a:pt x="286" y="2535"/>
                </a:lnTo>
                <a:cubicBezTo>
                  <a:pt x="286" y="2535"/>
                  <a:pt x="590" y="3187"/>
                  <a:pt x="1" y="3588"/>
                </a:cubicBezTo>
                <a:cubicBezTo>
                  <a:pt x="1" y="3588"/>
                  <a:pt x="94" y="3571"/>
                  <a:pt x="215" y="3571"/>
                </a:cubicBezTo>
                <a:cubicBezTo>
                  <a:pt x="468" y="3571"/>
                  <a:pt x="844" y="3645"/>
                  <a:pt x="759" y="4097"/>
                </a:cubicBezTo>
                <a:cubicBezTo>
                  <a:pt x="759" y="4097"/>
                  <a:pt x="1078" y="3810"/>
                  <a:pt x="1422" y="3810"/>
                </a:cubicBezTo>
                <a:cubicBezTo>
                  <a:pt x="1480" y="3810"/>
                  <a:pt x="1540" y="3819"/>
                  <a:pt x="1598" y="3838"/>
                </a:cubicBezTo>
                <a:cubicBezTo>
                  <a:pt x="2009" y="3972"/>
                  <a:pt x="1732" y="4838"/>
                  <a:pt x="1661" y="4990"/>
                </a:cubicBezTo>
                <a:cubicBezTo>
                  <a:pt x="1661" y="4990"/>
                  <a:pt x="1716" y="4977"/>
                  <a:pt x="1808" y="4977"/>
                </a:cubicBezTo>
                <a:cubicBezTo>
                  <a:pt x="2061" y="4977"/>
                  <a:pt x="2588" y="5068"/>
                  <a:pt x="2999" y="5748"/>
                </a:cubicBezTo>
                <a:cubicBezTo>
                  <a:pt x="2999" y="5748"/>
                  <a:pt x="2892" y="4802"/>
                  <a:pt x="3704" y="4793"/>
                </a:cubicBezTo>
                <a:cubicBezTo>
                  <a:pt x="3704" y="4793"/>
                  <a:pt x="3214" y="4383"/>
                  <a:pt x="3401" y="3936"/>
                </a:cubicBezTo>
                <a:cubicBezTo>
                  <a:pt x="3461" y="3785"/>
                  <a:pt x="3574" y="3711"/>
                  <a:pt x="3711" y="3711"/>
                </a:cubicBezTo>
                <a:cubicBezTo>
                  <a:pt x="3977" y="3711"/>
                  <a:pt x="4334" y="3994"/>
                  <a:pt x="4570" y="4543"/>
                </a:cubicBezTo>
                <a:cubicBezTo>
                  <a:pt x="4570" y="4543"/>
                  <a:pt x="4861" y="4011"/>
                  <a:pt x="5413" y="4011"/>
                </a:cubicBezTo>
                <a:cubicBezTo>
                  <a:pt x="5572" y="4011"/>
                  <a:pt x="5752" y="4055"/>
                  <a:pt x="5954" y="4168"/>
                </a:cubicBezTo>
                <a:cubicBezTo>
                  <a:pt x="5954" y="4168"/>
                  <a:pt x="5016" y="3562"/>
                  <a:pt x="5588" y="2696"/>
                </a:cubicBezTo>
                <a:lnTo>
                  <a:pt x="5588" y="2696"/>
                </a:lnTo>
                <a:cubicBezTo>
                  <a:pt x="5588" y="2696"/>
                  <a:pt x="5408" y="2720"/>
                  <a:pt x="5177" y="2720"/>
                </a:cubicBezTo>
                <a:cubicBezTo>
                  <a:pt x="4825" y="2720"/>
                  <a:pt x="4355" y="2664"/>
                  <a:pt x="4231" y="2383"/>
                </a:cubicBezTo>
                <a:cubicBezTo>
                  <a:pt x="4026" y="1919"/>
                  <a:pt x="5195" y="1893"/>
                  <a:pt x="5195" y="1893"/>
                </a:cubicBezTo>
                <a:cubicBezTo>
                  <a:pt x="5195" y="1893"/>
                  <a:pt x="4740" y="1330"/>
                  <a:pt x="5481" y="741"/>
                </a:cubicBezTo>
                <a:lnTo>
                  <a:pt x="5481" y="741"/>
                </a:lnTo>
                <a:cubicBezTo>
                  <a:pt x="5481" y="741"/>
                  <a:pt x="5448" y="743"/>
                  <a:pt x="5392" y="743"/>
                </a:cubicBezTo>
                <a:cubicBezTo>
                  <a:pt x="5123" y="743"/>
                  <a:pt x="4320" y="700"/>
                  <a:pt x="4017" y="206"/>
                </a:cubicBezTo>
                <a:cubicBezTo>
                  <a:pt x="4017" y="206"/>
                  <a:pt x="3527" y="887"/>
                  <a:pt x="3196" y="887"/>
                </a:cubicBezTo>
                <a:cubicBezTo>
                  <a:pt x="3184" y="887"/>
                  <a:pt x="3172" y="886"/>
                  <a:pt x="3160" y="884"/>
                </a:cubicBezTo>
                <a:cubicBezTo>
                  <a:pt x="2821" y="822"/>
                  <a:pt x="2723" y="99"/>
                  <a:pt x="2723" y="99"/>
                </a:cubicBezTo>
                <a:cubicBezTo>
                  <a:pt x="2723" y="99"/>
                  <a:pt x="2540" y="228"/>
                  <a:pt x="2329" y="228"/>
                </a:cubicBezTo>
                <a:cubicBezTo>
                  <a:pt x="2194" y="228"/>
                  <a:pt x="2047" y="175"/>
                  <a:pt x="1928"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4" name="Google Shape;2814;p24"/>
          <p:cNvSpPr/>
          <p:nvPr/>
        </p:nvSpPr>
        <p:spPr>
          <a:xfrm>
            <a:off x="5825818" y="1266403"/>
            <a:ext cx="332666" cy="277933"/>
          </a:xfrm>
          <a:custGeom>
            <a:avLst/>
            <a:gdLst/>
            <a:ahLst/>
            <a:cxnLst/>
            <a:rect l="l" t="t" r="r" b="b"/>
            <a:pathLst>
              <a:path w="4285" h="3580" extrusionOk="0">
                <a:moveTo>
                  <a:pt x="268" y="2812"/>
                </a:moveTo>
                <a:cubicBezTo>
                  <a:pt x="545" y="2847"/>
                  <a:pt x="982" y="2999"/>
                  <a:pt x="1339" y="3579"/>
                </a:cubicBezTo>
                <a:cubicBezTo>
                  <a:pt x="1339" y="3579"/>
                  <a:pt x="1223" y="2624"/>
                  <a:pt x="2044" y="2615"/>
                </a:cubicBezTo>
                <a:cubicBezTo>
                  <a:pt x="2044" y="2615"/>
                  <a:pt x="1545" y="2214"/>
                  <a:pt x="1732" y="1758"/>
                </a:cubicBezTo>
                <a:cubicBezTo>
                  <a:pt x="1911" y="1312"/>
                  <a:pt x="2553" y="1535"/>
                  <a:pt x="2901" y="2365"/>
                </a:cubicBezTo>
                <a:cubicBezTo>
                  <a:pt x="2901" y="2365"/>
                  <a:pt x="3383" y="1491"/>
                  <a:pt x="4285" y="1990"/>
                </a:cubicBezTo>
                <a:cubicBezTo>
                  <a:pt x="4285" y="1990"/>
                  <a:pt x="3347" y="1384"/>
                  <a:pt x="3919" y="518"/>
                </a:cubicBezTo>
                <a:cubicBezTo>
                  <a:pt x="3919" y="518"/>
                  <a:pt x="2767" y="670"/>
                  <a:pt x="2562" y="205"/>
                </a:cubicBezTo>
                <a:cubicBezTo>
                  <a:pt x="2526" y="143"/>
                  <a:pt x="2526" y="63"/>
                  <a:pt x="2562" y="0"/>
                </a:cubicBezTo>
                <a:cubicBezTo>
                  <a:pt x="1089" y="27"/>
                  <a:pt x="1" y="1366"/>
                  <a:pt x="268" y="2812"/>
                </a:cubicBezTo>
                <a:close/>
              </a:path>
            </a:pathLst>
          </a:custGeom>
          <a:gradFill>
            <a:gsLst>
              <a:gs pos="0">
                <a:srgbClr val="FFFFFF">
                  <a:alpha val="0"/>
                </a:srgbClr>
              </a:gs>
              <a:gs pos="100000">
                <a:srgbClr val="FFFFFF">
                  <a:alpha val="2196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5" name="Google Shape;2815;p24"/>
          <p:cNvSpPr/>
          <p:nvPr/>
        </p:nvSpPr>
        <p:spPr>
          <a:xfrm>
            <a:off x="5688637" y="1094518"/>
            <a:ext cx="470546" cy="454631"/>
          </a:xfrm>
          <a:custGeom>
            <a:avLst/>
            <a:gdLst/>
            <a:ahLst/>
            <a:cxnLst/>
            <a:rect l="l" t="t" r="r" b="b"/>
            <a:pathLst>
              <a:path w="6061" h="5856" extrusionOk="0">
                <a:moveTo>
                  <a:pt x="4305" y="2270"/>
                </a:moveTo>
                <a:cubicBezTo>
                  <a:pt x="4298" y="2298"/>
                  <a:pt x="4297" y="2328"/>
                  <a:pt x="4302" y="2357"/>
                </a:cubicBezTo>
                <a:cubicBezTo>
                  <a:pt x="4308" y="2374"/>
                  <a:pt x="4314" y="2390"/>
                  <a:pt x="4322" y="2407"/>
                </a:cubicBezTo>
                <a:lnTo>
                  <a:pt x="4322" y="2407"/>
                </a:lnTo>
                <a:cubicBezTo>
                  <a:pt x="4317" y="2393"/>
                  <a:pt x="4313" y="2380"/>
                  <a:pt x="4311" y="2366"/>
                </a:cubicBezTo>
                <a:cubicBezTo>
                  <a:pt x="4302" y="2333"/>
                  <a:pt x="4300" y="2300"/>
                  <a:pt x="4305" y="2270"/>
                </a:cubicBezTo>
                <a:close/>
                <a:moveTo>
                  <a:pt x="4322" y="2407"/>
                </a:moveTo>
                <a:lnTo>
                  <a:pt x="4322" y="2407"/>
                </a:lnTo>
                <a:cubicBezTo>
                  <a:pt x="4330" y="2431"/>
                  <a:pt x="4342" y="2455"/>
                  <a:pt x="4358" y="2475"/>
                </a:cubicBezTo>
                <a:lnTo>
                  <a:pt x="4358" y="2475"/>
                </a:lnTo>
                <a:cubicBezTo>
                  <a:pt x="4344" y="2454"/>
                  <a:pt x="4332" y="2431"/>
                  <a:pt x="4322" y="2407"/>
                </a:cubicBezTo>
                <a:close/>
                <a:moveTo>
                  <a:pt x="4358" y="2475"/>
                </a:moveTo>
                <a:lnTo>
                  <a:pt x="4358" y="2475"/>
                </a:lnTo>
                <a:cubicBezTo>
                  <a:pt x="4366" y="2487"/>
                  <a:pt x="4374" y="2498"/>
                  <a:pt x="4383" y="2509"/>
                </a:cubicBezTo>
                <a:cubicBezTo>
                  <a:pt x="4426" y="2558"/>
                  <a:pt x="4480" y="2597"/>
                  <a:pt x="4542" y="2628"/>
                </a:cubicBezTo>
                <a:lnTo>
                  <a:pt x="4542" y="2628"/>
                </a:lnTo>
                <a:cubicBezTo>
                  <a:pt x="4485" y="2599"/>
                  <a:pt x="4432" y="2560"/>
                  <a:pt x="4392" y="2509"/>
                </a:cubicBezTo>
                <a:cubicBezTo>
                  <a:pt x="4379" y="2499"/>
                  <a:pt x="4368" y="2488"/>
                  <a:pt x="4358" y="2475"/>
                </a:cubicBezTo>
                <a:close/>
                <a:moveTo>
                  <a:pt x="4542" y="2628"/>
                </a:moveTo>
                <a:cubicBezTo>
                  <a:pt x="4553" y="2634"/>
                  <a:pt x="4565" y="2640"/>
                  <a:pt x="4577" y="2645"/>
                </a:cubicBezTo>
                <a:lnTo>
                  <a:pt x="4577" y="2645"/>
                </a:lnTo>
                <a:cubicBezTo>
                  <a:pt x="4565" y="2639"/>
                  <a:pt x="4553" y="2634"/>
                  <a:pt x="4542" y="2628"/>
                </a:cubicBezTo>
                <a:close/>
                <a:moveTo>
                  <a:pt x="4577" y="2645"/>
                </a:moveTo>
                <a:lnTo>
                  <a:pt x="4577" y="2645"/>
                </a:lnTo>
                <a:cubicBezTo>
                  <a:pt x="4606" y="2657"/>
                  <a:pt x="4636" y="2668"/>
                  <a:pt x="4668" y="2678"/>
                </a:cubicBezTo>
                <a:cubicBezTo>
                  <a:pt x="4681" y="2682"/>
                  <a:pt x="4694" y="2685"/>
                  <a:pt x="4707" y="2688"/>
                </a:cubicBezTo>
                <a:lnTo>
                  <a:pt x="4707" y="2688"/>
                </a:lnTo>
                <a:cubicBezTo>
                  <a:pt x="4697" y="2685"/>
                  <a:pt x="4687" y="2682"/>
                  <a:pt x="4677" y="2678"/>
                </a:cubicBezTo>
                <a:cubicBezTo>
                  <a:pt x="4643" y="2670"/>
                  <a:pt x="4609" y="2659"/>
                  <a:pt x="4577" y="2645"/>
                </a:cubicBezTo>
                <a:close/>
                <a:moveTo>
                  <a:pt x="4707" y="2688"/>
                </a:moveTo>
                <a:cubicBezTo>
                  <a:pt x="4806" y="2719"/>
                  <a:pt x="4911" y="2742"/>
                  <a:pt x="5016" y="2750"/>
                </a:cubicBezTo>
                <a:cubicBezTo>
                  <a:pt x="5092" y="2756"/>
                  <a:pt x="5170" y="2759"/>
                  <a:pt x="5249" y="2759"/>
                </a:cubicBezTo>
                <a:cubicBezTo>
                  <a:pt x="5394" y="2759"/>
                  <a:pt x="5542" y="2749"/>
                  <a:pt x="5686" y="2732"/>
                </a:cubicBezTo>
                <a:lnTo>
                  <a:pt x="5686" y="2732"/>
                </a:lnTo>
                <a:cubicBezTo>
                  <a:pt x="5558" y="2747"/>
                  <a:pt x="5433" y="2753"/>
                  <a:pt x="5308" y="2753"/>
                </a:cubicBezTo>
                <a:cubicBezTo>
                  <a:pt x="5205" y="2753"/>
                  <a:pt x="5103" y="2749"/>
                  <a:pt x="4998" y="2741"/>
                </a:cubicBezTo>
                <a:cubicBezTo>
                  <a:pt x="4896" y="2733"/>
                  <a:pt x="4801" y="2711"/>
                  <a:pt x="4707" y="2688"/>
                </a:cubicBezTo>
                <a:close/>
                <a:moveTo>
                  <a:pt x="2009" y="1"/>
                </a:moveTo>
                <a:lnTo>
                  <a:pt x="2000" y="37"/>
                </a:lnTo>
                <a:cubicBezTo>
                  <a:pt x="1937" y="224"/>
                  <a:pt x="1848" y="411"/>
                  <a:pt x="1723" y="563"/>
                </a:cubicBezTo>
                <a:cubicBezTo>
                  <a:pt x="1669" y="643"/>
                  <a:pt x="1589" y="706"/>
                  <a:pt x="1500" y="742"/>
                </a:cubicBezTo>
                <a:cubicBezTo>
                  <a:pt x="1446" y="763"/>
                  <a:pt x="1388" y="775"/>
                  <a:pt x="1332" y="775"/>
                </a:cubicBezTo>
                <a:cubicBezTo>
                  <a:pt x="1303" y="775"/>
                  <a:pt x="1275" y="772"/>
                  <a:pt x="1248" y="766"/>
                </a:cubicBezTo>
                <a:lnTo>
                  <a:pt x="1248" y="766"/>
                </a:lnTo>
                <a:cubicBezTo>
                  <a:pt x="1246" y="764"/>
                  <a:pt x="1243" y="762"/>
                  <a:pt x="1241" y="759"/>
                </a:cubicBezTo>
                <a:lnTo>
                  <a:pt x="1239" y="764"/>
                </a:lnTo>
                <a:lnTo>
                  <a:pt x="1239" y="764"/>
                </a:lnTo>
                <a:cubicBezTo>
                  <a:pt x="1234" y="762"/>
                  <a:pt x="1228" y="761"/>
                  <a:pt x="1223" y="759"/>
                </a:cubicBezTo>
                <a:lnTo>
                  <a:pt x="1143" y="742"/>
                </a:lnTo>
                <a:lnTo>
                  <a:pt x="1205" y="795"/>
                </a:lnTo>
                <a:cubicBezTo>
                  <a:pt x="1375" y="974"/>
                  <a:pt x="1527" y="1170"/>
                  <a:pt x="1643" y="1384"/>
                </a:cubicBezTo>
                <a:cubicBezTo>
                  <a:pt x="1696" y="1491"/>
                  <a:pt x="1741" y="1607"/>
                  <a:pt x="1777" y="1723"/>
                </a:cubicBezTo>
                <a:cubicBezTo>
                  <a:pt x="1811" y="1836"/>
                  <a:pt x="1829" y="1949"/>
                  <a:pt x="1838" y="2070"/>
                </a:cubicBezTo>
                <a:lnTo>
                  <a:pt x="1838" y="2070"/>
                </a:lnTo>
                <a:cubicBezTo>
                  <a:pt x="1627" y="2227"/>
                  <a:pt x="1398" y="2358"/>
                  <a:pt x="1152" y="2446"/>
                </a:cubicBezTo>
                <a:cubicBezTo>
                  <a:pt x="1027" y="2491"/>
                  <a:pt x="902" y="2518"/>
                  <a:pt x="777" y="2544"/>
                </a:cubicBezTo>
                <a:cubicBezTo>
                  <a:pt x="710" y="2553"/>
                  <a:pt x="643" y="2558"/>
                  <a:pt x="577" y="2558"/>
                </a:cubicBezTo>
                <a:cubicBezTo>
                  <a:pt x="511" y="2558"/>
                  <a:pt x="447" y="2553"/>
                  <a:pt x="384" y="2544"/>
                </a:cubicBezTo>
                <a:lnTo>
                  <a:pt x="340" y="2544"/>
                </a:lnTo>
                <a:lnTo>
                  <a:pt x="357" y="2589"/>
                </a:lnTo>
                <a:cubicBezTo>
                  <a:pt x="393" y="2678"/>
                  <a:pt x="411" y="2768"/>
                  <a:pt x="420" y="2866"/>
                </a:cubicBezTo>
                <a:cubicBezTo>
                  <a:pt x="438" y="2964"/>
                  <a:pt x="429" y="3053"/>
                  <a:pt x="411" y="3151"/>
                </a:cubicBezTo>
                <a:cubicBezTo>
                  <a:pt x="384" y="3241"/>
                  <a:pt x="349" y="3330"/>
                  <a:pt x="286" y="3410"/>
                </a:cubicBezTo>
                <a:cubicBezTo>
                  <a:pt x="236" y="3477"/>
                  <a:pt x="170" y="3544"/>
                  <a:pt x="95" y="3597"/>
                </a:cubicBezTo>
                <a:lnTo>
                  <a:pt x="95" y="3597"/>
                </a:lnTo>
                <a:cubicBezTo>
                  <a:pt x="93" y="3597"/>
                  <a:pt x="92" y="3597"/>
                  <a:pt x="90" y="3598"/>
                </a:cubicBezTo>
                <a:lnTo>
                  <a:pt x="91" y="3600"/>
                </a:lnTo>
                <a:lnTo>
                  <a:pt x="91" y="3600"/>
                </a:lnTo>
                <a:cubicBezTo>
                  <a:pt x="87" y="3602"/>
                  <a:pt x="84" y="3604"/>
                  <a:pt x="81" y="3607"/>
                </a:cubicBezTo>
                <a:lnTo>
                  <a:pt x="0" y="3669"/>
                </a:lnTo>
                <a:lnTo>
                  <a:pt x="0" y="3669"/>
                </a:lnTo>
                <a:lnTo>
                  <a:pt x="99" y="3651"/>
                </a:lnTo>
                <a:cubicBezTo>
                  <a:pt x="160" y="3639"/>
                  <a:pt x="222" y="3633"/>
                  <a:pt x="284" y="3633"/>
                </a:cubicBezTo>
                <a:cubicBezTo>
                  <a:pt x="404" y="3633"/>
                  <a:pt x="523" y="3655"/>
                  <a:pt x="634" y="3696"/>
                </a:cubicBezTo>
                <a:cubicBezTo>
                  <a:pt x="714" y="3723"/>
                  <a:pt x="777" y="3794"/>
                  <a:pt x="813" y="3874"/>
                </a:cubicBezTo>
                <a:cubicBezTo>
                  <a:pt x="839" y="3955"/>
                  <a:pt x="839" y="4044"/>
                  <a:pt x="822" y="4133"/>
                </a:cubicBezTo>
                <a:lnTo>
                  <a:pt x="822" y="4187"/>
                </a:lnTo>
                <a:lnTo>
                  <a:pt x="866" y="4151"/>
                </a:lnTo>
                <a:cubicBezTo>
                  <a:pt x="1000" y="4035"/>
                  <a:pt x="1161" y="3946"/>
                  <a:pt x="1330" y="3901"/>
                </a:cubicBezTo>
                <a:cubicBezTo>
                  <a:pt x="1397" y="3881"/>
                  <a:pt x="1464" y="3871"/>
                  <a:pt x="1527" y="3871"/>
                </a:cubicBezTo>
                <a:cubicBezTo>
                  <a:pt x="1548" y="3871"/>
                  <a:pt x="1569" y="3872"/>
                  <a:pt x="1589" y="3874"/>
                </a:cubicBezTo>
                <a:cubicBezTo>
                  <a:pt x="1678" y="3883"/>
                  <a:pt x="1759" y="3919"/>
                  <a:pt x="1812" y="3990"/>
                </a:cubicBezTo>
                <a:cubicBezTo>
                  <a:pt x="1866" y="4062"/>
                  <a:pt x="1893" y="4142"/>
                  <a:pt x="1893" y="4231"/>
                </a:cubicBezTo>
                <a:cubicBezTo>
                  <a:pt x="1893" y="4321"/>
                  <a:pt x="1893" y="4410"/>
                  <a:pt x="1884" y="4499"/>
                </a:cubicBezTo>
                <a:cubicBezTo>
                  <a:pt x="1858" y="4668"/>
                  <a:pt x="1809" y="4837"/>
                  <a:pt x="1751" y="4999"/>
                </a:cubicBezTo>
                <a:lnTo>
                  <a:pt x="1751" y="4999"/>
                </a:lnTo>
                <a:cubicBezTo>
                  <a:pt x="1750" y="4999"/>
                  <a:pt x="1750" y="4999"/>
                  <a:pt x="1750" y="4999"/>
                </a:cubicBezTo>
                <a:lnTo>
                  <a:pt x="1750" y="5000"/>
                </a:lnTo>
                <a:lnTo>
                  <a:pt x="1750" y="5000"/>
                </a:lnTo>
                <a:cubicBezTo>
                  <a:pt x="1747" y="5008"/>
                  <a:pt x="1744" y="5017"/>
                  <a:pt x="1741" y="5026"/>
                </a:cubicBezTo>
                <a:lnTo>
                  <a:pt x="1732" y="5061"/>
                </a:lnTo>
                <a:lnTo>
                  <a:pt x="1732" y="5061"/>
                </a:lnTo>
                <a:lnTo>
                  <a:pt x="1768" y="5052"/>
                </a:lnTo>
                <a:cubicBezTo>
                  <a:pt x="1819" y="5045"/>
                  <a:pt x="1874" y="5041"/>
                  <a:pt x="1929" y="5041"/>
                </a:cubicBezTo>
                <a:cubicBezTo>
                  <a:pt x="2008" y="5041"/>
                  <a:pt x="2087" y="5049"/>
                  <a:pt x="2160" y="5070"/>
                </a:cubicBezTo>
                <a:cubicBezTo>
                  <a:pt x="2294" y="5097"/>
                  <a:pt x="2419" y="5151"/>
                  <a:pt x="2535" y="5222"/>
                </a:cubicBezTo>
                <a:cubicBezTo>
                  <a:pt x="2642" y="5293"/>
                  <a:pt x="2749" y="5383"/>
                  <a:pt x="2839" y="5481"/>
                </a:cubicBezTo>
                <a:cubicBezTo>
                  <a:pt x="2892" y="5516"/>
                  <a:pt x="2928" y="5579"/>
                  <a:pt x="2972" y="5632"/>
                </a:cubicBezTo>
                <a:lnTo>
                  <a:pt x="3080" y="5802"/>
                </a:lnTo>
                <a:lnTo>
                  <a:pt x="3124" y="5856"/>
                </a:lnTo>
                <a:lnTo>
                  <a:pt x="3115" y="5784"/>
                </a:lnTo>
                <a:cubicBezTo>
                  <a:pt x="3115" y="5781"/>
                  <a:pt x="3115" y="5778"/>
                  <a:pt x="3115" y="5775"/>
                </a:cubicBezTo>
                <a:lnTo>
                  <a:pt x="3115" y="5775"/>
                </a:lnTo>
                <a:lnTo>
                  <a:pt x="3115" y="5775"/>
                </a:lnTo>
                <a:cubicBezTo>
                  <a:pt x="3115" y="5775"/>
                  <a:pt x="3115" y="5774"/>
                  <a:pt x="3114" y="5774"/>
                </a:cubicBezTo>
                <a:lnTo>
                  <a:pt x="3114" y="5774"/>
                </a:lnTo>
                <a:cubicBezTo>
                  <a:pt x="3107" y="5670"/>
                  <a:pt x="3116" y="5558"/>
                  <a:pt x="3133" y="5454"/>
                </a:cubicBezTo>
                <a:cubicBezTo>
                  <a:pt x="3151" y="5347"/>
                  <a:pt x="3187" y="5240"/>
                  <a:pt x="3240" y="5142"/>
                </a:cubicBezTo>
                <a:cubicBezTo>
                  <a:pt x="3303" y="5043"/>
                  <a:pt x="3383" y="4963"/>
                  <a:pt x="3481" y="4918"/>
                </a:cubicBezTo>
                <a:cubicBezTo>
                  <a:pt x="3588" y="4874"/>
                  <a:pt x="3695" y="4847"/>
                  <a:pt x="3802" y="4847"/>
                </a:cubicBezTo>
                <a:lnTo>
                  <a:pt x="3847" y="4847"/>
                </a:lnTo>
                <a:lnTo>
                  <a:pt x="3820" y="4820"/>
                </a:lnTo>
                <a:cubicBezTo>
                  <a:pt x="3651" y="4678"/>
                  <a:pt x="3535" y="4490"/>
                  <a:pt x="3481" y="4276"/>
                </a:cubicBezTo>
                <a:cubicBezTo>
                  <a:pt x="3463" y="4169"/>
                  <a:pt x="3472" y="4062"/>
                  <a:pt x="3517" y="3964"/>
                </a:cubicBezTo>
                <a:cubicBezTo>
                  <a:pt x="3561" y="3865"/>
                  <a:pt x="3642" y="3794"/>
                  <a:pt x="3749" y="3767"/>
                </a:cubicBezTo>
                <a:cubicBezTo>
                  <a:pt x="3766" y="3766"/>
                  <a:pt x="3783" y="3765"/>
                  <a:pt x="3800" y="3765"/>
                </a:cubicBezTo>
                <a:cubicBezTo>
                  <a:pt x="3889" y="3765"/>
                  <a:pt x="3977" y="3786"/>
                  <a:pt x="4052" y="3839"/>
                </a:cubicBezTo>
                <a:cubicBezTo>
                  <a:pt x="4151" y="3883"/>
                  <a:pt x="4240" y="3955"/>
                  <a:pt x="4311" y="4035"/>
                </a:cubicBezTo>
                <a:cubicBezTo>
                  <a:pt x="4446" y="4187"/>
                  <a:pt x="4565" y="4363"/>
                  <a:pt x="4646" y="4555"/>
                </a:cubicBezTo>
                <a:lnTo>
                  <a:pt x="4646" y="4555"/>
                </a:lnTo>
                <a:cubicBezTo>
                  <a:pt x="4644" y="4557"/>
                  <a:pt x="4643" y="4559"/>
                  <a:pt x="4641" y="4561"/>
                </a:cubicBezTo>
                <a:lnTo>
                  <a:pt x="4649" y="4561"/>
                </a:lnTo>
                <a:cubicBezTo>
                  <a:pt x="4652" y="4570"/>
                  <a:pt x="4656" y="4579"/>
                  <a:pt x="4659" y="4588"/>
                </a:cubicBezTo>
                <a:lnTo>
                  <a:pt x="4668" y="4606"/>
                </a:lnTo>
                <a:lnTo>
                  <a:pt x="4677" y="4588"/>
                </a:lnTo>
                <a:cubicBezTo>
                  <a:pt x="4749" y="4472"/>
                  <a:pt x="4838" y="4374"/>
                  <a:pt x="4936" y="4285"/>
                </a:cubicBezTo>
                <a:cubicBezTo>
                  <a:pt x="5034" y="4196"/>
                  <a:pt x="5159" y="4133"/>
                  <a:pt x="5284" y="4097"/>
                </a:cubicBezTo>
                <a:cubicBezTo>
                  <a:pt x="5362" y="4069"/>
                  <a:pt x="5444" y="4056"/>
                  <a:pt x="5527" y="4056"/>
                </a:cubicBezTo>
                <a:cubicBezTo>
                  <a:pt x="5576" y="4056"/>
                  <a:pt x="5627" y="4061"/>
                  <a:pt x="5677" y="4071"/>
                </a:cubicBezTo>
                <a:cubicBezTo>
                  <a:pt x="5739" y="4088"/>
                  <a:pt x="5811" y="4106"/>
                  <a:pt x="5873" y="4124"/>
                </a:cubicBezTo>
                <a:cubicBezTo>
                  <a:pt x="5936" y="4151"/>
                  <a:pt x="5989" y="4187"/>
                  <a:pt x="6052" y="4213"/>
                </a:cubicBezTo>
                <a:lnTo>
                  <a:pt x="6060" y="4196"/>
                </a:lnTo>
                <a:cubicBezTo>
                  <a:pt x="5944" y="4115"/>
                  <a:pt x="5837" y="4017"/>
                  <a:pt x="5748" y="3910"/>
                </a:cubicBezTo>
                <a:cubicBezTo>
                  <a:pt x="5659" y="3803"/>
                  <a:pt x="5587" y="3678"/>
                  <a:pt x="5543" y="3544"/>
                </a:cubicBezTo>
                <a:cubicBezTo>
                  <a:pt x="5534" y="3508"/>
                  <a:pt x="5525" y="3473"/>
                  <a:pt x="5516" y="3437"/>
                </a:cubicBezTo>
                <a:lnTo>
                  <a:pt x="5507" y="3339"/>
                </a:lnTo>
                <a:cubicBezTo>
                  <a:pt x="5498" y="3267"/>
                  <a:pt x="5507" y="3196"/>
                  <a:pt x="5525" y="3125"/>
                </a:cubicBezTo>
                <a:cubicBezTo>
                  <a:pt x="5552" y="2982"/>
                  <a:pt x="5605" y="2848"/>
                  <a:pt x="5686" y="2732"/>
                </a:cubicBezTo>
                <a:lnTo>
                  <a:pt x="5686" y="2732"/>
                </a:lnTo>
                <a:cubicBezTo>
                  <a:pt x="5596" y="2848"/>
                  <a:pt x="5534" y="2973"/>
                  <a:pt x="5498" y="3107"/>
                </a:cubicBezTo>
                <a:cubicBezTo>
                  <a:pt x="5489" y="3178"/>
                  <a:pt x="5480" y="3250"/>
                  <a:pt x="5480" y="3321"/>
                </a:cubicBezTo>
                <a:lnTo>
                  <a:pt x="5498" y="3428"/>
                </a:lnTo>
                <a:cubicBezTo>
                  <a:pt x="5498" y="3464"/>
                  <a:pt x="5516" y="3499"/>
                  <a:pt x="5525" y="3535"/>
                </a:cubicBezTo>
                <a:cubicBezTo>
                  <a:pt x="5561" y="3669"/>
                  <a:pt x="5632" y="3794"/>
                  <a:pt x="5721" y="3910"/>
                </a:cubicBezTo>
                <a:cubicBezTo>
                  <a:pt x="5797" y="4001"/>
                  <a:pt x="5887" y="4086"/>
                  <a:pt x="5983" y="4159"/>
                </a:cubicBezTo>
                <a:lnTo>
                  <a:pt x="5983" y="4159"/>
                </a:lnTo>
                <a:cubicBezTo>
                  <a:pt x="5941" y="4138"/>
                  <a:pt x="5898" y="4116"/>
                  <a:pt x="5855" y="4097"/>
                </a:cubicBezTo>
                <a:cubicBezTo>
                  <a:pt x="5793" y="4080"/>
                  <a:pt x="5730" y="4062"/>
                  <a:pt x="5659" y="4044"/>
                </a:cubicBezTo>
                <a:cubicBezTo>
                  <a:pt x="5606" y="4033"/>
                  <a:pt x="5553" y="4028"/>
                  <a:pt x="5500" y="4028"/>
                </a:cubicBezTo>
                <a:cubicBezTo>
                  <a:pt x="5419" y="4028"/>
                  <a:pt x="5338" y="4040"/>
                  <a:pt x="5257" y="4062"/>
                </a:cubicBezTo>
                <a:cubicBezTo>
                  <a:pt x="5132" y="4106"/>
                  <a:pt x="5007" y="4169"/>
                  <a:pt x="4909" y="4258"/>
                </a:cubicBezTo>
                <a:cubicBezTo>
                  <a:pt x="4810" y="4341"/>
                  <a:pt x="4726" y="4431"/>
                  <a:pt x="4657" y="4537"/>
                </a:cubicBezTo>
                <a:lnTo>
                  <a:pt x="4657" y="4537"/>
                </a:lnTo>
                <a:cubicBezTo>
                  <a:pt x="4569" y="4341"/>
                  <a:pt x="4457" y="4162"/>
                  <a:pt x="4311" y="4008"/>
                </a:cubicBezTo>
                <a:cubicBezTo>
                  <a:pt x="4240" y="3919"/>
                  <a:pt x="4151" y="3856"/>
                  <a:pt x="4052" y="3794"/>
                </a:cubicBezTo>
                <a:cubicBezTo>
                  <a:pt x="3975" y="3752"/>
                  <a:pt x="3886" y="3726"/>
                  <a:pt x="3795" y="3726"/>
                </a:cubicBezTo>
                <a:cubicBezTo>
                  <a:pt x="3771" y="3726"/>
                  <a:pt x="3746" y="3728"/>
                  <a:pt x="3722" y="3731"/>
                </a:cubicBezTo>
                <a:cubicBezTo>
                  <a:pt x="3615" y="3758"/>
                  <a:pt x="3517" y="3830"/>
                  <a:pt x="3472" y="3937"/>
                </a:cubicBezTo>
                <a:cubicBezTo>
                  <a:pt x="3428" y="4044"/>
                  <a:pt x="3410" y="4160"/>
                  <a:pt x="3437" y="4276"/>
                </a:cubicBezTo>
                <a:cubicBezTo>
                  <a:pt x="3454" y="4383"/>
                  <a:pt x="3499" y="4490"/>
                  <a:pt x="3561" y="4579"/>
                </a:cubicBezTo>
                <a:cubicBezTo>
                  <a:pt x="3615" y="4664"/>
                  <a:pt x="3675" y="4741"/>
                  <a:pt x="3747" y="4807"/>
                </a:cubicBezTo>
                <a:lnTo>
                  <a:pt x="3747" y="4807"/>
                </a:lnTo>
                <a:cubicBezTo>
                  <a:pt x="3647" y="4817"/>
                  <a:pt x="3548" y="4836"/>
                  <a:pt x="3463" y="4883"/>
                </a:cubicBezTo>
                <a:cubicBezTo>
                  <a:pt x="3356" y="4936"/>
                  <a:pt x="3267" y="5017"/>
                  <a:pt x="3204" y="5115"/>
                </a:cubicBezTo>
                <a:cubicBezTo>
                  <a:pt x="3151" y="5213"/>
                  <a:pt x="3106" y="5329"/>
                  <a:pt x="3097" y="5436"/>
                </a:cubicBezTo>
                <a:cubicBezTo>
                  <a:pt x="3077" y="5526"/>
                  <a:pt x="3072" y="5617"/>
                  <a:pt x="3075" y="5707"/>
                </a:cubicBezTo>
                <a:lnTo>
                  <a:pt x="3075" y="5707"/>
                </a:lnTo>
                <a:cubicBezTo>
                  <a:pt x="3052" y="5669"/>
                  <a:pt x="3027" y="5634"/>
                  <a:pt x="2999" y="5606"/>
                </a:cubicBezTo>
                <a:cubicBezTo>
                  <a:pt x="2955" y="5552"/>
                  <a:pt x="2919" y="5490"/>
                  <a:pt x="2865" y="5445"/>
                </a:cubicBezTo>
                <a:cubicBezTo>
                  <a:pt x="2776" y="5347"/>
                  <a:pt x="2669" y="5258"/>
                  <a:pt x="2553" y="5177"/>
                </a:cubicBezTo>
                <a:cubicBezTo>
                  <a:pt x="2356" y="5053"/>
                  <a:pt x="2136" y="4989"/>
                  <a:pt x="1906" y="4989"/>
                </a:cubicBezTo>
                <a:cubicBezTo>
                  <a:pt x="1868" y="4989"/>
                  <a:pt x="1831" y="4991"/>
                  <a:pt x="1793" y="4994"/>
                </a:cubicBezTo>
                <a:lnTo>
                  <a:pt x="1793" y="4994"/>
                </a:lnTo>
                <a:cubicBezTo>
                  <a:pt x="1855" y="4837"/>
                  <a:pt x="1895" y="4672"/>
                  <a:pt x="1919" y="4499"/>
                </a:cubicBezTo>
                <a:cubicBezTo>
                  <a:pt x="1937" y="4410"/>
                  <a:pt x="1937" y="4312"/>
                  <a:pt x="1937" y="4222"/>
                </a:cubicBezTo>
                <a:cubicBezTo>
                  <a:pt x="1928" y="4124"/>
                  <a:pt x="1901" y="4035"/>
                  <a:pt x="1848" y="3955"/>
                </a:cubicBezTo>
                <a:cubicBezTo>
                  <a:pt x="1785" y="3883"/>
                  <a:pt x="1696" y="3830"/>
                  <a:pt x="1598" y="3821"/>
                </a:cubicBezTo>
                <a:cubicBezTo>
                  <a:pt x="1576" y="3818"/>
                  <a:pt x="1553" y="3817"/>
                  <a:pt x="1530" y="3817"/>
                </a:cubicBezTo>
                <a:cubicBezTo>
                  <a:pt x="1460" y="3817"/>
                  <a:pt x="1388" y="3827"/>
                  <a:pt x="1321" y="3847"/>
                </a:cubicBezTo>
                <a:cubicBezTo>
                  <a:pt x="1164" y="3895"/>
                  <a:pt x="1014" y="3969"/>
                  <a:pt x="883" y="4066"/>
                </a:cubicBezTo>
                <a:lnTo>
                  <a:pt x="883" y="4066"/>
                </a:lnTo>
                <a:cubicBezTo>
                  <a:pt x="888" y="3990"/>
                  <a:pt x="878" y="3916"/>
                  <a:pt x="857" y="3847"/>
                </a:cubicBezTo>
                <a:cubicBezTo>
                  <a:pt x="822" y="3749"/>
                  <a:pt x="741" y="3678"/>
                  <a:pt x="652" y="3642"/>
                </a:cubicBezTo>
                <a:cubicBezTo>
                  <a:pt x="563" y="3607"/>
                  <a:pt x="473" y="3580"/>
                  <a:pt x="375" y="3580"/>
                </a:cubicBezTo>
                <a:cubicBezTo>
                  <a:pt x="349" y="3577"/>
                  <a:pt x="323" y="3576"/>
                  <a:pt x="298" y="3576"/>
                </a:cubicBezTo>
                <a:cubicBezTo>
                  <a:pt x="260" y="3576"/>
                  <a:pt x="222" y="3579"/>
                  <a:pt x="184" y="3583"/>
                </a:cubicBezTo>
                <a:lnTo>
                  <a:pt x="184" y="3583"/>
                </a:lnTo>
                <a:cubicBezTo>
                  <a:pt x="239" y="3536"/>
                  <a:pt x="287" y="3484"/>
                  <a:pt x="331" y="3428"/>
                </a:cubicBezTo>
                <a:cubicBezTo>
                  <a:pt x="393" y="3348"/>
                  <a:pt x="438" y="3250"/>
                  <a:pt x="465" y="3151"/>
                </a:cubicBezTo>
                <a:cubicBezTo>
                  <a:pt x="482" y="3053"/>
                  <a:pt x="491" y="2955"/>
                  <a:pt x="482" y="2848"/>
                </a:cubicBezTo>
                <a:cubicBezTo>
                  <a:pt x="475" y="2765"/>
                  <a:pt x="455" y="2683"/>
                  <a:pt x="422" y="2601"/>
                </a:cubicBezTo>
                <a:lnTo>
                  <a:pt x="422" y="2601"/>
                </a:lnTo>
                <a:cubicBezTo>
                  <a:pt x="465" y="2603"/>
                  <a:pt x="507" y="2604"/>
                  <a:pt x="549" y="2604"/>
                </a:cubicBezTo>
                <a:cubicBezTo>
                  <a:pt x="629" y="2604"/>
                  <a:pt x="707" y="2600"/>
                  <a:pt x="786" y="2589"/>
                </a:cubicBezTo>
                <a:cubicBezTo>
                  <a:pt x="920" y="2571"/>
                  <a:pt x="1054" y="2536"/>
                  <a:pt x="1179" y="2482"/>
                </a:cubicBezTo>
                <a:cubicBezTo>
                  <a:pt x="1428" y="2393"/>
                  <a:pt x="1669" y="2259"/>
                  <a:pt x="1884" y="2089"/>
                </a:cubicBezTo>
                <a:lnTo>
                  <a:pt x="1893" y="2080"/>
                </a:lnTo>
                <a:lnTo>
                  <a:pt x="1893" y="2071"/>
                </a:lnTo>
                <a:cubicBezTo>
                  <a:pt x="1884" y="1946"/>
                  <a:pt x="1866" y="1822"/>
                  <a:pt x="1830" y="1697"/>
                </a:cubicBezTo>
                <a:cubicBezTo>
                  <a:pt x="1794" y="1581"/>
                  <a:pt x="1750" y="1465"/>
                  <a:pt x="1687" y="1357"/>
                </a:cubicBezTo>
                <a:cubicBezTo>
                  <a:pt x="1582" y="1155"/>
                  <a:pt x="1448" y="968"/>
                  <a:pt x="1290" y="808"/>
                </a:cubicBezTo>
                <a:lnTo>
                  <a:pt x="1290" y="808"/>
                </a:lnTo>
                <a:cubicBezTo>
                  <a:pt x="1308" y="810"/>
                  <a:pt x="1325" y="811"/>
                  <a:pt x="1342" y="811"/>
                </a:cubicBezTo>
                <a:cubicBezTo>
                  <a:pt x="1404" y="811"/>
                  <a:pt x="1467" y="799"/>
                  <a:pt x="1527" y="777"/>
                </a:cubicBezTo>
                <a:cubicBezTo>
                  <a:pt x="1625" y="733"/>
                  <a:pt x="1705" y="661"/>
                  <a:pt x="1768" y="581"/>
                </a:cubicBezTo>
                <a:cubicBezTo>
                  <a:pt x="1884" y="431"/>
                  <a:pt x="1977" y="259"/>
                  <a:pt x="2033" y="77"/>
                </a:cubicBezTo>
                <a:lnTo>
                  <a:pt x="2033" y="77"/>
                </a:lnTo>
                <a:cubicBezTo>
                  <a:pt x="2072" y="126"/>
                  <a:pt x="2119" y="169"/>
                  <a:pt x="2178" y="206"/>
                </a:cubicBezTo>
                <a:cubicBezTo>
                  <a:pt x="2241" y="251"/>
                  <a:pt x="2321" y="277"/>
                  <a:pt x="2401" y="277"/>
                </a:cubicBezTo>
                <a:cubicBezTo>
                  <a:pt x="2414" y="279"/>
                  <a:pt x="2428" y="280"/>
                  <a:pt x="2441" y="280"/>
                </a:cubicBezTo>
                <a:cubicBezTo>
                  <a:pt x="2502" y="280"/>
                  <a:pt x="2566" y="265"/>
                  <a:pt x="2624" y="251"/>
                </a:cubicBezTo>
                <a:cubicBezTo>
                  <a:pt x="2693" y="228"/>
                  <a:pt x="2748" y="199"/>
                  <a:pt x="2808" y="163"/>
                </a:cubicBezTo>
                <a:lnTo>
                  <a:pt x="2808" y="163"/>
                </a:lnTo>
                <a:cubicBezTo>
                  <a:pt x="2836" y="323"/>
                  <a:pt x="2887" y="483"/>
                  <a:pt x="2955" y="634"/>
                </a:cubicBezTo>
                <a:cubicBezTo>
                  <a:pt x="2990" y="715"/>
                  <a:pt x="3044" y="786"/>
                  <a:pt x="3106" y="849"/>
                </a:cubicBezTo>
                <a:cubicBezTo>
                  <a:pt x="3163" y="898"/>
                  <a:pt x="3237" y="926"/>
                  <a:pt x="3310" y="926"/>
                </a:cubicBezTo>
                <a:cubicBezTo>
                  <a:pt x="3328" y="926"/>
                  <a:pt x="3347" y="924"/>
                  <a:pt x="3365" y="920"/>
                </a:cubicBezTo>
                <a:cubicBezTo>
                  <a:pt x="3445" y="902"/>
                  <a:pt x="3526" y="867"/>
                  <a:pt x="3597" y="813"/>
                </a:cubicBezTo>
                <a:cubicBezTo>
                  <a:pt x="3669" y="759"/>
                  <a:pt x="3740" y="706"/>
                  <a:pt x="3794" y="643"/>
                </a:cubicBezTo>
                <a:cubicBezTo>
                  <a:pt x="3913" y="524"/>
                  <a:pt x="4024" y="397"/>
                  <a:pt x="4127" y="269"/>
                </a:cubicBezTo>
                <a:lnTo>
                  <a:pt x="4127" y="269"/>
                </a:lnTo>
                <a:cubicBezTo>
                  <a:pt x="4197" y="376"/>
                  <a:pt x="4291" y="460"/>
                  <a:pt x="4400" y="536"/>
                </a:cubicBezTo>
                <a:cubicBezTo>
                  <a:pt x="4516" y="608"/>
                  <a:pt x="4650" y="661"/>
                  <a:pt x="4775" y="697"/>
                </a:cubicBezTo>
                <a:cubicBezTo>
                  <a:pt x="4909" y="733"/>
                  <a:pt x="5043" y="759"/>
                  <a:pt x="5177" y="768"/>
                </a:cubicBezTo>
                <a:cubicBezTo>
                  <a:pt x="5275" y="781"/>
                  <a:pt x="5373" y="790"/>
                  <a:pt x="5474" y="790"/>
                </a:cubicBezTo>
                <a:cubicBezTo>
                  <a:pt x="5496" y="790"/>
                  <a:pt x="5517" y="789"/>
                  <a:pt x="5538" y="789"/>
                </a:cubicBezTo>
                <a:lnTo>
                  <a:pt x="5538" y="789"/>
                </a:lnTo>
                <a:lnTo>
                  <a:pt x="5445" y="875"/>
                </a:lnTo>
                <a:cubicBezTo>
                  <a:pt x="5409" y="920"/>
                  <a:pt x="5373" y="956"/>
                  <a:pt x="5338" y="1000"/>
                </a:cubicBezTo>
                <a:cubicBezTo>
                  <a:pt x="5266" y="1090"/>
                  <a:pt x="5213" y="1188"/>
                  <a:pt x="5177" y="1295"/>
                </a:cubicBezTo>
                <a:cubicBezTo>
                  <a:pt x="5116" y="1511"/>
                  <a:pt x="5156" y="1736"/>
                  <a:pt x="5281" y="1921"/>
                </a:cubicBezTo>
                <a:lnTo>
                  <a:pt x="5281" y="1921"/>
                </a:lnTo>
                <a:cubicBezTo>
                  <a:pt x="5057" y="1931"/>
                  <a:pt x="4840" y="1966"/>
                  <a:pt x="4632" y="2027"/>
                </a:cubicBezTo>
                <a:cubicBezTo>
                  <a:pt x="4516" y="2054"/>
                  <a:pt x="4418" y="2107"/>
                  <a:pt x="4338" y="2196"/>
                </a:cubicBezTo>
                <a:cubicBezTo>
                  <a:pt x="4321" y="2218"/>
                  <a:pt x="4310" y="2243"/>
                  <a:pt x="4305" y="2270"/>
                </a:cubicBezTo>
                <a:lnTo>
                  <a:pt x="4305" y="2270"/>
                </a:lnTo>
                <a:cubicBezTo>
                  <a:pt x="4311" y="2247"/>
                  <a:pt x="4322" y="2225"/>
                  <a:pt x="4338" y="2205"/>
                </a:cubicBezTo>
                <a:cubicBezTo>
                  <a:pt x="4409" y="2125"/>
                  <a:pt x="4508" y="2062"/>
                  <a:pt x="4615" y="2036"/>
                </a:cubicBezTo>
                <a:cubicBezTo>
                  <a:pt x="4838" y="1973"/>
                  <a:pt x="5061" y="1946"/>
                  <a:pt x="5284" y="1946"/>
                </a:cubicBezTo>
                <a:lnTo>
                  <a:pt x="5302" y="1946"/>
                </a:lnTo>
                <a:lnTo>
                  <a:pt x="5295" y="1933"/>
                </a:lnTo>
                <a:lnTo>
                  <a:pt x="5302" y="1920"/>
                </a:lnTo>
                <a:lnTo>
                  <a:pt x="5302" y="1920"/>
                </a:lnTo>
                <a:cubicBezTo>
                  <a:pt x="5297" y="1920"/>
                  <a:pt x="5292" y="1920"/>
                  <a:pt x="5287" y="1920"/>
                </a:cubicBezTo>
                <a:lnTo>
                  <a:pt x="5287" y="1920"/>
                </a:lnTo>
                <a:cubicBezTo>
                  <a:pt x="5167" y="1743"/>
                  <a:pt x="5124" y="1515"/>
                  <a:pt x="5186" y="1304"/>
                </a:cubicBezTo>
                <a:cubicBezTo>
                  <a:pt x="5222" y="1197"/>
                  <a:pt x="5275" y="1099"/>
                  <a:pt x="5346" y="1018"/>
                </a:cubicBezTo>
                <a:cubicBezTo>
                  <a:pt x="5382" y="974"/>
                  <a:pt x="5418" y="938"/>
                  <a:pt x="5454" y="893"/>
                </a:cubicBezTo>
                <a:lnTo>
                  <a:pt x="5578" y="787"/>
                </a:lnTo>
                <a:lnTo>
                  <a:pt x="5578" y="787"/>
                </a:lnTo>
                <a:cubicBezTo>
                  <a:pt x="5581" y="787"/>
                  <a:pt x="5584" y="786"/>
                  <a:pt x="5587" y="786"/>
                </a:cubicBezTo>
                <a:lnTo>
                  <a:pt x="5584" y="782"/>
                </a:lnTo>
                <a:lnTo>
                  <a:pt x="5614" y="759"/>
                </a:lnTo>
                <a:lnTo>
                  <a:pt x="5570" y="759"/>
                </a:lnTo>
                <a:cubicBezTo>
                  <a:pt x="5436" y="759"/>
                  <a:pt x="5302" y="751"/>
                  <a:pt x="5168" y="742"/>
                </a:cubicBezTo>
                <a:cubicBezTo>
                  <a:pt x="5034" y="724"/>
                  <a:pt x="4900" y="697"/>
                  <a:pt x="4775" y="661"/>
                </a:cubicBezTo>
                <a:cubicBezTo>
                  <a:pt x="4650" y="626"/>
                  <a:pt x="4525" y="572"/>
                  <a:pt x="4409" y="501"/>
                </a:cubicBezTo>
                <a:cubicBezTo>
                  <a:pt x="4293" y="429"/>
                  <a:pt x="4204" y="340"/>
                  <a:pt x="4133" y="224"/>
                </a:cubicBezTo>
                <a:lnTo>
                  <a:pt x="4115" y="206"/>
                </a:lnTo>
                <a:lnTo>
                  <a:pt x="4106" y="224"/>
                </a:lnTo>
                <a:cubicBezTo>
                  <a:pt x="3999" y="367"/>
                  <a:pt x="3892" y="492"/>
                  <a:pt x="3767" y="617"/>
                </a:cubicBezTo>
                <a:cubicBezTo>
                  <a:pt x="3704" y="679"/>
                  <a:pt x="3642" y="733"/>
                  <a:pt x="3570" y="777"/>
                </a:cubicBezTo>
                <a:cubicBezTo>
                  <a:pt x="3508" y="831"/>
                  <a:pt x="3428" y="875"/>
                  <a:pt x="3347" y="893"/>
                </a:cubicBezTo>
                <a:cubicBezTo>
                  <a:pt x="3331" y="897"/>
                  <a:pt x="3314" y="899"/>
                  <a:pt x="3297" y="899"/>
                </a:cubicBezTo>
                <a:cubicBezTo>
                  <a:pt x="3234" y="899"/>
                  <a:pt x="3174" y="873"/>
                  <a:pt x="3124" y="831"/>
                </a:cubicBezTo>
                <a:cubicBezTo>
                  <a:pt x="3062" y="768"/>
                  <a:pt x="3017" y="697"/>
                  <a:pt x="2981" y="626"/>
                </a:cubicBezTo>
                <a:cubicBezTo>
                  <a:pt x="2910" y="465"/>
                  <a:pt x="2865" y="304"/>
                  <a:pt x="2839" y="135"/>
                </a:cubicBezTo>
                <a:lnTo>
                  <a:pt x="2839" y="108"/>
                </a:lnTo>
                <a:lnTo>
                  <a:pt x="2812" y="126"/>
                </a:lnTo>
                <a:cubicBezTo>
                  <a:pt x="2697" y="199"/>
                  <a:pt x="2568" y="243"/>
                  <a:pt x="2437" y="243"/>
                </a:cubicBezTo>
                <a:cubicBezTo>
                  <a:pt x="2425" y="243"/>
                  <a:pt x="2413" y="243"/>
                  <a:pt x="2401" y="242"/>
                </a:cubicBezTo>
                <a:cubicBezTo>
                  <a:pt x="2330" y="242"/>
                  <a:pt x="2258" y="215"/>
                  <a:pt x="2196" y="179"/>
                </a:cubicBezTo>
                <a:cubicBezTo>
                  <a:pt x="2137" y="146"/>
                  <a:pt x="2087" y="97"/>
                  <a:pt x="2044" y="39"/>
                </a:cubicBezTo>
                <a:lnTo>
                  <a:pt x="2044" y="39"/>
                </a:lnTo>
                <a:cubicBezTo>
                  <a:pt x="2044" y="38"/>
                  <a:pt x="2044" y="37"/>
                  <a:pt x="2044" y="37"/>
                </a:cubicBezTo>
                <a:lnTo>
                  <a:pt x="2044" y="37"/>
                </a:lnTo>
                <a:lnTo>
                  <a:pt x="2042" y="37"/>
                </a:lnTo>
                <a:lnTo>
                  <a:pt x="2042" y="37"/>
                </a:lnTo>
                <a:cubicBezTo>
                  <a:pt x="2040" y="34"/>
                  <a:pt x="2038" y="31"/>
                  <a:pt x="2035" y="28"/>
                </a:cubicBezTo>
                <a:lnTo>
                  <a:pt x="2009"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6" name="Google Shape;2816;p24"/>
          <p:cNvSpPr/>
          <p:nvPr/>
        </p:nvSpPr>
        <p:spPr>
          <a:xfrm>
            <a:off x="5694847" y="1140246"/>
            <a:ext cx="376064" cy="327930"/>
          </a:xfrm>
          <a:custGeom>
            <a:avLst/>
            <a:gdLst/>
            <a:ahLst/>
            <a:cxnLst/>
            <a:rect l="l" t="t" r="r" b="b"/>
            <a:pathLst>
              <a:path w="4844" h="4224" extrusionOk="0">
                <a:moveTo>
                  <a:pt x="2045" y="1"/>
                </a:moveTo>
                <a:lnTo>
                  <a:pt x="2045" y="1"/>
                </a:lnTo>
                <a:cubicBezTo>
                  <a:pt x="2045" y="1"/>
                  <a:pt x="1866" y="893"/>
                  <a:pt x="1804" y="1322"/>
                </a:cubicBezTo>
                <a:lnTo>
                  <a:pt x="1786" y="1429"/>
                </a:lnTo>
                <a:lnTo>
                  <a:pt x="1714" y="1393"/>
                </a:lnTo>
                <a:cubicBezTo>
                  <a:pt x="1349" y="1219"/>
                  <a:pt x="946" y="1060"/>
                  <a:pt x="539" y="1060"/>
                </a:cubicBezTo>
                <a:cubicBezTo>
                  <a:pt x="509" y="1060"/>
                  <a:pt x="478" y="1061"/>
                  <a:pt x="447" y="1063"/>
                </a:cubicBezTo>
                <a:cubicBezTo>
                  <a:pt x="435" y="1062"/>
                  <a:pt x="423" y="1062"/>
                  <a:pt x="411" y="1062"/>
                </a:cubicBezTo>
                <a:cubicBezTo>
                  <a:pt x="279" y="1062"/>
                  <a:pt x="143" y="1106"/>
                  <a:pt x="36" y="1188"/>
                </a:cubicBezTo>
                <a:cubicBezTo>
                  <a:pt x="10" y="1206"/>
                  <a:pt x="1" y="1233"/>
                  <a:pt x="1" y="1259"/>
                </a:cubicBezTo>
                <a:cubicBezTo>
                  <a:pt x="1" y="1273"/>
                  <a:pt x="11" y="1296"/>
                  <a:pt x="23" y="1296"/>
                </a:cubicBezTo>
                <a:cubicBezTo>
                  <a:pt x="27" y="1296"/>
                  <a:pt x="32" y="1293"/>
                  <a:pt x="36" y="1286"/>
                </a:cubicBezTo>
                <a:cubicBezTo>
                  <a:pt x="135" y="1224"/>
                  <a:pt x="242" y="1179"/>
                  <a:pt x="358" y="1179"/>
                </a:cubicBezTo>
                <a:cubicBezTo>
                  <a:pt x="413" y="1171"/>
                  <a:pt x="468" y="1168"/>
                  <a:pt x="524" y="1168"/>
                </a:cubicBezTo>
                <a:cubicBezTo>
                  <a:pt x="865" y="1168"/>
                  <a:pt x="1211" y="1298"/>
                  <a:pt x="1518" y="1429"/>
                </a:cubicBezTo>
                <a:cubicBezTo>
                  <a:pt x="1589" y="1456"/>
                  <a:pt x="1661" y="1491"/>
                  <a:pt x="1732" y="1527"/>
                </a:cubicBezTo>
                <a:lnTo>
                  <a:pt x="804" y="2482"/>
                </a:lnTo>
                <a:lnTo>
                  <a:pt x="670" y="2625"/>
                </a:lnTo>
                <a:cubicBezTo>
                  <a:pt x="670" y="2625"/>
                  <a:pt x="670" y="2626"/>
                  <a:pt x="670" y="2626"/>
                </a:cubicBezTo>
                <a:cubicBezTo>
                  <a:pt x="680" y="2626"/>
                  <a:pt x="1293" y="2047"/>
                  <a:pt x="1616" y="1741"/>
                </a:cubicBezTo>
                <a:cubicBezTo>
                  <a:pt x="1670" y="1688"/>
                  <a:pt x="1741" y="1634"/>
                  <a:pt x="1795" y="1581"/>
                </a:cubicBezTo>
                <a:cubicBezTo>
                  <a:pt x="1902" y="1875"/>
                  <a:pt x="2009" y="2170"/>
                  <a:pt x="2116" y="2464"/>
                </a:cubicBezTo>
                <a:cubicBezTo>
                  <a:pt x="2277" y="2948"/>
                  <a:pt x="2786" y="4134"/>
                  <a:pt x="2820" y="4218"/>
                </a:cubicBezTo>
                <a:lnTo>
                  <a:pt x="2820" y="4218"/>
                </a:lnTo>
                <a:cubicBezTo>
                  <a:pt x="2713" y="3907"/>
                  <a:pt x="2597" y="3596"/>
                  <a:pt x="2491" y="3294"/>
                </a:cubicBezTo>
                <a:cubicBezTo>
                  <a:pt x="2312" y="2803"/>
                  <a:pt x="2134" y="2312"/>
                  <a:pt x="1955" y="1822"/>
                </a:cubicBezTo>
                <a:lnTo>
                  <a:pt x="1884" y="1616"/>
                </a:lnTo>
                <a:lnTo>
                  <a:pt x="2214" y="1777"/>
                </a:lnTo>
                <a:lnTo>
                  <a:pt x="2910" y="2116"/>
                </a:lnTo>
                <a:lnTo>
                  <a:pt x="4187" y="2741"/>
                </a:lnTo>
                <a:lnTo>
                  <a:pt x="4624" y="2955"/>
                </a:lnTo>
                <a:lnTo>
                  <a:pt x="4758" y="3026"/>
                </a:lnTo>
                <a:cubicBezTo>
                  <a:pt x="4785" y="3044"/>
                  <a:pt x="4811" y="3053"/>
                  <a:pt x="4829" y="3062"/>
                </a:cubicBezTo>
                <a:lnTo>
                  <a:pt x="4838" y="3062"/>
                </a:lnTo>
                <a:cubicBezTo>
                  <a:pt x="4838" y="3062"/>
                  <a:pt x="4839" y="3062"/>
                  <a:pt x="4839" y="3062"/>
                </a:cubicBezTo>
                <a:cubicBezTo>
                  <a:pt x="4844" y="3062"/>
                  <a:pt x="3495" y="2274"/>
                  <a:pt x="3089" y="2071"/>
                </a:cubicBezTo>
                <a:cubicBezTo>
                  <a:pt x="2714" y="1884"/>
                  <a:pt x="2312" y="1697"/>
                  <a:pt x="1937" y="1509"/>
                </a:cubicBezTo>
                <a:cubicBezTo>
                  <a:pt x="2187" y="1438"/>
                  <a:pt x="2464" y="1366"/>
                  <a:pt x="2714" y="1286"/>
                </a:cubicBezTo>
                <a:lnTo>
                  <a:pt x="4151" y="858"/>
                </a:lnTo>
                <a:lnTo>
                  <a:pt x="4490" y="759"/>
                </a:lnTo>
                <a:cubicBezTo>
                  <a:pt x="4492" y="758"/>
                  <a:pt x="4492" y="758"/>
                  <a:pt x="4489" y="758"/>
                </a:cubicBezTo>
                <a:cubicBezTo>
                  <a:pt x="4449" y="758"/>
                  <a:pt x="3905" y="872"/>
                  <a:pt x="3580" y="947"/>
                </a:cubicBezTo>
                <a:cubicBezTo>
                  <a:pt x="3098" y="1054"/>
                  <a:pt x="2625" y="1206"/>
                  <a:pt x="2143" y="1349"/>
                </a:cubicBezTo>
                <a:lnTo>
                  <a:pt x="1857" y="1438"/>
                </a:lnTo>
                <a:lnTo>
                  <a:pt x="1964" y="715"/>
                </a:lnTo>
                <a:cubicBezTo>
                  <a:pt x="2000" y="492"/>
                  <a:pt x="2045" y="1"/>
                  <a:pt x="2045" y="1"/>
                </a:cubicBezTo>
                <a:close/>
                <a:moveTo>
                  <a:pt x="2820" y="4218"/>
                </a:moveTo>
                <a:lnTo>
                  <a:pt x="2820" y="4218"/>
                </a:lnTo>
                <a:cubicBezTo>
                  <a:pt x="2820" y="4220"/>
                  <a:pt x="2821" y="4221"/>
                  <a:pt x="2821" y="4222"/>
                </a:cubicBezTo>
                <a:cubicBezTo>
                  <a:pt x="2821" y="4223"/>
                  <a:pt x="2821" y="4223"/>
                  <a:pt x="2821" y="4223"/>
                </a:cubicBezTo>
                <a:cubicBezTo>
                  <a:pt x="2822" y="4223"/>
                  <a:pt x="2821" y="4221"/>
                  <a:pt x="2820" y="4218"/>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7" name="Google Shape;2817;p24"/>
          <p:cNvSpPr/>
          <p:nvPr/>
        </p:nvSpPr>
        <p:spPr>
          <a:xfrm>
            <a:off x="5796006" y="680877"/>
            <a:ext cx="261087" cy="325213"/>
          </a:xfrm>
          <a:custGeom>
            <a:avLst/>
            <a:gdLst/>
            <a:ahLst/>
            <a:cxnLst/>
            <a:rect l="l" t="t" r="r" b="b"/>
            <a:pathLst>
              <a:path w="3363" h="4189" extrusionOk="0">
                <a:moveTo>
                  <a:pt x="1" y="1"/>
                </a:moveTo>
                <a:lnTo>
                  <a:pt x="1331" y="1625"/>
                </a:lnTo>
                <a:cubicBezTo>
                  <a:pt x="1331" y="1634"/>
                  <a:pt x="1331" y="1634"/>
                  <a:pt x="1331" y="1643"/>
                </a:cubicBezTo>
                <a:cubicBezTo>
                  <a:pt x="1259" y="2098"/>
                  <a:pt x="1277" y="2562"/>
                  <a:pt x="1384" y="3008"/>
                </a:cubicBezTo>
                <a:cubicBezTo>
                  <a:pt x="1391" y="3036"/>
                  <a:pt x="1411" y="3047"/>
                  <a:pt x="1432" y="3047"/>
                </a:cubicBezTo>
                <a:cubicBezTo>
                  <a:pt x="1466" y="3047"/>
                  <a:pt x="1502" y="3017"/>
                  <a:pt x="1491" y="2973"/>
                </a:cubicBezTo>
                <a:cubicBezTo>
                  <a:pt x="1393" y="2571"/>
                  <a:pt x="1366" y="2152"/>
                  <a:pt x="1429" y="1741"/>
                </a:cubicBezTo>
                <a:lnTo>
                  <a:pt x="1429" y="1741"/>
                </a:lnTo>
                <a:lnTo>
                  <a:pt x="1821" y="2232"/>
                </a:lnTo>
                <a:cubicBezTo>
                  <a:pt x="2062" y="2839"/>
                  <a:pt x="2125" y="3499"/>
                  <a:pt x="2000" y="4142"/>
                </a:cubicBezTo>
                <a:cubicBezTo>
                  <a:pt x="1996" y="4173"/>
                  <a:pt x="2016" y="4189"/>
                  <a:pt x="2038" y="4189"/>
                </a:cubicBezTo>
                <a:cubicBezTo>
                  <a:pt x="2060" y="4189"/>
                  <a:pt x="2085" y="4173"/>
                  <a:pt x="2089" y="4142"/>
                </a:cubicBezTo>
                <a:cubicBezTo>
                  <a:pt x="2205" y="3571"/>
                  <a:pt x="2170" y="2982"/>
                  <a:pt x="1991" y="2428"/>
                </a:cubicBezTo>
                <a:lnTo>
                  <a:pt x="1991" y="2428"/>
                </a:lnTo>
                <a:lnTo>
                  <a:pt x="3080" y="3758"/>
                </a:lnTo>
                <a:cubicBezTo>
                  <a:pt x="3089" y="3769"/>
                  <a:pt x="3099" y="3773"/>
                  <a:pt x="3110" y="3773"/>
                </a:cubicBezTo>
                <a:cubicBezTo>
                  <a:pt x="3144" y="3773"/>
                  <a:pt x="3178" y="3729"/>
                  <a:pt x="3151" y="3696"/>
                </a:cubicBezTo>
                <a:lnTo>
                  <a:pt x="2214" y="2553"/>
                </a:lnTo>
                <a:lnTo>
                  <a:pt x="2214" y="2553"/>
                </a:lnTo>
                <a:cubicBezTo>
                  <a:pt x="2461" y="2700"/>
                  <a:pt x="2742" y="2777"/>
                  <a:pt x="3024" y="2777"/>
                </a:cubicBezTo>
                <a:cubicBezTo>
                  <a:pt x="3120" y="2777"/>
                  <a:pt x="3217" y="2768"/>
                  <a:pt x="3312" y="2749"/>
                </a:cubicBezTo>
                <a:cubicBezTo>
                  <a:pt x="3363" y="2732"/>
                  <a:pt x="3357" y="2651"/>
                  <a:pt x="3303" y="2651"/>
                </a:cubicBezTo>
                <a:cubicBezTo>
                  <a:pt x="3300" y="2651"/>
                  <a:pt x="3297" y="2651"/>
                  <a:pt x="3294" y="2651"/>
                </a:cubicBezTo>
                <a:cubicBezTo>
                  <a:pt x="3203" y="2669"/>
                  <a:pt x="3111" y="2677"/>
                  <a:pt x="3020" y="2677"/>
                </a:cubicBezTo>
                <a:cubicBezTo>
                  <a:pt x="2594" y="2677"/>
                  <a:pt x="2180" y="2493"/>
                  <a:pt x="1893" y="2169"/>
                </a:cubicBezTo>
                <a:lnTo>
                  <a:pt x="313" y="224"/>
                </a:lnTo>
                <a:lnTo>
                  <a:pt x="313" y="224"/>
                </a:lnTo>
                <a:cubicBezTo>
                  <a:pt x="688" y="527"/>
                  <a:pt x="1099" y="795"/>
                  <a:pt x="1527" y="1000"/>
                </a:cubicBezTo>
                <a:cubicBezTo>
                  <a:pt x="1750" y="1107"/>
                  <a:pt x="1982" y="1197"/>
                  <a:pt x="2223" y="1277"/>
                </a:cubicBezTo>
                <a:cubicBezTo>
                  <a:pt x="2384" y="1330"/>
                  <a:pt x="2535" y="1411"/>
                  <a:pt x="2687" y="1500"/>
                </a:cubicBezTo>
                <a:cubicBezTo>
                  <a:pt x="2693" y="1505"/>
                  <a:pt x="2698" y="1507"/>
                  <a:pt x="2703" y="1507"/>
                </a:cubicBezTo>
                <a:cubicBezTo>
                  <a:pt x="2735" y="1507"/>
                  <a:pt x="2744" y="1415"/>
                  <a:pt x="2705" y="1384"/>
                </a:cubicBezTo>
                <a:cubicBezTo>
                  <a:pt x="2527" y="1241"/>
                  <a:pt x="2062" y="1116"/>
                  <a:pt x="1848" y="1036"/>
                </a:cubicBezTo>
                <a:cubicBezTo>
                  <a:pt x="1295" y="804"/>
                  <a:pt x="777" y="491"/>
                  <a:pt x="322" y="108"/>
                </a:cubicBezTo>
                <a:lnTo>
                  <a:pt x="1"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8" name="Google Shape;2818;p24"/>
          <p:cNvSpPr/>
          <p:nvPr/>
        </p:nvSpPr>
        <p:spPr>
          <a:xfrm>
            <a:off x="5957487" y="760841"/>
            <a:ext cx="98441" cy="78877"/>
          </a:xfrm>
          <a:custGeom>
            <a:avLst/>
            <a:gdLst/>
            <a:ahLst/>
            <a:cxnLst/>
            <a:rect l="l" t="t" r="r" b="b"/>
            <a:pathLst>
              <a:path w="1268" h="1016" extrusionOk="0">
                <a:moveTo>
                  <a:pt x="634" y="1"/>
                </a:moveTo>
                <a:cubicBezTo>
                  <a:pt x="585" y="1"/>
                  <a:pt x="534" y="8"/>
                  <a:pt x="482" y="24"/>
                </a:cubicBezTo>
                <a:cubicBezTo>
                  <a:pt x="45" y="167"/>
                  <a:pt x="0" y="765"/>
                  <a:pt x="420" y="961"/>
                </a:cubicBezTo>
                <a:cubicBezTo>
                  <a:pt x="489" y="998"/>
                  <a:pt x="563" y="1015"/>
                  <a:pt x="636" y="1015"/>
                </a:cubicBezTo>
                <a:cubicBezTo>
                  <a:pt x="808" y="1015"/>
                  <a:pt x="975" y="919"/>
                  <a:pt x="1062" y="756"/>
                </a:cubicBezTo>
                <a:cubicBezTo>
                  <a:pt x="1267" y="409"/>
                  <a:pt x="1000" y="1"/>
                  <a:pt x="63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9" name="Google Shape;2819;p24"/>
          <p:cNvSpPr/>
          <p:nvPr/>
        </p:nvSpPr>
        <p:spPr>
          <a:xfrm>
            <a:off x="6002516" y="794224"/>
            <a:ext cx="29889" cy="32063"/>
          </a:xfrm>
          <a:custGeom>
            <a:avLst/>
            <a:gdLst/>
            <a:ahLst/>
            <a:cxnLst/>
            <a:rect l="l" t="t" r="r" b="b"/>
            <a:pathLst>
              <a:path w="385" h="413" extrusionOk="0">
                <a:moveTo>
                  <a:pt x="190" y="1"/>
                </a:moveTo>
                <a:cubicBezTo>
                  <a:pt x="166" y="1"/>
                  <a:pt x="141" y="7"/>
                  <a:pt x="116" y="22"/>
                </a:cubicBezTo>
                <a:cubicBezTo>
                  <a:pt x="108" y="22"/>
                  <a:pt x="108" y="31"/>
                  <a:pt x="99" y="40"/>
                </a:cubicBezTo>
                <a:cubicBezTo>
                  <a:pt x="90" y="40"/>
                  <a:pt x="72" y="49"/>
                  <a:pt x="63" y="58"/>
                </a:cubicBezTo>
                <a:cubicBezTo>
                  <a:pt x="36" y="85"/>
                  <a:pt x="18" y="111"/>
                  <a:pt x="0" y="147"/>
                </a:cubicBezTo>
                <a:cubicBezTo>
                  <a:pt x="0" y="201"/>
                  <a:pt x="9" y="254"/>
                  <a:pt x="36" y="308"/>
                </a:cubicBezTo>
                <a:lnTo>
                  <a:pt x="36" y="299"/>
                </a:lnTo>
                <a:cubicBezTo>
                  <a:pt x="45" y="326"/>
                  <a:pt x="63" y="352"/>
                  <a:pt x="81" y="379"/>
                </a:cubicBezTo>
                <a:cubicBezTo>
                  <a:pt x="102" y="401"/>
                  <a:pt x="137" y="413"/>
                  <a:pt x="171" y="413"/>
                </a:cubicBezTo>
                <a:cubicBezTo>
                  <a:pt x="193" y="413"/>
                  <a:pt x="215" y="408"/>
                  <a:pt x="232" y="397"/>
                </a:cubicBezTo>
                <a:cubicBezTo>
                  <a:pt x="277" y="379"/>
                  <a:pt x="304" y="343"/>
                  <a:pt x="331" y="308"/>
                </a:cubicBezTo>
                <a:cubicBezTo>
                  <a:pt x="375" y="245"/>
                  <a:pt x="384" y="156"/>
                  <a:pt x="340" y="85"/>
                </a:cubicBezTo>
                <a:cubicBezTo>
                  <a:pt x="322" y="58"/>
                  <a:pt x="304" y="40"/>
                  <a:pt x="277" y="31"/>
                </a:cubicBezTo>
                <a:cubicBezTo>
                  <a:pt x="268" y="22"/>
                  <a:pt x="259" y="22"/>
                  <a:pt x="250" y="13"/>
                </a:cubicBezTo>
                <a:cubicBezTo>
                  <a:pt x="230" y="5"/>
                  <a:pt x="210" y="1"/>
                  <a:pt x="190" y="1"/>
                </a:cubicBezTo>
                <a:close/>
              </a:path>
            </a:pathLst>
          </a:custGeom>
          <a:solidFill>
            <a:srgbClr val="B733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0" name="Google Shape;2820;p24"/>
          <p:cNvSpPr/>
          <p:nvPr/>
        </p:nvSpPr>
        <p:spPr>
          <a:xfrm>
            <a:off x="5969288" y="761540"/>
            <a:ext cx="85787" cy="78334"/>
          </a:xfrm>
          <a:custGeom>
            <a:avLst/>
            <a:gdLst/>
            <a:ahLst/>
            <a:cxnLst/>
            <a:rect l="l" t="t" r="r" b="b"/>
            <a:pathLst>
              <a:path w="1105" h="1009" extrusionOk="0">
                <a:moveTo>
                  <a:pt x="559" y="0"/>
                </a:moveTo>
                <a:cubicBezTo>
                  <a:pt x="504" y="0"/>
                  <a:pt x="448" y="11"/>
                  <a:pt x="393" y="33"/>
                </a:cubicBezTo>
                <a:cubicBezTo>
                  <a:pt x="143" y="122"/>
                  <a:pt x="0" y="390"/>
                  <a:pt x="54" y="648"/>
                </a:cubicBezTo>
                <a:cubicBezTo>
                  <a:pt x="71" y="773"/>
                  <a:pt x="152" y="889"/>
                  <a:pt x="268" y="952"/>
                </a:cubicBezTo>
                <a:cubicBezTo>
                  <a:pt x="152" y="880"/>
                  <a:pt x="80" y="773"/>
                  <a:pt x="63" y="648"/>
                </a:cubicBezTo>
                <a:cubicBezTo>
                  <a:pt x="36" y="532"/>
                  <a:pt x="63" y="399"/>
                  <a:pt x="125" y="291"/>
                </a:cubicBezTo>
                <a:cubicBezTo>
                  <a:pt x="220" y="133"/>
                  <a:pt x="359" y="67"/>
                  <a:pt x="498" y="67"/>
                </a:cubicBezTo>
                <a:cubicBezTo>
                  <a:pt x="804" y="67"/>
                  <a:pt x="1104" y="388"/>
                  <a:pt x="901" y="738"/>
                </a:cubicBezTo>
                <a:cubicBezTo>
                  <a:pt x="839" y="854"/>
                  <a:pt x="741" y="934"/>
                  <a:pt x="625" y="979"/>
                </a:cubicBezTo>
                <a:cubicBezTo>
                  <a:pt x="576" y="997"/>
                  <a:pt x="525" y="1007"/>
                  <a:pt x="474" y="1007"/>
                </a:cubicBezTo>
                <a:cubicBezTo>
                  <a:pt x="403" y="1007"/>
                  <a:pt x="333" y="989"/>
                  <a:pt x="272" y="954"/>
                </a:cubicBezTo>
                <a:lnTo>
                  <a:pt x="272" y="954"/>
                </a:lnTo>
                <a:cubicBezTo>
                  <a:pt x="337" y="991"/>
                  <a:pt x="411" y="1008"/>
                  <a:pt x="487" y="1008"/>
                </a:cubicBezTo>
                <a:cubicBezTo>
                  <a:pt x="536" y="1008"/>
                  <a:pt x="586" y="1001"/>
                  <a:pt x="634" y="988"/>
                </a:cubicBezTo>
                <a:cubicBezTo>
                  <a:pt x="884" y="898"/>
                  <a:pt x="1044" y="648"/>
                  <a:pt x="1000" y="381"/>
                </a:cubicBezTo>
                <a:cubicBezTo>
                  <a:pt x="964" y="154"/>
                  <a:pt x="771" y="0"/>
                  <a:pt x="559" y="0"/>
                </a:cubicBezTo>
                <a:close/>
              </a:path>
            </a:pathLst>
          </a:custGeom>
          <a:solidFill>
            <a:srgbClr val="7A170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1" name="Google Shape;2821;p24"/>
          <p:cNvSpPr/>
          <p:nvPr/>
        </p:nvSpPr>
        <p:spPr>
          <a:xfrm>
            <a:off x="5872943" y="889483"/>
            <a:ext cx="68552" cy="54733"/>
          </a:xfrm>
          <a:custGeom>
            <a:avLst/>
            <a:gdLst/>
            <a:ahLst/>
            <a:cxnLst/>
            <a:rect l="l" t="t" r="r" b="b"/>
            <a:pathLst>
              <a:path w="883" h="705" extrusionOk="0">
                <a:moveTo>
                  <a:pt x="440" y="0"/>
                </a:moveTo>
                <a:cubicBezTo>
                  <a:pt x="405" y="0"/>
                  <a:pt x="368" y="6"/>
                  <a:pt x="331" y="18"/>
                </a:cubicBezTo>
                <a:cubicBezTo>
                  <a:pt x="27" y="116"/>
                  <a:pt x="0" y="536"/>
                  <a:pt x="295" y="669"/>
                </a:cubicBezTo>
                <a:cubicBezTo>
                  <a:pt x="342" y="693"/>
                  <a:pt x="393" y="704"/>
                  <a:pt x="443" y="704"/>
                </a:cubicBezTo>
                <a:cubicBezTo>
                  <a:pt x="562" y="704"/>
                  <a:pt x="678" y="640"/>
                  <a:pt x="741" y="527"/>
                </a:cubicBezTo>
                <a:cubicBezTo>
                  <a:pt x="882" y="284"/>
                  <a:pt x="694" y="0"/>
                  <a:pt x="44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2" name="Google Shape;2822;p24"/>
          <p:cNvSpPr/>
          <p:nvPr/>
        </p:nvSpPr>
        <p:spPr>
          <a:xfrm>
            <a:off x="5897165" y="913705"/>
            <a:ext cx="18788" cy="18555"/>
          </a:xfrm>
          <a:custGeom>
            <a:avLst/>
            <a:gdLst/>
            <a:ahLst/>
            <a:cxnLst/>
            <a:rect l="l" t="t" r="r" b="b"/>
            <a:pathLst>
              <a:path w="242" h="239" extrusionOk="0">
                <a:moveTo>
                  <a:pt x="90" y="0"/>
                </a:moveTo>
                <a:lnTo>
                  <a:pt x="72" y="9"/>
                </a:lnTo>
                <a:lnTo>
                  <a:pt x="54" y="18"/>
                </a:lnTo>
                <a:cubicBezTo>
                  <a:pt x="37" y="36"/>
                  <a:pt x="10" y="63"/>
                  <a:pt x="10" y="90"/>
                </a:cubicBezTo>
                <a:lnTo>
                  <a:pt x="10" y="107"/>
                </a:lnTo>
                <a:cubicBezTo>
                  <a:pt x="1" y="116"/>
                  <a:pt x="1" y="116"/>
                  <a:pt x="10" y="125"/>
                </a:cubicBezTo>
                <a:lnTo>
                  <a:pt x="10" y="143"/>
                </a:lnTo>
                <a:cubicBezTo>
                  <a:pt x="10" y="143"/>
                  <a:pt x="1" y="152"/>
                  <a:pt x="1" y="152"/>
                </a:cubicBezTo>
                <a:cubicBezTo>
                  <a:pt x="1" y="161"/>
                  <a:pt x="10" y="179"/>
                  <a:pt x="19" y="188"/>
                </a:cubicBezTo>
                <a:cubicBezTo>
                  <a:pt x="28" y="215"/>
                  <a:pt x="54" y="232"/>
                  <a:pt x="90" y="232"/>
                </a:cubicBezTo>
                <a:cubicBezTo>
                  <a:pt x="101" y="236"/>
                  <a:pt x="112" y="238"/>
                  <a:pt x="123" y="238"/>
                </a:cubicBezTo>
                <a:cubicBezTo>
                  <a:pt x="139" y="238"/>
                  <a:pt x="155" y="234"/>
                  <a:pt x="170" y="224"/>
                </a:cubicBezTo>
                <a:cubicBezTo>
                  <a:pt x="188" y="215"/>
                  <a:pt x="206" y="206"/>
                  <a:pt x="215" y="188"/>
                </a:cubicBezTo>
                <a:cubicBezTo>
                  <a:pt x="215" y="179"/>
                  <a:pt x="215" y="179"/>
                  <a:pt x="224" y="179"/>
                </a:cubicBezTo>
                <a:cubicBezTo>
                  <a:pt x="233" y="170"/>
                  <a:pt x="233" y="152"/>
                  <a:pt x="233" y="143"/>
                </a:cubicBezTo>
                <a:cubicBezTo>
                  <a:pt x="242" y="116"/>
                  <a:pt x="233" y="81"/>
                  <a:pt x="215" y="54"/>
                </a:cubicBezTo>
                <a:cubicBezTo>
                  <a:pt x="206" y="36"/>
                  <a:pt x="197" y="27"/>
                  <a:pt x="179" y="18"/>
                </a:cubicBezTo>
                <a:cubicBezTo>
                  <a:pt x="170" y="9"/>
                  <a:pt x="153" y="9"/>
                  <a:pt x="144" y="0"/>
                </a:cubicBezTo>
                <a:close/>
              </a:path>
            </a:pathLst>
          </a:custGeom>
          <a:solidFill>
            <a:srgbClr val="B733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3" name="Google Shape;2823;p24"/>
          <p:cNvSpPr/>
          <p:nvPr/>
        </p:nvSpPr>
        <p:spPr>
          <a:xfrm>
            <a:off x="5881250" y="889250"/>
            <a:ext cx="59934" cy="55431"/>
          </a:xfrm>
          <a:custGeom>
            <a:avLst/>
            <a:gdLst/>
            <a:ahLst/>
            <a:cxnLst/>
            <a:rect l="l" t="t" r="r" b="b"/>
            <a:pathLst>
              <a:path w="772" h="714" extrusionOk="0">
                <a:moveTo>
                  <a:pt x="107" y="603"/>
                </a:moveTo>
                <a:cubicBezTo>
                  <a:pt x="129" y="630"/>
                  <a:pt x="155" y="654"/>
                  <a:pt x="188" y="672"/>
                </a:cubicBezTo>
                <a:cubicBezTo>
                  <a:pt x="157" y="653"/>
                  <a:pt x="130" y="630"/>
                  <a:pt x="107" y="603"/>
                </a:cubicBezTo>
                <a:close/>
                <a:moveTo>
                  <a:pt x="188" y="672"/>
                </a:moveTo>
                <a:cubicBezTo>
                  <a:pt x="231" y="697"/>
                  <a:pt x="278" y="710"/>
                  <a:pt x="323" y="712"/>
                </a:cubicBezTo>
                <a:lnTo>
                  <a:pt x="323" y="712"/>
                </a:lnTo>
                <a:cubicBezTo>
                  <a:pt x="278" y="708"/>
                  <a:pt x="232" y="695"/>
                  <a:pt x="188" y="672"/>
                </a:cubicBezTo>
                <a:close/>
                <a:moveTo>
                  <a:pt x="388" y="1"/>
                </a:moveTo>
                <a:cubicBezTo>
                  <a:pt x="351" y="1"/>
                  <a:pt x="314" y="7"/>
                  <a:pt x="277" y="21"/>
                </a:cubicBezTo>
                <a:cubicBezTo>
                  <a:pt x="188" y="57"/>
                  <a:pt x="117" y="119"/>
                  <a:pt x="72" y="199"/>
                </a:cubicBezTo>
                <a:cubicBezTo>
                  <a:pt x="0" y="329"/>
                  <a:pt x="15" y="493"/>
                  <a:pt x="107" y="603"/>
                </a:cubicBezTo>
                <a:lnTo>
                  <a:pt x="107" y="603"/>
                </a:lnTo>
                <a:cubicBezTo>
                  <a:pt x="76" y="563"/>
                  <a:pt x="56" y="515"/>
                  <a:pt x="45" y="467"/>
                </a:cubicBezTo>
                <a:cubicBezTo>
                  <a:pt x="27" y="378"/>
                  <a:pt x="45" y="289"/>
                  <a:pt x="99" y="217"/>
                </a:cubicBezTo>
                <a:cubicBezTo>
                  <a:pt x="161" y="101"/>
                  <a:pt x="258" y="54"/>
                  <a:pt x="355" y="54"/>
                </a:cubicBezTo>
                <a:cubicBezTo>
                  <a:pt x="564" y="54"/>
                  <a:pt x="772" y="277"/>
                  <a:pt x="625" y="521"/>
                </a:cubicBezTo>
                <a:cubicBezTo>
                  <a:pt x="590" y="601"/>
                  <a:pt x="518" y="663"/>
                  <a:pt x="438" y="690"/>
                </a:cubicBezTo>
                <a:cubicBezTo>
                  <a:pt x="404" y="705"/>
                  <a:pt x="369" y="712"/>
                  <a:pt x="334" y="712"/>
                </a:cubicBezTo>
                <a:cubicBezTo>
                  <a:pt x="330" y="712"/>
                  <a:pt x="327" y="712"/>
                  <a:pt x="323" y="712"/>
                </a:cubicBezTo>
                <a:lnTo>
                  <a:pt x="323" y="712"/>
                </a:lnTo>
                <a:cubicBezTo>
                  <a:pt x="333" y="713"/>
                  <a:pt x="343" y="713"/>
                  <a:pt x="352" y="713"/>
                </a:cubicBezTo>
                <a:cubicBezTo>
                  <a:pt x="474" y="713"/>
                  <a:pt x="591" y="649"/>
                  <a:pt x="652" y="539"/>
                </a:cubicBezTo>
                <a:cubicBezTo>
                  <a:pt x="706" y="458"/>
                  <a:pt x="723" y="369"/>
                  <a:pt x="706" y="271"/>
                </a:cubicBezTo>
                <a:cubicBezTo>
                  <a:pt x="684" y="112"/>
                  <a:pt x="541" y="1"/>
                  <a:pt x="388" y="1"/>
                </a:cubicBezTo>
                <a:close/>
              </a:path>
            </a:pathLst>
          </a:custGeom>
          <a:solidFill>
            <a:srgbClr val="7A170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4" name="Google Shape;2824;p24"/>
          <p:cNvSpPr/>
          <p:nvPr/>
        </p:nvSpPr>
        <p:spPr>
          <a:xfrm>
            <a:off x="6037840" y="861146"/>
            <a:ext cx="60400" cy="48134"/>
          </a:xfrm>
          <a:custGeom>
            <a:avLst/>
            <a:gdLst/>
            <a:ahLst/>
            <a:cxnLst/>
            <a:rect l="l" t="t" r="r" b="b"/>
            <a:pathLst>
              <a:path w="778" h="620" extrusionOk="0">
                <a:moveTo>
                  <a:pt x="393" y="1"/>
                </a:moveTo>
                <a:cubicBezTo>
                  <a:pt x="362" y="1"/>
                  <a:pt x="329" y="6"/>
                  <a:pt x="295" y="17"/>
                </a:cubicBezTo>
                <a:cubicBezTo>
                  <a:pt x="27" y="97"/>
                  <a:pt x="1" y="463"/>
                  <a:pt x="259" y="588"/>
                </a:cubicBezTo>
                <a:cubicBezTo>
                  <a:pt x="302" y="609"/>
                  <a:pt x="348" y="620"/>
                  <a:pt x="393" y="620"/>
                </a:cubicBezTo>
                <a:cubicBezTo>
                  <a:pt x="499" y="620"/>
                  <a:pt x="602" y="563"/>
                  <a:pt x="652" y="463"/>
                </a:cubicBezTo>
                <a:cubicBezTo>
                  <a:pt x="777" y="252"/>
                  <a:pt x="615" y="1"/>
                  <a:pt x="39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5" name="Google Shape;2825;p24"/>
          <p:cNvSpPr/>
          <p:nvPr/>
        </p:nvSpPr>
        <p:spPr>
          <a:xfrm>
            <a:off x="6069748" y="879779"/>
            <a:ext cx="16692" cy="17390"/>
          </a:xfrm>
          <a:custGeom>
            <a:avLst/>
            <a:gdLst/>
            <a:ahLst/>
            <a:cxnLst/>
            <a:rect l="l" t="t" r="r" b="b"/>
            <a:pathLst>
              <a:path w="215" h="224" extrusionOk="0">
                <a:moveTo>
                  <a:pt x="116" y="0"/>
                </a:moveTo>
                <a:cubicBezTo>
                  <a:pt x="98" y="0"/>
                  <a:pt x="80" y="0"/>
                  <a:pt x="72" y="9"/>
                </a:cubicBezTo>
                <a:cubicBezTo>
                  <a:pt x="63" y="18"/>
                  <a:pt x="45" y="18"/>
                  <a:pt x="45" y="36"/>
                </a:cubicBezTo>
                <a:cubicBezTo>
                  <a:pt x="9" y="71"/>
                  <a:pt x="0" y="125"/>
                  <a:pt x="36" y="170"/>
                </a:cubicBezTo>
                <a:cubicBezTo>
                  <a:pt x="36" y="179"/>
                  <a:pt x="36" y="187"/>
                  <a:pt x="45" y="196"/>
                </a:cubicBezTo>
                <a:cubicBezTo>
                  <a:pt x="54" y="205"/>
                  <a:pt x="63" y="214"/>
                  <a:pt x="72" y="214"/>
                </a:cubicBezTo>
                <a:cubicBezTo>
                  <a:pt x="85" y="221"/>
                  <a:pt x="99" y="224"/>
                  <a:pt x="111" y="224"/>
                </a:cubicBezTo>
                <a:cubicBezTo>
                  <a:pt x="132" y="224"/>
                  <a:pt x="150" y="216"/>
                  <a:pt x="161" y="205"/>
                </a:cubicBezTo>
                <a:cubicBezTo>
                  <a:pt x="170" y="196"/>
                  <a:pt x="170" y="187"/>
                  <a:pt x="179" y="179"/>
                </a:cubicBezTo>
                <a:cubicBezTo>
                  <a:pt x="188" y="170"/>
                  <a:pt x="197" y="152"/>
                  <a:pt x="205" y="134"/>
                </a:cubicBezTo>
                <a:cubicBezTo>
                  <a:pt x="214" y="107"/>
                  <a:pt x="214" y="89"/>
                  <a:pt x="205" y="63"/>
                </a:cubicBezTo>
                <a:cubicBezTo>
                  <a:pt x="197" y="45"/>
                  <a:pt x="179" y="18"/>
                  <a:pt x="152" y="9"/>
                </a:cubicBezTo>
                <a:cubicBezTo>
                  <a:pt x="143" y="0"/>
                  <a:pt x="125" y="0"/>
                  <a:pt x="116" y="0"/>
                </a:cubicBezTo>
                <a:close/>
              </a:path>
            </a:pathLst>
          </a:custGeom>
          <a:solidFill>
            <a:srgbClr val="B733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6" name="Google Shape;2826;p24"/>
          <p:cNvSpPr/>
          <p:nvPr/>
        </p:nvSpPr>
        <p:spPr>
          <a:xfrm>
            <a:off x="6043429" y="860680"/>
            <a:ext cx="55276" cy="48600"/>
          </a:xfrm>
          <a:custGeom>
            <a:avLst/>
            <a:gdLst/>
            <a:ahLst/>
            <a:cxnLst/>
            <a:rect l="l" t="t" r="r" b="b"/>
            <a:pathLst>
              <a:path w="712" h="626" extrusionOk="0">
                <a:moveTo>
                  <a:pt x="187" y="594"/>
                </a:moveTo>
                <a:cubicBezTo>
                  <a:pt x="208" y="606"/>
                  <a:pt x="231" y="614"/>
                  <a:pt x="254" y="618"/>
                </a:cubicBezTo>
                <a:lnTo>
                  <a:pt x="254" y="618"/>
                </a:lnTo>
                <a:cubicBezTo>
                  <a:pt x="232" y="613"/>
                  <a:pt x="209" y="605"/>
                  <a:pt x="187" y="594"/>
                </a:cubicBezTo>
                <a:close/>
                <a:moveTo>
                  <a:pt x="362" y="1"/>
                </a:moveTo>
                <a:cubicBezTo>
                  <a:pt x="327" y="1"/>
                  <a:pt x="292" y="8"/>
                  <a:pt x="259" y="23"/>
                </a:cubicBezTo>
                <a:cubicBezTo>
                  <a:pt x="187" y="50"/>
                  <a:pt x="125" y="103"/>
                  <a:pt x="80" y="175"/>
                </a:cubicBezTo>
                <a:cubicBezTo>
                  <a:pt x="0" y="317"/>
                  <a:pt x="45" y="505"/>
                  <a:pt x="187" y="594"/>
                </a:cubicBezTo>
                <a:cubicBezTo>
                  <a:pt x="116" y="550"/>
                  <a:pt x="71" y="478"/>
                  <a:pt x="62" y="407"/>
                </a:cubicBezTo>
                <a:cubicBezTo>
                  <a:pt x="54" y="335"/>
                  <a:pt x="62" y="255"/>
                  <a:pt x="107" y="193"/>
                </a:cubicBezTo>
                <a:cubicBezTo>
                  <a:pt x="161" y="85"/>
                  <a:pt x="247" y="41"/>
                  <a:pt x="334" y="41"/>
                </a:cubicBezTo>
                <a:cubicBezTo>
                  <a:pt x="522" y="41"/>
                  <a:pt x="712" y="247"/>
                  <a:pt x="571" y="460"/>
                </a:cubicBezTo>
                <a:cubicBezTo>
                  <a:pt x="536" y="523"/>
                  <a:pt x="482" y="576"/>
                  <a:pt x="411" y="603"/>
                </a:cubicBezTo>
                <a:cubicBezTo>
                  <a:pt x="373" y="615"/>
                  <a:pt x="336" y="622"/>
                  <a:pt x="301" y="622"/>
                </a:cubicBezTo>
                <a:cubicBezTo>
                  <a:pt x="285" y="622"/>
                  <a:pt x="269" y="621"/>
                  <a:pt x="254" y="618"/>
                </a:cubicBezTo>
                <a:lnTo>
                  <a:pt x="254" y="618"/>
                </a:lnTo>
                <a:cubicBezTo>
                  <a:pt x="277" y="623"/>
                  <a:pt x="299" y="626"/>
                  <a:pt x="321" y="626"/>
                </a:cubicBezTo>
                <a:cubicBezTo>
                  <a:pt x="428" y="626"/>
                  <a:pt x="533" y="569"/>
                  <a:pt x="589" y="469"/>
                </a:cubicBezTo>
                <a:cubicBezTo>
                  <a:pt x="634" y="407"/>
                  <a:pt x="652" y="317"/>
                  <a:pt x="643" y="237"/>
                </a:cubicBezTo>
                <a:cubicBezTo>
                  <a:pt x="625" y="157"/>
                  <a:pt x="571" y="85"/>
                  <a:pt x="500" y="41"/>
                </a:cubicBezTo>
                <a:cubicBezTo>
                  <a:pt x="458" y="15"/>
                  <a:pt x="411" y="1"/>
                  <a:pt x="362" y="1"/>
                </a:cubicBezTo>
                <a:close/>
              </a:path>
            </a:pathLst>
          </a:custGeom>
          <a:solidFill>
            <a:srgbClr val="7A170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7" name="Google Shape;2827;p24"/>
          <p:cNvSpPr/>
          <p:nvPr/>
        </p:nvSpPr>
        <p:spPr>
          <a:xfrm>
            <a:off x="6008726" y="941887"/>
            <a:ext cx="82759" cy="66378"/>
          </a:xfrm>
          <a:custGeom>
            <a:avLst/>
            <a:gdLst/>
            <a:ahLst/>
            <a:cxnLst/>
            <a:rect l="l" t="t" r="r" b="b"/>
            <a:pathLst>
              <a:path w="1066" h="855" extrusionOk="0">
                <a:moveTo>
                  <a:pt x="532" y="1"/>
                </a:moveTo>
                <a:cubicBezTo>
                  <a:pt x="490" y="1"/>
                  <a:pt x="446" y="7"/>
                  <a:pt x="402" y="21"/>
                </a:cubicBezTo>
                <a:cubicBezTo>
                  <a:pt x="36" y="137"/>
                  <a:pt x="1" y="646"/>
                  <a:pt x="349" y="807"/>
                </a:cubicBezTo>
                <a:cubicBezTo>
                  <a:pt x="408" y="839"/>
                  <a:pt x="473" y="854"/>
                  <a:pt x="537" y="854"/>
                </a:cubicBezTo>
                <a:cubicBezTo>
                  <a:pt x="683" y="854"/>
                  <a:pt x="825" y="774"/>
                  <a:pt x="893" y="637"/>
                </a:cubicBezTo>
                <a:cubicBezTo>
                  <a:pt x="1066" y="346"/>
                  <a:pt x="838" y="1"/>
                  <a:pt x="53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8" name="Google Shape;2828;p24"/>
          <p:cNvSpPr/>
          <p:nvPr/>
        </p:nvSpPr>
        <p:spPr>
          <a:xfrm>
            <a:off x="6057248" y="973252"/>
            <a:ext cx="16692" cy="17934"/>
          </a:xfrm>
          <a:custGeom>
            <a:avLst/>
            <a:gdLst/>
            <a:ahLst/>
            <a:cxnLst/>
            <a:rect l="l" t="t" r="r" b="b"/>
            <a:pathLst>
              <a:path w="215" h="231" extrusionOk="0">
                <a:moveTo>
                  <a:pt x="99" y="1"/>
                </a:moveTo>
                <a:cubicBezTo>
                  <a:pt x="81" y="1"/>
                  <a:pt x="63" y="10"/>
                  <a:pt x="54" y="19"/>
                </a:cubicBezTo>
                <a:cubicBezTo>
                  <a:pt x="36" y="28"/>
                  <a:pt x="27" y="46"/>
                  <a:pt x="18" y="63"/>
                </a:cubicBezTo>
                <a:cubicBezTo>
                  <a:pt x="9" y="72"/>
                  <a:pt x="9" y="81"/>
                  <a:pt x="1" y="90"/>
                </a:cubicBezTo>
                <a:cubicBezTo>
                  <a:pt x="1" y="99"/>
                  <a:pt x="1" y="108"/>
                  <a:pt x="1" y="108"/>
                </a:cubicBezTo>
                <a:cubicBezTo>
                  <a:pt x="1" y="117"/>
                  <a:pt x="1" y="117"/>
                  <a:pt x="1" y="126"/>
                </a:cubicBezTo>
                <a:cubicBezTo>
                  <a:pt x="1" y="135"/>
                  <a:pt x="9" y="153"/>
                  <a:pt x="18" y="171"/>
                </a:cubicBezTo>
                <a:lnTo>
                  <a:pt x="18" y="179"/>
                </a:lnTo>
                <a:cubicBezTo>
                  <a:pt x="27" y="197"/>
                  <a:pt x="45" y="206"/>
                  <a:pt x="63" y="224"/>
                </a:cubicBezTo>
                <a:lnTo>
                  <a:pt x="81" y="224"/>
                </a:lnTo>
                <a:cubicBezTo>
                  <a:pt x="90" y="229"/>
                  <a:pt x="96" y="231"/>
                  <a:pt x="103" y="231"/>
                </a:cubicBezTo>
                <a:cubicBezTo>
                  <a:pt x="110" y="231"/>
                  <a:pt x="117" y="229"/>
                  <a:pt x="125" y="224"/>
                </a:cubicBezTo>
                <a:lnTo>
                  <a:pt x="152" y="224"/>
                </a:lnTo>
                <a:cubicBezTo>
                  <a:pt x="161" y="215"/>
                  <a:pt x="170" y="206"/>
                  <a:pt x="179" y="188"/>
                </a:cubicBezTo>
                <a:cubicBezTo>
                  <a:pt x="188" y="179"/>
                  <a:pt x="197" y="162"/>
                  <a:pt x="197" y="153"/>
                </a:cubicBezTo>
                <a:cubicBezTo>
                  <a:pt x="215" y="117"/>
                  <a:pt x="206" y="81"/>
                  <a:pt x="188" y="46"/>
                </a:cubicBezTo>
                <a:cubicBezTo>
                  <a:pt x="179" y="37"/>
                  <a:pt x="170" y="19"/>
                  <a:pt x="152" y="19"/>
                </a:cubicBezTo>
                <a:cubicBezTo>
                  <a:pt x="134" y="10"/>
                  <a:pt x="117" y="1"/>
                  <a:pt x="99" y="1"/>
                </a:cubicBezTo>
                <a:close/>
              </a:path>
            </a:pathLst>
          </a:custGeom>
          <a:solidFill>
            <a:srgbClr val="B733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9" name="Google Shape;2829;p24"/>
          <p:cNvSpPr/>
          <p:nvPr/>
        </p:nvSpPr>
        <p:spPr>
          <a:xfrm>
            <a:off x="6018353" y="942042"/>
            <a:ext cx="74219" cy="66378"/>
          </a:xfrm>
          <a:custGeom>
            <a:avLst/>
            <a:gdLst/>
            <a:ahLst/>
            <a:cxnLst/>
            <a:rect l="l" t="t" r="r" b="b"/>
            <a:pathLst>
              <a:path w="956" h="855" extrusionOk="0">
                <a:moveTo>
                  <a:pt x="120" y="707"/>
                </a:moveTo>
                <a:lnTo>
                  <a:pt x="120" y="707"/>
                </a:lnTo>
                <a:cubicBezTo>
                  <a:pt x="148" y="746"/>
                  <a:pt x="184" y="780"/>
                  <a:pt x="225" y="805"/>
                </a:cubicBezTo>
                <a:cubicBezTo>
                  <a:pt x="184" y="777"/>
                  <a:pt x="149" y="744"/>
                  <a:pt x="120" y="707"/>
                </a:cubicBezTo>
                <a:close/>
                <a:moveTo>
                  <a:pt x="225" y="805"/>
                </a:moveTo>
                <a:lnTo>
                  <a:pt x="225" y="805"/>
                </a:lnTo>
                <a:cubicBezTo>
                  <a:pt x="267" y="830"/>
                  <a:pt x="316" y="846"/>
                  <a:pt x="366" y="851"/>
                </a:cubicBezTo>
                <a:lnTo>
                  <a:pt x="366" y="851"/>
                </a:lnTo>
                <a:cubicBezTo>
                  <a:pt x="318" y="844"/>
                  <a:pt x="270" y="829"/>
                  <a:pt x="225" y="805"/>
                </a:cubicBezTo>
                <a:close/>
                <a:moveTo>
                  <a:pt x="472" y="0"/>
                </a:moveTo>
                <a:cubicBezTo>
                  <a:pt x="424" y="0"/>
                  <a:pt x="377" y="9"/>
                  <a:pt x="332" y="28"/>
                </a:cubicBezTo>
                <a:cubicBezTo>
                  <a:pt x="225" y="64"/>
                  <a:pt x="145" y="144"/>
                  <a:pt x="91" y="242"/>
                </a:cubicBezTo>
                <a:cubicBezTo>
                  <a:pt x="0" y="389"/>
                  <a:pt x="19" y="573"/>
                  <a:pt x="120" y="707"/>
                </a:cubicBezTo>
                <a:lnTo>
                  <a:pt x="120" y="707"/>
                </a:lnTo>
                <a:cubicBezTo>
                  <a:pt x="88" y="661"/>
                  <a:pt x="65" y="608"/>
                  <a:pt x="55" y="555"/>
                </a:cubicBezTo>
                <a:cubicBezTo>
                  <a:pt x="37" y="448"/>
                  <a:pt x="55" y="340"/>
                  <a:pt x="109" y="251"/>
                </a:cubicBezTo>
                <a:cubicBezTo>
                  <a:pt x="185" y="105"/>
                  <a:pt x="306" y="44"/>
                  <a:pt x="428" y="44"/>
                </a:cubicBezTo>
                <a:cubicBezTo>
                  <a:pt x="692" y="44"/>
                  <a:pt x="956" y="327"/>
                  <a:pt x="760" y="626"/>
                </a:cubicBezTo>
                <a:cubicBezTo>
                  <a:pt x="707" y="724"/>
                  <a:pt x="626" y="796"/>
                  <a:pt x="528" y="831"/>
                </a:cubicBezTo>
                <a:cubicBezTo>
                  <a:pt x="489" y="846"/>
                  <a:pt x="447" y="853"/>
                  <a:pt x="405" y="853"/>
                </a:cubicBezTo>
                <a:cubicBezTo>
                  <a:pt x="392" y="853"/>
                  <a:pt x="379" y="852"/>
                  <a:pt x="366" y="851"/>
                </a:cubicBezTo>
                <a:lnTo>
                  <a:pt x="366" y="851"/>
                </a:lnTo>
                <a:cubicBezTo>
                  <a:pt x="384" y="853"/>
                  <a:pt x="402" y="854"/>
                  <a:pt x="420" y="854"/>
                </a:cubicBezTo>
                <a:cubicBezTo>
                  <a:pt x="564" y="854"/>
                  <a:pt x="705" y="778"/>
                  <a:pt x="778" y="644"/>
                </a:cubicBezTo>
                <a:cubicBezTo>
                  <a:pt x="841" y="546"/>
                  <a:pt x="867" y="430"/>
                  <a:pt x="850" y="323"/>
                </a:cubicBezTo>
                <a:cubicBezTo>
                  <a:pt x="823" y="207"/>
                  <a:pt x="760" y="108"/>
                  <a:pt x="662" y="55"/>
                </a:cubicBezTo>
                <a:cubicBezTo>
                  <a:pt x="605" y="18"/>
                  <a:pt x="539" y="0"/>
                  <a:pt x="472" y="0"/>
                </a:cubicBezTo>
                <a:close/>
              </a:path>
            </a:pathLst>
          </a:custGeom>
          <a:solidFill>
            <a:srgbClr val="7A170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0" name="Google Shape;2830;p24"/>
          <p:cNvSpPr/>
          <p:nvPr/>
        </p:nvSpPr>
        <p:spPr>
          <a:xfrm>
            <a:off x="5922862" y="971233"/>
            <a:ext cx="69173" cy="55742"/>
          </a:xfrm>
          <a:custGeom>
            <a:avLst/>
            <a:gdLst/>
            <a:ahLst/>
            <a:cxnLst/>
            <a:rect l="l" t="t" r="r" b="b"/>
            <a:pathLst>
              <a:path w="891" h="718" extrusionOk="0">
                <a:moveTo>
                  <a:pt x="451" y="0"/>
                </a:moveTo>
                <a:cubicBezTo>
                  <a:pt x="415" y="0"/>
                  <a:pt x="378" y="6"/>
                  <a:pt x="339" y="18"/>
                </a:cubicBezTo>
                <a:cubicBezTo>
                  <a:pt x="27" y="107"/>
                  <a:pt x="0" y="536"/>
                  <a:pt x="295" y="678"/>
                </a:cubicBezTo>
                <a:cubicBezTo>
                  <a:pt x="345" y="705"/>
                  <a:pt x="399" y="717"/>
                  <a:pt x="451" y="717"/>
                </a:cubicBezTo>
                <a:cubicBezTo>
                  <a:pt x="575" y="717"/>
                  <a:pt x="693" y="649"/>
                  <a:pt x="750" y="536"/>
                </a:cubicBezTo>
                <a:cubicBezTo>
                  <a:pt x="891" y="285"/>
                  <a:pt x="709" y="0"/>
                  <a:pt x="45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1" name="Google Shape;2831;p24"/>
          <p:cNvSpPr/>
          <p:nvPr/>
        </p:nvSpPr>
        <p:spPr>
          <a:xfrm>
            <a:off x="5949180" y="998949"/>
            <a:ext cx="15993" cy="15294"/>
          </a:xfrm>
          <a:custGeom>
            <a:avLst/>
            <a:gdLst/>
            <a:ahLst/>
            <a:cxnLst/>
            <a:rect l="l" t="t" r="r" b="b"/>
            <a:pathLst>
              <a:path w="206" h="197" extrusionOk="0">
                <a:moveTo>
                  <a:pt x="98" y="0"/>
                </a:moveTo>
                <a:cubicBezTo>
                  <a:pt x="81" y="0"/>
                  <a:pt x="63" y="0"/>
                  <a:pt x="45" y="9"/>
                </a:cubicBezTo>
                <a:cubicBezTo>
                  <a:pt x="36" y="18"/>
                  <a:pt x="27" y="27"/>
                  <a:pt x="27" y="36"/>
                </a:cubicBezTo>
                <a:cubicBezTo>
                  <a:pt x="18" y="45"/>
                  <a:pt x="18" y="45"/>
                  <a:pt x="18" y="54"/>
                </a:cubicBezTo>
                <a:cubicBezTo>
                  <a:pt x="9" y="63"/>
                  <a:pt x="9" y="72"/>
                  <a:pt x="0" y="89"/>
                </a:cubicBezTo>
                <a:cubicBezTo>
                  <a:pt x="0" y="107"/>
                  <a:pt x="0" y="116"/>
                  <a:pt x="0" y="134"/>
                </a:cubicBezTo>
                <a:cubicBezTo>
                  <a:pt x="9" y="152"/>
                  <a:pt x="18" y="170"/>
                  <a:pt x="27" y="179"/>
                </a:cubicBezTo>
                <a:cubicBezTo>
                  <a:pt x="45" y="188"/>
                  <a:pt x="63" y="197"/>
                  <a:pt x="81" y="197"/>
                </a:cubicBezTo>
                <a:lnTo>
                  <a:pt x="134" y="197"/>
                </a:lnTo>
                <a:cubicBezTo>
                  <a:pt x="143" y="188"/>
                  <a:pt x="152" y="188"/>
                  <a:pt x="161" y="179"/>
                </a:cubicBezTo>
                <a:cubicBezTo>
                  <a:pt x="179" y="170"/>
                  <a:pt x="197" y="152"/>
                  <a:pt x="197" y="125"/>
                </a:cubicBezTo>
                <a:cubicBezTo>
                  <a:pt x="205" y="116"/>
                  <a:pt x="205" y="98"/>
                  <a:pt x="197" y="80"/>
                </a:cubicBezTo>
                <a:cubicBezTo>
                  <a:pt x="197" y="72"/>
                  <a:pt x="188" y="63"/>
                  <a:pt x="188" y="54"/>
                </a:cubicBezTo>
                <a:cubicBezTo>
                  <a:pt x="179" y="36"/>
                  <a:pt x="170" y="18"/>
                  <a:pt x="152" y="18"/>
                </a:cubicBezTo>
                <a:cubicBezTo>
                  <a:pt x="134" y="0"/>
                  <a:pt x="116" y="0"/>
                  <a:pt x="98" y="0"/>
                </a:cubicBezTo>
                <a:close/>
              </a:path>
            </a:pathLst>
          </a:custGeom>
          <a:solidFill>
            <a:srgbClr val="B733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2" name="Google Shape;2832;p24"/>
          <p:cNvSpPr/>
          <p:nvPr/>
        </p:nvSpPr>
        <p:spPr>
          <a:xfrm>
            <a:off x="5932178" y="970923"/>
            <a:ext cx="59236" cy="56208"/>
          </a:xfrm>
          <a:custGeom>
            <a:avLst/>
            <a:gdLst/>
            <a:ahLst/>
            <a:cxnLst/>
            <a:rect l="l" t="t" r="r" b="b"/>
            <a:pathLst>
              <a:path w="763" h="724" extrusionOk="0">
                <a:moveTo>
                  <a:pt x="49" y="539"/>
                </a:moveTo>
                <a:cubicBezTo>
                  <a:pt x="73" y="596"/>
                  <a:pt x="117" y="644"/>
                  <a:pt x="175" y="682"/>
                </a:cubicBezTo>
                <a:cubicBezTo>
                  <a:pt x="118" y="645"/>
                  <a:pt x="76" y="595"/>
                  <a:pt x="49" y="539"/>
                </a:cubicBezTo>
                <a:close/>
                <a:moveTo>
                  <a:pt x="387" y="1"/>
                </a:moveTo>
                <a:cubicBezTo>
                  <a:pt x="349" y="1"/>
                  <a:pt x="310" y="8"/>
                  <a:pt x="273" y="22"/>
                </a:cubicBezTo>
                <a:cubicBezTo>
                  <a:pt x="184" y="58"/>
                  <a:pt x="103" y="120"/>
                  <a:pt x="67" y="201"/>
                </a:cubicBezTo>
                <a:cubicBezTo>
                  <a:pt x="4" y="311"/>
                  <a:pt x="0" y="436"/>
                  <a:pt x="49" y="539"/>
                </a:cubicBezTo>
                <a:lnTo>
                  <a:pt x="49" y="539"/>
                </a:lnTo>
                <a:cubicBezTo>
                  <a:pt x="40" y="517"/>
                  <a:pt x="34" y="493"/>
                  <a:pt x="32" y="468"/>
                </a:cubicBezTo>
                <a:cubicBezTo>
                  <a:pt x="14" y="379"/>
                  <a:pt x="32" y="290"/>
                  <a:pt x="85" y="218"/>
                </a:cubicBezTo>
                <a:cubicBezTo>
                  <a:pt x="149" y="107"/>
                  <a:pt x="246" y="61"/>
                  <a:pt x="342" y="61"/>
                </a:cubicBezTo>
                <a:cubicBezTo>
                  <a:pt x="553" y="61"/>
                  <a:pt x="762" y="285"/>
                  <a:pt x="621" y="531"/>
                </a:cubicBezTo>
                <a:cubicBezTo>
                  <a:pt x="576" y="602"/>
                  <a:pt x="514" y="665"/>
                  <a:pt x="433" y="700"/>
                </a:cubicBezTo>
                <a:cubicBezTo>
                  <a:pt x="398" y="711"/>
                  <a:pt x="363" y="716"/>
                  <a:pt x="328" y="716"/>
                </a:cubicBezTo>
                <a:cubicBezTo>
                  <a:pt x="275" y="716"/>
                  <a:pt x="223" y="704"/>
                  <a:pt x="175" y="682"/>
                </a:cubicBezTo>
                <a:lnTo>
                  <a:pt x="175" y="682"/>
                </a:lnTo>
                <a:cubicBezTo>
                  <a:pt x="227" y="710"/>
                  <a:pt x="282" y="723"/>
                  <a:pt x="337" y="723"/>
                </a:cubicBezTo>
                <a:cubicBezTo>
                  <a:pt x="460" y="723"/>
                  <a:pt x="580" y="657"/>
                  <a:pt x="648" y="540"/>
                </a:cubicBezTo>
                <a:cubicBezTo>
                  <a:pt x="701" y="459"/>
                  <a:pt x="719" y="370"/>
                  <a:pt x="701" y="272"/>
                </a:cubicBezTo>
                <a:cubicBezTo>
                  <a:pt x="680" y="108"/>
                  <a:pt x="539" y="1"/>
                  <a:pt x="387" y="1"/>
                </a:cubicBezTo>
                <a:close/>
              </a:path>
            </a:pathLst>
          </a:custGeom>
          <a:solidFill>
            <a:srgbClr val="7A170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3" name="Google Shape;2833;p24"/>
          <p:cNvSpPr/>
          <p:nvPr/>
        </p:nvSpPr>
        <p:spPr>
          <a:xfrm>
            <a:off x="6312280" y="933813"/>
            <a:ext cx="94948" cy="163422"/>
          </a:xfrm>
          <a:custGeom>
            <a:avLst/>
            <a:gdLst/>
            <a:ahLst/>
            <a:cxnLst/>
            <a:rect l="l" t="t" r="r" b="b"/>
            <a:pathLst>
              <a:path w="1223" h="2105" extrusionOk="0">
                <a:moveTo>
                  <a:pt x="268" y="0"/>
                </a:moveTo>
                <a:cubicBezTo>
                  <a:pt x="90" y="365"/>
                  <a:pt x="0" y="2104"/>
                  <a:pt x="518" y="2104"/>
                </a:cubicBezTo>
                <a:cubicBezTo>
                  <a:pt x="546" y="2104"/>
                  <a:pt x="576" y="2099"/>
                  <a:pt x="607" y="2089"/>
                </a:cubicBezTo>
                <a:cubicBezTo>
                  <a:pt x="1223" y="1883"/>
                  <a:pt x="268" y="0"/>
                  <a:pt x="26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4" name="Google Shape;2834;p24"/>
          <p:cNvSpPr/>
          <p:nvPr/>
        </p:nvSpPr>
        <p:spPr>
          <a:xfrm>
            <a:off x="6330214" y="918208"/>
            <a:ext cx="170952" cy="51705"/>
          </a:xfrm>
          <a:custGeom>
            <a:avLst/>
            <a:gdLst/>
            <a:ahLst/>
            <a:cxnLst/>
            <a:rect l="l" t="t" r="r" b="b"/>
            <a:pathLst>
              <a:path w="2202" h="666" extrusionOk="0">
                <a:moveTo>
                  <a:pt x="1173" y="0"/>
                </a:moveTo>
                <a:cubicBezTo>
                  <a:pt x="696" y="0"/>
                  <a:pt x="181" y="87"/>
                  <a:pt x="1" y="183"/>
                </a:cubicBezTo>
                <a:cubicBezTo>
                  <a:pt x="1" y="183"/>
                  <a:pt x="1053" y="666"/>
                  <a:pt x="1675" y="666"/>
                </a:cubicBezTo>
                <a:cubicBezTo>
                  <a:pt x="1895" y="666"/>
                  <a:pt x="2061" y="605"/>
                  <a:pt x="2107" y="442"/>
                </a:cubicBezTo>
                <a:cubicBezTo>
                  <a:pt x="2202" y="111"/>
                  <a:pt x="1712" y="0"/>
                  <a:pt x="117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5" name="Google Shape;2835;p24"/>
          <p:cNvSpPr/>
          <p:nvPr/>
        </p:nvSpPr>
        <p:spPr>
          <a:xfrm>
            <a:off x="6371127" y="970535"/>
            <a:ext cx="135861" cy="136638"/>
          </a:xfrm>
          <a:custGeom>
            <a:avLst/>
            <a:gdLst/>
            <a:ahLst/>
            <a:cxnLst/>
            <a:rect l="l" t="t" r="r" b="b"/>
            <a:pathLst>
              <a:path w="1750" h="1760" extrusionOk="0">
                <a:moveTo>
                  <a:pt x="1" y="0"/>
                </a:moveTo>
                <a:lnTo>
                  <a:pt x="1" y="0"/>
                </a:lnTo>
                <a:cubicBezTo>
                  <a:pt x="16" y="385"/>
                  <a:pt x="669" y="1760"/>
                  <a:pt x="1129" y="1760"/>
                </a:cubicBezTo>
                <a:cubicBezTo>
                  <a:pt x="1191" y="1760"/>
                  <a:pt x="1250" y="1735"/>
                  <a:pt x="1304" y="1678"/>
                </a:cubicBezTo>
                <a:cubicBezTo>
                  <a:pt x="1750" y="1205"/>
                  <a:pt x="1" y="0"/>
                  <a:pt x="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6" name="Google Shape;2836;p24"/>
          <p:cNvSpPr/>
          <p:nvPr/>
        </p:nvSpPr>
        <p:spPr>
          <a:xfrm>
            <a:off x="6251259" y="875586"/>
            <a:ext cx="95025" cy="163422"/>
          </a:xfrm>
          <a:custGeom>
            <a:avLst/>
            <a:gdLst/>
            <a:ahLst/>
            <a:cxnLst/>
            <a:rect l="l" t="t" r="r" b="b"/>
            <a:pathLst>
              <a:path w="1224" h="2105" extrusionOk="0">
                <a:moveTo>
                  <a:pt x="268" y="1"/>
                </a:moveTo>
                <a:lnTo>
                  <a:pt x="268" y="1"/>
                </a:lnTo>
                <a:cubicBezTo>
                  <a:pt x="90" y="365"/>
                  <a:pt x="1" y="2104"/>
                  <a:pt x="519" y="2104"/>
                </a:cubicBezTo>
                <a:cubicBezTo>
                  <a:pt x="547" y="2104"/>
                  <a:pt x="576" y="2099"/>
                  <a:pt x="607" y="2089"/>
                </a:cubicBezTo>
                <a:cubicBezTo>
                  <a:pt x="1223" y="1884"/>
                  <a:pt x="268" y="1"/>
                  <a:pt x="26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7" name="Google Shape;2837;p24"/>
          <p:cNvSpPr/>
          <p:nvPr/>
        </p:nvSpPr>
        <p:spPr>
          <a:xfrm>
            <a:off x="6269270" y="859982"/>
            <a:ext cx="170952" cy="52015"/>
          </a:xfrm>
          <a:custGeom>
            <a:avLst/>
            <a:gdLst/>
            <a:ahLst/>
            <a:cxnLst/>
            <a:rect l="l" t="t" r="r" b="b"/>
            <a:pathLst>
              <a:path w="2202" h="670" extrusionOk="0">
                <a:moveTo>
                  <a:pt x="1173" y="1"/>
                </a:moveTo>
                <a:cubicBezTo>
                  <a:pt x="696" y="1"/>
                  <a:pt x="181" y="87"/>
                  <a:pt x="1" y="184"/>
                </a:cubicBezTo>
                <a:cubicBezTo>
                  <a:pt x="1" y="184"/>
                  <a:pt x="1051" y="670"/>
                  <a:pt x="1672" y="670"/>
                </a:cubicBezTo>
                <a:cubicBezTo>
                  <a:pt x="1893" y="670"/>
                  <a:pt x="2060" y="609"/>
                  <a:pt x="2107" y="442"/>
                </a:cubicBezTo>
                <a:cubicBezTo>
                  <a:pt x="2202" y="111"/>
                  <a:pt x="1711" y="1"/>
                  <a:pt x="117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8" name="Google Shape;2838;p24"/>
          <p:cNvSpPr/>
          <p:nvPr/>
        </p:nvSpPr>
        <p:spPr>
          <a:xfrm>
            <a:off x="6186822" y="820853"/>
            <a:ext cx="100537" cy="160083"/>
          </a:xfrm>
          <a:custGeom>
            <a:avLst/>
            <a:gdLst/>
            <a:ahLst/>
            <a:cxnLst/>
            <a:rect l="l" t="t" r="r" b="b"/>
            <a:pathLst>
              <a:path w="1295" h="2062" extrusionOk="0">
                <a:moveTo>
                  <a:pt x="134" y="0"/>
                </a:moveTo>
                <a:lnTo>
                  <a:pt x="134" y="0"/>
                </a:lnTo>
                <a:cubicBezTo>
                  <a:pt x="1" y="376"/>
                  <a:pt x="101" y="2061"/>
                  <a:pt x="596" y="2061"/>
                </a:cubicBezTo>
                <a:cubicBezTo>
                  <a:pt x="631" y="2061"/>
                  <a:pt x="667" y="2053"/>
                  <a:pt x="706" y="2035"/>
                </a:cubicBezTo>
                <a:cubicBezTo>
                  <a:pt x="1295" y="1768"/>
                  <a:pt x="134" y="1"/>
                  <a:pt x="13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9" name="Google Shape;2839;p24"/>
          <p:cNvSpPr/>
          <p:nvPr/>
        </p:nvSpPr>
        <p:spPr>
          <a:xfrm>
            <a:off x="6194430" y="793836"/>
            <a:ext cx="168390" cy="49453"/>
          </a:xfrm>
          <a:custGeom>
            <a:avLst/>
            <a:gdLst/>
            <a:ahLst/>
            <a:cxnLst/>
            <a:rect l="l" t="t" r="r" b="b"/>
            <a:pathLst>
              <a:path w="2169" h="637" extrusionOk="0">
                <a:moveTo>
                  <a:pt x="1494" y="1"/>
                </a:moveTo>
                <a:cubicBezTo>
                  <a:pt x="946" y="1"/>
                  <a:pt x="211" y="189"/>
                  <a:pt x="1" y="331"/>
                </a:cubicBezTo>
                <a:cubicBezTo>
                  <a:pt x="1" y="331"/>
                  <a:pt x="917" y="636"/>
                  <a:pt x="1548" y="636"/>
                </a:cubicBezTo>
                <a:cubicBezTo>
                  <a:pt x="1851" y="636"/>
                  <a:pt x="2087" y="566"/>
                  <a:pt x="2125" y="357"/>
                </a:cubicBezTo>
                <a:cubicBezTo>
                  <a:pt x="2169" y="93"/>
                  <a:pt x="1877" y="1"/>
                  <a:pt x="149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0" name="Google Shape;2840;p24"/>
          <p:cNvSpPr/>
          <p:nvPr/>
        </p:nvSpPr>
        <p:spPr>
          <a:xfrm>
            <a:off x="6113301" y="773729"/>
            <a:ext cx="111717" cy="155503"/>
          </a:xfrm>
          <a:custGeom>
            <a:avLst/>
            <a:gdLst/>
            <a:ahLst/>
            <a:cxnLst/>
            <a:rect l="l" t="t" r="r" b="b"/>
            <a:pathLst>
              <a:path w="1439" h="2003" extrusionOk="0">
                <a:moveTo>
                  <a:pt x="91" y="1"/>
                </a:moveTo>
                <a:lnTo>
                  <a:pt x="91" y="1"/>
                </a:lnTo>
                <a:cubicBezTo>
                  <a:pt x="0" y="386"/>
                  <a:pt x="280" y="2003"/>
                  <a:pt x="756" y="2003"/>
                </a:cubicBezTo>
                <a:cubicBezTo>
                  <a:pt x="798" y="2003"/>
                  <a:pt x="841" y="1991"/>
                  <a:pt x="885" y="1964"/>
                </a:cubicBezTo>
                <a:cubicBezTo>
                  <a:pt x="1438" y="1625"/>
                  <a:pt x="91" y="1"/>
                  <a:pt x="9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1" name="Google Shape;2841;p24"/>
          <p:cNvSpPr/>
          <p:nvPr/>
        </p:nvSpPr>
        <p:spPr>
          <a:xfrm>
            <a:off x="6117493" y="733591"/>
            <a:ext cx="164586" cy="50696"/>
          </a:xfrm>
          <a:custGeom>
            <a:avLst/>
            <a:gdLst/>
            <a:ahLst/>
            <a:cxnLst/>
            <a:rect l="l" t="t" r="r" b="b"/>
            <a:pathLst>
              <a:path w="2120" h="653" extrusionOk="0">
                <a:moveTo>
                  <a:pt x="1650" y="1"/>
                </a:moveTo>
                <a:cubicBezTo>
                  <a:pt x="1100" y="1"/>
                  <a:pt x="221" y="318"/>
                  <a:pt x="1" y="509"/>
                </a:cubicBezTo>
                <a:cubicBezTo>
                  <a:pt x="1" y="509"/>
                  <a:pt x="681" y="652"/>
                  <a:pt x="1268" y="652"/>
                </a:cubicBezTo>
                <a:cubicBezTo>
                  <a:pt x="1706" y="652"/>
                  <a:pt x="2092" y="573"/>
                  <a:pt x="2107" y="294"/>
                </a:cubicBezTo>
                <a:cubicBezTo>
                  <a:pt x="2119" y="80"/>
                  <a:pt x="1926" y="1"/>
                  <a:pt x="165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2" name="Google Shape;2842;p24"/>
          <p:cNvSpPr/>
          <p:nvPr/>
        </p:nvSpPr>
        <p:spPr>
          <a:xfrm>
            <a:off x="6368333" y="967041"/>
            <a:ext cx="110940" cy="140054"/>
          </a:xfrm>
          <a:custGeom>
            <a:avLst/>
            <a:gdLst/>
            <a:ahLst/>
            <a:cxnLst/>
            <a:rect l="l" t="t" r="r" b="b"/>
            <a:pathLst>
              <a:path w="1429" h="1804" extrusionOk="0">
                <a:moveTo>
                  <a:pt x="1402" y="1455"/>
                </a:moveTo>
                <a:cubicBezTo>
                  <a:pt x="1420" y="1545"/>
                  <a:pt x="1402" y="1643"/>
                  <a:pt x="1340" y="1723"/>
                </a:cubicBezTo>
                <a:cubicBezTo>
                  <a:pt x="1402" y="1652"/>
                  <a:pt x="1429" y="1545"/>
                  <a:pt x="1402" y="1455"/>
                </a:cubicBezTo>
                <a:close/>
                <a:moveTo>
                  <a:pt x="1" y="1"/>
                </a:moveTo>
                <a:lnTo>
                  <a:pt x="1" y="54"/>
                </a:lnTo>
                <a:cubicBezTo>
                  <a:pt x="10" y="152"/>
                  <a:pt x="28" y="251"/>
                  <a:pt x="63" y="349"/>
                </a:cubicBezTo>
                <a:cubicBezTo>
                  <a:pt x="99" y="438"/>
                  <a:pt x="135" y="536"/>
                  <a:pt x="179" y="625"/>
                </a:cubicBezTo>
                <a:cubicBezTo>
                  <a:pt x="260" y="804"/>
                  <a:pt x="349" y="982"/>
                  <a:pt x="456" y="1152"/>
                </a:cubicBezTo>
                <a:cubicBezTo>
                  <a:pt x="563" y="1322"/>
                  <a:pt x="679" y="1473"/>
                  <a:pt x="822" y="1616"/>
                </a:cubicBezTo>
                <a:cubicBezTo>
                  <a:pt x="893" y="1687"/>
                  <a:pt x="974" y="1750"/>
                  <a:pt x="1063" y="1786"/>
                </a:cubicBezTo>
                <a:cubicBezTo>
                  <a:pt x="974" y="1750"/>
                  <a:pt x="893" y="1687"/>
                  <a:pt x="831" y="1616"/>
                </a:cubicBezTo>
                <a:cubicBezTo>
                  <a:pt x="697" y="1473"/>
                  <a:pt x="581" y="1313"/>
                  <a:pt x="483" y="1134"/>
                </a:cubicBezTo>
                <a:cubicBezTo>
                  <a:pt x="385" y="965"/>
                  <a:pt x="295" y="786"/>
                  <a:pt x="215" y="608"/>
                </a:cubicBezTo>
                <a:cubicBezTo>
                  <a:pt x="142" y="445"/>
                  <a:pt x="91" y="275"/>
                  <a:pt x="56" y="105"/>
                </a:cubicBezTo>
                <a:lnTo>
                  <a:pt x="56" y="105"/>
                </a:lnTo>
                <a:cubicBezTo>
                  <a:pt x="192" y="202"/>
                  <a:pt x="328" y="307"/>
                  <a:pt x="465" y="411"/>
                </a:cubicBezTo>
                <a:cubicBezTo>
                  <a:pt x="617" y="527"/>
                  <a:pt x="759" y="643"/>
                  <a:pt x="902" y="777"/>
                </a:cubicBezTo>
                <a:cubicBezTo>
                  <a:pt x="1036" y="902"/>
                  <a:pt x="1170" y="1045"/>
                  <a:pt x="1277" y="1197"/>
                </a:cubicBezTo>
                <a:cubicBezTo>
                  <a:pt x="1331" y="1277"/>
                  <a:pt x="1375" y="1366"/>
                  <a:pt x="1402" y="1455"/>
                </a:cubicBezTo>
                <a:cubicBezTo>
                  <a:pt x="1375" y="1357"/>
                  <a:pt x="1340" y="1277"/>
                  <a:pt x="1286" y="1197"/>
                </a:cubicBezTo>
                <a:cubicBezTo>
                  <a:pt x="1179" y="1036"/>
                  <a:pt x="1054" y="893"/>
                  <a:pt x="920" y="759"/>
                </a:cubicBezTo>
                <a:cubicBezTo>
                  <a:pt x="643" y="491"/>
                  <a:pt x="349" y="251"/>
                  <a:pt x="37" y="27"/>
                </a:cubicBezTo>
                <a:lnTo>
                  <a:pt x="1" y="1"/>
                </a:lnTo>
                <a:close/>
                <a:moveTo>
                  <a:pt x="1340" y="1723"/>
                </a:moveTo>
                <a:cubicBezTo>
                  <a:pt x="1304" y="1759"/>
                  <a:pt x="1259" y="1786"/>
                  <a:pt x="1215" y="1795"/>
                </a:cubicBezTo>
                <a:cubicBezTo>
                  <a:pt x="1192" y="1798"/>
                  <a:pt x="1172" y="1800"/>
                  <a:pt x="1151" y="1800"/>
                </a:cubicBezTo>
                <a:cubicBezTo>
                  <a:pt x="1123" y="1800"/>
                  <a:pt x="1094" y="1796"/>
                  <a:pt x="1063" y="1786"/>
                </a:cubicBezTo>
                <a:lnTo>
                  <a:pt x="1063" y="1786"/>
                </a:lnTo>
                <a:cubicBezTo>
                  <a:pt x="1095" y="1797"/>
                  <a:pt x="1128" y="1803"/>
                  <a:pt x="1160" y="1803"/>
                </a:cubicBezTo>
                <a:cubicBezTo>
                  <a:pt x="1227" y="1803"/>
                  <a:pt x="1291" y="1777"/>
                  <a:pt x="1340" y="1723"/>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3" name="Google Shape;2843;p24"/>
          <p:cNvSpPr/>
          <p:nvPr/>
        </p:nvSpPr>
        <p:spPr>
          <a:xfrm>
            <a:off x="6320587" y="928922"/>
            <a:ext cx="56130" cy="168235"/>
          </a:xfrm>
          <a:custGeom>
            <a:avLst/>
            <a:gdLst/>
            <a:ahLst/>
            <a:cxnLst/>
            <a:rect l="l" t="t" r="r" b="b"/>
            <a:pathLst>
              <a:path w="723" h="2167" extrusionOk="0">
                <a:moveTo>
                  <a:pt x="161" y="1"/>
                </a:moveTo>
                <a:lnTo>
                  <a:pt x="134" y="45"/>
                </a:lnTo>
                <a:cubicBezTo>
                  <a:pt x="98" y="144"/>
                  <a:pt x="71" y="242"/>
                  <a:pt x="54" y="340"/>
                </a:cubicBezTo>
                <a:cubicBezTo>
                  <a:pt x="36" y="438"/>
                  <a:pt x="27" y="536"/>
                  <a:pt x="18" y="634"/>
                </a:cubicBezTo>
                <a:cubicBezTo>
                  <a:pt x="0" y="831"/>
                  <a:pt x="0" y="1027"/>
                  <a:pt x="9" y="1232"/>
                </a:cubicBezTo>
                <a:cubicBezTo>
                  <a:pt x="18" y="1429"/>
                  <a:pt x="45" y="1625"/>
                  <a:pt x="98" y="1813"/>
                </a:cubicBezTo>
                <a:cubicBezTo>
                  <a:pt x="125" y="1911"/>
                  <a:pt x="170" y="2000"/>
                  <a:pt x="232" y="2080"/>
                </a:cubicBezTo>
                <a:cubicBezTo>
                  <a:pt x="268" y="2116"/>
                  <a:pt x="303" y="2143"/>
                  <a:pt x="357" y="2161"/>
                </a:cubicBezTo>
                <a:cubicBezTo>
                  <a:pt x="376" y="2164"/>
                  <a:pt x="396" y="2166"/>
                  <a:pt x="416" y="2166"/>
                </a:cubicBezTo>
                <a:cubicBezTo>
                  <a:pt x="444" y="2166"/>
                  <a:pt x="474" y="2162"/>
                  <a:pt x="500" y="2152"/>
                </a:cubicBezTo>
                <a:lnTo>
                  <a:pt x="500" y="2152"/>
                </a:lnTo>
                <a:cubicBezTo>
                  <a:pt x="478" y="2156"/>
                  <a:pt x="453" y="2158"/>
                  <a:pt x="428" y="2158"/>
                </a:cubicBezTo>
                <a:cubicBezTo>
                  <a:pt x="404" y="2158"/>
                  <a:pt x="379" y="2156"/>
                  <a:pt x="357" y="2152"/>
                </a:cubicBezTo>
                <a:cubicBezTo>
                  <a:pt x="312" y="2134"/>
                  <a:pt x="268" y="2107"/>
                  <a:pt x="232" y="2071"/>
                </a:cubicBezTo>
                <a:cubicBezTo>
                  <a:pt x="179" y="1991"/>
                  <a:pt x="134" y="1902"/>
                  <a:pt x="107" y="1804"/>
                </a:cubicBezTo>
                <a:cubicBezTo>
                  <a:pt x="62" y="1616"/>
                  <a:pt x="36" y="1420"/>
                  <a:pt x="36" y="1223"/>
                </a:cubicBezTo>
                <a:cubicBezTo>
                  <a:pt x="36" y="1027"/>
                  <a:pt x="45" y="831"/>
                  <a:pt x="62" y="634"/>
                </a:cubicBezTo>
                <a:cubicBezTo>
                  <a:pt x="79" y="457"/>
                  <a:pt x="109" y="286"/>
                  <a:pt x="161" y="117"/>
                </a:cubicBezTo>
                <a:lnTo>
                  <a:pt x="161" y="117"/>
                </a:lnTo>
                <a:cubicBezTo>
                  <a:pt x="238" y="270"/>
                  <a:pt x="303" y="429"/>
                  <a:pt x="375" y="581"/>
                </a:cubicBezTo>
                <a:cubicBezTo>
                  <a:pt x="446" y="750"/>
                  <a:pt x="518" y="929"/>
                  <a:pt x="580" y="1107"/>
                </a:cubicBezTo>
                <a:cubicBezTo>
                  <a:pt x="634" y="1286"/>
                  <a:pt x="678" y="1473"/>
                  <a:pt x="705" y="1670"/>
                </a:cubicBezTo>
                <a:cubicBezTo>
                  <a:pt x="714" y="1759"/>
                  <a:pt x="705" y="1857"/>
                  <a:pt x="678" y="1946"/>
                </a:cubicBezTo>
                <a:cubicBezTo>
                  <a:pt x="660" y="2045"/>
                  <a:pt x="589" y="2116"/>
                  <a:pt x="500" y="2152"/>
                </a:cubicBezTo>
                <a:cubicBezTo>
                  <a:pt x="589" y="2116"/>
                  <a:pt x="660" y="2045"/>
                  <a:pt x="687" y="1946"/>
                </a:cubicBezTo>
                <a:cubicBezTo>
                  <a:pt x="714" y="1857"/>
                  <a:pt x="723" y="1759"/>
                  <a:pt x="714" y="1670"/>
                </a:cubicBezTo>
                <a:cubicBezTo>
                  <a:pt x="696" y="1473"/>
                  <a:pt x="652" y="1286"/>
                  <a:pt x="598" y="1107"/>
                </a:cubicBezTo>
                <a:cubicBezTo>
                  <a:pt x="491" y="742"/>
                  <a:pt x="348" y="385"/>
                  <a:pt x="179" y="45"/>
                </a:cubicBezTo>
                <a:lnTo>
                  <a:pt x="161" y="1"/>
                </a:lnTo>
                <a:close/>
              </a:path>
            </a:pathLst>
          </a:custGeom>
          <a:solidFill>
            <a:srgbClr val="681D1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4" name="Google Shape;2844;p24"/>
          <p:cNvSpPr/>
          <p:nvPr/>
        </p:nvSpPr>
        <p:spPr>
          <a:xfrm>
            <a:off x="6330214" y="916500"/>
            <a:ext cx="166372" cy="55509"/>
          </a:xfrm>
          <a:custGeom>
            <a:avLst/>
            <a:gdLst/>
            <a:ahLst/>
            <a:cxnLst/>
            <a:rect l="l" t="t" r="r" b="b"/>
            <a:pathLst>
              <a:path w="2143" h="715" extrusionOk="0">
                <a:moveTo>
                  <a:pt x="1134" y="0"/>
                </a:moveTo>
                <a:cubicBezTo>
                  <a:pt x="947" y="9"/>
                  <a:pt x="751" y="27"/>
                  <a:pt x="563" y="54"/>
                </a:cubicBezTo>
                <a:cubicBezTo>
                  <a:pt x="367" y="71"/>
                  <a:pt x="179" y="125"/>
                  <a:pt x="1" y="205"/>
                </a:cubicBezTo>
                <a:cubicBezTo>
                  <a:pt x="188" y="134"/>
                  <a:pt x="376" y="89"/>
                  <a:pt x="572" y="71"/>
                </a:cubicBezTo>
                <a:cubicBezTo>
                  <a:pt x="769" y="45"/>
                  <a:pt x="956" y="36"/>
                  <a:pt x="1152" y="36"/>
                </a:cubicBezTo>
                <a:cubicBezTo>
                  <a:pt x="1340" y="36"/>
                  <a:pt x="1536" y="54"/>
                  <a:pt x="1723" y="89"/>
                </a:cubicBezTo>
                <a:cubicBezTo>
                  <a:pt x="1813" y="107"/>
                  <a:pt x="1902" y="143"/>
                  <a:pt x="1982" y="196"/>
                </a:cubicBezTo>
                <a:cubicBezTo>
                  <a:pt x="2063" y="241"/>
                  <a:pt x="2107" y="330"/>
                  <a:pt x="2089" y="420"/>
                </a:cubicBezTo>
                <a:cubicBezTo>
                  <a:pt x="2080" y="509"/>
                  <a:pt x="2027" y="580"/>
                  <a:pt x="1938" y="616"/>
                </a:cubicBezTo>
                <a:cubicBezTo>
                  <a:pt x="1871" y="645"/>
                  <a:pt x="1792" y="663"/>
                  <a:pt x="1717" y="663"/>
                </a:cubicBezTo>
                <a:cubicBezTo>
                  <a:pt x="1701" y="663"/>
                  <a:pt x="1685" y="662"/>
                  <a:pt x="1670" y="661"/>
                </a:cubicBezTo>
                <a:cubicBezTo>
                  <a:pt x="1474" y="661"/>
                  <a:pt x="1286" y="625"/>
                  <a:pt x="1099" y="580"/>
                </a:cubicBezTo>
                <a:cubicBezTo>
                  <a:pt x="911" y="527"/>
                  <a:pt x="724" y="473"/>
                  <a:pt x="545" y="411"/>
                </a:cubicBezTo>
                <a:cubicBezTo>
                  <a:pt x="358" y="348"/>
                  <a:pt x="179" y="277"/>
                  <a:pt x="1" y="205"/>
                </a:cubicBezTo>
                <a:lnTo>
                  <a:pt x="1" y="205"/>
                </a:lnTo>
                <a:cubicBezTo>
                  <a:pt x="349" y="375"/>
                  <a:pt x="715" y="509"/>
                  <a:pt x="1090" y="616"/>
                </a:cubicBezTo>
                <a:cubicBezTo>
                  <a:pt x="1277" y="669"/>
                  <a:pt x="1465" y="705"/>
                  <a:pt x="1661" y="714"/>
                </a:cubicBezTo>
                <a:cubicBezTo>
                  <a:pt x="1759" y="714"/>
                  <a:pt x="1866" y="696"/>
                  <a:pt x="1956" y="661"/>
                </a:cubicBezTo>
                <a:cubicBezTo>
                  <a:pt x="2054" y="625"/>
                  <a:pt x="2125" y="527"/>
                  <a:pt x="2143" y="428"/>
                </a:cubicBezTo>
                <a:cubicBezTo>
                  <a:pt x="2143" y="366"/>
                  <a:pt x="2134" y="312"/>
                  <a:pt x="2107" y="268"/>
                </a:cubicBezTo>
                <a:cubicBezTo>
                  <a:pt x="2080" y="223"/>
                  <a:pt x="2045" y="188"/>
                  <a:pt x="2000" y="161"/>
                </a:cubicBezTo>
                <a:cubicBezTo>
                  <a:pt x="1911" y="107"/>
                  <a:pt x="1822" y="71"/>
                  <a:pt x="1723" y="54"/>
                </a:cubicBezTo>
                <a:cubicBezTo>
                  <a:pt x="1527" y="9"/>
                  <a:pt x="1331" y="0"/>
                  <a:pt x="113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5" name="Google Shape;2845;p24"/>
          <p:cNvSpPr/>
          <p:nvPr/>
        </p:nvSpPr>
        <p:spPr>
          <a:xfrm>
            <a:off x="6260264" y="875586"/>
            <a:ext cx="56208" cy="165285"/>
          </a:xfrm>
          <a:custGeom>
            <a:avLst/>
            <a:gdLst/>
            <a:ahLst/>
            <a:cxnLst/>
            <a:rect l="l" t="t" r="r" b="b"/>
            <a:pathLst>
              <a:path w="724" h="2129" extrusionOk="0">
                <a:moveTo>
                  <a:pt x="152" y="1"/>
                </a:moveTo>
                <a:cubicBezTo>
                  <a:pt x="233" y="170"/>
                  <a:pt x="304" y="358"/>
                  <a:pt x="375" y="545"/>
                </a:cubicBezTo>
                <a:cubicBezTo>
                  <a:pt x="447" y="723"/>
                  <a:pt x="509" y="902"/>
                  <a:pt x="563" y="1089"/>
                </a:cubicBezTo>
                <a:cubicBezTo>
                  <a:pt x="625" y="1268"/>
                  <a:pt x="661" y="1455"/>
                  <a:pt x="679" y="1643"/>
                </a:cubicBezTo>
                <a:cubicBezTo>
                  <a:pt x="688" y="1741"/>
                  <a:pt x="670" y="1830"/>
                  <a:pt x="643" y="1919"/>
                </a:cubicBezTo>
                <a:cubicBezTo>
                  <a:pt x="607" y="2009"/>
                  <a:pt x="536" y="2062"/>
                  <a:pt x="447" y="2080"/>
                </a:cubicBezTo>
                <a:cubicBezTo>
                  <a:pt x="439" y="2081"/>
                  <a:pt x="432" y="2081"/>
                  <a:pt x="424" y="2081"/>
                </a:cubicBezTo>
                <a:cubicBezTo>
                  <a:pt x="343" y="2081"/>
                  <a:pt x="265" y="2038"/>
                  <a:pt x="224" y="1964"/>
                </a:cubicBezTo>
                <a:cubicBezTo>
                  <a:pt x="170" y="1893"/>
                  <a:pt x="134" y="1803"/>
                  <a:pt x="108" y="1714"/>
                </a:cubicBezTo>
                <a:cubicBezTo>
                  <a:pt x="63" y="1527"/>
                  <a:pt x="36" y="1330"/>
                  <a:pt x="36" y="1143"/>
                </a:cubicBezTo>
                <a:cubicBezTo>
                  <a:pt x="27" y="947"/>
                  <a:pt x="27" y="759"/>
                  <a:pt x="45" y="563"/>
                </a:cubicBezTo>
                <a:cubicBezTo>
                  <a:pt x="54" y="375"/>
                  <a:pt x="90" y="179"/>
                  <a:pt x="152" y="1"/>
                </a:cubicBezTo>
                <a:lnTo>
                  <a:pt x="152" y="1"/>
                </a:lnTo>
                <a:cubicBezTo>
                  <a:pt x="81" y="179"/>
                  <a:pt x="45" y="375"/>
                  <a:pt x="36" y="563"/>
                </a:cubicBezTo>
                <a:cubicBezTo>
                  <a:pt x="9" y="759"/>
                  <a:pt x="1" y="955"/>
                  <a:pt x="9" y="1152"/>
                </a:cubicBezTo>
                <a:cubicBezTo>
                  <a:pt x="9" y="1348"/>
                  <a:pt x="27" y="1536"/>
                  <a:pt x="81" y="1732"/>
                </a:cubicBezTo>
                <a:cubicBezTo>
                  <a:pt x="99" y="1830"/>
                  <a:pt x="134" y="1919"/>
                  <a:pt x="188" y="2000"/>
                </a:cubicBezTo>
                <a:cubicBezTo>
                  <a:pt x="215" y="2044"/>
                  <a:pt x="250" y="2080"/>
                  <a:pt x="304" y="2107"/>
                </a:cubicBezTo>
                <a:cubicBezTo>
                  <a:pt x="337" y="2120"/>
                  <a:pt x="374" y="2128"/>
                  <a:pt x="409" y="2128"/>
                </a:cubicBezTo>
                <a:cubicBezTo>
                  <a:pt x="422" y="2128"/>
                  <a:pt x="435" y="2127"/>
                  <a:pt x="447" y="2125"/>
                </a:cubicBezTo>
                <a:cubicBezTo>
                  <a:pt x="554" y="2107"/>
                  <a:pt x="643" y="2035"/>
                  <a:pt x="679" y="1937"/>
                </a:cubicBezTo>
                <a:cubicBezTo>
                  <a:pt x="715" y="1839"/>
                  <a:pt x="723" y="1741"/>
                  <a:pt x="715" y="1643"/>
                </a:cubicBezTo>
                <a:cubicBezTo>
                  <a:pt x="706" y="1446"/>
                  <a:pt x="670" y="1250"/>
                  <a:pt x="607" y="1063"/>
                </a:cubicBezTo>
                <a:cubicBezTo>
                  <a:pt x="482" y="697"/>
                  <a:pt x="331" y="340"/>
                  <a:pt x="1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6" name="Google Shape;2846;p24"/>
          <p:cNvSpPr/>
          <p:nvPr/>
        </p:nvSpPr>
        <p:spPr>
          <a:xfrm>
            <a:off x="6269270" y="858274"/>
            <a:ext cx="167071" cy="56208"/>
          </a:xfrm>
          <a:custGeom>
            <a:avLst/>
            <a:gdLst/>
            <a:ahLst/>
            <a:cxnLst/>
            <a:rect l="l" t="t" r="r" b="b"/>
            <a:pathLst>
              <a:path w="2152" h="724" extrusionOk="0">
                <a:moveTo>
                  <a:pt x="1143" y="0"/>
                </a:moveTo>
                <a:cubicBezTo>
                  <a:pt x="947" y="9"/>
                  <a:pt x="750" y="27"/>
                  <a:pt x="563" y="54"/>
                </a:cubicBezTo>
                <a:cubicBezTo>
                  <a:pt x="366" y="72"/>
                  <a:pt x="179" y="125"/>
                  <a:pt x="1" y="206"/>
                </a:cubicBezTo>
                <a:cubicBezTo>
                  <a:pt x="188" y="134"/>
                  <a:pt x="375" y="90"/>
                  <a:pt x="572" y="81"/>
                </a:cubicBezTo>
                <a:cubicBezTo>
                  <a:pt x="759" y="54"/>
                  <a:pt x="956" y="45"/>
                  <a:pt x="1152" y="45"/>
                </a:cubicBezTo>
                <a:cubicBezTo>
                  <a:pt x="1339" y="45"/>
                  <a:pt x="1536" y="63"/>
                  <a:pt x="1723" y="99"/>
                </a:cubicBezTo>
                <a:cubicBezTo>
                  <a:pt x="1812" y="116"/>
                  <a:pt x="1902" y="152"/>
                  <a:pt x="1982" y="197"/>
                </a:cubicBezTo>
                <a:cubicBezTo>
                  <a:pt x="2062" y="241"/>
                  <a:pt x="2098" y="331"/>
                  <a:pt x="2089" y="420"/>
                </a:cubicBezTo>
                <a:cubicBezTo>
                  <a:pt x="2080" y="509"/>
                  <a:pt x="2027" y="581"/>
                  <a:pt x="1937" y="616"/>
                </a:cubicBezTo>
                <a:cubicBezTo>
                  <a:pt x="1871" y="646"/>
                  <a:pt x="1792" y="663"/>
                  <a:pt x="1716" y="663"/>
                </a:cubicBezTo>
                <a:cubicBezTo>
                  <a:pt x="1700" y="663"/>
                  <a:pt x="1685" y="662"/>
                  <a:pt x="1670" y="661"/>
                </a:cubicBezTo>
                <a:cubicBezTo>
                  <a:pt x="1473" y="661"/>
                  <a:pt x="1286" y="625"/>
                  <a:pt x="1098" y="581"/>
                </a:cubicBezTo>
                <a:cubicBezTo>
                  <a:pt x="911" y="536"/>
                  <a:pt x="723" y="473"/>
                  <a:pt x="545" y="411"/>
                </a:cubicBezTo>
                <a:cubicBezTo>
                  <a:pt x="358" y="348"/>
                  <a:pt x="179" y="277"/>
                  <a:pt x="1" y="206"/>
                </a:cubicBezTo>
                <a:lnTo>
                  <a:pt x="1" y="206"/>
                </a:lnTo>
                <a:cubicBezTo>
                  <a:pt x="349" y="375"/>
                  <a:pt x="715" y="518"/>
                  <a:pt x="1089" y="625"/>
                </a:cubicBezTo>
                <a:cubicBezTo>
                  <a:pt x="1277" y="679"/>
                  <a:pt x="1464" y="714"/>
                  <a:pt x="1661" y="723"/>
                </a:cubicBezTo>
                <a:cubicBezTo>
                  <a:pt x="1768" y="723"/>
                  <a:pt x="1866" y="705"/>
                  <a:pt x="1955" y="670"/>
                </a:cubicBezTo>
                <a:cubicBezTo>
                  <a:pt x="2062" y="625"/>
                  <a:pt x="2125" y="536"/>
                  <a:pt x="2143" y="429"/>
                </a:cubicBezTo>
                <a:cubicBezTo>
                  <a:pt x="2151" y="375"/>
                  <a:pt x="2134" y="322"/>
                  <a:pt x="2116" y="277"/>
                </a:cubicBezTo>
                <a:cubicBezTo>
                  <a:pt x="2080" y="232"/>
                  <a:pt x="2044" y="188"/>
                  <a:pt x="2000" y="161"/>
                </a:cubicBezTo>
                <a:cubicBezTo>
                  <a:pt x="1911" y="107"/>
                  <a:pt x="1821" y="72"/>
                  <a:pt x="1723" y="54"/>
                </a:cubicBezTo>
                <a:cubicBezTo>
                  <a:pt x="1527" y="18"/>
                  <a:pt x="1339" y="0"/>
                  <a:pt x="114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7" name="Google Shape;2847;p24"/>
          <p:cNvSpPr/>
          <p:nvPr/>
        </p:nvSpPr>
        <p:spPr>
          <a:xfrm>
            <a:off x="6191635" y="820853"/>
            <a:ext cx="65213" cy="162257"/>
          </a:xfrm>
          <a:custGeom>
            <a:avLst/>
            <a:gdLst/>
            <a:ahLst/>
            <a:cxnLst/>
            <a:rect l="l" t="t" r="r" b="b"/>
            <a:pathLst>
              <a:path w="840" h="2090" extrusionOk="0">
                <a:moveTo>
                  <a:pt x="72" y="0"/>
                </a:moveTo>
                <a:lnTo>
                  <a:pt x="72" y="0"/>
                </a:lnTo>
                <a:cubicBezTo>
                  <a:pt x="19" y="188"/>
                  <a:pt x="1" y="375"/>
                  <a:pt x="10" y="572"/>
                </a:cubicBezTo>
                <a:cubicBezTo>
                  <a:pt x="10" y="768"/>
                  <a:pt x="19" y="964"/>
                  <a:pt x="46" y="1152"/>
                </a:cubicBezTo>
                <a:cubicBezTo>
                  <a:pt x="72" y="1348"/>
                  <a:pt x="117" y="1536"/>
                  <a:pt x="179" y="1723"/>
                </a:cubicBezTo>
                <a:cubicBezTo>
                  <a:pt x="215" y="1821"/>
                  <a:pt x="260" y="1901"/>
                  <a:pt x="331" y="1982"/>
                </a:cubicBezTo>
                <a:cubicBezTo>
                  <a:pt x="358" y="2026"/>
                  <a:pt x="403" y="2053"/>
                  <a:pt x="456" y="2071"/>
                </a:cubicBezTo>
                <a:cubicBezTo>
                  <a:pt x="484" y="2082"/>
                  <a:pt x="518" y="2090"/>
                  <a:pt x="551" y="2090"/>
                </a:cubicBezTo>
                <a:cubicBezTo>
                  <a:pt x="571" y="2090"/>
                  <a:pt x="591" y="2087"/>
                  <a:pt x="608" y="2080"/>
                </a:cubicBezTo>
                <a:cubicBezTo>
                  <a:pt x="715" y="2053"/>
                  <a:pt x="795" y="1964"/>
                  <a:pt x="822" y="1866"/>
                </a:cubicBezTo>
                <a:cubicBezTo>
                  <a:pt x="840" y="1768"/>
                  <a:pt x="840" y="1660"/>
                  <a:pt x="822" y="1562"/>
                </a:cubicBezTo>
                <a:cubicBezTo>
                  <a:pt x="786" y="1375"/>
                  <a:pt x="724" y="1187"/>
                  <a:pt x="644" y="1009"/>
                </a:cubicBezTo>
                <a:cubicBezTo>
                  <a:pt x="483" y="652"/>
                  <a:pt x="287" y="313"/>
                  <a:pt x="72" y="0"/>
                </a:cubicBezTo>
                <a:lnTo>
                  <a:pt x="72" y="0"/>
                </a:lnTo>
                <a:cubicBezTo>
                  <a:pt x="179" y="161"/>
                  <a:pt x="260" y="331"/>
                  <a:pt x="349" y="500"/>
                </a:cubicBezTo>
                <a:cubicBezTo>
                  <a:pt x="438" y="670"/>
                  <a:pt x="528" y="848"/>
                  <a:pt x="599" y="1027"/>
                </a:cubicBezTo>
                <a:cubicBezTo>
                  <a:pt x="679" y="1196"/>
                  <a:pt x="733" y="1384"/>
                  <a:pt x="769" y="1571"/>
                </a:cubicBezTo>
                <a:cubicBezTo>
                  <a:pt x="786" y="1660"/>
                  <a:pt x="786" y="1759"/>
                  <a:pt x="769" y="1848"/>
                </a:cubicBezTo>
                <a:cubicBezTo>
                  <a:pt x="751" y="1937"/>
                  <a:pt x="679" y="2000"/>
                  <a:pt x="590" y="2026"/>
                </a:cubicBezTo>
                <a:cubicBezTo>
                  <a:pt x="572" y="2032"/>
                  <a:pt x="553" y="2035"/>
                  <a:pt x="534" y="2035"/>
                </a:cubicBezTo>
                <a:cubicBezTo>
                  <a:pt x="468" y="2035"/>
                  <a:pt x="399" y="2001"/>
                  <a:pt x="358" y="1946"/>
                </a:cubicBezTo>
                <a:cubicBezTo>
                  <a:pt x="304" y="1875"/>
                  <a:pt x="251" y="1794"/>
                  <a:pt x="224" y="1705"/>
                </a:cubicBezTo>
                <a:cubicBezTo>
                  <a:pt x="153" y="1527"/>
                  <a:pt x="108" y="1339"/>
                  <a:pt x="81" y="1143"/>
                </a:cubicBezTo>
                <a:cubicBezTo>
                  <a:pt x="55" y="955"/>
                  <a:pt x="37" y="768"/>
                  <a:pt x="28" y="572"/>
                </a:cubicBezTo>
                <a:cubicBezTo>
                  <a:pt x="19" y="375"/>
                  <a:pt x="28" y="188"/>
                  <a:pt x="7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8" name="Google Shape;2848;p24"/>
          <p:cNvSpPr/>
          <p:nvPr/>
        </p:nvSpPr>
        <p:spPr>
          <a:xfrm>
            <a:off x="6194430" y="792206"/>
            <a:ext cx="167071" cy="52559"/>
          </a:xfrm>
          <a:custGeom>
            <a:avLst/>
            <a:gdLst/>
            <a:ahLst/>
            <a:cxnLst/>
            <a:rect l="l" t="t" r="r" b="b"/>
            <a:pathLst>
              <a:path w="2152" h="677" extrusionOk="0">
                <a:moveTo>
                  <a:pt x="1452" y="1"/>
                </a:moveTo>
                <a:cubicBezTo>
                  <a:pt x="1337" y="1"/>
                  <a:pt x="1222" y="9"/>
                  <a:pt x="1107" y="30"/>
                </a:cubicBezTo>
                <a:cubicBezTo>
                  <a:pt x="920" y="48"/>
                  <a:pt x="724" y="93"/>
                  <a:pt x="536" y="137"/>
                </a:cubicBezTo>
                <a:cubicBezTo>
                  <a:pt x="349" y="182"/>
                  <a:pt x="170" y="253"/>
                  <a:pt x="1" y="352"/>
                </a:cubicBezTo>
                <a:cubicBezTo>
                  <a:pt x="170" y="262"/>
                  <a:pt x="358" y="200"/>
                  <a:pt x="545" y="164"/>
                </a:cubicBezTo>
                <a:cubicBezTo>
                  <a:pt x="733" y="120"/>
                  <a:pt x="920" y="84"/>
                  <a:pt x="1116" y="66"/>
                </a:cubicBezTo>
                <a:cubicBezTo>
                  <a:pt x="1219" y="51"/>
                  <a:pt x="1323" y="45"/>
                  <a:pt x="1427" y="45"/>
                </a:cubicBezTo>
                <a:cubicBezTo>
                  <a:pt x="1513" y="45"/>
                  <a:pt x="1599" y="49"/>
                  <a:pt x="1687" y="57"/>
                </a:cubicBezTo>
                <a:cubicBezTo>
                  <a:pt x="1777" y="66"/>
                  <a:pt x="1866" y="84"/>
                  <a:pt x="1955" y="128"/>
                </a:cubicBezTo>
                <a:cubicBezTo>
                  <a:pt x="2036" y="155"/>
                  <a:pt x="2089" y="236"/>
                  <a:pt x="2098" y="334"/>
                </a:cubicBezTo>
                <a:cubicBezTo>
                  <a:pt x="2098" y="423"/>
                  <a:pt x="2044" y="503"/>
                  <a:pt x="1964" y="548"/>
                </a:cubicBezTo>
                <a:cubicBezTo>
                  <a:pt x="1884" y="593"/>
                  <a:pt x="1795" y="619"/>
                  <a:pt x="1705" y="619"/>
                </a:cubicBezTo>
                <a:cubicBezTo>
                  <a:pt x="1636" y="626"/>
                  <a:pt x="1567" y="629"/>
                  <a:pt x="1499" y="629"/>
                </a:cubicBezTo>
                <a:cubicBezTo>
                  <a:pt x="1375" y="629"/>
                  <a:pt x="1252" y="619"/>
                  <a:pt x="1125" y="601"/>
                </a:cubicBezTo>
                <a:cubicBezTo>
                  <a:pt x="938" y="575"/>
                  <a:pt x="741" y="539"/>
                  <a:pt x="563" y="494"/>
                </a:cubicBezTo>
                <a:cubicBezTo>
                  <a:pt x="376" y="459"/>
                  <a:pt x="188" y="405"/>
                  <a:pt x="1" y="352"/>
                </a:cubicBezTo>
                <a:lnTo>
                  <a:pt x="1" y="352"/>
                </a:lnTo>
                <a:cubicBezTo>
                  <a:pt x="367" y="485"/>
                  <a:pt x="741" y="575"/>
                  <a:pt x="1125" y="646"/>
                </a:cubicBezTo>
                <a:cubicBezTo>
                  <a:pt x="1272" y="666"/>
                  <a:pt x="1420" y="676"/>
                  <a:pt x="1563" y="676"/>
                </a:cubicBezTo>
                <a:cubicBezTo>
                  <a:pt x="1611" y="676"/>
                  <a:pt x="1658" y="675"/>
                  <a:pt x="1705" y="673"/>
                </a:cubicBezTo>
                <a:cubicBezTo>
                  <a:pt x="1812" y="664"/>
                  <a:pt x="1911" y="637"/>
                  <a:pt x="2000" y="593"/>
                </a:cubicBezTo>
                <a:cubicBezTo>
                  <a:pt x="2089" y="539"/>
                  <a:pt x="2152" y="441"/>
                  <a:pt x="2152" y="334"/>
                </a:cubicBezTo>
                <a:cubicBezTo>
                  <a:pt x="2152" y="280"/>
                  <a:pt x="2134" y="227"/>
                  <a:pt x="2107" y="182"/>
                </a:cubicBezTo>
                <a:cubicBezTo>
                  <a:pt x="2071" y="137"/>
                  <a:pt x="2027" y="102"/>
                  <a:pt x="1982" y="84"/>
                </a:cubicBezTo>
                <a:cubicBezTo>
                  <a:pt x="1893" y="39"/>
                  <a:pt x="1795" y="12"/>
                  <a:pt x="1696" y="12"/>
                </a:cubicBezTo>
                <a:cubicBezTo>
                  <a:pt x="1615" y="5"/>
                  <a:pt x="1534" y="1"/>
                  <a:pt x="14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9" name="Google Shape;2849;p24"/>
          <p:cNvSpPr/>
          <p:nvPr/>
        </p:nvSpPr>
        <p:spPr>
          <a:xfrm>
            <a:off x="6118192" y="773729"/>
            <a:ext cx="76315" cy="157444"/>
          </a:xfrm>
          <a:custGeom>
            <a:avLst/>
            <a:gdLst/>
            <a:ahLst/>
            <a:cxnLst/>
            <a:rect l="l" t="t" r="r" b="b"/>
            <a:pathLst>
              <a:path w="983" h="2028" extrusionOk="0">
                <a:moveTo>
                  <a:pt x="28" y="1"/>
                </a:moveTo>
                <a:cubicBezTo>
                  <a:pt x="144" y="152"/>
                  <a:pt x="251" y="304"/>
                  <a:pt x="358" y="465"/>
                </a:cubicBezTo>
                <a:cubicBezTo>
                  <a:pt x="474" y="625"/>
                  <a:pt x="572" y="786"/>
                  <a:pt x="670" y="956"/>
                </a:cubicBezTo>
                <a:cubicBezTo>
                  <a:pt x="760" y="1125"/>
                  <a:pt x="840" y="1295"/>
                  <a:pt x="893" y="1482"/>
                </a:cubicBezTo>
                <a:cubicBezTo>
                  <a:pt x="920" y="1571"/>
                  <a:pt x="929" y="1661"/>
                  <a:pt x="920" y="1759"/>
                </a:cubicBezTo>
                <a:cubicBezTo>
                  <a:pt x="911" y="1848"/>
                  <a:pt x="849" y="1919"/>
                  <a:pt x="768" y="1955"/>
                </a:cubicBezTo>
                <a:cubicBezTo>
                  <a:pt x="741" y="1966"/>
                  <a:pt x="714" y="1971"/>
                  <a:pt x="687" y="1971"/>
                </a:cubicBezTo>
                <a:cubicBezTo>
                  <a:pt x="627" y="1971"/>
                  <a:pt x="571" y="1945"/>
                  <a:pt x="527" y="1902"/>
                </a:cubicBezTo>
                <a:cubicBezTo>
                  <a:pt x="456" y="1839"/>
                  <a:pt x="403" y="1759"/>
                  <a:pt x="358" y="1678"/>
                </a:cubicBezTo>
                <a:cubicBezTo>
                  <a:pt x="278" y="1509"/>
                  <a:pt x="206" y="1330"/>
                  <a:pt x="162" y="1143"/>
                </a:cubicBezTo>
                <a:cubicBezTo>
                  <a:pt x="117" y="956"/>
                  <a:pt x="72" y="768"/>
                  <a:pt x="54" y="572"/>
                </a:cubicBezTo>
                <a:cubicBezTo>
                  <a:pt x="19" y="384"/>
                  <a:pt x="10" y="188"/>
                  <a:pt x="28" y="1"/>
                </a:cubicBezTo>
                <a:lnTo>
                  <a:pt x="28" y="1"/>
                </a:lnTo>
                <a:cubicBezTo>
                  <a:pt x="1" y="188"/>
                  <a:pt x="1" y="384"/>
                  <a:pt x="28" y="581"/>
                </a:cubicBezTo>
                <a:cubicBezTo>
                  <a:pt x="46" y="768"/>
                  <a:pt x="81" y="964"/>
                  <a:pt x="126" y="1152"/>
                </a:cubicBezTo>
                <a:cubicBezTo>
                  <a:pt x="170" y="1339"/>
                  <a:pt x="242" y="1527"/>
                  <a:pt x="322" y="1705"/>
                </a:cubicBezTo>
                <a:cubicBezTo>
                  <a:pt x="367" y="1794"/>
                  <a:pt x="429" y="1875"/>
                  <a:pt x="501" y="1946"/>
                </a:cubicBezTo>
                <a:cubicBezTo>
                  <a:pt x="536" y="1982"/>
                  <a:pt x="581" y="2009"/>
                  <a:pt x="635" y="2018"/>
                </a:cubicBezTo>
                <a:cubicBezTo>
                  <a:pt x="655" y="2024"/>
                  <a:pt x="676" y="2027"/>
                  <a:pt x="696" y="2027"/>
                </a:cubicBezTo>
                <a:cubicBezTo>
                  <a:pt x="729" y="2027"/>
                  <a:pt x="762" y="2020"/>
                  <a:pt x="795" y="2009"/>
                </a:cubicBezTo>
                <a:cubicBezTo>
                  <a:pt x="893" y="1964"/>
                  <a:pt x="965" y="1875"/>
                  <a:pt x="974" y="1768"/>
                </a:cubicBezTo>
                <a:cubicBezTo>
                  <a:pt x="983" y="1670"/>
                  <a:pt x="974" y="1571"/>
                  <a:pt x="947" y="1473"/>
                </a:cubicBezTo>
                <a:cubicBezTo>
                  <a:pt x="884" y="1286"/>
                  <a:pt x="804" y="1107"/>
                  <a:pt x="706" y="938"/>
                </a:cubicBezTo>
                <a:cubicBezTo>
                  <a:pt x="510" y="607"/>
                  <a:pt x="278" y="295"/>
                  <a:pt x="2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0" name="Google Shape;2850;p24"/>
          <p:cNvSpPr/>
          <p:nvPr/>
        </p:nvSpPr>
        <p:spPr>
          <a:xfrm>
            <a:off x="6116872" y="732815"/>
            <a:ext cx="164276" cy="51627"/>
          </a:xfrm>
          <a:custGeom>
            <a:avLst/>
            <a:gdLst/>
            <a:ahLst/>
            <a:cxnLst/>
            <a:rect l="l" t="t" r="r" b="b"/>
            <a:pathLst>
              <a:path w="2116" h="665" extrusionOk="0">
                <a:moveTo>
                  <a:pt x="2072" y="146"/>
                </a:moveTo>
                <a:lnTo>
                  <a:pt x="2072" y="146"/>
                </a:lnTo>
                <a:cubicBezTo>
                  <a:pt x="2075" y="151"/>
                  <a:pt x="2077" y="156"/>
                  <a:pt x="2080" y="162"/>
                </a:cubicBezTo>
                <a:cubicBezTo>
                  <a:pt x="2099" y="194"/>
                  <a:pt x="2109" y="231"/>
                  <a:pt x="2113" y="266"/>
                </a:cubicBezTo>
                <a:lnTo>
                  <a:pt x="2113" y="266"/>
                </a:lnTo>
                <a:cubicBezTo>
                  <a:pt x="2109" y="234"/>
                  <a:pt x="2101" y="202"/>
                  <a:pt x="2089" y="171"/>
                </a:cubicBezTo>
                <a:cubicBezTo>
                  <a:pt x="2083" y="162"/>
                  <a:pt x="2078" y="154"/>
                  <a:pt x="2072" y="146"/>
                </a:cubicBezTo>
                <a:close/>
                <a:moveTo>
                  <a:pt x="2113" y="266"/>
                </a:moveTo>
                <a:lnTo>
                  <a:pt x="2113" y="266"/>
                </a:lnTo>
                <a:cubicBezTo>
                  <a:pt x="2114" y="278"/>
                  <a:pt x="2115" y="290"/>
                  <a:pt x="2115" y="302"/>
                </a:cubicBezTo>
                <a:lnTo>
                  <a:pt x="2115" y="302"/>
                </a:lnTo>
                <a:cubicBezTo>
                  <a:pt x="2115" y="291"/>
                  <a:pt x="2115" y="278"/>
                  <a:pt x="2113" y="266"/>
                </a:cubicBezTo>
                <a:close/>
                <a:moveTo>
                  <a:pt x="2115" y="311"/>
                </a:moveTo>
                <a:cubicBezTo>
                  <a:pt x="2104" y="406"/>
                  <a:pt x="2051" y="484"/>
                  <a:pt x="1972" y="528"/>
                </a:cubicBezTo>
                <a:cubicBezTo>
                  <a:pt x="1893" y="581"/>
                  <a:pt x="1804" y="608"/>
                  <a:pt x="1715" y="625"/>
                </a:cubicBezTo>
                <a:lnTo>
                  <a:pt x="1715" y="625"/>
                </a:lnTo>
                <a:cubicBezTo>
                  <a:pt x="1804" y="608"/>
                  <a:pt x="1893" y="581"/>
                  <a:pt x="1972" y="536"/>
                </a:cubicBezTo>
                <a:cubicBezTo>
                  <a:pt x="2051" y="484"/>
                  <a:pt x="2104" y="406"/>
                  <a:pt x="2115" y="311"/>
                </a:cubicBezTo>
                <a:close/>
                <a:moveTo>
                  <a:pt x="1696" y="1"/>
                </a:moveTo>
                <a:cubicBezTo>
                  <a:pt x="1508" y="1"/>
                  <a:pt x="1312" y="19"/>
                  <a:pt x="1125" y="63"/>
                </a:cubicBezTo>
                <a:cubicBezTo>
                  <a:pt x="937" y="108"/>
                  <a:pt x="750" y="153"/>
                  <a:pt x="562" y="224"/>
                </a:cubicBezTo>
                <a:cubicBezTo>
                  <a:pt x="375" y="287"/>
                  <a:pt x="205" y="376"/>
                  <a:pt x="45" y="483"/>
                </a:cubicBezTo>
                <a:lnTo>
                  <a:pt x="0" y="519"/>
                </a:lnTo>
                <a:lnTo>
                  <a:pt x="54" y="528"/>
                </a:lnTo>
                <a:cubicBezTo>
                  <a:pt x="420" y="608"/>
                  <a:pt x="785" y="652"/>
                  <a:pt x="1160" y="661"/>
                </a:cubicBezTo>
                <a:cubicBezTo>
                  <a:pt x="1205" y="664"/>
                  <a:pt x="1249" y="665"/>
                  <a:pt x="1293" y="665"/>
                </a:cubicBezTo>
                <a:cubicBezTo>
                  <a:pt x="1436" y="665"/>
                  <a:pt x="1577" y="653"/>
                  <a:pt x="1714" y="626"/>
                </a:cubicBezTo>
                <a:lnTo>
                  <a:pt x="1714" y="626"/>
                </a:lnTo>
                <a:cubicBezTo>
                  <a:pt x="1593" y="643"/>
                  <a:pt x="1475" y="653"/>
                  <a:pt x="1357" y="653"/>
                </a:cubicBezTo>
                <a:cubicBezTo>
                  <a:pt x="1292" y="653"/>
                  <a:pt x="1227" y="650"/>
                  <a:pt x="1160" y="644"/>
                </a:cubicBezTo>
                <a:cubicBezTo>
                  <a:pt x="982" y="635"/>
                  <a:pt x="794" y="608"/>
                  <a:pt x="616" y="581"/>
                </a:cubicBezTo>
                <a:cubicBezTo>
                  <a:pt x="448" y="557"/>
                  <a:pt x="287" y="533"/>
                  <a:pt x="126" y="496"/>
                </a:cubicBezTo>
                <a:lnTo>
                  <a:pt x="126" y="496"/>
                </a:lnTo>
                <a:cubicBezTo>
                  <a:pt x="266" y="403"/>
                  <a:pt x="419" y="325"/>
                  <a:pt x="580" y="269"/>
                </a:cubicBezTo>
                <a:cubicBezTo>
                  <a:pt x="759" y="197"/>
                  <a:pt x="946" y="144"/>
                  <a:pt x="1134" y="90"/>
                </a:cubicBezTo>
                <a:cubicBezTo>
                  <a:pt x="1321" y="46"/>
                  <a:pt x="1508" y="19"/>
                  <a:pt x="1705" y="19"/>
                </a:cubicBezTo>
                <a:cubicBezTo>
                  <a:pt x="1721" y="17"/>
                  <a:pt x="1737" y="17"/>
                  <a:pt x="1753" y="17"/>
                </a:cubicBezTo>
                <a:cubicBezTo>
                  <a:pt x="1833" y="17"/>
                  <a:pt x="1907" y="35"/>
                  <a:pt x="1981" y="72"/>
                </a:cubicBezTo>
                <a:cubicBezTo>
                  <a:pt x="2018" y="87"/>
                  <a:pt x="2048" y="113"/>
                  <a:pt x="2072" y="146"/>
                </a:cubicBezTo>
                <a:lnTo>
                  <a:pt x="2072" y="146"/>
                </a:lnTo>
                <a:cubicBezTo>
                  <a:pt x="2053" y="111"/>
                  <a:pt x="2021" y="87"/>
                  <a:pt x="1981" y="63"/>
                </a:cubicBezTo>
                <a:cubicBezTo>
                  <a:pt x="1892" y="19"/>
                  <a:pt x="1794" y="1"/>
                  <a:pt x="169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1" name="Google Shape;2851;p24"/>
          <p:cNvSpPr/>
          <p:nvPr/>
        </p:nvSpPr>
        <p:spPr>
          <a:xfrm>
            <a:off x="6070136" y="747876"/>
            <a:ext cx="350289" cy="281582"/>
          </a:xfrm>
          <a:custGeom>
            <a:avLst/>
            <a:gdLst/>
            <a:ahLst/>
            <a:cxnLst/>
            <a:rect l="l" t="t" r="r" b="b"/>
            <a:pathLst>
              <a:path w="4512" h="3627" extrusionOk="0">
                <a:moveTo>
                  <a:pt x="54" y="0"/>
                </a:moveTo>
                <a:cubicBezTo>
                  <a:pt x="23" y="0"/>
                  <a:pt x="1" y="50"/>
                  <a:pt x="40" y="66"/>
                </a:cubicBezTo>
                <a:cubicBezTo>
                  <a:pt x="236" y="146"/>
                  <a:pt x="432" y="244"/>
                  <a:pt x="620" y="342"/>
                </a:cubicBezTo>
                <a:cubicBezTo>
                  <a:pt x="611" y="360"/>
                  <a:pt x="611" y="369"/>
                  <a:pt x="620" y="378"/>
                </a:cubicBezTo>
                <a:cubicBezTo>
                  <a:pt x="727" y="583"/>
                  <a:pt x="825" y="789"/>
                  <a:pt x="923" y="1003"/>
                </a:cubicBezTo>
                <a:cubicBezTo>
                  <a:pt x="995" y="1172"/>
                  <a:pt x="1066" y="1351"/>
                  <a:pt x="1129" y="1529"/>
                </a:cubicBezTo>
                <a:cubicBezTo>
                  <a:pt x="1102" y="1333"/>
                  <a:pt x="1048" y="1137"/>
                  <a:pt x="977" y="949"/>
                </a:cubicBezTo>
                <a:cubicBezTo>
                  <a:pt x="897" y="762"/>
                  <a:pt x="798" y="575"/>
                  <a:pt x="709" y="396"/>
                </a:cubicBezTo>
                <a:lnTo>
                  <a:pt x="709" y="396"/>
                </a:lnTo>
                <a:cubicBezTo>
                  <a:pt x="977" y="539"/>
                  <a:pt x="1236" y="699"/>
                  <a:pt x="1486" y="869"/>
                </a:cubicBezTo>
                <a:lnTo>
                  <a:pt x="1673" y="985"/>
                </a:lnTo>
                <a:cubicBezTo>
                  <a:pt x="1727" y="1190"/>
                  <a:pt x="1780" y="1396"/>
                  <a:pt x="1834" y="1610"/>
                </a:cubicBezTo>
                <a:cubicBezTo>
                  <a:pt x="1869" y="1797"/>
                  <a:pt x="1941" y="2020"/>
                  <a:pt x="1959" y="2208"/>
                </a:cubicBezTo>
                <a:cubicBezTo>
                  <a:pt x="1950" y="2011"/>
                  <a:pt x="1923" y="1806"/>
                  <a:pt x="1896" y="1610"/>
                </a:cubicBezTo>
                <a:cubicBezTo>
                  <a:pt x="1852" y="1440"/>
                  <a:pt x="1816" y="1226"/>
                  <a:pt x="1762" y="1056"/>
                </a:cubicBezTo>
                <a:lnTo>
                  <a:pt x="1762" y="1056"/>
                </a:lnTo>
                <a:cubicBezTo>
                  <a:pt x="2039" y="1244"/>
                  <a:pt x="2298" y="1440"/>
                  <a:pt x="2557" y="1654"/>
                </a:cubicBezTo>
                <a:cubicBezTo>
                  <a:pt x="2548" y="1663"/>
                  <a:pt x="2548" y="1681"/>
                  <a:pt x="2557" y="1690"/>
                </a:cubicBezTo>
                <a:cubicBezTo>
                  <a:pt x="2601" y="1913"/>
                  <a:pt x="2655" y="2127"/>
                  <a:pt x="2691" y="2351"/>
                </a:cubicBezTo>
                <a:cubicBezTo>
                  <a:pt x="2726" y="2538"/>
                  <a:pt x="2744" y="2725"/>
                  <a:pt x="2762" y="2922"/>
                </a:cubicBezTo>
                <a:cubicBezTo>
                  <a:pt x="2780" y="2734"/>
                  <a:pt x="2780" y="2538"/>
                  <a:pt x="2762" y="2351"/>
                </a:cubicBezTo>
                <a:cubicBezTo>
                  <a:pt x="2726" y="2136"/>
                  <a:pt x="2682" y="1931"/>
                  <a:pt x="2637" y="1726"/>
                </a:cubicBezTo>
                <a:lnTo>
                  <a:pt x="2637" y="1726"/>
                </a:lnTo>
                <a:cubicBezTo>
                  <a:pt x="2887" y="1940"/>
                  <a:pt x="3128" y="2163"/>
                  <a:pt x="3360" y="2395"/>
                </a:cubicBezTo>
                <a:cubicBezTo>
                  <a:pt x="3413" y="2636"/>
                  <a:pt x="3467" y="2868"/>
                  <a:pt x="3503" y="3109"/>
                </a:cubicBezTo>
                <a:cubicBezTo>
                  <a:pt x="3529" y="3279"/>
                  <a:pt x="3556" y="3457"/>
                  <a:pt x="3565" y="3627"/>
                </a:cubicBezTo>
                <a:cubicBezTo>
                  <a:pt x="3583" y="3413"/>
                  <a:pt x="3583" y="3198"/>
                  <a:pt x="3556" y="2984"/>
                </a:cubicBezTo>
                <a:cubicBezTo>
                  <a:pt x="3529" y="2824"/>
                  <a:pt x="3494" y="2654"/>
                  <a:pt x="3458" y="2502"/>
                </a:cubicBezTo>
                <a:lnTo>
                  <a:pt x="3458" y="2502"/>
                </a:lnTo>
                <a:cubicBezTo>
                  <a:pt x="3763" y="2816"/>
                  <a:pt x="4373" y="3485"/>
                  <a:pt x="4378" y="3485"/>
                </a:cubicBezTo>
                <a:cubicBezTo>
                  <a:pt x="4378" y="3485"/>
                  <a:pt x="4378" y="3485"/>
                  <a:pt x="4377" y="3484"/>
                </a:cubicBezTo>
                <a:cubicBezTo>
                  <a:pt x="4101" y="3100"/>
                  <a:pt x="3797" y="2743"/>
                  <a:pt x="3467" y="2404"/>
                </a:cubicBezTo>
                <a:cubicBezTo>
                  <a:pt x="3506" y="2400"/>
                  <a:pt x="3546" y="2399"/>
                  <a:pt x="3585" y="2399"/>
                </a:cubicBezTo>
                <a:cubicBezTo>
                  <a:pt x="3736" y="2399"/>
                  <a:pt x="3888" y="2424"/>
                  <a:pt x="4029" y="2467"/>
                </a:cubicBezTo>
                <a:cubicBezTo>
                  <a:pt x="4190" y="2502"/>
                  <a:pt x="4351" y="2529"/>
                  <a:pt x="4511" y="2529"/>
                </a:cubicBezTo>
                <a:cubicBezTo>
                  <a:pt x="4359" y="2476"/>
                  <a:pt x="4199" y="2431"/>
                  <a:pt x="4038" y="2395"/>
                </a:cubicBezTo>
                <a:cubicBezTo>
                  <a:pt x="3900" y="2364"/>
                  <a:pt x="3741" y="2328"/>
                  <a:pt x="3587" y="2328"/>
                </a:cubicBezTo>
                <a:cubicBezTo>
                  <a:pt x="3521" y="2328"/>
                  <a:pt x="3457" y="2335"/>
                  <a:pt x="3396" y="2351"/>
                </a:cubicBezTo>
                <a:cubicBezTo>
                  <a:pt x="3172" y="2119"/>
                  <a:pt x="2940" y="1904"/>
                  <a:pt x="2699" y="1699"/>
                </a:cubicBezTo>
                <a:cubicBezTo>
                  <a:pt x="2723" y="1698"/>
                  <a:pt x="2745" y="1697"/>
                  <a:pt x="2768" y="1697"/>
                </a:cubicBezTo>
                <a:cubicBezTo>
                  <a:pt x="2922" y="1697"/>
                  <a:pt x="3069" y="1723"/>
                  <a:pt x="3217" y="1762"/>
                </a:cubicBezTo>
                <a:cubicBezTo>
                  <a:pt x="3378" y="1797"/>
                  <a:pt x="3538" y="1815"/>
                  <a:pt x="3708" y="1824"/>
                </a:cubicBezTo>
                <a:cubicBezTo>
                  <a:pt x="3547" y="1762"/>
                  <a:pt x="3396" y="1717"/>
                  <a:pt x="3226" y="1690"/>
                </a:cubicBezTo>
                <a:cubicBezTo>
                  <a:pt x="3084" y="1643"/>
                  <a:pt x="2927" y="1621"/>
                  <a:pt x="2773" y="1621"/>
                </a:cubicBezTo>
                <a:cubicBezTo>
                  <a:pt x="2724" y="1621"/>
                  <a:pt x="2676" y="1623"/>
                  <a:pt x="2628" y="1628"/>
                </a:cubicBezTo>
                <a:cubicBezTo>
                  <a:pt x="2342" y="1396"/>
                  <a:pt x="2048" y="1172"/>
                  <a:pt x="1753" y="958"/>
                </a:cubicBezTo>
                <a:cubicBezTo>
                  <a:pt x="1821" y="949"/>
                  <a:pt x="1889" y="944"/>
                  <a:pt x="1958" y="944"/>
                </a:cubicBezTo>
                <a:cubicBezTo>
                  <a:pt x="2081" y="944"/>
                  <a:pt x="2204" y="960"/>
                  <a:pt x="2325" y="994"/>
                </a:cubicBezTo>
                <a:cubicBezTo>
                  <a:pt x="2494" y="1021"/>
                  <a:pt x="2655" y="1030"/>
                  <a:pt x="2815" y="1030"/>
                </a:cubicBezTo>
                <a:cubicBezTo>
                  <a:pt x="2664" y="976"/>
                  <a:pt x="2503" y="940"/>
                  <a:pt x="2342" y="914"/>
                </a:cubicBezTo>
                <a:cubicBezTo>
                  <a:pt x="2212" y="892"/>
                  <a:pt x="2068" y="867"/>
                  <a:pt x="1928" y="867"/>
                </a:cubicBezTo>
                <a:cubicBezTo>
                  <a:pt x="1840" y="867"/>
                  <a:pt x="1753" y="877"/>
                  <a:pt x="1673" y="905"/>
                </a:cubicBezTo>
                <a:lnTo>
                  <a:pt x="1584" y="842"/>
                </a:lnTo>
                <a:cubicBezTo>
                  <a:pt x="1325" y="673"/>
                  <a:pt x="1048" y="503"/>
                  <a:pt x="772" y="342"/>
                </a:cubicBezTo>
                <a:cubicBezTo>
                  <a:pt x="941" y="298"/>
                  <a:pt x="1111" y="280"/>
                  <a:pt x="1289" y="280"/>
                </a:cubicBezTo>
                <a:cubicBezTo>
                  <a:pt x="1450" y="280"/>
                  <a:pt x="1620" y="253"/>
                  <a:pt x="1780" y="218"/>
                </a:cubicBezTo>
                <a:cubicBezTo>
                  <a:pt x="1675" y="206"/>
                  <a:pt x="1574" y="199"/>
                  <a:pt x="1472" y="199"/>
                </a:cubicBezTo>
                <a:cubicBezTo>
                  <a:pt x="1409" y="199"/>
                  <a:pt x="1345" y="202"/>
                  <a:pt x="1280" y="209"/>
                </a:cubicBezTo>
                <a:cubicBezTo>
                  <a:pt x="1260" y="208"/>
                  <a:pt x="1240" y="207"/>
                  <a:pt x="1220" y="207"/>
                </a:cubicBezTo>
                <a:cubicBezTo>
                  <a:pt x="1042" y="207"/>
                  <a:pt x="860" y="242"/>
                  <a:pt x="691" y="298"/>
                </a:cubicBezTo>
                <a:cubicBezTo>
                  <a:pt x="486" y="191"/>
                  <a:pt x="281" y="93"/>
                  <a:pt x="67" y="3"/>
                </a:cubicBezTo>
                <a:cubicBezTo>
                  <a:pt x="62" y="1"/>
                  <a:pt x="58" y="0"/>
                  <a:pt x="5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2" name="Google Shape;2852;p24"/>
          <p:cNvSpPr/>
          <p:nvPr/>
        </p:nvSpPr>
        <p:spPr>
          <a:xfrm>
            <a:off x="6195827" y="880400"/>
            <a:ext cx="71424" cy="110319"/>
          </a:xfrm>
          <a:custGeom>
            <a:avLst/>
            <a:gdLst/>
            <a:ahLst/>
            <a:cxnLst/>
            <a:rect l="l" t="t" r="r" b="b"/>
            <a:pathLst>
              <a:path w="920" h="1421" extrusionOk="0">
                <a:moveTo>
                  <a:pt x="598" y="1268"/>
                </a:moveTo>
                <a:cubicBezTo>
                  <a:pt x="920" y="1117"/>
                  <a:pt x="706" y="510"/>
                  <a:pt x="465" y="1"/>
                </a:cubicBezTo>
                <a:cubicBezTo>
                  <a:pt x="295" y="81"/>
                  <a:pt x="143" y="188"/>
                  <a:pt x="1" y="304"/>
                </a:cubicBezTo>
                <a:cubicBezTo>
                  <a:pt x="81" y="885"/>
                  <a:pt x="259" y="1420"/>
                  <a:pt x="598" y="1268"/>
                </a:cubicBezTo>
                <a:close/>
              </a:path>
            </a:pathLst>
          </a:custGeom>
          <a:gradFill>
            <a:gsLst>
              <a:gs pos="0">
                <a:srgbClr val="FFFFFF">
                  <a:alpha val="0"/>
                </a:srgbClr>
              </a:gs>
              <a:gs pos="100000">
                <a:srgbClr val="FFFFFF">
                  <a:alpha val="2196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3" name="Google Shape;2853;p24"/>
          <p:cNvSpPr/>
          <p:nvPr/>
        </p:nvSpPr>
        <p:spPr>
          <a:xfrm>
            <a:off x="6254752" y="860370"/>
            <a:ext cx="225219" cy="258525"/>
          </a:xfrm>
          <a:custGeom>
            <a:avLst/>
            <a:gdLst/>
            <a:ahLst/>
            <a:cxnLst/>
            <a:rect l="l" t="t" r="r" b="b"/>
            <a:pathLst>
              <a:path w="2901" h="3330" extrusionOk="0">
                <a:moveTo>
                  <a:pt x="2901" y="1366"/>
                </a:moveTo>
                <a:cubicBezTo>
                  <a:pt x="2820" y="1151"/>
                  <a:pt x="2704" y="946"/>
                  <a:pt x="2562" y="777"/>
                </a:cubicBezTo>
                <a:cubicBezTo>
                  <a:pt x="2053" y="714"/>
                  <a:pt x="1535" y="759"/>
                  <a:pt x="1044" y="893"/>
                </a:cubicBezTo>
                <a:lnTo>
                  <a:pt x="1018" y="893"/>
                </a:lnTo>
                <a:cubicBezTo>
                  <a:pt x="794" y="670"/>
                  <a:pt x="562" y="446"/>
                  <a:pt x="321" y="241"/>
                </a:cubicBezTo>
                <a:lnTo>
                  <a:pt x="348" y="241"/>
                </a:lnTo>
                <a:cubicBezTo>
                  <a:pt x="794" y="429"/>
                  <a:pt x="2053" y="911"/>
                  <a:pt x="2276" y="491"/>
                </a:cubicBezTo>
                <a:cubicBezTo>
                  <a:pt x="1928" y="214"/>
                  <a:pt x="1517" y="45"/>
                  <a:pt x="1089" y="0"/>
                </a:cubicBezTo>
                <a:cubicBezTo>
                  <a:pt x="794" y="9"/>
                  <a:pt x="500" y="63"/>
                  <a:pt x="223" y="161"/>
                </a:cubicBezTo>
                <a:lnTo>
                  <a:pt x="134" y="89"/>
                </a:lnTo>
                <a:lnTo>
                  <a:pt x="54" y="116"/>
                </a:lnTo>
                <a:cubicBezTo>
                  <a:pt x="89" y="143"/>
                  <a:pt x="134" y="179"/>
                  <a:pt x="170" y="214"/>
                </a:cubicBezTo>
                <a:cubicBezTo>
                  <a:pt x="170" y="223"/>
                  <a:pt x="170" y="232"/>
                  <a:pt x="170" y="241"/>
                </a:cubicBezTo>
                <a:lnTo>
                  <a:pt x="188" y="304"/>
                </a:lnTo>
                <a:cubicBezTo>
                  <a:pt x="27" y="866"/>
                  <a:pt x="0" y="2472"/>
                  <a:pt x="571" y="2285"/>
                </a:cubicBezTo>
                <a:cubicBezTo>
                  <a:pt x="1098" y="2106"/>
                  <a:pt x="473" y="705"/>
                  <a:pt x="277" y="295"/>
                </a:cubicBezTo>
                <a:cubicBezTo>
                  <a:pt x="518" y="509"/>
                  <a:pt x="750" y="723"/>
                  <a:pt x="973" y="955"/>
                </a:cubicBezTo>
                <a:lnTo>
                  <a:pt x="991" y="1000"/>
                </a:lnTo>
                <a:cubicBezTo>
                  <a:pt x="812" y="1491"/>
                  <a:pt x="768" y="3231"/>
                  <a:pt x="1357" y="3035"/>
                </a:cubicBezTo>
                <a:cubicBezTo>
                  <a:pt x="1865" y="2865"/>
                  <a:pt x="1285" y="1526"/>
                  <a:pt x="1080" y="1080"/>
                </a:cubicBezTo>
                <a:lnTo>
                  <a:pt x="1071" y="1053"/>
                </a:lnTo>
                <a:cubicBezTo>
                  <a:pt x="1196" y="1178"/>
                  <a:pt x="1357" y="1357"/>
                  <a:pt x="1517" y="1526"/>
                </a:cubicBezTo>
                <a:cubicBezTo>
                  <a:pt x="1633" y="2044"/>
                  <a:pt x="2285" y="3329"/>
                  <a:pt x="2713" y="3160"/>
                </a:cubicBezTo>
                <a:cubicBezTo>
                  <a:pt x="2767" y="3061"/>
                  <a:pt x="2820" y="2954"/>
                  <a:pt x="2874" y="2847"/>
                </a:cubicBezTo>
                <a:cubicBezTo>
                  <a:pt x="2776" y="2294"/>
                  <a:pt x="1500" y="1419"/>
                  <a:pt x="1500" y="1419"/>
                </a:cubicBezTo>
                <a:lnTo>
                  <a:pt x="1500" y="1419"/>
                </a:lnTo>
                <a:cubicBezTo>
                  <a:pt x="1375" y="1268"/>
                  <a:pt x="1241" y="1116"/>
                  <a:pt x="1107" y="973"/>
                </a:cubicBezTo>
                <a:cubicBezTo>
                  <a:pt x="1464" y="1134"/>
                  <a:pt x="2481" y="1544"/>
                  <a:pt x="2901" y="1366"/>
                </a:cubicBezTo>
                <a:close/>
              </a:path>
            </a:pathLst>
          </a:custGeom>
          <a:gradFill>
            <a:gsLst>
              <a:gs pos="0">
                <a:srgbClr val="FFFFFF">
                  <a:alpha val="0"/>
                </a:srgbClr>
              </a:gs>
              <a:gs pos="100000">
                <a:srgbClr val="FFFFFF">
                  <a:alpha val="2196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4" name="Google Shape;2854;p24"/>
          <p:cNvSpPr/>
          <p:nvPr/>
        </p:nvSpPr>
        <p:spPr>
          <a:xfrm>
            <a:off x="6172304" y="907495"/>
            <a:ext cx="20107" cy="21505"/>
          </a:xfrm>
          <a:custGeom>
            <a:avLst/>
            <a:gdLst/>
            <a:ahLst/>
            <a:cxnLst/>
            <a:rect l="l" t="t" r="r" b="b"/>
            <a:pathLst>
              <a:path w="259" h="277" extrusionOk="0">
                <a:moveTo>
                  <a:pt x="125" y="241"/>
                </a:moveTo>
                <a:cubicBezTo>
                  <a:pt x="205" y="187"/>
                  <a:pt x="259" y="98"/>
                  <a:pt x="259" y="0"/>
                </a:cubicBezTo>
                <a:cubicBezTo>
                  <a:pt x="161" y="89"/>
                  <a:pt x="80" y="179"/>
                  <a:pt x="0" y="277"/>
                </a:cubicBezTo>
                <a:cubicBezTo>
                  <a:pt x="45" y="277"/>
                  <a:pt x="89" y="268"/>
                  <a:pt x="125" y="241"/>
                </a:cubicBezTo>
                <a:close/>
              </a:path>
            </a:pathLst>
          </a:custGeom>
          <a:gradFill>
            <a:gsLst>
              <a:gs pos="0">
                <a:srgbClr val="FFFFFF">
                  <a:alpha val="0"/>
                </a:srgbClr>
              </a:gs>
              <a:gs pos="100000">
                <a:srgbClr val="FFFFFF">
                  <a:alpha val="2196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5" name="Google Shape;2855;p24"/>
          <p:cNvSpPr/>
          <p:nvPr/>
        </p:nvSpPr>
        <p:spPr>
          <a:xfrm rot="-10476267">
            <a:off x="7662377" y="994528"/>
            <a:ext cx="257124" cy="292612"/>
          </a:xfrm>
          <a:custGeom>
            <a:avLst/>
            <a:gdLst/>
            <a:ahLst/>
            <a:cxnLst/>
            <a:rect l="l" t="t" r="r" b="b"/>
            <a:pathLst>
              <a:path w="3312" h="3769" extrusionOk="0">
                <a:moveTo>
                  <a:pt x="402" y="1"/>
                </a:moveTo>
                <a:lnTo>
                  <a:pt x="402" y="1"/>
                </a:lnTo>
                <a:cubicBezTo>
                  <a:pt x="54" y="750"/>
                  <a:pt x="1" y="2625"/>
                  <a:pt x="652" y="3339"/>
                </a:cubicBezTo>
                <a:cubicBezTo>
                  <a:pt x="968" y="3680"/>
                  <a:pt x="1367" y="3768"/>
                  <a:pt x="1696" y="3768"/>
                </a:cubicBezTo>
                <a:cubicBezTo>
                  <a:pt x="2044" y="3768"/>
                  <a:pt x="2312" y="3669"/>
                  <a:pt x="2312" y="3669"/>
                </a:cubicBezTo>
                <a:cubicBezTo>
                  <a:pt x="2651" y="3544"/>
                  <a:pt x="3312" y="3205"/>
                  <a:pt x="2964" y="2107"/>
                </a:cubicBezTo>
                <a:cubicBezTo>
                  <a:pt x="2625" y="1000"/>
                  <a:pt x="402" y="1"/>
                  <a:pt x="40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6" name="Google Shape;2856;p24"/>
          <p:cNvSpPr/>
          <p:nvPr/>
        </p:nvSpPr>
        <p:spPr>
          <a:xfrm rot="-10476267">
            <a:off x="7717260" y="938362"/>
            <a:ext cx="161789" cy="328092"/>
          </a:xfrm>
          <a:custGeom>
            <a:avLst/>
            <a:gdLst/>
            <a:ahLst/>
            <a:cxnLst/>
            <a:rect l="l" t="t" r="r" b="b"/>
            <a:pathLst>
              <a:path w="2084" h="4226" extrusionOk="0">
                <a:moveTo>
                  <a:pt x="1727" y="1940"/>
                </a:moveTo>
                <a:lnTo>
                  <a:pt x="1727" y="1940"/>
                </a:lnTo>
                <a:cubicBezTo>
                  <a:pt x="1727" y="1940"/>
                  <a:pt x="1727" y="1940"/>
                  <a:pt x="1726" y="1941"/>
                </a:cubicBezTo>
                <a:lnTo>
                  <a:pt x="1724" y="1950"/>
                </a:lnTo>
                <a:lnTo>
                  <a:pt x="1724" y="1950"/>
                </a:lnTo>
                <a:cubicBezTo>
                  <a:pt x="1727" y="1943"/>
                  <a:pt x="1728" y="1940"/>
                  <a:pt x="1727" y="1940"/>
                </a:cubicBezTo>
                <a:close/>
                <a:moveTo>
                  <a:pt x="10" y="1"/>
                </a:moveTo>
                <a:cubicBezTo>
                  <a:pt x="0" y="1"/>
                  <a:pt x="280" y="711"/>
                  <a:pt x="495" y="1182"/>
                </a:cubicBezTo>
                <a:lnTo>
                  <a:pt x="155" y="1084"/>
                </a:lnTo>
                <a:lnTo>
                  <a:pt x="93" y="1066"/>
                </a:lnTo>
                <a:lnTo>
                  <a:pt x="93" y="1066"/>
                </a:lnTo>
                <a:cubicBezTo>
                  <a:pt x="227" y="1138"/>
                  <a:pt x="370" y="1200"/>
                  <a:pt x="512" y="1245"/>
                </a:cubicBezTo>
                <a:lnTo>
                  <a:pt x="521" y="1245"/>
                </a:lnTo>
                <a:cubicBezTo>
                  <a:pt x="655" y="1530"/>
                  <a:pt x="762" y="1754"/>
                  <a:pt x="914" y="2030"/>
                </a:cubicBezTo>
                <a:cubicBezTo>
                  <a:pt x="977" y="2137"/>
                  <a:pt x="1039" y="2253"/>
                  <a:pt x="1110" y="2361"/>
                </a:cubicBezTo>
                <a:lnTo>
                  <a:pt x="361" y="2182"/>
                </a:lnTo>
                <a:lnTo>
                  <a:pt x="245" y="2146"/>
                </a:lnTo>
                <a:cubicBezTo>
                  <a:pt x="244" y="2146"/>
                  <a:pt x="244" y="2146"/>
                  <a:pt x="243" y="2146"/>
                </a:cubicBezTo>
                <a:lnTo>
                  <a:pt x="243" y="2146"/>
                </a:lnTo>
                <a:cubicBezTo>
                  <a:pt x="233" y="2146"/>
                  <a:pt x="786" y="2344"/>
                  <a:pt x="1057" y="2414"/>
                </a:cubicBezTo>
                <a:lnTo>
                  <a:pt x="1146" y="2432"/>
                </a:lnTo>
                <a:cubicBezTo>
                  <a:pt x="1244" y="2593"/>
                  <a:pt x="1343" y="2762"/>
                  <a:pt x="1432" y="2923"/>
                </a:cubicBezTo>
                <a:lnTo>
                  <a:pt x="1485" y="3021"/>
                </a:lnTo>
                <a:lnTo>
                  <a:pt x="745" y="2932"/>
                </a:lnTo>
                <a:lnTo>
                  <a:pt x="637" y="2923"/>
                </a:lnTo>
                <a:cubicBezTo>
                  <a:pt x="602" y="2923"/>
                  <a:pt x="1164" y="3039"/>
                  <a:pt x="1432" y="3075"/>
                </a:cubicBezTo>
                <a:lnTo>
                  <a:pt x="1521" y="3083"/>
                </a:lnTo>
                <a:cubicBezTo>
                  <a:pt x="1610" y="3262"/>
                  <a:pt x="1700" y="3432"/>
                  <a:pt x="1780" y="3610"/>
                </a:cubicBezTo>
                <a:cubicBezTo>
                  <a:pt x="1860" y="3789"/>
                  <a:pt x="1923" y="3976"/>
                  <a:pt x="1967" y="4172"/>
                </a:cubicBezTo>
                <a:cubicBezTo>
                  <a:pt x="1972" y="4208"/>
                  <a:pt x="2003" y="4226"/>
                  <a:pt x="2031" y="4226"/>
                </a:cubicBezTo>
                <a:cubicBezTo>
                  <a:pt x="2059" y="4226"/>
                  <a:pt x="2083" y="4208"/>
                  <a:pt x="2074" y="4172"/>
                </a:cubicBezTo>
                <a:cubicBezTo>
                  <a:pt x="2039" y="4003"/>
                  <a:pt x="1994" y="3842"/>
                  <a:pt x="1923" y="3681"/>
                </a:cubicBezTo>
                <a:cubicBezTo>
                  <a:pt x="1833" y="3485"/>
                  <a:pt x="1735" y="3280"/>
                  <a:pt x="1637" y="3083"/>
                </a:cubicBezTo>
                <a:cubicBezTo>
                  <a:pt x="1583" y="2985"/>
                  <a:pt x="1521" y="2887"/>
                  <a:pt x="1467" y="2780"/>
                </a:cubicBezTo>
                <a:cubicBezTo>
                  <a:pt x="1548" y="2539"/>
                  <a:pt x="1619" y="2298"/>
                  <a:pt x="1700" y="2057"/>
                </a:cubicBezTo>
                <a:lnTo>
                  <a:pt x="1724" y="1950"/>
                </a:lnTo>
                <a:lnTo>
                  <a:pt x="1724" y="1950"/>
                </a:lnTo>
                <a:cubicBezTo>
                  <a:pt x="1699" y="2019"/>
                  <a:pt x="1513" y="2450"/>
                  <a:pt x="1441" y="2682"/>
                </a:cubicBezTo>
                <a:lnTo>
                  <a:pt x="1423" y="2709"/>
                </a:lnTo>
                <a:cubicBezTo>
                  <a:pt x="1307" y="2512"/>
                  <a:pt x="1191" y="2307"/>
                  <a:pt x="1075" y="2102"/>
                </a:cubicBezTo>
                <a:cubicBezTo>
                  <a:pt x="986" y="1941"/>
                  <a:pt x="905" y="1789"/>
                  <a:pt x="816" y="1629"/>
                </a:cubicBezTo>
                <a:cubicBezTo>
                  <a:pt x="852" y="1423"/>
                  <a:pt x="878" y="1227"/>
                  <a:pt x="905" y="1022"/>
                </a:cubicBezTo>
                <a:lnTo>
                  <a:pt x="923" y="924"/>
                </a:lnTo>
                <a:lnTo>
                  <a:pt x="923" y="924"/>
                </a:lnTo>
                <a:cubicBezTo>
                  <a:pt x="861" y="1120"/>
                  <a:pt x="807" y="1325"/>
                  <a:pt x="771" y="1530"/>
                </a:cubicBezTo>
                <a:cubicBezTo>
                  <a:pt x="584" y="1173"/>
                  <a:pt x="405" y="808"/>
                  <a:pt x="227" y="442"/>
                </a:cubicBezTo>
                <a:cubicBezTo>
                  <a:pt x="155" y="299"/>
                  <a:pt x="84" y="156"/>
                  <a:pt x="13" y="4"/>
                </a:cubicBezTo>
                <a:cubicBezTo>
                  <a:pt x="11" y="2"/>
                  <a:pt x="10" y="1"/>
                  <a:pt x="1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7" name="Google Shape;2857;p24"/>
          <p:cNvSpPr/>
          <p:nvPr/>
        </p:nvSpPr>
        <p:spPr>
          <a:xfrm rot="-10476267">
            <a:off x="7711267" y="996790"/>
            <a:ext cx="205109" cy="267535"/>
          </a:xfrm>
          <a:custGeom>
            <a:avLst/>
            <a:gdLst/>
            <a:ahLst/>
            <a:cxnLst/>
            <a:rect l="l" t="t" r="r" b="b"/>
            <a:pathLst>
              <a:path w="2642" h="3446" extrusionOk="0">
                <a:moveTo>
                  <a:pt x="1062" y="171"/>
                </a:moveTo>
                <a:cubicBezTo>
                  <a:pt x="794" y="54"/>
                  <a:pt x="518" y="1"/>
                  <a:pt x="232" y="10"/>
                </a:cubicBezTo>
                <a:cubicBezTo>
                  <a:pt x="0" y="876"/>
                  <a:pt x="27" y="2384"/>
                  <a:pt x="598" y="3009"/>
                </a:cubicBezTo>
                <a:cubicBezTo>
                  <a:pt x="848" y="3276"/>
                  <a:pt x="1187" y="3428"/>
                  <a:pt x="1553" y="3446"/>
                </a:cubicBezTo>
                <a:cubicBezTo>
                  <a:pt x="2642" y="2500"/>
                  <a:pt x="2383" y="742"/>
                  <a:pt x="1062" y="171"/>
                </a:cubicBezTo>
                <a:close/>
              </a:path>
            </a:pathLst>
          </a:custGeom>
          <a:gradFill>
            <a:gsLst>
              <a:gs pos="0">
                <a:srgbClr val="FFFFFF">
                  <a:alpha val="0"/>
                </a:srgbClr>
              </a:gs>
              <a:gs pos="100000">
                <a:srgbClr val="FFFFFF">
                  <a:alpha val="2196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8" name="Google Shape;2858;p24"/>
          <p:cNvSpPr/>
          <p:nvPr/>
        </p:nvSpPr>
        <p:spPr>
          <a:xfrm rot="-10476267">
            <a:off x="7681631" y="995011"/>
            <a:ext cx="228710" cy="295407"/>
          </a:xfrm>
          <a:custGeom>
            <a:avLst/>
            <a:gdLst/>
            <a:ahLst/>
            <a:cxnLst/>
            <a:rect l="l" t="t" r="r" b="b"/>
            <a:pathLst>
              <a:path w="2946" h="3805" extrusionOk="0">
                <a:moveTo>
                  <a:pt x="268" y="1"/>
                </a:moveTo>
                <a:lnTo>
                  <a:pt x="259" y="19"/>
                </a:lnTo>
                <a:cubicBezTo>
                  <a:pt x="170" y="224"/>
                  <a:pt x="117" y="438"/>
                  <a:pt x="81" y="661"/>
                </a:cubicBezTo>
                <a:cubicBezTo>
                  <a:pt x="45" y="876"/>
                  <a:pt x="27" y="1099"/>
                  <a:pt x="18" y="1313"/>
                </a:cubicBezTo>
                <a:cubicBezTo>
                  <a:pt x="1" y="1759"/>
                  <a:pt x="45" y="2196"/>
                  <a:pt x="152" y="2625"/>
                </a:cubicBezTo>
                <a:cubicBezTo>
                  <a:pt x="215" y="2839"/>
                  <a:pt x="295" y="3035"/>
                  <a:pt x="420" y="3223"/>
                </a:cubicBezTo>
                <a:cubicBezTo>
                  <a:pt x="545" y="3410"/>
                  <a:pt x="715" y="3553"/>
                  <a:pt x="911" y="3660"/>
                </a:cubicBezTo>
                <a:cubicBezTo>
                  <a:pt x="1107" y="3758"/>
                  <a:pt x="1330" y="3803"/>
                  <a:pt x="1545" y="3803"/>
                </a:cubicBezTo>
                <a:cubicBezTo>
                  <a:pt x="1567" y="3804"/>
                  <a:pt x="1590" y="3804"/>
                  <a:pt x="1612" y="3804"/>
                </a:cubicBezTo>
                <a:cubicBezTo>
                  <a:pt x="1813" y="3804"/>
                  <a:pt x="2012" y="3769"/>
                  <a:pt x="2196" y="3705"/>
                </a:cubicBezTo>
                <a:lnTo>
                  <a:pt x="2196" y="3705"/>
                </a:lnTo>
                <a:cubicBezTo>
                  <a:pt x="2012" y="3761"/>
                  <a:pt x="1813" y="3795"/>
                  <a:pt x="1619" y="3795"/>
                </a:cubicBezTo>
                <a:cubicBezTo>
                  <a:pt x="1597" y="3795"/>
                  <a:pt x="1575" y="3795"/>
                  <a:pt x="1554" y="3794"/>
                </a:cubicBezTo>
                <a:cubicBezTo>
                  <a:pt x="1330" y="3794"/>
                  <a:pt x="1116" y="3741"/>
                  <a:pt x="920" y="3642"/>
                </a:cubicBezTo>
                <a:cubicBezTo>
                  <a:pt x="724" y="3544"/>
                  <a:pt x="554" y="3401"/>
                  <a:pt x="429" y="3214"/>
                </a:cubicBezTo>
                <a:cubicBezTo>
                  <a:pt x="322" y="3027"/>
                  <a:pt x="233" y="2830"/>
                  <a:pt x="179" y="2616"/>
                </a:cubicBezTo>
                <a:cubicBezTo>
                  <a:pt x="72" y="2188"/>
                  <a:pt x="36" y="1750"/>
                  <a:pt x="54" y="1313"/>
                </a:cubicBezTo>
                <a:cubicBezTo>
                  <a:pt x="63" y="1099"/>
                  <a:pt x="90" y="885"/>
                  <a:pt x="126" y="670"/>
                </a:cubicBezTo>
                <a:cubicBezTo>
                  <a:pt x="160" y="455"/>
                  <a:pt x="219" y="257"/>
                  <a:pt x="295" y="67"/>
                </a:cubicBezTo>
                <a:lnTo>
                  <a:pt x="295" y="67"/>
                </a:lnTo>
                <a:cubicBezTo>
                  <a:pt x="688" y="252"/>
                  <a:pt x="1071" y="461"/>
                  <a:pt x="1429" y="688"/>
                </a:cubicBezTo>
                <a:cubicBezTo>
                  <a:pt x="1803" y="920"/>
                  <a:pt x="2152" y="1206"/>
                  <a:pt x="2455" y="1518"/>
                </a:cubicBezTo>
                <a:cubicBezTo>
                  <a:pt x="2607" y="1679"/>
                  <a:pt x="2732" y="1866"/>
                  <a:pt x="2812" y="2072"/>
                </a:cubicBezTo>
                <a:cubicBezTo>
                  <a:pt x="2892" y="2277"/>
                  <a:pt x="2928" y="2500"/>
                  <a:pt x="2937" y="2714"/>
                </a:cubicBezTo>
                <a:cubicBezTo>
                  <a:pt x="2937" y="2937"/>
                  <a:pt x="2866" y="3151"/>
                  <a:pt x="2732" y="3330"/>
                </a:cubicBezTo>
                <a:cubicBezTo>
                  <a:pt x="2589" y="3500"/>
                  <a:pt x="2401" y="3633"/>
                  <a:pt x="2196" y="3705"/>
                </a:cubicBezTo>
                <a:cubicBezTo>
                  <a:pt x="2410" y="3633"/>
                  <a:pt x="2589" y="3508"/>
                  <a:pt x="2741" y="3330"/>
                </a:cubicBezTo>
                <a:cubicBezTo>
                  <a:pt x="2874" y="3160"/>
                  <a:pt x="2946" y="2937"/>
                  <a:pt x="2946" y="2714"/>
                </a:cubicBezTo>
                <a:cubicBezTo>
                  <a:pt x="2946" y="2491"/>
                  <a:pt x="2910" y="2268"/>
                  <a:pt x="2830" y="2063"/>
                </a:cubicBezTo>
                <a:cubicBezTo>
                  <a:pt x="2749" y="1857"/>
                  <a:pt x="2625" y="1670"/>
                  <a:pt x="2482" y="1500"/>
                </a:cubicBezTo>
                <a:cubicBezTo>
                  <a:pt x="2169" y="1179"/>
                  <a:pt x="1830" y="893"/>
                  <a:pt x="1455" y="661"/>
                </a:cubicBezTo>
                <a:cubicBezTo>
                  <a:pt x="1081" y="411"/>
                  <a:pt x="697" y="197"/>
                  <a:pt x="295" y="10"/>
                </a:cubicBezTo>
                <a:lnTo>
                  <a:pt x="26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9" name="Google Shape;2859;p24"/>
          <p:cNvSpPr/>
          <p:nvPr/>
        </p:nvSpPr>
        <p:spPr>
          <a:xfrm rot="-10476267">
            <a:off x="7940310" y="873212"/>
            <a:ext cx="124758" cy="215053"/>
          </a:xfrm>
          <a:custGeom>
            <a:avLst/>
            <a:gdLst/>
            <a:ahLst/>
            <a:cxnLst/>
            <a:rect l="l" t="t" r="r" b="b"/>
            <a:pathLst>
              <a:path w="1607" h="2770" extrusionOk="0">
                <a:moveTo>
                  <a:pt x="928" y="1"/>
                </a:moveTo>
                <a:cubicBezTo>
                  <a:pt x="892" y="1"/>
                  <a:pt x="853" y="7"/>
                  <a:pt x="813" y="21"/>
                </a:cubicBezTo>
                <a:cubicBezTo>
                  <a:pt x="1" y="298"/>
                  <a:pt x="1277" y="2770"/>
                  <a:pt x="1277" y="2770"/>
                </a:cubicBezTo>
                <a:cubicBezTo>
                  <a:pt x="1514" y="2278"/>
                  <a:pt x="1607" y="1"/>
                  <a:pt x="92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0" name="Google Shape;2860;p24"/>
          <p:cNvSpPr/>
          <p:nvPr/>
        </p:nvSpPr>
        <p:spPr>
          <a:xfrm rot="-10476267">
            <a:off x="7971023" y="859433"/>
            <a:ext cx="224285" cy="67621"/>
          </a:xfrm>
          <a:custGeom>
            <a:avLst/>
            <a:gdLst/>
            <a:ahLst/>
            <a:cxnLst/>
            <a:rect l="l" t="t" r="r" b="b"/>
            <a:pathLst>
              <a:path w="2889" h="871" extrusionOk="0">
                <a:moveTo>
                  <a:pt x="699" y="0"/>
                </a:moveTo>
                <a:cubicBezTo>
                  <a:pt x="405" y="0"/>
                  <a:pt x="183" y="80"/>
                  <a:pt x="122" y="297"/>
                </a:cubicBezTo>
                <a:cubicBezTo>
                  <a:pt x="0" y="727"/>
                  <a:pt x="626" y="870"/>
                  <a:pt x="1321" y="870"/>
                </a:cubicBezTo>
                <a:cubicBezTo>
                  <a:pt x="1956" y="870"/>
                  <a:pt x="2650" y="751"/>
                  <a:pt x="2889" y="619"/>
                </a:cubicBezTo>
                <a:cubicBezTo>
                  <a:pt x="2889" y="619"/>
                  <a:pt x="1517" y="0"/>
                  <a:pt x="69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1" name="Google Shape;2861;p24"/>
          <p:cNvSpPr/>
          <p:nvPr/>
        </p:nvSpPr>
        <p:spPr>
          <a:xfrm rot="-10476267">
            <a:off x="8013170" y="931308"/>
            <a:ext cx="178869" cy="178486"/>
          </a:xfrm>
          <a:custGeom>
            <a:avLst/>
            <a:gdLst/>
            <a:ahLst/>
            <a:cxnLst/>
            <a:rect l="l" t="t" r="r" b="b"/>
            <a:pathLst>
              <a:path w="2304" h="2299" extrusionOk="0">
                <a:moveTo>
                  <a:pt x="813" y="1"/>
                </a:moveTo>
                <a:cubicBezTo>
                  <a:pt x="730" y="1"/>
                  <a:pt x="651" y="35"/>
                  <a:pt x="581" y="112"/>
                </a:cubicBezTo>
                <a:cubicBezTo>
                  <a:pt x="1" y="737"/>
                  <a:pt x="2303" y="2299"/>
                  <a:pt x="2303" y="2299"/>
                </a:cubicBezTo>
                <a:cubicBezTo>
                  <a:pt x="2280" y="1797"/>
                  <a:pt x="1416" y="1"/>
                  <a:pt x="81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2" name="Google Shape;2862;p24"/>
          <p:cNvSpPr/>
          <p:nvPr/>
        </p:nvSpPr>
        <p:spPr>
          <a:xfrm rot="-10476267">
            <a:off x="7866827" y="790423"/>
            <a:ext cx="125379" cy="214432"/>
          </a:xfrm>
          <a:custGeom>
            <a:avLst/>
            <a:gdLst/>
            <a:ahLst/>
            <a:cxnLst/>
            <a:rect l="l" t="t" r="r" b="b"/>
            <a:pathLst>
              <a:path w="1615" h="2762" extrusionOk="0">
                <a:moveTo>
                  <a:pt x="933" y="0"/>
                </a:moveTo>
                <a:cubicBezTo>
                  <a:pt x="895" y="0"/>
                  <a:pt x="855" y="7"/>
                  <a:pt x="813" y="22"/>
                </a:cubicBezTo>
                <a:cubicBezTo>
                  <a:pt x="1" y="289"/>
                  <a:pt x="1286" y="2762"/>
                  <a:pt x="1286" y="2762"/>
                </a:cubicBezTo>
                <a:cubicBezTo>
                  <a:pt x="1515" y="2279"/>
                  <a:pt x="1615" y="0"/>
                  <a:pt x="93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3" name="Google Shape;2863;p24"/>
          <p:cNvSpPr/>
          <p:nvPr/>
        </p:nvSpPr>
        <p:spPr>
          <a:xfrm rot="-10476267">
            <a:off x="7897442" y="776529"/>
            <a:ext cx="224285" cy="67621"/>
          </a:xfrm>
          <a:custGeom>
            <a:avLst/>
            <a:gdLst/>
            <a:ahLst/>
            <a:cxnLst/>
            <a:rect l="l" t="t" r="r" b="b"/>
            <a:pathLst>
              <a:path w="2889" h="871" extrusionOk="0">
                <a:moveTo>
                  <a:pt x="691" y="1"/>
                </a:moveTo>
                <a:cubicBezTo>
                  <a:pt x="400" y="1"/>
                  <a:pt x="181" y="80"/>
                  <a:pt x="122" y="296"/>
                </a:cubicBezTo>
                <a:cubicBezTo>
                  <a:pt x="0" y="727"/>
                  <a:pt x="631" y="871"/>
                  <a:pt x="1331" y="871"/>
                </a:cubicBezTo>
                <a:cubicBezTo>
                  <a:pt x="1963" y="871"/>
                  <a:pt x="2651" y="753"/>
                  <a:pt x="2889" y="626"/>
                </a:cubicBezTo>
                <a:cubicBezTo>
                  <a:pt x="2889" y="626"/>
                  <a:pt x="1507" y="1"/>
                  <a:pt x="69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4" name="Google Shape;2864;p24"/>
          <p:cNvSpPr/>
          <p:nvPr/>
        </p:nvSpPr>
        <p:spPr>
          <a:xfrm rot="-10476267">
            <a:off x="7787595" y="711651"/>
            <a:ext cx="133530" cy="210628"/>
          </a:xfrm>
          <a:custGeom>
            <a:avLst/>
            <a:gdLst/>
            <a:ahLst/>
            <a:cxnLst/>
            <a:rect l="l" t="t" r="r" b="b"/>
            <a:pathLst>
              <a:path w="1720" h="2713" extrusionOk="0">
                <a:moveTo>
                  <a:pt x="913" y="1"/>
                </a:moveTo>
                <a:cubicBezTo>
                  <a:pt x="867" y="1"/>
                  <a:pt x="819" y="12"/>
                  <a:pt x="768" y="35"/>
                </a:cubicBezTo>
                <a:cubicBezTo>
                  <a:pt x="0" y="401"/>
                  <a:pt x="1544" y="2713"/>
                  <a:pt x="1544" y="2713"/>
                </a:cubicBezTo>
                <a:cubicBezTo>
                  <a:pt x="1719" y="2213"/>
                  <a:pt x="1560" y="1"/>
                  <a:pt x="91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5" name="Google Shape;2865;p24"/>
          <p:cNvSpPr/>
          <p:nvPr/>
        </p:nvSpPr>
        <p:spPr>
          <a:xfrm rot="-10476267">
            <a:off x="7807144" y="680349"/>
            <a:ext cx="221102" cy="64904"/>
          </a:xfrm>
          <a:custGeom>
            <a:avLst/>
            <a:gdLst/>
            <a:ahLst/>
            <a:cxnLst/>
            <a:rect l="l" t="t" r="r" b="b"/>
            <a:pathLst>
              <a:path w="2848" h="836" extrusionOk="0">
                <a:moveTo>
                  <a:pt x="833" y="0"/>
                </a:moveTo>
                <a:cubicBezTo>
                  <a:pt x="424" y="0"/>
                  <a:pt x="102" y="93"/>
                  <a:pt x="54" y="371"/>
                </a:cubicBezTo>
                <a:cubicBezTo>
                  <a:pt x="0" y="715"/>
                  <a:pt x="372" y="835"/>
                  <a:pt x="864" y="835"/>
                </a:cubicBezTo>
                <a:cubicBezTo>
                  <a:pt x="1586" y="835"/>
                  <a:pt x="2567" y="576"/>
                  <a:pt x="2848" y="380"/>
                </a:cubicBezTo>
                <a:cubicBezTo>
                  <a:pt x="2848" y="380"/>
                  <a:pt x="1662" y="0"/>
                  <a:pt x="83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6" name="Google Shape;2866;p24"/>
          <p:cNvSpPr/>
          <p:nvPr/>
        </p:nvSpPr>
        <p:spPr>
          <a:xfrm rot="-10476267">
            <a:off x="7696853" y="642468"/>
            <a:ext cx="148281" cy="203796"/>
          </a:xfrm>
          <a:custGeom>
            <a:avLst/>
            <a:gdLst/>
            <a:ahLst/>
            <a:cxnLst/>
            <a:rect l="l" t="t" r="r" b="b"/>
            <a:pathLst>
              <a:path w="1910" h="2625" extrusionOk="0">
                <a:moveTo>
                  <a:pt x="905" y="0"/>
                </a:moveTo>
                <a:cubicBezTo>
                  <a:pt x="850" y="0"/>
                  <a:pt x="792" y="17"/>
                  <a:pt x="732" y="54"/>
                </a:cubicBezTo>
                <a:cubicBezTo>
                  <a:pt x="0" y="500"/>
                  <a:pt x="1794" y="2624"/>
                  <a:pt x="1794" y="2624"/>
                </a:cubicBezTo>
                <a:cubicBezTo>
                  <a:pt x="1909" y="2116"/>
                  <a:pt x="1528" y="0"/>
                  <a:pt x="90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7" name="Google Shape;2867;p24"/>
          <p:cNvSpPr/>
          <p:nvPr/>
        </p:nvSpPr>
        <p:spPr>
          <a:xfrm rot="-10476267">
            <a:off x="7713016" y="592648"/>
            <a:ext cx="216676" cy="66845"/>
          </a:xfrm>
          <a:custGeom>
            <a:avLst/>
            <a:gdLst/>
            <a:ahLst/>
            <a:cxnLst/>
            <a:rect l="l" t="t" r="r" b="b"/>
            <a:pathLst>
              <a:path w="2791" h="861" extrusionOk="0">
                <a:moveTo>
                  <a:pt x="1142" y="1"/>
                </a:moveTo>
                <a:cubicBezTo>
                  <a:pt x="556" y="1"/>
                  <a:pt x="35" y="106"/>
                  <a:pt x="15" y="477"/>
                </a:cubicBezTo>
                <a:cubicBezTo>
                  <a:pt x="1" y="757"/>
                  <a:pt x="251" y="860"/>
                  <a:pt x="610" y="860"/>
                </a:cubicBezTo>
                <a:cubicBezTo>
                  <a:pt x="1336" y="860"/>
                  <a:pt x="2504" y="433"/>
                  <a:pt x="2791" y="182"/>
                </a:cubicBezTo>
                <a:cubicBezTo>
                  <a:pt x="2791" y="182"/>
                  <a:pt x="1911" y="1"/>
                  <a:pt x="114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8" name="Google Shape;2868;p24"/>
          <p:cNvSpPr/>
          <p:nvPr/>
        </p:nvSpPr>
        <p:spPr>
          <a:xfrm rot="-10476267">
            <a:off x="8009934" y="927394"/>
            <a:ext cx="146961" cy="180660"/>
          </a:xfrm>
          <a:custGeom>
            <a:avLst/>
            <a:gdLst/>
            <a:ahLst/>
            <a:cxnLst/>
            <a:rect l="l" t="t" r="r" b="b"/>
            <a:pathLst>
              <a:path w="1893" h="2327" extrusionOk="0">
                <a:moveTo>
                  <a:pt x="358" y="1"/>
                </a:moveTo>
                <a:cubicBezTo>
                  <a:pt x="333" y="1"/>
                  <a:pt x="309" y="3"/>
                  <a:pt x="286" y="6"/>
                </a:cubicBezTo>
                <a:cubicBezTo>
                  <a:pt x="303" y="4"/>
                  <a:pt x="321" y="3"/>
                  <a:pt x="338" y="3"/>
                </a:cubicBezTo>
                <a:cubicBezTo>
                  <a:pt x="387" y="3"/>
                  <a:pt x="437" y="11"/>
                  <a:pt x="483" y="24"/>
                </a:cubicBezTo>
                <a:cubicBezTo>
                  <a:pt x="443" y="7"/>
                  <a:pt x="400" y="1"/>
                  <a:pt x="358" y="1"/>
                </a:cubicBezTo>
                <a:close/>
                <a:moveTo>
                  <a:pt x="483" y="24"/>
                </a:moveTo>
                <a:lnTo>
                  <a:pt x="483" y="24"/>
                </a:lnTo>
                <a:cubicBezTo>
                  <a:pt x="599" y="78"/>
                  <a:pt x="706" y="149"/>
                  <a:pt x="795" y="247"/>
                </a:cubicBezTo>
                <a:cubicBezTo>
                  <a:pt x="974" y="435"/>
                  <a:pt x="1125" y="649"/>
                  <a:pt x="1259" y="872"/>
                </a:cubicBezTo>
                <a:cubicBezTo>
                  <a:pt x="1393" y="1095"/>
                  <a:pt x="1509" y="1327"/>
                  <a:pt x="1607" y="1568"/>
                </a:cubicBezTo>
                <a:cubicBezTo>
                  <a:pt x="1661" y="1684"/>
                  <a:pt x="1714" y="1800"/>
                  <a:pt x="1750" y="1925"/>
                </a:cubicBezTo>
                <a:cubicBezTo>
                  <a:pt x="1788" y="2023"/>
                  <a:pt x="1813" y="2127"/>
                  <a:pt x="1830" y="2238"/>
                </a:cubicBezTo>
                <a:lnTo>
                  <a:pt x="1830" y="2238"/>
                </a:lnTo>
                <a:cubicBezTo>
                  <a:pt x="1643" y="2113"/>
                  <a:pt x="1456" y="1974"/>
                  <a:pt x="1277" y="1836"/>
                </a:cubicBezTo>
                <a:cubicBezTo>
                  <a:pt x="1081" y="1684"/>
                  <a:pt x="884" y="1524"/>
                  <a:pt x="706" y="1354"/>
                </a:cubicBezTo>
                <a:cubicBezTo>
                  <a:pt x="519" y="1184"/>
                  <a:pt x="349" y="997"/>
                  <a:pt x="206" y="792"/>
                </a:cubicBezTo>
                <a:cubicBezTo>
                  <a:pt x="135" y="694"/>
                  <a:pt x="81" y="577"/>
                  <a:pt x="46" y="461"/>
                </a:cubicBezTo>
                <a:cubicBezTo>
                  <a:pt x="10" y="337"/>
                  <a:pt x="46" y="203"/>
                  <a:pt x="126" y="113"/>
                </a:cubicBezTo>
                <a:lnTo>
                  <a:pt x="126" y="113"/>
                </a:lnTo>
                <a:cubicBezTo>
                  <a:pt x="37" y="212"/>
                  <a:pt x="1" y="345"/>
                  <a:pt x="46" y="479"/>
                </a:cubicBezTo>
                <a:cubicBezTo>
                  <a:pt x="72" y="595"/>
                  <a:pt x="126" y="711"/>
                  <a:pt x="197" y="810"/>
                </a:cubicBezTo>
                <a:cubicBezTo>
                  <a:pt x="340" y="1015"/>
                  <a:pt x="510" y="1202"/>
                  <a:pt x="688" y="1381"/>
                </a:cubicBezTo>
                <a:cubicBezTo>
                  <a:pt x="1045" y="1729"/>
                  <a:pt x="1438" y="2041"/>
                  <a:pt x="1857" y="2327"/>
                </a:cubicBezTo>
                <a:lnTo>
                  <a:pt x="1866" y="2327"/>
                </a:lnTo>
                <a:cubicBezTo>
                  <a:pt x="1884" y="2327"/>
                  <a:pt x="1893" y="2309"/>
                  <a:pt x="1893" y="2300"/>
                </a:cubicBezTo>
                <a:cubicBezTo>
                  <a:pt x="1875" y="2166"/>
                  <a:pt x="1848" y="2032"/>
                  <a:pt x="1804" y="1907"/>
                </a:cubicBezTo>
                <a:cubicBezTo>
                  <a:pt x="1759" y="1791"/>
                  <a:pt x="1706" y="1666"/>
                  <a:pt x="1652" y="1550"/>
                </a:cubicBezTo>
                <a:cubicBezTo>
                  <a:pt x="1545" y="1309"/>
                  <a:pt x="1420" y="1077"/>
                  <a:pt x="1286" y="863"/>
                </a:cubicBezTo>
                <a:cubicBezTo>
                  <a:pt x="1143" y="640"/>
                  <a:pt x="983" y="435"/>
                  <a:pt x="804" y="247"/>
                </a:cubicBezTo>
                <a:cubicBezTo>
                  <a:pt x="715" y="149"/>
                  <a:pt x="599" y="69"/>
                  <a:pt x="483" y="24"/>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9" name="Google Shape;2869;p24"/>
          <p:cNvSpPr/>
          <p:nvPr/>
        </p:nvSpPr>
        <p:spPr>
          <a:xfrm rot="-10476267">
            <a:off x="7950799" y="869649"/>
            <a:ext cx="72821" cy="217227"/>
          </a:xfrm>
          <a:custGeom>
            <a:avLst/>
            <a:gdLst/>
            <a:ahLst/>
            <a:cxnLst/>
            <a:rect l="l" t="t" r="r" b="b"/>
            <a:pathLst>
              <a:path w="938" h="2798" extrusionOk="0">
                <a:moveTo>
                  <a:pt x="350" y="5"/>
                </a:moveTo>
                <a:cubicBezTo>
                  <a:pt x="325" y="8"/>
                  <a:pt x="301" y="13"/>
                  <a:pt x="277" y="22"/>
                </a:cubicBezTo>
                <a:cubicBezTo>
                  <a:pt x="299" y="15"/>
                  <a:pt x="324" y="9"/>
                  <a:pt x="350" y="5"/>
                </a:cubicBezTo>
                <a:close/>
                <a:moveTo>
                  <a:pt x="413" y="1"/>
                </a:moveTo>
                <a:cubicBezTo>
                  <a:pt x="392" y="1"/>
                  <a:pt x="370" y="2"/>
                  <a:pt x="350" y="5"/>
                </a:cubicBezTo>
                <a:lnTo>
                  <a:pt x="350" y="5"/>
                </a:lnTo>
                <a:cubicBezTo>
                  <a:pt x="362" y="4"/>
                  <a:pt x="373" y="3"/>
                  <a:pt x="385" y="3"/>
                </a:cubicBezTo>
                <a:cubicBezTo>
                  <a:pt x="477" y="3"/>
                  <a:pt x="567" y="43"/>
                  <a:pt x="625" y="120"/>
                </a:cubicBezTo>
                <a:cubicBezTo>
                  <a:pt x="656" y="159"/>
                  <a:pt x="685" y="200"/>
                  <a:pt x="711" y="244"/>
                </a:cubicBezTo>
                <a:lnTo>
                  <a:pt x="711" y="244"/>
                </a:lnTo>
                <a:cubicBezTo>
                  <a:pt x="686" y="196"/>
                  <a:pt x="658" y="151"/>
                  <a:pt x="625" y="111"/>
                </a:cubicBezTo>
                <a:cubicBezTo>
                  <a:pt x="580" y="66"/>
                  <a:pt x="527" y="22"/>
                  <a:pt x="464" y="4"/>
                </a:cubicBezTo>
                <a:cubicBezTo>
                  <a:pt x="447" y="2"/>
                  <a:pt x="430" y="1"/>
                  <a:pt x="413" y="1"/>
                </a:cubicBezTo>
                <a:close/>
                <a:moveTo>
                  <a:pt x="276" y="22"/>
                </a:moveTo>
                <a:cubicBezTo>
                  <a:pt x="152" y="67"/>
                  <a:pt x="63" y="165"/>
                  <a:pt x="36" y="290"/>
                </a:cubicBezTo>
                <a:cubicBezTo>
                  <a:pt x="71" y="165"/>
                  <a:pt x="152" y="67"/>
                  <a:pt x="276" y="22"/>
                </a:cubicBezTo>
                <a:close/>
                <a:moveTo>
                  <a:pt x="711" y="244"/>
                </a:moveTo>
                <a:cubicBezTo>
                  <a:pt x="746" y="312"/>
                  <a:pt x="773" y="386"/>
                  <a:pt x="794" y="459"/>
                </a:cubicBezTo>
                <a:cubicBezTo>
                  <a:pt x="857" y="709"/>
                  <a:pt x="893" y="968"/>
                  <a:pt x="902" y="1227"/>
                </a:cubicBezTo>
                <a:cubicBezTo>
                  <a:pt x="902" y="1486"/>
                  <a:pt x="893" y="1744"/>
                  <a:pt x="875" y="2003"/>
                </a:cubicBezTo>
                <a:cubicBezTo>
                  <a:pt x="857" y="2128"/>
                  <a:pt x="848" y="2262"/>
                  <a:pt x="821" y="2387"/>
                </a:cubicBezTo>
                <a:cubicBezTo>
                  <a:pt x="806" y="2494"/>
                  <a:pt x="777" y="2602"/>
                  <a:pt x="741" y="2703"/>
                </a:cubicBezTo>
                <a:lnTo>
                  <a:pt x="741" y="2703"/>
                </a:lnTo>
                <a:cubicBezTo>
                  <a:pt x="637" y="2503"/>
                  <a:pt x="546" y="2290"/>
                  <a:pt x="455" y="2084"/>
                </a:cubicBezTo>
                <a:cubicBezTo>
                  <a:pt x="348" y="1851"/>
                  <a:pt x="259" y="1619"/>
                  <a:pt x="179" y="1387"/>
                </a:cubicBezTo>
                <a:cubicBezTo>
                  <a:pt x="98" y="1155"/>
                  <a:pt x="45" y="905"/>
                  <a:pt x="18" y="664"/>
                </a:cubicBezTo>
                <a:cubicBezTo>
                  <a:pt x="0" y="541"/>
                  <a:pt x="9" y="418"/>
                  <a:pt x="35" y="294"/>
                </a:cubicBezTo>
                <a:lnTo>
                  <a:pt x="35" y="294"/>
                </a:lnTo>
                <a:cubicBezTo>
                  <a:pt x="9" y="418"/>
                  <a:pt x="0" y="541"/>
                  <a:pt x="9" y="664"/>
                </a:cubicBezTo>
                <a:cubicBezTo>
                  <a:pt x="36" y="914"/>
                  <a:pt x="89" y="1155"/>
                  <a:pt x="161" y="1396"/>
                </a:cubicBezTo>
                <a:cubicBezTo>
                  <a:pt x="312" y="1869"/>
                  <a:pt x="491" y="2333"/>
                  <a:pt x="723" y="2780"/>
                </a:cubicBezTo>
                <a:cubicBezTo>
                  <a:pt x="723" y="2789"/>
                  <a:pt x="732" y="2789"/>
                  <a:pt x="732" y="2798"/>
                </a:cubicBezTo>
                <a:cubicBezTo>
                  <a:pt x="750" y="2798"/>
                  <a:pt x="759" y="2798"/>
                  <a:pt x="768" y="2780"/>
                </a:cubicBezTo>
                <a:cubicBezTo>
                  <a:pt x="812" y="2664"/>
                  <a:pt x="848" y="2530"/>
                  <a:pt x="866" y="2405"/>
                </a:cubicBezTo>
                <a:cubicBezTo>
                  <a:pt x="893" y="2271"/>
                  <a:pt x="902" y="2146"/>
                  <a:pt x="919" y="2012"/>
                </a:cubicBezTo>
                <a:cubicBezTo>
                  <a:pt x="937" y="1753"/>
                  <a:pt x="937" y="1494"/>
                  <a:pt x="928" y="1236"/>
                </a:cubicBezTo>
                <a:cubicBezTo>
                  <a:pt x="910" y="968"/>
                  <a:pt x="875" y="709"/>
                  <a:pt x="803" y="459"/>
                </a:cubicBezTo>
                <a:cubicBezTo>
                  <a:pt x="782" y="383"/>
                  <a:pt x="750" y="311"/>
                  <a:pt x="711" y="244"/>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0" name="Google Shape;2870;p24"/>
          <p:cNvSpPr/>
          <p:nvPr/>
        </p:nvSpPr>
        <p:spPr>
          <a:xfrm rot="-10476267">
            <a:off x="7971007" y="857753"/>
            <a:ext cx="218307" cy="71037"/>
          </a:xfrm>
          <a:custGeom>
            <a:avLst/>
            <a:gdLst/>
            <a:ahLst/>
            <a:cxnLst/>
            <a:rect l="l" t="t" r="r" b="b"/>
            <a:pathLst>
              <a:path w="2812" h="915" extrusionOk="0">
                <a:moveTo>
                  <a:pt x="573" y="0"/>
                </a:moveTo>
                <a:cubicBezTo>
                  <a:pt x="459" y="0"/>
                  <a:pt x="350" y="26"/>
                  <a:pt x="241" y="64"/>
                </a:cubicBezTo>
                <a:cubicBezTo>
                  <a:pt x="116" y="118"/>
                  <a:pt x="27" y="243"/>
                  <a:pt x="9" y="377"/>
                </a:cubicBezTo>
                <a:cubicBezTo>
                  <a:pt x="0" y="448"/>
                  <a:pt x="18" y="520"/>
                  <a:pt x="45" y="582"/>
                </a:cubicBezTo>
                <a:cubicBezTo>
                  <a:pt x="80" y="636"/>
                  <a:pt x="134" y="680"/>
                  <a:pt x="188" y="716"/>
                </a:cubicBezTo>
                <a:cubicBezTo>
                  <a:pt x="304" y="787"/>
                  <a:pt x="429" y="832"/>
                  <a:pt x="553" y="859"/>
                </a:cubicBezTo>
                <a:cubicBezTo>
                  <a:pt x="762" y="896"/>
                  <a:pt x="976" y="915"/>
                  <a:pt x="1192" y="915"/>
                </a:cubicBezTo>
                <a:cubicBezTo>
                  <a:pt x="1235" y="915"/>
                  <a:pt x="1278" y="914"/>
                  <a:pt x="1321" y="912"/>
                </a:cubicBezTo>
                <a:cubicBezTo>
                  <a:pt x="1571" y="903"/>
                  <a:pt x="1830" y="886"/>
                  <a:pt x="2080" y="850"/>
                </a:cubicBezTo>
                <a:cubicBezTo>
                  <a:pt x="2330" y="814"/>
                  <a:pt x="2579" y="752"/>
                  <a:pt x="2812" y="645"/>
                </a:cubicBezTo>
                <a:lnTo>
                  <a:pt x="2812" y="645"/>
                </a:lnTo>
                <a:cubicBezTo>
                  <a:pt x="2579" y="734"/>
                  <a:pt x="2330" y="796"/>
                  <a:pt x="2080" y="814"/>
                </a:cubicBezTo>
                <a:cubicBezTo>
                  <a:pt x="1821" y="850"/>
                  <a:pt x="1571" y="868"/>
                  <a:pt x="1321" y="868"/>
                </a:cubicBezTo>
                <a:cubicBezTo>
                  <a:pt x="1062" y="868"/>
                  <a:pt x="812" y="850"/>
                  <a:pt x="562" y="805"/>
                </a:cubicBezTo>
                <a:cubicBezTo>
                  <a:pt x="437" y="778"/>
                  <a:pt x="321" y="734"/>
                  <a:pt x="214" y="671"/>
                </a:cubicBezTo>
                <a:cubicBezTo>
                  <a:pt x="107" y="618"/>
                  <a:pt x="45" y="502"/>
                  <a:pt x="63" y="377"/>
                </a:cubicBezTo>
                <a:cubicBezTo>
                  <a:pt x="72" y="261"/>
                  <a:pt x="152" y="154"/>
                  <a:pt x="259" y="109"/>
                </a:cubicBezTo>
                <a:cubicBezTo>
                  <a:pt x="356" y="64"/>
                  <a:pt x="460" y="44"/>
                  <a:pt x="564" y="44"/>
                </a:cubicBezTo>
                <a:cubicBezTo>
                  <a:pt x="584" y="44"/>
                  <a:pt x="605" y="45"/>
                  <a:pt x="625" y="47"/>
                </a:cubicBezTo>
                <a:cubicBezTo>
                  <a:pt x="875" y="47"/>
                  <a:pt x="1125" y="91"/>
                  <a:pt x="1375" y="154"/>
                </a:cubicBezTo>
                <a:cubicBezTo>
                  <a:pt x="1616" y="216"/>
                  <a:pt x="1857" y="297"/>
                  <a:pt x="2098" y="377"/>
                </a:cubicBezTo>
                <a:cubicBezTo>
                  <a:pt x="2338" y="457"/>
                  <a:pt x="2579" y="546"/>
                  <a:pt x="2812" y="645"/>
                </a:cubicBezTo>
                <a:cubicBezTo>
                  <a:pt x="2356" y="430"/>
                  <a:pt x="1874" y="252"/>
                  <a:pt x="1384" y="118"/>
                </a:cubicBezTo>
                <a:cubicBezTo>
                  <a:pt x="1134" y="47"/>
                  <a:pt x="884" y="11"/>
                  <a:pt x="625" y="2"/>
                </a:cubicBezTo>
                <a:cubicBezTo>
                  <a:pt x="608" y="1"/>
                  <a:pt x="590" y="0"/>
                  <a:pt x="57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1" name="Google Shape;2871;p24"/>
          <p:cNvSpPr/>
          <p:nvPr/>
        </p:nvSpPr>
        <p:spPr>
          <a:xfrm rot="-10476267">
            <a:off x="7877040" y="789042"/>
            <a:ext cx="75615" cy="216528"/>
          </a:xfrm>
          <a:custGeom>
            <a:avLst/>
            <a:gdLst/>
            <a:ahLst/>
            <a:cxnLst/>
            <a:rect l="l" t="t" r="r" b="b"/>
            <a:pathLst>
              <a:path w="974" h="2789" extrusionOk="0">
                <a:moveTo>
                  <a:pt x="411" y="1"/>
                </a:moveTo>
                <a:cubicBezTo>
                  <a:pt x="393" y="1"/>
                  <a:pt x="375" y="2"/>
                  <a:pt x="358" y="4"/>
                </a:cubicBezTo>
                <a:cubicBezTo>
                  <a:pt x="224" y="31"/>
                  <a:pt x="108" y="120"/>
                  <a:pt x="63" y="254"/>
                </a:cubicBezTo>
                <a:cubicBezTo>
                  <a:pt x="18" y="379"/>
                  <a:pt x="1" y="504"/>
                  <a:pt x="18" y="638"/>
                </a:cubicBezTo>
                <a:cubicBezTo>
                  <a:pt x="36" y="896"/>
                  <a:pt x="90" y="1146"/>
                  <a:pt x="170" y="1387"/>
                </a:cubicBezTo>
                <a:cubicBezTo>
                  <a:pt x="331" y="1869"/>
                  <a:pt x="536" y="2342"/>
                  <a:pt x="777" y="2789"/>
                </a:cubicBezTo>
                <a:cubicBezTo>
                  <a:pt x="661" y="2565"/>
                  <a:pt x="563" y="2333"/>
                  <a:pt x="465" y="2101"/>
                </a:cubicBezTo>
                <a:cubicBezTo>
                  <a:pt x="375" y="1860"/>
                  <a:pt x="286" y="1628"/>
                  <a:pt x="215" y="1378"/>
                </a:cubicBezTo>
                <a:cubicBezTo>
                  <a:pt x="134" y="1137"/>
                  <a:pt x="81" y="896"/>
                  <a:pt x="63" y="638"/>
                </a:cubicBezTo>
                <a:cubicBezTo>
                  <a:pt x="54" y="522"/>
                  <a:pt x="72" y="397"/>
                  <a:pt x="108" y="281"/>
                </a:cubicBezTo>
                <a:cubicBezTo>
                  <a:pt x="152" y="165"/>
                  <a:pt x="251" y="84"/>
                  <a:pt x="367" y="58"/>
                </a:cubicBezTo>
                <a:cubicBezTo>
                  <a:pt x="382" y="55"/>
                  <a:pt x="398" y="54"/>
                  <a:pt x="414" y="54"/>
                </a:cubicBezTo>
                <a:cubicBezTo>
                  <a:pt x="520" y="54"/>
                  <a:pt x="615" y="107"/>
                  <a:pt x="670" y="200"/>
                </a:cubicBezTo>
                <a:cubicBezTo>
                  <a:pt x="741" y="307"/>
                  <a:pt x="786" y="415"/>
                  <a:pt x="822" y="539"/>
                </a:cubicBezTo>
                <a:cubicBezTo>
                  <a:pt x="875" y="780"/>
                  <a:pt x="911" y="1030"/>
                  <a:pt x="920" y="1289"/>
                </a:cubicBezTo>
                <a:cubicBezTo>
                  <a:pt x="938" y="1539"/>
                  <a:pt x="929" y="1789"/>
                  <a:pt x="911" y="2048"/>
                </a:cubicBezTo>
                <a:cubicBezTo>
                  <a:pt x="902" y="2298"/>
                  <a:pt x="857" y="2548"/>
                  <a:pt x="777" y="2789"/>
                </a:cubicBezTo>
                <a:cubicBezTo>
                  <a:pt x="866" y="2557"/>
                  <a:pt x="920" y="2307"/>
                  <a:pt x="938" y="2048"/>
                </a:cubicBezTo>
                <a:cubicBezTo>
                  <a:pt x="965" y="1798"/>
                  <a:pt x="973" y="1539"/>
                  <a:pt x="965" y="1280"/>
                </a:cubicBezTo>
                <a:cubicBezTo>
                  <a:pt x="956" y="1030"/>
                  <a:pt x="929" y="772"/>
                  <a:pt x="866" y="522"/>
                </a:cubicBezTo>
                <a:cubicBezTo>
                  <a:pt x="831" y="397"/>
                  <a:pt x="786" y="281"/>
                  <a:pt x="715" y="165"/>
                </a:cubicBezTo>
                <a:cubicBezTo>
                  <a:pt x="670" y="111"/>
                  <a:pt x="625" y="66"/>
                  <a:pt x="563" y="31"/>
                </a:cubicBezTo>
                <a:cubicBezTo>
                  <a:pt x="516" y="11"/>
                  <a:pt x="464" y="1"/>
                  <a:pt x="41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2" name="Google Shape;2872;p24"/>
          <p:cNvSpPr/>
          <p:nvPr/>
        </p:nvSpPr>
        <p:spPr>
          <a:xfrm rot="-10476267">
            <a:off x="7897450" y="774340"/>
            <a:ext cx="219005" cy="71581"/>
          </a:xfrm>
          <a:custGeom>
            <a:avLst/>
            <a:gdLst/>
            <a:ahLst/>
            <a:cxnLst/>
            <a:rect l="l" t="t" r="r" b="b"/>
            <a:pathLst>
              <a:path w="2821" h="922" extrusionOk="0">
                <a:moveTo>
                  <a:pt x="625" y="1"/>
                </a:moveTo>
                <a:cubicBezTo>
                  <a:pt x="500" y="1"/>
                  <a:pt x="366" y="19"/>
                  <a:pt x="241" y="72"/>
                </a:cubicBezTo>
                <a:cubicBezTo>
                  <a:pt x="116" y="126"/>
                  <a:pt x="27" y="242"/>
                  <a:pt x="9" y="385"/>
                </a:cubicBezTo>
                <a:cubicBezTo>
                  <a:pt x="0" y="447"/>
                  <a:pt x="18" y="518"/>
                  <a:pt x="54" y="581"/>
                </a:cubicBezTo>
                <a:cubicBezTo>
                  <a:pt x="90" y="643"/>
                  <a:pt x="134" y="688"/>
                  <a:pt x="197" y="724"/>
                </a:cubicBezTo>
                <a:cubicBezTo>
                  <a:pt x="304" y="786"/>
                  <a:pt x="429" y="831"/>
                  <a:pt x="554" y="858"/>
                </a:cubicBezTo>
                <a:cubicBezTo>
                  <a:pt x="779" y="896"/>
                  <a:pt x="998" y="922"/>
                  <a:pt x="1221" y="922"/>
                </a:cubicBezTo>
                <a:cubicBezTo>
                  <a:pt x="1255" y="922"/>
                  <a:pt x="1288" y="921"/>
                  <a:pt x="1321" y="920"/>
                </a:cubicBezTo>
                <a:cubicBezTo>
                  <a:pt x="1580" y="911"/>
                  <a:pt x="1830" y="893"/>
                  <a:pt x="2080" y="849"/>
                </a:cubicBezTo>
                <a:cubicBezTo>
                  <a:pt x="2339" y="822"/>
                  <a:pt x="2580" y="751"/>
                  <a:pt x="2821" y="652"/>
                </a:cubicBezTo>
                <a:lnTo>
                  <a:pt x="2821" y="652"/>
                </a:lnTo>
                <a:cubicBezTo>
                  <a:pt x="2580" y="742"/>
                  <a:pt x="2330" y="795"/>
                  <a:pt x="2080" y="822"/>
                </a:cubicBezTo>
                <a:cubicBezTo>
                  <a:pt x="1830" y="849"/>
                  <a:pt x="1571" y="867"/>
                  <a:pt x="1321" y="867"/>
                </a:cubicBezTo>
                <a:cubicBezTo>
                  <a:pt x="1289" y="868"/>
                  <a:pt x="1257" y="868"/>
                  <a:pt x="1224" y="868"/>
                </a:cubicBezTo>
                <a:cubicBezTo>
                  <a:pt x="1005" y="868"/>
                  <a:pt x="781" y="843"/>
                  <a:pt x="572" y="804"/>
                </a:cubicBezTo>
                <a:cubicBezTo>
                  <a:pt x="447" y="777"/>
                  <a:pt x="331" y="733"/>
                  <a:pt x="224" y="670"/>
                </a:cubicBezTo>
                <a:cubicBezTo>
                  <a:pt x="116" y="617"/>
                  <a:pt x="54" y="501"/>
                  <a:pt x="63" y="385"/>
                </a:cubicBezTo>
                <a:cubicBezTo>
                  <a:pt x="81" y="260"/>
                  <a:pt x="152" y="153"/>
                  <a:pt x="268" y="108"/>
                </a:cubicBezTo>
                <a:cubicBezTo>
                  <a:pt x="369" y="69"/>
                  <a:pt x="470" y="44"/>
                  <a:pt x="577" y="44"/>
                </a:cubicBezTo>
                <a:cubicBezTo>
                  <a:pt x="593" y="44"/>
                  <a:pt x="609" y="44"/>
                  <a:pt x="625" y="45"/>
                </a:cubicBezTo>
                <a:cubicBezTo>
                  <a:pt x="884" y="54"/>
                  <a:pt x="1134" y="90"/>
                  <a:pt x="1375" y="161"/>
                </a:cubicBezTo>
                <a:cubicBezTo>
                  <a:pt x="1625" y="224"/>
                  <a:pt x="1866" y="295"/>
                  <a:pt x="2107" y="385"/>
                </a:cubicBezTo>
                <a:cubicBezTo>
                  <a:pt x="2348" y="465"/>
                  <a:pt x="2580" y="554"/>
                  <a:pt x="2821" y="652"/>
                </a:cubicBezTo>
                <a:cubicBezTo>
                  <a:pt x="2357" y="438"/>
                  <a:pt x="1875" y="260"/>
                  <a:pt x="1384" y="126"/>
                </a:cubicBezTo>
                <a:cubicBezTo>
                  <a:pt x="1143" y="54"/>
                  <a:pt x="884" y="10"/>
                  <a:pt x="62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3" name="Google Shape;2873;p24"/>
          <p:cNvSpPr/>
          <p:nvPr/>
        </p:nvSpPr>
        <p:spPr>
          <a:xfrm rot="-10476267">
            <a:off x="7794261" y="710070"/>
            <a:ext cx="86640" cy="212413"/>
          </a:xfrm>
          <a:custGeom>
            <a:avLst/>
            <a:gdLst/>
            <a:ahLst/>
            <a:cxnLst/>
            <a:rect l="l" t="t" r="r" b="b"/>
            <a:pathLst>
              <a:path w="1116" h="2736" extrusionOk="0">
                <a:moveTo>
                  <a:pt x="402" y="0"/>
                </a:moveTo>
                <a:cubicBezTo>
                  <a:pt x="368" y="0"/>
                  <a:pt x="335" y="5"/>
                  <a:pt x="304" y="14"/>
                </a:cubicBezTo>
                <a:cubicBezTo>
                  <a:pt x="170" y="58"/>
                  <a:pt x="63" y="165"/>
                  <a:pt x="36" y="299"/>
                </a:cubicBezTo>
                <a:cubicBezTo>
                  <a:pt x="0" y="424"/>
                  <a:pt x="0" y="558"/>
                  <a:pt x="36" y="683"/>
                </a:cubicBezTo>
                <a:cubicBezTo>
                  <a:pt x="80" y="942"/>
                  <a:pt x="161" y="1183"/>
                  <a:pt x="277" y="1415"/>
                </a:cubicBezTo>
                <a:cubicBezTo>
                  <a:pt x="482" y="1879"/>
                  <a:pt x="741" y="2316"/>
                  <a:pt x="1026" y="2736"/>
                </a:cubicBezTo>
                <a:cubicBezTo>
                  <a:pt x="893" y="2522"/>
                  <a:pt x="768" y="2299"/>
                  <a:pt x="652" y="2075"/>
                </a:cubicBezTo>
                <a:cubicBezTo>
                  <a:pt x="527" y="1852"/>
                  <a:pt x="411" y="1629"/>
                  <a:pt x="312" y="1388"/>
                </a:cubicBezTo>
                <a:cubicBezTo>
                  <a:pt x="205" y="1165"/>
                  <a:pt x="134" y="924"/>
                  <a:pt x="80" y="674"/>
                </a:cubicBezTo>
                <a:cubicBezTo>
                  <a:pt x="54" y="549"/>
                  <a:pt x="54" y="424"/>
                  <a:pt x="80" y="308"/>
                </a:cubicBezTo>
                <a:cubicBezTo>
                  <a:pt x="107" y="183"/>
                  <a:pt x="196" y="94"/>
                  <a:pt x="321" y="58"/>
                </a:cubicBezTo>
                <a:cubicBezTo>
                  <a:pt x="344" y="53"/>
                  <a:pt x="366" y="51"/>
                  <a:pt x="389" y="51"/>
                </a:cubicBezTo>
                <a:cubicBezTo>
                  <a:pt x="483" y="51"/>
                  <a:pt x="576" y="95"/>
                  <a:pt x="634" y="174"/>
                </a:cubicBezTo>
                <a:cubicBezTo>
                  <a:pt x="714" y="273"/>
                  <a:pt x="777" y="380"/>
                  <a:pt x="821" y="496"/>
                </a:cubicBezTo>
                <a:cubicBezTo>
                  <a:pt x="901" y="728"/>
                  <a:pt x="973" y="978"/>
                  <a:pt x="1009" y="1228"/>
                </a:cubicBezTo>
                <a:cubicBezTo>
                  <a:pt x="1044" y="1477"/>
                  <a:pt x="1071" y="1727"/>
                  <a:pt x="1080" y="1986"/>
                </a:cubicBezTo>
                <a:cubicBezTo>
                  <a:pt x="1098" y="2236"/>
                  <a:pt x="1080" y="2486"/>
                  <a:pt x="1026" y="2736"/>
                </a:cubicBezTo>
                <a:cubicBezTo>
                  <a:pt x="1089" y="2486"/>
                  <a:pt x="1116" y="2227"/>
                  <a:pt x="1107" y="1968"/>
                </a:cubicBezTo>
                <a:cubicBezTo>
                  <a:pt x="1098" y="1718"/>
                  <a:pt x="1080" y="1460"/>
                  <a:pt x="1044" y="1210"/>
                </a:cubicBezTo>
                <a:cubicBezTo>
                  <a:pt x="1009" y="951"/>
                  <a:pt x="946" y="701"/>
                  <a:pt x="857" y="460"/>
                </a:cubicBezTo>
                <a:cubicBezTo>
                  <a:pt x="812" y="344"/>
                  <a:pt x="750" y="228"/>
                  <a:pt x="669" y="130"/>
                </a:cubicBezTo>
                <a:cubicBezTo>
                  <a:pt x="625" y="76"/>
                  <a:pt x="562" y="41"/>
                  <a:pt x="500" y="14"/>
                </a:cubicBezTo>
                <a:cubicBezTo>
                  <a:pt x="469" y="5"/>
                  <a:pt x="435" y="0"/>
                  <a:pt x="40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4" name="Google Shape;2874;p24"/>
          <p:cNvSpPr/>
          <p:nvPr/>
        </p:nvSpPr>
        <p:spPr>
          <a:xfrm rot="-10476267">
            <a:off x="7807131" y="678929"/>
            <a:ext cx="219005" cy="67932"/>
          </a:xfrm>
          <a:custGeom>
            <a:avLst/>
            <a:gdLst/>
            <a:ahLst/>
            <a:cxnLst/>
            <a:rect l="l" t="t" r="r" b="b"/>
            <a:pathLst>
              <a:path w="2821" h="875" extrusionOk="0">
                <a:moveTo>
                  <a:pt x="824" y="0"/>
                </a:moveTo>
                <a:cubicBezTo>
                  <a:pt x="739" y="0"/>
                  <a:pt x="655" y="3"/>
                  <a:pt x="572" y="9"/>
                </a:cubicBezTo>
                <a:cubicBezTo>
                  <a:pt x="438" y="18"/>
                  <a:pt x="313" y="54"/>
                  <a:pt x="197" y="116"/>
                </a:cubicBezTo>
                <a:cubicBezTo>
                  <a:pt x="72" y="188"/>
                  <a:pt x="1" y="312"/>
                  <a:pt x="1" y="455"/>
                </a:cubicBezTo>
                <a:cubicBezTo>
                  <a:pt x="1" y="527"/>
                  <a:pt x="19" y="589"/>
                  <a:pt x="63" y="652"/>
                </a:cubicBezTo>
                <a:cubicBezTo>
                  <a:pt x="99" y="705"/>
                  <a:pt x="152" y="741"/>
                  <a:pt x="215" y="777"/>
                </a:cubicBezTo>
                <a:cubicBezTo>
                  <a:pt x="340" y="821"/>
                  <a:pt x="465" y="857"/>
                  <a:pt x="599" y="866"/>
                </a:cubicBezTo>
                <a:cubicBezTo>
                  <a:pt x="682" y="872"/>
                  <a:pt x="766" y="875"/>
                  <a:pt x="851" y="875"/>
                </a:cubicBezTo>
                <a:cubicBezTo>
                  <a:pt x="1020" y="875"/>
                  <a:pt x="1191" y="863"/>
                  <a:pt x="1357" y="839"/>
                </a:cubicBezTo>
                <a:cubicBezTo>
                  <a:pt x="1616" y="803"/>
                  <a:pt x="1866" y="750"/>
                  <a:pt x="2107" y="687"/>
                </a:cubicBezTo>
                <a:cubicBezTo>
                  <a:pt x="2357" y="625"/>
                  <a:pt x="2598" y="527"/>
                  <a:pt x="2821" y="402"/>
                </a:cubicBezTo>
                <a:lnTo>
                  <a:pt x="2821" y="402"/>
                </a:lnTo>
                <a:cubicBezTo>
                  <a:pt x="2589" y="527"/>
                  <a:pt x="2357" y="607"/>
                  <a:pt x="2107" y="661"/>
                </a:cubicBezTo>
                <a:cubicBezTo>
                  <a:pt x="1857" y="723"/>
                  <a:pt x="1607" y="768"/>
                  <a:pt x="1357" y="794"/>
                </a:cubicBezTo>
                <a:cubicBezTo>
                  <a:pt x="1191" y="818"/>
                  <a:pt x="1020" y="830"/>
                  <a:pt x="851" y="830"/>
                </a:cubicBezTo>
                <a:cubicBezTo>
                  <a:pt x="766" y="830"/>
                  <a:pt x="682" y="827"/>
                  <a:pt x="599" y="821"/>
                </a:cubicBezTo>
                <a:cubicBezTo>
                  <a:pt x="474" y="812"/>
                  <a:pt x="358" y="777"/>
                  <a:pt x="242" y="732"/>
                </a:cubicBezTo>
                <a:cubicBezTo>
                  <a:pt x="126" y="687"/>
                  <a:pt x="54" y="571"/>
                  <a:pt x="54" y="455"/>
                </a:cubicBezTo>
                <a:cubicBezTo>
                  <a:pt x="54" y="330"/>
                  <a:pt x="117" y="223"/>
                  <a:pt x="224" y="161"/>
                </a:cubicBezTo>
                <a:cubicBezTo>
                  <a:pt x="331" y="98"/>
                  <a:pt x="447" y="63"/>
                  <a:pt x="572" y="54"/>
                </a:cubicBezTo>
                <a:cubicBezTo>
                  <a:pt x="655" y="48"/>
                  <a:pt x="739" y="45"/>
                  <a:pt x="824" y="45"/>
                </a:cubicBezTo>
                <a:cubicBezTo>
                  <a:pt x="993" y="45"/>
                  <a:pt x="1164" y="57"/>
                  <a:pt x="1331" y="80"/>
                </a:cubicBezTo>
                <a:cubicBezTo>
                  <a:pt x="1580" y="116"/>
                  <a:pt x="1830" y="161"/>
                  <a:pt x="2080" y="214"/>
                </a:cubicBezTo>
                <a:cubicBezTo>
                  <a:pt x="2330" y="268"/>
                  <a:pt x="2571" y="330"/>
                  <a:pt x="2821" y="402"/>
                </a:cubicBezTo>
                <a:cubicBezTo>
                  <a:pt x="2339" y="241"/>
                  <a:pt x="1839" y="116"/>
                  <a:pt x="1339" y="36"/>
                </a:cubicBezTo>
                <a:cubicBezTo>
                  <a:pt x="1167" y="12"/>
                  <a:pt x="994" y="0"/>
                  <a:pt x="82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5" name="Google Shape;2875;p24"/>
          <p:cNvSpPr/>
          <p:nvPr/>
        </p:nvSpPr>
        <p:spPr>
          <a:xfrm rot="-10476267">
            <a:off x="7702964" y="640828"/>
            <a:ext cx="101235" cy="205892"/>
          </a:xfrm>
          <a:custGeom>
            <a:avLst/>
            <a:gdLst/>
            <a:ahLst/>
            <a:cxnLst/>
            <a:rect l="l" t="t" r="r" b="b"/>
            <a:pathLst>
              <a:path w="1304" h="2652" extrusionOk="0">
                <a:moveTo>
                  <a:pt x="380" y="0"/>
                </a:moveTo>
                <a:cubicBezTo>
                  <a:pt x="334" y="0"/>
                  <a:pt x="290" y="10"/>
                  <a:pt x="250" y="27"/>
                </a:cubicBezTo>
                <a:cubicBezTo>
                  <a:pt x="125" y="81"/>
                  <a:pt x="36" y="197"/>
                  <a:pt x="18" y="340"/>
                </a:cubicBezTo>
                <a:cubicBezTo>
                  <a:pt x="0" y="465"/>
                  <a:pt x="18" y="599"/>
                  <a:pt x="54" y="723"/>
                </a:cubicBezTo>
                <a:cubicBezTo>
                  <a:pt x="134" y="964"/>
                  <a:pt x="241" y="1205"/>
                  <a:pt x="375" y="1420"/>
                </a:cubicBezTo>
                <a:cubicBezTo>
                  <a:pt x="634" y="1857"/>
                  <a:pt x="937" y="2267"/>
                  <a:pt x="1267" y="2651"/>
                </a:cubicBezTo>
                <a:cubicBezTo>
                  <a:pt x="1107" y="2455"/>
                  <a:pt x="955" y="2250"/>
                  <a:pt x="812" y="2044"/>
                </a:cubicBezTo>
                <a:cubicBezTo>
                  <a:pt x="669" y="1830"/>
                  <a:pt x="527" y="1625"/>
                  <a:pt x="402" y="1402"/>
                </a:cubicBezTo>
                <a:cubicBezTo>
                  <a:pt x="277" y="1179"/>
                  <a:pt x="170" y="956"/>
                  <a:pt x="98" y="706"/>
                </a:cubicBezTo>
                <a:cubicBezTo>
                  <a:pt x="54" y="590"/>
                  <a:pt x="45" y="465"/>
                  <a:pt x="54" y="349"/>
                </a:cubicBezTo>
                <a:cubicBezTo>
                  <a:pt x="71" y="224"/>
                  <a:pt x="152" y="125"/>
                  <a:pt x="268" y="72"/>
                </a:cubicBezTo>
                <a:cubicBezTo>
                  <a:pt x="299" y="59"/>
                  <a:pt x="333" y="53"/>
                  <a:pt x="366" y="53"/>
                </a:cubicBezTo>
                <a:cubicBezTo>
                  <a:pt x="449" y="53"/>
                  <a:pt x="532" y="89"/>
                  <a:pt x="589" y="152"/>
                </a:cubicBezTo>
                <a:cubicBezTo>
                  <a:pt x="678" y="233"/>
                  <a:pt x="759" y="331"/>
                  <a:pt x="812" y="447"/>
                </a:cubicBezTo>
                <a:cubicBezTo>
                  <a:pt x="928" y="670"/>
                  <a:pt x="1018" y="911"/>
                  <a:pt x="1080" y="1152"/>
                </a:cubicBezTo>
                <a:cubicBezTo>
                  <a:pt x="1142" y="1402"/>
                  <a:pt x="1196" y="1643"/>
                  <a:pt x="1232" y="1902"/>
                </a:cubicBezTo>
                <a:cubicBezTo>
                  <a:pt x="1285" y="2143"/>
                  <a:pt x="1294" y="2401"/>
                  <a:pt x="1267" y="2651"/>
                </a:cubicBezTo>
                <a:cubicBezTo>
                  <a:pt x="1303" y="2401"/>
                  <a:pt x="1303" y="2143"/>
                  <a:pt x="1267" y="1893"/>
                </a:cubicBezTo>
                <a:cubicBezTo>
                  <a:pt x="1232" y="1643"/>
                  <a:pt x="1187" y="1393"/>
                  <a:pt x="1125" y="1143"/>
                </a:cubicBezTo>
                <a:cubicBezTo>
                  <a:pt x="1062" y="893"/>
                  <a:pt x="973" y="652"/>
                  <a:pt x="857" y="420"/>
                </a:cubicBezTo>
                <a:cubicBezTo>
                  <a:pt x="803" y="304"/>
                  <a:pt x="723" y="197"/>
                  <a:pt x="625" y="108"/>
                </a:cubicBezTo>
                <a:cubicBezTo>
                  <a:pt x="580" y="63"/>
                  <a:pt x="518" y="27"/>
                  <a:pt x="455" y="9"/>
                </a:cubicBezTo>
                <a:cubicBezTo>
                  <a:pt x="430" y="3"/>
                  <a:pt x="405" y="0"/>
                  <a:pt x="38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6" name="Google Shape;2876;p24"/>
          <p:cNvSpPr/>
          <p:nvPr/>
        </p:nvSpPr>
        <p:spPr>
          <a:xfrm rot="-10476267">
            <a:off x="7710900" y="591827"/>
            <a:ext cx="218307" cy="68786"/>
          </a:xfrm>
          <a:custGeom>
            <a:avLst/>
            <a:gdLst/>
            <a:ahLst/>
            <a:cxnLst/>
            <a:rect l="l" t="t" r="r" b="b"/>
            <a:pathLst>
              <a:path w="2812" h="886" extrusionOk="0">
                <a:moveTo>
                  <a:pt x="9" y="493"/>
                </a:moveTo>
                <a:cubicBezTo>
                  <a:pt x="0" y="555"/>
                  <a:pt x="18" y="618"/>
                  <a:pt x="54" y="680"/>
                </a:cubicBezTo>
                <a:cubicBezTo>
                  <a:pt x="18" y="618"/>
                  <a:pt x="9" y="555"/>
                  <a:pt x="9" y="493"/>
                </a:cubicBezTo>
                <a:close/>
                <a:moveTo>
                  <a:pt x="1202" y="0"/>
                </a:moveTo>
                <a:cubicBezTo>
                  <a:pt x="979" y="0"/>
                  <a:pt x="763" y="24"/>
                  <a:pt x="554" y="55"/>
                </a:cubicBezTo>
                <a:cubicBezTo>
                  <a:pt x="429" y="82"/>
                  <a:pt x="313" y="127"/>
                  <a:pt x="206" y="189"/>
                </a:cubicBezTo>
                <a:lnTo>
                  <a:pt x="206" y="189"/>
                </a:lnTo>
                <a:cubicBezTo>
                  <a:pt x="313" y="127"/>
                  <a:pt x="429" y="82"/>
                  <a:pt x="554" y="64"/>
                </a:cubicBezTo>
                <a:cubicBezTo>
                  <a:pt x="737" y="38"/>
                  <a:pt x="920" y="22"/>
                  <a:pt x="1099" y="22"/>
                </a:cubicBezTo>
                <a:cubicBezTo>
                  <a:pt x="1165" y="22"/>
                  <a:pt x="1230" y="24"/>
                  <a:pt x="1294" y="29"/>
                </a:cubicBezTo>
                <a:cubicBezTo>
                  <a:pt x="1544" y="37"/>
                  <a:pt x="1794" y="64"/>
                  <a:pt x="2044" y="100"/>
                </a:cubicBezTo>
                <a:cubicBezTo>
                  <a:pt x="2267" y="125"/>
                  <a:pt x="2496" y="165"/>
                  <a:pt x="2720" y="206"/>
                </a:cubicBezTo>
                <a:lnTo>
                  <a:pt x="2720" y="206"/>
                </a:lnTo>
                <a:cubicBezTo>
                  <a:pt x="2628" y="270"/>
                  <a:pt x="2536" y="322"/>
                  <a:pt x="2437" y="368"/>
                </a:cubicBezTo>
                <a:cubicBezTo>
                  <a:pt x="2321" y="430"/>
                  <a:pt x="2205" y="475"/>
                  <a:pt x="2080" y="519"/>
                </a:cubicBezTo>
                <a:cubicBezTo>
                  <a:pt x="1839" y="618"/>
                  <a:pt x="1598" y="698"/>
                  <a:pt x="1339" y="760"/>
                </a:cubicBezTo>
                <a:cubicBezTo>
                  <a:pt x="1089" y="823"/>
                  <a:pt x="839" y="867"/>
                  <a:pt x="580" y="867"/>
                </a:cubicBezTo>
                <a:cubicBezTo>
                  <a:pt x="563" y="869"/>
                  <a:pt x="546" y="869"/>
                  <a:pt x="529" y="869"/>
                </a:cubicBezTo>
                <a:cubicBezTo>
                  <a:pt x="414" y="869"/>
                  <a:pt x="306" y="844"/>
                  <a:pt x="197" y="805"/>
                </a:cubicBezTo>
                <a:lnTo>
                  <a:pt x="197" y="805"/>
                </a:lnTo>
                <a:cubicBezTo>
                  <a:pt x="313" y="859"/>
                  <a:pt x="447" y="885"/>
                  <a:pt x="580" y="885"/>
                </a:cubicBezTo>
                <a:cubicBezTo>
                  <a:pt x="839" y="885"/>
                  <a:pt x="1098" y="850"/>
                  <a:pt x="1348" y="787"/>
                </a:cubicBezTo>
                <a:cubicBezTo>
                  <a:pt x="1607" y="734"/>
                  <a:pt x="1857" y="662"/>
                  <a:pt x="2098" y="564"/>
                </a:cubicBezTo>
                <a:cubicBezTo>
                  <a:pt x="2223" y="519"/>
                  <a:pt x="2348" y="475"/>
                  <a:pt x="2455" y="412"/>
                </a:cubicBezTo>
                <a:cubicBezTo>
                  <a:pt x="2580" y="368"/>
                  <a:pt x="2696" y="296"/>
                  <a:pt x="2803" y="216"/>
                </a:cubicBezTo>
                <a:cubicBezTo>
                  <a:pt x="2803" y="207"/>
                  <a:pt x="2803" y="207"/>
                  <a:pt x="2812" y="198"/>
                </a:cubicBezTo>
                <a:cubicBezTo>
                  <a:pt x="2812" y="189"/>
                  <a:pt x="2803" y="171"/>
                  <a:pt x="2785" y="171"/>
                </a:cubicBezTo>
                <a:cubicBezTo>
                  <a:pt x="2294" y="73"/>
                  <a:pt x="1794" y="20"/>
                  <a:pt x="1303" y="2"/>
                </a:cubicBezTo>
                <a:cubicBezTo>
                  <a:pt x="1269" y="1"/>
                  <a:pt x="1236" y="0"/>
                  <a:pt x="120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7" name="Google Shape;2877;p24"/>
          <p:cNvSpPr/>
          <p:nvPr/>
        </p:nvSpPr>
        <p:spPr>
          <a:xfrm rot="-10476267">
            <a:off x="7634076" y="618039"/>
            <a:ext cx="463785" cy="368385"/>
          </a:xfrm>
          <a:custGeom>
            <a:avLst/>
            <a:gdLst/>
            <a:ahLst/>
            <a:cxnLst/>
            <a:rect l="l" t="t" r="r" b="b"/>
            <a:pathLst>
              <a:path w="5974" h="4745" extrusionOk="0">
                <a:moveTo>
                  <a:pt x="1250" y="0"/>
                </a:moveTo>
                <a:lnTo>
                  <a:pt x="1250" y="0"/>
                </a:lnTo>
                <a:cubicBezTo>
                  <a:pt x="1232" y="286"/>
                  <a:pt x="1241" y="572"/>
                  <a:pt x="1277" y="857"/>
                </a:cubicBezTo>
                <a:cubicBezTo>
                  <a:pt x="1312" y="1063"/>
                  <a:pt x="1357" y="1277"/>
                  <a:pt x="1402" y="1482"/>
                </a:cubicBezTo>
                <a:cubicBezTo>
                  <a:pt x="1011" y="1074"/>
                  <a:pt x="199" y="195"/>
                  <a:pt x="187" y="195"/>
                </a:cubicBezTo>
                <a:lnTo>
                  <a:pt x="187" y="195"/>
                </a:lnTo>
                <a:cubicBezTo>
                  <a:pt x="187" y="195"/>
                  <a:pt x="187" y="195"/>
                  <a:pt x="188" y="197"/>
                </a:cubicBezTo>
                <a:cubicBezTo>
                  <a:pt x="554" y="697"/>
                  <a:pt x="955" y="1170"/>
                  <a:pt x="1393" y="1607"/>
                </a:cubicBezTo>
                <a:cubicBezTo>
                  <a:pt x="1339" y="1617"/>
                  <a:pt x="1284" y="1621"/>
                  <a:pt x="1227" y="1621"/>
                </a:cubicBezTo>
                <a:cubicBezTo>
                  <a:pt x="1031" y="1621"/>
                  <a:pt x="825" y="1570"/>
                  <a:pt x="652" y="1536"/>
                </a:cubicBezTo>
                <a:cubicBezTo>
                  <a:pt x="496" y="1498"/>
                  <a:pt x="116" y="1449"/>
                  <a:pt x="25" y="1449"/>
                </a:cubicBezTo>
                <a:cubicBezTo>
                  <a:pt x="7" y="1449"/>
                  <a:pt x="0" y="1451"/>
                  <a:pt x="9" y="1455"/>
                </a:cubicBezTo>
                <a:cubicBezTo>
                  <a:pt x="215" y="1536"/>
                  <a:pt x="429" y="1589"/>
                  <a:pt x="643" y="1625"/>
                </a:cubicBezTo>
                <a:cubicBezTo>
                  <a:pt x="819" y="1669"/>
                  <a:pt x="1030" y="1717"/>
                  <a:pt x="1230" y="1717"/>
                </a:cubicBezTo>
                <a:cubicBezTo>
                  <a:pt x="1314" y="1717"/>
                  <a:pt x="1396" y="1709"/>
                  <a:pt x="1473" y="1687"/>
                </a:cubicBezTo>
                <a:cubicBezTo>
                  <a:pt x="1768" y="1991"/>
                  <a:pt x="2080" y="2267"/>
                  <a:pt x="2401" y="2544"/>
                </a:cubicBezTo>
                <a:cubicBezTo>
                  <a:pt x="2169" y="2544"/>
                  <a:pt x="1946" y="2517"/>
                  <a:pt x="1723" y="2455"/>
                </a:cubicBezTo>
                <a:cubicBezTo>
                  <a:pt x="1560" y="2425"/>
                  <a:pt x="1180" y="2377"/>
                  <a:pt x="1093" y="2377"/>
                </a:cubicBezTo>
                <a:cubicBezTo>
                  <a:pt x="1075" y="2377"/>
                  <a:pt x="1070" y="2379"/>
                  <a:pt x="1080" y="2383"/>
                </a:cubicBezTo>
                <a:cubicBezTo>
                  <a:pt x="1286" y="2464"/>
                  <a:pt x="1491" y="2517"/>
                  <a:pt x="1705" y="2553"/>
                </a:cubicBezTo>
                <a:cubicBezTo>
                  <a:pt x="1886" y="2593"/>
                  <a:pt x="2097" y="2643"/>
                  <a:pt x="2300" y="2643"/>
                </a:cubicBezTo>
                <a:cubicBezTo>
                  <a:pt x="2368" y="2643"/>
                  <a:pt x="2435" y="2638"/>
                  <a:pt x="2499" y="2624"/>
                </a:cubicBezTo>
                <a:cubicBezTo>
                  <a:pt x="2874" y="2928"/>
                  <a:pt x="3258" y="3222"/>
                  <a:pt x="3660" y="3499"/>
                </a:cubicBezTo>
                <a:cubicBezTo>
                  <a:pt x="3586" y="3518"/>
                  <a:pt x="3507" y="3526"/>
                  <a:pt x="3427" y="3526"/>
                </a:cubicBezTo>
                <a:cubicBezTo>
                  <a:pt x="3247" y="3526"/>
                  <a:pt x="3059" y="3488"/>
                  <a:pt x="2892" y="3463"/>
                </a:cubicBezTo>
                <a:cubicBezTo>
                  <a:pt x="2739" y="3436"/>
                  <a:pt x="2401" y="3413"/>
                  <a:pt x="2285" y="3413"/>
                </a:cubicBezTo>
                <a:cubicBezTo>
                  <a:pt x="2253" y="3413"/>
                  <a:pt x="2238" y="3415"/>
                  <a:pt x="2249" y="3419"/>
                </a:cubicBezTo>
                <a:cubicBezTo>
                  <a:pt x="2455" y="3490"/>
                  <a:pt x="2669" y="3535"/>
                  <a:pt x="2883" y="3562"/>
                </a:cubicBezTo>
                <a:cubicBezTo>
                  <a:pt x="3046" y="3589"/>
                  <a:pt x="3236" y="3623"/>
                  <a:pt x="3420" y="3623"/>
                </a:cubicBezTo>
                <a:cubicBezTo>
                  <a:pt x="3538" y="3623"/>
                  <a:pt x="3653" y="3609"/>
                  <a:pt x="3758" y="3570"/>
                </a:cubicBezTo>
                <a:lnTo>
                  <a:pt x="3874" y="3651"/>
                </a:lnTo>
                <a:cubicBezTo>
                  <a:pt x="4222" y="3874"/>
                  <a:pt x="4579" y="4097"/>
                  <a:pt x="4945" y="4293"/>
                </a:cubicBezTo>
                <a:cubicBezTo>
                  <a:pt x="4731" y="4356"/>
                  <a:pt x="4499" y="4383"/>
                  <a:pt x="4275" y="4383"/>
                </a:cubicBezTo>
                <a:cubicBezTo>
                  <a:pt x="4079" y="4392"/>
                  <a:pt x="3570" y="4463"/>
                  <a:pt x="3633" y="4472"/>
                </a:cubicBezTo>
                <a:cubicBezTo>
                  <a:pt x="3751" y="4487"/>
                  <a:pt x="3871" y="4493"/>
                  <a:pt x="3992" y="4493"/>
                </a:cubicBezTo>
                <a:cubicBezTo>
                  <a:pt x="4090" y="4493"/>
                  <a:pt x="4188" y="4489"/>
                  <a:pt x="4284" y="4481"/>
                </a:cubicBezTo>
                <a:cubicBezTo>
                  <a:pt x="4525" y="4472"/>
                  <a:pt x="4829" y="4463"/>
                  <a:pt x="5061" y="4356"/>
                </a:cubicBezTo>
                <a:cubicBezTo>
                  <a:pt x="5329" y="4499"/>
                  <a:pt x="5605" y="4624"/>
                  <a:pt x="5882" y="4740"/>
                </a:cubicBezTo>
                <a:cubicBezTo>
                  <a:pt x="5890" y="4743"/>
                  <a:pt x="5898" y="4745"/>
                  <a:pt x="5905" y="4745"/>
                </a:cubicBezTo>
                <a:cubicBezTo>
                  <a:pt x="5952" y="4745"/>
                  <a:pt x="5973" y="4674"/>
                  <a:pt x="5927" y="4650"/>
                </a:cubicBezTo>
                <a:cubicBezTo>
                  <a:pt x="5668" y="4543"/>
                  <a:pt x="5409" y="4427"/>
                  <a:pt x="5159" y="4293"/>
                </a:cubicBezTo>
                <a:cubicBezTo>
                  <a:pt x="5168" y="4276"/>
                  <a:pt x="5168" y="4258"/>
                  <a:pt x="5159" y="4240"/>
                </a:cubicBezTo>
                <a:cubicBezTo>
                  <a:pt x="5016" y="3981"/>
                  <a:pt x="4882" y="3704"/>
                  <a:pt x="4757" y="3437"/>
                </a:cubicBezTo>
                <a:cubicBezTo>
                  <a:pt x="4650" y="3213"/>
                  <a:pt x="4561" y="2981"/>
                  <a:pt x="4472" y="2740"/>
                </a:cubicBezTo>
                <a:lnTo>
                  <a:pt x="4472" y="2740"/>
                </a:lnTo>
                <a:cubicBezTo>
                  <a:pt x="4516" y="2999"/>
                  <a:pt x="4588" y="3258"/>
                  <a:pt x="4686" y="3499"/>
                </a:cubicBezTo>
                <a:cubicBezTo>
                  <a:pt x="4793" y="3749"/>
                  <a:pt x="4918" y="3990"/>
                  <a:pt x="5043" y="4231"/>
                </a:cubicBezTo>
                <a:cubicBezTo>
                  <a:pt x="4695" y="4035"/>
                  <a:pt x="4347" y="3829"/>
                  <a:pt x="4017" y="3615"/>
                </a:cubicBezTo>
                <a:cubicBezTo>
                  <a:pt x="3936" y="3562"/>
                  <a:pt x="3856" y="3508"/>
                  <a:pt x="3776" y="3454"/>
                </a:cubicBezTo>
                <a:cubicBezTo>
                  <a:pt x="3704" y="3187"/>
                  <a:pt x="3624" y="2910"/>
                  <a:pt x="3561" y="2642"/>
                </a:cubicBezTo>
                <a:cubicBezTo>
                  <a:pt x="3508" y="2392"/>
                  <a:pt x="3419" y="2098"/>
                  <a:pt x="3383" y="1848"/>
                </a:cubicBezTo>
                <a:lnTo>
                  <a:pt x="3383" y="1848"/>
                </a:lnTo>
                <a:cubicBezTo>
                  <a:pt x="3401" y="2116"/>
                  <a:pt x="3437" y="2383"/>
                  <a:pt x="3481" y="2642"/>
                </a:cubicBezTo>
                <a:cubicBezTo>
                  <a:pt x="3535" y="2865"/>
                  <a:pt x="3588" y="3151"/>
                  <a:pt x="3651" y="3374"/>
                </a:cubicBezTo>
                <a:cubicBezTo>
                  <a:pt x="3294" y="3124"/>
                  <a:pt x="2946" y="2865"/>
                  <a:pt x="2606" y="2589"/>
                </a:cubicBezTo>
                <a:cubicBezTo>
                  <a:pt x="2615" y="2571"/>
                  <a:pt x="2615" y="2553"/>
                  <a:pt x="2606" y="2544"/>
                </a:cubicBezTo>
                <a:cubicBezTo>
                  <a:pt x="2544" y="2259"/>
                  <a:pt x="2473" y="1964"/>
                  <a:pt x="2428" y="1678"/>
                </a:cubicBezTo>
                <a:cubicBezTo>
                  <a:pt x="2383" y="1428"/>
                  <a:pt x="2339" y="1179"/>
                  <a:pt x="2321" y="920"/>
                </a:cubicBezTo>
                <a:cubicBezTo>
                  <a:pt x="2294" y="1179"/>
                  <a:pt x="2294" y="1428"/>
                  <a:pt x="2321" y="1678"/>
                </a:cubicBezTo>
                <a:cubicBezTo>
                  <a:pt x="2374" y="1955"/>
                  <a:pt x="2437" y="2232"/>
                  <a:pt x="2490" y="2499"/>
                </a:cubicBezTo>
                <a:cubicBezTo>
                  <a:pt x="2160" y="2223"/>
                  <a:pt x="1839" y="1928"/>
                  <a:pt x="1536" y="1616"/>
                </a:cubicBezTo>
                <a:cubicBezTo>
                  <a:pt x="1464" y="1312"/>
                  <a:pt x="1393" y="1000"/>
                  <a:pt x="1339" y="679"/>
                </a:cubicBezTo>
                <a:cubicBezTo>
                  <a:pt x="1303" y="456"/>
                  <a:pt x="1268" y="224"/>
                  <a:pt x="125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8" name="Google Shape;2878;p24"/>
          <p:cNvSpPr/>
          <p:nvPr/>
        </p:nvSpPr>
        <p:spPr>
          <a:xfrm rot="-10476267">
            <a:off x="7795549" y="789010"/>
            <a:ext cx="94325" cy="144870"/>
          </a:xfrm>
          <a:custGeom>
            <a:avLst/>
            <a:gdLst/>
            <a:ahLst/>
            <a:cxnLst/>
            <a:rect l="l" t="t" r="r" b="b"/>
            <a:pathLst>
              <a:path w="1215" h="1866" extrusionOk="0">
                <a:moveTo>
                  <a:pt x="420" y="205"/>
                </a:moveTo>
                <a:cubicBezTo>
                  <a:pt x="0" y="402"/>
                  <a:pt x="277" y="1187"/>
                  <a:pt x="607" y="1865"/>
                </a:cubicBezTo>
                <a:cubicBezTo>
                  <a:pt x="822" y="1749"/>
                  <a:pt x="1027" y="1615"/>
                  <a:pt x="1214" y="1455"/>
                </a:cubicBezTo>
                <a:cubicBezTo>
                  <a:pt x="1107" y="705"/>
                  <a:pt x="857" y="0"/>
                  <a:pt x="420" y="205"/>
                </a:cubicBezTo>
                <a:close/>
              </a:path>
            </a:pathLst>
          </a:custGeom>
          <a:gradFill>
            <a:gsLst>
              <a:gs pos="0">
                <a:srgbClr val="FFFFFF">
                  <a:alpha val="0"/>
                </a:srgbClr>
              </a:gs>
              <a:gs pos="100000">
                <a:srgbClr val="FFFFFF">
                  <a:alpha val="2196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9" name="Google Shape;2879;p24"/>
          <p:cNvSpPr/>
          <p:nvPr/>
        </p:nvSpPr>
        <p:spPr>
          <a:xfrm rot="-10476267">
            <a:off x="7867271" y="777898"/>
            <a:ext cx="295941" cy="338883"/>
          </a:xfrm>
          <a:custGeom>
            <a:avLst/>
            <a:gdLst/>
            <a:ahLst/>
            <a:cxnLst/>
            <a:rect l="l" t="t" r="r" b="b"/>
            <a:pathLst>
              <a:path w="3812" h="4365" extrusionOk="0">
                <a:moveTo>
                  <a:pt x="1" y="2579"/>
                </a:moveTo>
                <a:cubicBezTo>
                  <a:pt x="108" y="2865"/>
                  <a:pt x="269" y="3124"/>
                  <a:pt x="465" y="3356"/>
                </a:cubicBezTo>
                <a:cubicBezTo>
                  <a:pt x="1125" y="3454"/>
                  <a:pt x="2071" y="3338"/>
                  <a:pt x="2455" y="3186"/>
                </a:cubicBezTo>
                <a:lnTo>
                  <a:pt x="2482" y="3186"/>
                </a:lnTo>
                <a:cubicBezTo>
                  <a:pt x="2777" y="3481"/>
                  <a:pt x="3089" y="3766"/>
                  <a:pt x="3410" y="4034"/>
                </a:cubicBezTo>
                <a:lnTo>
                  <a:pt x="3383" y="4034"/>
                </a:lnTo>
                <a:cubicBezTo>
                  <a:pt x="2794" y="3793"/>
                  <a:pt x="1134" y="3168"/>
                  <a:pt x="849" y="3731"/>
                </a:cubicBezTo>
                <a:cubicBezTo>
                  <a:pt x="1295" y="4088"/>
                  <a:pt x="1839" y="4302"/>
                  <a:pt x="2411" y="4364"/>
                </a:cubicBezTo>
                <a:cubicBezTo>
                  <a:pt x="2884" y="4329"/>
                  <a:pt x="3330" y="4239"/>
                  <a:pt x="3544" y="4150"/>
                </a:cubicBezTo>
                <a:cubicBezTo>
                  <a:pt x="3580" y="4177"/>
                  <a:pt x="3615" y="4204"/>
                  <a:pt x="3660" y="4239"/>
                </a:cubicBezTo>
                <a:lnTo>
                  <a:pt x="3767" y="4204"/>
                </a:lnTo>
                <a:cubicBezTo>
                  <a:pt x="3714" y="4159"/>
                  <a:pt x="3660" y="4123"/>
                  <a:pt x="3607" y="4079"/>
                </a:cubicBezTo>
                <a:cubicBezTo>
                  <a:pt x="3615" y="4061"/>
                  <a:pt x="3615" y="4052"/>
                  <a:pt x="3607" y="4034"/>
                </a:cubicBezTo>
                <a:cubicBezTo>
                  <a:pt x="3598" y="4007"/>
                  <a:pt x="3598" y="3981"/>
                  <a:pt x="3589" y="3954"/>
                </a:cubicBezTo>
                <a:cubicBezTo>
                  <a:pt x="3785" y="3222"/>
                  <a:pt x="3812" y="1107"/>
                  <a:pt x="3062" y="1357"/>
                </a:cubicBezTo>
                <a:cubicBezTo>
                  <a:pt x="2375" y="1589"/>
                  <a:pt x="3205" y="3436"/>
                  <a:pt x="3464" y="3963"/>
                </a:cubicBezTo>
                <a:cubicBezTo>
                  <a:pt x="3142" y="3695"/>
                  <a:pt x="2839" y="3400"/>
                  <a:pt x="2545" y="3115"/>
                </a:cubicBezTo>
                <a:lnTo>
                  <a:pt x="2527" y="3052"/>
                </a:lnTo>
                <a:cubicBezTo>
                  <a:pt x="2750" y="2401"/>
                  <a:pt x="2803" y="116"/>
                  <a:pt x="2027" y="384"/>
                </a:cubicBezTo>
                <a:cubicBezTo>
                  <a:pt x="1357" y="607"/>
                  <a:pt x="2125" y="2356"/>
                  <a:pt x="2402" y="2936"/>
                </a:cubicBezTo>
                <a:cubicBezTo>
                  <a:pt x="2402" y="2954"/>
                  <a:pt x="2402" y="2963"/>
                  <a:pt x="2411" y="2981"/>
                </a:cubicBezTo>
                <a:cubicBezTo>
                  <a:pt x="2259" y="2820"/>
                  <a:pt x="2036" y="2579"/>
                  <a:pt x="1822" y="2356"/>
                </a:cubicBezTo>
                <a:cubicBezTo>
                  <a:pt x="1670" y="1678"/>
                  <a:pt x="795" y="0"/>
                  <a:pt x="242" y="223"/>
                </a:cubicBezTo>
                <a:cubicBezTo>
                  <a:pt x="162" y="357"/>
                  <a:pt x="90" y="500"/>
                  <a:pt x="37" y="643"/>
                </a:cubicBezTo>
                <a:cubicBezTo>
                  <a:pt x="162" y="1366"/>
                  <a:pt x="1848" y="2499"/>
                  <a:pt x="1848" y="2499"/>
                </a:cubicBezTo>
                <a:lnTo>
                  <a:pt x="1848" y="2499"/>
                </a:lnTo>
                <a:cubicBezTo>
                  <a:pt x="2018" y="2695"/>
                  <a:pt x="2188" y="2892"/>
                  <a:pt x="2375" y="3079"/>
                </a:cubicBezTo>
                <a:cubicBezTo>
                  <a:pt x="1902" y="2874"/>
                  <a:pt x="554" y="2347"/>
                  <a:pt x="1" y="2579"/>
                </a:cubicBezTo>
                <a:close/>
              </a:path>
            </a:pathLst>
          </a:custGeom>
          <a:gradFill>
            <a:gsLst>
              <a:gs pos="0">
                <a:srgbClr val="FFFFFF">
                  <a:alpha val="0"/>
                </a:srgbClr>
              </a:gs>
              <a:gs pos="100000">
                <a:srgbClr val="FFFFFF">
                  <a:alpha val="2196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0" name="Google Shape;2880;p24"/>
          <p:cNvSpPr/>
          <p:nvPr/>
        </p:nvSpPr>
        <p:spPr>
          <a:xfrm rot="-10476267">
            <a:off x="7766788" y="819043"/>
            <a:ext cx="27094" cy="28493"/>
          </a:xfrm>
          <a:custGeom>
            <a:avLst/>
            <a:gdLst/>
            <a:ahLst/>
            <a:cxnLst/>
            <a:rect l="l" t="t" r="r" b="b"/>
            <a:pathLst>
              <a:path w="349" h="367" extrusionOk="0">
                <a:moveTo>
                  <a:pt x="179" y="54"/>
                </a:moveTo>
                <a:cubicBezTo>
                  <a:pt x="72" y="116"/>
                  <a:pt x="1" y="241"/>
                  <a:pt x="1" y="366"/>
                </a:cubicBezTo>
                <a:cubicBezTo>
                  <a:pt x="126" y="250"/>
                  <a:pt x="242" y="134"/>
                  <a:pt x="349" y="0"/>
                </a:cubicBezTo>
                <a:cubicBezTo>
                  <a:pt x="286" y="0"/>
                  <a:pt x="224" y="18"/>
                  <a:pt x="179" y="54"/>
                </a:cubicBezTo>
                <a:close/>
              </a:path>
            </a:pathLst>
          </a:custGeom>
          <a:gradFill>
            <a:gsLst>
              <a:gs pos="0">
                <a:srgbClr val="FFFFFF">
                  <a:alpha val="0"/>
                </a:srgbClr>
              </a:gs>
              <a:gs pos="100000">
                <a:srgbClr val="FFFFFF">
                  <a:alpha val="2196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1" name="Google Shape;2881;p24"/>
          <p:cNvSpPr/>
          <p:nvPr/>
        </p:nvSpPr>
        <p:spPr>
          <a:xfrm rot="4320501">
            <a:off x="1690264" y="536826"/>
            <a:ext cx="299790" cy="324467"/>
          </a:xfrm>
          <a:custGeom>
            <a:avLst/>
            <a:gdLst/>
            <a:ahLst/>
            <a:cxnLst/>
            <a:rect l="l" t="t" r="r" b="b"/>
            <a:pathLst>
              <a:path w="6087" h="6587" extrusionOk="0">
                <a:moveTo>
                  <a:pt x="3972" y="0"/>
                </a:moveTo>
                <a:cubicBezTo>
                  <a:pt x="3972" y="0"/>
                  <a:pt x="3749" y="537"/>
                  <a:pt x="3402" y="537"/>
                </a:cubicBezTo>
                <a:cubicBezTo>
                  <a:pt x="3304" y="537"/>
                  <a:pt x="3195" y="494"/>
                  <a:pt x="3079" y="384"/>
                </a:cubicBezTo>
                <a:lnTo>
                  <a:pt x="3079" y="384"/>
                </a:lnTo>
                <a:cubicBezTo>
                  <a:pt x="3079" y="384"/>
                  <a:pt x="3177" y="1009"/>
                  <a:pt x="2820" y="1294"/>
                </a:cubicBezTo>
                <a:cubicBezTo>
                  <a:pt x="2764" y="1339"/>
                  <a:pt x="2701" y="1359"/>
                  <a:pt x="2635" y="1359"/>
                </a:cubicBezTo>
                <a:cubicBezTo>
                  <a:pt x="2280" y="1359"/>
                  <a:pt x="1823" y="806"/>
                  <a:pt x="1740" y="679"/>
                </a:cubicBezTo>
                <a:cubicBezTo>
                  <a:pt x="1740" y="679"/>
                  <a:pt x="1456" y="1447"/>
                  <a:pt x="334" y="1447"/>
                </a:cubicBezTo>
                <a:cubicBezTo>
                  <a:pt x="315" y="1447"/>
                  <a:pt x="296" y="1447"/>
                  <a:pt x="277" y="1446"/>
                </a:cubicBezTo>
                <a:lnTo>
                  <a:pt x="277" y="1446"/>
                </a:lnTo>
                <a:cubicBezTo>
                  <a:pt x="277" y="1446"/>
                  <a:pt x="1205" y="1901"/>
                  <a:pt x="741" y="2642"/>
                </a:cubicBezTo>
                <a:cubicBezTo>
                  <a:pt x="741" y="2642"/>
                  <a:pt x="904" y="2589"/>
                  <a:pt x="1103" y="2589"/>
                </a:cubicBezTo>
                <a:cubicBezTo>
                  <a:pt x="1303" y="2589"/>
                  <a:pt x="1540" y="2642"/>
                  <a:pt x="1687" y="2856"/>
                </a:cubicBezTo>
                <a:cubicBezTo>
                  <a:pt x="1939" y="3216"/>
                  <a:pt x="1556" y="3595"/>
                  <a:pt x="846" y="3595"/>
                </a:cubicBezTo>
                <a:cubicBezTo>
                  <a:pt x="727" y="3595"/>
                  <a:pt x="599" y="3584"/>
                  <a:pt x="464" y="3561"/>
                </a:cubicBezTo>
                <a:lnTo>
                  <a:pt x="464" y="3561"/>
                </a:lnTo>
                <a:cubicBezTo>
                  <a:pt x="464" y="3561"/>
                  <a:pt x="973" y="4507"/>
                  <a:pt x="0" y="5025"/>
                </a:cubicBezTo>
                <a:cubicBezTo>
                  <a:pt x="0" y="5025"/>
                  <a:pt x="265" y="4906"/>
                  <a:pt x="588" y="4906"/>
                </a:cubicBezTo>
                <a:cubicBezTo>
                  <a:pt x="920" y="4906"/>
                  <a:pt x="1313" y="5032"/>
                  <a:pt x="1544" y="5543"/>
                </a:cubicBezTo>
                <a:cubicBezTo>
                  <a:pt x="1544" y="5543"/>
                  <a:pt x="2035" y="4503"/>
                  <a:pt x="2550" y="4503"/>
                </a:cubicBezTo>
                <a:cubicBezTo>
                  <a:pt x="2569" y="4503"/>
                  <a:pt x="2588" y="4505"/>
                  <a:pt x="2606" y="4507"/>
                </a:cubicBezTo>
                <a:cubicBezTo>
                  <a:pt x="3142" y="4588"/>
                  <a:pt x="2481" y="5659"/>
                  <a:pt x="2481" y="5659"/>
                </a:cubicBezTo>
                <a:cubicBezTo>
                  <a:pt x="2481" y="5659"/>
                  <a:pt x="2496" y="5657"/>
                  <a:pt x="2522" y="5657"/>
                </a:cubicBezTo>
                <a:cubicBezTo>
                  <a:pt x="2684" y="5657"/>
                  <a:pt x="3280" y="5717"/>
                  <a:pt x="3365" y="6587"/>
                </a:cubicBezTo>
                <a:cubicBezTo>
                  <a:pt x="3365" y="6587"/>
                  <a:pt x="3935" y="5578"/>
                  <a:pt x="4675" y="5578"/>
                </a:cubicBezTo>
                <a:cubicBezTo>
                  <a:pt x="4682" y="5578"/>
                  <a:pt x="4688" y="5578"/>
                  <a:pt x="4695" y="5578"/>
                </a:cubicBezTo>
                <a:cubicBezTo>
                  <a:pt x="4695" y="5578"/>
                  <a:pt x="4338" y="4677"/>
                  <a:pt x="4579" y="4409"/>
                </a:cubicBezTo>
                <a:cubicBezTo>
                  <a:pt x="4648" y="4332"/>
                  <a:pt x="4757" y="4305"/>
                  <a:pt x="4877" y="4305"/>
                </a:cubicBezTo>
                <a:cubicBezTo>
                  <a:pt x="5172" y="4305"/>
                  <a:pt x="5534" y="4472"/>
                  <a:pt x="5534" y="4472"/>
                </a:cubicBezTo>
                <a:cubicBezTo>
                  <a:pt x="5534" y="4472"/>
                  <a:pt x="5498" y="3829"/>
                  <a:pt x="6087" y="3802"/>
                </a:cubicBezTo>
                <a:cubicBezTo>
                  <a:pt x="6087" y="3802"/>
                  <a:pt x="5418" y="3053"/>
                  <a:pt x="5882" y="2660"/>
                </a:cubicBezTo>
                <a:lnTo>
                  <a:pt x="5882" y="2660"/>
                </a:lnTo>
                <a:cubicBezTo>
                  <a:pt x="5882" y="2660"/>
                  <a:pt x="5637" y="2722"/>
                  <a:pt x="5309" y="2722"/>
                </a:cubicBezTo>
                <a:cubicBezTo>
                  <a:pt x="5013" y="2722"/>
                  <a:pt x="4650" y="2672"/>
                  <a:pt x="4338" y="2481"/>
                </a:cubicBezTo>
                <a:cubicBezTo>
                  <a:pt x="4338" y="2481"/>
                  <a:pt x="4213" y="1518"/>
                  <a:pt x="4748" y="857"/>
                </a:cubicBezTo>
                <a:cubicBezTo>
                  <a:pt x="4748" y="857"/>
                  <a:pt x="3990" y="750"/>
                  <a:pt x="397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2" name="Google Shape;2882;p24"/>
          <p:cNvSpPr/>
          <p:nvPr/>
        </p:nvSpPr>
        <p:spPr>
          <a:xfrm rot="4320501">
            <a:off x="1735055" y="526615"/>
            <a:ext cx="178042" cy="227329"/>
          </a:xfrm>
          <a:custGeom>
            <a:avLst/>
            <a:gdLst/>
            <a:ahLst/>
            <a:cxnLst/>
            <a:rect l="l" t="t" r="r" b="b"/>
            <a:pathLst>
              <a:path w="3615" h="4615" extrusionOk="0">
                <a:moveTo>
                  <a:pt x="1589" y="0"/>
                </a:moveTo>
                <a:cubicBezTo>
                  <a:pt x="1401" y="233"/>
                  <a:pt x="1009" y="536"/>
                  <a:pt x="277" y="518"/>
                </a:cubicBezTo>
                <a:cubicBezTo>
                  <a:pt x="277" y="518"/>
                  <a:pt x="1196" y="973"/>
                  <a:pt x="732" y="1705"/>
                </a:cubicBezTo>
                <a:cubicBezTo>
                  <a:pt x="732" y="1705"/>
                  <a:pt x="1392" y="1500"/>
                  <a:pt x="1687" y="1928"/>
                </a:cubicBezTo>
                <a:cubicBezTo>
                  <a:pt x="1981" y="2348"/>
                  <a:pt x="1410" y="2794"/>
                  <a:pt x="455" y="2633"/>
                </a:cubicBezTo>
                <a:cubicBezTo>
                  <a:pt x="455" y="2633"/>
                  <a:pt x="973" y="3579"/>
                  <a:pt x="0" y="4097"/>
                </a:cubicBezTo>
                <a:cubicBezTo>
                  <a:pt x="0" y="4097"/>
                  <a:pt x="1080" y="3606"/>
                  <a:pt x="1535" y="4615"/>
                </a:cubicBezTo>
                <a:cubicBezTo>
                  <a:pt x="1535" y="4615"/>
                  <a:pt x="2071" y="3499"/>
                  <a:pt x="2606" y="3579"/>
                </a:cubicBezTo>
                <a:cubicBezTo>
                  <a:pt x="2687" y="3579"/>
                  <a:pt x="2749" y="3633"/>
                  <a:pt x="2785" y="3704"/>
                </a:cubicBezTo>
                <a:cubicBezTo>
                  <a:pt x="3615" y="2357"/>
                  <a:pt x="3044" y="598"/>
                  <a:pt x="1589" y="0"/>
                </a:cubicBezTo>
                <a:close/>
              </a:path>
            </a:pathLst>
          </a:custGeom>
          <a:gradFill>
            <a:gsLst>
              <a:gs pos="0">
                <a:srgbClr val="FFFFFF">
                  <a:alpha val="0"/>
                </a:srgbClr>
              </a:gs>
              <a:gs pos="100000">
                <a:srgbClr val="FFFFFF">
                  <a:alpha val="2196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3" name="Google Shape;2883;p24"/>
          <p:cNvSpPr/>
          <p:nvPr/>
        </p:nvSpPr>
        <p:spPr>
          <a:xfrm rot="4320501">
            <a:off x="1690734" y="533186"/>
            <a:ext cx="302449" cy="331511"/>
          </a:xfrm>
          <a:custGeom>
            <a:avLst/>
            <a:gdLst/>
            <a:ahLst/>
            <a:cxnLst/>
            <a:rect l="l" t="t" r="r" b="b"/>
            <a:pathLst>
              <a:path w="6141" h="6730" extrusionOk="0">
                <a:moveTo>
                  <a:pt x="1551" y="2823"/>
                </a:moveTo>
                <a:cubicBezTo>
                  <a:pt x="1581" y="2844"/>
                  <a:pt x="1609" y="2867"/>
                  <a:pt x="1634" y="2893"/>
                </a:cubicBezTo>
                <a:lnTo>
                  <a:pt x="1634" y="2893"/>
                </a:lnTo>
                <a:cubicBezTo>
                  <a:pt x="1609" y="2867"/>
                  <a:pt x="1581" y="2843"/>
                  <a:pt x="1551" y="2823"/>
                </a:cubicBezTo>
                <a:close/>
                <a:moveTo>
                  <a:pt x="599" y="5016"/>
                </a:moveTo>
                <a:cubicBezTo>
                  <a:pt x="551" y="5016"/>
                  <a:pt x="503" y="5019"/>
                  <a:pt x="455" y="5025"/>
                </a:cubicBezTo>
                <a:cubicBezTo>
                  <a:pt x="359" y="5036"/>
                  <a:pt x="266" y="5055"/>
                  <a:pt x="175" y="5083"/>
                </a:cubicBezTo>
                <a:lnTo>
                  <a:pt x="175" y="5083"/>
                </a:lnTo>
                <a:cubicBezTo>
                  <a:pt x="264" y="5058"/>
                  <a:pt x="355" y="5039"/>
                  <a:pt x="446" y="5034"/>
                </a:cubicBezTo>
                <a:cubicBezTo>
                  <a:pt x="497" y="5028"/>
                  <a:pt x="548" y="5025"/>
                  <a:pt x="598" y="5025"/>
                </a:cubicBezTo>
                <a:cubicBezTo>
                  <a:pt x="699" y="5025"/>
                  <a:pt x="801" y="5037"/>
                  <a:pt x="902" y="5061"/>
                </a:cubicBezTo>
                <a:cubicBezTo>
                  <a:pt x="804" y="5030"/>
                  <a:pt x="702" y="5016"/>
                  <a:pt x="599" y="5016"/>
                </a:cubicBezTo>
                <a:close/>
                <a:moveTo>
                  <a:pt x="1634" y="2893"/>
                </a:moveTo>
                <a:lnTo>
                  <a:pt x="1634" y="2893"/>
                </a:lnTo>
                <a:cubicBezTo>
                  <a:pt x="1661" y="2919"/>
                  <a:pt x="1684" y="2949"/>
                  <a:pt x="1705" y="2981"/>
                </a:cubicBezTo>
                <a:cubicBezTo>
                  <a:pt x="1776" y="3070"/>
                  <a:pt x="1794" y="3195"/>
                  <a:pt x="1750" y="3302"/>
                </a:cubicBezTo>
                <a:cubicBezTo>
                  <a:pt x="1696" y="3410"/>
                  <a:pt x="1616" y="3490"/>
                  <a:pt x="1517" y="3543"/>
                </a:cubicBezTo>
                <a:cubicBezTo>
                  <a:pt x="1410" y="3597"/>
                  <a:pt x="1303" y="3633"/>
                  <a:pt x="1187" y="3651"/>
                </a:cubicBezTo>
                <a:cubicBezTo>
                  <a:pt x="1071" y="3673"/>
                  <a:pt x="955" y="3684"/>
                  <a:pt x="839" y="3684"/>
                </a:cubicBezTo>
                <a:cubicBezTo>
                  <a:pt x="723" y="3684"/>
                  <a:pt x="607" y="3673"/>
                  <a:pt x="491" y="3651"/>
                </a:cubicBezTo>
                <a:lnTo>
                  <a:pt x="464" y="3651"/>
                </a:lnTo>
                <a:lnTo>
                  <a:pt x="473" y="3677"/>
                </a:lnTo>
                <a:cubicBezTo>
                  <a:pt x="474" y="3679"/>
                  <a:pt x="475" y="3681"/>
                  <a:pt x="476" y="3683"/>
                </a:cubicBezTo>
                <a:lnTo>
                  <a:pt x="476" y="3683"/>
                </a:lnTo>
                <a:lnTo>
                  <a:pt x="464" y="3695"/>
                </a:lnTo>
                <a:cubicBezTo>
                  <a:pt x="471" y="3696"/>
                  <a:pt x="477" y="3698"/>
                  <a:pt x="484" y="3699"/>
                </a:cubicBezTo>
                <a:lnTo>
                  <a:pt x="484" y="3699"/>
                </a:lnTo>
                <a:cubicBezTo>
                  <a:pt x="541" y="3818"/>
                  <a:pt x="581" y="3953"/>
                  <a:pt x="598" y="4079"/>
                </a:cubicBezTo>
                <a:cubicBezTo>
                  <a:pt x="616" y="4222"/>
                  <a:pt x="607" y="4365"/>
                  <a:pt x="571" y="4507"/>
                </a:cubicBezTo>
                <a:cubicBezTo>
                  <a:pt x="527" y="4641"/>
                  <a:pt x="455" y="4766"/>
                  <a:pt x="357" y="4873"/>
                </a:cubicBezTo>
                <a:cubicBezTo>
                  <a:pt x="313" y="4927"/>
                  <a:pt x="259" y="4971"/>
                  <a:pt x="197" y="5016"/>
                </a:cubicBezTo>
                <a:cubicBezTo>
                  <a:pt x="143" y="5052"/>
                  <a:pt x="81" y="5087"/>
                  <a:pt x="18" y="5123"/>
                </a:cubicBezTo>
                <a:lnTo>
                  <a:pt x="18" y="5134"/>
                </a:lnTo>
                <a:lnTo>
                  <a:pt x="18" y="5134"/>
                </a:lnTo>
                <a:cubicBezTo>
                  <a:pt x="12" y="5137"/>
                  <a:pt x="6" y="5139"/>
                  <a:pt x="0" y="5141"/>
                </a:cubicBezTo>
                <a:lnTo>
                  <a:pt x="9" y="5150"/>
                </a:lnTo>
                <a:cubicBezTo>
                  <a:pt x="23" y="5142"/>
                  <a:pt x="37" y="5135"/>
                  <a:pt x="50" y="5127"/>
                </a:cubicBezTo>
                <a:lnTo>
                  <a:pt x="50" y="5127"/>
                </a:lnTo>
                <a:cubicBezTo>
                  <a:pt x="92" y="5110"/>
                  <a:pt x="133" y="5096"/>
                  <a:pt x="175" y="5083"/>
                </a:cubicBezTo>
                <a:lnTo>
                  <a:pt x="175" y="5083"/>
                </a:lnTo>
                <a:cubicBezTo>
                  <a:pt x="141" y="5092"/>
                  <a:pt x="108" y="5103"/>
                  <a:pt x="75" y="5114"/>
                </a:cubicBezTo>
                <a:lnTo>
                  <a:pt x="75" y="5114"/>
                </a:lnTo>
                <a:cubicBezTo>
                  <a:pt x="115" y="5093"/>
                  <a:pt x="153" y="5072"/>
                  <a:pt x="188" y="5043"/>
                </a:cubicBezTo>
                <a:cubicBezTo>
                  <a:pt x="250" y="4998"/>
                  <a:pt x="304" y="4954"/>
                  <a:pt x="357" y="4900"/>
                </a:cubicBezTo>
                <a:cubicBezTo>
                  <a:pt x="455" y="4793"/>
                  <a:pt x="527" y="4668"/>
                  <a:pt x="571" y="4525"/>
                </a:cubicBezTo>
                <a:cubicBezTo>
                  <a:pt x="616" y="4382"/>
                  <a:pt x="625" y="4240"/>
                  <a:pt x="607" y="4097"/>
                </a:cubicBezTo>
                <a:cubicBezTo>
                  <a:pt x="582" y="3962"/>
                  <a:pt x="549" y="3828"/>
                  <a:pt x="493" y="3700"/>
                </a:cubicBezTo>
                <a:lnTo>
                  <a:pt x="493" y="3700"/>
                </a:lnTo>
                <a:cubicBezTo>
                  <a:pt x="611" y="3722"/>
                  <a:pt x="732" y="3733"/>
                  <a:pt x="852" y="3733"/>
                </a:cubicBezTo>
                <a:cubicBezTo>
                  <a:pt x="959" y="3733"/>
                  <a:pt x="1065" y="3724"/>
                  <a:pt x="1169" y="3704"/>
                </a:cubicBezTo>
                <a:cubicBezTo>
                  <a:pt x="1285" y="3686"/>
                  <a:pt x="1401" y="3651"/>
                  <a:pt x="1509" y="3588"/>
                </a:cubicBezTo>
                <a:cubicBezTo>
                  <a:pt x="1616" y="3543"/>
                  <a:pt x="1705" y="3454"/>
                  <a:pt x="1758" y="3338"/>
                </a:cubicBezTo>
                <a:cubicBezTo>
                  <a:pt x="1803" y="3222"/>
                  <a:pt x="1785" y="3088"/>
                  <a:pt x="1714" y="2990"/>
                </a:cubicBezTo>
                <a:cubicBezTo>
                  <a:pt x="1692" y="2955"/>
                  <a:pt x="1665" y="2923"/>
                  <a:pt x="1634" y="2893"/>
                </a:cubicBezTo>
                <a:close/>
                <a:moveTo>
                  <a:pt x="902" y="5061"/>
                </a:moveTo>
                <a:cubicBezTo>
                  <a:pt x="937" y="5079"/>
                  <a:pt x="973" y="5087"/>
                  <a:pt x="1018" y="5105"/>
                </a:cubicBezTo>
                <a:lnTo>
                  <a:pt x="1116" y="5150"/>
                </a:lnTo>
                <a:cubicBezTo>
                  <a:pt x="1178" y="5195"/>
                  <a:pt x="1241" y="5239"/>
                  <a:pt x="1294" y="5293"/>
                </a:cubicBezTo>
                <a:cubicBezTo>
                  <a:pt x="1348" y="5346"/>
                  <a:pt x="1401" y="5400"/>
                  <a:pt x="1446" y="5462"/>
                </a:cubicBezTo>
                <a:cubicBezTo>
                  <a:pt x="1491" y="5516"/>
                  <a:pt x="1517" y="5587"/>
                  <a:pt x="1562" y="5650"/>
                </a:cubicBezTo>
                <a:cubicBezTo>
                  <a:pt x="1500" y="5507"/>
                  <a:pt x="1410" y="5382"/>
                  <a:pt x="1294" y="5275"/>
                </a:cubicBezTo>
                <a:cubicBezTo>
                  <a:pt x="1241" y="5221"/>
                  <a:pt x="1187" y="5177"/>
                  <a:pt x="1116" y="5141"/>
                </a:cubicBezTo>
                <a:lnTo>
                  <a:pt x="1018" y="5096"/>
                </a:lnTo>
                <a:cubicBezTo>
                  <a:pt x="982" y="5079"/>
                  <a:pt x="946" y="5070"/>
                  <a:pt x="902" y="5061"/>
                </a:cubicBezTo>
                <a:close/>
                <a:moveTo>
                  <a:pt x="4008" y="0"/>
                </a:moveTo>
                <a:lnTo>
                  <a:pt x="3963" y="98"/>
                </a:lnTo>
                <a:cubicBezTo>
                  <a:pt x="3927" y="179"/>
                  <a:pt x="3883" y="268"/>
                  <a:pt x="3820" y="348"/>
                </a:cubicBezTo>
                <a:cubicBezTo>
                  <a:pt x="3767" y="429"/>
                  <a:pt x="3695" y="491"/>
                  <a:pt x="3624" y="554"/>
                </a:cubicBezTo>
                <a:cubicBezTo>
                  <a:pt x="3564" y="594"/>
                  <a:pt x="3493" y="614"/>
                  <a:pt x="3424" y="614"/>
                </a:cubicBezTo>
                <a:cubicBezTo>
                  <a:pt x="3401" y="614"/>
                  <a:pt x="3378" y="612"/>
                  <a:pt x="3356" y="607"/>
                </a:cubicBezTo>
                <a:cubicBezTo>
                  <a:pt x="3267" y="580"/>
                  <a:pt x="3178" y="536"/>
                  <a:pt x="3115" y="473"/>
                </a:cubicBezTo>
                <a:lnTo>
                  <a:pt x="3062" y="429"/>
                </a:lnTo>
                <a:lnTo>
                  <a:pt x="3070" y="491"/>
                </a:lnTo>
                <a:cubicBezTo>
                  <a:pt x="3072" y="500"/>
                  <a:pt x="3073" y="508"/>
                  <a:pt x="3074" y="516"/>
                </a:cubicBezTo>
                <a:lnTo>
                  <a:pt x="3074" y="516"/>
                </a:lnTo>
                <a:lnTo>
                  <a:pt x="3070" y="518"/>
                </a:lnTo>
                <a:cubicBezTo>
                  <a:pt x="3072" y="519"/>
                  <a:pt x="3073" y="520"/>
                  <a:pt x="3074" y="521"/>
                </a:cubicBezTo>
                <a:lnTo>
                  <a:pt x="3074" y="521"/>
                </a:lnTo>
                <a:cubicBezTo>
                  <a:pt x="3095" y="700"/>
                  <a:pt x="3077" y="885"/>
                  <a:pt x="3035" y="1062"/>
                </a:cubicBezTo>
                <a:cubicBezTo>
                  <a:pt x="2999" y="1152"/>
                  <a:pt x="2954" y="1232"/>
                  <a:pt x="2901" y="1303"/>
                </a:cubicBezTo>
                <a:cubicBezTo>
                  <a:pt x="2838" y="1384"/>
                  <a:pt x="2758" y="1428"/>
                  <a:pt x="2669" y="1437"/>
                </a:cubicBezTo>
                <a:cubicBezTo>
                  <a:pt x="2571" y="1437"/>
                  <a:pt x="2481" y="1419"/>
                  <a:pt x="2401" y="1366"/>
                </a:cubicBezTo>
                <a:cubicBezTo>
                  <a:pt x="2321" y="1321"/>
                  <a:pt x="2240" y="1268"/>
                  <a:pt x="2169" y="1196"/>
                </a:cubicBezTo>
                <a:cubicBezTo>
                  <a:pt x="2017" y="1071"/>
                  <a:pt x="1892" y="928"/>
                  <a:pt x="1776" y="777"/>
                </a:cubicBezTo>
                <a:lnTo>
                  <a:pt x="1758" y="741"/>
                </a:lnTo>
                <a:lnTo>
                  <a:pt x="1741" y="777"/>
                </a:lnTo>
                <a:cubicBezTo>
                  <a:pt x="1678" y="911"/>
                  <a:pt x="1598" y="1027"/>
                  <a:pt x="1500" y="1125"/>
                </a:cubicBezTo>
                <a:cubicBezTo>
                  <a:pt x="1393" y="1223"/>
                  <a:pt x="1277" y="1303"/>
                  <a:pt x="1143" y="1375"/>
                </a:cubicBezTo>
                <a:cubicBezTo>
                  <a:pt x="1009" y="1428"/>
                  <a:pt x="875" y="1473"/>
                  <a:pt x="732" y="1500"/>
                </a:cubicBezTo>
                <a:cubicBezTo>
                  <a:pt x="661" y="1517"/>
                  <a:pt x="589" y="1526"/>
                  <a:pt x="518" y="1526"/>
                </a:cubicBezTo>
                <a:lnTo>
                  <a:pt x="232" y="1526"/>
                </a:lnTo>
                <a:lnTo>
                  <a:pt x="293" y="1561"/>
                </a:lnTo>
                <a:lnTo>
                  <a:pt x="293" y="1561"/>
                </a:lnTo>
                <a:lnTo>
                  <a:pt x="286" y="1589"/>
                </a:lnTo>
                <a:cubicBezTo>
                  <a:pt x="306" y="1589"/>
                  <a:pt x="325" y="1589"/>
                  <a:pt x="344" y="1590"/>
                </a:cubicBezTo>
                <a:lnTo>
                  <a:pt x="344" y="1590"/>
                </a:lnTo>
                <a:cubicBezTo>
                  <a:pt x="425" y="1640"/>
                  <a:pt x="506" y="1700"/>
                  <a:pt x="580" y="1767"/>
                </a:cubicBezTo>
                <a:cubicBezTo>
                  <a:pt x="679" y="1848"/>
                  <a:pt x="750" y="1946"/>
                  <a:pt x="803" y="2053"/>
                </a:cubicBezTo>
                <a:cubicBezTo>
                  <a:pt x="857" y="2160"/>
                  <a:pt x="884" y="2276"/>
                  <a:pt x="866" y="2392"/>
                </a:cubicBezTo>
                <a:cubicBezTo>
                  <a:pt x="848" y="2517"/>
                  <a:pt x="812" y="2624"/>
                  <a:pt x="750" y="2731"/>
                </a:cubicBezTo>
                <a:lnTo>
                  <a:pt x="743" y="2746"/>
                </a:lnTo>
                <a:lnTo>
                  <a:pt x="743" y="2746"/>
                </a:lnTo>
                <a:cubicBezTo>
                  <a:pt x="739" y="2747"/>
                  <a:pt x="736" y="2748"/>
                  <a:pt x="732" y="2749"/>
                </a:cubicBezTo>
                <a:lnTo>
                  <a:pt x="738" y="2755"/>
                </a:lnTo>
                <a:lnTo>
                  <a:pt x="738" y="2755"/>
                </a:lnTo>
                <a:lnTo>
                  <a:pt x="732" y="2767"/>
                </a:lnTo>
                <a:lnTo>
                  <a:pt x="746" y="2763"/>
                </a:lnTo>
                <a:lnTo>
                  <a:pt x="746" y="2763"/>
                </a:lnTo>
                <a:lnTo>
                  <a:pt x="759" y="2776"/>
                </a:lnTo>
                <a:cubicBezTo>
                  <a:pt x="762" y="2770"/>
                  <a:pt x="766" y="2764"/>
                  <a:pt x="769" y="2758"/>
                </a:cubicBezTo>
                <a:lnTo>
                  <a:pt x="769" y="2758"/>
                </a:lnTo>
                <a:cubicBezTo>
                  <a:pt x="877" y="2723"/>
                  <a:pt x="987" y="2706"/>
                  <a:pt x="1097" y="2706"/>
                </a:cubicBezTo>
                <a:cubicBezTo>
                  <a:pt x="1214" y="2706"/>
                  <a:pt x="1331" y="2726"/>
                  <a:pt x="1446" y="2767"/>
                </a:cubicBezTo>
                <a:cubicBezTo>
                  <a:pt x="1483" y="2782"/>
                  <a:pt x="1518" y="2801"/>
                  <a:pt x="1551" y="2823"/>
                </a:cubicBezTo>
                <a:lnTo>
                  <a:pt x="1551" y="2823"/>
                </a:lnTo>
                <a:cubicBezTo>
                  <a:pt x="1516" y="2798"/>
                  <a:pt x="1477" y="2777"/>
                  <a:pt x="1437" y="2758"/>
                </a:cubicBezTo>
                <a:cubicBezTo>
                  <a:pt x="1330" y="2713"/>
                  <a:pt x="1205" y="2696"/>
                  <a:pt x="1089" y="2696"/>
                </a:cubicBezTo>
                <a:cubicBezTo>
                  <a:pt x="989" y="2696"/>
                  <a:pt x="883" y="2709"/>
                  <a:pt x="782" y="2735"/>
                </a:cubicBezTo>
                <a:lnTo>
                  <a:pt x="782" y="2735"/>
                </a:lnTo>
                <a:cubicBezTo>
                  <a:pt x="832" y="2639"/>
                  <a:pt x="868" y="2537"/>
                  <a:pt x="884" y="2428"/>
                </a:cubicBezTo>
                <a:cubicBezTo>
                  <a:pt x="893" y="2303"/>
                  <a:pt x="875" y="2178"/>
                  <a:pt x="821" y="2062"/>
                </a:cubicBezTo>
                <a:cubicBezTo>
                  <a:pt x="759" y="1955"/>
                  <a:pt x="687" y="1857"/>
                  <a:pt x="598" y="1767"/>
                </a:cubicBezTo>
                <a:cubicBezTo>
                  <a:pt x="526" y="1703"/>
                  <a:pt x="443" y="1644"/>
                  <a:pt x="357" y="1591"/>
                </a:cubicBezTo>
                <a:lnTo>
                  <a:pt x="357" y="1591"/>
                </a:lnTo>
                <a:cubicBezTo>
                  <a:pt x="383" y="1592"/>
                  <a:pt x="408" y="1593"/>
                  <a:pt x="433" y="1593"/>
                </a:cubicBezTo>
                <a:cubicBezTo>
                  <a:pt x="457" y="1593"/>
                  <a:pt x="482" y="1592"/>
                  <a:pt x="509" y="1589"/>
                </a:cubicBezTo>
                <a:cubicBezTo>
                  <a:pt x="589" y="1580"/>
                  <a:pt x="661" y="1571"/>
                  <a:pt x="732" y="1562"/>
                </a:cubicBezTo>
                <a:cubicBezTo>
                  <a:pt x="875" y="1535"/>
                  <a:pt x="1018" y="1491"/>
                  <a:pt x="1152" y="1428"/>
                </a:cubicBezTo>
                <a:cubicBezTo>
                  <a:pt x="1418" y="1308"/>
                  <a:pt x="1626" y="1097"/>
                  <a:pt x="1761" y="842"/>
                </a:cubicBezTo>
                <a:lnTo>
                  <a:pt x="1761" y="842"/>
                </a:lnTo>
                <a:cubicBezTo>
                  <a:pt x="1864" y="991"/>
                  <a:pt x="1991" y="1124"/>
                  <a:pt x="2133" y="1250"/>
                </a:cubicBezTo>
                <a:cubicBezTo>
                  <a:pt x="2205" y="1312"/>
                  <a:pt x="2285" y="1375"/>
                  <a:pt x="2374" y="1419"/>
                </a:cubicBezTo>
                <a:cubicBezTo>
                  <a:pt x="2464" y="1473"/>
                  <a:pt x="2562" y="1500"/>
                  <a:pt x="2669" y="1500"/>
                </a:cubicBezTo>
                <a:cubicBezTo>
                  <a:pt x="2767" y="1491"/>
                  <a:pt x="2865" y="1437"/>
                  <a:pt x="2928" y="1348"/>
                </a:cubicBezTo>
                <a:cubicBezTo>
                  <a:pt x="2990" y="1276"/>
                  <a:pt x="3035" y="1187"/>
                  <a:pt x="3070" y="1089"/>
                </a:cubicBezTo>
                <a:cubicBezTo>
                  <a:pt x="3119" y="921"/>
                  <a:pt x="3138" y="738"/>
                  <a:pt x="3122" y="560"/>
                </a:cubicBezTo>
                <a:lnTo>
                  <a:pt x="3122" y="560"/>
                </a:lnTo>
                <a:cubicBezTo>
                  <a:pt x="3188" y="610"/>
                  <a:pt x="3260" y="648"/>
                  <a:pt x="3338" y="670"/>
                </a:cubicBezTo>
                <a:cubicBezTo>
                  <a:pt x="3364" y="674"/>
                  <a:pt x="3390" y="676"/>
                  <a:pt x="3416" y="676"/>
                </a:cubicBezTo>
                <a:cubicBezTo>
                  <a:pt x="3496" y="676"/>
                  <a:pt x="3574" y="654"/>
                  <a:pt x="3642" y="607"/>
                </a:cubicBezTo>
                <a:cubicBezTo>
                  <a:pt x="3722" y="554"/>
                  <a:pt x="3802" y="473"/>
                  <a:pt x="3856" y="393"/>
                </a:cubicBezTo>
                <a:cubicBezTo>
                  <a:pt x="3900" y="336"/>
                  <a:pt x="3935" y="276"/>
                  <a:pt x="3967" y="214"/>
                </a:cubicBezTo>
                <a:lnTo>
                  <a:pt x="3967" y="214"/>
                </a:lnTo>
                <a:cubicBezTo>
                  <a:pt x="3975" y="291"/>
                  <a:pt x="3993" y="366"/>
                  <a:pt x="4025" y="438"/>
                </a:cubicBezTo>
                <a:cubicBezTo>
                  <a:pt x="4061" y="545"/>
                  <a:pt x="4115" y="634"/>
                  <a:pt x="4195" y="714"/>
                </a:cubicBezTo>
                <a:cubicBezTo>
                  <a:pt x="4266" y="786"/>
                  <a:pt x="4356" y="857"/>
                  <a:pt x="4454" y="902"/>
                </a:cubicBezTo>
                <a:cubicBezTo>
                  <a:pt x="4538" y="948"/>
                  <a:pt x="4629" y="981"/>
                  <a:pt x="4721" y="1000"/>
                </a:cubicBezTo>
                <a:lnTo>
                  <a:pt x="4721" y="1000"/>
                </a:lnTo>
                <a:cubicBezTo>
                  <a:pt x="4644" y="1106"/>
                  <a:pt x="4581" y="1219"/>
                  <a:pt x="4525" y="1339"/>
                </a:cubicBezTo>
                <a:cubicBezTo>
                  <a:pt x="4463" y="1464"/>
                  <a:pt x="4418" y="1607"/>
                  <a:pt x="4382" y="1749"/>
                </a:cubicBezTo>
                <a:cubicBezTo>
                  <a:pt x="4356" y="1883"/>
                  <a:pt x="4338" y="2026"/>
                  <a:pt x="4329" y="2178"/>
                </a:cubicBezTo>
                <a:cubicBezTo>
                  <a:pt x="4320" y="2321"/>
                  <a:pt x="4320" y="2463"/>
                  <a:pt x="4338" y="2606"/>
                </a:cubicBezTo>
                <a:lnTo>
                  <a:pt x="4338" y="2624"/>
                </a:lnTo>
                <a:lnTo>
                  <a:pt x="4347" y="2624"/>
                </a:lnTo>
                <a:cubicBezTo>
                  <a:pt x="4463" y="2687"/>
                  <a:pt x="4588" y="2740"/>
                  <a:pt x="4713" y="2785"/>
                </a:cubicBezTo>
                <a:cubicBezTo>
                  <a:pt x="4846" y="2820"/>
                  <a:pt x="4971" y="2838"/>
                  <a:pt x="5105" y="2856"/>
                </a:cubicBezTo>
                <a:cubicBezTo>
                  <a:pt x="5170" y="2861"/>
                  <a:pt x="5235" y="2863"/>
                  <a:pt x="5300" y="2863"/>
                </a:cubicBezTo>
                <a:cubicBezTo>
                  <a:pt x="5478" y="2863"/>
                  <a:pt x="5655" y="2846"/>
                  <a:pt x="5832" y="2810"/>
                </a:cubicBezTo>
                <a:lnTo>
                  <a:pt x="5832" y="2810"/>
                </a:lnTo>
                <a:cubicBezTo>
                  <a:pt x="5779" y="2877"/>
                  <a:pt x="5742" y="2960"/>
                  <a:pt x="5721" y="3044"/>
                </a:cubicBezTo>
                <a:cubicBezTo>
                  <a:pt x="5712" y="3160"/>
                  <a:pt x="5721" y="3267"/>
                  <a:pt x="5757" y="3374"/>
                </a:cubicBezTo>
                <a:cubicBezTo>
                  <a:pt x="5832" y="3565"/>
                  <a:pt x="5930" y="3742"/>
                  <a:pt x="6059" y="3902"/>
                </a:cubicBezTo>
                <a:lnTo>
                  <a:pt x="6059" y="3902"/>
                </a:lnTo>
                <a:cubicBezTo>
                  <a:pt x="5988" y="3907"/>
                  <a:pt x="5921" y="3924"/>
                  <a:pt x="5855" y="3954"/>
                </a:cubicBezTo>
                <a:cubicBezTo>
                  <a:pt x="5784" y="3990"/>
                  <a:pt x="5712" y="4043"/>
                  <a:pt x="5668" y="4115"/>
                </a:cubicBezTo>
                <a:cubicBezTo>
                  <a:pt x="5623" y="4177"/>
                  <a:pt x="5587" y="4257"/>
                  <a:pt x="5560" y="4338"/>
                </a:cubicBezTo>
                <a:cubicBezTo>
                  <a:pt x="5545" y="4408"/>
                  <a:pt x="5536" y="4479"/>
                  <a:pt x="5534" y="4550"/>
                </a:cubicBezTo>
                <a:lnTo>
                  <a:pt x="5534" y="4550"/>
                </a:lnTo>
                <a:cubicBezTo>
                  <a:pt x="5372" y="4484"/>
                  <a:pt x="5203" y="4435"/>
                  <a:pt x="5025" y="4409"/>
                </a:cubicBezTo>
                <a:cubicBezTo>
                  <a:pt x="4987" y="4402"/>
                  <a:pt x="4950" y="4399"/>
                  <a:pt x="4913" y="4399"/>
                </a:cubicBezTo>
                <a:cubicBezTo>
                  <a:pt x="4853" y="4399"/>
                  <a:pt x="4795" y="4407"/>
                  <a:pt x="4739" y="4418"/>
                </a:cubicBezTo>
                <a:cubicBezTo>
                  <a:pt x="4641" y="4445"/>
                  <a:pt x="4570" y="4516"/>
                  <a:pt x="4534" y="4605"/>
                </a:cubicBezTo>
                <a:cubicBezTo>
                  <a:pt x="4498" y="4695"/>
                  <a:pt x="4489" y="4793"/>
                  <a:pt x="4498" y="4891"/>
                </a:cubicBezTo>
                <a:cubicBezTo>
                  <a:pt x="4507" y="4980"/>
                  <a:pt x="4516" y="5070"/>
                  <a:pt x="4534" y="5168"/>
                </a:cubicBezTo>
                <a:cubicBezTo>
                  <a:pt x="4568" y="5337"/>
                  <a:pt x="4618" y="5507"/>
                  <a:pt x="4684" y="5677"/>
                </a:cubicBezTo>
                <a:lnTo>
                  <a:pt x="4684" y="5677"/>
                </a:lnTo>
                <a:cubicBezTo>
                  <a:pt x="4548" y="5680"/>
                  <a:pt x="4412" y="5715"/>
                  <a:pt x="4284" y="5775"/>
                </a:cubicBezTo>
                <a:cubicBezTo>
                  <a:pt x="4150" y="5837"/>
                  <a:pt x="4025" y="5917"/>
                  <a:pt x="3918" y="6016"/>
                </a:cubicBezTo>
                <a:cubicBezTo>
                  <a:pt x="3811" y="6114"/>
                  <a:pt x="3713" y="6221"/>
                  <a:pt x="3624" y="6337"/>
                </a:cubicBezTo>
                <a:cubicBezTo>
                  <a:pt x="3532" y="6437"/>
                  <a:pt x="3456" y="6553"/>
                  <a:pt x="3388" y="6669"/>
                </a:cubicBezTo>
                <a:lnTo>
                  <a:pt x="3388" y="6669"/>
                </a:lnTo>
                <a:lnTo>
                  <a:pt x="3365" y="6515"/>
                </a:lnTo>
                <a:cubicBezTo>
                  <a:pt x="3356" y="6453"/>
                  <a:pt x="3338" y="6399"/>
                  <a:pt x="3320" y="6337"/>
                </a:cubicBezTo>
                <a:cubicBezTo>
                  <a:pt x="3285" y="6221"/>
                  <a:pt x="3222" y="6114"/>
                  <a:pt x="3142" y="6025"/>
                </a:cubicBezTo>
                <a:cubicBezTo>
                  <a:pt x="2994" y="5852"/>
                  <a:pt x="2785" y="5755"/>
                  <a:pt x="2557" y="5755"/>
                </a:cubicBezTo>
                <a:cubicBezTo>
                  <a:pt x="2543" y="5755"/>
                  <a:pt x="2529" y="5755"/>
                  <a:pt x="2515" y="5756"/>
                </a:cubicBezTo>
                <a:lnTo>
                  <a:pt x="2515" y="5756"/>
                </a:lnTo>
                <a:cubicBezTo>
                  <a:pt x="2645" y="5553"/>
                  <a:pt x="2741" y="5334"/>
                  <a:pt x="2812" y="5105"/>
                </a:cubicBezTo>
                <a:cubicBezTo>
                  <a:pt x="2847" y="4989"/>
                  <a:pt x="2856" y="4864"/>
                  <a:pt x="2821" y="4748"/>
                </a:cubicBezTo>
                <a:cubicBezTo>
                  <a:pt x="2794" y="4686"/>
                  <a:pt x="2749" y="4641"/>
                  <a:pt x="2687" y="4623"/>
                </a:cubicBezTo>
                <a:cubicBezTo>
                  <a:pt x="2647" y="4610"/>
                  <a:pt x="2603" y="4602"/>
                  <a:pt x="2558" y="4602"/>
                </a:cubicBezTo>
                <a:cubicBezTo>
                  <a:pt x="2542" y="4602"/>
                  <a:pt x="2525" y="4603"/>
                  <a:pt x="2508" y="4605"/>
                </a:cubicBezTo>
                <a:cubicBezTo>
                  <a:pt x="2392" y="4632"/>
                  <a:pt x="2276" y="4686"/>
                  <a:pt x="2187" y="4775"/>
                </a:cubicBezTo>
                <a:cubicBezTo>
                  <a:pt x="2098" y="4846"/>
                  <a:pt x="2008" y="4936"/>
                  <a:pt x="1937" y="5034"/>
                </a:cubicBezTo>
                <a:cubicBezTo>
                  <a:pt x="1794" y="5221"/>
                  <a:pt x="1660" y="5436"/>
                  <a:pt x="1562" y="5650"/>
                </a:cubicBezTo>
                <a:cubicBezTo>
                  <a:pt x="1669" y="5436"/>
                  <a:pt x="1794" y="5221"/>
                  <a:pt x="1946" y="5034"/>
                </a:cubicBezTo>
                <a:cubicBezTo>
                  <a:pt x="2017" y="4936"/>
                  <a:pt x="2098" y="4855"/>
                  <a:pt x="2196" y="4775"/>
                </a:cubicBezTo>
                <a:cubicBezTo>
                  <a:pt x="2285" y="4695"/>
                  <a:pt x="2392" y="4641"/>
                  <a:pt x="2508" y="4614"/>
                </a:cubicBezTo>
                <a:cubicBezTo>
                  <a:pt x="2525" y="4612"/>
                  <a:pt x="2542" y="4611"/>
                  <a:pt x="2558" y="4611"/>
                </a:cubicBezTo>
                <a:cubicBezTo>
                  <a:pt x="2603" y="4611"/>
                  <a:pt x="2647" y="4619"/>
                  <a:pt x="2687" y="4632"/>
                </a:cubicBezTo>
                <a:cubicBezTo>
                  <a:pt x="2740" y="4650"/>
                  <a:pt x="2785" y="4695"/>
                  <a:pt x="2812" y="4748"/>
                </a:cubicBezTo>
                <a:cubicBezTo>
                  <a:pt x="2838" y="4864"/>
                  <a:pt x="2838" y="4989"/>
                  <a:pt x="2794" y="5105"/>
                </a:cubicBezTo>
                <a:cubicBezTo>
                  <a:pt x="2722" y="5328"/>
                  <a:pt x="2624" y="5552"/>
                  <a:pt x="2499" y="5757"/>
                </a:cubicBezTo>
                <a:lnTo>
                  <a:pt x="2490" y="5775"/>
                </a:lnTo>
                <a:lnTo>
                  <a:pt x="2508" y="5775"/>
                </a:lnTo>
                <a:cubicBezTo>
                  <a:pt x="2518" y="5774"/>
                  <a:pt x="2528" y="5774"/>
                  <a:pt x="2537" y="5774"/>
                </a:cubicBezTo>
                <a:cubicBezTo>
                  <a:pt x="2760" y="5774"/>
                  <a:pt x="2979" y="5871"/>
                  <a:pt x="3133" y="6042"/>
                </a:cubicBezTo>
                <a:cubicBezTo>
                  <a:pt x="3204" y="6132"/>
                  <a:pt x="3258" y="6239"/>
                  <a:pt x="3294" y="6346"/>
                </a:cubicBezTo>
                <a:cubicBezTo>
                  <a:pt x="3320" y="6408"/>
                  <a:pt x="3329" y="6462"/>
                  <a:pt x="3347" y="6515"/>
                </a:cubicBezTo>
                <a:lnTo>
                  <a:pt x="3374" y="6694"/>
                </a:lnTo>
                <a:lnTo>
                  <a:pt x="3374" y="6730"/>
                </a:lnTo>
                <a:lnTo>
                  <a:pt x="3401" y="6694"/>
                </a:lnTo>
                <a:cubicBezTo>
                  <a:pt x="3472" y="6578"/>
                  <a:pt x="3552" y="6453"/>
                  <a:pt x="3642" y="6346"/>
                </a:cubicBezTo>
                <a:cubicBezTo>
                  <a:pt x="3731" y="6230"/>
                  <a:pt x="3838" y="6132"/>
                  <a:pt x="3945" y="6033"/>
                </a:cubicBezTo>
                <a:cubicBezTo>
                  <a:pt x="4052" y="5935"/>
                  <a:pt x="4168" y="5855"/>
                  <a:pt x="4302" y="5793"/>
                </a:cubicBezTo>
                <a:cubicBezTo>
                  <a:pt x="4427" y="5730"/>
                  <a:pt x="4570" y="5703"/>
                  <a:pt x="4713" y="5703"/>
                </a:cubicBezTo>
                <a:lnTo>
                  <a:pt x="4730" y="5703"/>
                </a:lnTo>
                <a:lnTo>
                  <a:pt x="4722" y="5676"/>
                </a:lnTo>
                <a:cubicBezTo>
                  <a:pt x="4659" y="5507"/>
                  <a:pt x="4606" y="5328"/>
                  <a:pt x="4570" y="5150"/>
                </a:cubicBezTo>
                <a:cubicBezTo>
                  <a:pt x="4552" y="5061"/>
                  <a:pt x="4543" y="4971"/>
                  <a:pt x="4534" y="4882"/>
                </a:cubicBezTo>
                <a:cubicBezTo>
                  <a:pt x="4525" y="4793"/>
                  <a:pt x="4534" y="4695"/>
                  <a:pt x="4570" y="4614"/>
                </a:cubicBezTo>
                <a:cubicBezTo>
                  <a:pt x="4597" y="4525"/>
                  <a:pt x="4668" y="4472"/>
                  <a:pt x="4757" y="4445"/>
                </a:cubicBezTo>
                <a:cubicBezTo>
                  <a:pt x="4807" y="4434"/>
                  <a:pt x="4863" y="4426"/>
                  <a:pt x="4920" y="4426"/>
                </a:cubicBezTo>
                <a:cubicBezTo>
                  <a:pt x="4956" y="4426"/>
                  <a:pt x="4991" y="4429"/>
                  <a:pt x="5025" y="4436"/>
                </a:cubicBezTo>
                <a:cubicBezTo>
                  <a:pt x="5203" y="4463"/>
                  <a:pt x="5382" y="4516"/>
                  <a:pt x="5552" y="4588"/>
                </a:cubicBezTo>
                <a:lnTo>
                  <a:pt x="5578" y="4605"/>
                </a:lnTo>
                <a:lnTo>
                  <a:pt x="5578" y="4570"/>
                </a:lnTo>
                <a:cubicBezTo>
                  <a:pt x="5569" y="4409"/>
                  <a:pt x="5614" y="4257"/>
                  <a:pt x="5703" y="4124"/>
                </a:cubicBezTo>
                <a:cubicBezTo>
                  <a:pt x="5748" y="4061"/>
                  <a:pt x="5810" y="4008"/>
                  <a:pt x="5882" y="3981"/>
                </a:cubicBezTo>
                <a:cubicBezTo>
                  <a:pt x="5946" y="3949"/>
                  <a:pt x="6010" y="3931"/>
                  <a:pt x="6080" y="3928"/>
                </a:cubicBezTo>
                <a:lnTo>
                  <a:pt x="6080" y="3928"/>
                </a:lnTo>
                <a:cubicBezTo>
                  <a:pt x="6082" y="3931"/>
                  <a:pt x="6085" y="3933"/>
                  <a:pt x="6087" y="3936"/>
                </a:cubicBezTo>
                <a:lnTo>
                  <a:pt x="6091" y="3927"/>
                </a:lnTo>
                <a:lnTo>
                  <a:pt x="6091" y="3927"/>
                </a:lnTo>
                <a:cubicBezTo>
                  <a:pt x="6096" y="3927"/>
                  <a:pt x="6100" y="3927"/>
                  <a:pt x="6105" y="3927"/>
                </a:cubicBezTo>
                <a:lnTo>
                  <a:pt x="6141" y="3927"/>
                </a:lnTo>
                <a:lnTo>
                  <a:pt x="6114" y="3900"/>
                </a:lnTo>
                <a:cubicBezTo>
                  <a:pt x="5980" y="3740"/>
                  <a:pt x="5864" y="3552"/>
                  <a:pt x="5801" y="3347"/>
                </a:cubicBezTo>
                <a:cubicBezTo>
                  <a:pt x="5766" y="3249"/>
                  <a:pt x="5748" y="3142"/>
                  <a:pt x="5766" y="3044"/>
                </a:cubicBezTo>
                <a:cubicBezTo>
                  <a:pt x="5782" y="2948"/>
                  <a:pt x="5826" y="2866"/>
                  <a:pt x="5887" y="2799"/>
                </a:cubicBezTo>
                <a:lnTo>
                  <a:pt x="5887" y="2799"/>
                </a:lnTo>
                <a:cubicBezTo>
                  <a:pt x="5894" y="2797"/>
                  <a:pt x="5901" y="2795"/>
                  <a:pt x="5909" y="2794"/>
                </a:cubicBezTo>
                <a:lnTo>
                  <a:pt x="5901" y="2784"/>
                </a:lnTo>
                <a:lnTo>
                  <a:pt x="5901" y="2784"/>
                </a:lnTo>
                <a:cubicBezTo>
                  <a:pt x="5903" y="2781"/>
                  <a:pt x="5906" y="2778"/>
                  <a:pt x="5909" y="2776"/>
                </a:cubicBezTo>
                <a:lnTo>
                  <a:pt x="5971" y="2722"/>
                </a:lnTo>
                <a:lnTo>
                  <a:pt x="5891" y="2740"/>
                </a:lnTo>
                <a:cubicBezTo>
                  <a:pt x="5708" y="2779"/>
                  <a:pt x="5515" y="2804"/>
                  <a:pt x="5324" y="2804"/>
                </a:cubicBezTo>
                <a:cubicBezTo>
                  <a:pt x="5254" y="2804"/>
                  <a:pt x="5184" y="2801"/>
                  <a:pt x="5114" y="2794"/>
                </a:cubicBezTo>
                <a:cubicBezTo>
                  <a:pt x="4980" y="2785"/>
                  <a:pt x="4855" y="2758"/>
                  <a:pt x="4730" y="2722"/>
                </a:cubicBezTo>
                <a:cubicBezTo>
                  <a:pt x="4609" y="2687"/>
                  <a:pt x="4487" y="2636"/>
                  <a:pt x="4381" y="2575"/>
                </a:cubicBezTo>
                <a:lnTo>
                  <a:pt x="4381" y="2575"/>
                </a:lnTo>
                <a:cubicBezTo>
                  <a:pt x="4356" y="2294"/>
                  <a:pt x="4374" y="2013"/>
                  <a:pt x="4436" y="1741"/>
                </a:cubicBezTo>
                <a:cubicBezTo>
                  <a:pt x="4463" y="1607"/>
                  <a:pt x="4507" y="1464"/>
                  <a:pt x="4570" y="1339"/>
                </a:cubicBezTo>
                <a:cubicBezTo>
                  <a:pt x="4632" y="1214"/>
                  <a:pt x="4704" y="1089"/>
                  <a:pt x="4793" y="982"/>
                </a:cubicBezTo>
                <a:lnTo>
                  <a:pt x="4820" y="946"/>
                </a:lnTo>
                <a:lnTo>
                  <a:pt x="4775" y="937"/>
                </a:lnTo>
                <a:cubicBezTo>
                  <a:pt x="4677" y="919"/>
                  <a:pt x="4579" y="884"/>
                  <a:pt x="4489" y="839"/>
                </a:cubicBezTo>
                <a:cubicBezTo>
                  <a:pt x="4391" y="795"/>
                  <a:pt x="4311" y="732"/>
                  <a:pt x="4240" y="661"/>
                </a:cubicBezTo>
                <a:cubicBezTo>
                  <a:pt x="4168" y="589"/>
                  <a:pt x="4106" y="500"/>
                  <a:pt x="4070" y="402"/>
                </a:cubicBezTo>
                <a:cubicBezTo>
                  <a:pt x="4034" y="304"/>
                  <a:pt x="4016" y="205"/>
                  <a:pt x="4016" y="98"/>
                </a:cubicBezTo>
                <a:lnTo>
                  <a:pt x="400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4" name="Google Shape;2884;p24"/>
          <p:cNvSpPr/>
          <p:nvPr/>
        </p:nvSpPr>
        <p:spPr>
          <a:xfrm rot="4320501">
            <a:off x="1745576" y="599917"/>
            <a:ext cx="220742" cy="223093"/>
          </a:xfrm>
          <a:custGeom>
            <a:avLst/>
            <a:gdLst/>
            <a:ahLst/>
            <a:cxnLst/>
            <a:rect l="l" t="t" r="r" b="b"/>
            <a:pathLst>
              <a:path w="4482" h="4529" extrusionOk="0">
                <a:moveTo>
                  <a:pt x="2804" y="1"/>
                </a:moveTo>
                <a:cubicBezTo>
                  <a:pt x="2804" y="1"/>
                  <a:pt x="2804" y="1"/>
                  <a:pt x="2804" y="2"/>
                </a:cubicBezTo>
                <a:cubicBezTo>
                  <a:pt x="2805" y="7"/>
                  <a:pt x="2807" y="12"/>
                  <a:pt x="2808" y="17"/>
                </a:cubicBezTo>
                <a:lnTo>
                  <a:pt x="2808" y="17"/>
                </a:lnTo>
                <a:cubicBezTo>
                  <a:pt x="2806" y="7"/>
                  <a:pt x="2804" y="1"/>
                  <a:pt x="2804" y="1"/>
                </a:cubicBezTo>
                <a:close/>
                <a:moveTo>
                  <a:pt x="26" y="3498"/>
                </a:moveTo>
                <a:cubicBezTo>
                  <a:pt x="15" y="3504"/>
                  <a:pt x="7" y="3508"/>
                  <a:pt x="3" y="3509"/>
                </a:cubicBezTo>
                <a:lnTo>
                  <a:pt x="10" y="3509"/>
                </a:lnTo>
                <a:cubicBezTo>
                  <a:pt x="16" y="3506"/>
                  <a:pt x="21" y="3502"/>
                  <a:pt x="26" y="3498"/>
                </a:cubicBezTo>
                <a:close/>
                <a:moveTo>
                  <a:pt x="1" y="3509"/>
                </a:moveTo>
                <a:cubicBezTo>
                  <a:pt x="1" y="3510"/>
                  <a:pt x="1" y="3510"/>
                  <a:pt x="1" y="3510"/>
                </a:cubicBezTo>
                <a:cubicBezTo>
                  <a:pt x="1" y="3510"/>
                  <a:pt x="2" y="3510"/>
                  <a:pt x="3" y="3509"/>
                </a:cubicBezTo>
                <a:close/>
                <a:moveTo>
                  <a:pt x="2808" y="17"/>
                </a:moveTo>
                <a:cubicBezTo>
                  <a:pt x="2833" y="141"/>
                  <a:pt x="2973" y="939"/>
                  <a:pt x="3054" y="1376"/>
                </a:cubicBezTo>
                <a:cubicBezTo>
                  <a:pt x="3072" y="1456"/>
                  <a:pt x="3081" y="1554"/>
                  <a:pt x="3098" y="1626"/>
                </a:cubicBezTo>
                <a:lnTo>
                  <a:pt x="2117" y="1403"/>
                </a:lnTo>
                <a:cubicBezTo>
                  <a:pt x="1582" y="1280"/>
                  <a:pt x="151" y="1037"/>
                  <a:pt x="135" y="1037"/>
                </a:cubicBezTo>
                <a:cubicBezTo>
                  <a:pt x="135" y="1037"/>
                  <a:pt x="135" y="1037"/>
                  <a:pt x="135" y="1037"/>
                </a:cubicBezTo>
                <a:lnTo>
                  <a:pt x="1171" y="1269"/>
                </a:lnTo>
                <a:lnTo>
                  <a:pt x="2804" y="1644"/>
                </a:lnTo>
                <a:lnTo>
                  <a:pt x="3027" y="1697"/>
                </a:lnTo>
                <a:lnTo>
                  <a:pt x="2697" y="1903"/>
                </a:lnTo>
                <a:lnTo>
                  <a:pt x="1983" y="2331"/>
                </a:lnTo>
                <a:lnTo>
                  <a:pt x="680" y="3107"/>
                </a:lnTo>
                <a:cubicBezTo>
                  <a:pt x="528" y="3197"/>
                  <a:pt x="376" y="3286"/>
                  <a:pt x="234" y="3375"/>
                </a:cubicBezTo>
                <a:lnTo>
                  <a:pt x="82" y="3464"/>
                </a:lnTo>
                <a:cubicBezTo>
                  <a:pt x="68" y="3472"/>
                  <a:pt x="47" y="3484"/>
                  <a:pt x="26" y="3498"/>
                </a:cubicBezTo>
                <a:lnTo>
                  <a:pt x="26" y="3498"/>
                </a:lnTo>
                <a:cubicBezTo>
                  <a:pt x="225" y="3404"/>
                  <a:pt x="1529" y="2737"/>
                  <a:pt x="1911" y="2509"/>
                </a:cubicBezTo>
                <a:cubicBezTo>
                  <a:pt x="2295" y="2277"/>
                  <a:pt x="2697" y="2036"/>
                  <a:pt x="3081" y="1795"/>
                </a:cubicBezTo>
                <a:lnTo>
                  <a:pt x="3081" y="1795"/>
                </a:lnTo>
                <a:cubicBezTo>
                  <a:pt x="3000" y="2072"/>
                  <a:pt x="2911" y="2358"/>
                  <a:pt x="2831" y="2625"/>
                </a:cubicBezTo>
                <a:cubicBezTo>
                  <a:pt x="2679" y="3143"/>
                  <a:pt x="2536" y="3652"/>
                  <a:pt x="2384" y="4170"/>
                </a:cubicBezTo>
                <a:lnTo>
                  <a:pt x="2286" y="4527"/>
                </a:lnTo>
                <a:cubicBezTo>
                  <a:pt x="2286" y="4528"/>
                  <a:pt x="2285" y="4529"/>
                  <a:pt x="2285" y="4529"/>
                </a:cubicBezTo>
                <a:cubicBezTo>
                  <a:pt x="2285" y="4529"/>
                  <a:pt x="2514" y="3960"/>
                  <a:pt x="2643" y="3598"/>
                </a:cubicBezTo>
                <a:cubicBezTo>
                  <a:pt x="2813" y="3107"/>
                  <a:pt x="2956" y="2590"/>
                  <a:pt x="3107" y="2072"/>
                </a:cubicBezTo>
                <a:cubicBezTo>
                  <a:pt x="3134" y="1974"/>
                  <a:pt x="3170" y="1867"/>
                  <a:pt x="3197" y="1760"/>
                </a:cubicBezTo>
                <a:lnTo>
                  <a:pt x="3786" y="2286"/>
                </a:lnTo>
                <a:cubicBezTo>
                  <a:pt x="3955" y="2447"/>
                  <a:pt x="4384" y="2777"/>
                  <a:pt x="4384" y="2777"/>
                </a:cubicBezTo>
                <a:cubicBezTo>
                  <a:pt x="4384" y="2777"/>
                  <a:pt x="3679" y="2090"/>
                  <a:pt x="3330" y="1787"/>
                </a:cubicBezTo>
                <a:lnTo>
                  <a:pt x="3241" y="1706"/>
                </a:lnTo>
                <a:lnTo>
                  <a:pt x="3313" y="1662"/>
                </a:lnTo>
                <a:cubicBezTo>
                  <a:pt x="3705" y="1421"/>
                  <a:pt x="4116" y="1126"/>
                  <a:pt x="4348" y="716"/>
                </a:cubicBezTo>
                <a:cubicBezTo>
                  <a:pt x="4437" y="591"/>
                  <a:pt x="4482" y="430"/>
                  <a:pt x="4473" y="269"/>
                </a:cubicBezTo>
                <a:lnTo>
                  <a:pt x="4473" y="260"/>
                </a:lnTo>
                <a:cubicBezTo>
                  <a:pt x="4473" y="234"/>
                  <a:pt x="4455" y="207"/>
                  <a:pt x="4419" y="198"/>
                </a:cubicBezTo>
                <a:cubicBezTo>
                  <a:pt x="4415" y="193"/>
                  <a:pt x="4404" y="189"/>
                  <a:pt x="4394" y="189"/>
                </a:cubicBezTo>
                <a:cubicBezTo>
                  <a:pt x="4384" y="189"/>
                  <a:pt x="4375" y="193"/>
                  <a:pt x="4375" y="207"/>
                </a:cubicBezTo>
                <a:cubicBezTo>
                  <a:pt x="4384" y="332"/>
                  <a:pt x="4357" y="457"/>
                  <a:pt x="4294" y="564"/>
                </a:cubicBezTo>
                <a:cubicBezTo>
                  <a:pt x="4107" y="948"/>
                  <a:pt x="3741" y="1233"/>
                  <a:pt x="3393" y="1465"/>
                </a:cubicBezTo>
                <a:cubicBezTo>
                  <a:pt x="3322" y="1510"/>
                  <a:pt x="3259" y="1554"/>
                  <a:pt x="3188" y="1599"/>
                </a:cubicBezTo>
                <a:cubicBezTo>
                  <a:pt x="3072" y="1135"/>
                  <a:pt x="2965" y="671"/>
                  <a:pt x="2857" y="216"/>
                </a:cubicBezTo>
                <a:cubicBezTo>
                  <a:pt x="2841" y="150"/>
                  <a:pt x="2824" y="83"/>
                  <a:pt x="2808" y="17"/>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5" name="Google Shape;2885;p24"/>
          <p:cNvSpPr/>
          <p:nvPr/>
        </p:nvSpPr>
        <p:spPr>
          <a:xfrm rot="-4312710">
            <a:off x="894688" y="1675278"/>
            <a:ext cx="291665" cy="266433"/>
          </a:xfrm>
          <a:custGeom>
            <a:avLst/>
            <a:gdLst/>
            <a:ahLst/>
            <a:cxnLst/>
            <a:rect l="l" t="t" r="r" b="b"/>
            <a:pathLst>
              <a:path w="4196" h="3833" extrusionOk="0">
                <a:moveTo>
                  <a:pt x="1187" y="1"/>
                </a:moveTo>
                <a:cubicBezTo>
                  <a:pt x="1184" y="1"/>
                  <a:pt x="1181" y="1"/>
                  <a:pt x="1178" y="1"/>
                </a:cubicBezTo>
                <a:cubicBezTo>
                  <a:pt x="1000" y="10"/>
                  <a:pt x="813" y="206"/>
                  <a:pt x="813" y="206"/>
                </a:cubicBezTo>
                <a:cubicBezTo>
                  <a:pt x="754" y="86"/>
                  <a:pt x="689" y="49"/>
                  <a:pt x="631" y="49"/>
                </a:cubicBezTo>
                <a:cubicBezTo>
                  <a:pt x="539" y="49"/>
                  <a:pt x="464" y="144"/>
                  <a:pt x="464" y="144"/>
                </a:cubicBezTo>
                <a:cubicBezTo>
                  <a:pt x="464" y="144"/>
                  <a:pt x="330" y="79"/>
                  <a:pt x="218" y="79"/>
                </a:cubicBezTo>
                <a:cubicBezTo>
                  <a:pt x="170" y="79"/>
                  <a:pt x="125" y="91"/>
                  <a:pt x="99" y="126"/>
                </a:cubicBezTo>
                <a:cubicBezTo>
                  <a:pt x="0" y="233"/>
                  <a:pt x="223" y="527"/>
                  <a:pt x="223" y="527"/>
                </a:cubicBezTo>
                <a:cubicBezTo>
                  <a:pt x="152" y="581"/>
                  <a:pt x="99" y="661"/>
                  <a:pt x="81" y="751"/>
                </a:cubicBezTo>
                <a:cubicBezTo>
                  <a:pt x="45" y="911"/>
                  <a:pt x="295" y="1143"/>
                  <a:pt x="295" y="1143"/>
                </a:cubicBezTo>
                <a:cubicBezTo>
                  <a:pt x="295" y="1143"/>
                  <a:pt x="81" y="1233"/>
                  <a:pt x="90" y="1402"/>
                </a:cubicBezTo>
                <a:cubicBezTo>
                  <a:pt x="99" y="1563"/>
                  <a:pt x="384" y="1643"/>
                  <a:pt x="384" y="1643"/>
                </a:cubicBezTo>
                <a:cubicBezTo>
                  <a:pt x="384" y="1643"/>
                  <a:pt x="188" y="1902"/>
                  <a:pt x="339" y="2098"/>
                </a:cubicBezTo>
                <a:cubicBezTo>
                  <a:pt x="476" y="2273"/>
                  <a:pt x="710" y="2286"/>
                  <a:pt x="777" y="2286"/>
                </a:cubicBezTo>
                <a:cubicBezTo>
                  <a:pt x="788" y="2286"/>
                  <a:pt x="795" y="2286"/>
                  <a:pt x="795" y="2286"/>
                </a:cubicBezTo>
                <a:lnTo>
                  <a:pt x="795" y="2286"/>
                </a:lnTo>
                <a:cubicBezTo>
                  <a:pt x="795" y="2286"/>
                  <a:pt x="643" y="2411"/>
                  <a:pt x="795" y="2678"/>
                </a:cubicBezTo>
                <a:cubicBezTo>
                  <a:pt x="946" y="2946"/>
                  <a:pt x="1312" y="2946"/>
                  <a:pt x="1312" y="2946"/>
                </a:cubicBezTo>
                <a:cubicBezTo>
                  <a:pt x="1205" y="3026"/>
                  <a:pt x="1187" y="3187"/>
                  <a:pt x="1277" y="3294"/>
                </a:cubicBezTo>
                <a:cubicBezTo>
                  <a:pt x="1384" y="3455"/>
                  <a:pt x="1687" y="3475"/>
                  <a:pt x="1831" y="3475"/>
                </a:cubicBezTo>
                <a:cubicBezTo>
                  <a:pt x="1880" y="3475"/>
                  <a:pt x="1910" y="3473"/>
                  <a:pt x="1910" y="3473"/>
                </a:cubicBezTo>
                <a:lnTo>
                  <a:pt x="1910" y="3473"/>
                </a:lnTo>
                <a:cubicBezTo>
                  <a:pt x="1872" y="3648"/>
                  <a:pt x="2094" y="3682"/>
                  <a:pt x="2270" y="3682"/>
                </a:cubicBezTo>
                <a:cubicBezTo>
                  <a:pt x="2380" y="3682"/>
                  <a:pt x="2473" y="3669"/>
                  <a:pt x="2473" y="3669"/>
                </a:cubicBezTo>
                <a:lnTo>
                  <a:pt x="2473" y="3669"/>
                </a:lnTo>
                <a:cubicBezTo>
                  <a:pt x="2427" y="3755"/>
                  <a:pt x="2439" y="3833"/>
                  <a:pt x="2584" y="3833"/>
                </a:cubicBezTo>
                <a:cubicBezTo>
                  <a:pt x="2694" y="3833"/>
                  <a:pt x="2881" y="3788"/>
                  <a:pt x="3178" y="3669"/>
                </a:cubicBezTo>
                <a:cubicBezTo>
                  <a:pt x="3539" y="3524"/>
                  <a:pt x="3801" y="3489"/>
                  <a:pt x="3969" y="3489"/>
                </a:cubicBezTo>
                <a:cubicBezTo>
                  <a:pt x="4121" y="3489"/>
                  <a:pt x="4195" y="3517"/>
                  <a:pt x="4195" y="3517"/>
                </a:cubicBezTo>
                <a:cubicBezTo>
                  <a:pt x="4195" y="3517"/>
                  <a:pt x="3954" y="2982"/>
                  <a:pt x="4008" y="2714"/>
                </a:cubicBezTo>
                <a:cubicBezTo>
                  <a:pt x="4061" y="2455"/>
                  <a:pt x="4142" y="1884"/>
                  <a:pt x="3990" y="1697"/>
                </a:cubicBezTo>
                <a:cubicBezTo>
                  <a:pt x="3932" y="1622"/>
                  <a:pt x="3880" y="1596"/>
                  <a:pt x="3837" y="1596"/>
                </a:cubicBezTo>
                <a:cubicBezTo>
                  <a:pt x="3742" y="1596"/>
                  <a:pt x="3686" y="1723"/>
                  <a:pt x="3686" y="1723"/>
                </a:cubicBezTo>
                <a:cubicBezTo>
                  <a:pt x="3686" y="1723"/>
                  <a:pt x="3811" y="1134"/>
                  <a:pt x="3588" y="1018"/>
                </a:cubicBezTo>
                <a:cubicBezTo>
                  <a:pt x="3551" y="1000"/>
                  <a:pt x="3518" y="992"/>
                  <a:pt x="3488" y="992"/>
                </a:cubicBezTo>
                <a:cubicBezTo>
                  <a:pt x="3332" y="992"/>
                  <a:pt x="3276" y="1206"/>
                  <a:pt x="3276" y="1206"/>
                </a:cubicBezTo>
                <a:cubicBezTo>
                  <a:pt x="3276" y="1206"/>
                  <a:pt x="3285" y="822"/>
                  <a:pt x="3044" y="688"/>
                </a:cubicBezTo>
                <a:cubicBezTo>
                  <a:pt x="3001" y="665"/>
                  <a:pt x="2955" y="654"/>
                  <a:pt x="2911" y="654"/>
                </a:cubicBezTo>
                <a:cubicBezTo>
                  <a:pt x="2816" y="654"/>
                  <a:pt x="2726" y="704"/>
                  <a:pt x="2678" y="795"/>
                </a:cubicBezTo>
                <a:cubicBezTo>
                  <a:pt x="2678" y="795"/>
                  <a:pt x="2544" y="510"/>
                  <a:pt x="2365" y="438"/>
                </a:cubicBezTo>
                <a:cubicBezTo>
                  <a:pt x="2331" y="424"/>
                  <a:pt x="2296" y="417"/>
                  <a:pt x="2262" y="417"/>
                </a:cubicBezTo>
                <a:cubicBezTo>
                  <a:pt x="2190" y="417"/>
                  <a:pt x="2122" y="449"/>
                  <a:pt x="2080" y="510"/>
                </a:cubicBezTo>
                <a:cubicBezTo>
                  <a:pt x="2080" y="510"/>
                  <a:pt x="2062" y="224"/>
                  <a:pt x="1875" y="162"/>
                </a:cubicBezTo>
                <a:cubicBezTo>
                  <a:pt x="1845" y="150"/>
                  <a:pt x="1815" y="145"/>
                  <a:pt x="1787" y="145"/>
                </a:cubicBezTo>
                <a:cubicBezTo>
                  <a:pt x="1640" y="145"/>
                  <a:pt x="1527" y="278"/>
                  <a:pt x="1527" y="278"/>
                </a:cubicBezTo>
                <a:cubicBezTo>
                  <a:pt x="1527" y="278"/>
                  <a:pt x="1362" y="1"/>
                  <a:pt x="118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6" name="Google Shape;2886;p24"/>
          <p:cNvSpPr/>
          <p:nvPr/>
        </p:nvSpPr>
        <p:spPr>
          <a:xfrm rot="-4312710">
            <a:off x="889121" y="1622642"/>
            <a:ext cx="370559" cy="297852"/>
          </a:xfrm>
          <a:custGeom>
            <a:avLst/>
            <a:gdLst/>
            <a:ahLst/>
            <a:cxnLst/>
            <a:rect l="l" t="t" r="r" b="b"/>
            <a:pathLst>
              <a:path w="5331" h="4285" extrusionOk="0">
                <a:moveTo>
                  <a:pt x="634" y="0"/>
                </a:moveTo>
                <a:cubicBezTo>
                  <a:pt x="643" y="36"/>
                  <a:pt x="661" y="72"/>
                  <a:pt x="670" y="98"/>
                </a:cubicBezTo>
                <a:cubicBezTo>
                  <a:pt x="741" y="304"/>
                  <a:pt x="795" y="509"/>
                  <a:pt x="822" y="723"/>
                </a:cubicBezTo>
                <a:lnTo>
                  <a:pt x="45" y="18"/>
                </a:lnTo>
                <a:cubicBezTo>
                  <a:pt x="27" y="27"/>
                  <a:pt x="18" y="36"/>
                  <a:pt x="1" y="54"/>
                </a:cubicBezTo>
                <a:cubicBezTo>
                  <a:pt x="500" y="509"/>
                  <a:pt x="1000" y="964"/>
                  <a:pt x="1509" y="1402"/>
                </a:cubicBezTo>
                <a:lnTo>
                  <a:pt x="1107" y="1402"/>
                </a:lnTo>
                <a:cubicBezTo>
                  <a:pt x="964" y="1393"/>
                  <a:pt x="822" y="1375"/>
                  <a:pt x="679" y="1357"/>
                </a:cubicBezTo>
                <a:cubicBezTo>
                  <a:pt x="465" y="1321"/>
                  <a:pt x="242" y="1277"/>
                  <a:pt x="27" y="1214"/>
                </a:cubicBezTo>
                <a:cubicBezTo>
                  <a:pt x="18" y="1223"/>
                  <a:pt x="18" y="1232"/>
                  <a:pt x="10" y="1250"/>
                </a:cubicBezTo>
                <a:cubicBezTo>
                  <a:pt x="224" y="1312"/>
                  <a:pt x="447" y="1366"/>
                  <a:pt x="670" y="1402"/>
                </a:cubicBezTo>
                <a:cubicBezTo>
                  <a:pt x="813" y="1419"/>
                  <a:pt x="956" y="1437"/>
                  <a:pt x="1107" y="1446"/>
                </a:cubicBezTo>
                <a:cubicBezTo>
                  <a:pt x="1170" y="1446"/>
                  <a:pt x="1241" y="1455"/>
                  <a:pt x="1313" y="1455"/>
                </a:cubicBezTo>
                <a:lnTo>
                  <a:pt x="1536" y="1455"/>
                </a:lnTo>
                <a:cubicBezTo>
                  <a:pt x="1545" y="1464"/>
                  <a:pt x="1562" y="1464"/>
                  <a:pt x="1571" y="1464"/>
                </a:cubicBezTo>
                <a:cubicBezTo>
                  <a:pt x="1670" y="1553"/>
                  <a:pt x="1777" y="1642"/>
                  <a:pt x="1875" y="1732"/>
                </a:cubicBezTo>
                <a:lnTo>
                  <a:pt x="2125" y="1946"/>
                </a:lnTo>
                <a:cubicBezTo>
                  <a:pt x="1881" y="1980"/>
                  <a:pt x="1635" y="1997"/>
                  <a:pt x="1388" y="1997"/>
                </a:cubicBezTo>
                <a:cubicBezTo>
                  <a:pt x="993" y="1997"/>
                  <a:pt x="596" y="1953"/>
                  <a:pt x="206" y="1866"/>
                </a:cubicBezTo>
                <a:lnTo>
                  <a:pt x="197" y="1866"/>
                </a:lnTo>
                <a:lnTo>
                  <a:pt x="197" y="1892"/>
                </a:lnTo>
                <a:cubicBezTo>
                  <a:pt x="582" y="1989"/>
                  <a:pt x="974" y="2037"/>
                  <a:pt x="1369" y="2037"/>
                </a:cubicBezTo>
                <a:cubicBezTo>
                  <a:pt x="1632" y="2037"/>
                  <a:pt x="1896" y="2016"/>
                  <a:pt x="2160" y="1973"/>
                </a:cubicBezTo>
                <a:cubicBezTo>
                  <a:pt x="2357" y="2142"/>
                  <a:pt x="2562" y="2312"/>
                  <a:pt x="2776" y="2481"/>
                </a:cubicBezTo>
                <a:cubicBezTo>
                  <a:pt x="2230" y="2664"/>
                  <a:pt x="1660" y="2769"/>
                  <a:pt x="1082" y="2769"/>
                </a:cubicBezTo>
                <a:cubicBezTo>
                  <a:pt x="1037" y="2769"/>
                  <a:pt x="992" y="2768"/>
                  <a:pt x="947" y="2767"/>
                </a:cubicBezTo>
                <a:lnTo>
                  <a:pt x="848" y="2767"/>
                </a:lnTo>
                <a:cubicBezTo>
                  <a:pt x="884" y="2794"/>
                  <a:pt x="920" y="2812"/>
                  <a:pt x="947" y="2821"/>
                </a:cubicBezTo>
                <a:cubicBezTo>
                  <a:pt x="976" y="2821"/>
                  <a:pt x="1005" y="2821"/>
                  <a:pt x="1034" y="2821"/>
                </a:cubicBezTo>
                <a:cubicBezTo>
                  <a:pt x="1467" y="2821"/>
                  <a:pt x="1885" y="2760"/>
                  <a:pt x="2303" y="2660"/>
                </a:cubicBezTo>
                <a:cubicBezTo>
                  <a:pt x="2473" y="2615"/>
                  <a:pt x="2633" y="2562"/>
                  <a:pt x="2803" y="2499"/>
                </a:cubicBezTo>
                <a:cubicBezTo>
                  <a:pt x="2973" y="2642"/>
                  <a:pt x="3151" y="2785"/>
                  <a:pt x="3330" y="2919"/>
                </a:cubicBezTo>
                <a:lnTo>
                  <a:pt x="3106" y="3017"/>
                </a:lnTo>
                <a:cubicBezTo>
                  <a:pt x="2687" y="3204"/>
                  <a:pt x="2259" y="3356"/>
                  <a:pt x="1812" y="3463"/>
                </a:cubicBezTo>
                <a:cubicBezTo>
                  <a:pt x="1812" y="3481"/>
                  <a:pt x="1821" y="3499"/>
                  <a:pt x="1830" y="3517"/>
                </a:cubicBezTo>
                <a:cubicBezTo>
                  <a:pt x="2223" y="3427"/>
                  <a:pt x="2616" y="3303"/>
                  <a:pt x="2982" y="3133"/>
                </a:cubicBezTo>
                <a:cubicBezTo>
                  <a:pt x="3115" y="3070"/>
                  <a:pt x="3240" y="3017"/>
                  <a:pt x="3374" y="2963"/>
                </a:cubicBezTo>
                <a:cubicBezTo>
                  <a:pt x="3562" y="3106"/>
                  <a:pt x="3749" y="3249"/>
                  <a:pt x="3945" y="3392"/>
                </a:cubicBezTo>
                <a:cubicBezTo>
                  <a:pt x="4142" y="3526"/>
                  <a:pt x="4347" y="3677"/>
                  <a:pt x="4552" y="3820"/>
                </a:cubicBezTo>
                <a:lnTo>
                  <a:pt x="4856" y="4043"/>
                </a:lnTo>
                <a:cubicBezTo>
                  <a:pt x="4963" y="4115"/>
                  <a:pt x="5061" y="4186"/>
                  <a:pt x="5168" y="4266"/>
                </a:cubicBezTo>
                <a:cubicBezTo>
                  <a:pt x="5185" y="4279"/>
                  <a:pt x="5202" y="4284"/>
                  <a:pt x="5218" y="4284"/>
                </a:cubicBezTo>
                <a:cubicBezTo>
                  <a:pt x="5289" y="4284"/>
                  <a:pt x="5331" y="4168"/>
                  <a:pt x="5257" y="4124"/>
                </a:cubicBezTo>
                <a:cubicBezTo>
                  <a:pt x="5168" y="4079"/>
                  <a:pt x="5061" y="4025"/>
                  <a:pt x="4963" y="3972"/>
                </a:cubicBezTo>
                <a:cubicBezTo>
                  <a:pt x="4865" y="3918"/>
                  <a:pt x="4767" y="3865"/>
                  <a:pt x="4677" y="3802"/>
                </a:cubicBezTo>
                <a:cubicBezTo>
                  <a:pt x="4490" y="3686"/>
                  <a:pt x="4302" y="3561"/>
                  <a:pt x="4115" y="3427"/>
                </a:cubicBezTo>
                <a:lnTo>
                  <a:pt x="4079" y="3401"/>
                </a:lnTo>
                <a:lnTo>
                  <a:pt x="4070" y="3401"/>
                </a:lnTo>
                <a:lnTo>
                  <a:pt x="3847" y="3240"/>
                </a:lnTo>
                <a:lnTo>
                  <a:pt x="3829" y="3195"/>
                </a:lnTo>
                <a:lnTo>
                  <a:pt x="3562" y="2999"/>
                </a:lnTo>
                <a:lnTo>
                  <a:pt x="3312" y="2812"/>
                </a:lnTo>
                <a:lnTo>
                  <a:pt x="3178" y="2696"/>
                </a:lnTo>
                <a:cubicBezTo>
                  <a:pt x="3339" y="2356"/>
                  <a:pt x="3437" y="1991"/>
                  <a:pt x="3472" y="1625"/>
                </a:cubicBezTo>
                <a:cubicBezTo>
                  <a:pt x="3490" y="1393"/>
                  <a:pt x="3499" y="1169"/>
                  <a:pt x="3499" y="937"/>
                </a:cubicBezTo>
                <a:cubicBezTo>
                  <a:pt x="3481" y="928"/>
                  <a:pt x="3463" y="920"/>
                  <a:pt x="3446" y="920"/>
                </a:cubicBezTo>
                <a:cubicBezTo>
                  <a:pt x="3446" y="928"/>
                  <a:pt x="3446" y="937"/>
                  <a:pt x="3446" y="946"/>
                </a:cubicBezTo>
                <a:cubicBezTo>
                  <a:pt x="3455" y="1330"/>
                  <a:pt x="3419" y="1714"/>
                  <a:pt x="3339" y="2098"/>
                </a:cubicBezTo>
                <a:cubicBezTo>
                  <a:pt x="3285" y="2294"/>
                  <a:pt x="3223" y="2490"/>
                  <a:pt x="3142" y="2678"/>
                </a:cubicBezTo>
                <a:lnTo>
                  <a:pt x="3071" y="2624"/>
                </a:lnTo>
                <a:cubicBezTo>
                  <a:pt x="2839" y="2446"/>
                  <a:pt x="2616" y="2258"/>
                  <a:pt x="2392" y="2071"/>
                </a:cubicBezTo>
                <a:cubicBezTo>
                  <a:pt x="2517" y="1634"/>
                  <a:pt x="2589" y="1169"/>
                  <a:pt x="2580" y="714"/>
                </a:cubicBezTo>
                <a:cubicBezTo>
                  <a:pt x="2580" y="714"/>
                  <a:pt x="2562" y="670"/>
                  <a:pt x="2535" y="616"/>
                </a:cubicBezTo>
                <a:lnTo>
                  <a:pt x="2535" y="616"/>
                </a:lnTo>
                <a:cubicBezTo>
                  <a:pt x="2544" y="902"/>
                  <a:pt x="2526" y="1178"/>
                  <a:pt x="2500" y="1446"/>
                </a:cubicBezTo>
                <a:cubicBezTo>
                  <a:pt x="2473" y="1651"/>
                  <a:pt x="2428" y="1857"/>
                  <a:pt x="2375" y="2062"/>
                </a:cubicBezTo>
                <a:cubicBezTo>
                  <a:pt x="2187" y="1901"/>
                  <a:pt x="2009" y="1750"/>
                  <a:pt x="1821" y="1589"/>
                </a:cubicBezTo>
                <a:cubicBezTo>
                  <a:pt x="1928" y="1312"/>
                  <a:pt x="1982" y="1009"/>
                  <a:pt x="1973" y="705"/>
                </a:cubicBezTo>
                <a:cubicBezTo>
                  <a:pt x="1973" y="616"/>
                  <a:pt x="1973" y="518"/>
                  <a:pt x="1982" y="429"/>
                </a:cubicBezTo>
                <a:cubicBezTo>
                  <a:pt x="1973" y="384"/>
                  <a:pt x="1964" y="339"/>
                  <a:pt x="1955" y="304"/>
                </a:cubicBezTo>
                <a:cubicBezTo>
                  <a:pt x="1946" y="411"/>
                  <a:pt x="1946" y="527"/>
                  <a:pt x="1946" y="634"/>
                </a:cubicBezTo>
                <a:cubicBezTo>
                  <a:pt x="1946" y="786"/>
                  <a:pt x="1937" y="937"/>
                  <a:pt x="1919" y="1080"/>
                </a:cubicBezTo>
                <a:cubicBezTo>
                  <a:pt x="1911" y="1250"/>
                  <a:pt x="1866" y="1419"/>
                  <a:pt x="1795" y="1571"/>
                </a:cubicBezTo>
                <a:lnTo>
                  <a:pt x="1384" y="1205"/>
                </a:lnTo>
                <a:cubicBezTo>
                  <a:pt x="1438" y="821"/>
                  <a:pt x="1420" y="429"/>
                  <a:pt x="1321" y="45"/>
                </a:cubicBezTo>
                <a:lnTo>
                  <a:pt x="1286" y="18"/>
                </a:lnTo>
                <a:lnTo>
                  <a:pt x="1286" y="18"/>
                </a:lnTo>
                <a:cubicBezTo>
                  <a:pt x="1375" y="393"/>
                  <a:pt x="1402" y="795"/>
                  <a:pt x="1348" y="1187"/>
                </a:cubicBezTo>
                <a:lnTo>
                  <a:pt x="1036" y="911"/>
                </a:lnTo>
                <a:lnTo>
                  <a:pt x="848" y="741"/>
                </a:lnTo>
                <a:cubicBezTo>
                  <a:pt x="831" y="527"/>
                  <a:pt x="786" y="322"/>
                  <a:pt x="715" y="125"/>
                </a:cubicBezTo>
                <a:cubicBezTo>
                  <a:pt x="697" y="81"/>
                  <a:pt x="670" y="36"/>
                  <a:pt x="63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7" name="Google Shape;2887;p24"/>
          <p:cNvSpPr/>
          <p:nvPr/>
        </p:nvSpPr>
        <p:spPr>
          <a:xfrm rot="-4312710">
            <a:off x="896267" y="1740920"/>
            <a:ext cx="189276" cy="210408"/>
          </a:xfrm>
          <a:custGeom>
            <a:avLst/>
            <a:gdLst/>
            <a:ahLst/>
            <a:cxnLst/>
            <a:rect l="l" t="t" r="r" b="b"/>
            <a:pathLst>
              <a:path w="2723" h="3027" extrusionOk="0">
                <a:moveTo>
                  <a:pt x="1178" y="108"/>
                </a:moveTo>
                <a:cubicBezTo>
                  <a:pt x="1000" y="117"/>
                  <a:pt x="813" y="313"/>
                  <a:pt x="813" y="313"/>
                </a:cubicBezTo>
                <a:cubicBezTo>
                  <a:pt x="661" y="1"/>
                  <a:pt x="464" y="251"/>
                  <a:pt x="464" y="251"/>
                </a:cubicBezTo>
                <a:cubicBezTo>
                  <a:pt x="464" y="251"/>
                  <a:pt x="179" y="126"/>
                  <a:pt x="90" y="233"/>
                </a:cubicBezTo>
                <a:cubicBezTo>
                  <a:pt x="0" y="340"/>
                  <a:pt x="223" y="634"/>
                  <a:pt x="223" y="634"/>
                </a:cubicBezTo>
                <a:cubicBezTo>
                  <a:pt x="152" y="688"/>
                  <a:pt x="99" y="768"/>
                  <a:pt x="81" y="858"/>
                </a:cubicBezTo>
                <a:cubicBezTo>
                  <a:pt x="45" y="1018"/>
                  <a:pt x="295" y="1250"/>
                  <a:pt x="295" y="1250"/>
                </a:cubicBezTo>
                <a:cubicBezTo>
                  <a:pt x="295" y="1250"/>
                  <a:pt x="81" y="1340"/>
                  <a:pt x="90" y="1509"/>
                </a:cubicBezTo>
                <a:cubicBezTo>
                  <a:pt x="99" y="1670"/>
                  <a:pt x="384" y="1750"/>
                  <a:pt x="384" y="1750"/>
                </a:cubicBezTo>
                <a:cubicBezTo>
                  <a:pt x="384" y="1750"/>
                  <a:pt x="188" y="2009"/>
                  <a:pt x="339" y="2205"/>
                </a:cubicBezTo>
                <a:cubicBezTo>
                  <a:pt x="491" y="2411"/>
                  <a:pt x="795" y="2393"/>
                  <a:pt x="795" y="2393"/>
                </a:cubicBezTo>
                <a:cubicBezTo>
                  <a:pt x="795" y="2393"/>
                  <a:pt x="643" y="2518"/>
                  <a:pt x="795" y="2785"/>
                </a:cubicBezTo>
                <a:cubicBezTo>
                  <a:pt x="875" y="2910"/>
                  <a:pt x="1000" y="3000"/>
                  <a:pt x="1143" y="3026"/>
                </a:cubicBezTo>
                <a:cubicBezTo>
                  <a:pt x="2365" y="2669"/>
                  <a:pt x="2722" y="1099"/>
                  <a:pt x="1767" y="251"/>
                </a:cubicBezTo>
                <a:cubicBezTo>
                  <a:pt x="1669" y="260"/>
                  <a:pt x="1589" y="313"/>
                  <a:pt x="1527" y="376"/>
                </a:cubicBezTo>
                <a:cubicBezTo>
                  <a:pt x="1527" y="376"/>
                  <a:pt x="1357" y="99"/>
                  <a:pt x="1178" y="108"/>
                </a:cubicBezTo>
                <a:close/>
              </a:path>
            </a:pathLst>
          </a:custGeom>
          <a:gradFill>
            <a:gsLst>
              <a:gs pos="0">
                <a:srgbClr val="FFFFFF">
                  <a:alpha val="0"/>
                </a:srgbClr>
              </a:gs>
              <a:gs pos="100000">
                <a:srgbClr val="FFFFFF">
                  <a:alpha val="2196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8" name="Google Shape;2888;p24"/>
          <p:cNvSpPr/>
          <p:nvPr/>
        </p:nvSpPr>
        <p:spPr>
          <a:xfrm rot="-4312710">
            <a:off x="896924" y="1672476"/>
            <a:ext cx="288607" cy="269283"/>
          </a:xfrm>
          <a:custGeom>
            <a:avLst/>
            <a:gdLst/>
            <a:ahLst/>
            <a:cxnLst/>
            <a:rect l="l" t="t" r="r" b="b"/>
            <a:pathLst>
              <a:path w="4152" h="3874" extrusionOk="0">
                <a:moveTo>
                  <a:pt x="1152" y="0"/>
                </a:moveTo>
                <a:cubicBezTo>
                  <a:pt x="1072" y="0"/>
                  <a:pt x="1001" y="27"/>
                  <a:pt x="929" y="71"/>
                </a:cubicBezTo>
                <a:cubicBezTo>
                  <a:pt x="878" y="101"/>
                  <a:pt x="826" y="142"/>
                  <a:pt x="780" y="186"/>
                </a:cubicBezTo>
                <a:lnTo>
                  <a:pt x="780" y="186"/>
                </a:lnTo>
                <a:cubicBezTo>
                  <a:pt x="764" y="160"/>
                  <a:pt x="746" y="136"/>
                  <a:pt x="733" y="116"/>
                </a:cubicBezTo>
                <a:cubicBezTo>
                  <a:pt x="697" y="80"/>
                  <a:pt x="661" y="54"/>
                  <a:pt x="617" y="45"/>
                </a:cubicBezTo>
                <a:cubicBezTo>
                  <a:pt x="605" y="42"/>
                  <a:pt x="593" y="41"/>
                  <a:pt x="581" y="41"/>
                </a:cubicBezTo>
                <a:cubicBezTo>
                  <a:pt x="549" y="41"/>
                  <a:pt x="518" y="49"/>
                  <a:pt x="492" y="63"/>
                </a:cubicBezTo>
                <a:cubicBezTo>
                  <a:pt x="461" y="86"/>
                  <a:pt x="430" y="109"/>
                  <a:pt x="405" y="132"/>
                </a:cubicBezTo>
                <a:lnTo>
                  <a:pt x="405" y="132"/>
                </a:lnTo>
                <a:cubicBezTo>
                  <a:pt x="342" y="103"/>
                  <a:pt x="280" y="87"/>
                  <a:pt x="224" y="71"/>
                </a:cubicBezTo>
                <a:lnTo>
                  <a:pt x="108" y="71"/>
                </a:lnTo>
                <a:cubicBezTo>
                  <a:pt x="63" y="80"/>
                  <a:pt x="28" y="116"/>
                  <a:pt x="10" y="152"/>
                </a:cubicBezTo>
                <a:cubicBezTo>
                  <a:pt x="1" y="196"/>
                  <a:pt x="1" y="232"/>
                  <a:pt x="10" y="277"/>
                </a:cubicBezTo>
                <a:cubicBezTo>
                  <a:pt x="19" y="312"/>
                  <a:pt x="37" y="339"/>
                  <a:pt x="55" y="375"/>
                </a:cubicBezTo>
                <a:cubicBezTo>
                  <a:pt x="79" y="431"/>
                  <a:pt x="110" y="487"/>
                  <a:pt x="148" y="543"/>
                </a:cubicBezTo>
                <a:lnTo>
                  <a:pt x="148" y="543"/>
                </a:lnTo>
                <a:cubicBezTo>
                  <a:pt x="105" y="578"/>
                  <a:pt x="69" y="624"/>
                  <a:pt x="46" y="669"/>
                </a:cubicBezTo>
                <a:cubicBezTo>
                  <a:pt x="28" y="705"/>
                  <a:pt x="19" y="732"/>
                  <a:pt x="10" y="768"/>
                </a:cubicBezTo>
                <a:cubicBezTo>
                  <a:pt x="10" y="803"/>
                  <a:pt x="10" y="839"/>
                  <a:pt x="19" y="866"/>
                </a:cubicBezTo>
                <a:cubicBezTo>
                  <a:pt x="37" y="928"/>
                  <a:pt x="72" y="982"/>
                  <a:pt x="108" y="1035"/>
                </a:cubicBezTo>
                <a:cubicBezTo>
                  <a:pt x="137" y="1078"/>
                  <a:pt x="171" y="1115"/>
                  <a:pt x="206" y="1151"/>
                </a:cubicBezTo>
                <a:lnTo>
                  <a:pt x="206" y="1151"/>
                </a:lnTo>
                <a:cubicBezTo>
                  <a:pt x="159" y="1178"/>
                  <a:pt x="117" y="1214"/>
                  <a:pt x="81" y="1250"/>
                </a:cubicBezTo>
                <a:cubicBezTo>
                  <a:pt x="37" y="1303"/>
                  <a:pt x="10" y="1374"/>
                  <a:pt x="28" y="1446"/>
                </a:cubicBezTo>
                <a:cubicBezTo>
                  <a:pt x="46" y="1508"/>
                  <a:pt x="90" y="1562"/>
                  <a:pt x="153" y="1598"/>
                </a:cubicBezTo>
                <a:cubicBezTo>
                  <a:pt x="198" y="1628"/>
                  <a:pt x="250" y="1652"/>
                  <a:pt x="303" y="1669"/>
                </a:cubicBezTo>
                <a:lnTo>
                  <a:pt x="303" y="1669"/>
                </a:lnTo>
                <a:cubicBezTo>
                  <a:pt x="262" y="1734"/>
                  <a:pt x="240" y="1805"/>
                  <a:pt x="224" y="1883"/>
                </a:cubicBezTo>
                <a:cubicBezTo>
                  <a:pt x="206" y="1972"/>
                  <a:pt x="233" y="2062"/>
                  <a:pt x="287" y="2133"/>
                </a:cubicBezTo>
                <a:cubicBezTo>
                  <a:pt x="340" y="2205"/>
                  <a:pt x="412" y="2249"/>
                  <a:pt x="501" y="2276"/>
                </a:cubicBezTo>
                <a:cubicBezTo>
                  <a:pt x="568" y="2306"/>
                  <a:pt x="635" y="2317"/>
                  <a:pt x="707" y="2320"/>
                </a:cubicBezTo>
                <a:lnTo>
                  <a:pt x="707" y="2320"/>
                </a:lnTo>
                <a:cubicBezTo>
                  <a:pt x="666" y="2386"/>
                  <a:pt x="655" y="2468"/>
                  <a:pt x="670" y="2544"/>
                </a:cubicBezTo>
                <a:cubicBezTo>
                  <a:pt x="688" y="2633"/>
                  <a:pt x="733" y="2713"/>
                  <a:pt x="795" y="2785"/>
                </a:cubicBezTo>
                <a:cubicBezTo>
                  <a:pt x="858" y="2847"/>
                  <a:pt x="929" y="2892"/>
                  <a:pt x="1018" y="2927"/>
                </a:cubicBezTo>
                <a:cubicBezTo>
                  <a:pt x="1084" y="2949"/>
                  <a:pt x="1155" y="2965"/>
                  <a:pt x="1227" y="2975"/>
                </a:cubicBezTo>
                <a:lnTo>
                  <a:pt x="1227" y="2975"/>
                </a:lnTo>
                <a:cubicBezTo>
                  <a:pt x="1170" y="3037"/>
                  <a:pt x="1146" y="3120"/>
                  <a:pt x="1161" y="3204"/>
                </a:cubicBezTo>
                <a:cubicBezTo>
                  <a:pt x="1188" y="3293"/>
                  <a:pt x="1250" y="3383"/>
                  <a:pt x="1331" y="3427"/>
                </a:cubicBezTo>
                <a:cubicBezTo>
                  <a:pt x="1420" y="3463"/>
                  <a:pt x="1509" y="3490"/>
                  <a:pt x="1599" y="3499"/>
                </a:cubicBezTo>
                <a:cubicBezTo>
                  <a:pt x="1509" y="3490"/>
                  <a:pt x="1429" y="3463"/>
                  <a:pt x="1349" y="3427"/>
                </a:cubicBezTo>
                <a:cubicBezTo>
                  <a:pt x="1268" y="3383"/>
                  <a:pt x="1215" y="3311"/>
                  <a:pt x="1197" y="3222"/>
                </a:cubicBezTo>
                <a:cubicBezTo>
                  <a:pt x="1179" y="3142"/>
                  <a:pt x="1215" y="3052"/>
                  <a:pt x="1286" y="2999"/>
                </a:cubicBezTo>
                <a:lnTo>
                  <a:pt x="1322" y="2972"/>
                </a:lnTo>
                <a:lnTo>
                  <a:pt x="1273" y="2972"/>
                </a:lnTo>
                <a:lnTo>
                  <a:pt x="1259" y="2945"/>
                </a:lnTo>
                <a:cubicBezTo>
                  <a:pt x="1249" y="2953"/>
                  <a:pt x="1240" y="2962"/>
                  <a:pt x="1231" y="2971"/>
                </a:cubicBezTo>
                <a:lnTo>
                  <a:pt x="1231" y="2971"/>
                </a:lnTo>
                <a:cubicBezTo>
                  <a:pt x="1163" y="2966"/>
                  <a:pt x="1095" y="2950"/>
                  <a:pt x="1027" y="2927"/>
                </a:cubicBezTo>
                <a:cubicBezTo>
                  <a:pt x="947" y="2892"/>
                  <a:pt x="876" y="2847"/>
                  <a:pt x="822" y="2785"/>
                </a:cubicBezTo>
                <a:cubicBezTo>
                  <a:pt x="769" y="2722"/>
                  <a:pt x="724" y="2651"/>
                  <a:pt x="706" y="2562"/>
                </a:cubicBezTo>
                <a:cubicBezTo>
                  <a:pt x="688" y="2481"/>
                  <a:pt x="706" y="2401"/>
                  <a:pt x="760" y="2338"/>
                </a:cubicBezTo>
                <a:lnTo>
                  <a:pt x="795" y="2303"/>
                </a:lnTo>
                <a:lnTo>
                  <a:pt x="751" y="2303"/>
                </a:lnTo>
                <a:cubicBezTo>
                  <a:pt x="748" y="2303"/>
                  <a:pt x="745" y="2303"/>
                  <a:pt x="742" y="2303"/>
                </a:cubicBezTo>
                <a:lnTo>
                  <a:pt x="742" y="2303"/>
                </a:lnTo>
                <a:lnTo>
                  <a:pt x="733" y="2285"/>
                </a:lnTo>
                <a:cubicBezTo>
                  <a:pt x="728" y="2291"/>
                  <a:pt x="723" y="2297"/>
                  <a:pt x="718" y="2304"/>
                </a:cubicBezTo>
                <a:lnTo>
                  <a:pt x="718" y="2304"/>
                </a:lnTo>
                <a:cubicBezTo>
                  <a:pt x="568" y="2303"/>
                  <a:pt x="422" y="2241"/>
                  <a:pt x="322" y="2133"/>
                </a:cubicBezTo>
                <a:cubicBezTo>
                  <a:pt x="269" y="2071"/>
                  <a:pt x="251" y="1990"/>
                  <a:pt x="269" y="1910"/>
                </a:cubicBezTo>
                <a:cubicBezTo>
                  <a:pt x="278" y="1830"/>
                  <a:pt x="313" y="1749"/>
                  <a:pt x="358" y="1687"/>
                </a:cubicBezTo>
                <a:lnTo>
                  <a:pt x="376" y="1660"/>
                </a:lnTo>
                <a:lnTo>
                  <a:pt x="349" y="1651"/>
                </a:lnTo>
                <a:cubicBezTo>
                  <a:pt x="340" y="1649"/>
                  <a:pt x="331" y="1646"/>
                  <a:pt x="322" y="1643"/>
                </a:cubicBezTo>
                <a:lnTo>
                  <a:pt x="322" y="1643"/>
                </a:lnTo>
                <a:lnTo>
                  <a:pt x="322" y="1642"/>
                </a:lnTo>
                <a:cubicBezTo>
                  <a:pt x="322" y="1642"/>
                  <a:pt x="322" y="1643"/>
                  <a:pt x="322" y="1643"/>
                </a:cubicBezTo>
                <a:lnTo>
                  <a:pt x="322" y="1643"/>
                </a:lnTo>
                <a:cubicBezTo>
                  <a:pt x="271" y="1625"/>
                  <a:pt x="225" y="1603"/>
                  <a:pt x="179" y="1580"/>
                </a:cubicBezTo>
                <a:cubicBezTo>
                  <a:pt x="126" y="1544"/>
                  <a:pt x="90" y="1499"/>
                  <a:pt x="72" y="1446"/>
                </a:cubicBezTo>
                <a:cubicBezTo>
                  <a:pt x="55" y="1392"/>
                  <a:pt x="72" y="1339"/>
                  <a:pt x="117" y="1294"/>
                </a:cubicBezTo>
                <a:cubicBezTo>
                  <a:pt x="153" y="1250"/>
                  <a:pt x="206" y="1214"/>
                  <a:pt x="260" y="1187"/>
                </a:cubicBezTo>
                <a:lnTo>
                  <a:pt x="287" y="1178"/>
                </a:lnTo>
                <a:lnTo>
                  <a:pt x="260" y="1151"/>
                </a:lnTo>
                <a:cubicBezTo>
                  <a:pt x="224" y="1107"/>
                  <a:pt x="179" y="1062"/>
                  <a:pt x="144" y="1017"/>
                </a:cubicBezTo>
                <a:cubicBezTo>
                  <a:pt x="108" y="973"/>
                  <a:pt x="81" y="919"/>
                  <a:pt x="63" y="866"/>
                </a:cubicBezTo>
                <a:cubicBezTo>
                  <a:pt x="55" y="839"/>
                  <a:pt x="55" y="812"/>
                  <a:pt x="63" y="785"/>
                </a:cubicBezTo>
                <a:cubicBezTo>
                  <a:pt x="81" y="696"/>
                  <a:pt x="126" y="625"/>
                  <a:pt x="197" y="571"/>
                </a:cubicBezTo>
                <a:lnTo>
                  <a:pt x="215" y="562"/>
                </a:lnTo>
                <a:lnTo>
                  <a:pt x="206" y="536"/>
                </a:lnTo>
                <a:cubicBezTo>
                  <a:pt x="162" y="482"/>
                  <a:pt x="126" y="420"/>
                  <a:pt x="99" y="366"/>
                </a:cubicBezTo>
                <a:cubicBezTo>
                  <a:pt x="72" y="303"/>
                  <a:pt x="55" y="241"/>
                  <a:pt x="63" y="179"/>
                </a:cubicBezTo>
                <a:cubicBezTo>
                  <a:pt x="77" y="144"/>
                  <a:pt x="123" y="131"/>
                  <a:pt x="172" y="131"/>
                </a:cubicBezTo>
                <a:cubicBezTo>
                  <a:pt x="187" y="131"/>
                  <a:pt x="201" y="132"/>
                  <a:pt x="215" y="134"/>
                </a:cubicBezTo>
                <a:cubicBezTo>
                  <a:pt x="287" y="143"/>
                  <a:pt x="349" y="161"/>
                  <a:pt x="412" y="196"/>
                </a:cubicBezTo>
                <a:lnTo>
                  <a:pt x="429" y="196"/>
                </a:lnTo>
                <a:lnTo>
                  <a:pt x="438" y="187"/>
                </a:lnTo>
                <a:cubicBezTo>
                  <a:pt x="483" y="125"/>
                  <a:pt x="545" y="98"/>
                  <a:pt x="617" y="98"/>
                </a:cubicBezTo>
                <a:cubicBezTo>
                  <a:pt x="644" y="107"/>
                  <a:pt x="670" y="125"/>
                  <a:pt x="697" y="152"/>
                </a:cubicBezTo>
                <a:cubicBezTo>
                  <a:pt x="715" y="179"/>
                  <a:pt x="733" y="214"/>
                  <a:pt x="751" y="241"/>
                </a:cubicBezTo>
                <a:lnTo>
                  <a:pt x="769" y="277"/>
                </a:lnTo>
                <a:lnTo>
                  <a:pt x="795" y="250"/>
                </a:lnTo>
                <a:cubicBezTo>
                  <a:pt x="840" y="196"/>
                  <a:pt x="893" y="152"/>
                  <a:pt x="956" y="116"/>
                </a:cubicBezTo>
                <a:cubicBezTo>
                  <a:pt x="1018" y="71"/>
                  <a:pt x="1081" y="54"/>
                  <a:pt x="1152" y="54"/>
                </a:cubicBezTo>
                <a:cubicBezTo>
                  <a:pt x="1215" y="63"/>
                  <a:pt x="1277" y="98"/>
                  <a:pt x="1331" y="143"/>
                </a:cubicBezTo>
                <a:cubicBezTo>
                  <a:pt x="1384" y="196"/>
                  <a:pt x="1429" y="250"/>
                  <a:pt x="1465" y="312"/>
                </a:cubicBezTo>
                <a:lnTo>
                  <a:pt x="1483" y="339"/>
                </a:lnTo>
                <a:lnTo>
                  <a:pt x="1500" y="312"/>
                </a:lnTo>
                <a:cubicBezTo>
                  <a:pt x="1545" y="268"/>
                  <a:pt x="1599" y="223"/>
                  <a:pt x="1661" y="205"/>
                </a:cubicBezTo>
                <a:cubicBezTo>
                  <a:pt x="1688" y="192"/>
                  <a:pt x="1719" y="185"/>
                  <a:pt x="1750" y="185"/>
                </a:cubicBezTo>
                <a:cubicBezTo>
                  <a:pt x="1781" y="185"/>
                  <a:pt x="1813" y="192"/>
                  <a:pt x="1840" y="205"/>
                </a:cubicBezTo>
                <a:cubicBezTo>
                  <a:pt x="1893" y="232"/>
                  <a:pt x="1938" y="277"/>
                  <a:pt x="1964" y="339"/>
                </a:cubicBezTo>
                <a:cubicBezTo>
                  <a:pt x="1991" y="393"/>
                  <a:pt x="2009" y="455"/>
                  <a:pt x="2018" y="527"/>
                </a:cubicBezTo>
                <a:lnTo>
                  <a:pt x="2018" y="571"/>
                </a:lnTo>
                <a:lnTo>
                  <a:pt x="2045" y="536"/>
                </a:lnTo>
                <a:cubicBezTo>
                  <a:pt x="2080" y="491"/>
                  <a:pt x="2143" y="455"/>
                  <a:pt x="2205" y="455"/>
                </a:cubicBezTo>
                <a:cubicBezTo>
                  <a:pt x="2268" y="455"/>
                  <a:pt x="2330" y="473"/>
                  <a:pt x="2375" y="509"/>
                </a:cubicBezTo>
                <a:cubicBezTo>
                  <a:pt x="2473" y="598"/>
                  <a:pt x="2554" y="696"/>
                  <a:pt x="2607" y="821"/>
                </a:cubicBezTo>
                <a:lnTo>
                  <a:pt x="2625" y="848"/>
                </a:lnTo>
                <a:lnTo>
                  <a:pt x="2643" y="821"/>
                </a:lnTo>
                <a:cubicBezTo>
                  <a:pt x="2687" y="750"/>
                  <a:pt x="2750" y="705"/>
                  <a:pt x="2830" y="696"/>
                </a:cubicBezTo>
                <a:cubicBezTo>
                  <a:pt x="2840" y="695"/>
                  <a:pt x="2851" y="695"/>
                  <a:pt x="2861" y="695"/>
                </a:cubicBezTo>
                <a:cubicBezTo>
                  <a:pt x="2931" y="695"/>
                  <a:pt x="2999" y="721"/>
                  <a:pt x="3053" y="768"/>
                </a:cubicBezTo>
                <a:cubicBezTo>
                  <a:pt x="3116" y="830"/>
                  <a:pt x="3160" y="901"/>
                  <a:pt x="3178" y="973"/>
                </a:cubicBezTo>
                <a:cubicBezTo>
                  <a:pt x="3205" y="1053"/>
                  <a:pt x="3214" y="1134"/>
                  <a:pt x="3214" y="1223"/>
                </a:cubicBezTo>
                <a:lnTo>
                  <a:pt x="3214" y="1330"/>
                </a:lnTo>
                <a:lnTo>
                  <a:pt x="3250" y="1223"/>
                </a:lnTo>
                <a:cubicBezTo>
                  <a:pt x="3276" y="1142"/>
                  <a:pt x="3330" y="1044"/>
                  <a:pt x="3419" y="1026"/>
                </a:cubicBezTo>
                <a:cubicBezTo>
                  <a:pt x="3427" y="1025"/>
                  <a:pt x="3435" y="1024"/>
                  <a:pt x="3443" y="1024"/>
                </a:cubicBezTo>
                <a:cubicBezTo>
                  <a:pt x="3480" y="1024"/>
                  <a:pt x="3516" y="1040"/>
                  <a:pt x="3553" y="1062"/>
                </a:cubicBezTo>
                <a:cubicBezTo>
                  <a:pt x="3589" y="1089"/>
                  <a:pt x="3616" y="1125"/>
                  <a:pt x="3633" y="1169"/>
                </a:cubicBezTo>
                <a:cubicBezTo>
                  <a:pt x="3660" y="1258"/>
                  <a:pt x="3669" y="1357"/>
                  <a:pt x="3660" y="1455"/>
                </a:cubicBezTo>
                <a:cubicBezTo>
                  <a:pt x="3660" y="1553"/>
                  <a:pt x="3651" y="1642"/>
                  <a:pt x="3633" y="1740"/>
                </a:cubicBezTo>
                <a:lnTo>
                  <a:pt x="3607" y="1839"/>
                </a:lnTo>
                <a:lnTo>
                  <a:pt x="3651" y="1749"/>
                </a:lnTo>
                <a:cubicBezTo>
                  <a:pt x="3652" y="1749"/>
                  <a:pt x="3652" y="1748"/>
                  <a:pt x="3653" y="1747"/>
                </a:cubicBezTo>
                <a:lnTo>
                  <a:pt x="3653" y="1747"/>
                </a:lnTo>
                <a:lnTo>
                  <a:pt x="3660" y="1749"/>
                </a:lnTo>
                <a:cubicBezTo>
                  <a:pt x="3661" y="1743"/>
                  <a:pt x="3663" y="1736"/>
                  <a:pt x="3664" y="1730"/>
                </a:cubicBezTo>
                <a:lnTo>
                  <a:pt x="3664" y="1730"/>
                </a:lnTo>
                <a:cubicBezTo>
                  <a:pt x="3686" y="1697"/>
                  <a:pt x="3710" y="1674"/>
                  <a:pt x="3741" y="1651"/>
                </a:cubicBezTo>
                <a:cubicBezTo>
                  <a:pt x="3758" y="1638"/>
                  <a:pt x="3778" y="1631"/>
                  <a:pt x="3800" y="1631"/>
                </a:cubicBezTo>
                <a:cubicBezTo>
                  <a:pt x="3821" y="1631"/>
                  <a:pt x="3843" y="1638"/>
                  <a:pt x="3865" y="1651"/>
                </a:cubicBezTo>
                <a:cubicBezTo>
                  <a:pt x="3937" y="1696"/>
                  <a:pt x="3990" y="1785"/>
                  <a:pt x="4008" y="1874"/>
                </a:cubicBezTo>
                <a:cubicBezTo>
                  <a:pt x="4035" y="2053"/>
                  <a:pt x="4035" y="2249"/>
                  <a:pt x="4008" y="2428"/>
                </a:cubicBezTo>
                <a:cubicBezTo>
                  <a:pt x="3990" y="2526"/>
                  <a:pt x="3982" y="2615"/>
                  <a:pt x="3964" y="2713"/>
                </a:cubicBezTo>
                <a:cubicBezTo>
                  <a:pt x="3946" y="2802"/>
                  <a:pt x="3946" y="2901"/>
                  <a:pt x="3973" y="2990"/>
                </a:cubicBezTo>
                <a:cubicBezTo>
                  <a:pt x="4008" y="3177"/>
                  <a:pt x="4071" y="3356"/>
                  <a:pt x="4151" y="3534"/>
                </a:cubicBezTo>
                <a:cubicBezTo>
                  <a:pt x="4080" y="3356"/>
                  <a:pt x="4017" y="3177"/>
                  <a:pt x="3982" y="2990"/>
                </a:cubicBezTo>
                <a:cubicBezTo>
                  <a:pt x="3937" y="2811"/>
                  <a:pt x="4008" y="2624"/>
                  <a:pt x="4026" y="2437"/>
                </a:cubicBezTo>
                <a:cubicBezTo>
                  <a:pt x="4053" y="2249"/>
                  <a:pt x="4053" y="2053"/>
                  <a:pt x="4026" y="1865"/>
                </a:cubicBezTo>
                <a:cubicBezTo>
                  <a:pt x="4008" y="1767"/>
                  <a:pt x="3955" y="1678"/>
                  <a:pt x="3874" y="1624"/>
                </a:cubicBezTo>
                <a:cubicBezTo>
                  <a:pt x="3852" y="1611"/>
                  <a:pt x="3828" y="1604"/>
                  <a:pt x="3802" y="1604"/>
                </a:cubicBezTo>
                <a:cubicBezTo>
                  <a:pt x="3776" y="1604"/>
                  <a:pt x="3749" y="1611"/>
                  <a:pt x="3723" y="1624"/>
                </a:cubicBezTo>
                <a:cubicBezTo>
                  <a:pt x="3705" y="1637"/>
                  <a:pt x="3688" y="1652"/>
                  <a:pt x="3673" y="1671"/>
                </a:cubicBezTo>
                <a:lnTo>
                  <a:pt x="3673" y="1671"/>
                </a:lnTo>
                <a:cubicBezTo>
                  <a:pt x="3683" y="1599"/>
                  <a:pt x="3689" y="1527"/>
                  <a:pt x="3696" y="1455"/>
                </a:cubicBezTo>
                <a:cubicBezTo>
                  <a:pt x="3696" y="1357"/>
                  <a:pt x="3687" y="1250"/>
                  <a:pt x="3660" y="1160"/>
                </a:cubicBezTo>
                <a:cubicBezTo>
                  <a:pt x="3627" y="1060"/>
                  <a:pt x="3539" y="999"/>
                  <a:pt x="3432" y="999"/>
                </a:cubicBezTo>
                <a:cubicBezTo>
                  <a:pt x="3425" y="999"/>
                  <a:pt x="3418" y="999"/>
                  <a:pt x="3410" y="1000"/>
                </a:cubicBezTo>
                <a:cubicBezTo>
                  <a:pt x="3366" y="1009"/>
                  <a:pt x="3312" y="1044"/>
                  <a:pt x="3285" y="1089"/>
                </a:cubicBezTo>
                <a:cubicBezTo>
                  <a:pt x="3272" y="1106"/>
                  <a:pt x="3259" y="1126"/>
                  <a:pt x="3247" y="1147"/>
                </a:cubicBezTo>
                <a:lnTo>
                  <a:pt x="3247" y="1147"/>
                </a:lnTo>
                <a:cubicBezTo>
                  <a:pt x="3243" y="1084"/>
                  <a:pt x="3233" y="1022"/>
                  <a:pt x="3214" y="964"/>
                </a:cubicBezTo>
                <a:cubicBezTo>
                  <a:pt x="3187" y="884"/>
                  <a:pt x="3143" y="803"/>
                  <a:pt x="3080" y="741"/>
                </a:cubicBezTo>
                <a:cubicBezTo>
                  <a:pt x="3009" y="678"/>
                  <a:pt x="2919" y="652"/>
                  <a:pt x="2830" y="652"/>
                </a:cubicBezTo>
                <a:cubicBezTo>
                  <a:pt x="2753" y="667"/>
                  <a:pt x="2682" y="710"/>
                  <a:pt x="2635" y="773"/>
                </a:cubicBezTo>
                <a:lnTo>
                  <a:pt x="2635" y="773"/>
                </a:lnTo>
                <a:cubicBezTo>
                  <a:pt x="2607" y="721"/>
                  <a:pt x="2582" y="670"/>
                  <a:pt x="2545" y="625"/>
                </a:cubicBezTo>
                <a:cubicBezTo>
                  <a:pt x="2509" y="571"/>
                  <a:pt x="2455" y="518"/>
                  <a:pt x="2402" y="482"/>
                </a:cubicBezTo>
                <a:cubicBezTo>
                  <a:pt x="2348" y="437"/>
                  <a:pt x="2277" y="411"/>
                  <a:pt x="2205" y="411"/>
                </a:cubicBezTo>
                <a:cubicBezTo>
                  <a:pt x="2150" y="418"/>
                  <a:pt x="2094" y="441"/>
                  <a:pt x="2052" y="476"/>
                </a:cubicBezTo>
                <a:lnTo>
                  <a:pt x="2052" y="476"/>
                </a:lnTo>
                <a:cubicBezTo>
                  <a:pt x="2046" y="421"/>
                  <a:pt x="2029" y="370"/>
                  <a:pt x="2000" y="312"/>
                </a:cubicBezTo>
                <a:cubicBezTo>
                  <a:pt x="1973" y="250"/>
                  <a:pt x="1920" y="196"/>
                  <a:pt x="1857" y="161"/>
                </a:cubicBezTo>
                <a:cubicBezTo>
                  <a:pt x="1822" y="147"/>
                  <a:pt x="1786" y="141"/>
                  <a:pt x="1750" y="141"/>
                </a:cubicBezTo>
                <a:cubicBezTo>
                  <a:pt x="1715" y="141"/>
                  <a:pt x="1679" y="147"/>
                  <a:pt x="1643" y="161"/>
                </a:cubicBezTo>
                <a:cubicBezTo>
                  <a:pt x="1582" y="184"/>
                  <a:pt x="1533" y="220"/>
                  <a:pt x="1487" y="270"/>
                </a:cubicBezTo>
                <a:lnTo>
                  <a:pt x="1487" y="270"/>
                </a:lnTo>
                <a:cubicBezTo>
                  <a:pt x="1452" y="210"/>
                  <a:pt x="1405" y="163"/>
                  <a:pt x="1358" y="116"/>
                </a:cubicBezTo>
                <a:cubicBezTo>
                  <a:pt x="1304" y="54"/>
                  <a:pt x="1233" y="18"/>
                  <a:pt x="1152" y="0"/>
                </a:cubicBezTo>
                <a:close/>
                <a:moveTo>
                  <a:pt x="1857" y="3490"/>
                </a:moveTo>
                <a:cubicBezTo>
                  <a:pt x="1856" y="3496"/>
                  <a:pt x="1854" y="3502"/>
                  <a:pt x="1853" y="3508"/>
                </a:cubicBezTo>
                <a:lnTo>
                  <a:pt x="1853" y="3508"/>
                </a:lnTo>
                <a:cubicBezTo>
                  <a:pt x="1769" y="3508"/>
                  <a:pt x="1684" y="3507"/>
                  <a:pt x="1599" y="3499"/>
                </a:cubicBezTo>
                <a:lnTo>
                  <a:pt x="1599" y="3499"/>
                </a:lnTo>
                <a:cubicBezTo>
                  <a:pt x="1662" y="3505"/>
                  <a:pt x="1725" y="3511"/>
                  <a:pt x="1791" y="3511"/>
                </a:cubicBezTo>
                <a:cubicBezTo>
                  <a:pt x="1811" y="3511"/>
                  <a:pt x="1832" y="3511"/>
                  <a:pt x="1853" y="3509"/>
                </a:cubicBezTo>
                <a:lnTo>
                  <a:pt x="1853" y="3509"/>
                </a:lnTo>
                <a:cubicBezTo>
                  <a:pt x="1845" y="3567"/>
                  <a:pt x="1872" y="3627"/>
                  <a:pt x="1920" y="3659"/>
                </a:cubicBezTo>
                <a:cubicBezTo>
                  <a:pt x="1973" y="3686"/>
                  <a:pt x="2027" y="3704"/>
                  <a:pt x="2089" y="3713"/>
                </a:cubicBezTo>
                <a:cubicBezTo>
                  <a:pt x="2137" y="3717"/>
                  <a:pt x="2186" y="3719"/>
                  <a:pt x="2233" y="3719"/>
                </a:cubicBezTo>
                <a:cubicBezTo>
                  <a:pt x="2292" y="3719"/>
                  <a:pt x="2351" y="3715"/>
                  <a:pt x="2407" y="3707"/>
                </a:cubicBezTo>
                <a:lnTo>
                  <a:pt x="2407" y="3707"/>
                </a:lnTo>
                <a:cubicBezTo>
                  <a:pt x="2393" y="3739"/>
                  <a:pt x="2396" y="3775"/>
                  <a:pt x="2411" y="3811"/>
                </a:cubicBezTo>
                <a:cubicBezTo>
                  <a:pt x="2416" y="3816"/>
                  <a:pt x="2422" y="3821"/>
                  <a:pt x="2428" y="3826"/>
                </a:cubicBezTo>
                <a:lnTo>
                  <a:pt x="2428" y="3826"/>
                </a:lnTo>
                <a:cubicBezTo>
                  <a:pt x="2420" y="3791"/>
                  <a:pt x="2420" y="3757"/>
                  <a:pt x="2446" y="3731"/>
                </a:cubicBezTo>
                <a:lnTo>
                  <a:pt x="2455" y="3704"/>
                </a:lnTo>
                <a:lnTo>
                  <a:pt x="2429" y="3704"/>
                </a:lnTo>
                <a:lnTo>
                  <a:pt x="2420" y="3686"/>
                </a:lnTo>
                <a:cubicBezTo>
                  <a:pt x="2415" y="3693"/>
                  <a:pt x="2410" y="3700"/>
                  <a:pt x="2407" y="3707"/>
                </a:cubicBezTo>
                <a:lnTo>
                  <a:pt x="2407" y="3707"/>
                </a:lnTo>
                <a:cubicBezTo>
                  <a:pt x="2360" y="3714"/>
                  <a:pt x="2312" y="3717"/>
                  <a:pt x="2263" y="3717"/>
                </a:cubicBezTo>
                <a:cubicBezTo>
                  <a:pt x="2208" y="3717"/>
                  <a:pt x="2152" y="3713"/>
                  <a:pt x="2098" y="3704"/>
                </a:cubicBezTo>
                <a:cubicBezTo>
                  <a:pt x="2036" y="3704"/>
                  <a:pt x="1982" y="3686"/>
                  <a:pt x="1938" y="3659"/>
                </a:cubicBezTo>
                <a:cubicBezTo>
                  <a:pt x="1893" y="3624"/>
                  <a:pt x="1875" y="3570"/>
                  <a:pt x="1884" y="3525"/>
                </a:cubicBezTo>
                <a:lnTo>
                  <a:pt x="1884" y="3508"/>
                </a:lnTo>
                <a:lnTo>
                  <a:pt x="1875" y="3508"/>
                </a:lnTo>
                <a:lnTo>
                  <a:pt x="1857" y="3490"/>
                </a:lnTo>
                <a:close/>
                <a:moveTo>
                  <a:pt x="3911" y="3508"/>
                </a:moveTo>
                <a:cubicBezTo>
                  <a:pt x="3832" y="3508"/>
                  <a:pt x="3754" y="3516"/>
                  <a:pt x="3678" y="3534"/>
                </a:cubicBezTo>
                <a:cubicBezTo>
                  <a:pt x="3517" y="3561"/>
                  <a:pt x="3366" y="3606"/>
                  <a:pt x="3214" y="3659"/>
                </a:cubicBezTo>
                <a:cubicBezTo>
                  <a:pt x="3062" y="3722"/>
                  <a:pt x="2911" y="3775"/>
                  <a:pt x="2759" y="3820"/>
                </a:cubicBezTo>
                <a:cubicBezTo>
                  <a:pt x="2678" y="3847"/>
                  <a:pt x="2598" y="3856"/>
                  <a:pt x="2518" y="3856"/>
                </a:cubicBezTo>
                <a:cubicBezTo>
                  <a:pt x="2482" y="3856"/>
                  <a:pt x="2452" y="3844"/>
                  <a:pt x="2428" y="3826"/>
                </a:cubicBezTo>
                <a:lnTo>
                  <a:pt x="2428" y="3826"/>
                </a:lnTo>
                <a:cubicBezTo>
                  <a:pt x="2428" y="3827"/>
                  <a:pt x="2428" y="3828"/>
                  <a:pt x="2429" y="3829"/>
                </a:cubicBezTo>
                <a:cubicBezTo>
                  <a:pt x="2446" y="3856"/>
                  <a:pt x="2491" y="3865"/>
                  <a:pt x="2527" y="3873"/>
                </a:cubicBezTo>
                <a:cubicBezTo>
                  <a:pt x="2607" y="3873"/>
                  <a:pt x="2687" y="3856"/>
                  <a:pt x="2759" y="3838"/>
                </a:cubicBezTo>
                <a:cubicBezTo>
                  <a:pt x="2919" y="3793"/>
                  <a:pt x="3071" y="3740"/>
                  <a:pt x="3214" y="3686"/>
                </a:cubicBezTo>
                <a:cubicBezTo>
                  <a:pt x="3366" y="3624"/>
                  <a:pt x="3517" y="3588"/>
                  <a:pt x="3678" y="3561"/>
                </a:cubicBezTo>
                <a:cubicBezTo>
                  <a:pt x="3773" y="3533"/>
                  <a:pt x="3871" y="3519"/>
                  <a:pt x="3971" y="3519"/>
                </a:cubicBezTo>
                <a:cubicBezTo>
                  <a:pt x="4031" y="3519"/>
                  <a:pt x="4091" y="3524"/>
                  <a:pt x="4151" y="3534"/>
                </a:cubicBezTo>
                <a:cubicBezTo>
                  <a:pt x="4071" y="3516"/>
                  <a:pt x="3990" y="3508"/>
                  <a:pt x="3911" y="3508"/>
                </a:cubicBezTo>
                <a:close/>
              </a:path>
            </a:pathLst>
          </a:custGeom>
          <a:solidFill>
            <a:srgbClr val="6B09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9" name="Google Shape;2889;p24"/>
          <p:cNvSpPr/>
          <p:nvPr/>
        </p:nvSpPr>
        <p:spPr>
          <a:xfrm rot="6479528" flipH="1">
            <a:off x="935681" y="3127803"/>
            <a:ext cx="423218" cy="379194"/>
          </a:xfrm>
          <a:custGeom>
            <a:avLst/>
            <a:gdLst/>
            <a:ahLst/>
            <a:cxnLst/>
            <a:rect l="l" t="t" r="r" b="b"/>
            <a:pathLst>
              <a:path w="4196" h="3833" extrusionOk="0">
                <a:moveTo>
                  <a:pt x="1187" y="1"/>
                </a:moveTo>
                <a:cubicBezTo>
                  <a:pt x="1184" y="1"/>
                  <a:pt x="1181" y="1"/>
                  <a:pt x="1178" y="1"/>
                </a:cubicBezTo>
                <a:cubicBezTo>
                  <a:pt x="1000" y="10"/>
                  <a:pt x="813" y="206"/>
                  <a:pt x="813" y="206"/>
                </a:cubicBezTo>
                <a:cubicBezTo>
                  <a:pt x="754" y="86"/>
                  <a:pt x="689" y="49"/>
                  <a:pt x="631" y="49"/>
                </a:cubicBezTo>
                <a:cubicBezTo>
                  <a:pt x="539" y="49"/>
                  <a:pt x="464" y="144"/>
                  <a:pt x="464" y="144"/>
                </a:cubicBezTo>
                <a:cubicBezTo>
                  <a:pt x="464" y="144"/>
                  <a:pt x="330" y="79"/>
                  <a:pt x="218" y="79"/>
                </a:cubicBezTo>
                <a:cubicBezTo>
                  <a:pt x="170" y="79"/>
                  <a:pt x="125" y="91"/>
                  <a:pt x="99" y="126"/>
                </a:cubicBezTo>
                <a:cubicBezTo>
                  <a:pt x="0" y="233"/>
                  <a:pt x="223" y="527"/>
                  <a:pt x="223" y="527"/>
                </a:cubicBezTo>
                <a:cubicBezTo>
                  <a:pt x="152" y="581"/>
                  <a:pt x="99" y="661"/>
                  <a:pt x="81" y="751"/>
                </a:cubicBezTo>
                <a:cubicBezTo>
                  <a:pt x="45" y="911"/>
                  <a:pt x="295" y="1143"/>
                  <a:pt x="295" y="1143"/>
                </a:cubicBezTo>
                <a:cubicBezTo>
                  <a:pt x="295" y="1143"/>
                  <a:pt x="81" y="1233"/>
                  <a:pt x="90" y="1402"/>
                </a:cubicBezTo>
                <a:cubicBezTo>
                  <a:pt x="99" y="1563"/>
                  <a:pt x="384" y="1643"/>
                  <a:pt x="384" y="1643"/>
                </a:cubicBezTo>
                <a:cubicBezTo>
                  <a:pt x="384" y="1643"/>
                  <a:pt x="188" y="1902"/>
                  <a:pt x="339" y="2098"/>
                </a:cubicBezTo>
                <a:cubicBezTo>
                  <a:pt x="476" y="2273"/>
                  <a:pt x="710" y="2286"/>
                  <a:pt x="777" y="2286"/>
                </a:cubicBezTo>
                <a:cubicBezTo>
                  <a:pt x="788" y="2286"/>
                  <a:pt x="795" y="2286"/>
                  <a:pt x="795" y="2286"/>
                </a:cubicBezTo>
                <a:lnTo>
                  <a:pt x="795" y="2286"/>
                </a:lnTo>
                <a:cubicBezTo>
                  <a:pt x="795" y="2286"/>
                  <a:pt x="643" y="2411"/>
                  <a:pt x="795" y="2678"/>
                </a:cubicBezTo>
                <a:cubicBezTo>
                  <a:pt x="946" y="2946"/>
                  <a:pt x="1312" y="2946"/>
                  <a:pt x="1312" y="2946"/>
                </a:cubicBezTo>
                <a:cubicBezTo>
                  <a:pt x="1205" y="3026"/>
                  <a:pt x="1187" y="3187"/>
                  <a:pt x="1277" y="3294"/>
                </a:cubicBezTo>
                <a:cubicBezTo>
                  <a:pt x="1384" y="3455"/>
                  <a:pt x="1687" y="3475"/>
                  <a:pt x="1831" y="3475"/>
                </a:cubicBezTo>
                <a:cubicBezTo>
                  <a:pt x="1880" y="3475"/>
                  <a:pt x="1910" y="3473"/>
                  <a:pt x="1910" y="3473"/>
                </a:cubicBezTo>
                <a:lnTo>
                  <a:pt x="1910" y="3473"/>
                </a:lnTo>
                <a:cubicBezTo>
                  <a:pt x="1872" y="3648"/>
                  <a:pt x="2094" y="3682"/>
                  <a:pt x="2270" y="3682"/>
                </a:cubicBezTo>
                <a:cubicBezTo>
                  <a:pt x="2380" y="3682"/>
                  <a:pt x="2473" y="3669"/>
                  <a:pt x="2473" y="3669"/>
                </a:cubicBezTo>
                <a:lnTo>
                  <a:pt x="2473" y="3669"/>
                </a:lnTo>
                <a:cubicBezTo>
                  <a:pt x="2427" y="3755"/>
                  <a:pt x="2439" y="3833"/>
                  <a:pt x="2584" y="3833"/>
                </a:cubicBezTo>
                <a:cubicBezTo>
                  <a:pt x="2694" y="3833"/>
                  <a:pt x="2881" y="3788"/>
                  <a:pt x="3178" y="3669"/>
                </a:cubicBezTo>
                <a:cubicBezTo>
                  <a:pt x="3539" y="3524"/>
                  <a:pt x="3801" y="3489"/>
                  <a:pt x="3969" y="3489"/>
                </a:cubicBezTo>
                <a:cubicBezTo>
                  <a:pt x="4121" y="3489"/>
                  <a:pt x="4195" y="3517"/>
                  <a:pt x="4195" y="3517"/>
                </a:cubicBezTo>
                <a:cubicBezTo>
                  <a:pt x="4195" y="3517"/>
                  <a:pt x="3954" y="2982"/>
                  <a:pt x="4008" y="2714"/>
                </a:cubicBezTo>
                <a:cubicBezTo>
                  <a:pt x="4061" y="2455"/>
                  <a:pt x="4142" y="1884"/>
                  <a:pt x="3990" y="1697"/>
                </a:cubicBezTo>
                <a:cubicBezTo>
                  <a:pt x="3932" y="1622"/>
                  <a:pt x="3880" y="1596"/>
                  <a:pt x="3837" y="1596"/>
                </a:cubicBezTo>
                <a:cubicBezTo>
                  <a:pt x="3742" y="1596"/>
                  <a:pt x="3686" y="1723"/>
                  <a:pt x="3686" y="1723"/>
                </a:cubicBezTo>
                <a:cubicBezTo>
                  <a:pt x="3686" y="1723"/>
                  <a:pt x="3811" y="1134"/>
                  <a:pt x="3588" y="1018"/>
                </a:cubicBezTo>
                <a:cubicBezTo>
                  <a:pt x="3551" y="1000"/>
                  <a:pt x="3518" y="992"/>
                  <a:pt x="3488" y="992"/>
                </a:cubicBezTo>
                <a:cubicBezTo>
                  <a:pt x="3332" y="992"/>
                  <a:pt x="3276" y="1206"/>
                  <a:pt x="3276" y="1206"/>
                </a:cubicBezTo>
                <a:cubicBezTo>
                  <a:pt x="3276" y="1206"/>
                  <a:pt x="3285" y="822"/>
                  <a:pt x="3044" y="688"/>
                </a:cubicBezTo>
                <a:cubicBezTo>
                  <a:pt x="3001" y="665"/>
                  <a:pt x="2955" y="654"/>
                  <a:pt x="2911" y="654"/>
                </a:cubicBezTo>
                <a:cubicBezTo>
                  <a:pt x="2816" y="654"/>
                  <a:pt x="2726" y="704"/>
                  <a:pt x="2678" y="795"/>
                </a:cubicBezTo>
                <a:cubicBezTo>
                  <a:pt x="2678" y="795"/>
                  <a:pt x="2544" y="510"/>
                  <a:pt x="2365" y="438"/>
                </a:cubicBezTo>
                <a:cubicBezTo>
                  <a:pt x="2331" y="424"/>
                  <a:pt x="2296" y="417"/>
                  <a:pt x="2262" y="417"/>
                </a:cubicBezTo>
                <a:cubicBezTo>
                  <a:pt x="2190" y="417"/>
                  <a:pt x="2122" y="449"/>
                  <a:pt x="2080" y="510"/>
                </a:cubicBezTo>
                <a:cubicBezTo>
                  <a:pt x="2080" y="510"/>
                  <a:pt x="2062" y="224"/>
                  <a:pt x="1875" y="162"/>
                </a:cubicBezTo>
                <a:cubicBezTo>
                  <a:pt x="1845" y="150"/>
                  <a:pt x="1815" y="145"/>
                  <a:pt x="1787" y="145"/>
                </a:cubicBezTo>
                <a:cubicBezTo>
                  <a:pt x="1640" y="145"/>
                  <a:pt x="1527" y="278"/>
                  <a:pt x="1527" y="278"/>
                </a:cubicBezTo>
                <a:cubicBezTo>
                  <a:pt x="1527" y="278"/>
                  <a:pt x="1362" y="1"/>
                  <a:pt x="118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0" name="Google Shape;2890;p24"/>
          <p:cNvSpPr/>
          <p:nvPr/>
        </p:nvSpPr>
        <p:spPr>
          <a:xfrm rot="6479528" flipH="1">
            <a:off x="870729" y="3033760"/>
            <a:ext cx="537697" cy="423910"/>
          </a:xfrm>
          <a:custGeom>
            <a:avLst/>
            <a:gdLst/>
            <a:ahLst/>
            <a:cxnLst/>
            <a:rect l="l" t="t" r="r" b="b"/>
            <a:pathLst>
              <a:path w="5331" h="4285" extrusionOk="0">
                <a:moveTo>
                  <a:pt x="634" y="0"/>
                </a:moveTo>
                <a:cubicBezTo>
                  <a:pt x="643" y="36"/>
                  <a:pt x="661" y="72"/>
                  <a:pt x="670" y="98"/>
                </a:cubicBezTo>
                <a:cubicBezTo>
                  <a:pt x="741" y="304"/>
                  <a:pt x="795" y="509"/>
                  <a:pt x="822" y="723"/>
                </a:cubicBezTo>
                <a:lnTo>
                  <a:pt x="45" y="18"/>
                </a:lnTo>
                <a:cubicBezTo>
                  <a:pt x="27" y="27"/>
                  <a:pt x="18" y="36"/>
                  <a:pt x="1" y="54"/>
                </a:cubicBezTo>
                <a:cubicBezTo>
                  <a:pt x="500" y="509"/>
                  <a:pt x="1000" y="964"/>
                  <a:pt x="1509" y="1402"/>
                </a:cubicBezTo>
                <a:lnTo>
                  <a:pt x="1107" y="1402"/>
                </a:lnTo>
                <a:cubicBezTo>
                  <a:pt x="964" y="1393"/>
                  <a:pt x="822" y="1375"/>
                  <a:pt x="679" y="1357"/>
                </a:cubicBezTo>
                <a:cubicBezTo>
                  <a:pt x="465" y="1321"/>
                  <a:pt x="242" y="1277"/>
                  <a:pt x="27" y="1214"/>
                </a:cubicBezTo>
                <a:cubicBezTo>
                  <a:pt x="18" y="1223"/>
                  <a:pt x="18" y="1232"/>
                  <a:pt x="10" y="1250"/>
                </a:cubicBezTo>
                <a:cubicBezTo>
                  <a:pt x="224" y="1312"/>
                  <a:pt x="447" y="1366"/>
                  <a:pt x="670" y="1402"/>
                </a:cubicBezTo>
                <a:cubicBezTo>
                  <a:pt x="813" y="1419"/>
                  <a:pt x="956" y="1437"/>
                  <a:pt x="1107" y="1446"/>
                </a:cubicBezTo>
                <a:cubicBezTo>
                  <a:pt x="1170" y="1446"/>
                  <a:pt x="1241" y="1455"/>
                  <a:pt x="1313" y="1455"/>
                </a:cubicBezTo>
                <a:lnTo>
                  <a:pt x="1536" y="1455"/>
                </a:lnTo>
                <a:cubicBezTo>
                  <a:pt x="1545" y="1464"/>
                  <a:pt x="1562" y="1464"/>
                  <a:pt x="1571" y="1464"/>
                </a:cubicBezTo>
                <a:cubicBezTo>
                  <a:pt x="1670" y="1553"/>
                  <a:pt x="1777" y="1642"/>
                  <a:pt x="1875" y="1732"/>
                </a:cubicBezTo>
                <a:lnTo>
                  <a:pt x="2125" y="1946"/>
                </a:lnTo>
                <a:cubicBezTo>
                  <a:pt x="1881" y="1980"/>
                  <a:pt x="1635" y="1997"/>
                  <a:pt x="1388" y="1997"/>
                </a:cubicBezTo>
                <a:cubicBezTo>
                  <a:pt x="993" y="1997"/>
                  <a:pt x="596" y="1953"/>
                  <a:pt x="206" y="1866"/>
                </a:cubicBezTo>
                <a:lnTo>
                  <a:pt x="197" y="1866"/>
                </a:lnTo>
                <a:lnTo>
                  <a:pt x="197" y="1892"/>
                </a:lnTo>
                <a:cubicBezTo>
                  <a:pt x="582" y="1989"/>
                  <a:pt x="974" y="2037"/>
                  <a:pt x="1369" y="2037"/>
                </a:cubicBezTo>
                <a:cubicBezTo>
                  <a:pt x="1632" y="2037"/>
                  <a:pt x="1896" y="2016"/>
                  <a:pt x="2160" y="1973"/>
                </a:cubicBezTo>
                <a:cubicBezTo>
                  <a:pt x="2357" y="2142"/>
                  <a:pt x="2562" y="2312"/>
                  <a:pt x="2776" y="2481"/>
                </a:cubicBezTo>
                <a:cubicBezTo>
                  <a:pt x="2230" y="2664"/>
                  <a:pt x="1660" y="2769"/>
                  <a:pt x="1082" y="2769"/>
                </a:cubicBezTo>
                <a:cubicBezTo>
                  <a:pt x="1037" y="2769"/>
                  <a:pt x="992" y="2768"/>
                  <a:pt x="947" y="2767"/>
                </a:cubicBezTo>
                <a:lnTo>
                  <a:pt x="848" y="2767"/>
                </a:lnTo>
                <a:cubicBezTo>
                  <a:pt x="884" y="2794"/>
                  <a:pt x="920" y="2812"/>
                  <a:pt x="947" y="2821"/>
                </a:cubicBezTo>
                <a:cubicBezTo>
                  <a:pt x="976" y="2821"/>
                  <a:pt x="1005" y="2821"/>
                  <a:pt x="1034" y="2821"/>
                </a:cubicBezTo>
                <a:cubicBezTo>
                  <a:pt x="1467" y="2821"/>
                  <a:pt x="1885" y="2760"/>
                  <a:pt x="2303" y="2660"/>
                </a:cubicBezTo>
                <a:cubicBezTo>
                  <a:pt x="2473" y="2615"/>
                  <a:pt x="2633" y="2562"/>
                  <a:pt x="2803" y="2499"/>
                </a:cubicBezTo>
                <a:cubicBezTo>
                  <a:pt x="2973" y="2642"/>
                  <a:pt x="3151" y="2785"/>
                  <a:pt x="3330" y="2919"/>
                </a:cubicBezTo>
                <a:lnTo>
                  <a:pt x="3106" y="3017"/>
                </a:lnTo>
                <a:cubicBezTo>
                  <a:pt x="2687" y="3204"/>
                  <a:pt x="2259" y="3356"/>
                  <a:pt x="1812" y="3463"/>
                </a:cubicBezTo>
                <a:cubicBezTo>
                  <a:pt x="1812" y="3481"/>
                  <a:pt x="1821" y="3499"/>
                  <a:pt x="1830" y="3517"/>
                </a:cubicBezTo>
                <a:cubicBezTo>
                  <a:pt x="2223" y="3427"/>
                  <a:pt x="2616" y="3303"/>
                  <a:pt x="2982" y="3133"/>
                </a:cubicBezTo>
                <a:cubicBezTo>
                  <a:pt x="3115" y="3070"/>
                  <a:pt x="3240" y="3017"/>
                  <a:pt x="3374" y="2963"/>
                </a:cubicBezTo>
                <a:cubicBezTo>
                  <a:pt x="3562" y="3106"/>
                  <a:pt x="3749" y="3249"/>
                  <a:pt x="3945" y="3392"/>
                </a:cubicBezTo>
                <a:cubicBezTo>
                  <a:pt x="4142" y="3526"/>
                  <a:pt x="4347" y="3677"/>
                  <a:pt x="4552" y="3820"/>
                </a:cubicBezTo>
                <a:lnTo>
                  <a:pt x="4856" y="4043"/>
                </a:lnTo>
                <a:cubicBezTo>
                  <a:pt x="4963" y="4115"/>
                  <a:pt x="5061" y="4186"/>
                  <a:pt x="5168" y="4266"/>
                </a:cubicBezTo>
                <a:cubicBezTo>
                  <a:pt x="5185" y="4279"/>
                  <a:pt x="5202" y="4284"/>
                  <a:pt x="5218" y="4284"/>
                </a:cubicBezTo>
                <a:cubicBezTo>
                  <a:pt x="5289" y="4284"/>
                  <a:pt x="5331" y="4168"/>
                  <a:pt x="5257" y="4124"/>
                </a:cubicBezTo>
                <a:cubicBezTo>
                  <a:pt x="5168" y="4079"/>
                  <a:pt x="5061" y="4025"/>
                  <a:pt x="4963" y="3972"/>
                </a:cubicBezTo>
                <a:cubicBezTo>
                  <a:pt x="4865" y="3918"/>
                  <a:pt x="4767" y="3865"/>
                  <a:pt x="4677" y="3802"/>
                </a:cubicBezTo>
                <a:cubicBezTo>
                  <a:pt x="4490" y="3686"/>
                  <a:pt x="4302" y="3561"/>
                  <a:pt x="4115" y="3427"/>
                </a:cubicBezTo>
                <a:lnTo>
                  <a:pt x="4079" y="3401"/>
                </a:lnTo>
                <a:lnTo>
                  <a:pt x="4070" y="3401"/>
                </a:lnTo>
                <a:lnTo>
                  <a:pt x="3847" y="3240"/>
                </a:lnTo>
                <a:lnTo>
                  <a:pt x="3829" y="3195"/>
                </a:lnTo>
                <a:lnTo>
                  <a:pt x="3562" y="2999"/>
                </a:lnTo>
                <a:lnTo>
                  <a:pt x="3312" y="2812"/>
                </a:lnTo>
                <a:lnTo>
                  <a:pt x="3178" y="2696"/>
                </a:lnTo>
                <a:cubicBezTo>
                  <a:pt x="3339" y="2356"/>
                  <a:pt x="3437" y="1991"/>
                  <a:pt x="3472" y="1625"/>
                </a:cubicBezTo>
                <a:cubicBezTo>
                  <a:pt x="3490" y="1393"/>
                  <a:pt x="3499" y="1169"/>
                  <a:pt x="3499" y="937"/>
                </a:cubicBezTo>
                <a:cubicBezTo>
                  <a:pt x="3481" y="928"/>
                  <a:pt x="3463" y="920"/>
                  <a:pt x="3446" y="920"/>
                </a:cubicBezTo>
                <a:cubicBezTo>
                  <a:pt x="3446" y="928"/>
                  <a:pt x="3446" y="937"/>
                  <a:pt x="3446" y="946"/>
                </a:cubicBezTo>
                <a:cubicBezTo>
                  <a:pt x="3455" y="1330"/>
                  <a:pt x="3419" y="1714"/>
                  <a:pt x="3339" y="2098"/>
                </a:cubicBezTo>
                <a:cubicBezTo>
                  <a:pt x="3285" y="2294"/>
                  <a:pt x="3223" y="2490"/>
                  <a:pt x="3142" y="2678"/>
                </a:cubicBezTo>
                <a:lnTo>
                  <a:pt x="3071" y="2624"/>
                </a:lnTo>
                <a:cubicBezTo>
                  <a:pt x="2839" y="2446"/>
                  <a:pt x="2616" y="2258"/>
                  <a:pt x="2392" y="2071"/>
                </a:cubicBezTo>
                <a:cubicBezTo>
                  <a:pt x="2517" y="1634"/>
                  <a:pt x="2589" y="1169"/>
                  <a:pt x="2580" y="714"/>
                </a:cubicBezTo>
                <a:cubicBezTo>
                  <a:pt x="2580" y="714"/>
                  <a:pt x="2562" y="670"/>
                  <a:pt x="2535" y="616"/>
                </a:cubicBezTo>
                <a:lnTo>
                  <a:pt x="2535" y="616"/>
                </a:lnTo>
                <a:cubicBezTo>
                  <a:pt x="2544" y="902"/>
                  <a:pt x="2526" y="1178"/>
                  <a:pt x="2500" y="1446"/>
                </a:cubicBezTo>
                <a:cubicBezTo>
                  <a:pt x="2473" y="1651"/>
                  <a:pt x="2428" y="1857"/>
                  <a:pt x="2375" y="2062"/>
                </a:cubicBezTo>
                <a:cubicBezTo>
                  <a:pt x="2187" y="1901"/>
                  <a:pt x="2009" y="1750"/>
                  <a:pt x="1821" y="1589"/>
                </a:cubicBezTo>
                <a:cubicBezTo>
                  <a:pt x="1928" y="1312"/>
                  <a:pt x="1982" y="1009"/>
                  <a:pt x="1973" y="705"/>
                </a:cubicBezTo>
                <a:cubicBezTo>
                  <a:pt x="1973" y="616"/>
                  <a:pt x="1973" y="518"/>
                  <a:pt x="1982" y="429"/>
                </a:cubicBezTo>
                <a:cubicBezTo>
                  <a:pt x="1973" y="384"/>
                  <a:pt x="1964" y="339"/>
                  <a:pt x="1955" y="304"/>
                </a:cubicBezTo>
                <a:cubicBezTo>
                  <a:pt x="1946" y="411"/>
                  <a:pt x="1946" y="527"/>
                  <a:pt x="1946" y="634"/>
                </a:cubicBezTo>
                <a:cubicBezTo>
                  <a:pt x="1946" y="786"/>
                  <a:pt x="1937" y="937"/>
                  <a:pt x="1919" y="1080"/>
                </a:cubicBezTo>
                <a:cubicBezTo>
                  <a:pt x="1911" y="1250"/>
                  <a:pt x="1866" y="1419"/>
                  <a:pt x="1795" y="1571"/>
                </a:cubicBezTo>
                <a:lnTo>
                  <a:pt x="1384" y="1205"/>
                </a:lnTo>
                <a:cubicBezTo>
                  <a:pt x="1438" y="821"/>
                  <a:pt x="1420" y="429"/>
                  <a:pt x="1321" y="45"/>
                </a:cubicBezTo>
                <a:lnTo>
                  <a:pt x="1286" y="18"/>
                </a:lnTo>
                <a:lnTo>
                  <a:pt x="1286" y="18"/>
                </a:lnTo>
                <a:cubicBezTo>
                  <a:pt x="1375" y="393"/>
                  <a:pt x="1402" y="795"/>
                  <a:pt x="1348" y="1187"/>
                </a:cubicBezTo>
                <a:lnTo>
                  <a:pt x="1036" y="911"/>
                </a:lnTo>
                <a:lnTo>
                  <a:pt x="848" y="741"/>
                </a:lnTo>
                <a:cubicBezTo>
                  <a:pt x="831" y="527"/>
                  <a:pt x="786" y="322"/>
                  <a:pt x="715" y="125"/>
                </a:cubicBezTo>
                <a:cubicBezTo>
                  <a:pt x="697" y="81"/>
                  <a:pt x="670" y="36"/>
                  <a:pt x="63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1" name="Google Shape;2891;p24"/>
          <p:cNvSpPr/>
          <p:nvPr/>
        </p:nvSpPr>
        <p:spPr>
          <a:xfrm rot="6479528" flipH="1">
            <a:off x="1035223" y="3253226"/>
            <a:ext cx="274648" cy="299457"/>
          </a:xfrm>
          <a:custGeom>
            <a:avLst/>
            <a:gdLst/>
            <a:ahLst/>
            <a:cxnLst/>
            <a:rect l="l" t="t" r="r" b="b"/>
            <a:pathLst>
              <a:path w="2723" h="3027" extrusionOk="0">
                <a:moveTo>
                  <a:pt x="1178" y="108"/>
                </a:moveTo>
                <a:cubicBezTo>
                  <a:pt x="1000" y="117"/>
                  <a:pt x="813" y="313"/>
                  <a:pt x="813" y="313"/>
                </a:cubicBezTo>
                <a:cubicBezTo>
                  <a:pt x="661" y="1"/>
                  <a:pt x="464" y="251"/>
                  <a:pt x="464" y="251"/>
                </a:cubicBezTo>
                <a:cubicBezTo>
                  <a:pt x="464" y="251"/>
                  <a:pt x="179" y="126"/>
                  <a:pt x="90" y="233"/>
                </a:cubicBezTo>
                <a:cubicBezTo>
                  <a:pt x="0" y="340"/>
                  <a:pt x="223" y="634"/>
                  <a:pt x="223" y="634"/>
                </a:cubicBezTo>
                <a:cubicBezTo>
                  <a:pt x="152" y="688"/>
                  <a:pt x="99" y="768"/>
                  <a:pt x="81" y="858"/>
                </a:cubicBezTo>
                <a:cubicBezTo>
                  <a:pt x="45" y="1018"/>
                  <a:pt x="295" y="1250"/>
                  <a:pt x="295" y="1250"/>
                </a:cubicBezTo>
                <a:cubicBezTo>
                  <a:pt x="295" y="1250"/>
                  <a:pt x="81" y="1340"/>
                  <a:pt x="90" y="1509"/>
                </a:cubicBezTo>
                <a:cubicBezTo>
                  <a:pt x="99" y="1670"/>
                  <a:pt x="384" y="1750"/>
                  <a:pt x="384" y="1750"/>
                </a:cubicBezTo>
                <a:cubicBezTo>
                  <a:pt x="384" y="1750"/>
                  <a:pt x="188" y="2009"/>
                  <a:pt x="339" y="2205"/>
                </a:cubicBezTo>
                <a:cubicBezTo>
                  <a:pt x="491" y="2411"/>
                  <a:pt x="795" y="2393"/>
                  <a:pt x="795" y="2393"/>
                </a:cubicBezTo>
                <a:cubicBezTo>
                  <a:pt x="795" y="2393"/>
                  <a:pt x="643" y="2518"/>
                  <a:pt x="795" y="2785"/>
                </a:cubicBezTo>
                <a:cubicBezTo>
                  <a:pt x="875" y="2910"/>
                  <a:pt x="1000" y="3000"/>
                  <a:pt x="1143" y="3026"/>
                </a:cubicBezTo>
                <a:cubicBezTo>
                  <a:pt x="2365" y="2669"/>
                  <a:pt x="2722" y="1099"/>
                  <a:pt x="1767" y="251"/>
                </a:cubicBezTo>
                <a:cubicBezTo>
                  <a:pt x="1669" y="260"/>
                  <a:pt x="1589" y="313"/>
                  <a:pt x="1527" y="376"/>
                </a:cubicBezTo>
                <a:cubicBezTo>
                  <a:pt x="1527" y="376"/>
                  <a:pt x="1357" y="99"/>
                  <a:pt x="1178" y="108"/>
                </a:cubicBezTo>
                <a:close/>
              </a:path>
            </a:pathLst>
          </a:custGeom>
          <a:gradFill>
            <a:gsLst>
              <a:gs pos="0">
                <a:srgbClr val="FFFFFF">
                  <a:alpha val="0"/>
                </a:srgbClr>
              </a:gs>
              <a:gs pos="100000">
                <a:srgbClr val="FFFFFF">
                  <a:alpha val="2196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2" name="Google Shape;2892;p24"/>
          <p:cNvSpPr/>
          <p:nvPr/>
        </p:nvSpPr>
        <p:spPr>
          <a:xfrm rot="6479528" flipH="1">
            <a:off x="938255" y="3123562"/>
            <a:ext cx="418780" cy="383250"/>
          </a:xfrm>
          <a:custGeom>
            <a:avLst/>
            <a:gdLst/>
            <a:ahLst/>
            <a:cxnLst/>
            <a:rect l="l" t="t" r="r" b="b"/>
            <a:pathLst>
              <a:path w="4152" h="3874" extrusionOk="0">
                <a:moveTo>
                  <a:pt x="1152" y="0"/>
                </a:moveTo>
                <a:cubicBezTo>
                  <a:pt x="1072" y="0"/>
                  <a:pt x="1001" y="27"/>
                  <a:pt x="929" y="71"/>
                </a:cubicBezTo>
                <a:cubicBezTo>
                  <a:pt x="878" y="101"/>
                  <a:pt x="826" y="142"/>
                  <a:pt x="780" y="186"/>
                </a:cubicBezTo>
                <a:lnTo>
                  <a:pt x="780" y="186"/>
                </a:lnTo>
                <a:cubicBezTo>
                  <a:pt x="764" y="160"/>
                  <a:pt x="746" y="136"/>
                  <a:pt x="733" y="116"/>
                </a:cubicBezTo>
                <a:cubicBezTo>
                  <a:pt x="697" y="80"/>
                  <a:pt x="661" y="54"/>
                  <a:pt x="617" y="45"/>
                </a:cubicBezTo>
                <a:cubicBezTo>
                  <a:pt x="605" y="42"/>
                  <a:pt x="593" y="41"/>
                  <a:pt x="581" y="41"/>
                </a:cubicBezTo>
                <a:cubicBezTo>
                  <a:pt x="549" y="41"/>
                  <a:pt x="518" y="49"/>
                  <a:pt x="492" y="63"/>
                </a:cubicBezTo>
                <a:cubicBezTo>
                  <a:pt x="461" y="86"/>
                  <a:pt x="430" y="109"/>
                  <a:pt x="405" y="132"/>
                </a:cubicBezTo>
                <a:lnTo>
                  <a:pt x="405" y="132"/>
                </a:lnTo>
                <a:cubicBezTo>
                  <a:pt x="342" y="103"/>
                  <a:pt x="280" y="87"/>
                  <a:pt x="224" y="71"/>
                </a:cubicBezTo>
                <a:lnTo>
                  <a:pt x="108" y="71"/>
                </a:lnTo>
                <a:cubicBezTo>
                  <a:pt x="63" y="80"/>
                  <a:pt x="28" y="116"/>
                  <a:pt x="10" y="152"/>
                </a:cubicBezTo>
                <a:cubicBezTo>
                  <a:pt x="1" y="196"/>
                  <a:pt x="1" y="232"/>
                  <a:pt x="10" y="277"/>
                </a:cubicBezTo>
                <a:cubicBezTo>
                  <a:pt x="19" y="312"/>
                  <a:pt x="37" y="339"/>
                  <a:pt x="55" y="375"/>
                </a:cubicBezTo>
                <a:cubicBezTo>
                  <a:pt x="79" y="431"/>
                  <a:pt x="110" y="487"/>
                  <a:pt x="148" y="543"/>
                </a:cubicBezTo>
                <a:lnTo>
                  <a:pt x="148" y="543"/>
                </a:lnTo>
                <a:cubicBezTo>
                  <a:pt x="105" y="578"/>
                  <a:pt x="69" y="624"/>
                  <a:pt x="46" y="669"/>
                </a:cubicBezTo>
                <a:cubicBezTo>
                  <a:pt x="28" y="705"/>
                  <a:pt x="19" y="732"/>
                  <a:pt x="10" y="768"/>
                </a:cubicBezTo>
                <a:cubicBezTo>
                  <a:pt x="10" y="803"/>
                  <a:pt x="10" y="839"/>
                  <a:pt x="19" y="866"/>
                </a:cubicBezTo>
                <a:cubicBezTo>
                  <a:pt x="37" y="928"/>
                  <a:pt x="72" y="982"/>
                  <a:pt x="108" y="1035"/>
                </a:cubicBezTo>
                <a:cubicBezTo>
                  <a:pt x="137" y="1078"/>
                  <a:pt x="171" y="1115"/>
                  <a:pt x="206" y="1151"/>
                </a:cubicBezTo>
                <a:lnTo>
                  <a:pt x="206" y="1151"/>
                </a:lnTo>
                <a:cubicBezTo>
                  <a:pt x="159" y="1178"/>
                  <a:pt x="117" y="1214"/>
                  <a:pt x="81" y="1250"/>
                </a:cubicBezTo>
                <a:cubicBezTo>
                  <a:pt x="37" y="1303"/>
                  <a:pt x="10" y="1374"/>
                  <a:pt x="28" y="1446"/>
                </a:cubicBezTo>
                <a:cubicBezTo>
                  <a:pt x="46" y="1508"/>
                  <a:pt x="90" y="1562"/>
                  <a:pt x="153" y="1598"/>
                </a:cubicBezTo>
                <a:cubicBezTo>
                  <a:pt x="198" y="1628"/>
                  <a:pt x="250" y="1652"/>
                  <a:pt x="303" y="1669"/>
                </a:cubicBezTo>
                <a:lnTo>
                  <a:pt x="303" y="1669"/>
                </a:lnTo>
                <a:cubicBezTo>
                  <a:pt x="262" y="1734"/>
                  <a:pt x="240" y="1805"/>
                  <a:pt x="224" y="1883"/>
                </a:cubicBezTo>
                <a:cubicBezTo>
                  <a:pt x="206" y="1972"/>
                  <a:pt x="233" y="2062"/>
                  <a:pt x="287" y="2133"/>
                </a:cubicBezTo>
                <a:cubicBezTo>
                  <a:pt x="340" y="2205"/>
                  <a:pt x="412" y="2249"/>
                  <a:pt x="501" y="2276"/>
                </a:cubicBezTo>
                <a:cubicBezTo>
                  <a:pt x="568" y="2306"/>
                  <a:pt x="635" y="2317"/>
                  <a:pt x="707" y="2320"/>
                </a:cubicBezTo>
                <a:lnTo>
                  <a:pt x="707" y="2320"/>
                </a:lnTo>
                <a:cubicBezTo>
                  <a:pt x="666" y="2386"/>
                  <a:pt x="655" y="2468"/>
                  <a:pt x="670" y="2544"/>
                </a:cubicBezTo>
                <a:cubicBezTo>
                  <a:pt x="688" y="2633"/>
                  <a:pt x="733" y="2713"/>
                  <a:pt x="795" y="2785"/>
                </a:cubicBezTo>
                <a:cubicBezTo>
                  <a:pt x="858" y="2847"/>
                  <a:pt x="929" y="2892"/>
                  <a:pt x="1018" y="2927"/>
                </a:cubicBezTo>
                <a:cubicBezTo>
                  <a:pt x="1084" y="2949"/>
                  <a:pt x="1155" y="2965"/>
                  <a:pt x="1227" y="2975"/>
                </a:cubicBezTo>
                <a:lnTo>
                  <a:pt x="1227" y="2975"/>
                </a:lnTo>
                <a:cubicBezTo>
                  <a:pt x="1170" y="3037"/>
                  <a:pt x="1146" y="3120"/>
                  <a:pt x="1161" y="3204"/>
                </a:cubicBezTo>
                <a:cubicBezTo>
                  <a:pt x="1188" y="3293"/>
                  <a:pt x="1250" y="3383"/>
                  <a:pt x="1331" y="3427"/>
                </a:cubicBezTo>
                <a:cubicBezTo>
                  <a:pt x="1420" y="3463"/>
                  <a:pt x="1509" y="3490"/>
                  <a:pt x="1599" y="3499"/>
                </a:cubicBezTo>
                <a:cubicBezTo>
                  <a:pt x="1509" y="3490"/>
                  <a:pt x="1429" y="3463"/>
                  <a:pt x="1349" y="3427"/>
                </a:cubicBezTo>
                <a:cubicBezTo>
                  <a:pt x="1268" y="3383"/>
                  <a:pt x="1215" y="3311"/>
                  <a:pt x="1197" y="3222"/>
                </a:cubicBezTo>
                <a:cubicBezTo>
                  <a:pt x="1179" y="3142"/>
                  <a:pt x="1215" y="3052"/>
                  <a:pt x="1286" y="2999"/>
                </a:cubicBezTo>
                <a:lnTo>
                  <a:pt x="1322" y="2972"/>
                </a:lnTo>
                <a:lnTo>
                  <a:pt x="1273" y="2972"/>
                </a:lnTo>
                <a:lnTo>
                  <a:pt x="1259" y="2945"/>
                </a:lnTo>
                <a:cubicBezTo>
                  <a:pt x="1249" y="2953"/>
                  <a:pt x="1240" y="2962"/>
                  <a:pt x="1231" y="2971"/>
                </a:cubicBezTo>
                <a:lnTo>
                  <a:pt x="1231" y="2971"/>
                </a:lnTo>
                <a:cubicBezTo>
                  <a:pt x="1163" y="2966"/>
                  <a:pt x="1095" y="2950"/>
                  <a:pt x="1027" y="2927"/>
                </a:cubicBezTo>
                <a:cubicBezTo>
                  <a:pt x="947" y="2892"/>
                  <a:pt x="876" y="2847"/>
                  <a:pt x="822" y="2785"/>
                </a:cubicBezTo>
                <a:cubicBezTo>
                  <a:pt x="769" y="2722"/>
                  <a:pt x="724" y="2651"/>
                  <a:pt x="706" y="2562"/>
                </a:cubicBezTo>
                <a:cubicBezTo>
                  <a:pt x="688" y="2481"/>
                  <a:pt x="706" y="2401"/>
                  <a:pt x="760" y="2338"/>
                </a:cubicBezTo>
                <a:lnTo>
                  <a:pt x="795" y="2303"/>
                </a:lnTo>
                <a:lnTo>
                  <a:pt x="751" y="2303"/>
                </a:lnTo>
                <a:cubicBezTo>
                  <a:pt x="748" y="2303"/>
                  <a:pt x="745" y="2303"/>
                  <a:pt x="742" y="2303"/>
                </a:cubicBezTo>
                <a:lnTo>
                  <a:pt x="742" y="2303"/>
                </a:lnTo>
                <a:lnTo>
                  <a:pt x="733" y="2285"/>
                </a:lnTo>
                <a:cubicBezTo>
                  <a:pt x="728" y="2291"/>
                  <a:pt x="723" y="2297"/>
                  <a:pt x="718" y="2304"/>
                </a:cubicBezTo>
                <a:lnTo>
                  <a:pt x="718" y="2304"/>
                </a:lnTo>
                <a:cubicBezTo>
                  <a:pt x="568" y="2303"/>
                  <a:pt x="422" y="2241"/>
                  <a:pt x="322" y="2133"/>
                </a:cubicBezTo>
                <a:cubicBezTo>
                  <a:pt x="269" y="2071"/>
                  <a:pt x="251" y="1990"/>
                  <a:pt x="269" y="1910"/>
                </a:cubicBezTo>
                <a:cubicBezTo>
                  <a:pt x="278" y="1830"/>
                  <a:pt x="313" y="1749"/>
                  <a:pt x="358" y="1687"/>
                </a:cubicBezTo>
                <a:lnTo>
                  <a:pt x="376" y="1660"/>
                </a:lnTo>
                <a:lnTo>
                  <a:pt x="349" y="1651"/>
                </a:lnTo>
                <a:cubicBezTo>
                  <a:pt x="340" y="1649"/>
                  <a:pt x="331" y="1646"/>
                  <a:pt x="322" y="1643"/>
                </a:cubicBezTo>
                <a:lnTo>
                  <a:pt x="322" y="1643"/>
                </a:lnTo>
                <a:lnTo>
                  <a:pt x="322" y="1642"/>
                </a:lnTo>
                <a:cubicBezTo>
                  <a:pt x="322" y="1642"/>
                  <a:pt x="322" y="1643"/>
                  <a:pt x="322" y="1643"/>
                </a:cubicBezTo>
                <a:lnTo>
                  <a:pt x="322" y="1643"/>
                </a:lnTo>
                <a:cubicBezTo>
                  <a:pt x="271" y="1625"/>
                  <a:pt x="225" y="1603"/>
                  <a:pt x="179" y="1580"/>
                </a:cubicBezTo>
                <a:cubicBezTo>
                  <a:pt x="126" y="1544"/>
                  <a:pt x="90" y="1499"/>
                  <a:pt x="72" y="1446"/>
                </a:cubicBezTo>
                <a:cubicBezTo>
                  <a:pt x="55" y="1392"/>
                  <a:pt x="72" y="1339"/>
                  <a:pt x="117" y="1294"/>
                </a:cubicBezTo>
                <a:cubicBezTo>
                  <a:pt x="153" y="1250"/>
                  <a:pt x="206" y="1214"/>
                  <a:pt x="260" y="1187"/>
                </a:cubicBezTo>
                <a:lnTo>
                  <a:pt x="287" y="1178"/>
                </a:lnTo>
                <a:lnTo>
                  <a:pt x="260" y="1151"/>
                </a:lnTo>
                <a:cubicBezTo>
                  <a:pt x="224" y="1107"/>
                  <a:pt x="179" y="1062"/>
                  <a:pt x="144" y="1017"/>
                </a:cubicBezTo>
                <a:cubicBezTo>
                  <a:pt x="108" y="973"/>
                  <a:pt x="81" y="919"/>
                  <a:pt x="63" y="866"/>
                </a:cubicBezTo>
                <a:cubicBezTo>
                  <a:pt x="55" y="839"/>
                  <a:pt x="55" y="812"/>
                  <a:pt x="63" y="785"/>
                </a:cubicBezTo>
                <a:cubicBezTo>
                  <a:pt x="81" y="696"/>
                  <a:pt x="126" y="625"/>
                  <a:pt x="197" y="571"/>
                </a:cubicBezTo>
                <a:lnTo>
                  <a:pt x="215" y="562"/>
                </a:lnTo>
                <a:lnTo>
                  <a:pt x="206" y="536"/>
                </a:lnTo>
                <a:cubicBezTo>
                  <a:pt x="162" y="482"/>
                  <a:pt x="126" y="420"/>
                  <a:pt x="99" y="366"/>
                </a:cubicBezTo>
                <a:cubicBezTo>
                  <a:pt x="72" y="303"/>
                  <a:pt x="55" y="241"/>
                  <a:pt x="63" y="179"/>
                </a:cubicBezTo>
                <a:cubicBezTo>
                  <a:pt x="77" y="144"/>
                  <a:pt x="123" y="131"/>
                  <a:pt x="172" y="131"/>
                </a:cubicBezTo>
                <a:cubicBezTo>
                  <a:pt x="187" y="131"/>
                  <a:pt x="201" y="132"/>
                  <a:pt x="215" y="134"/>
                </a:cubicBezTo>
                <a:cubicBezTo>
                  <a:pt x="287" y="143"/>
                  <a:pt x="349" y="161"/>
                  <a:pt x="412" y="196"/>
                </a:cubicBezTo>
                <a:lnTo>
                  <a:pt x="429" y="196"/>
                </a:lnTo>
                <a:lnTo>
                  <a:pt x="438" y="187"/>
                </a:lnTo>
                <a:cubicBezTo>
                  <a:pt x="483" y="125"/>
                  <a:pt x="545" y="98"/>
                  <a:pt x="617" y="98"/>
                </a:cubicBezTo>
                <a:cubicBezTo>
                  <a:pt x="644" y="107"/>
                  <a:pt x="670" y="125"/>
                  <a:pt x="697" y="152"/>
                </a:cubicBezTo>
                <a:cubicBezTo>
                  <a:pt x="715" y="179"/>
                  <a:pt x="733" y="214"/>
                  <a:pt x="751" y="241"/>
                </a:cubicBezTo>
                <a:lnTo>
                  <a:pt x="769" y="277"/>
                </a:lnTo>
                <a:lnTo>
                  <a:pt x="795" y="250"/>
                </a:lnTo>
                <a:cubicBezTo>
                  <a:pt x="840" y="196"/>
                  <a:pt x="893" y="152"/>
                  <a:pt x="956" y="116"/>
                </a:cubicBezTo>
                <a:cubicBezTo>
                  <a:pt x="1018" y="71"/>
                  <a:pt x="1081" y="54"/>
                  <a:pt x="1152" y="54"/>
                </a:cubicBezTo>
                <a:cubicBezTo>
                  <a:pt x="1215" y="63"/>
                  <a:pt x="1277" y="98"/>
                  <a:pt x="1331" y="143"/>
                </a:cubicBezTo>
                <a:cubicBezTo>
                  <a:pt x="1384" y="196"/>
                  <a:pt x="1429" y="250"/>
                  <a:pt x="1465" y="312"/>
                </a:cubicBezTo>
                <a:lnTo>
                  <a:pt x="1483" y="339"/>
                </a:lnTo>
                <a:lnTo>
                  <a:pt x="1500" y="312"/>
                </a:lnTo>
                <a:cubicBezTo>
                  <a:pt x="1545" y="268"/>
                  <a:pt x="1599" y="223"/>
                  <a:pt x="1661" y="205"/>
                </a:cubicBezTo>
                <a:cubicBezTo>
                  <a:pt x="1688" y="192"/>
                  <a:pt x="1719" y="185"/>
                  <a:pt x="1750" y="185"/>
                </a:cubicBezTo>
                <a:cubicBezTo>
                  <a:pt x="1781" y="185"/>
                  <a:pt x="1813" y="192"/>
                  <a:pt x="1840" y="205"/>
                </a:cubicBezTo>
                <a:cubicBezTo>
                  <a:pt x="1893" y="232"/>
                  <a:pt x="1938" y="277"/>
                  <a:pt x="1964" y="339"/>
                </a:cubicBezTo>
                <a:cubicBezTo>
                  <a:pt x="1991" y="393"/>
                  <a:pt x="2009" y="455"/>
                  <a:pt x="2018" y="527"/>
                </a:cubicBezTo>
                <a:lnTo>
                  <a:pt x="2018" y="571"/>
                </a:lnTo>
                <a:lnTo>
                  <a:pt x="2045" y="536"/>
                </a:lnTo>
                <a:cubicBezTo>
                  <a:pt x="2080" y="491"/>
                  <a:pt x="2143" y="455"/>
                  <a:pt x="2205" y="455"/>
                </a:cubicBezTo>
                <a:cubicBezTo>
                  <a:pt x="2268" y="455"/>
                  <a:pt x="2330" y="473"/>
                  <a:pt x="2375" y="509"/>
                </a:cubicBezTo>
                <a:cubicBezTo>
                  <a:pt x="2473" y="598"/>
                  <a:pt x="2554" y="696"/>
                  <a:pt x="2607" y="821"/>
                </a:cubicBezTo>
                <a:lnTo>
                  <a:pt x="2625" y="848"/>
                </a:lnTo>
                <a:lnTo>
                  <a:pt x="2643" y="821"/>
                </a:lnTo>
                <a:cubicBezTo>
                  <a:pt x="2687" y="750"/>
                  <a:pt x="2750" y="705"/>
                  <a:pt x="2830" y="696"/>
                </a:cubicBezTo>
                <a:cubicBezTo>
                  <a:pt x="2840" y="695"/>
                  <a:pt x="2851" y="695"/>
                  <a:pt x="2861" y="695"/>
                </a:cubicBezTo>
                <a:cubicBezTo>
                  <a:pt x="2931" y="695"/>
                  <a:pt x="2999" y="721"/>
                  <a:pt x="3053" y="768"/>
                </a:cubicBezTo>
                <a:cubicBezTo>
                  <a:pt x="3116" y="830"/>
                  <a:pt x="3160" y="901"/>
                  <a:pt x="3178" y="973"/>
                </a:cubicBezTo>
                <a:cubicBezTo>
                  <a:pt x="3205" y="1053"/>
                  <a:pt x="3214" y="1134"/>
                  <a:pt x="3214" y="1223"/>
                </a:cubicBezTo>
                <a:lnTo>
                  <a:pt x="3214" y="1330"/>
                </a:lnTo>
                <a:lnTo>
                  <a:pt x="3250" y="1223"/>
                </a:lnTo>
                <a:cubicBezTo>
                  <a:pt x="3276" y="1142"/>
                  <a:pt x="3330" y="1044"/>
                  <a:pt x="3419" y="1026"/>
                </a:cubicBezTo>
                <a:cubicBezTo>
                  <a:pt x="3427" y="1025"/>
                  <a:pt x="3435" y="1024"/>
                  <a:pt x="3443" y="1024"/>
                </a:cubicBezTo>
                <a:cubicBezTo>
                  <a:pt x="3480" y="1024"/>
                  <a:pt x="3516" y="1040"/>
                  <a:pt x="3553" y="1062"/>
                </a:cubicBezTo>
                <a:cubicBezTo>
                  <a:pt x="3589" y="1089"/>
                  <a:pt x="3616" y="1125"/>
                  <a:pt x="3633" y="1169"/>
                </a:cubicBezTo>
                <a:cubicBezTo>
                  <a:pt x="3660" y="1258"/>
                  <a:pt x="3669" y="1357"/>
                  <a:pt x="3660" y="1455"/>
                </a:cubicBezTo>
                <a:cubicBezTo>
                  <a:pt x="3660" y="1553"/>
                  <a:pt x="3651" y="1642"/>
                  <a:pt x="3633" y="1740"/>
                </a:cubicBezTo>
                <a:lnTo>
                  <a:pt x="3607" y="1839"/>
                </a:lnTo>
                <a:lnTo>
                  <a:pt x="3651" y="1749"/>
                </a:lnTo>
                <a:cubicBezTo>
                  <a:pt x="3652" y="1749"/>
                  <a:pt x="3652" y="1748"/>
                  <a:pt x="3653" y="1747"/>
                </a:cubicBezTo>
                <a:lnTo>
                  <a:pt x="3653" y="1747"/>
                </a:lnTo>
                <a:lnTo>
                  <a:pt x="3660" y="1749"/>
                </a:lnTo>
                <a:cubicBezTo>
                  <a:pt x="3661" y="1743"/>
                  <a:pt x="3663" y="1736"/>
                  <a:pt x="3664" y="1730"/>
                </a:cubicBezTo>
                <a:lnTo>
                  <a:pt x="3664" y="1730"/>
                </a:lnTo>
                <a:cubicBezTo>
                  <a:pt x="3686" y="1697"/>
                  <a:pt x="3710" y="1674"/>
                  <a:pt x="3741" y="1651"/>
                </a:cubicBezTo>
                <a:cubicBezTo>
                  <a:pt x="3758" y="1638"/>
                  <a:pt x="3778" y="1631"/>
                  <a:pt x="3800" y="1631"/>
                </a:cubicBezTo>
                <a:cubicBezTo>
                  <a:pt x="3821" y="1631"/>
                  <a:pt x="3843" y="1638"/>
                  <a:pt x="3865" y="1651"/>
                </a:cubicBezTo>
                <a:cubicBezTo>
                  <a:pt x="3937" y="1696"/>
                  <a:pt x="3990" y="1785"/>
                  <a:pt x="4008" y="1874"/>
                </a:cubicBezTo>
                <a:cubicBezTo>
                  <a:pt x="4035" y="2053"/>
                  <a:pt x="4035" y="2249"/>
                  <a:pt x="4008" y="2428"/>
                </a:cubicBezTo>
                <a:cubicBezTo>
                  <a:pt x="3990" y="2526"/>
                  <a:pt x="3982" y="2615"/>
                  <a:pt x="3964" y="2713"/>
                </a:cubicBezTo>
                <a:cubicBezTo>
                  <a:pt x="3946" y="2802"/>
                  <a:pt x="3946" y="2901"/>
                  <a:pt x="3973" y="2990"/>
                </a:cubicBezTo>
                <a:cubicBezTo>
                  <a:pt x="4008" y="3177"/>
                  <a:pt x="4071" y="3356"/>
                  <a:pt x="4151" y="3534"/>
                </a:cubicBezTo>
                <a:cubicBezTo>
                  <a:pt x="4080" y="3356"/>
                  <a:pt x="4017" y="3177"/>
                  <a:pt x="3982" y="2990"/>
                </a:cubicBezTo>
                <a:cubicBezTo>
                  <a:pt x="3937" y="2811"/>
                  <a:pt x="4008" y="2624"/>
                  <a:pt x="4026" y="2437"/>
                </a:cubicBezTo>
                <a:cubicBezTo>
                  <a:pt x="4053" y="2249"/>
                  <a:pt x="4053" y="2053"/>
                  <a:pt x="4026" y="1865"/>
                </a:cubicBezTo>
                <a:cubicBezTo>
                  <a:pt x="4008" y="1767"/>
                  <a:pt x="3955" y="1678"/>
                  <a:pt x="3874" y="1624"/>
                </a:cubicBezTo>
                <a:cubicBezTo>
                  <a:pt x="3852" y="1611"/>
                  <a:pt x="3828" y="1604"/>
                  <a:pt x="3802" y="1604"/>
                </a:cubicBezTo>
                <a:cubicBezTo>
                  <a:pt x="3776" y="1604"/>
                  <a:pt x="3749" y="1611"/>
                  <a:pt x="3723" y="1624"/>
                </a:cubicBezTo>
                <a:cubicBezTo>
                  <a:pt x="3705" y="1637"/>
                  <a:pt x="3688" y="1652"/>
                  <a:pt x="3673" y="1671"/>
                </a:cubicBezTo>
                <a:lnTo>
                  <a:pt x="3673" y="1671"/>
                </a:lnTo>
                <a:cubicBezTo>
                  <a:pt x="3683" y="1599"/>
                  <a:pt x="3689" y="1527"/>
                  <a:pt x="3696" y="1455"/>
                </a:cubicBezTo>
                <a:cubicBezTo>
                  <a:pt x="3696" y="1357"/>
                  <a:pt x="3687" y="1250"/>
                  <a:pt x="3660" y="1160"/>
                </a:cubicBezTo>
                <a:cubicBezTo>
                  <a:pt x="3627" y="1060"/>
                  <a:pt x="3539" y="999"/>
                  <a:pt x="3432" y="999"/>
                </a:cubicBezTo>
                <a:cubicBezTo>
                  <a:pt x="3425" y="999"/>
                  <a:pt x="3418" y="999"/>
                  <a:pt x="3410" y="1000"/>
                </a:cubicBezTo>
                <a:cubicBezTo>
                  <a:pt x="3366" y="1009"/>
                  <a:pt x="3312" y="1044"/>
                  <a:pt x="3285" y="1089"/>
                </a:cubicBezTo>
                <a:cubicBezTo>
                  <a:pt x="3272" y="1106"/>
                  <a:pt x="3259" y="1126"/>
                  <a:pt x="3247" y="1147"/>
                </a:cubicBezTo>
                <a:lnTo>
                  <a:pt x="3247" y="1147"/>
                </a:lnTo>
                <a:cubicBezTo>
                  <a:pt x="3243" y="1084"/>
                  <a:pt x="3233" y="1022"/>
                  <a:pt x="3214" y="964"/>
                </a:cubicBezTo>
                <a:cubicBezTo>
                  <a:pt x="3187" y="884"/>
                  <a:pt x="3143" y="803"/>
                  <a:pt x="3080" y="741"/>
                </a:cubicBezTo>
                <a:cubicBezTo>
                  <a:pt x="3009" y="678"/>
                  <a:pt x="2919" y="652"/>
                  <a:pt x="2830" y="652"/>
                </a:cubicBezTo>
                <a:cubicBezTo>
                  <a:pt x="2753" y="667"/>
                  <a:pt x="2682" y="710"/>
                  <a:pt x="2635" y="773"/>
                </a:cubicBezTo>
                <a:lnTo>
                  <a:pt x="2635" y="773"/>
                </a:lnTo>
                <a:cubicBezTo>
                  <a:pt x="2607" y="721"/>
                  <a:pt x="2582" y="670"/>
                  <a:pt x="2545" y="625"/>
                </a:cubicBezTo>
                <a:cubicBezTo>
                  <a:pt x="2509" y="571"/>
                  <a:pt x="2455" y="518"/>
                  <a:pt x="2402" y="482"/>
                </a:cubicBezTo>
                <a:cubicBezTo>
                  <a:pt x="2348" y="437"/>
                  <a:pt x="2277" y="411"/>
                  <a:pt x="2205" y="411"/>
                </a:cubicBezTo>
                <a:cubicBezTo>
                  <a:pt x="2150" y="418"/>
                  <a:pt x="2094" y="441"/>
                  <a:pt x="2052" y="476"/>
                </a:cubicBezTo>
                <a:lnTo>
                  <a:pt x="2052" y="476"/>
                </a:lnTo>
                <a:cubicBezTo>
                  <a:pt x="2046" y="421"/>
                  <a:pt x="2029" y="370"/>
                  <a:pt x="2000" y="312"/>
                </a:cubicBezTo>
                <a:cubicBezTo>
                  <a:pt x="1973" y="250"/>
                  <a:pt x="1920" y="196"/>
                  <a:pt x="1857" y="161"/>
                </a:cubicBezTo>
                <a:cubicBezTo>
                  <a:pt x="1822" y="147"/>
                  <a:pt x="1786" y="141"/>
                  <a:pt x="1750" y="141"/>
                </a:cubicBezTo>
                <a:cubicBezTo>
                  <a:pt x="1715" y="141"/>
                  <a:pt x="1679" y="147"/>
                  <a:pt x="1643" y="161"/>
                </a:cubicBezTo>
                <a:cubicBezTo>
                  <a:pt x="1582" y="184"/>
                  <a:pt x="1533" y="220"/>
                  <a:pt x="1487" y="270"/>
                </a:cubicBezTo>
                <a:lnTo>
                  <a:pt x="1487" y="270"/>
                </a:lnTo>
                <a:cubicBezTo>
                  <a:pt x="1452" y="210"/>
                  <a:pt x="1405" y="163"/>
                  <a:pt x="1358" y="116"/>
                </a:cubicBezTo>
                <a:cubicBezTo>
                  <a:pt x="1304" y="54"/>
                  <a:pt x="1233" y="18"/>
                  <a:pt x="1152" y="0"/>
                </a:cubicBezTo>
                <a:close/>
                <a:moveTo>
                  <a:pt x="1857" y="3490"/>
                </a:moveTo>
                <a:cubicBezTo>
                  <a:pt x="1856" y="3496"/>
                  <a:pt x="1854" y="3502"/>
                  <a:pt x="1853" y="3508"/>
                </a:cubicBezTo>
                <a:lnTo>
                  <a:pt x="1853" y="3508"/>
                </a:lnTo>
                <a:cubicBezTo>
                  <a:pt x="1769" y="3508"/>
                  <a:pt x="1684" y="3507"/>
                  <a:pt x="1599" y="3499"/>
                </a:cubicBezTo>
                <a:lnTo>
                  <a:pt x="1599" y="3499"/>
                </a:lnTo>
                <a:cubicBezTo>
                  <a:pt x="1662" y="3505"/>
                  <a:pt x="1725" y="3511"/>
                  <a:pt x="1791" y="3511"/>
                </a:cubicBezTo>
                <a:cubicBezTo>
                  <a:pt x="1811" y="3511"/>
                  <a:pt x="1832" y="3511"/>
                  <a:pt x="1853" y="3509"/>
                </a:cubicBezTo>
                <a:lnTo>
                  <a:pt x="1853" y="3509"/>
                </a:lnTo>
                <a:cubicBezTo>
                  <a:pt x="1845" y="3567"/>
                  <a:pt x="1872" y="3627"/>
                  <a:pt x="1920" y="3659"/>
                </a:cubicBezTo>
                <a:cubicBezTo>
                  <a:pt x="1973" y="3686"/>
                  <a:pt x="2027" y="3704"/>
                  <a:pt x="2089" y="3713"/>
                </a:cubicBezTo>
                <a:cubicBezTo>
                  <a:pt x="2137" y="3717"/>
                  <a:pt x="2186" y="3719"/>
                  <a:pt x="2233" y="3719"/>
                </a:cubicBezTo>
                <a:cubicBezTo>
                  <a:pt x="2292" y="3719"/>
                  <a:pt x="2351" y="3715"/>
                  <a:pt x="2407" y="3707"/>
                </a:cubicBezTo>
                <a:lnTo>
                  <a:pt x="2407" y="3707"/>
                </a:lnTo>
                <a:cubicBezTo>
                  <a:pt x="2393" y="3739"/>
                  <a:pt x="2396" y="3775"/>
                  <a:pt x="2411" y="3811"/>
                </a:cubicBezTo>
                <a:cubicBezTo>
                  <a:pt x="2416" y="3816"/>
                  <a:pt x="2422" y="3821"/>
                  <a:pt x="2428" y="3826"/>
                </a:cubicBezTo>
                <a:lnTo>
                  <a:pt x="2428" y="3826"/>
                </a:lnTo>
                <a:cubicBezTo>
                  <a:pt x="2420" y="3791"/>
                  <a:pt x="2420" y="3757"/>
                  <a:pt x="2446" y="3731"/>
                </a:cubicBezTo>
                <a:lnTo>
                  <a:pt x="2455" y="3704"/>
                </a:lnTo>
                <a:lnTo>
                  <a:pt x="2429" y="3704"/>
                </a:lnTo>
                <a:lnTo>
                  <a:pt x="2420" y="3686"/>
                </a:lnTo>
                <a:cubicBezTo>
                  <a:pt x="2415" y="3693"/>
                  <a:pt x="2410" y="3700"/>
                  <a:pt x="2407" y="3707"/>
                </a:cubicBezTo>
                <a:lnTo>
                  <a:pt x="2407" y="3707"/>
                </a:lnTo>
                <a:cubicBezTo>
                  <a:pt x="2360" y="3714"/>
                  <a:pt x="2312" y="3717"/>
                  <a:pt x="2263" y="3717"/>
                </a:cubicBezTo>
                <a:cubicBezTo>
                  <a:pt x="2208" y="3717"/>
                  <a:pt x="2152" y="3713"/>
                  <a:pt x="2098" y="3704"/>
                </a:cubicBezTo>
                <a:cubicBezTo>
                  <a:pt x="2036" y="3704"/>
                  <a:pt x="1982" y="3686"/>
                  <a:pt x="1938" y="3659"/>
                </a:cubicBezTo>
                <a:cubicBezTo>
                  <a:pt x="1893" y="3624"/>
                  <a:pt x="1875" y="3570"/>
                  <a:pt x="1884" y="3525"/>
                </a:cubicBezTo>
                <a:lnTo>
                  <a:pt x="1884" y="3508"/>
                </a:lnTo>
                <a:lnTo>
                  <a:pt x="1875" y="3508"/>
                </a:lnTo>
                <a:lnTo>
                  <a:pt x="1857" y="3490"/>
                </a:lnTo>
                <a:close/>
                <a:moveTo>
                  <a:pt x="3911" y="3508"/>
                </a:moveTo>
                <a:cubicBezTo>
                  <a:pt x="3832" y="3508"/>
                  <a:pt x="3754" y="3516"/>
                  <a:pt x="3678" y="3534"/>
                </a:cubicBezTo>
                <a:cubicBezTo>
                  <a:pt x="3517" y="3561"/>
                  <a:pt x="3366" y="3606"/>
                  <a:pt x="3214" y="3659"/>
                </a:cubicBezTo>
                <a:cubicBezTo>
                  <a:pt x="3062" y="3722"/>
                  <a:pt x="2911" y="3775"/>
                  <a:pt x="2759" y="3820"/>
                </a:cubicBezTo>
                <a:cubicBezTo>
                  <a:pt x="2678" y="3847"/>
                  <a:pt x="2598" y="3856"/>
                  <a:pt x="2518" y="3856"/>
                </a:cubicBezTo>
                <a:cubicBezTo>
                  <a:pt x="2482" y="3856"/>
                  <a:pt x="2452" y="3844"/>
                  <a:pt x="2428" y="3826"/>
                </a:cubicBezTo>
                <a:lnTo>
                  <a:pt x="2428" y="3826"/>
                </a:lnTo>
                <a:cubicBezTo>
                  <a:pt x="2428" y="3827"/>
                  <a:pt x="2428" y="3828"/>
                  <a:pt x="2429" y="3829"/>
                </a:cubicBezTo>
                <a:cubicBezTo>
                  <a:pt x="2446" y="3856"/>
                  <a:pt x="2491" y="3865"/>
                  <a:pt x="2527" y="3873"/>
                </a:cubicBezTo>
                <a:cubicBezTo>
                  <a:pt x="2607" y="3873"/>
                  <a:pt x="2687" y="3856"/>
                  <a:pt x="2759" y="3838"/>
                </a:cubicBezTo>
                <a:cubicBezTo>
                  <a:pt x="2919" y="3793"/>
                  <a:pt x="3071" y="3740"/>
                  <a:pt x="3214" y="3686"/>
                </a:cubicBezTo>
                <a:cubicBezTo>
                  <a:pt x="3366" y="3624"/>
                  <a:pt x="3517" y="3588"/>
                  <a:pt x="3678" y="3561"/>
                </a:cubicBezTo>
                <a:cubicBezTo>
                  <a:pt x="3773" y="3533"/>
                  <a:pt x="3871" y="3519"/>
                  <a:pt x="3971" y="3519"/>
                </a:cubicBezTo>
                <a:cubicBezTo>
                  <a:pt x="4031" y="3519"/>
                  <a:pt x="4091" y="3524"/>
                  <a:pt x="4151" y="3534"/>
                </a:cubicBezTo>
                <a:cubicBezTo>
                  <a:pt x="4071" y="3516"/>
                  <a:pt x="3990" y="3508"/>
                  <a:pt x="3911" y="3508"/>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3" name="Google Shape;2893;p24"/>
          <p:cNvSpPr/>
          <p:nvPr/>
        </p:nvSpPr>
        <p:spPr>
          <a:xfrm rot="-6479572">
            <a:off x="7750487" y="2009155"/>
            <a:ext cx="363297" cy="325503"/>
          </a:xfrm>
          <a:custGeom>
            <a:avLst/>
            <a:gdLst/>
            <a:ahLst/>
            <a:cxnLst/>
            <a:rect l="l" t="t" r="r" b="b"/>
            <a:pathLst>
              <a:path w="4196" h="3833" extrusionOk="0">
                <a:moveTo>
                  <a:pt x="1187" y="1"/>
                </a:moveTo>
                <a:cubicBezTo>
                  <a:pt x="1184" y="1"/>
                  <a:pt x="1181" y="1"/>
                  <a:pt x="1178" y="1"/>
                </a:cubicBezTo>
                <a:cubicBezTo>
                  <a:pt x="1000" y="10"/>
                  <a:pt x="813" y="206"/>
                  <a:pt x="813" y="206"/>
                </a:cubicBezTo>
                <a:cubicBezTo>
                  <a:pt x="754" y="86"/>
                  <a:pt x="689" y="49"/>
                  <a:pt x="631" y="49"/>
                </a:cubicBezTo>
                <a:cubicBezTo>
                  <a:pt x="539" y="49"/>
                  <a:pt x="464" y="144"/>
                  <a:pt x="464" y="144"/>
                </a:cubicBezTo>
                <a:cubicBezTo>
                  <a:pt x="464" y="144"/>
                  <a:pt x="330" y="79"/>
                  <a:pt x="218" y="79"/>
                </a:cubicBezTo>
                <a:cubicBezTo>
                  <a:pt x="170" y="79"/>
                  <a:pt x="125" y="91"/>
                  <a:pt x="99" y="126"/>
                </a:cubicBezTo>
                <a:cubicBezTo>
                  <a:pt x="0" y="233"/>
                  <a:pt x="223" y="527"/>
                  <a:pt x="223" y="527"/>
                </a:cubicBezTo>
                <a:cubicBezTo>
                  <a:pt x="152" y="581"/>
                  <a:pt x="99" y="661"/>
                  <a:pt x="81" y="751"/>
                </a:cubicBezTo>
                <a:cubicBezTo>
                  <a:pt x="45" y="911"/>
                  <a:pt x="295" y="1143"/>
                  <a:pt x="295" y="1143"/>
                </a:cubicBezTo>
                <a:cubicBezTo>
                  <a:pt x="295" y="1143"/>
                  <a:pt x="81" y="1233"/>
                  <a:pt x="90" y="1402"/>
                </a:cubicBezTo>
                <a:cubicBezTo>
                  <a:pt x="99" y="1563"/>
                  <a:pt x="384" y="1643"/>
                  <a:pt x="384" y="1643"/>
                </a:cubicBezTo>
                <a:cubicBezTo>
                  <a:pt x="384" y="1643"/>
                  <a:pt x="188" y="1902"/>
                  <a:pt x="339" y="2098"/>
                </a:cubicBezTo>
                <a:cubicBezTo>
                  <a:pt x="476" y="2273"/>
                  <a:pt x="710" y="2286"/>
                  <a:pt x="777" y="2286"/>
                </a:cubicBezTo>
                <a:cubicBezTo>
                  <a:pt x="788" y="2286"/>
                  <a:pt x="795" y="2286"/>
                  <a:pt x="795" y="2286"/>
                </a:cubicBezTo>
                <a:lnTo>
                  <a:pt x="795" y="2286"/>
                </a:lnTo>
                <a:cubicBezTo>
                  <a:pt x="795" y="2286"/>
                  <a:pt x="643" y="2411"/>
                  <a:pt x="795" y="2678"/>
                </a:cubicBezTo>
                <a:cubicBezTo>
                  <a:pt x="946" y="2946"/>
                  <a:pt x="1312" y="2946"/>
                  <a:pt x="1312" y="2946"/>
                </a:cubicBezTo>
                <a:cubicBezTo>
                  <a:pt x="1205" y="3026"/>
                  <a:pt x="1187" y="3187"/>
                  <a:pt x="1277" y="3294"/>
                </a:cubicBezTo>
                <a:cubicBezTo>
                  <a:pt x="1384" y="3455"/>
                  <a:pt x="1687" y="3475"/>
                  <a:pt x="1831" y="3475"/>
                </a:cubicBezTo>
                <a:cubicBezTo>
                  <a:pt x="1880" y="3475"/>
                  <a:pt x="1910" y="3473"/>
                  <a:pt x="1910" y="3473"/>
                </a:cubicBezTo>
                <a:lnTo>
                  <a:pt x="1910" y="3473"/>
                </a:lnTo>
                <a:cubicBezTo>
                  <a:pt x="1872" y="3648"/>
                  <a:pt x="2094" y="3682"/>
                  <a:pt x="2270" y="3682"/>
                </a:cubicBezTo>
                <a:cubicBezTo>
                  <a:pt x="2380" y="3682"/>
                  <a:pt x="2473" y="3669"/>
                  <a:pt x="2473" y="3669"/>
                </a:cubicBezTo>
                <a:lnTo>
                  <a:pt x="2473" y="3669"/>
                </a:lnTo>
                <a:cubicBezTo>
                  <a:pt x="2427" y="3755"/>
                  <a:pt x="2439" y="3833"/>
                  <a:pt x="2584" y="3833"/>
                </a:cubicBezTo>
                <a:cubicBezTo>
                  <a:pt x="2694" y="3833"/>
                  <a:pt x="2881" y="3788"/>
                  <a:pt x="3178" y="3669"/>
                </a:cubicBezTo>
                <a:cubicBezTo>
                  <a:pt x="3539" y="3524"/>
                  <a:pt x="3801" y="3489"/>
                  <a:pt x="3969" y="3489"/>
                </a:cubicBezTo>
                <a:cubicBezTo>
                  <a:pt x="4121" y="3489"/>
                  <a:pt x="4195" y="3517"/>
                  <a:pt x="4195" y="3517"/>
                </a:cubicBezTo>
                <a:cubicBezTo>
                  <a:pt x="4195" y="3517"/>
                  <a:pt x="3954" y="2982"/>
                  <a:pt x="4008" y="2714"/>
                </a:cubicBezTo>
                <a:cubicBezTo>
                  <a:pt x="4061" y="2455"/>
                  <a:pt x="4142" y="1884"/>
                  <a:pt x="3990" y="1697"/>
                </a:cubicBezTo>
                <a:cubicBezTo>
                  <a:pt x="3932" y="1622"/>
                  <a:pt x="3880" y="1596"/>
                  <a:pt x="3837" y="1596"/>
                </a:cubicBezTo>
                <a:cubicBezTo>
                  <a:pt x="3742" y="1596"/>
                  <a:pt x="3686" y="1723"/>
                  <a:pt x="3686" y="1723"/>
                </a:cubicBezTo>
                <a:cubicBezTo>
                  <a:pt x="3686" y="1723"/>
                  <a:pt x="3811" y="1134"/>
                  <a:pt x="3588" y="1018"/>
                </a:cubicBezTo>
                <a:cubicBezTo>
                  <a:pt x="3551" y="1000"/>
                  <a:pt x="3518" y="992"/>
                  <a:pt x="3488" y="992"/>
                </a:cubicBezTo>
                <a:cubicBezTo>
                  <a:pt x="3332" y="992"/>
                  <a:pt x="3276" y="1206"/>
                  <a:pt x="3276" y="1206"/>
                </a:cubicBezTo>
                <a:cubicBezTo>
                  <a:pt x="3276" y="1206"/>
                  <a:pt x="3285" y="822"/>
                  <a:pt x="3044" y="688"/>
                </a:cubicBezTo>
                <a:cubicBezTo>
                  <a:pt x="3001" y="665"/>
                  <a:pt x="2955" y="654"/>
                  <a:pt x="2911" y="654"/>
                </a:cubicBezTo>
                <a:cubicBezTo>
                  <a:pt x="2816" y="654"/>
                  <a:pt x="2726" y="704"/>
                  <a:pt x="2678" y="795"/>
                </a:cubicBezTo>
                <a:cubicBezTo>
                  <a:pt x="2678" y="795"/>
                  <a:pt x="2544" y="510"/>
                  <a:pt x="2365" y="438"/>
                </a:cubicBezTo>
                <a:cubicBezTo>
                  <a:pt x="2331" y="424"/>
                  <a:pt x="2296" y="417"/>
                  <a:pt x="2262" y="417"/>
                </a:cubicBezTo>
                <a:cubicBezTo>
                  <a:pt x="2190" y="417"/>
                  <a:pt x="2122" y="449"/>
                  <a:pt x="2080" y="510"/>
                </a:cubicBezTo>
                <a:cubicBezTo>
                  <a:pt x="2080" y="510"/>
                  <a:pt x="2062" y="224"/>
                  <a:pt x="1875" y="162"/>
                </a:cubicBezTo>
                <a:cubicBezTo>
                  <a:pt x="1845" y="150"/>
                  <a:pt x="1815" y="145"/>
                  <a:pt x="1787" y="145"/>
                </a:cubicBezTo>
                <a:cubicBezTo>
                  <a:pt x="1640" y="145"/>
                  <a:pt x="1527" y="278"/>
                  <a:pt x="1527" y="278"/>
                </a:cubicBezTo>
                <a:cubicBezTo>
                  <a:pt x="1527" y="278"/>
                  <a:pt x="1362" y="1"/>
                  <a:pt x="118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4" name="Google Shape;2894;p24"/>
          <p:cNvSpPr/>
          <p:nvPr/>
        </p:nvSpPr>
        <p:spPr>
          <a:xfrm rot="-6479572">
            <a:off x="7707971" y="1928427"/>
            <a:ext cx="461568" cy="363887"/>
          </a:xfrm>
          <a:custGeom>
            <a:avLst/>
            <a:gdLst/>
            <a:ahLst/>
            <a:cxnLst/>
            <a:rect l="l" t="t" r="r" b="b"/>
            <a:pathLst>
              <a:path w="5331" h="4285" extrusionOk="0">
                <a:moveTo>
                  <a:pt x="634" y="0"/>
                </a:moveTo>
                <a:cubicBezTo>
                  <a:pt x="643" y="36"/>
                  <a:pt x="661" y="72"/>
                  <a:pt x="670" y="98"/>
                </a:cubicBezTo>
                <a:cubicBezTo>
                  <a:pt x="741" y="304"/>
                  <a:pt x="795" y="509"/>
                  <a:pt x="822" y="723"/>
                </a:cubicBezTo>
                <a:lnTo>
                  <a:pt x="45" y="18"/>
                </a:lnTo>
                <a:cubicBezTo>
                  <a:pt x="27" y="27"/>
                  <a:pt x="18" y="36"/>
                  <a:pt x="1" y="54"/>
                </a:cubicBezTo>
                <a:cubicBezTo>
                  <a:pt x="500" y="509"/>
                  <a:pt x="1000" y="964"/>
                  <a:pt x="1509" y="1402"/>
                </a:cubicBezTo>
                <a:lnTo>
                  <a:pt x="1107" y="1402"/>
                </a:lnTo>
                <a:cubicBezTo>
                  <a:pt x="964" y="1393"/>
                  <a:pt x="822" y="1375"/>
                  <a:pt x="679" y="1357"/>
                </a:cubicBezTo>
                <a:cubicBezTo>
                  <a:pt x="465" y="1321"/>
                  <a:pt x="242" y="1277"/>
                  <a:pt x="27" y="1214"/>
                </a:cubicBezTo>
                <a:cubicBezTo>
                  <a:pt x="18" y="1223"/>
                  <a:pt x="18" y="1232"/>
                  <a:pt x="10" y="1250"/>
                </a:cubicBezTo>
                <a:cubicBezTo>
                  <a:pt x="224" y="1312"/>
                  <a:pt x="447" y="1366"/>
                  <a:pt x="670" y="1402"/>
                </a:cubicBezTo>
                <a:cubicBezTo>
                  <a:pt x="813" y="1419"/>
                  <a:pt x="956" y="1437"/>
                  <a:pt x="1107" y="1446"/>
                </a:cubicBezTo>
                <a:cubicBezTo>
                  <a:pt x="1170" y="1446"/>
                  <a:pt x="1241" y="1455"/>
                  <a:pt x="1313" y="1455"/>
                </a:cubicBezTo>
                <a:lnTo>
                  <a:pt x="1536" y="1455"/>
                </a:lnTo>
                <a:cubicBezTo>
                  <a:pt x="1545" y="1464"/>
                  <a:pt x="1562" y="1464"/>
                  <a:pt x="1571" y="1464"/>
                </a:cubicBezTo>
                <a:cubicBezTo>
                  <a:pt x="1670" y="1553"/>
                  <a:pt x="1777" y="1642"/>
                  <a:pt x="1875" y="1732"/>
                </a:cubicBezTo>
                <a:lnTo>
                  <a:pt x="2125" y="1946"/>
                </a:lnTo>
                <a:cubicBezTo>
                  <a:pt x="1881" y="1980"/>
                  <a:pt x="1635" y="1997"/>
                  <a:pt x="1388" y="1997"/>
                </a:cubicBezTo>
                <a:cubicBezTo>
                  <a:pt x="993" y="1997"/>
                  <a:pt x="596" y="1953"/>
                  <a:pt x="206" y="1866"/>
                </a:cubicBezTo>
                <a:lnTo>
                  <a:pt x="197" y="1866"/>
                </a:lnTo>
                <a:lnTo>
                  <a:pt x="197" y="1892"/>
                </a:lnTo>
                <a:cubicBezTo>
                  <a:pt x="582" y="1989"/>
                  <a:pt x="974" y="2037"/>
                  <a:pt x="1369" y="2037"/>
                </a:cubicBezTo>
                <a:cubicBezTo>
                  <a:pt x="1632" y="2037"/>
                  <a:pt x="1896" y="2016"/>
                  <a:pt x="2160" y="1973"/>
                </a:cubicBezTo>
                <a:cubicBezTo>
                  <a:pt x="2357" y="2142"/>
                  <a:pt x="2562" y="2312"/>
                  <a:pt x="2776" y="2481"/>
                </a:cubicBezTo>
                <a:cubicBezTo>
                  <a:pt x="2230" y="2664"/>
                  <a:pt x="1660" y="2769"/>
                  <a:pt x="1082" y="2769"/>
                </a:cubicBezTo>
                <a:cubicBezTo>
                  <a:pt x="1037" y="2769"/>
                  <a:pt x="992" y="2768"/>
                  <a:pt x="947" y="2767"/>
                </a:cubicBezTo>
                <a:lnTo>
                  <a:pt x="848" y="2767"/>
                </a:lnTo>
                <a:cubicBezTo>
                  <a:pt x="884" y="2794"/>
                  <a:pt x="920" y="2812"/>
                  <a:pt x="947" y="2821"/>
                </a:cubicBezTo>
                <a:cubicBezTo>
                  <a:pt x="976" y="2821"/>
                  <a:pt x="1005" y="2821"/>
                  <a:pt x="1034" y="2821"/>
                </a:cubicBezTo>
                <a:cubicBezTo>
                  <a:pt x="1467" y="2821"/>
                  <a:pt x="1885" y="2760"/>
                  <a:pt x="2303" y="2660"/>
                </a:cubicBezTo>
                <a:cubicBezTo>
                  <a:pt x="2473" y="2615"/>
                  <a:pt x="2633" y="2562"/>
                  <a:pt x="2803" y="2499"/>
                </a:cubicBezTo>
                <a:cubicBezTo>
                  <a:pt x="2973" y="2642"/>
                  <a:pt x="3151" y="2785"/>
                  <a:pt x="3330" y="2919"/>
                </a:cubicBezTo>
                <a:lnTo>
                  <a:pt x="3106" y="3017"/>
                </a:lnTo>
                <a:cubicBezTo>
                  <a:pt x="2687" y="3204"/>
                  <a:pt x="2259" y="3356"/>
                  <a:pt x="1812" y="3463"/>
                </a:cubicBezTo>
                <a:cubicBezTo>
                  <a:pt x="1812" y="3481"/>
                  <a:pt x="1821" y="3499"/>
                  <a:pt x="1830" y="3517"/>
                </a:cubicBezTo>
                <a:cubicBezTo>
                  <a:pt x="2223" y="3427"/>
                  <a:pt x="2616" y="3303"/>
                  <a:pt x="2982" y="3133"/>
                </a:cubicBezTo>
                <a:cubicBezTo>
                  <a:pt x="3115" y="3070"/>
                  <a:pt x="3240" y="3017"/>
                  <a:pt x="3374" y="2963"/>
                </a:cubicBezTo>
                <a:cubicBezTo>
                  <a:pt x="3562" y="3106"/>
                  <a:pt x="3749" y="3249"/>
                  <a:pt x="3945" y="3392"/>
                </a:cubicBezTo>
                <a:cubicBezTo>
                  <a:pt x="4142" y="3526"/>
                  <a:pt x="4347" y="3677"/>
                  <a:pt x="4552" y="3820"/>
                </a:cubicBezTo>
                <a:lnTo>
                  <a:pt x="4856" y="4043"/>
                </a:lnTo>
                <a:cubicBezTo>
                  <a:pt x="4963" y="4115"/>
                  <a:pt x="5061" y="4186"/>
                  <a:pt x="5168" y="4266"/>
                </a:cubicBezTo>
                <a:cubicBezTo>
                  <a:pt x="5185" y="4279"/>
                  <a:pt x="5202" y="4284"/>
                  <a:pt x="5218" y="4284"/>
                </a:cubicBezTo>
                <a:cubicBezTo>
                  <a:pt x="5289" y="4284"/>
                  <a:pt x="5331" y="4168"/>
                  <a:pt x="5257" y="4124"/>
                </a:cubicBezTo>
                <a:cubicBezTo>
                  <a:pt x="5168" y="4079"/>
                  <a:pt x="5061" y="4025"/>
                  <a:pt x="4963" y="3972"/>
                </a:cubicBezTo>
                <a:cubicBezTo>
                  <a:pt x="4865" y="3918"/>
                  <a:pt x="4767" y="3865"/>
                  <a:pt x="4677" y="3802"/>
                </a:cubicBezTo>
                <a:cubicBezTo>
                  <a:pt x="4490" y="3686"/>
                  <a:pt x="4302" y="3561"/>
                  <a:pt x="4115" y="3427"/>
                </a:cubicBezTo>
                <a:lnTo>
                  <a:pt x="4079" y="3401"/>
                </a:lnTo>
                <a:lnTo>
                  <a:pt x="4070" y="3401"/>
                </a:lnTo>
                <a:lnTo>
                  <a:pt x="3847" y="3240"/>
                </a:lnTo>
                <a:lnTo>
                  <a:pt x="3829" y="3195"/>
                </a:lnTo>
                <a:lnTo>
                  <a:pt x="3562" y="2999"/>
                </a:lnTo>
                <a:lnTo>
                  <a:pt x="3312" y="2812"/>
                </a:lnTo>
                <a:lnTo>
                  <a:pt x="3178" y="2696"/>
                </a:lnTo>
                <a:cubicBezTo>
                  <a:pt x="3339" y="2356"/>
                  <a:pt x="3437" y="1991"/>
                  <a:pt x="3472" y="1625"/>
                </a:cubicBezTo>
                <a:cubicBezTo>
                  <a:pt x="3490" y="1393"/>
                  <a:pt x="3499" y="1169"/>
                  <a:pt x="3499" y="937"/>
                </a:cubicBezTo>
                <a:cubicBezTo>
                  <a:pt x="3481" y="928"/>
                  <a:pt x="3463" y="920"/>
                  <a:pt x="3446" y="920"/>
                </a:cubicBezTo>
                <a:cubicBezTo>
                  <a:pt x="3446" y="928"/>
                  <a:pt x="3446" y="937"/>
                  <a:pt x="3446" y="946"/>
                </a:cubicBezTo>
                <a:cubicBezTo>
                  <a:pt x="3455" y="1330"/>
                  <a:pt x="3419" y="1714"/>
                  <a:pt x="3339" y="2098"/>
                </a:cubicBezTo>
                <a:cubicBezTo>
                  <a:pt x="3285" y="2294"/>
                  <a:pt x="3223" y="2490"/>
                  <a:pt x="3142" y="2678"/>
                </a:cubicBezTo>
                <a:lnTo>
                  <a:pt x="3071" y="2624"/>
                </a:lnTo>
                <a:cubicBezTo>
                  <a:pt x="2839" y="2446"/>
                  <a:pt x="2616" y="2258"/>
                  <a:pt x="2392" y="2071"/>
                </a:cubicBezTo>
                <a:cubicBezTo>
                  <a:pt x="2517" y="1634"/>
                  <a:pt x="2589" y="1169"/>
                  <a:pt x="2580" y="714"/>
                </a:cubicBezTo>
                <a:cubicBezTo>
                  <a:pt x="2580" y="714"/>
                  <a:pt x="2562" y="670"/>
                  <a:pt x="2535" y="616"/>
                </a:cubicBezTo>
                <a:lnTo>
                  <a:pt x="2535" y="616"/>
                </a:lnTo>
                <a:cubicBezTo>
                  <a:pt x="2544" y="902"/>
                  <a:pt x="2526" y="1178"/>
                  <a:pt x="2500" y="1446"/>
                </a:cubicBezTo>
                <a:cubicBezTo>
                  <a:pt x="2473" y="1651"/>
                  <a:pt x="2428" y="1857"/>
                  <a:pt x="2375" y="2062"/>
                </a:cubicBezTo>
                <a:cubicBezTo>
                  <a:pt x="2187" y="1901"/>
                  <a:pt x="2009" y="1750"/>
                  <a:pt x="1821" y="1589"/>
                </a:cubicBezTo>
                <a:cubicBezTo>
                  <a:pt x="1928" y="1312"/>
                  <a:pt x="1982" y="1009"/>
                  <a:pt x="1973" y="705"/>
                </a:cubicBezTo>
                <a:cubicBezTo>
                  <a:pt x="1973" y="616"/>
                  <a:pt x="1973" y="518"/>
                  <a:pt x="1982" y="429"/>
                </a:cubicBezTo>
                <a:cubicBezTo>
                  <a:pt x="1973" y="384"/>
                  <a:pt x="1964" y="339"/>
                  <a:pt x="1955" y="304"/>
                </a:cubicBezTo>
                <a:cubicBezTo>
                  <a:pt x="1946" y="411"/>
                  <a:pt x="1946" y="527"/>
                  <a:pt x="1946" y="634"/>
                </a:cubicBezTo>
                <a:cubicBezTo>
                  <a:pt x="1946" y="786"/>
                  <a:pt x="1937" y="937"/>
                  <a:pt x="1919" y="1080"/>
                </a:cubicBezTo>
                <a:cubicBezTo>
                  <a:pt x="1911" y="1250"/>
                  <a:pt x="1866" y="1419"/>
                  <a:pt x="1795" y="1571"/>
                </a:cubicBezTo>
                <a:lnTo>
                  <a:pt x="1384" y="1205"/>
                </a:lnTo>
                <a:cubicBezTo>
                  <a:pt x="1438" y="821"/>
                  <a:pt x="1420" y="429"/>
                  <a:pt x="1321" y="45"/>
                </a:cubicBezTo>
                <a:lnTo>
                  <a:pt x="1286" y="18"/>
                </a:lnTo>
                <a:lnTo>
                  <a:pt x="1286" y="18"/>
                </a:lnTo>
                <a:cubicBezTo>
                  <a:pt x="1375" y="393"/>
                  <a:pt x="1402" y="795"/>
                  <a:pt x="1348" y="1187"/>
                </a:cubicBezTo>
                <a:lnTo>
                  <a:pt x="1036" y="911"/>
                </a:lnTo>
                <a:lnTo>
                  <a:pt x="848" y="741"/>
                </a:lnTo>
                <a:cubicBezTo>
                  <a:pt x="831" y="527"/>
                  <a:pt x="786" y="322"/>
                  <a:pt x="715" y="125"/>
                </a:cubicBezTo>
                <a:cubicBezTo>
                  <a:pt x="697" y="81"/>
                  <a:pt x="670" y="36"/>
                  <a:pt x="63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5" name="Google Shape;2895;p24"/>
          <p:cNvSpPr/>
          <p:nvPr/>
        </p:nvSpPr>
        <p:spPr>
          <a:xfrm rot="-6479572">
            <a:off x="7792574" y="2116820"/>
            <a:ext cx="235762" cy="257057"/>
          </a:xfrm>
          <a:custGeom>
            <a:avLst/>
            <a:gdLst/>
            <a:ahLst/>
            <a:cxnLst/>
            <a:rect l="l" t="t" r="r" b="b"/>
            <a:pathLst>
              <a:path w="2723" h="3027" extrusionOk="0">
                <a:moveTo>
                  <a:pt x="1178" y="108"/>
                </a:moveTo>
                <a:cubicBezTo>
                  <a:pt x="1000" y="117"/>
                  <a:pt x="813" y="313"/>
                  <a:pt x="813" y="313"/>
                </a:cubicBezTo>
                <a:cubicBezTo>
                  <a:pt x="661" y="1"/>
                  <a:pt x="464" y="251"/>
                  <a:pt x="464" y="251"/>
                </a:cubicBezTo>
                <a:cubicBezTo>
                  <a:pt x="464" y="251"/>
                  <a:pt x="179" y="126"/>
                  <a:pt x="90" y="233"/>
                </a:cubicBezTo>
                <a:cubicBezTo>
                  <a:pt x="0" y="340"/>
                  <a:pt x="223" y="634"/>
                  <a:pt x="223" y="634"/>
                </a:cubicBezTo>
                <a:cubicBezTo>
                  <a:pt x="152" y="688"/>
                  <a:pt x="99" y="768"/>
                  <a:pt x="81" y="858"/>
                </a:cubicBezTo>
                <a:cubicBezTo>
                  <a:pt x="45" y="1018"/>
                  <a:pt x="295" y="1250"/>
                  <a:pt x="295" y="1250"/>
                </a:cubicBezTo>
                <a:cubicBezTo>
                  <a:pt x="295" y="1250"/>
                  <a:pt x="81" y="1340"/>
                  <a:pt x="90" y="1509"/>
                </a:cubicBezTo>
                <a:cubicBezTo>
                  <a:pt x="99" y="1670"/>
                  <a:pt x="384" y="1750"/>
                  <a:pt x="384" y="1750"/>
                </a:cubicBezTo>
                <a:cubicBezTo>
                  <a:pt x="384" y="1750"/>
                  <a:pt x="188" y="2009"/>
                  <a:pt x="339" y="2205"/>
                </a:cubicBezTo>
                <a:cubicBezTo>
                  <a:pt x="491" y="2411"/>
                  <a:pt x="795" y="2393"/>
                  <a:pt x="795" y="2393"/>
                </a:cubicBezTo>
                <a:cubicBezTo>
                  <a:pt x="795" y="2393"/>
                  <a:pt x="643" y="2518"/>
                  <a:pt x="795" y="2785"/>
                </a:cubicBezTo>
                <a:cubicBezTo>
                  <a:pt x="875" y="2910"/>
                  <a:pt x="1000" y="3000"/>
                  <a:pt x="1143" y="3026"/>
                </a:cubicBezTo>
                <a:cubicBezTo>
                  <a:pt x="2365" y="2669"/>
                  <a:pt x="2722" y="1099"/>
                  <a:pt x="1767" y="251"/>
                </a:cubicBezTo>
                <a:cubicBezTo>
                  <a:pt x="1669" y="260"/>
                  <a:pt x="1589" y="313"/>
                  <a:pt x="1527" y="376"/>
                </a:cubicBezTo>
                <a:cubicBezTo>
                  <a:pt x="1527" y="376"/>
                  <a:pt x="1357" y="99"/>
                  <a:pt x="1178" y="108"/>
                </a:cubicBezTo>
                <a:close/>
              </a:path>
            </a:pathLst>
          </a:custGeom>
          <a:gradFill>
            <a:gsLst>
              <a:gs pos="0">
                <a:srgbClr val="FFFFFF">
                  <a:alpha val="0"/>
                </a:srgbClr>
              </a:gs>
              <a:gs pos="100000">
                <a:srgbClr val="FFFFFF">
                  <a:alpha val="2196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6" name="Google Shape;2896;p24"/>
          <p:cNvSpPr/>
          <p:nvPr/>
        </p:nvSpPr>
        <p:spPr>
          <a:xfrm rot="-6479572">
            <a:off x="7752087" y="2005515"/>
            <a:ext cx="359488" cy="328985"/>
          </a:xfrm>
          <a:custGeom>
            <a:avLst/>
            <a:gdLst/>
            <a:ahLst/>
            <a:cxnLst/>
            <a:rect l="l" t="t" r="r" b="b"/>
            <a:pathLst>
              <a:path w="4152" h="3874" extrusionOk="0">
                <a:moveTo>
                  <a:pt x="1152" y="0"/>
                </a:moveTo>
                <a:cubicBezTo>
                  <a:pt x="1072" y="0"/>
                  <a:pt x="1001" y="27"/>
                  <a:pt x="929" y="71"/>
                </a:cubicBezTo>
                <a:cubicBezTo>
                  <a:pt x="878" y="101"/>
                  <a:pt x="826" y="142"/>
                  <a:pt x="780" y="186"/>
                </a:cubicBezTo>
                <a:lnTo>
                  <a:pt x="780" y="186"/>
                </a:lnTo>
                <a:cubicBezTo>
                  <a:pt x="764" y="160"/>
                  <a:pt x="746" y="136"/>
                  <a:pt x="733" y="116"/>
                </a:cubicBezTo>
                <a:cubicBezTo>
                  <a:pt x="697" y="80"/>
                  <a:pt x="661" y="54"/>
                  <a:pt x="617" y="45"/>
                </a:cubicBezTo>
                <a:cubicBezTo>
                  <a:pt x="605" y="42"/>
                  <a:pt x="593" y="41"/>
                  <a:pt x="581" y="41"/>
                </a:cubicBezTo>
                <a:cubicBezTo>
                  <a:pt x="549" y="41"/>
                  <a:pt x="518" y="49"/>
                  <a:pt x="492" y="63"/>
                </a:cubicBezTo>
                <a:cubicBezTo>
                  <a:pt x="461" y="86"/>
                  <a:pt x="430" y="109"/>
                  <a:pt x="405" y="132"/>
                </a:cubicBezTo>
                <a:lnTo>
                  <a:pt x="405" y="132"/>
                </a:lnTo>
                <a:cubicBezTo>
                  <a:pt x="342" y="103"/>
                  <a:pt x="280" y="87"/>
                  <a:pt x="224" y="71"/>
                </a:cubicBezTo>
                <a:lnTo>
                  <a:pt x="108" y="71"/>
                </a:lnTo>
                <a:cubicBezTo>
                  <a:pt x="63" y="80"/>
                  <a:pt x="28" y="116"/>
                  <a:pt x="10" y="152"/>
                </a:cubicBezTo>
                <a:cubicBezTo>
                  <a:pt x="1" y="196"/>
                  <a:pt x="1" y="232"/>
                  <a:pt x="10" y="277"/>
                </a:cubicBezTo>
                <a:cubicBezTo>
                  <a:pt x="19" y="312"/>
                  <a:pt x="37" y="339"/>
                  <a:pt x="55" y="375"/>
                </a:cubicBezTo>
                <a:cubicBezTo>
                  <a:pt x="79" y="431"/>
                  <a:pt x="110" y="487"/>
                  <a:pt x="148" y="543"/>
                </a:cubicBezTo>
                <a:lnTo>
                  <a:pt x="148" y="543"/>
                </a:lnTo>
                <a:cubicBezTo>
                  <a:pt x="105" y="578"/>
                  <a:pt x="69" y="624"/>
                  <a:pt x="46" y="669"/>
                </a:cubicBezTo>
                <a:cubicBezTo>
                  <a:pt x="28" y="705"/>
                  <a:pt x="19" y="732"/>
                  <a:pt x="10" y="768"/>
                </a:cubicBezTo>
                <a:cubicBezTo>
                  <a:pt x="10" y="803"/>
                  <a:pt x="10" y="839"/>
                  <a:pt x="19" y="866"/>
                </a:cubicBezTo>
                <a:cubicBezTo>
                  <a:pt x="37" y="928"/>
                  <a:pt x="72" y="982"/>
                  <a:pt x="108" y="1035"/>
                </a:cubicBezTo>
                <a:cubicBezTo>
                  <a:pt x="137" y="1078"/>
                  <a:pt x="171" y="1115"/>
                  <a:pt x="206" y="1151"/>
                </a:cubicBezTo>
                <a:lnTo>
                  <a:pt x="206" y="1151"/>
                </a:lnTo>
                <a:cubicBezTo>
                  <a:pt x="159" y="1178"/>
                  <a:pt x="117" y="1214"/>
                  <a:pt x="81" y="1250"/>
                </a:cubicBezTo>
                <a:cubicBezTo>
                  <a:pt x="37" y="1303"/>
                  <a:pt x="10" y="1374"/>
                  <a:pt x="28" y="1446"/>
                </a:cubicBezTo>
                <a:cubicBezTo>
                  <a:pt x="46" y="1508"/>
                  <a:pt x="90" y="1562"/>
                  <a:pt x="153" y="1598"/>
                </a:cubicBezTo>
                <a:cubicBezTo>
                  <a:pt x="198" y="1628"/>
                  <a:pt x="250" y="1652"/>
                  <a:pt x="303" y="1669"/>
                </a:cubicBezTo>
                <a:lnTo>
                  <a:pt x="303" y="1669"/>
                </a:lnTo>
                <a:cubicBezTo>
                  <a:pt x="262" y="1734"/>
                  <a:pt x="240" y="1805"/>
                  <a:pt x="224" y="1883"/>
                </a:cubicBezTo>
                <a:cubicBezTo>
                  <a:pt x="206" y="1972"/>
                  <a:pt x="233" y="2062"/>
                  <a:pt x="287" y="2133"/>
                </a:cubicBezTo>
                <a:cubicBezTo>
                  <a:pt x="340" y="2205"/>
                  <a:pt x="412" y="2249"/>
                  <a:pt x="501" y="2276"/>
                </a:cubicBezTo>
                <a:cubicBezTo>
                  <a:pt x="568" y="2306"/>
                  <a:pt x="635" y="2317"/>
                  <a:pt x="707" y="2320"/>
                </a:cubicBezTo>
                <a:lnTo>
                  <a:pt x="707" y="2320"/>
                </a:lnTo>
                <a:cubicBezTo>
                  <a:pt x="666" y="2386"/>
                  <a:pt x="655" y="2468"/>
                  <a:pt x="670" y="2544"/>
                </a:cubicBezTo>
                <a:cubicBezTo>
                  <a:pt x="688" y="2633"/>
                  <a:pt x="733" y="2713"/>
                  <a:pt x="795" y="2785"/>
                </a:cubicBezTo>
                <a:cubicBezTo>
                  <a:pt x="858" y="2847"/>
                  <a:pt x="929" y="2892"/>
                  <a:pt x="1018" y="2927"/>
                </a:cubicBezTo>
                <a:cubicBezTo>
                  <a:pt x="1084" y="2949"/>
                  <a:pt x="1155" y="2965"/>
                  <a:pt x="1227" y="2975"/>
                </a:cubicBezTo>
                <a:lnTo>
                  <a:pt x="1227" y="2975"/>
                </a:lnTo>
                <a:cubicBezTo>
                  <a:pt x="1170" y="3037"/>
                  <a:pt x="1146" y="3120"/>
                  <a:pt x="1161" y="3204"/>
                </a:cubicBezTo>
                <a:cubicBezTo>
                  <a:pt x="1188" y="3293"/>
                  <a:pt x="1250" y="3383"/>
                  <a:pt x="1331" y="3427"/>
                </a:cubicBezTo>
                <a:cubicBezTo>
                  <a:pt x="1420" y="3463"/>
                  <a:pt x="1509" y="3490"/>
                  <a:pt x="1599" y="3499"/>
                </a:cubicBezTo>
                <a:cubicBezTo>
                  <a:pt x="1509" y="3490"/>
                  <a:pt x="1429" y="3463"/>
                  <a:pt x="1349" y="3427"/>
                </a:cubicBezTo>
                <a:cubicBezTo>
                  <a:pt x="1268" y="3383"/>
                  <a:pt x="1215" y="3311"/>
                  <a:pt x="1197" y="3222"/>
                </a:cubicBezTo>
                <a:cubicBezTo>
                  <a:pt x="1179" y="3142"/>
                  <a:pt x="1215" y="3052"/>
                  <a:pt x="1286" y="2999"/>
                </a:cubicBezTo>
                <a:lnTo>
                  <a:pt x="1322" y="2972"/>
                </a:lnTo>
                <a:lnTo>
                  <a:pt x="1273" y="2972"/>
                </a:lnTo>
                <a:lnTo>
                  <a:pt x="1259" y="2945"/>
                </a:lnTo>
                <a:cubicBezTo>
                  <a:pt x="1249" y="2953"/>
                  <a:pt x="1240" y="2962"/>
                  <a:pt x="1231" y="2971"/>
                </a:cubicBezTo>
                <a:lnTo>
                  <a:pt x="1231" y="2971"/>
                </a:lnTo>
                <a:cubicBezTo>
                  <a:pt x="1163" y="2966"/>
                  <a:pt x="1095" y="2950"/>
                  <a:pt x="1027" y="2927"/>
                </a:cubicBezTo>
                <a:cubicBezTo>
                  <a:pt x="947" y="2892"/>
                  <a:pt x="876" y="2847"/>
                  <a:pt x="822" y="2785"/>
                </a:cubicBezTo>
                <a:cubicBezTo>
                  <a:pt x="769" y="2722"/>
                  <a:pt x="724" y="2651"/>
                  <a:pt x="706" y="2562"/>
                </a:cubicBezTo>
                <a:cubicBezTo>
                  <a:pt x="688" y="2481"/>
                  <a:pt x="706" y="2401"/>
                  <a:pt x="760" y="2338"/>
                </a:cubicBezTo>
                <a:lnTo>
                  <a:pt x="795" y="2303"/>
                </a:lnTo>
                <a:lnTo>
                  <a:pt x="751" y="2303"/>
                </a:lnTo>
                <a:cubicBezTo>
                  <a:pt x="748" y="2303"/>
                  <a:pt x="745" y="2303"/>
                  <a:pt x="742" y="2303"/>
                </a:cubicBezTo>
                <a:lnTo>
                  <a:pt x="742" y="2303"/>
                </a:lnTo>
                <a:lnTo>
                  <a:pt x="733" y="2285"/>
                </a:lnTo>
                <a:cubicBezTo>
                  <a:pt x="728" y="2291"/>
                  <a:pt x="723" y="2297"/>
                  <a:pt x="718" y="2304"/>
                </a:cubicBezTo>
                <a:lnTo>
                  <a:pt x="718" y="2304"/>
                </a:lnTo>
                <a:cubicBezTo>
                  <a:pt x="568" y="2303"/>
                  <a:pt x="422" y="2241"/>
                  <a:pt x="322" y="2133"/>
                </a:cubicBezTo>
                <a:cubicBezTo>
                  <a:pt x="269" y="2071"/>
                  <a:pt x="251" y="1990"/>
                  <a:pt x="269" y="1910"/>
                </a:cubicBezTo>
                <a:cubicBezTo>
                  <a:pt x="278" y="1830"/>
                  <a:pt x="313" y="1749"/>
                  <a:pt x="358" y="1687"/>
                </a:cubicBezTo>
                <a:lnTo>
                  <a:pt x="376" y="1660"/>
                </a:lnTo>
                <a:lnTo>
                  <a:pt x="349" y="1651"/>
                </a:lnTo>
                <a:cubicBezTo>
                  <a:pt x="340" y="1649"/>
                  <a:pt x="331" y="1646"/>
                  <a:pt x="322" y="1643"/>
                </a:cubicBezTo>
                <a:lnTo>
                  <a:pt x="322" y="1643"/>
                </a:lnTo>
                <a:lnTo>
                  <a:pt x="322" y="1642"/>
                </a:lnTo>
                <a:cubicBezTo>
                  <a:pt x="322" y="1642"/>
                  <a:pt x="322" y="1643"/>
                  <a:pt x="322" y="1643"/>
                </a:cubicBezTo>
                <a:lnTo>
                  <a:pt x="322" y="1643"/>
                </a:lnTo>
                <a:cubicBezTo>
                  <a:pt x="271" y="1625"/>
                  <a:pt x="225" y="1603"/>
                  <a:pt x="179" y="1580"/>
                </a:cubicBezTo>
                <a:cubicBezTo>
                  <a:pt x="126" y="1544"/>
                  <a:pt x="90" y="1499"/>
                  <a:pt x="72" y="1446"/>
                </a:cubicBezTo>
                <a:cubicBezTo>
                  <a:pt x="55" y="1392"/>
                  <a:pt x="72" y="1339"/>
                  <a:pt x="117" y="1294"/>
                </a:cubicBezTo>
                <a:cubicBezTo>
                  <a:pt x="153" y="1250"/>
                  <a:pt x="206" y="1214"/>
                  <a:pt x="260" y="1187"/>
                </a:cubicBezTo>
                <a:lnTo>
                  <a:pt x="287" y="1178"/>
                </a:lnTo>
                <a:lnTo>
                  <a:pt x="260" y="1151"/>
                </a:lnTo>
                <a:cubicBezTo>
                  <a:pt x="224" y="1107"/>
                  <a:pt x="179" y="1062"/>
                  <a:pt x="144" y="1017"/>
                </a:cubicBezTo>
                <a:cubicBezTo>
                  <a:pt x="108" y="973"/>
                  <a:pt x="81" y="919"/>
                  <a:pt x="63" y="866"/>
                </a:cubicBezTo>
                <a:cubicBezTo>
                  <a:pt x="55" y="839"/>
                  <a:pt x="55" y="812"/>
                  <a:pt x="63" y="785"/>
                </a:cubicBezTo>
                <a:cubicBezTo>
                  <a:pt x="81" y="696"/>
                  <a:pt x="126" y="625"/>
                  <a:pt x="197" y="571"/>
                </a:cubicBezTo>
                <a:lnTo>
                  <a:pt x="215" y="562"/>
                </a:lnTo>
                <a:lnTo>
                  <a:pt x="206" y="536"/>
                </a:lnTo>
                <a:cubicBezTo>
                  <a:pt x="162" y="482"/>
                  <a:pt x="126" y="420"/>
                  <a:pt x="99" y="366"/>
                </a:cubicBezTo>
                <a:cubicBezTo>
                  <a:pt x="72" y="303"/>
                  <a:pt x="55" y="241"/>
                  <a:pt x="63" y="179"/>
                </a:cubicBezTo>
                <a:cubicBezTo>
                  <a:pt x="77" y="144"/>
                  <a:pt x="123" y="131"/>
                  <a:pt x="172" y="131"/>
                </a:cubicBezTo>
                <a:cubicBezTo>
                  <a:pt x="187" y="131"/>
                  <a:pt x="201" y="132"/>
                  <a:pt x="215" y="134"/>
                </a:cubicBezTo>
                <a:cubicBezTo>
                  <a:pt x="287" y="143"/>
                  <a:pt x="349" y="161"/>
                  <a:pt x="412" y="196"/>
                </a:cubicBezTo>
                <a:lnTo>
                  <a:pt x="429" y="196"/>
                </a:lnTo>
                <a:lnTo>
                  <a:pt x="438" y="187"/>
                </a:lnTo>
                <a:cubicBezTo>
                  <a:pt x="483" y="125"/>
                  <a:pt x="545" y="98"/>
                  <a:pt x="617" y="98"/>
                </a:cubicBezTo>
                <a:cubicBezTo>
                  <a:pt x="644" y="107"/>
                  <a:pt x="670" y="125"/>
                  <a:pt x="697" y="152"/>
                </a:cubicBezTo>
                <a:cubicBezTo>
                  <a:pt x="715" y="179"/>
                  <a:pt x="733" y="214"/>
                  <a:pt x="751" y="241"/>
                </a:cubicBezTo>
                <a:lnTo>
                  <a:pt x="769" y="277"/>
                </a:lnTo>
                <a:lnTo>
                  <a:pt x="795" y="250"/>
                </a:lnTo>
                <a:cubicBezTo>
                  <a:pt x="840" y="196"/>
                  <a:pt x="893" y="152"/>
                  <a:pt x="956" y="116"/>
                </a:cubicBezTo>
                <a:cubicBezTo>
                  <a:pt x="1018" y="71"/>
                  <a:pt x="1081" y="54"/>
                  <a:pt x="1152" y="54"/>
                </a:cubicBezTo>
                <a:cubicBezTo>
                  <a:pt x="1215" y="63"/>
                  <a:pt x="1277" y="98"/>
                  <a:pt x="1331" y="143"/>
                </a:cubicBezTo>
                <a:cubicBezTo>
                  <a:pt x="1384" y="196"/>
                  <a:pt x="1429" y="250"/>
                  <a:pt x="1465" y="312"/>
                </a:cubicBezTo>
                <a:lnTo>
                  <a:pt x="1483" y="339"/>
                </a:lnTo>
                <a:lnTo>
                  <a:pt x="1500" y="312"/>
                </a:lnTo>
                <a:cubicBezTo>
                  <a:pt x="1545" y="268"/>
                  <a:pt x="1599" y="223"/>
                  <a:pt x="1661" y="205"/>
                </a:cubicBezTo>
                <a:cubicBezTo>
                  <a:pt x="1688" y="192"/>
                  <a:pt x="1719" y="185"/>
                  <a:pt x="1750" y="185"/>
                </a:cubicBezTo>
                <a:cubicBezTo>
                  <a:pt x="1781" y="185"/>
                  <a:pt x="1813" y="192"/>
                  <a:pt x="1840" y="205"/>
                </a:cubicBezTo>
                <a:cubicBezTo>
                  <a:pt x="1893" y="232"/>
                  <a:pt x="1938" y="277"/>
                  <a:pt x="1964" y="339"/>
                </a:cubicBezTo>
                <a:cubicBezTo>
                  <a:pt x="1991" y="393"/>
                  <a:pt x="2009" y="455"/>
                  <a:pt x="2018" y="527"/>
                </a:cubicBezTo>
                <a:lnTo>
                  <a:pt x="2018" y="571"/>
                </a:lnTo>
                <a:lnTo>
                  <a:pt x="2045" y="536"/>
                </a:lnTo>
                <a:cubicBezTo>
                  <a:pt x="2080" y="491"/>
                  <a:pt x="2143" y="455"/>
                  <a:pt x="2205" y="455"/>
                </a:cubicBezTo>
                <a:cubicBezTo>
                  <a:pt x="2268" y="455"/>
                  <a:pt x="2330" y="473"/>
                  <a:pt x="2375" y="509"/>
                </a:cubicBezTo>
                <a:cubicBezTo>
                  <a:pt x="2473" y="598"/>
                  <a:pt x="2554" y="696"/>
                  <a:pt x="2607" y="821"/>
                </a:cubicBezTo>
                <a:lnTo>
                  <a:pt x="2625" y="848"/>
                </a:lnTo>
                <a:lnTo>
                  <a:pt x="2643" y="821"/>
                </a:lnTo>
                <a:cubicBezTo>
                  <a:pt x="2687" y="750"/>
                  <a:pt x="2750" y="705"/>
                  <a:pt x="2830" y="696"/>
                </a:cubicBezTo>
                <a:cubicBezTo>
                  <a:pt x="2840" y="695"/>
                  <a:pt x="2851" y="695"/>
                  <a:pt x="2861" y="695"/>
                </a:cubicBezTo>
                <a:cubicBezTo>
                  <a:pt x="2931" y="695"/>
                  <a:pt x="2999" y="721"/>
                  <a:pt x="3053" y="768"/>
                </a:cubicBezTo>
                <a:cubicBezTo>
                  <a:pt x="3116" y="830"/>
                  <a:pt x="3160" y="901"/>
                  <a:pt x="3178" y="973"/>
                </a:cubicBezTo>
                <a:cubicBezTo>
                  <a:pt x="3205" y="1053"/>
                  <a:pt x="3214" y="1134"/>
                  <a:pt x="3214" y="1223"/>
                </a:cubicBezTo>
                <a:lnTo>
                  <a:pt x="3214" y="1330"/>
                </a:lnTo>
                <a:lnTo>
                  <a:pt x="3250" y="1223"/>
                </a:lnTo>
                <a:cubicBezTo>
                  <a:pt x="3276" y="1142"/>
                  <a:pt x="3330" y="1044"/>
                  <a:pt x="3419" y="1026"/>
                </a:cubicBezTo>
                <a:cubicBezTo>
                  <a:pt x="3427" y="1025"/>
                  <a:pt x="3435" y="1024"/>
                  <a:pt x="3443" y="1024"/>
                </a:cubicBezTo>
                <a:cubicBezTo>
                  <a:pt x="3480" y="1024"/>
                  <a:pt x="3516" y="1040"/>
                  <a:pt x="3553" y="1062"/>
                </a:cubicBezTo>
                <a:cubicBezTo>
                  <a:pt x="3589" y="1089"/>
                  <a:pt x="3616" y="1125"/>
                  <a:pt x="3633" y="1169"/>
                </a:cubicBezTo>
                <a:cubicBezTo>
                  <a:pt x="3660" y="1258"/>
                  <a:pt x="3669" y="1357"/>
                  <a:pt x="3660" y="1455"/>
                </a:cubicBezTo>
                <a:cubicBezTo>
                  <a:pt x="3660" y="1553"/>
                  <a:pt x="3651" y="1642"/>
                  <a:pt x="3633" y="1740"/>
                </a:cubicBezTo>
                <a:lnTo>
                  <a:pt x="3607" y="1839"/>
                </a:lnTo>
                <a:lnTo>
                  <a:pt x="3651" y="1749"/>
                </a:lnTo>
                <a:cubicBezTo>
                  <a:pt x="3652" y="1749"/>
                  <a:pt x="3652" y="1748"/>
                  <a:pt x="3653" y="1747"/>
                </a:cubicBezTo>
                <a:lnTo>
                  <a:pt x="3653" y="1747"/>
                </a:lnTo>
                <a:lnTo>
                  <a:pt x="3660" y="1749"/>
                </a:lnTo>
                <a:cubicBezTo>
                  <a:pt x="3661" y="1743"/>
                  <a:pt x="3663" y="1736"/>
                  <a:pt x="3664" y="1730"/>
                </a:cubicBezTo>
                <a:lnTo>
                  <a:pt x="3664" y="1730"/>
                </a:lnTo>
                <a:cubicBezTo>
                  <a:pt x="3686" y="1697"/>
                  <a:pt x="3710" y="1674"/>
                  <a:pt x="3741" y="1651"/>
                </a:cubicBezTo>
                <a:cubicBezTo>
                  <a:pt x="3758" y="1638"/>
                  <a:pt x="3778" y="1631"/>
                  <a:pt x="3800" y="1631"/>
                </a:cubicBezTo>
                <a:cubicBezTo>
                  <a:pt x="3821" y="1631"/>
                  <a:pt x="3843" y="1638"/>
                  <a:pt x="3865" y="1651"/>
                </a:cubicBezTo>
                <a:cubicBezTo>
                  <a:pt x="3937" y="1696"/>
                  <a:pt x="3990" y="1785"/>
                  <a:pt x="4008" y="1874"/>
                </a:cubicBezTo>
                <a:cubicBezTo>
                  <a:pt x="4035" y="2053"/>
                  <a:pt x="4035" y="2249"/>
                  <a:pt x="4008" y="2428"/>
                </a:cubicBezTo>
                <a:cubicBezTo>
                  <a:pt x="3990" y="2526"/>
                  <a:pt x="3982" y="2615"/>
                  <a:pt x="3964" y="2713"/>
                </a:cubicBezTo>
                <a:cubicBezTo>
                  <a:pt x="3946" y="2802"/>
                  <a:pt x="3946" y="2901"/>
                  <a:pt x="3973" y="2990"/>
                </a:cubicBezTo>
                <a:cubicBezTo>
                  <a:pt x="4008" y="3177"/>
                  <a:pt x="4071" y="3356"/>
                  <a:pt x="4151" y="3534"/>
                </a:cubicBezTo>
                <a:cubicBezTo>
                  <a:pt x="4080" y="3356"/>
                  <a:pt x="4017" y="3177"/>
                  <a:pt x="3982" y="2990"/>
                </a:cubicBezTo>
                <a:cubicBezTo>
                  <a:pt x="3937" y="2811"/>
                  <a:pt x="4008" y="2624"/>
                  <a:pt x="4026" y="2437"/>
                </a:cubicBezTo>
                <a:cubicBezTo>
                  <a:pt x="4053" y="2249"/>
                  <a:pt x="4053" y="2053"/>
                  <a:pt x="4026" y="1865"/>
                </a:cubicBezTo>
                <a:cubicBezTo>
                  <a:pt x="4008" y="1767"/>
                  <a:pt x="3955" y="1678"/>
                  <a:pt x="3874" y="1624"/>
                </a:cubicBezTo>
                <a:cubicBezTo>
                  <a:pt x="3852" y="1611"/>
                  <a:pt x="3828" y="1604"/>
                  <a:pt x="3802" y="1604"/>
                </a:cubicBezTo>
                <a:cubicBezTo>
                  <a:pt x="3776" y="1604"/>
                  <a:pt x="3749" y="1611"/>
                  <a:pt x="3723" y="1624"/>
                </a:cubicBezTo>
                <a:cubicBezTo>
                  <a:pt x="3705" y="1637"/>
                  <a:pt x="3688" y="1652"/>
                  <a:pt x="3673" y="1671"/>
                </a:cubicBezTo>
                <a:lnTo>
                  <a:pt x="3673" y="1671"/>
                </a:lnTo>
                <a:cubicBezTo>
                  <a:pt x="3683" y="1599"/>
                  <a:pt x="3689" y="1527"/>
                  <a:pt x="3696" y="1455"/>
                </a:cubicBezTo>
                <a:cubicBezTo>
                  <a:pt x="3696" y="1357"/>
                  <a:pt x="3687" y="1250"/>
                  <a:pt x="3660" y="1160"/>
                </a:cubicBezTo>
                <a:cubicBezTo>
                  <a:pt x="3627" y="1060"/>
                  <a:pt x="3539" y="999"/>
                  <a:pt x="3432" y="999"/>
                </a:cubicBezTo>
                <a:cubicBezTo>
                  <a:pt x="3425" y="999"/>
                  <a:pt x="3418" y="999"/>
                  <a:pt x="3410" y="1000"/>
                </a:cubicBezTo>
                <a:cubicBezTo>
                  <a:pt x="3366" y="1009"/>
                  <a:pt x="3312" y="1044"/>
                  <a:pt x="3285" y="1089"/>
                </a:cubicBezTo>
                <a:cubicBezTo>
                  <a:pt x="3272" y="1106"/>
                  <a:pt x="3259" y="1126"/>
                  <a:pt x="3247" y="1147"/>
                </a:cubicBezTo>
                <a:lnTo>
                  <a:pt x="3247" y="1147"/>
                </a:lnTo>
                <a:cubicBezTo>
                  <a:pt x="3243" y="1084"/>
                  <a:pt x="3233" y="1022"/>
                  <a:pt x="3214" y="964"/>
                </a:cubicBezTo>
                <a:cubicBezTo>
                  <a:pt x="3187" y="884"/>
                  <a:pt x="3143" y="803"/>
                  <a:pt x="3080" y="741"/>
                </a:cubicBezTo>
                <a:cubicBezTo>
                  <a:pt x="3009" y="678"/>
                  <a:pt x="2919" y="652"/>
                  <a:pt x="2830" y="652"/>
                </a:cubicBezTo>
                <a:cubicBezTo>
                  <a:pt x="2753" y="667"/>
                  <a:pt x="2682" y="710"/>
                  <a:pt x="2635" y="773"/>
                </a:cubicBezTo>
                <a:lnTo>
                  <a:pt x="2635" y="773"/>
                </a:lnTo>
                <a:cubicBezTo>
                  <a:pt x="2607" y="721"/>
                  <a:pt x="2582" y="670"/>
                  <a:pt x="2545" y="625"/>
                </a:cubicBezTo>
                <a:cubicBezTo>
                  <a:pt x="2509" y="571"/>
                  <a:pt x="2455" y="518"/>
                  <a:pt x="2402" y="482"/>
                </a:cubicBezTo>
                <a:cubicBezTo>
                  <a:pt x="2348" y="437"/>
                  <a:pt x="2277" y="411"/>
                  <a:pt x="2205" y="411"/>
                </a:cubicBezTo>
                <a:cubicBezTo>
                  <a:pt x="2150" y="418"/>
                  <a:pt x="2094" y="441"/>
                  <a:pt x="2052" y="476"/>
                </a:cubicBezTo>
                <a:lnTo>
                  <a:pt x="2052" y="476"/>
                </a:lnTo>
                <a:cubicBezTo>
                  <a:pt x="2046" y="421"/>
                  <a:pt x="2029" y="370"/>
                  <a:pt x="2000" y="312"/>
                </a:cubicBezTo>
                <a:cubicBezTo>
                  <a:pt x="1973" y="250"/>
                  <a:pt x="1920" y="196"/>
                  <a:pt x="1857" y="161"/>
                </a:cubicBezTo>
                <a:cubicBezTo>
                  <a:pt x="1822" y="147"/>
                  <a:pt x="1786" y="141"/>
                  <a:pt x="1750" y="141"/>
                </a:cubicBezTo>
                <a:cubicBezTo>
                  <a:pt x="1715" y="141"/>
                  <a:pt x="1679" y="147"/>
                  <a:pt x="1643" y="161"/>
                </a:cubicBezTo>
                <a:cubicBezTo>
                  <a:pt x="1582" y="184"/>
                  <a:pt x="1533" y="220"/>
                  <a:pt x="1487" y="270"/>
                </a:cubicBezTo>
                <a:lnTo>
                  <a:pt x="1487" y="270"/>
                </a:lnTo>
                <a:cubicBezTo>
                  <a:pt x="1452" y="210"/>
                  <a:pt x="1405" y="163"/>
                  <a:pt x="1358" y="116"/>
                </a:cubicBezTo>
                <a:cubicBezTo>
                  <a:pt x="1304" y="54"/>
                  <a:pt x="1233" y="18"/>
                  <a:pt x="1152" y="0"/>
                </a:cubicBezTo>
                <a:close/>
                <a:moveTo>
                  <a:pt x="1857" y="3490"/>
                </a:moveTo>
                <a:cubicBezTo>
                  <a:pt x="1856" y="3496"/>
                  <a:pt x="1854" y="3502"/>
                  <a:pt x="1853" y="3508"/>
                </a:cubicBezTo>
                <a:lnTo>
                  <a:pt x="1853" y="3508"/>
                </a:lnTo>
                <a:cubicBezTo>
                  <a:pt x="1769" y="3508"/>
                  <a:pt x="1684" y="3507"/>
                  <a:pt x="1599" y="3499"/>
                </a:cubicBezTo>
                <a:lnTo>
                  <a:pt x="1599" y="3499"/>
                </a:lnTo>
                <a:cubicBezTo>
                  <a:pt x="1662" y="3505"/>
                  <a:pt x="1725" y="3511"/>
                  <a:pt x="1791" y="3511"/>
                </a:cubicBezTo>
                <a:cubicBezTo>
                  <a:pt x="1811" y="3511"/>
                  <a:pt x="1832" y="3511"/>
                  <a:pt x="1853" y="3509"/>
                </a:cubicBezTo>
                <a:lnTo>
                  <a:pt x="1853" y="3509"/>
                </a:lnTo>
                <a:cubicBezTo>
                  <a:pt x="1845" y="3567"/>
                  <a:pt x="1872" y="3627"/>
                  <a:pt x="1920" y="3659"/>
                </a:cubicBezTo>
                <a:cubicBezTo>
                  <a:pt x="1973" y="3686"/>
                  <a:pt x="2027" y="3704"/>
                  <a:pt x="2089" y="3713"/>
                </a:cubicBezTo>
                <a:cubicBezTo>
                  <a:pt x="2137" y="3717"/>
                  <a:pt x="2186" y="3719"/>
                  <a:pt x="2233" y="3719"/>
                </a:cubicBezTo>
                <a:cubicBezTo>
                  <a:pt x="2292" y="3719"/>
                  <a:pt x="2351" y="3715"/>
                  <a:pt x="2407" y="3707"/>
                </a:cubicBezTo>
                <a:lnTo>
                  <a:pt x="2407" y="3707"/>
                </a:lnTo>
                <a:cubicBezTo>
                  <a:pt x="2393" y="3739"/>
                  <a:pt x="2396" y="3775"/>
                  <a:pt x="2411" y="3811"/>
                </a:cubicBezTo>
                <a:cubicBezTo>
                  <a:pt x="2416" y="3816"/>
                  <a:pt x="2422" y="3821"/>
                  <a:pt x="2428" y="3826"/>
                </a:cubicBezTo>
                <a:lnTo>
                  <a:pt x="2428" y="3826"/>
                </a:lnTo>
                <a:cubicBezTo>
                  <a:pt x="2420" y="3791"/>
                  <a:pt x="2420" y="3757"/>
                  <a:pt x="2446" y="3731"/>
                </a:cubicBezTo>
                <a:lnTo>
                  <a:pt x="2455" y="3704"/>
                </a:lnTo>
                <a:lnTo>
                  <a:pt x="2429" y="3704"/>
                </a:lnTo>
                <a:lnTo>
                  <a:pt x="2420" y="3686"/>
                </a:lnTo>
                <a:cubicBezTo>
                  <a:pt x="2415" y="3693"/>
                  <a:pt x="2410" y="3700"/>
                  <a:pt x="2407" y="3707"/>
                </a:cubicBezTo>
                <a:lnTo>
                  <a:pt x="2407" y="3707"/>
                </a:lnTo>
                <a:cubicBezTo>
                  <a:pt x="2360" y="3714"/>
                  <a:pt x="2312" y="3717"/>
                  <a:pt x="2263" y="3717"/>
                </a:cubicBezTo>
                <a:cubicBezTo>
                  <a:pt x="2208" y="3717"/>
                  <a:pt x="2152" y="3713"/>
                  <a:pt x="2098" y="3704"/>
                </a:cubicBezTo>
                <a:cubicBezTo>
                  <a:pt x="2036" y="3704"/>
                  <a:pt x="1982" y="3686"/>
                  <a:pt x="1938" y="3659"/>
                </a:cubicBezTo>
                <a:cubicBezTo>
                  <a:pt x="1893" y="3624"/>
                  <a:pt x="1875" y="3570"/>
                  <a:pt x="1884" y="3525"/>
                </a:cubicBezTo>
                <a:lnTo>
                  <a:pt x="1884" y="3508"/>
                </a:lnTo>
                <a:lnTo>
                  <a:pt x="1875" y="3508"/>
                </a:lnTo>
                <a:lnTo>
                  <a:pt x="1857" y="3490"/>
                </a:lnTo>
                <a:close/>
                <a:moveTo>
                  <a:pt x="3911" y="3508"/>
                </a:moveTo>
                <a:cubicBezTo>
                  <a:pt x="3832" y="3508"/>
                  <a:pt x="3754" y="3516"/>
                  <a:pt x="3678" y="3534"/>
                </a:cubicBezTo>
                <a:cubicBezTo>
                  <a:pt x="3517" y="3561"/>
                  <a:pt x="3366" y="3606"/>
                  <a:pt x="3214" y="3659"/>
                </a:cubicBezTo>
                <a:cubicBezTo>
                  <a:pt x="3062" y="3722"/>
                  <a:pt x="2911" y="3775"/>
                  <a:pt x="2759" y="3820"/>
                </a:cubicBezTo>
                <a:cubicBezTo>
                  <a:pt x="2678" y="3847"/>
                  <a:pt x="2598" y="3856"/>
                  <a:pt x="2518" y="3856"/>
                </a:cubicBezTo>
                <a:cubicBezTo>
                  <a:pt x="2482" y="3856"/>
                  <a:pt x="2452" y="3844"/>
                  <a:pt x="2428" y="3826"/>
                </a:cubicBezTo>
                <a:lnTo>
                  <a:pt x="2428" y="3826"/>
                </a:lnTo>
                <a:cubicBezTo>
                  <a:pt x="2428" y="3827"/>
                  <a:pt x="2428" y="3828"/>
                  <a:pt x="2429" y="3829"/>
                </a:cubicBezTo>
                <a:cubicBezTo>
                  <a:pt x="2446" y="3856"/>
                  <a:pt x="2491" y="3865"/>
                  <a:pt x="2527" y="3873"/>
                </a:cubicBezTo>
                <a:cubicBezTo>
                  <a:pt x="2607" y="3873"/>
                  <a:pt x="2687" y="3856"/>
                  <a:pt x="2759" y="3838"/>
                </a:cubicBezTo>
                <a:cubicBezTo>
                  <a:pt x="2919" y="3793"/>
                  <a:pt x="3071" y="3740"/>
                  <a:pt x="3214" y="3686"/>
                </a:cubicBezTo>
                <a:cubicBezTo>
                  <a:pt x="3366" y="3624"/>
                  <a:pt x="3517" y="3588"/>
                  <a:pt x="3678" y="3561"/>
                </a:cubicBezTo>
                <a:cubicBezTo>
                  <a:pt x="3773" y="3533"/>
                  <a:pt x="3871" y="3519"/>
                  <a:pt x="3971" y="3519"/>
                </a:cubicBezTo>
                <a:cubicBezTo>
                  <a:pt x="4031" y="3519"/>
                  <a:pt x="4091" y="3524"/>
                  <a:pt x="4151" y="3534"/>
                </a:cubicBezTo>
                <a:cubicBezTo>
                  <a:pt x="4071" y="3516"/>
                  <a:pt x="3990" y="3508"/>
                  <a:pt x="3911" y="3508"/>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7" name="Google Shape;2897;p24"/>
          <p:cNvSpPr/>
          <p:nvPr/>
        </p:nvSpPr>
        <p:spPr>
          <a:xfrm rot="-4312710">
            <a:off x="7206488" y="4227428"/>
            <a:ext cx="291665" cy="266433"/>
          </a:xfrm>
          <a:custGeom>
            <a:avLst/>
            <a:gdLst/>
            <a:ahLst/>
            <a:cxnLst/>
            <a:rect l="l" t="t" r="r" b="b"/>
            <a:pathLst>
              <a:path w="4196" h="3833" extrusionOk="0">
                <a:moveTo>
                  <a:pt x="1187" y="1"/>
                </a:moveTo>
                <a:cubicBezTo>
                  <a:pt x="1184" y="1"/>
                  <a:pt x="1181" y="1"/>
                  <a:pt x="1178" y="1"/>
                </a:cubicBezTo>
                <a:cubicBezTo>
                  <a:pt x="1000" y="10"/>
                  <a:pt x="813" y="206"/>
                  <a:pt x="813" y="206"/>
                </a:cubicBezTo>
                <a:cubicBezTo>
                  <a:pt x="754" y="86"/>
                  <a:pt x="689" y="49"/>
                  <a:pt x="631" y="49"/>
                </a:cubicBezTo>
                <a:cubicBezTo>
                  <a:pt x="539" y="49"/>
                  <a:pt x="464" y="144"/>
                  <a:pt x="464" y="144"/>
                </a:cubicBezTo>
                <a:cubicBezTo>
                  <a:pt x="464" y="144"/>
                  <a:pt x="330" y="79"/>
                  <a:pt x="218" y="79"/>
                </a:cubicBezTo>
                <a:cubicBezTo>
                  <a:pt x="170" y="79"/>
                  <a:pt x="125" y="91"/>
                  <a:pt x="99" y="126"/>
                </a:cubicBezTo>
                <a:cubicBezTo>
                  <a:pt x="0" y="233"/>
                  <a:pt x="223" y="527"/>
                  <a:pt x="223" y="527"/>
                </a:cubicBezTo>
                <a:cubicBezTo>
                  <a:pt x="152" y="581"/>
                  <a:pt x="99" y="661"/>
                  <a:pt x="81" y="751"/>
                </a:cubicBezTo>
                <a:cubicBezTo>
                  <a:pt x="45" y="911"/>
                  <a:pt x="295" y="1143"/>
                  <a:pt x="295" y="1143"/>
                </a:cubicBezTo>
                <a:cubicBezTo>
                  <a:pt x="295" y="1143"/>
                  <a:pt x="81" y="1233"/>
                  <a:pt x="90" y="1402"/>
                </a:cubicBezTo>
                <a:cubicBezTo>
                  <a:pt x="99" y="1563"/>
                  <a:pt x="384" y="1643"/>
                  <a:pt x="384" y="1643"/>
                </a:cubicBezTo>
                <a:cubicBezTo>
                  <a:pt x="384" y="1643"/>
                  <a:pt x="188" y="1902"/>
                  <a:pt x="339" y="2098"/>
                </a:cubicBezTo>
                <a:cubicBezTo>
                  <a:pt x="476" y="2273"/>
                  <a:pt x="710" y="2286"/>
                  <a:pt x="777" y="2286"/>
                </a:cubicBezTo>
                <a:cubicBezTo>
                  <a:pt x="788" y="2286"/>
                  <a:pt x="795" y="2286"/>
                  <a:pt x="795" y="2286"/>
                </a:cubicBezTo>
                <a:lnTo>
                  <a:pt x="795" y="2286"/>
                </a:lnTo>
                <a:cubicBezTo>
                  <a:pt x="795" y="2286"/>
                  <a:pt x="643" y="2411"/>
                  <a:pt x="795" y="2678"/>
                </a:cubicBezTo>
                <a:cubicBezTo>
                  <a:pt x="946" y="2946"/>
                  <a:pt x="1312" y="2946"/>
                  <a:pt x="1312" y="2946"/>
                </a:cubicBezTo>
                <a:cubicBezTo>
                  <a:pt x="1205" y="3026"/>
                  <a:pt x="1187" y="3187"/>
                  <a:pt x="1277" y="3294"/>
                </a:cubicBezTo>
                <a:cubicBezTo>
                  <a:pt x="1384" y="3455"/>
                  <a:pt x="1687" y="3475"/>
                  <a:pt x="1831" y="3475"/>
                </a:cubicBezTo>
                <a:cubicBezTo>
                  <a:pt x="1880" y="3475"/>
                  <a:pt x="1910" y="3473"/>
                  <a:pt x="1910" y="3473"/>
                </a:cubicBezTo>
                <a:lnTo>
                  <a:pt x="1910" y="3473"/>
                </a:lnTo>
                <a:cubicBezTo>
                  <a:pt x="1872" y="3648"/>
                  <a:pt x="2094" y="3682"/>
                  <a:pt x="2270" y="3682"/>
                </a:cubicBezTo>
                <a:cubicBezTo>
                  <a:pt x="2380" y="3682"/>
                  <a:pt x="2473" y="3669"/>
                  <a:pt x="2473" y="3669"/>
                </a:cubicBezTo>
                <a:lnTo>
                  <a:pt x="2473" y="3669"/>
                </a:lnTo>
                <a:cubicBezTo>
                  <a:pt x="2427" y="3755"/>
                  <a:pt x="2439" y="3833"/>
                  <a:pt x="2584" y="3833"/>
                </a:cubicBezTo>
                <a:cubicBezTo>
                  <a:pt x="2694" y="3833"/>
                  <a:pt x="2881" y="3788"/>
                  <a:pt x="3178" y="3669"/>
                </a:cubicBezTo>
                <a:cubicBezTo>
                  <a:pt x="3539" y="3524"/>
                  <a:pt x="3801" y="3489"/>
                  <a:pt x="3969" y="3489"/>
                </a:cubicBezTo>
                <a:cubicBezTo>
                  <a:pt x="4121" y="3489"/>
                  <a:pt x="4195" y="3517"/>
                  <a:pt x="4195" y="3517"/>
                </a:cubicBezTo>
                <a:cubicBezTo>
                  <a:pt x="4195" y="3517"/>
                  <a:pt x="3954" y="2982"/>
                  <a:pt x="4008" y="2714"/>
                </a:cubicBezTo>
                <a:cubicBezTo>
                  <a:pt x="4061" y="2455"/>
                  <a:pt x="4142" y="1884"/>
                  <a:pt x="3990" y="1697"/>
                </a:cubicBezTo>
                <a:cubicBezTo>
                  <a:pt x="3932" y="1622"/>
                  <a:pt x="3880" y="1596"/>
                  <a:pt x="3837" y="1596"/>
                </a:cubicBezTo>
                <a:cubicBezTo>
                  <a:pt x="3742" y="1596"/>
                  <a:pt x="3686" y="1723"/>
                  <a:pt x="3686" y="1723"/>
                </a:cubicBezTo>
                <a:cubicBezTo>
                  <a:pt x="3686" y="1723"/>
                  <a:pt x="3811" y="1134"/>
                  <a:pt x="3588" y="1018"/>
                </a:cubicBezTo>
                <a:cubicBezTo>
                  <a:pt x="3551" y="1000"/>
                  <a:pt x="3518" y="992"/>
                  <a:pt x="3488" y="992"/>
                </a:cubicBezTo>
                <a:cubicBezTo>
                  <a:pt x="3332" y="992"/>
                  <a:pt x="3276" y="1206"/>
                  <a:pt x="3276" y="1206"/>
                </a:cubicBezTo>
                <a:cubicBezTo>
                  <a:pt x="3276" y="1206"/>
                  <a:pt x="3285" y="822"/>
                  <a:pt x="3044" y="688"/>
                </a:cubicBezTo>
                <a:cubicBezTo>
                  <a:pt x="3001" y="665"/>
                  <a:pt x="2955" y="654"/>
                  <a:pt x="2911" y="654"/>
                </a:cubicBezTo>
                <a:cubicBezTo>
                  <a:pt x="2816" y="654"/>
                  <a:pt x="2726" y="704"/>
                  <a:pt x="2678" y="795"/>
                </a:cubicBezTo>
                <a:cubicBezTo>
                  <a:pt x="2678" y="795"/>
                  <a:pt x="2544" y="510"/>
                  <a:pt x="2365" y="438"/>
                </a:cubicBezTo>
                <a:cubicBezTo>
                  <a:pt x="2331" y="424"/>
                  <a:pt x="2296" y="417"/>
                  <a:pt x="2262" y="417"/>
                </a:cubicBezTo>
                <a:cubicBezTo>
                  <a:pt x="2190" y="417"/>
                  <a:pt x="2122" y="449"/>
                  <a:pt x="2080" y="510"/>
                </a:cubicBezTo>
                <a:cubicBezTo>
                  <a:pt x="2080" y="510"/>
                  <a:pt x="2062" y="224"/>
                  <a:pt x="1875" y="162"/>
                </a:cubicBezTo>
                <a:cubicBezTo>
                  <a:pt x="1845" y="150"/>
                  <a:pt x="1815" y="145"/>
                  <a:pt x="1787" y="145"/>
                </a:cubicBezTo>
                <a:cubicBezTo>
                  <a:pt x="1640" y="145"/>
                  <a:pt x="1527" y="278"/>
                  <a:pt x="1527" y="278"/>
                </a:cubicBezTo>
                <a:cubicBezTo>
                  <a:pt x="1527" y="278"/>
                  <a:pt x="1362" y="1"/>
                  <a:pt x="118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8" name="Google Shape;2898;p24"/>
          <p:cNvSpPr/>
          <p:nvPr/>
        </p:nvSpPr>
        <p:spPr>
          <a:xfrm rot="-4312710">
            <a:off x="7200921" y="4174792"/>
            <a:ext cx="370559" cy="297852"/>
          </a:xfrm>
          <a:custGeom>
            <a:avLst/>
            <a:gdLst/>
            <a:ahLst/>
            <a:cxnLst/>
            <a:rect l="l" t="t" r="r" b="b"/>
            <a:pathLst>
              <a:path w="5331" h="4285" extrusionOk="0">
                <a:moveTo>
                  <a:pt x="634" y="0"/>
                </a:moveTo>
                <a:cubicBezTo>
                  <a:pt x="643" y="36"/>
                  <a:pt x="661" y="72"/>
                  <a:pt x="670" y="98"/>
                </a:cubicBezTo>
                <a:cubicBezTo>
                  <a:pt x="741" y="304"/>
                  <a:pt x="795" y="509"/>
                  <a:pt x="822" y="723"/>
                </a:cubicBezTo>
                <a:lnTo>
                  <a:pt x="45" y="18"/>
                </a:lnTo>
                <a:cubicBezTo>
                  <a:pt x="27" y="27"/>
                  <a:pt x="18" y="36"/>
                  <a:pt x="1" y="54"/>
                </a:cubicBezTo>
                <a:cubicBezTo>
                  <a:pt x="500" y="509"/>
                  <a:pt x="1000" y="964"/>
                  <a:pt x="1509" y="1402"/>
                </a:cubicBezTo>
                <a:lnTo>
                  <a:pt x="1107" y="1402"/>
                </a:lnTo>
                <a:cubicBezTo>
                  <a:pt x="964" y="1393"/>
                  <a:pt x="822" y="1375"/>
                  <a:pt x="679" y="1357"/>
                </a:cubicBezTo>
                <a:cubicBezTo>
                  <a:pt x="465" y="1321"/>
                  <a:pt x="242" y="1277"/>
                  <a:pt x="27" y="1214"/>
                </a:cubicBezTo>
                <a:cubicBezTo>
                  <a:pt x="18" y="1223"/>
                  <a:pt x="18" y="1232"/>
                  <a:pt x="10" y="1250"/>
                </a:cubicBezTo>
                <a:cubicBezTo>
                  <a:pt x="224" y="1312"/>
                  <a:pt x="447" y="1366"/>
                  <a:pt x="670" y="1402"/>
                </a:cubicBezTo>
                <a:cubicBezTo>
                  <a:pt x="813" y="1419"/>
                  <a:pt x="956" y="1437"/>
                  <a:pt x="1107" y="1446"/>
                </a:cubicBezTo>
                <a:cubicBezTo>
                  <a:pt x="1170" y="1446"/>
                  <a:pt x="1241" y="1455"/>
                  <a:pt x="1313" y="1455"/>
                </a:cubicBezTo>
                <a:lnTo>
                  <a:pt x="1536" y="1455"/>
                </a:lnTo>
                <a:cubicBezTo>
                  <a:pt x="1545" y="1464"/>
                  <a:pt x="1562" y="1464"/>
                  <a:pt x="1571" y="1464"/>
                </a:cubicBezTo>
                <a:cubicBezTo>
                  <a:pt x="1670" y="1553"/>
                  <a:pt x="1777" y="1642"/>
                  <a:pt x="1875" y="1732"/>
                </a:cubicBezTo>
                <a:lnTo>
                  <a:pt x="2125" y="1946"/>
                </a:lnTo>
                <a:cubicBezTo>
                  <a:pt x="1881" y="1980"/>
                  <a:pt x="1635" y="1997"/>
                  <a:pt x="1388" y="1997"/>
                </a:cubicBezTo>
                <a:cubicBezTo>
                  <a:pt x="993" y="1997"/>
                  <a:pt x="596" y="1953"/>
                  <a:pt x="206" y="1866"/>
                </a:cubicBezTo>
                <a:lnTo>
                  <a:pt x="197" y="1866"/>
                </a:lnTo>
                <a:lnTo>
                  <a:pt x="197" y="1892"/>
                </a:lnTo>
                <a:cubicBezTo>
                  <a:pt x="582" y="1989"/>
                  <a:pt x="974" y="2037"/>
                  <a:pt x="1369" y="2037"/>
                </a:cubicBezTo>
                <a:cubicBezTo>
                  <a:pt x="1632" y="2037"/>
                  <a:pt x="1896" y="2016"/>
                  <a:pt x="2160" y="1973"/>
                </a:cubicBezTo>
                <a:cubicBezTo>
                  <a:pt x="2357" y="2142"/>
                  <a:pt x="2562" y="2312"/>
                  <a:pt x="2776" y="2481"/>
                </a:cubicBezTo>
                <a:cubicBezTo>
                  <a:pt x="2230" y="2664"/>
                  <a:pt x="1660" y="2769"/>
                  <a:pt x="1082" y="2769"/>
                </a:cubicBezTo>
                <a:cubicBezTo>
                  <a:pt x="1037" y="2769"/>
                  <a:pt x="992" y="2768"/>
                  <a:pt x="947" y="2767"/>
                </a:cubicBezTo>
                <a:lnTo>
                  <a:pt x="848" y="2767"/>
                </a:lnTo>
                <a:cubicBezTo>
                  <a:pt x="884" y="2794"/>
                  <a:pt x="920" y="2812"/>
                  <a:pt x="947" y="2821"/>
                </a:cubicBezTo>
                <a:cubicBezTo>
                  <a:pt x="976" y="2821"/>
                  <a:pt x="1005" y="2821"/>
                  <a:pt x="1034" y="2821"/>
                </a:cubicBezTo>
                <a:cubicBezTo>
                  <a:pt x="1467" y="2821"/>
                  <a:pt x="1885" y="2760"/>
                  <a:pt x="2303" y="2660"/>
                </a:cubicBezTo>
                <a:cubicBezTo>
                  <a:pt x="2473" y="2615"/>
                  <a:pt x="2633" y="2562"/>
                  <a:pt x="2803" y="2499"/>
                </a:cubicBezTo>
                <a:cubicBezTo>
                  <a:pt x="2973" y="2642"/>
                  <a:pt x="3151" y="2785"/>
                  <a:pt x="3330" y="2919"/>
                </a:cubicBezTo>
                <a:lnTo>
                  <a:pt x="3106" y="3017"/>
                </a:lnTo>
                <a:cubicBezTo>
                  <a:pt x="2687" y="3204"/>
                  <a:pt x="2259" y="3356"/>
                  <a:pt x="1812" y="3463"/>
                </a:cubicBezTo>
                <a:cubicBezTo>
                  <a:pt x="1812" y="3481"/>
                  <a:pt x="1821" y="3499"/>
                  <a:pt x="1830" y="3517"/>
                </a:cubicBezTo>
                <a:cubicBezTo>
                  <a:pt x="2223" y="3427"/>
                  <a:pt x="2616" y="3303"/>
                  <a:pt x="2982" y="3133"/>
                </a:cubicBezTo>
                <a:cubicBezTo>
                  <a:pt x="3115" y="3070"/>
                  <a:pt x="3240" y="3017"/>
                  <a:pt x="3374" y="2963"/>
                </a:cubicBezTo>
                <a:cubicBezTo>
                  <a:pt x="3562" y="3106"/>
                  <a:pt x="3749" y="3249"/>
                  <a:pt x="3945" y="3392"/>
                </a:cubicBezTo>
                <a:cubicBezTo>
                  <a:pt x="4142" y="3526"/>
                  <a:pt x="4347" y="3677"/>
                  <a:pt x="4552" y="3820"/>
                </a:cubicBezTo>
                <a:lnTo>
                  <a:pt x="4856" y="4043"/>
                </a:lnTo>
                <a:cubicBezTo>
                  <a:pt x="4963" y="4115"/>
                  <a:pt x="5061" y="4186"/>
                  <a:pt x="5168" y="4266"/>
                </a:cubicBezTo>
                <a:cubicBezTo>
                  <a:pt x="5185" y="4279"/>
                  <a:pt x="5202" y="4284"/>
                  <a:pt x="5218" y="4284"/>
                </a:cubicBezTo>
                <a:cubicBezTo>
                  <a:pt x="5289" y="4284"/>
                  <a:pt x="5331" y="4168"/>
                  <a:pt x="5257" y="4124"/>
                </a:cubicBezTo>
                <a:cubicBezTo>
                  <a:pt x="5168" y="4079"/>
                  <a:pt x="5061" y="4025"/>
                  <a:pt x="4963" y="3972"/>
                </a:cubicBezTo>
                <a:cubicBezTo>
                  <a:pt x="4865" y="3918"/>
                  <a:pt x="4767" y="3865"/>
                  <a:pt x="4677" y="3802"/>
                </a:cubicBezTo>
                <a:cubicBezTo>
                  <a:pt x="4490" y="3686"/>
                  <a:pt x="4302" y="3561"/>
                  <a:pt x="4115" y="3427"/>
                </a:cubicBezTo>
                <a:lnTo>
                  <a:pt x="4079" y="3401"/>
                </a:lnTo>
                <a:lnTo>
                  <a:pt x="4070" y="3401"/>
                </a:lnTo>
                <a:lnTo>
                  <a:pt x="3847" y="3240"/>
                </a:lnTo>
                <a:lnTo>
                  <a:pt x="3829" y="3195"/>
                </a:lnTo>
                <a:lnTo>
                  <a:pt x="3562" y="2999"/>
                </a:lnTo>
                <a:lnTo>
                  <a:pt x="3312" y="2812"/>
                </a:lnTo>
                <a:lnTo>
                  <a:pt x="3178" y="2696"/>
                </a:lnTo>
                <a:cubicBezTo>
                  <a:pt x="3339" y="2356"/>
                  <a:pt x="3437" y="1991"/>
                  <a:pt x="3472" y="1625"/>
                </a:cubicBezTo>
                <a:cubicBezTo>
                  <a:pt x="3490" y="1393"/>
                  <a:pt x="3499" y="1169"/>
                  <a:pt x="3499" y="937"/>
                </a:cubicBezTo>
                <a:cubicBezTo>
                  <a:pt x="3481" y="928"/>
                  <a:pt x="3463" y="920"/>
                  <a:pt x="3446" y="920"/>
                </a:cubicBezTo>
                <a:cubicBezTo>
                  <a:pt x="3446" y="928"/>
                  <a:pt x="3446" y="937"/>
                  <a:pt x="3446" y="946"/>
                </a:cubicBezTo>
                <a:cubicBezTo>
                  <a:pt x="3455" y="1330"/>
                  <a:pt x="3419" y="1714"/>
                  <a:pt x="3339" y="2098"/>
                </a:cubicBezTo>
                <a:cubicBezTo>
                  <a:pt x="3285" y="2294"/>
                  <a:pt x="3223" y="2490"/>
                  <a:pt x="3142" y="2678"/>
                </a:cubicBezTo>
                <a:lnTo>
                  <a:pt x="3071" y="2624"/>
                </a:lnTo>
                <a:cubicBezTo>
                  <a:pt x="2839" y="2446"/>
                  <a:pt x="2616" y="2258"/>
                  <a:pt x="2392" y="2071"/>
                </a:cubicBezTo>
                <a:cubicBezTo>
                  <a:pt x="2517" y="1634"/>
                  <a:pt x="2589" y="1169"/>
                  <a:pt x="2580" y="714"/>
                </a:cubicBezTo>
                <a:cubicBezTo>
                  <a:pt x="2580" y="714"/>
                  <a:pt x="2562" y="670"/>
                  <a:pt x="2535" y="616"/>
                </a:cubicBezTo>
                <a:lnTo>
                  <a:pt x="2535" y="616"/>
                </a:lnTo>
                <a:cubicBezTo>
                  <a:pt x="2544" y="902"/>
                  <a:pt x="2526" y="1178"/>
                  <a:pt x="2500" y="1446"/>
                </a:cubicBezTo>
                <a:cubicBezTo>
                  <a:pt x="2473" y="1651"/>
                  <a:pt x="2428" y="1857"/>
                  <a:pt x="2375" y="2062"/>
                </a:cubicBezTo>
                <a:cubicBezTo>
                  <a:pt x="2187" y="1901"/>
                  <a:pt x="2009" y="1750"/>
                  <a:pt x="1821" y="1589"/>
                </a:cubicBezTo>
                <a:cubicBezTo>
                  <a:pt x="1928" y="1312"/>
                  <a:pt x="1982" y="1009"/>
                  <a:pt x="1973" y="705"/>
                </a:cubicBezTo>
                <a:cubicBezTo>
                  <a:pt x="1973" y="616"/>
                  <a:pt x="1973" y="518"/>
                  <a:pt x="1982" y="429"/>
                </a:cubicBezTo>
                <a:cubicBezTo>
                  <a:pt x="1973" y="384"/>
                  <a:pt x="1964" y="339"/>
                  <a:pt x="1955" y="304"/>
                </a:cubicBezTo>
                <a:cubicBezTo>
                  <a:pt x="1946" y="411"/>
                  <a:pt x="1946" y="527"/>
                  <a:pt x="1946" y="634"/>
                </a:cubicBezTo>
                <a:cubicBezTo>
                  <a:pt x="1946" y="786"/>
                  <a:pt x="1937" y="937"/>
                  <a:pt x="1919" y="1080"/>
                </a:cubicBezTo>
                <a:cubicBezTo>
                  <a:pt x="1911" y="1250"/>
                  <a:pt x="1866" y="1419"/>
                  <a:pt x="1795" y="1571"/>
                </a:cubicBezTo>
                <a:lnTo>
                  <a:pt x="1384" y="1205"/>
                </a:lnTo>
                <a:cubicBezTo>
                  <a:pt x="1438" y="821"/>
                  <a:pt x="1420" y="429"/>
                  <a:pt x="1321" y="45"/>
                </a:cubicBezTo>
                <a:lnTo>
                  <a:pt x="1286" y="18"/>
                </a:lnTo>
                <a:lnTo>
                  <a:pt x="1286" y="18"/>
                </a:lnTo>
                <a:cubicBezTo>
                  <a:pt x="1375" y="393"/>
                  <a:pt x="1402" y="795"/>
                  <a:pt x="1348" y="1187"/>
                </a:cubicBezTo>
                <a:lnTo>
                  <a:pt x="1036" y="911"/>
                </a:lnTo>
                <a:lnTo>
                  <a:pt x="848" y="741"/>
                </a:lnTo>
                <a:cubicBezTo>
                  <a:pt x="831" y="527"/>
                  <a:pt x="786" y="322"/>
                  <a:pt x="715" y="125"/>
                </a:cubicBezTo>
                <a:cubicBezTo>
                  <a:pt x="697" y="81"/>
                  <a:pt x="670" y="36"/>
                  <a:pt x="63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9" name="Google Shape;2899;p24"/>
          <p:cNvSpPr/>
          <p:nvPr/>
        </p:nvSpPr>
        <p:spPr>
          <a:xfrm rot="-4312710">
            <a:off x="7208067" y="4293070"/>
            <a:ext cx="189276" cy="210408"/>
          </a:xfrm>
          <a:custGeom>
            <a:avLst/>
            <a:gdLst/>
            <a:ahLst/>
            <a:cxnLst/>
            <a:rect l="l" t="t" r="r" b="b"/>
            <a:pathLst>
              <a:path w="2723" h="3027" extrusionOk="0">
                <a:moveTo>
                  <a:pt x="1178" y="108"/>
                </a:moveTo>
                <a:cubicBezTo>
                  <a:pt x="1000" y="117"/>
                  <a:pt x="813" y="313"/>
                  <a:pt x="813" y="313"/>
                </a:cubicBezTo>
                <a:cubicBezTo>
                  <a:pt x="661" y="1"/>
                  <a:pt x="464" y="251"/>
                  <a:pt x="464" y="251"/>
                </a:cubicBezTo>
                <a:cubicBezTo>
                  <a:pt x="464" y="251"/>
                  <a:pt x="179" y="126"/>
                  <a:pt x="90" y="233"/>
                </a:cubicBezTo>
                <a:cubicBezTo>
                  <a:pt x="0" y="340"/>
                  <a:pt x="223" y="634"/>
                  <a:pt x="223" y="634"/>
                </a:cubicBezTo>
                <a:cubicBezTo>
                  <a:pt x="152" y="688"/>
                  <a:pt x="99" y="768"/>
                  <a:pt x="81" y="858"/>
                </a:cubicBezTo>
                <a:cubicBezTo>
                  <a:pt x="45" y="1018"/>
                  <a:pt x="295" y="1250"/>
                  <a:pt x="295" y="1250"/>
                </a:cubicBezTo>
                <a:cubicBezTo>
                  <a:pt x="295" y="1250"/>
                  <a:pt x="81" y="1340"/>
                  <a:pt x="90" y="1509"/>
                </a:cubicBezTo>
                <a:cubicBezTo>
                  <a:pt x="99" y="1670"/>
                  <a:pt x="384" y="1750"/>
                  <a:pt x="384" y="1750"/>
                </a:cubicBezTo>
                <a:cubicBezTo>
                  <a:pt x="384" y="1750"/>
                  <a:pt x="188" y="2009"/>
                  <a:pt x="339" y="2205"/>
                </a:cubicBezTo>
                <a:cubicBezTo>
                  <a:pt x="491" y="2411"/>
                  <a:pt x="795" y="2393"/>
                  <a:pt x="795" y="2393"/>
                </a:cubicBezTo>
                <a:cubicBezTo>
                  <a:pt x="795" y="2393"/>
                  <a:pt x="643" y="2518"/>
                  <a:pt x="795" y="2785"/>
                </a:cubicBezTo>
                <a:cubicBezTo>
                  <a:pt x="875" y="2910"/>
                  <a:pt x="1000" y="3000"/>
                  <a:pt x="1143" y="3026"/>
                </a:cubicBezTo>
                <a:cubicBezTo>
                  <a:pt x="2365" y="2669"/>
                  <a:pt x="2722" y="1099"/>
                  <a:pt x="1767" y="251"/>
                </a:cubicBezTo>
                <a:cubicBezTo>
                  <a:pt x="1669" y="260"/>
                  <a:pt x="1589" y="313"/>
                  <a:pt x="1527" y="376"/>
                </a:cubicBezTo>
                <a:cubicBezTo>
                  <a:pt x="1527" y="376"/>
                  <a:pt x="1357" y="99"/>
                  <a:pt x="1178" y="108"/>
                </a:cubicBezTo>
                <a:close/>
              </a:path>
            </a:pathLst>
          </a:custGeom>
          <a:gradFill>
            <a:gsLst>
              <a:gs pos="0">
                <a:srgbClr val="FFFFFF">
                  <a:alpha val="0"/>
                </a:srgbClr>
              </a:gs>
              <a:gs pos="100000">
                <a:srgbClr val="FFFFFF">
                  <a:alpha val="2196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0" name="Google Shape;2900;p24"/>
          <p:cNvSpPr/>
          <p:nvPr/>
        </p:nvSpPr>
        <p:spPr>
          <a:xfrm rot="-4312710">
            <a:off x="7208724" y="4224626"/>
            <a:ext cx="288607" cy="269283"/>
          </a:xfrm>
          <a:custGeom>
            <a:avLst/>
            <a:gdLst/>
            <a:ahLst/>
            <a:cxnLst/>
            <a:rect l="l" t="t" r="r" b="b"/>
            <a:pathLst>
              <a:path w="4152" h="3874" extrusionOk="0">
                <a:moveTo>
                  <a:pt x="1152" y="0"/>
                </a:moveTo>
                <a:cubicBezTo>
                  <a:pt x="1072" y="0"/>
                  <a:pt x="1001" y="27"/>
                  <a:pt x="929" y="71"/>
                </a:cubicBezTo>
                <a:cubicBezTo>
                  <a:pt x="878" y="101"/>
                  <a:pt x="826" y="142"/>
                  <a:pt x="780" y="186"/>
                </a:cubicBezTo>
                <a:lnTo>
                  <a:pt x="780" y="186"/>
                </a:lnTo>
                <a:cubicBezTo>
                  <a:pt x="764" y="160"/>
                  <a:pt x="746" y="136"/>
                  <a:pt x="733" y="116"/>
                </a:cubicBezTo>
                <a:cubicBezTo>
                  <a:pt x="697" y="80"/>
                  <a:pt x="661" y="54"/>
                  <a:pt x="617" y="45"/>
                </a:cubicBezTo>
                <a:cubicBezTo>
                  <a:pt x="605" y="42"/>
                  <a:pt x="593" y="41"/>
                  <a:pt x="581" y="41"/>
                </a:cubicBezTo>
                <a:cubicBezTo>
                  <a:pt x="549" y="41"/>
                  <a:pt x="518" y="49"/>
                  <a:pt x="492" y="63"/>
                </a:cubicBezTo>
                <a:cubicBezTo>
                  <a:pt x="461" y="86"/>
                  <a:pt x="430" y="109"/>
                  <a:pt x="405" y="132"/>
                </a:cubicBezTo>
                <a:lnTo>
                  <a:pt x="405" y="132"/>
                </a:lnTo>
                <a:cubicBezTo>
                  <a:pt x="342" y="103"/>
                  <a:pt x="280" y="87"/>
                  <a:pt x="224" y="71"/>
                </a:cubicBezTo>
                <a:lnTo>
                  <a:pt x="108" y="71"/>
                </a:lnTo>
                <a:cubicBezTo>
                  <a:pt x="63" y="80"/>
                  <a:pt x="28" y="116"/>
                  <a:pt x="10" y="152"/>
                </a:cubicBezTo>
                <a:cubicBezTo>
                  <a:pt x="1" y="196"/>
                  <a:pt x="1" y="232"/>
                  <a:pt x="10" y="277"/>
                </a:cubicBezTo>
                <a:cubicBezTo>
                  <a:pt x="19" y="312"/>
                  <a:pt x="37" y="339"/>
                  <a:pt x="55" y="375"/>
                </a:cubicBezTo>
                <a:cubicBezTo>
                  <a:pt x="79" y="431"/>
                  <a:pt x="110" y="487"/>
                  <a:pt x="148" y="543"/>
                </a:cubicBezTo>
                <a:lnTo>
                  <a:pt x="148" y="543"/>
                </a:lnTo>
                <a:cubicBezTo>
                  <a:pt x="105" y="578"/>
                  <a:pt x="69" y="624"/>
                  <a:pt x="46" y="669"/>
                </a:cubicBezTo>
                <a:cubicBezTo>
                  <a:pt x="28" y="705"/>
                  <a:pt x="19" y="732"/>
                  <a:pt x="10" y="768"/>
                </a:cubicBezTo>
                <a:cubicBezTo>
                  <a:pt x="10" y="803"/>
                  <a:pt x="10" y="839"/>
                  <a:pt x="19" y="866"/>
                </a:cubicBezTo>
                <a:cubicBezTo>
                  <a:pt x="37" y="928"/>
                  <a:pt x="72" y="982"/>
                  <a:pt x="108" y="1035"/>
                </a:cubicBezTo>
                <a:cubicBezTo>
                  <a:pt x="137" y="1078"/>
                  <a:pt x="171" y="1115"/>
                  <a:pt x="206" y="1151"/>
                </a:cubicBezTo>
                <a:lnTo>
                  <a:pt x="206" y="1151"/>
                </a:lnTo>
                <a:cubicBezTo>
                  <a:pt x="159" y="1178"/>
                  <a:pt x="117" y="1214"/>
                  <a:pt x="81" y="1250"/>
                </a:cubicBezTo>
                <a:cubicBezTo>
                  <a:pt x="37" y="1303"/>
                  <a:pt x="10" y="1374"/>
                  <a:pt x="28" y="1446"/>
                </a:cubicBezTo>
                <a:cubicBezTo>
                  <a:pt x="46" y="1508"/>
                  <a:pt x="90" y="1562"/>
                  <a:pt x="153" y="1598"/>
                </a:cubicBezTo>
                <a:cubicBezTo>
                  <a:pt x="198" y="1628"/>
                  <a:pt x="250" y="1652"/>
                  <a:pt x="303" y="1669"/>
                </a:cubicBezTo>
                <a:lnTo>
                  <a:pt x="303" y="1669"/>
                </a:lnTo>
                <a:cubicBezTo>
                  <a:pt x="262" y="1734"/>
                  <a:pt x="240" y="1805"/>
                  <a:pt x="224" y="1883"/>
                </a:cubicBezTo>
                <a:cubicBezTo>
                  <a:pt x="206" y="1972"/>
                  <a:pt x="233" y="2062"/>
                  <a:pt x="287" y="2133"/>
                </a:cubicBezTo>
                <a:cubicBezTo>
                  <a:pt x="340" y="2205"/>
                  <a:pt x="412" y="2249"/>
                  <a:pt x="501" y="2276"/>
                </a:cubicBezTo>
                <a:cubicBezTo>
                  <a:pt x="568" y="2306"/>
                  <a:pt x="635" y="2317"/>
                  <a:pt x="707" y="2320"/>
                </a:cubicBezTo>
                <a:lnTo>
                  <a:pt x="707" y="2320"/>
                </a:lnTo>
                <a:cubicBezTo>
                  <a:pt x="666" y="2386"/>
                  <a:pt x="655" y="2468"/>
                  <a:pt x="670" y="2544"/>
                </a:cubicBezTo>
                <a:cubicBezTo>
                  <a:pt x="688" y="2633"/>
                  <a:pt x="733" y="2713"/>
                  <a:pt x="795" y="2785"/>
                </a:cubicBezTo>
                <a:cubicBezTo>
                  <a:pt x="858" y="2847"/>
                  <a:pt x="929" y="2892"/>
                  <a:pt x="1018" y="2927"/>
                </a:cubicBezTo>
                <a:cubicBezTo>
                  <a:pt x="1084" y="2949"/>
                  <a:pt x="1155" y="2965"/>
                  <a:pt x="1227" y="2975"/>
                </a:cubicBezTo>
                <a:lnTo>
                  <a:pt x="1227" y="2975"/>
                </a:lnTo>
                <a:cubicBezTo>
                  <a:pt x="1170" y="3037"/>
                  <a:pt x="1146" y="3120"/>
                  <a:pt x="1161" y="3204"/>
                </a:cubicBezTo>
                <a:cubicBezTo>
                  <a:pt x="1188" y="3293"/>
                  <a:pt x="1250" y="3383"/>
                  <a:pt x="1331" y="3427"/>
                </a:cubicBezTo>
                <a:cubicBezTo>
                  <a:pt x="1420" y="3463"/>
                  <a:pt x="1509" y="3490"/>
                  <a:pt x="1599" y="3499"/>
                </a:cubicBezTo>
                <a:cubicBezTo>
                  <a:pt x="1509" y="3490"/>
                  <a:pt x="1429" y="3463"/>
                  <a:pt x="1349" y="3427"/>
                </a:cubicBezTo>
                <a:cubicBezTo>
                  <a:pt x="1268" y="3383"/>
                  <a:pt x="1215" y="3311"/>
                  <a:pt x="1197" y="3222"/>
                </a:cubicBezTo>
                <a:cubicBezTo>
                  <a:pt x="1179" y="3142"/>
                  <a:pt x="1215" y="3052"/>
                  <a:pt x="1286" y="2999"/>
                </a:cubicBezTo>
                <a:lnTo>
                  <a:pt x="1322" y="2972"/>
                </a:lnTo>
                <a:lnTo>
                  <a:pt x="1273" y="2972"/>
                </a:lnTo>
                <a:lnTo>
                  <a:pt x="1259" y="2945"/>
                </a:lnTo>
                <a:cubicBezTo>
                  <a:pt x="1249" y="2953"/>
                  <a:pt x="1240" y="2962"/>
                  <a:pt x="1231" y="2971"/>
                </a:cubicBezTo>
                <a:lnTo>
                  <a:pt x="1231" y="2971"/>
                </a:lnTo>
                <a:cubicBezTo>
                  <a:pt x="1163" y="2966"/>
                  <a:pt x="1095" y="2950"/>
                  <a:pt x="1027" y="2927"/>
                </a:cubicBezTo>
                <a:cubicBezTo>
                  <a:pt x="947" y="2892"/>
                  <a:pt x="876" y="2847"/>
                  <a:pt x="822" y="2785"/>
                </a:cubicBezTo>
                <a:cubicBezTo>
                  <a:pt x="769" y="2722"/>
                  <a:pt x="724" y="2651"/>
                  <a:pt x="706" y="2562"/>
                </a:cubicBezTo>
                <a:cubicBezTo>
                  <a:pt x="688" y="2481"/>
                  <a:pt x="706" y="2401"/>
                  <a:pt x="760" y="2338"/>
                </a:cubicBezTo>
                <a:lnTo>
                  <a:pt x="795" y="2303"/>
                </a:lnTo>
                <a:lnTo>
                  <a:pt x="751" y="2303"/>
                </a:lnTo>
                <a:cubicBezTo>
                  <a:pt x="748" y="2303"/>
                  <a:pt x="745" y="2303"/>
                  <a:pt x="742" y="2303"/>
                </a:cubicBezTo>
                <a:lnTo>
                  <a:pt x="742" y="2303"/>
                </a:lnTo>
                <a:lnTo>
                  <a:pt x="733" y="2285"/>
                </a:lnTo>
                <a:cubicBezTo>
                  <a:pt x="728" y="2291"/>
                  <a:pt x="723" y="2297"/>
                  <a:pt x="718" y="2304"/>
                </a:cubicBezTo>
                <a:lnTo>
                  <a:pt x="718" y="2304"/>
                </a:lnTo>
                <a:cubicBezTo>
                  <a:pt x="568" y="2303"/>
                  <a:pt x="422" y="2241"/>
                  <a:pt x="322" y="2133"/>
                </a:cubicBezTo>
                <a:cubicBezTo>
                  <a:pt x="269" y="2071"/>
                  <a:pt x="251" y="1990"/>
                  <a:pt x="269" y="1910"/>
                </a:cubicBezTo>
                <a:cubicBezTo>
                  <a:pt x="278" y="1830"/>
                  <a:pt x="313" y="1749"/>
                  <a:pt x="358" y="1687"/>
                </a:cubicBezTo>
                <a:lnTo>
                  <a:pt x="376" y="1660"/>
                </a:lnTo>
                <a:lnTo>
                  <a:pt x="349" y="1651"/>
                </a:lnTo>
                <a:cubicBezTo>
                  <a:pt x="340" y="1649"/>
                  <a:pt x="331" y="1646"/>
                  <a:pt x="322" y="1643"/>
                </a:cubicBezTo>
                <a:lnTo>
                  <a:pt x="322" y="1643"/>
                </a:lnTo>
                <a:lnTo>
                  <a:pt x="322" y="1642"/>
                </a:lnTo>
                <a:cubicBezTo>
                  <a:pt x="322" y="1642"/>
                  <a:pt x="322" y="1643"/>
                  <a:pt x="322" y="1643"/>
                </a:cubicBezTo>
                <a:lnTo>
                  <a:pt x="322" y="1643"/>
                </a:lnTo>
                <a:cubicBezTo>
                  <a:pt x="271" y="1625"/>
                  <a:pt x="225" y="1603"/>
                  <a:pt x="179" y="1580"/>
                </a:cubicBezTo>
                <a:cubicBezTo>
                  <a:pt x="126" y="1544"/>
                  <a:pt x="90" y="1499"/>
                  <a:pt x="72" y="1446"/>
                </a:cubicBezTo>
                <a:cubicBezTo>
                  <a:pt x="55" y="1392"/>
                  <a:pt x="72" y="1339"/>
                  <a:pt x="117" y="1294"/>
                </a:cubicBezTo>
                <a:cubicBezTo>
                  <a:pt x="153" y="1250"/>
                  <a:pt x="206" y="1214"/>
                  <a:pt x="260" y="1187"/>
                </a:cubicBezTo>
                <a:lnTo>
                  <a:pt x="287" y="1178"/>
                </a:lnTo>
                <a:lnTo>
                  <a:pt x="260" y="1151"/>
                </a:lnTo>
                <a:cubicBezTo>
                  <a:pt x="224" y="1107"/>
                  <a:pt x="179" y="1062"/>
                  <a:pt x="144" y="1017"/>
                </a:cubicBezTo>
                <a:cubicBezTo>
                  <a:pt x="108" y="973"/>
                  <a:pt x="81" y="919"/>
                  <a:pt x="63" y="866"/>
                </a:cubicBezTo>
                <a:cubicBezTo>
                  <a:pt x="55" y="839"/>
                  <a:pt x="55" y="812"/>
                  <a:pt x="63" y="785"/>
                </a:cubicBezTo>
                <a:cubicBezTo>
                  <a:pt x="81" y="696"/>
                  <a:pt x="126" y="625"/>
                  <a:pt x="197" y="571"/>
                </a:cubicBezTo>
                <a:lnTo>
                  <a:pt x="215" y="562"/>
                </a:lnTo>
                <a:lnTo>
                  <a:pt x="206" y="536"/>
                </a:lnTo>
                <a:cubicBezTo>
                  <a:pt x="162" y="482"/>
                  <a:pt x="126" y="420"/>
                  <a:pt x="99" y="366"/>
                </a:cubicBezTo>
                <a:cubicBezTo>
                  <a:pt x="72" y="303"/>
                  <a:pt x="55" y="241"/>
                  <a:pt x="63" y="179"/>
                </a:cubicBezTo>
                <a:cubicBezTo>
                  <a:pt x="77" y="144"/>
                  <a:pt x="123" y="131"/>
                  <a:pt x="172" y="131"/>
                </a:cubicBezTo>
                <a:cubicBezTo>
                  <a:pt x="187" y="131"/>
                  <a:pt x="201" y="132"/>
                  <a:pt x="215" y="134"/>
                </a:cubicBezTo>
                <a:cubicBezTo>
                  <a:pt x="287" y="143"/>
                  <a:pt x="349" y="161"/>
                  <a:pt x="412" y="196"/>
                </a:cubicBezTo>
                <a:lnTo>
                  <a:pt x="429" y="196"/>
                </a:lnTo>
                <a:lnTo>
                  <a:pt x="438" y="187"/>
                </a:lnTo>
                <a:cubicBezTo>
                  <a:pt x="483" y="125"/>
                  <a:pt x="545" y="98"/>
                  <a:pt x="617" y="98"/>
                </a:cubicBezTo>
                <a:cubicBezTo>
                  <a:pt x="644" y="107"/>
                  <a:pt x="670" y="125"/>
                  <a:pt x="697" y="152"/>
                </a:cubicBezTo>
                <a:cubicBezTo>
                  <a:pt x="715" y="179"/>
                  <a:pt x="733" y="214"/>
                  <a:pt x="751" y="241"/>
                </a:cubicBezTo>
                <a:lnTo>
                  <a:pt x="769" y="277"/>
                </a:lnTo>
                <a:lnTo>
                  <a:pt x="795" y="250"/>
                </a:lnTo>
                <a:cubicBezTo>
                  <a:pt x="840" y="196"/>
                  <a:pt x="893" y="152"/>
                  <a:pt x="956" y="116"/>
                </a:cubicBezTo>
                <a:cubicBezTo>
                  <a:pt x="1018" y="71"/>
                  <a:pt x="1081" y="54"/>
                  <a:pt x="1152" y="54"/>
                </a:cubicBezTo>
                <a:cubicBezTo>
                  <a:pt x="1215" y="63"/>
                  <a:pt x="1277" y="98"/>
                  <a:pt x="1331" y="143"/>
                </a:cubicBezTo>
                <a:cubicBezTo>
                  <a:pt x="1384" y="196"/>
                  <a:pt x="1429" y="250"/>
                  <a:pt x="1465" y="312"/>
                </a:cubicBezTo>
                <a:lnTo>
                  <a:pt x="1483" y="339"/>
                </a:lnTo>
                <a:lnTo>
                  <a:pt x="1500" y="312"/>
                </a:lnTo>
                <a:cubicBezTo>
                  <a:pt x="1545" y="268"/>
                  <a:pt x="1599" y="223"/>
                  <a:pt x="1661" y="205"/>
                </a:cubicBezTo>
                <a:cubicBezTo>
                  <a:pt x="1688" y="192"/>
                  <a:pt x="1719" y="185"/>
                  <a:pt x="1750" y="185"/>
                </a:cubicBezTo>
                <a:cubicBezTo>
                  <a:pt x="1781" y="185"/>
                  <a:pt x="1813" y="192"/>
                  <a:pt x="1840" y="205"/>
                </a:cubicBezTo>
                <a:cubicBezTo>
                  <a:pt x="1893" y="232"/>
                  <a:pt x="1938" y="277"/>
                  <a:pt x="1964" y="339"/>
                </a:cubicBezTo>
                <a:cubicBezTo>
                  <a:pt x="1991" y="393"/>
                  <a:pt x="2009" y="455"/>
                  <a:pt x="2018" y="527"/>
                </a:cubicBezTo>
                <a:lnTo>
                  <a:pt x="2018" y="571"/>
                </a:lnTo>
                <a:lnTo>
                  <a:pt x="2045" y="536"/>
                </a:lnTo>
                <a:cubicBezTo>
                  <a:pt x="2080" y="491"/>
                  <a:pt x="2143" y="455"/>
                  <a:pt x="2205" y="455"/>
                </a:cubicBezTo>
                <a:cubicBezTo>
                  <a:pt x="2268" y="455"/>
                  <a:pt x="2330" y="473"/>
                  <a:pt x="2375" y="509"/>
                </a:cubicBezTo>
                <a:cubicBezTo>
                  <a:pt x="2473" y="598"/>
                  <a:pt x="2554" y="696"/>
                  <a:pt x="2607" y="821"/>
                </a:cubicBezTo>
                <a:lnTo>
                  <a:pt x="2625" y="848"/>
                </a:lnTo>
                <a:lnTo>
                  <a:pt x="2643" y="821"/>
                </a:lnTo>
                <a:cubicBezTo>
                  <a:pt x="2687" y="750"/>
                  <a:pt x="2750" y="705"/>
                  <a:pt x="2830" y="696"/>
                </a:cubicBezTo>
                <a:cubicBezTo>
                  <a:pt x="2840" y="695"/>
                  <a:pt x="2851" y="695"/>
                  <a:pt x="2861" y="695"/>
                </a:cubicBezTo>
                <a:cubicBezTo>
                  <a:pt x="2931" y="695"/>
                  <a:pt x="2999" y="721"/>
                  <a:pt x="3053" y="768"/>
                </a:cubicBezTo>
                <a:cubicBezTo>
                  <a:pt x="3116" y="830"/>
                  <a:pt x="3160" y="901"/>
                  <a:pt x="3178" y="973"/>
                </a:cubicBezTo>
                <a:cubicBezTo>
                  <a:pt x="3205" y="1053"/>
                  <a:pt x="3214" y="1134"/>
                  <a:pt x="3214" y="1223"/>
                </a:cubicBezTo>
                <a:lnTo>
                  <a:pt x="3214" y="1330"/>
                </a:lnTo>
                <a:lnTo>
                  <a:pt x="3250" y="1223"/>
                </a:lnTo>
                <a:cubicBezTo>
                  <a:pt x="3276" y="1142"/>
                  <a:pt x="3330" y="1044"/>
                  <a:pt x="3419" y="1026"/>
                </a:cubicBezTo>
                <a:cubicBezTo>
                  <a:pt x="3427" y="1025"/>
                  <a:pt x="3435" y="1024"/>
                  <a:pt x="3443" y="1024"/>
                </a:cubicBezTo>
                <a:cubicBezTo>
                  <a:pt x="3480" y="1024"/>
                  <a:pt x="3516" y="1040"/>
                  <a:pt x="3553" y="1062"/>
                </a:cubicBezTo>
                <a:cubicBezTo>
                  <a:pt x="3589" y="1089"/>
                  <a:pt x="3616" y="1125"/>
                  <a:pt x="3633" y="1169"/>
                </a:cubicBezTo>
                <a:cubicBezTo>
                  <a:pt x="3660" y="1258"/>
                  <a:pt x="3669" y="1357"/>
                  <a:pt x="3660" y="1455"/>
                </a:cubicBezTo>
                <a:cubicBezTo>
                  <a:pt x="3660" y="1553"/>
                  <a:pt x="3651" y="1642"/>
                  <a:pt x="3633" y="1740"/>
                </a:cubicBezTo>
                <a:lnTo>
                  <a:pt x="3607" y="1839"/>
                </a:lnTo>
                <a:lnTo>
                  <a:pt x="3651" y="1749"/>
                </a:lnTo>
                <a:cubicBezTo>
                  <a:pt x="3652" y="1749"/>
                  <a:pt x="3652" y="1748"/>
                  <a:pt x="3653" y="1747"/>
                </a:cubicBezTo>
                <a:lnTo>
                  <a:pt x="3653" y="1747"/>
                </a:lnTo>
                <a:lnTo>
                  <a:pt x="3660" y="1749"/>
                </a:lnTo>
                <a:cubicBezTo>
                  <a:pt x="3661" y="1743"/>
                  <a:pt x="3663" y="1736"/>
                  <a:pt x="3664" y="1730"/>
                </a:cubicBezTo>
                <a:lnTo>
                  <a:pt x="3664" y="1730"/>
                </a:lnTo>
                <a:cubicBezTo>
                  <a:pt x="3686" y="1697"/>
                  <a:pt x="3710" y="1674"/>
                  <a:pt x="3741" y="1651"/>
                </a:cubicBezTo>
                <a:cubicBezTo>
                  <a:pt x="3758" y="1638"/>
                  <a:pt x="3778" y="1631"/>
                  <a:pt x="3800" y="1631"/>
                </a:cubicBezTo>
                <a:cubicBezTo>
                  <a:pt x="3821" y="1631"/>
                  <a:pt x="3843" y="1638"/>
                  <a:pt x="3865" y="1651"/>
                </a:cubicBezTo>
                <a:cubicBezTo>
                  <a:pt x="3937" y="1696"/>
                  <a:pt x="3990" y="1785"/>
                  <a:pt x="4008" y="1874"/>
                </a:cubicBezTo>
                <a:cubicBezTo>
                  <a:pt x="4035" y="2053"/>
                  <a:pt x="4035" y="2249"/>
                  <a:pt x="4008" y="2428"/>
                </a:cubicBezTo>
                <a:cubicBezTo>
                  <a:pt x="3990" y="2526"/>
                  <a:pt x="3982" y="2615"/>
                  <a:pt x="3964" y="2713"/>
                </a:cubicBezTo>
                <a:cubicBezTo>
                  <a:pt x="3946" y="2802"/>
                  <a:pt x="3946" y="2901"/>
                  <a:pt x="3973" y="2990"/>
                </a:cubicBezTo>
                <a:cubicBezTo>
                  <a:pt x="4008" y="3177"/>
                  <a:pt x="4071" y="3356"/>
                  <a:pt x="4151" y="3534"/>
                </a:cubicBezTo>
                <a:cubicBezTo>
                  <a:pt x="4080" y="3356"/>
                  <a:pt x="4017" y="3177"/>
                  <a:pt x="3982" y="2990"/>
                </a:cubicBezTo>
                <a:cubicBezTo>
                  <a:pt x="3937" y="2811"/>
                  <a:pt x="4008" y="2624"/>
                  <a:pt x="4026" y="2437"/>
                </a:cubicBezTo>
                <a:cubicBezTo>
                  <a:pt x="4053" y="2249"/>
                  <a:pt x="4053" y="2053"/>
                  <a:pt x="4026" y="1865"/>
                </a:cubicBezTo>
                <a:cubicBezTo>
                  <a:pt x="4008" y="1767"/>
                  <a:pt x="3955" y="1678"/>
                  <a:pt x="3874" y="1624"/>
                </a:cubicBezTo>
                <a:cubicBezTo>
                  <a:pt x="3852" y="1611"/>
                  <a:pt x="3828" y="1604"/>
                  <a:pt x="3802" y="1604"/>
                </a:cubicBezTo>
                <a:cubicBezTo>
                  <a:pt x="3776" y="1604"/>
                  <a:pt x="3749" y="1611"/>
                  <a:pt x="3723" y="1624"/>
                </a:cubicBezTo>
                <a:cubicBezTo>
                  <a:pt x="3705" y="1637"/>
                  <a:pt x="3688" y="1652"/>
                  <a:pt x="3673" y="1671"/>
                </a:cubicBezTo>
                <a:lnTo>
                  <a:pt x="3673" y="1671"/>
                </a:lnTo>
                <a:cubicBezTo>
                  <a:pt x="3683" y="1599"/>
                  <a:pt x="3689" y="1527"/>
                  <a:pt x="3696" y="1455"/>
                </a:cubicBezTo>
                <a:cubicBezTo>
                  <a:pt x="3696" y="1357"/>
                  <a:pt x="3687" y="1250"/>
                  <a:pt x="3660" y="1160"/>
                </a:cubicBezTo>
                <a:cubicBezTo>
                  <a:pt x="3627" y="1060"/>
                  <a:pt x="3539" y="999"/>
                  <a:pt x="3432" y="999"/>
                </a:cubicBezTo>
                <a:cubicBezTo>
                  <a:pt x="3425" y="999"/>
                  <a:pt x="3418" y="999"/>
                  <a:pt x="3410" y="1000"/>
                </a:cubicBezTo>
                <a:cubicBezTo>
                  <a:pt x="3366" y="1009"/>
                  <a:pt x="3312" y="1044"/>
                  <a:pt x="3285" y="1089"/>
                </a:cubicBezTo>
                <a:cubicBezTo>
                  <a:pt x="3272" y="1106"/>
                  <a:pt x="3259" y="1126"/>
                  <a:pt x="3247" y="1147"/>
                </a:cubicBezTo>
                <a:lnTo>
                  <a:pt x="3247" y="1147"/>
                </a:lnTo>
                <a:cubicBezTo>
                  <a:pt x="3243" y="1084"/>
                  <a:pt x="3233" y="1022"/>
                  <a:pt x="3214" y="964"/>
                </a:cubicBezTo>
                <a:cubicBezTo>
                  <a:pt x="3187" y="884"/>
                  <a:pt x="3143" y="803"/>
                  <a:pt x="3080" y="741"/>
                </a:cubicBezTo>
                <a:cubicBezTo>
                  <a:pt x="3009" y="678"/>
                  <a:pt x="2919" y="652"/>
                  <a:pt x="2830" y="652"/>
                </a:cubicBezTo>
                <a:cubicBezTo>
                  <a:pt x="2753" y="667"/>
                  <a:pt x="2682" y="710"/>
                  <a:pt x="2635" y="773"/>
                </a:cubicBezTo>
                <a:lnTo>
                  <a:pt x="2635" y="773"/>
                </a:lnTo>
                <a:cubicBezTo>
                  <a:pt x="2607" y="721"/>
                  <a:pt x="2582" y="670"/>
                  <a:pt x="2545" y="625"/>
                </a:cubicBezTo>
                <a:cubicBezTo>
                  <a:pt x="2509" y="571"/>
                  <a:pt x="2455" y="518"/>
                  <a:pt x="2402" y="482"/>
                </a:cubicBezTo>
                <a:cubicBezTo>
                  <a:pt x="2348" y="437"/>
                  <a:pt x="2277" y="411"/>
                  <a:pt x="2205" y="411"/>
                </a:cubicBezTo>
                <a:cubicBezTo>
                  <a:pt x="2150" y="418"/>
                  <a:pt x="2094" y="441"/>
                  <a:pt x="2052" y="476"/>
                </a:cubicBezTo>
                <a:lnTo>
                  <a:pt x="2052" y="476"/>
                </a:lnTo>
                <a:cubicBezTo>
                  <a:pt x="2046" y="421"/>
                  <a:pt x="2029" y="370"/>
                  <a:pt x="2000" y="312"/>
                </a:cubicBezTo>
                <a:cubicBezTo>
                  <a:pt x="1973" y="250"/>
                  <a:pt x="1920" y="196"/>
                  <a:pt x="1857" y="161"/>
                </a:cubicBezTo>
                <a:cubicBezTo>
                  <a:pt x="1822" y="147"/>
                  <a:pt x="1786" y="141"/>
                  <a:pt x="1750" y="141"/>
                </a:cubicBezTo>
                <a:cubicBezTo>
                  <a:pt x="1715" y="141"/>
                  <a:pt x="1679" y="147"/>
                  <a:pt x="1643" y="161"/>
                </a:cubicBezTo>
                <a:cubicBezTo>
                  <a:pt x="1582" y="184"/>
                  <a:pt x="1533" y="220"/>
                  <a:pt x="1487" y="270"/>
                </a:cubicBezTo>
                <a:lnTo>
                  <a:pt x="1487" y="270"/>
                </a:lnTo>
                <a:cubicBezTo>
                  <a:pt x="1452" y="210"/>
                  <a:pt x="1405" y="163"/>
                  <a:pt x="1358" y="116"/>
                </a:cubicBezTo>
                <a:cubicBezTo>
                  <a:pt x="1304" y="54"/>
                  <a:pt x="1233" y="18"/>
                  <a:pt x="1152" y="0"/>
                </a:cubicBezTo>
                <a:close/>
                <a:moveTo>
                  <a:pt x="1857" y="3490"/>
                </a:moveTo>
                <a:cubicBezTo>
                  <a:pt x="1856" y="3496"/>
                  <a:pt x="1854" y="3502"/>
                  <a:pt x="1853" y="3508"/>
                </a:cubicBezTo>
                <a:lnTo>
                  <a:pt x="1853" y="3508"/>
                </a:lnTo>
                <a:cubicBezTo>
                  <a:pt x="1769" y="3508"/>
                  <a:pt x="1684" y="3507"/>
                  <a:pt x="1599" y="3499"/>
                </a:cubicBezTo>
                <a:lnTo>
                  <a:pt x="1599" y="3499"/>
                </a:lnTo>
                <a:cubicBezTo>
                  <a:pt x="1662" y="3505"/>
                  <a:pt x="1725" y="3511"/>
                  <a:pt x="1791" y="3511"/>
                </a:cubicBezTo>
                <a:cubicBezTo>
                  <a:pt x="1811" y="3511"/>
                  <a:pt x="1832" y="3511"/>
                  <a:pt x="1853" y="3509"/>
                </a:cubicBezTo>
                <a:lnTo>
                  <a:pt x="1853" y="3509"/>
                </a:lnTo>
                <a:cubicBezTo>
                  <a:pt x="1845" y="3567"/>
                  <a:pt x="1872" y="3627"/>
                  <a:pt x="1920" y="3659"/>
                </a:cubicBezTo>
                <a:cubicBezTo>
                  <a:pt x="1973" y="3686"/>
                  <a:pt x="2027" y="3704"/>
                  <a:pt x="2089" y="3713"/>
                </a:cubicBezTo>
                <a:cubicBezTo>
                  <a:pt x="2137" y="3717"/>
                  <a:pt x="2186" y="3719"/>
                  <a:pt x="2233" y="3719"/>
                </a:cubicBezTo>
                <a:cubicBezTo>
                  <a:pt x="2292" y="3719"/>
                  <a:pt x="2351" y="3715"/>
                  <a:pt x="2407" y="3707"/>
                </a:cubicBezTo>
                <a:lnTo>
                  <a:pt x="2407" y="3707"/>
                </a:lnTo>
                <a:cubicBezTo>
                  <a:pt x="2393" y="3739"/>
                  <a:pt x="2396" y="3775"/>
                  <a:pt x="2411" y="3811"/>
                </a:cubicBezTo>
                <a:cubicBezTo>
                  <a:pt x="2416" y="3816"/>
                  <a:pt x="2422" y="3821"/>
                  <a:pt x="2428" y="3826"/>
                </a:cubicBezTo>
                <a:lnTo>
                  <a:pt x="2428" y="3826"/>
                </a:lnTo>
                <a:cubicBezTo>
                  <a:pt x="2420" y="3791"/>
                  <a:pt x="2420" y="3757"/>
                  <a:pt x="2446" y="3731"/>
                </a:cubicBezTo>
                <a:lnTo>
                  <a:pt x="2455" y="3704"/>
                </a:lnTo>
                <a:lnTo>
                  <a:pt x="2429" y="3704"/>
                </a:lnTo>
                <a:lnTo>
                  <a:pt x="2420" y="3686"/>
                </a:lnTo>
                <a:cubicBezTo>
                  <a:pt x="2415" y="3693"/>
                  <a:pt x="2410" y="3700"/>
                  <a:pt x="2407" y="3707"/>
                </a:cubicBezTo>
                <a:lnTo>
                  <a:pt x="2407" y="3707"/>
                </a:lnTo>
                <a:cubicBezTo>
                  <a:pt x="2360" y="3714"/>
                  <a:pt x="2312" y="3717"/>
                  <a:pt x="2263" y="3717"/>
                </a:cubicBezTo>
                <a:cubicBezTo>
                  <a:pt x="2208" y="3717"/>
                  <a:pt x="2152" y="3713"/>
                  <a:pt x="2098" y="3704"/>
                </a:cubicBezTo>
                <a:cubicBezTo>
                  <a:pt x="2036" y="3704"/>
                  <a:pt x="1982" y="3686"/>
                  <a:pt x="1938" y="3659"/>
                </a:cubicBezTo>
                <a:cubicBezTo>
                  <a:pt x="1893" y="3624"/>
                  <a:pt x="1875" y="3570"/>
                  <a:pt x="1884" y="3525"/>
                </a:cubicBezTo>
                <a:lnTo>
                  <a:pt x="1884" y="3508"/>
                </a:lnTo>
                <a:lnTo>
                  <a:pt x="1875" y="3508"/>
                </a:lnTo>
                <a:lnTo>
                  <a:pt x="1857" y="3490"/>
                </a:lnTo>
                <a:close/>
                <a:moveTo>
                  <a:pt x="3911" y="3508"/>
                </a:moveTo>
                <a:cubicBezTo>
                  <a:pt x="3832" y="3508"/>
                  <a:pt x="3754" y="3516"/>
                  <a:pt x="3678" y="3534"/>
                </a:cubicBezTo>
                <a:cubicBezTo>
                  <a:pt x="3517" y="3561"/>
                  <a:pt x="3366" y="3606"/>
                  <a:pt x="3214" y="3659"/>
                </a:cubicBezTo>
                <a:cubicBezTo>
                  <a:pt x="3062" y="3722"/>
                  <a:pt x="2911" y="3775"/>
                  <a:pt x="2759" y="3820"/>
                </a:cubicBezTo>
                <a:cubicBezTo>
                  <a:pt x="2678" y="3847"/>
                  <a:pt x="2598" y="3856"/>
                  <a:pt x="2518" y="3856"/>
                </a:cubicBezTo>
                <a:cubicBezTo>
                  <a:pt x="2482" y="3856"/>
                  <a:pt x="2452" y="3844"/>
                  <a:pt x="2428" y="3826"/>
                </a:cubicBezTo>
                <a:lnTo>
                  <a:pt x="2428" y="3826"/>
                </a:lnTo>
                <a:cubicBezTo>
                  <a:pt x="2428" y="3827"/>
                  <a:pt x="2428" y="3828"/>
                  <a:pt x="2429" y="3829"/>
                </a:cubicBezTo>
                <a:cubicBezTo>
                  <a:pt x="2446" y="3856"/>
                  <a:pt x="2491" y="3865"/>
                  <a:pt x="2527" y="3873"/>
                </a:cubicBezTo>
                <a:cubicBezTo>
                  <a:pt x="2607" y="3873"/>
                  <a:pt x="2687" y="3856"/>
                  <a:pt x="2759" y="3838"/>
                </a:cubicBezTo>
                <a:cubicBezTo>
                  <a:pt x="2919" y="3793"/>
                  <a:pt x="3071" y="3740"/>
                  <a:pt x="3214" y="3686"/>
                </a:cubicBezTo>
                <a:cubicBezTo>
                  <a:pt x="3366" y="3624"/>
                  <a:pt x="3517" y="3588"/>
                  <a:pt x="3678" y="3561"/>
                </a:cubicBezTo>
                <a:cubicBezTo>
                  <a:pt x="3773" y="3533"/>
                  <a:pt x="3871" y="3519"/>
                  <a:pt x="3971" y="3519"/>
                </a:cubicBezTo>
                <a:cubicBezTo>
                  <a:pt x="4031" y="3519"/>
                  <a:pt x="4091" y="3524"/>
                  <a:pt x="4151" y="3534"/>
                </a:cubicBezTo>
                <a:cubicBezTo>
                  <a:pt x="4071" y="3516"/>
                  <a:pt x="3990" y="3508"/>
                  <a:pt x="3911" y="3508"/>
                </a:cubicBezTo>
                <a:close/>
              </a:path>
            </a:pathLst>
          </a:custGeom>
          <a:solidFill>
            <a:srgbClr val="6B09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ackground 2">
  <p:cSld name="CUSTOM_11_1_1">
    <p:bg>
      <p:bgPr>
        <a:solidFill>
          <a:srgbClr val="FFECC6"/>
        </a:solidFill>
        <a:effectLst/>
      </p:bgPr>
    </p:bg>
    <p:spTree>
      <p:nvGrpSpPr>
        <p:cNvPr id="1" name="Shape 2901"/>
        <p:cNvGrpSpPr/>
        <p:nvPr/>
      </p:nvGrpSpPr>
      <p:grpSpPr>
        <a:xfrm>
          <a:off x="0" y="0"/>
          <a:ext cx="0" cy="0"/>
          <a:chOff x="0" y="0"/>
          <a:chExt cx="0" cy="0"/>
        </a:xfrm>
      </p:grpSpPr>
      <p:grpSp>
        <p:nvGrpSpPr>
          <p:cNvPr id="2902" name="Google Shape;2902;p25"/>
          <p:cNvGrpSpPr/>
          <p:nvPr/>
        </p:nvGrpSpPr>
        <p:grpSpPr>
          <a:xfrm>
            <a:off x="162150" y="-169612"/>
            <a:ext cx="8819708" cy="5143516"/>
            <a:chOff x="162150" y="-169612"/>
            <a:chExt cx="8819708" cy="5143516"/>
          </a:xfrm>
        </p:grpSpPr>
        <p:sp>
          <p:nvSpPr>
            <p:cNvPr id="2903" name="Google Shape;2903;p25"/>
            <p:cNvSpPr/>
            <p:nvPr/>
          </p:nvSpPr>
          <p:spPr>
            <a:xfrm>
              <a:off x="162150" y="-107305"/>
              <a:ext cx="8819708" cy="5081208"/>
            </a:xfrm>
            <a:custGeom>
              <a:avLst/>
              <a:gdLst/>
              <a:ahLst/>
              <a:cxnLst/>
              <a:rect l="l" t="t" r="r" b="b"/>
              <a:pathLst>
                <a:path w="269654" h="155353" extrusionOk="0">
                  <a:moveTo>
                    <a:pt x="1394" y="0"/>
                  </a:moveTo>
                  <a:cubicBezTo>
                    <a:pt x="2537" y="2298"/>
                    <a:pt x="3227" y="5358"/>
                    <a:pt x="3227" y="8739"/>
                  </a:cubicBezTo>
                  <a:cubicBezTo>
                    <a:pt x="3227" y="13323"/>
                    <a:pt x="1941" y="17348"/>
                    <a:pt x="1" y="19622"/>
                  </a:cubicBezTo>
                  <a:lnTo>
                    <a:pt x="1" y="152769"/>
                  </a:lnTo>
                  <a:cubicBezTo>
                    <a:pt x="1" y="154138"/>
                    <a:pt x="1072" y="155257"/>
                    <a:pt x="2394" y="155257"/>
                  </a:cubicBezTo>
                  <a:lnTo>
                    <a:pt x="51245" y="155257"/>
                  </a:lnTo>
                  <a:cubicBezTo>
                    <a:pt x="51459" y="155317"/>
                    <a:pt x="51686" y="155353"/>
                    <a:pt x="51912" y="155353"/>
                  </a:cubicBezTo>
                  <a:lnTo>
                    <a:pt x="267260" y="155353"/>
                  </a:lnTo>
                  <a:cubicBezTo>
                    <a:pt x="268582" y="155353"/>
                    <a:pt x="269653" y="154233"/>
                    <a:pt x="269653" y="152864"/>
                  </a:cubicBezTo>
                  <a:lnTo>
                    <a:pt x="269653" y="20038"/>
                  </a:lnTo>
                  <a:cubicBezTo>
                    <a:pt x="267558" y="17860"/>
                    <a:pt x="266129" y="13657"/>
                    <a:pt x="266129" y="8835"/>
                  </a:cubicBezTo>
                  <a:cubicBezTo>
                    <a:pt x="266129" y="5406"/>
                    <a:pt x="266844" y="2298"/>
                    <a:pt x="26801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4" name="Google Shape;2904;p25"/>
            <p:cNvSpPr/>
            <p:nvPr/>
          </p:nvSpPr>
          <p:spPr>
            <a:xfrm>
              <a:off x="164505" y="-107305"/>
              <a:ext cx="8814639" cy="662033"/>
            </a:xfrm>
            <a:custGeom>
              <a:avLst/>
              <a:gdLst/>
              <a:ahLst/>
              <a:cxnLst/>
              <a:rect l="l" t="t" r="r" b="b"/>
              <a:pathLst>
                <a:path w="269499" h="20241" extrusionOk="0">
                  <a:moveTo>
                    <a:pt x="1405" y="0"/>
                  </a:moveTo>
                  <a:cubicBezTo>
                    <a:pt x="2524" y="2250"/>
                    <a:pt x="3239" y="5334"/>
                    <a:pt x="3239" y="8739"/>
                  </a:cubicBezTo>
                  <a:cubicBezTo>
                    <a:pt x="3239" y="13395"/>
                    <a:pt x="1881" y="17431"/>
                    <a:pt x="0" y="19622"/>
                  </a:cubicBezTo>
                  <a:lnTo>
                    <a:pt x="49828" y="19622"/>
                  </a:lnTo>
                  <a:cubicBezTo>
                    <a:pt x="49649" y="19836"/>
                    <a:pt x="49482" y="20050"/>
                    <a:pt x="49292" y="20241"/>
                  </a:cubicBezTo>
                  <a:lnTo>
                    <a:pt x="269498" y="20241"/>
                  </a:lnTo>
                  <a:lnTo>
                    <a:pt x="269498" y="20074"/>
                  </a:lnTo>
                  <a:cubicBezTo>
                    <a:pt x="267486" y="17848"/>
                    <a:pt x="265974" y="13776"/>
                    <a:pt x="265974" y="9085"/>
                  </a:cubicBezTo>
                  <a:cubicBezTo>
                    <a:pt x="265974" y="5632"/>
                    <a:pt x="266593" y="2477"/>
                    <a:pt x="267867" y="0"/>
                  </a:cubicBezTo>
                  <a:close/>
                </a:path>
              </a:pathLst>
            </a:custGeom>
            <a:solidFill>
              <a:srgbClr val="272425">
                <a:alpha val="2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5" name="Google Shape;2905;p25"/>
            <p:cNvSpPr/>
            <p:nvPr/>
          </p:nvSpPr>
          <p:spPr>
            <a:xfrm>
              <a:off x="356072" y="219409"/>
              <a:ext cx="8241407" cy="4567962"/>
            </a:xfrm>
            <a:custGeom>
              <a:avLst/>
              <a:gdLst/>
              <a:ahLst/>
              <a:cxnLst/>
              <a:rect l="l" t="t" r="r" b="b"/>
              <a:pathLst>
                <a:path w="251973" h="139661" extrusionOk="0">
                  <a:moveTo>
                    <a:pt x="1" y="1"/>
                  </a:moveTo>
                  <a:lnTo>
                    <a:pt x="1" y="139661"/>
                  </a:lnTo>
                  <a:lnTo>
                    <a:pt x="251973" y="139661"/>
                  </a:lnTo>
                  <a:lnTo>
                    <a:pt x="251973" y="1"/>
                  </a:lnTo>
                  <a:close/>
                </a:path>
              </a:pathLst>
            </a:custGeom>
            <a:solidFill>
              <a:srgbClr val="272425">
                <a:alpha val="2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6" name="Google Shape;2906;p25"/>
            <p:cNvSpPr/>
            <p:nvPr/>
          </p:nvSpPr>
          <p:spPr>
            <a:xfrm>
              <a:off x="472151" y="215910"/>
              <a:ext cx="8199705" cy="4458523"/>
            </a:xfrm>
            <a:custGeom>
              <a:avLst/>
              <a:gdLst/>
              <a:ahLst/>
              <a:cxnLst/>
              <a:rect l="l" t="t" r="r" b="b"/>
              <a:pathLst>
                <a:path w="250698" h="136315" extrusionOk="0">
                  <a:moveTo>
                    <a:pt x="0" y="0"/>
                  </a:moveTo>
                  <a:lnTo>
                    <a:pt x="0" y="136315"/>
                  </a:lnTo>
                  <a:lnTo>
                    <a:pt x="250698" y="136315"/>
                  </a:lnTo>
                  <a:lnTo>
                    <a:pt x="250698"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907" name="Google Shape;2907;p25"/>
            <p:cNvPicPr preferRelativeResize="0"/>
            <p:nvPr/>
          </p:nvPicPr>
          <p:blipFill>
            <a:blip r:embed="rId2">
              <a:alphaModFix/>
            </a:blip>
            <a:stretch>
              <a:fillRect/>
            </a:stretch>
          </p:blipFill>
          <p:spPr>
            <a:xfrm>
              <a:off x="468438" y="223775"/>
              <a:ext cx="8207124" cy="4442774"/>
            </a:xfrm>
            <a:prstGeom prst="rect">
              <a:avLst/>
            </a:prstGeom>
            <a:noFill/>
            <a:ln>
              <a:noFill/>
            </a:ln>
          </p:spPr>
        </p:pic>
        <p:sp>
          <p:nvSpPr>
            <p:cNvPr id="2908" name="Google Shape;2908;p25"/>
            <p:cNvSpPr/>
            <p:nvPr/>
          </p:nvSpPr>
          <p:spPr>
            <a:xfrm>
              <a:off x="1544390" y="-169612"/>
              <a:ext cx="142572" cy="125041"/>
            </a:xfrm>
            <a:custGeom>
              <a:avLst/>
              <a:gdLst/>
              <a:ahLst/>
              <a:cxnLst/>
              <a:rect l="l" t="t" r="r" b="b"/>
              <a:pathLst>
                <a:path w="4359" h="3823" extrusionOk="0">
                  <a:moveTo>
                    <a:pt x="1144" y="0"/>
                  </a:moveTo>
                  <a:cubicBezTo>
                    <a:pt x="513" y="0"/>
                    <a:pt x="1" y="500"/>
                    <a:pt x="1" y="1131"/>
                  </a:cubicBezTo>
                  <a:lnTo>
                    <a:pt x="1" y="2679"/>
                  </a:lnTo>
                  <a:cubicBezTo>
                    <a:pt x="1" y="3310"/>
                    <a:pt x="513" y="3822"/>
                    <a:pt x="1144" y="3822"/>
                  </a:cubicBezTo>
                  <a:lnTo>
                    <a:pt x="3228" y="3822"/>
                  </a:lnTo>
                  <a:cubicBezTo>
                    <a:pt x="3859" y="3822"/>
                    <a:pt x="4359" y="3310"/>
                    <a:pt x="4359" y="2679"/>
                  </a:cubicBezTo>
                  <a:lnTo>
                    <a:pt x="4359" y="1131"/>
                  </a:lnTo>
                  <a:cubicBezTo>
                    <a:pt x="4359" y="500"/>
                    <a:pt x="3859" y="0"/>
                    <a:pt x="3228" y="0"/>
                  </a:cubicBezTo>
                  <a:close/>
                </a:path>
              </a:pathLst>
            </a:custGeom>
            <a:solidFill>
              <a:srgbClr val="821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9" name="Google Shape;2909;p25"/>
            <p:cNvSpPr/>
            <p:nvPr/>
          </p:nvSpPr>
          <p:spPr>
            <a:xfrm>
              <a:off x="1544390" y="277825"/>
              <a:ext cx="142964" cy="124648"/>
            </a:xfrm>
            <a:custGeom>
              <a:avLst/>
              <a:gdLst/>
              <a:ahLst/>
              <a:cxnLst/>
              <a:rect l="l" t="t" r="r" b="b"/>
              <a:pathLst>
                <a:path w="4371" h="3811" extrusionOk="0">
                  <a:moveTo>
                    <a:pt x="1144" y="0"/>
                  </a:moveTo>
                  <a:cubicBezTo>
                    <a:pt x="513" y="0"/>
                    <a:pt x="13" y="512"/>
                    <a:pt x="1" y="1132"/>
                  </a:cubicBezTo>
                  <a:lnTo>
                    <a:pt x="1" y="2679"/>
                  </a:lnTo>
                  <a:cubicBezTo>
                    <a:pt x="13" y="3310"/>
                    <a:pt x="513" y="3810"/>
                    <a:pt x="1144" y="3810"/>
                  </a:cubicBezTo>
                  <a:lnTo>
                    <a:pt x="3228" y="3810"/>
                  </a:lnTo>
                  <a:cubicBezTo>
                    <a:pt x="3859" y="3810"/>
                    <a:pt x="4359" y="3310"/>
                    <a:pt x="4371" y="2679"/>
                  </a:cubicBezTo>
                  <a:lnTo>
                    <a:pt x="4371" y="1132"/>
                  </a:lnTo>
                  <a:cubicBezTo>
                    <a:pt x="4359" y="512"/>
                    <a:pt x="3859" y="0"/>
                    <a:pt x="3228" y="0"/>
                  </a:cubicBezTo>
                  <a:close/>
                </a:path>
              </a:pathLst>
            </a:custGeom>
            <a:solidFill>
              <a:srgbClr val="821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0" name="Google Shape;2910;p25"/>
            <p:cNvSpPr/>
            <p:nvPr/>
          </p:nvSpPr>
          <p:spPr>
            <a:xfrm>
              <a:off x="1575776" y="-148189"/>
              <a:ext cx="79872" cy="529240"/>
            </a:xfrm>
            <a:custGeom>
              <a:avLst/>
              <a:gdLst/>
              <a:ahLst/>
              <a:cxnLst/>
              <a:rect l="l" t="t" r="r" b="b"/>
              <a:pathLst>
                <a:path w="2442" h="16181" extrusionOk="0">
                  <a:moveTo>
                    <a:pt x="1215" y="0"/>
                  </a:moveTo>
                  <a:cubicBezTo>
                    <a:pt x="917" y="0"/>
                    <a:pt x="631" y="119"/>
                    <a:pt x="405" y="310"/>
                  </a:cubicBezTo>
                  <a:lnTo>
                    <a:pt x="381" y="333"/>
                  </a:lnTo>
                  <a:cubicBezTo>
                    <a:pt x="358" y="369"/>
                    <a:pt x="322" y="393"/>
                    <a:pt x="298" y="429"/>
                  </a:cubicBezTo>
                  <a:cubicBezTo>
                    <a:pt x="274" y="452"/>
                    <a:pt x="250" y="476"/>
                    <a:pt x="238" y="500"/>
                  </a:cubicBezTo>
                  <a:cubicBezTo>
                    <a:pt x="215" y="524"/>
                    <a:pt x="191" y="560"/>
                    <a:pt x="179" y="595"/>
                  </a:cubicBezTo>
                  <a:cubicBezTo>
                    <a:pt x="155" y="631"/>
                    <a:pt x="143" y="655"/>
                    <a:pt x="119" y="691"/>
                  </a:cubicBezTo>
                  <a:cubicBezTo>
                    <a:pt x="107" y="726"/>
                    <a:pt x="96" y="750"/>
                    <a:pt x="84" y="786"/>
                  </a:cubicBezTo>
                  <a:cubicBezTo>
                    <a:pt x="60" y="833"/>
                    <a:pt x="48" y="869"/>
                    <a:pt x="36" y="917"/>
                  </a:cubicBezTo>
                  <a:cubicBezTo>
                    <a:pt x="36" y="941"/>
                    <a:pt x="24" y="964"/>
                    <a:pt x="24" y="1000"/>
                  </a:cubicBezTo>
                  <a:cubicBezTo>
                    <a:pt x="0" y="1072"/>
                    <a:pt x="0" y="1143"/>
                    <a:pt x="0" y="1226"/>
                  </a:cubicBezTo>
                  <a:lnTo>
                    <a:pt x="0" y="14954"/>
                  </a:lnTo>
                  <a:cubicBezTo>
                    <a:pt x="0" y="15633"/>
                    <a:pt x="548" y="16181"/>
                    <a:pt x="1215" y="16181"/>
                  </a:cubicBezTo>
                  <a:cubicBezTo>
                    <a:pt x="1298" y="16181"/>
                    <a:pt x="1381" y="16169"/>
                    <a:pt x="1465" y="16157"/>
                  </a:cubicBezTo>
                  <a:lnTo>
                    <a:pt x="1501" y="16145"/>
                  </a:lnTo>
                  <a:cubicBezTo>
                    <a:pt x="1572" y="16121"/>
                    <a:pt x="1643" y="16097"/>
                    <a:pt x="1715" y="16073"/>
                  </a:cubicBezTo>
                  <a:lnTo>
                    <a:pt x="1727" y="16073"/>
                  </a:lnTo>
                  <a:cubicBezTo>
                    <a:pt x="1882" y="16002"/>
                    <a:pt x="2012" y="15907"/>
                    <a:pt x="2120" y="15788"/>
                  </a:cubicBezTo>
                  <a:cubicBezTo>
                    <a:pt x="2322" y="15561"/>
                    <a:pt x="2441" y="15276"/>
                    <a:pt x="2441" y="14966"/>
                  </a:cubicBezTo>
                  <a:lnTo>
                    <a:pt x="2441" y="1226"/>
                  </a:lnTo>
                  <a:cubicBezTo>
                    <a:pt x="2441" y="548"/>
                    <a:pt x="1893" y="0"/>
                    <a:pt x="1215" y="0"/>
                  </a:cubicBezTo>
                  <a:close/>
                </a:path>
              </a:pathLst>
            </a:custGeom>
            <a:solidFill>
              <a:srgbClr val="272425">
                <a:alpha val="200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1" name="Google Shape;2911;p25"/>
            <p:cNvSpPr/>
            <p:nvPr/>
          </p:nvSpPr>
          <p:spPr>
            <a:xfrm>
              <a:off x="1585883" y="-148189"/>
              <a:ext cx="80264" cy="529240"/>
            </a:xfrm>
            <a:custGeom>
              <a:avLst/>
              <a:gdLst/>
              <a:ahLst/>
              <a:cxnLst/>
              <a:rect l="l" t="t" r="r" b="b"/>
              <a:pathLst>
                <a:path w="2454" h="16181" extrusionOk="0">
                  <a:moveTo>
                    <a:pt x="1144" y="0"/>
                  </a:moveTo>
                  <a:cubicBezTo>
                    <a:pt x="1061" y="0"/>
                    <a:pt x="977" y="24"/>
                    <a:pt x="882" y="48"/>
                  </a:cubicBezTo>
                  <a:cubicBezTo>
                    <a:pt x="846" y="60"/>
                    <a:pt x="799" y="71"/>
                    <a:pt x="751" y="83"/>
                  </a:cubicBezTo>
                  <a:cubicBezTo>
                    <a:pt x="727" y="107"/>
                    <a:pt x="691" y="119"/>
                    <a:pt x="656" y="131"/>
                  </a:cubicBezTo>
                  <a:cubicBezTo>
                    <a:pt x="620" y="155"/>
                    <a:pt x="608" y="167"/>
                    <a:pt x="572" y="179"/>
                  </a:cubicBezTo>
                  <a:cubicBezTo>
                    <a:pt x="549" y="202"/>
                    <a:pt x="525" y="214"/>
                    <a:pt x="513" y="226"/>
                  </a:cubicBezTo>
                  <a:lnTo>
                    <a:pt x="441" y="274"/>
                  </a:lnTo>
                  <a:lnTo>
                    <a:pt x="394" y="322"/>
                  </a:lnTo>
                  <a:cubicBezTo>
                    <a:pt x="382" y="333"/>
                    <a:pt x="358" y="357"/>
                    <a:pt x="346" y="369"/>
                  </a:cubicBezTo>
                  <a:cubicBezTo>
                    <a:pt x="334" y="381"/>
                    <a:pt x="310" y="393"/>
                    <a:pt x="299" y="417"/>
                  </a:cubicBezTo>
                  <a:cubicBezTo>
                    <a:pt x="287" y="429"/>
                    <a:pt x="275" y="441"/>
                    <a:pt x="263" y="464"/>
                  </a:cubicBezTo>
                  <a:cubicBezTo>
                    <a:pt x="251" y="476"/>
                    <a:pt x="239" y="488"/>
                    <a:pt x="227" y="512"/>
                  </a:cubicBezTo>
                  <a:lnTo>
                    <a:pt x="191" y="560"/>
                  </a:lnTo>
                  <a:lnTo>
                    <a:pt x="168" y="607"/>
                  </a:lnTo>
                  <a:lnTo>
                    <a:pt x="144" y="655"/>
                  </a:lnTo>
                  <a:cubicBezTo>
                    <a:pt x="132" y="667"/>
                    <a:pt x="120" y="679"/>
                    <a:pt x="120" y="703"/>
                  </a:cubicBezTo>
                  <a:cubicBezTo>
                    <a:pt x="108" y="714"/>
                    <a:pt x="96" y="726"/>
                    <a:pt x="96" y="750"/>
                  </a:cubicBezTo>
                  <a:cubicBezTo>
                    <a:pt x="84" y="762"/>
                    <a:pt x="84" y="774"/>
                    <a:pt x="72" y="786"/>
                  </a:cubicBezTo>
                  <a:lnTo>
                    <a:pt x="60" y="833"/>
                  </a:lnTo>
                  <a:lnTo>
                    <a:pt x="49" y="881"/>
                  </a:lnTo>
                  <a:cubicBezTo>
                    <a:pt x="49" y="905"/>
                    <a:pt x="37" y="917"/>
                    <a:pt x="37" y="929"/>
                  </a:cubicBezTo>
                  <a:cubicBezTo>
                    <a:pt x="25" y="953"/>
                    <a:pt x="25" y="964"/>
                    <a:pt x="25" y="976"/>
                  </a:cubicBezTo>
                  <a:cubicBezTo>
                    <a:pt x="25" y="1000"/>
                    <a:pt x="25" y="1012"/>
                    <a:pt x="13" y="1024"/>
                  </a:cubicBezTo>
                  <a:cubicBezTo>
                    <a:pt x="13" y="1048"/>
                    <a:pt x="13" y="1060"/>
                    <a:pt x="13" y="1072"/>
                  </a:cubicBezTo>
                  <a:cubicBezTo>
                    <a:pt x="1" y="1095"/>
                    <a:pt x="13" y="1107"/>
                    <a:pt x="13" y="1119"/>
                  </a:cubicBezTo>
                  <a:lnTo>
                    <a:pt x="13" y="1167"/>
                  </a:lnTo>
                  <a:lnTo>
                    <a:pt x="13" y="1214"/>
                  </a:lnTo>
                  <a:lnTo>
                    <a:pt x="13" y="14954"/>
                  </a:lnTo>
                  <a:cubicBezTo>
                    <a:pt x="13" y="14966"/>
                    <a:pt x="13" y="14978"/>
                    <a:pt x="13" y="14990"/>
                  </a:cubicBezTo>
                  <a:lnTo>
                    <a:pt x="13" y="15050"/>
                  </a:lnTo>
                  <a:lnTo>
                    <a:pt x="13" y="15097"/>
                  </a:lnTo>
                  <a:cubicBezTo>
                    <a:pt x="13" y="15109"/>
                    <a:pt x="13" y="15121"/>
                    <a:pt x="13" y="15145"/>
                  </a:cubicBezTo>
                  <a:cubicBezTo>
                    <a:pt x="25" y="15157"/>
                    <a:pt x="13" y="15169"/>
                    <a:pt x="25" y="15192"/>
                  </a:cubicBezTo>
                  <a:cubicBezTo>
                    <a:pt x="25" y="15204"/>
                    <a:pt x="25" y="15216"/>
                    <a:pt x="37" y="15240"/>
                  </a:cubicBezTo>
                  <a:cubicBezTo>
                    <a:pt x="49" y="15252"/>
                    <a:pt x="37" y="15276"/>
                    <a:pt x="49" y="15288"/>
                  </a:cubicBezTo>
                  <a:cubicBezTo>
                    <a:pt x="49" y="15300"/>
                    <a:pt x="60" y="15323"/>
                    <a:pt x="60" y="15335"/>
                  </a:cubicBezTo>
                  <a:cubicBezTo>
                    <a:pt x="72" y="15347"/>
                    <a:pt x="72" y="15371"/>
                    <a:pt x="84" y="15383"/>
                  </a:cubicBezTo>
                  <a:cubicBezTo>
                    <a:pt x="84" y="15407"/>
                    <a:pt x="96" y="15419"/>
                    <a:pt x="96" y="15431"/>
                  </a:cubicBezTo>
                  <a:cubicBezTo>
                    <a:pt x="96" y="15454"/>
                    <a:pt x="108" y="15466"/>
                    <a:pt x="120" y="15478"/>
                  </a:cubicBezTo>
                  <a:cubicBezTo>
                    <a:pt x="132" y="15502"/>
                    <a:pt x="132" y="15514"/>
                    <a:pt x="144" y="15526"/>
                  </a:cubicBezTo>
                  <a:cubicBezTo>
                    <a:pt x="156" y="15550"/>
                    <a:pt x="168" y="15561"/>
                    <a:pt x="179" y="15585"/>
                  </a:cubicBezTo>
                  <a:cubicBezTo>
                    <a:pt x="179" y="15597"/>
                    <a:pt x="191" y="15609"/>
                    <a:pt x="203" y="15633"/>
                  </a:cubicBezTo>
                  <a:cubicBezTo>
                    <a:pt x="215" y="15645"/>
                    <a:pt x="227" y="15657"/>
                    <a:pt x="239" y="15681"/>
                  </a:cubicBezTo>
                  <a:cubicBezTo>
                    <a:pt x="251" y="15692"/>
                    <a:pt x="263" y="15716"/>
                    <a:pt x="275" y="15728"/>
                  </a:cubicBezTo>
                  <a:lnTo>
                    <a:pt x="322" y="15776"/>
                  </a:lnTo>
                  <a:lnTo>
                    <a:pt x="370" y="15823"/>
                  </a:lnTo>
                  <a:lnTo>
                    <a:pt x="418" y="15871"/>
                  </a:lnTo>
                  <a:cubicBezTo>
                    <a:pt x="441" y="15895"/>
                    <a:pt x="453" y="15907"/>
                    <a:pt x="477" y="15931"/>
                  </a:cubicBezTo>
                  <a:cubicBezTo>
                    <a:pt x="501" y="15942"/>
                    <a:pt x="525" y="15954"/>
                    <a:pt x="549" y="15978"/>
                  </a:cubicBezTo>
                  <a:cubicBezTo>
                    <a:pt x="608" y="16014"/>
                    <a:pt x="668" y="16050"/>
                    <a:pt x="727" y="16073"/>
                  </a:cubicBezTo>
                  <a:cubicBezTo>
                    <a:pt x="775" y="16097"/>
                    <a:pt x="822" y="16109"/>
                    <a:pt x="870" y="16121"/>
                  </a:cubicBezTo>
                  <a:cubicBezTo>
                    <a:pt x="977" y="16157"/>
                    <a:pt x="1096" y="16181"/>
                    <a:pt x="1215" y="16181"/>
                  </a:cubicBezTo>
                  <a:lnTo>
                    <a:pt x="1227" y="16181"/>
                  </a:lnTo>
                  <a:cubicBezTo>
                    <a:pt x="1334" y="16181"/>
                    <a:pt x="1442" y="16169"/>
                    <a:pt x="1549" y="16133"/>
                  </a:cubicBezTo>
                  <a:cubicBezTo>
                    <a:pt x="1596" y="16121"/>
                    <a:pt x="1644" y="16109"/>
                    <a:pt x="1692" y="16085"/>
                  </a:cubicBezTo>
                  <a:cubicBezTo>
                    <a:pt x="1727" y="16073"/>
                    <a:pt x="1751" y="16062"/>
                    <a:pt x="1787" y="16038"/>
                  </a:cubicBezTo>
                  <a:cubicBezTo>
                    <a:pt x="1823" y="16026"/>
                    <a:pt x="1846" y="16014"/>
                    <a:pt x="1870" y="15990"/>
                  </a:cubicBezTo>
                  <a:lnTo>
                    <a:pt x="1942" y="15942"/>
                  </a:lnTo>
                  <a:lnTo>
                    <a:pt x="2001" y="15895"/>
                  </a:lnTo>
                  <a:lnTo>
                    <a:pt x="2061" y="15847"/>
                  </a:lnTo>
                  <a:lnTo>
                    <a:pt x="2108" y="15800"/>
                  </a:lnTo>
                  <a:lnTo>
                    <a:pt x="2144" y="15752"/>
                  </a:lnTo>
                  <a:cubicBezTo>
                    <a:pt x="2156" y="15740"/>
                    <a:pt x="2168" y="15716"/>
                    <a:pt x="2192" y="15704"/>
                  </a:cubicBezTo>
                  <a:lnTo>
                    <a:pt x="2227" y="15657"/>
                  </a:lnTo>
                  <a:lnTo>
                    <a:pt x="2251" y="15609"/>
                  </a:lnTo>
                  <a:lnTo>
                    <a:pt x="2287" y="15561"/>
                  </a:lnTo>
                  <a:cubicBezTo>
                    <a:pt x="2299" y="15538"/>
                    <a:pt x="2299" y="15526"/>
                    <a:pt x="2311" y="15514"/>
                  </a:cubicBezTo>
                  <a:cubicBezTo>
                    <a:pt x="2323" y="15490"/>
                    <a:pt x="2323" y="15478"/>
                    <a:pt x="2335" y="15466"/>
                  </a:cubicBezTo>
                  <a:cubicBezTo>
                    <a:pt x="2346" y="15442"/>
                    <a:pt x="2346" y="15431"/>
                    <a:pt x="2358" y="15419"/>
                  </a:cubicBezTo>
                  <a:cubicBezTo>
                    <a:pt x="2358" y="15395"/>
                    <a:pt x="2370" y="15383"/>
                    <a:pt x="2370" y="15371"/>
                  </a:cubicBezTo>
                  <a:cubicBezTo>
                    <a:pt x="2370" y="15347"/>
                    <a:pt x="2382" y="15335"/>
                    <a:pt x="2394" y="15311"/>
                  </a:cubicBezTo>
                  <a:cubicBezTo>
                    <a:pt x="2394" y="15300"/>
                    <a:pt x="2394" y="15288"/>
                    <a:pt x="2406" y="15264"/>
                  </a:cubicBezTo>
                  <a:cubicBezTo>
                    <a:pt x="2406" y="15252"/>
                    <a:pt x="2418" y="15240"/>
                    <a:pt x="2418" y="15216"/>
                  </a:cubicBezTo>
                  <a:cubicBezTo>
                    <a:pt x="2418" y="15204"/>
                    <a:pt x="2418" y="15192"/>
                    <a:pt x="2430" y="15169"/>
                  </a:cubicBezTo>
                  <a:cubicBezTo>
                    <a:pt x="2430" y="15157"/>
                    <a:pt x="2430" y="15133"/>
                    <a:pt x="2430" y="15121"/>
                  </a:cubicBezTo>
                  <a:cubicBezTo>
                    <a:pt x="2430" y="15109"/>
                    <a:pt x="2430" y="15085"/>
                    <a:pt x="2442" y="15073"/>
                  </a:cubicBezTo>
                  <a:cubicBezTo>
                    <a:pt x="2442" y="15061"/>
                    <a:pt x="2442" y="15038"/>
                    <a:pt x="2442" y="15026"/>
                  </a:cubicBezTo>
                  <a:lnTo>
                    <a:pt x="2442" y="14978"/>
                  </a:lnTo>
                  <a:lnTo>
                    <a:pt x="2442" y="1214"/>
                  </a:lnTo>
                  <a:lnTo>
                    <a:pt x="2454" y="1214"/>
                  </a:lnTo>
                  <a:lnTo>
                    <a:pt x="2454" y="1167"/>
                  </a:lnTo>
                  <a:lnTo>
                    <a:pt x="2454" y="1119"/>
                  </a:lnTo>
                  <a:lnTo>
                    <a:pt x="2454" y="1072"/>
                  </a:lnTo>
                  <a:cubicBezTo>
                    <a:pt x="2442" y="1060"/>
                    <a:pt x="2442" y="1036"/>
                    <a:pt x="2442" y="1024"/>
                  </a:cubicBezTo>
                  <a:lnTo>
                    <a:pt x="2442" y="976"/>
                  </a:lnTo>
                  <a:cubicBezTo>
                    <a:pt x="2442" y="964"/>
                    <a:pt x="2430" y="941"/>
                    <a:pt x="2430" y="929"/>
                  </a:cubicBezTo>
                  <a:cubicBezTo>
                    <a:pt x="2430" y="905"/>
                    <a:pt x="2430" y="893"/>
                    <a:pt x="2418" y="881"/>
                  </a:cubicBezTo>
                  <a:cubicBezTo>
                    <a:pt x="2406" y="869"/>
                    <a:pt x="2406" y="845"/>
                    <a:pt x="2406" y="833"/>
                  </a:cubicBezTo>
                  <a:cubicBezTo>
                    <a:pt x="2394" y="822"/>
                    <a:pt x="2394" y="798"/>
                    <a:pt x="2382" y="786"/>
                  </a:cubicBezTo>
                  <a:cubicBezTo>
                    <a:pt x="2382" y="762"/>
                    <a:pt x="2370" y="750"/>
                    <a:pt x="2370" y="738"/>
                  </a:cubicBezTo>
                  <a:cubicBezTo>
                    <a:pt x="2370" y="714"/>
                    <a:pt x="2346" y="703"/>
                    <a:pt x="2346" y="691"/>
                  </a:cubicBezTo>
                  <a:lnTo>
                    <a:pt x="2299" y="643"/>
                  </a:lnTo>
                  <a:cubicBezTo>
                    <a:pt x="2287" y="619"/>
                    <a:pt x="2275" y="607"/>
                    <a:pt x="2275" y="595"/>
                  </a:cubicBezTo>
                  <a:cubicBezTo>
                    <a:pt x="2263" y="572"/>
                    <a:pt x="2251" y="560"/>
                    <a:pt x="2239" y="548"/>
                  </a:cubicBezTo>
                  <a:cubicBezTo>
                    <a:pt x="2227" y="524"/>
                    <a:pt x="2215" y="512"/>
                    <a:pt x="2204" y="500"/>
                  </a:cubicBezTo>
                  <a:lnTo>
                    <a:pt x="2168" y="452"/>
                  </a:lnTo>
                  <a:lnTo>
                    <a:pt x="2120" y="393"/>
                  </a:lnTo>
                  <a:lnTo>
                    <a:pt x="2084" y="345"/>
                  </a:lnTo>
                  <a:lnTo>
                    <a:pt x="2025" y="298"/>
                  </a:lnTo>
                  <a:cubicBezTo>
                    <a:pt x="2013" y="286"/>
                    <a:pt x="1989" y="274"/>
                    <a:pt x="1965" y="250"/>
                  </a:cubicBezTo>
                  <a:lnTo>
                    <a:pt x="1906" y="202"/>
                  </a:lnTo>
                  <a:lnTo>
                    <a:pt x="1823" y="155"/>
                  </a:lnTo>
                  <a:cubicBezTo>
                    <a:pt x="1787" y="143"/>
                    <a:pt x="1751" y="119"/>
                    <a:pt x="1727" y="107"/>
                  </a:cubicBezTo>
                  <a:cubicBezTo>
                    <a:pt x="1680" y="95"/>
                    <a:pt x="1644" y="71"/>
                    <a:pt x="1596" y="60"/>
                  </a:cubicBezTo>
                  <a:cubicBezTo>
                    <a:pt x="1513" y="36"/>
                    <a:pt x="1430" y="12"/>
                    <a:pt x="1346" y="12"/>
                  </a:cubicBezTo>
                  <a:cubicBezTo>
                    <a:pt x="1311" y="0"/>
                    <a:pt x="1263" y="0"/>
                    <a:pt x="122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2" name="Google Shape;2912;p25"/>
            <p:cNvSpPr/>
            <p:nvPr/>
          </p:nvSpPr>
          <p:spPr>
            <a:xfrm>
              <a:off x="1174077" y="-169612"/>
              <a:ext cx="142539" cy="125041"/>
            </a:xfrm>
            <a:custGeom>
              <a:avLst/>
              <a:gdLst/>
              <a:ahLst/>
              <a:cxnLst/>
              <a:rect l="l" t="t" r="r" b="b"/>
              <a:pathLst>
                <a:path w="4358" h="3823" extrusionOk="0">
                  <a:moveTo>
                    <a:pt x="1143" y="0"/>
                  </a:moveTo>
                  <a:cubicBezTo>
                    <a:pt x="512" y="0"/>
                    <a:pt x="0" y="512"/>
                    <a:pt x="0" y="1131"/>
                  </a:cubicBezTo>
                  <a:lnTo>
                    <a:pt x="0" y="2679"/>
                  </a:lnTo>
                  <a:cubicBezTo>
                    <a:pt x="0" y="3310"/>
                    <a:pt x="512" y="3810"/>
                    <a:pt x="1143" y="3822"/>
                  </a:cubicBezTo>
                  <a:lnTo>
                    <a:pt x="3227" y="3822"/>
                  </a:lnTo>
                  <a:cubicBezTo>
                    <a:pt x="3846" y="3810"/>
                    <a:pt x="4358" y="3310"/>
                    <a:pt x="4358" y="2679"/>
                  </a:cubicBezTo>
                  <a:lnTo>
                    <a:pt x="4358" y="1131"/>
                  </a:lnTo>
                  <a:cubicBezTo>
                    <a:pt x="4358" y="512"/>
                    <a:pt x="3846" y="0"/>
                    <a:pt x="3227" y="0"/>
                  </a:cubicBezTo>
                  <a:close/>
                </a:path>
              </a:pathLst>
            </a:custGeom>
            <a:solidFill>
              <a:srgbClr val="821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3" name="Google Shape;2913;p25"/>
            <p:cNvSpPr/>
            <p:nvPr/>
          </p:nvSpPr>
          <p:spPr>
            <a:xfrm>
              <a:off x="1174077" y="277825"/>
              <a:ext cx="142539" cy="124648"/>
            </a:xfrm>
            <a:custGeom>
              <a:avLst/>
              <a:gdLst/>
              <a:ahLst/>
              <a:cxnLst/>
              <a:rect l="l" t="t" r="r" b="b"/>
              <a:pathLst>
                <a:path w="4358" h="3811" extrusionOk="0">
                  <a:moveTo>
                    <a:pt x="1131" y="0"/>
                  </a:moveTo>
                  <a:cubicBezTo>
                    <a:pt x="500" y="0"/>
                    <a:pt x="0" y="501"/>
                    <a:pt x="0" y="1132"/>
                  </a:cubicBezTo>
                  <a:lnTo>
                    <a:pt x="0" y="2679"/>
                  </a:lnTo>
                  <a:cubicBezTo>
                    <a:pt x="0" y="3298"/>
                    <a:pt x="500" y="3810"/>
                    <a:pt x="1131" y="3810"/>
                  </a:cubicBezTo>
                  <a:lnTo>
                    <a:pt x="3215" y="3810"/>
                  </a:lnTo>
                  <a:cubicBezTo>
                    <a:pt x="3846" y="3810"/>
                    <a:pt x="4358" y="3298"/>
                    <a:pt x="4358" y="2679"/>
                  </a:cubicBezTo>
                  <a:lnTo>
                    <a:pt x="4358" y="1132"/>
                  </a:lnTo>
                  <a:cubicBezTo>
                    <a:pt x="4358" y="512"/>
                    <a:pt x="3846" y="0"/>
                    <a:pt x="3215" y="0"/>
                  </a:cubicBezTo>
                  <a:close/>
                </a:path>
              </a:pathLst>
            </a:custGeom>
            <a:solidFill>
              <a:srgbClr val="821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4" name="Google Shape;2914;p25"/>
            <p:cNvSpPr/>
            <p:nvPr/>
          </p:nvSpPr>
          <p:spPr>
            <a:xfrm>
              <a:off x="1205038" y="-148189"/>
              <a:ext cx="79872" cy="529240"/>
            </a:xfrm>
            <a:custGeom>
              <a:avLst/>
              <a:gdLst/>
              <a:ahLst/>
              <a:cxnLst/>
              <a:rect l="l" t="t" r="r" b="b"/>
              <a:pathLst>
                <a:path w="2442" h="16181" extrusionOk="0">
                  <a:moveTo>
                    <a:pt x="1227" y="0"/>
                  </a:moveTo>
                  <a:cubicBezTo>
                    <a:pt x="917" y="0"/>
                    <a:pt x="632" y="119"/>
                    <a:pt x="405" y="310"/>
                  </a:cubicBezTo>
                  <a:lnTo>
                    <a:pt x="393" y="333"/>
                  </a:lnTo>
                  <a:cubicBezTo>
                    <a:pt x="358" y="369"/>
                    <a:pt x="322" y="393"/>
                    <a:pt x="298" y="429"/>
                  </a:cubicBezTo>
                  <a:cubicBezTo>
                    <a:pt x="274" y="452"/>
                    <a:pt x="263" y="476"/>
                    <a:pt x="239" y="500"/>
                  </a:cubicBezTo>
                  <a:cubicBezTo>
                    <a:pt x="215" y="524"/>
                    <a:pt x="191" y="560"/>
                    <a:pt x="179" y="595"/>
                  </a:cubicBezTo>
                  <a:cubicBezTo>
                    <a:pt x="155" y="631"/>
                    <a:pt x="143" y="655"/>
                    <a:pt x="120" y="691"/>
                  </a:cubicBezTo>
                  <a:cubicBezTo>
                    <a:pt x="108" y="726"/>
                    <a:pt x="96" y="750"/>
                    <a:pt x="84" y="786"/>
                  </a:cubicBezTo>
                  <a:cubicBezTo>
                    <a:pt x="72" y="833"/>
                    <a:pt x="48" y="869"/>
                    <a:pt x="36" y="917"/>
                  </a:cubicBezTo>
                  <a:cubicBezTo>
                    <a:pt x="36" y="941"/>
                    <a:pt x="24" y="964"/>
                    <a:pt x="24" y="1000"/>
                  </a:cubicBezTo>
                  <a:cubicBezTo>
                    <a:pt x="1" y="1072"/>
                    <a:pt x="1" y="1143"/>
                    <a:pt x="1" y="1226"/>
                  </a:cubicBezTo>
                  <a:lnTo>
                    <a:pt x="1" y="14954"/>
                  </a:lnTo>
                  <a:cubicBezTo>
                    <a:pt x="1" y="15633"/>
                    <a:pt x="548" y="16181"/>
                    <a:pt x="1227" y="16181"/>
                  </a:cubicBezTo>
                  <a:cubicBezTo>
                    <a:pt x="1310" y="16181"/>
                    <a:pt x="1394" y="16169"/>
                    <a:pt x="1477" y="16157"/>
                  </a:cubicBezTo>
                  <a:lnTo>
                    <a:pt x="1513" y="16145"/>
                  </a:lnTo>
                  <a:cubicBezTo>
                    <a:pt x="1584" y="16121"/>
                    <a:pt x="1656" y="16097"/>
                    <a:pt x="1715" y="16073"/>
                  </a:cubicBezTo>
                  <a:lnTo>
                    <a:pt x="1739" y="16073"/>
                  </a:lnTo>
                  <a:cubicBezTo>
                    <a:pt x="1882" y="16002"/>
                    <a:pt x="2013" y="15907"/>
                    <a:pt x="2120" y="15788"/>
                  </a:cubicBezTo>
                  <a:cubicBezTo>
                    <a:pt x="2322" y="15561"/>
                    <a:pt x="2441" y="15276"/>
                    <a:pt x="2441" y="14966"/>
                  </a:cubicBezTo>
                  <a:lnTo>
                    <a:pt x="2441" y="1226"/>
                  </a:lnTo>
                  <a:cubicBezTo>
                    <a:pt x="2441" y="548"/>
                    <a:pt x="1894" y="0"/>
                    <a:pt x="1227" y="0"/>
                  </a:cubicBezTo>
                  <a:close/>
                </a:path>
              </a:pathLst>
            </a:custGeom>
            <a:solidFill>
              <a:srgbClr val="272425">
                <a:alpha val="200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5" name="Google Shape;2915;p25"/>
            <p:cNvSpPr/>
            <p:nvPr/>
          </p:nvSpPr>
          <p:spPr>
            <a:xfrm>
              <a:off x="1216322" y="-148189"/>
              <a:ext cx="79479" cy="529240"/>
            </a:xfrm>
            <a:custGeom>
              <a:avLst/>
              <a:gdLst/>
              <a:ahLst/>
              <a:cxnLst/>
              <a:rect l="l" t="t" r="r" b="b"/>
              <a:pathLst>
                <a:path w="2430" h="16181" extrusionOk="0">
                  <a:moveTo>
                    <a:pt x="1132" y="0"/>
                  </a:moveTo>
                  <a:cubicBezTo>
                    <a:pt x="1049" y="0"/>
                    <a:pt x="965" y="24"/>
                    <a:pt x="882" y="48"/>
                  </a:cubicBezTo>
                  <a:cubicBezTo>
                    <a:pt x="834" y="60"/>
                    <a:pt x="787" y="71"/>
                    <a:pt x="739" y="83"/>
                  </a:cubicBezTo>
                  <a:cubicBezTo>
                    <a:pt x="715" y="107"/>
                    <a:pt x="680" y="119"/>
                    <a:pt x="644" y="131"/>
                  </a:cubicBezTo>
                  <a:lnTo>
                    <a:pt x="560" y="179"/>
                  </a:lnTo>
                  <a:lnTo>
                    <a:pt x="501" y="226"/>
                  </a:lnTo>
                  <a:cubicBezTo>
                    <a:pt x="477" y="238"/>
                    <a:pt x="453" y="262"/>
                    <a:pt x="429" y="274"/>
                  </a:cubicBezTo>
                  <a:lnTo>
                    <a:pt x="382" y="322"/>
                  </a:lnTo>
                  <a:lnTo>
                    <a:pt x="334" y="369"/>
                  </a:lnTo>
                  <a:cubicBezTo>
                    <a:pt x="322" y="381"/>
                    <a:pt x="310" y="393"/>
                    <a:pt x="287" y="417"/>
                  </a:cubicBezTo>
                  <a:lnTo>
                    <a:pt x="251" y="464"/>
                  </a:lnTo>
                  <a:lnTo>
                    <a:pt x="215" y="512"/>
                  </a:lnTo>
                  <a:lnTo>
                    <a:pt x="179" y="560"/>
                  </a:lnTo>
                  <a:cubicBezTo>
                    <a:pt x="179" y="572"/>
                    <a:pt x="168" y="583"/>
                    <a:pt x="156" y="607"/>
                  </a:cubicBezTo>
                  <a:cubicBezTo>
                    <a:pt x="144" y="619"/>
                    <a:pt x="144" y="631"/>
                    <a:pt x="132" y="655"/>
                  </a:cubicBezTo>
                  <a:lnTo>
                    <a:pt x="108" y="703"/>
                  </a:lnTo>
                  <a:lnTo>
                    <a:pt x="84" y="750"/>
                  </a:lnTo>
                  <a:cubicBezTo>
                    <a:pt x="84" y="762"/>
                    <a:pt x="72" y="774"/>
                    <a:pt x="72" y="786"/>
                  </a:cubicBezTo>
                  <a:lnTo>
                    <a:pt x="48" y="833"/>
                  </a:lnTo>
                  <a:lnTo>
                    <a:pt x="37" y="881"/>
                  </a:lnTo>
                  <a:lnTo>
                    <a:pt x="25" y="929"/>
                  </a:lnTo>
                  <a:cubicBezTo>
                    <a:pt x="25" y="953"/>
                    <a:pt x="13" y="964"/>
                    <a:pt x="13" y="976"/>
                  </a:cubicBezTo>
                  <a:cubicBezTo>
                    <a:pt x="13" y="1000"/>
                    <a:pt x="13" y="1012"/>
                    <a:pt x="13" y="1024"/>
                  </a:cubicBezTo>
                  <a:cubicBezTo>
                    <a:pt x="13" y="1048"/>
                    <a:pt x="13" y="1060"/>
                    <a:pt x="1" y="1072"/>
                  </a:cubicBezTo>
                  <a:lnTo>
                    <a:pt x="1" y="1119"/>
                  </a:lnTo>
                  <a:lnTo>
                    <a:pt x="1" y="1167"/>
                  </a:lnTo>
                  <a:lnTo>
                    <a:pt x="1" y="1214"/>
                  </a:lnTo>
                  <a:lnTo>
                    <a:pt x="1" y="14954"/>
                  </a:lnTo>
                  <a:lnTo>
                    <a:pt x="1" y="14990"/>
                  </a:lnTo>
                  <a:lnTo>
                    <a:pt x="1" y="15050"/>
                  </a:lnTo>
                  <a:lnTo>
                    <a:pt x="1" y="15097"/>
                  </a:lnTo>
                  <a:lnTo>
                    <a:pt x="1" y="15145"/>
                  </a:lnTo>
                  <a:cubicBezTo>
                    <a:pt x="1" y="15157"/>
                    <a:pt x="1" y="15169"/>
                    <a:pt x="13" y="15192"/>
                  </a:cubicBezTo>
                  <a:cubicBezTo>
                    <a:pt x="25" y="15204"/>
                    <a:pt x="25" y="15216"/>
                    <a:pt x="25" y="15240"/>
                  </a:cubicBezTo>
                  <a:cubicBezTo>
                    <a:pt x="25" y="15252"/>
                    <a:pt x="25" y="15276"/>
                    <a:pt x="37" y="15288"/>
                  </a:cubicBezTo>
                  <a:cubicBezTo>
                    <a:pt x="48" y="15300"/>
                    <a:pt x="48" y="15323"/>
                    <a:pt x="48" y="15335"/>
                  </a:cubicBezTo>
                  <a:cubicBezTo>
                    <a:pt x="60" y="15347"/>
                    <a:pt x="60" y="15371"/>
                    <a:pt x="72" y="15383"/>
                  </a:cubicBezTo>
                  <a:cubicBezTo>
                    <a:pt x="72" y="15407"/>
                    <a:pt x="84" y="15419"/>
                    <a:pt x="84" y="15431"/>
                  </a:cubicBezTo>
                  <a:cubicBezTo>
                    <a:pt x="96" y="15454"/>
                    <a:pt x="96" y="15466"/>
                    <a:pt x="108" y="15478"/>
                  </a:cubicBezTo>
                  <a:cubicBezTo>
                    <a:pt x="120" y="15502"/>
                    <a:pt x="120" y="15514"/>
                    <a:pt x="132" y="15526"/>
                  </a:cubicBezTo>
                  <a:cubicBezTo>
                    <a:pt x="168" y="15597"/>
                    <a:pt x="156" y="15573"/>
                    <a:pt x="191" y="15633"/>
                  </a:cubicBezTo>
                  <a:cubicBezTo>
                    <a:pt x="203" y="15645"/>
                    <a:pt x="215" y="15669"/>
                    <a:pt x="227" y="15681"/>
                  </a:cubicBezTo>
                  <a:lnTo>
                    <a:pt x="263" y="15728"/>
                  </a:lnTo>
                  <a:lnTo>
                    <a:pt x="310" y="15776"/>
                  </a:lnTo>
                  <a:lnTo>
                    <a:pt x="358" y="15823"/>
                  </a:lnTo>
                  <a:lnTo>
                    <a:pt x="406" y="15871"/>
                  </a:lnTo>
                  <a:cubicBezTo>
                    <a:pt x="429" y="15895"/>
                    <a:pt x="453" y="15907"/>
                    <a:pt x="465" y="15931"/>
                  </a:cubicBezTo>
                  <a:lnTo>
                    <a:pt x="537" y="15978"/>
                  </a:lnTo>
                  <a:cubicBezTo>
                    <a:pt x="596" y="16014"/>
                    <a:pt x="656" y="16050"/>
                    <a:pt x="715" y="16073"/>
                  </a:cubicBezTo>
                  <a:cubicBezTo>
                    <a:pt x="763" y="16097"/>
                    <a:pt x="810" y="16109"/>
                    <a:pt x="846" y="16121"/>
                  </a:cubicBezTo>
                  <a:cubicBezTo>
                    <a:pt x="965" y="16157"/>
                    <a:pt x="1084" y="16181"/>
                    <a:pt x="1203" y="16181"/>
                  </a:cubicBezTo>
                  <a:lnTo>
                    <a:pt x="1215" y="16181"/>
                  </a:lnTo>
                  <a:cubicBezTo>
                    <a:pt x="1322" y="16181"/>
                    <a:pt x="1430" y="16169"/>
                    <a:pt x="1537" y="16133"/>
                  </a:cubicBezTo>
                  <a:cubicBezTo>
                    <a:pt x="1584" y="16121"/>
                    <a:pt x="1632" y="16109"/>
                    <a:pt x="1680" y="16085"/>
                  </a:cubicBezTo>
                  <a:lnTo>
                    <a:pt x="1775" y="16038"/>
                  </a:lnTo>
                  <a:lnTo>
                    <a:pt x="1858" y="15990"/>
                  </a:lnTo>
                  <a:lnTo>
                    <a:pt x="1930" y="15942"/>
                  </a:lnTo>
                  <a:cubicBezTo>
                    <a:pt x="1953" y="15931"/>
                    <a:pt x="1977" y="15919"/>
                    <a:pt x="1989" y="15907"/>
                  </a:cubicBezTo>
                  <a:lnTo>
                    <a:pt x="2049" y="15859"/>
                  </a:lnTo>
                  <a:cubicBezTo>
                    <a:pt x="2061" y="15835"/>
                    <a:pt x="2084" y="15823"/>
                    <a:pt x="2096" y="15812"/>
                  </a:cubicBezTo>
                  <a:lnTo>
                    <a:pt x="2144" y="15752"/>
                  </a:lnTo>
                  <a:cubicBezTo>
                    <a:pt x="2156" y="15740"/>
                    <a:pt x="2168" y="15728"/>
                    <a:pt x="2180" y="15704"/>
                  </a:cubicBezTo>
                  <a:cubicBezTo>
                    <a:pt x="2192" y="15692"/>
                    <a:pt x="2204" y="15681"/>
                    <a:pt x="2215" y="15657"/>
                  </a:cubicBezTo>
                  <a:lnTo>
                    <a:pt x="2251" y="15609"/>
                  </a:lnTo>
                  <a:lnTo>
                    <a:pt x="2275" y="15561"/>
                  </a:lnTo>
                  <a:cubicBezTo>
                    <a:pt x="2287" y="15550"/>
                    <a:pt x="2287" y="15538"/>
                    <a:pt x="2299" y="15514"/>
                  </a:cubicBezTo>
                  <a:cubicBezTo>
                    <a:pt x="2311" y="15502"/>
                    <a:pt x="2323" y="15478"/>
                    <a:pt x="2323" y="15466"/>
                  </a:cubicBezTo>
                  <a:cubicBezTo>
                    <a:pt x="2334" y="15454"/>
                    <a:pt x="2334" y="15431"/>
                    <a:pt x="2346" y="15419"/>
                  </a:cubicBezTo>
                  <a:cubicBezTo>
                    <a:pt x="2358" y="15407"/>
                    <a:pt x="2358" y="15383"/>
                    <a:pt x="2358" y="15371"/>
                  </a:cubicBezTo>
                  <a:cubicBezTo>
                    <a:pt x="2358" y="15359"/>
                    <a:pt x="2382" y="15335"/>
                    <a:pt x="2382" y="15323"/>
                  </a:cubicBezTo>
                  <a:cubicBezTo>
                    <a:pt x="2382" y="15311"/>
                    <a:pt x="2394" y="15288"/>
                    <a:pt x="2394" y="15276"/>
                  </a:cubicBezTo>
                  <a:lnTo>
                    <a:pt x="2406" y="15228"/>
                  </a:lnTo>
                  <a:lnTo>
                    <a:pt x="2418" y="15180"/>
                  </a:lnTo>
                  <a:cubicBezTo>
                    <a:pt x="2418" y="15157"/>
                    <a:pt x="2418" y="15145"/>
                    <a:pt x="2418" y="15133"/>
                  </a:cubicBezTo>
                  <a:cubicBezTo>
                    <a:pt x="2418" y="15109"/>
                    <a:pt x="2418" y="15097"/>
                    <a:pt x="2418" y="15085"/>
                  </a:cubicBezTo>
                  <a:cubicBezTo>
                    <a:pt x="2430" y="15061"/>
                    <a:pt x="2418" y="15050"/>
                    <a:pt x="2418" y="15026"/>
                  </a:cubicBezTo>
                  <a:lnTo>
                    <a:pt x="2418" y="14978"/>
                  </a:lnTo>
                  <a:lnTo>
                    <a:pt x="2418" y="14954"/>
                  </a:lnTo>
                  <a:lnTo>
                    <a:pt x="2418" y="1214"/>
                  </a:lnTo>
                  <a:lnTo>
                    <a:pt x="2430" y="1214"/>
                  </a:lnTo>
                  <a:lnTo>
                    <a:pt x="2430" y="1167"/>
                  </a:lnTo>
                  <a:lnTo>
                    <a:pt x="2430" y="1119"/>
                  </a:lnTo>
                  <a:lnTo>
                    <a:pt x="2430" y="1072"/>
                  </a:lnTo>
                  <a:cubicBezTo>
                    <a:pt x="2418" y="1060"/>
                    <a:pt x="2418" y="1036"/>
                    <a:pt x="2418" y="1024"/>
                  </a:cubicBezTo>
                  <a:cubicBezTo>
                    <a:pt x="2418" y="1000"/>
                    <a:pt x="2418" y="988"/>
                    <a:pt x="2406" y="976"/>
                  </a:cubicBezTo>
                  <a:cubicBezTo>
                    <a:pt x="2406" y="964"/>
                    <a:pt x="2406" y="941"/>
                    <a:pt x="2394" y="929"/>
                  </a:cubicBezTo>
                  <a:cubicBezTo>
                    <a:pt x="2394" y="917"/>
                    <a:pt x="2394" y="893"/>
                    <a:pt x="2382" y="881"/>
                  </a:cubicBezTo>
                  <a:cubicBezTo>
                    <a:pt x="2382" y="869"/>
                    <a:pt x="2370" y="845"/>
                    <a:pt x="2370" y="833"/>
                  </a:cubicBezTo>
                  <a:lnTo>
                    <a:pt x="2358" y="786"/>
                  </a:lnTo>
                  <a:lnTo>
                    <a:pt x="2334" y="738"/>
                  </a:lnTo>
                  <a:lnTo>
                    <a:pt x="2311" y="691"/>
                  </a:lnTo>
                  <a:cubicBezTo>
                    <a:pt x="2299" y="667"/>
                    <a:pt x="2299" y="655"/>
                    <a:pt x="2287" y="643"/>
                  </a:cubicBezTo>
                  <a:lnTo>
                    <a:pt x="2263" y="595"/>
                  </a:lnTo>
                  <a:lnTo>
                    <a:pt x="2227" y="548"/>
                  </a:lnTo>
                  <a:cubicBezTo>
                    <a:pt x="2215" y="524"/>
                    <a:pt x="2204" y="512"/>
                    <a:pt x="2192" y="500"/>
                  </a:cubicBezTo>
                  <a:cubicBezTo>
                    <a:pt x="2180" y="476"/>
                    <a:pt x="2168" y="464"/>
                    <a:pt x="2156" y="452"/>
                  </a:cubicBezTo>
                  <a:lnTo>
                    <a:pt x="2108" y="393"/>
                  </a:lnTo>
                  <a:lnTo>
                    <a:pt x="2073" y="345"/>
                  </a:lnTo>
                  <a:lnTo>
                    <a:pt x="2013" y="298"/>
                  </a:lnTo>
                  <a:cubicBezTo>
                    <a:pt x="2001" y="286"/>
                    <a:pt x="1977" y="274"/>
                    <a:pt x="1953" y="250"/>
                  </a:cubicBezTo>
                  <a:lnTo>
                    <a:pt x="1894" y="202"/>
                  </a:lnTo>
                  <a:lnTo>
                    <a:pt x="1811" y="155"/>
                  </a:lnTo>
                  <a:cubicBezTo>
                    <a:pt x="1775" y="143"/>
                    <a:pt x="1739" y="119"/>
                    <a:pt x="1715" y="107"/>
                  </a:cubicBezTo>
                  <a:cubicBezTo>
                    <a:pt x="1668" y="95"/>
                    <a:pt x="1632" y="71"/>
                    <a:pt x="1584" y="60"/>
                  </a:cubicBezTo>
                  <a:cubicBezTo>
                    <a:pt x="1501" y="36"/>
                    <a:pt x="1430" y="12"/>
                    <a:pt x="1346" y="12"/>
                  </a:cubicBezTo>
                  <a:cubicBezTo>
                    <a:pt x="1299" y="0"/>
                    <a:pt x="1251" y="0"/>
                    <a:pt x="121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6" name="Google Shape;2916;p25"/>
            <p:cNvSpPr/>
            <p:nvPr/>
          </p:nvSpPr>
          <p:spPr>
            <a:xfrm>
              <a:off x="2797967" y="-169612"/>
              <a:ext cx="142539" cy="125041"/>
            </a:xfrm>
            <a:custGeom>
              <a:avLst/>
              <a:gdLst/>
              <a:ahLst/>
              <a:cxnLst/>
              <a:rect l="l" t="t" r="r" b="b"/>
              <a:pathLst>
                <a:path w="4358" h="3823" extrusionOk="0">
                  <a:moveTo>
                    <a:pt x="1131" y="0"/>
                  </a:moveTo>
                  <a:cubicBezTo>
                    <a:pt x="512" y="0"/>
                    <a:pt x="0" y="512"/>
                    <a:pt x="0" y="1131"/>
                  </a:cubicBezTo>
                  <a:lnTo>
                    <a:pt x="0" y="2679"/>
                  </a:lnTo>
                  <a:cubicBezTo>
                    <a:pt x="0" y="3310"/>
                    <a:pt x="512" y="3810"/>
                    <a:pt x="1131" y="3822"/>
                  </a:cubicBezTo>
                  <a:lnTo>
                    <a:pt x="3215" y="3822"/>
                  </a:lnTo>
                  <a:cubicBezTo>
                    <a:pt x="3846" y="3810"/>
                    <a:pt x="4358" y="3310"/>
                    <a:pt x="4358" y="2679"/>
                  </a:cubicBezTo>
                  <a:lnTo>
                    <a:pt x="4358" y="1131"/>
                  </a:lnTo>
                  <a:cubicBezTo>
                    <a:pt x="4358" y="512"/>
                    <a:pt x="3846" y="0"/>
                    <a:pt x="3215" y="0"/>
                  </a:cubicBezTo>
                  <a:close/>
                </a:path>
              </a:pathLst>
            </a:custGeom>
            <a:solidFill>
              <a:srgbClr val="821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7" name="Google Shape;2917;p25"/>
            <p:cNvSpPr/>
            <p:nvPr/>
          </p:nvSpPr>
          <p:spPr>
            <a:xfrm>
              <a:off x="2805967" y="277825"/>
              <a:ext cx="142539" cy="124648"/>
            </a:xfrm>
            <a:custGeom>
              <a:avLst/>
              <a:gdLst/>
              <a:ahLst/>
              <a:cxnLst/>
              <a:rect l="l" t="t" r="r" b="b"/>
              <a:pathLst>
                <a:path w="4358" h="3811" extrusionOk="0">
                  <a:moveTo>
                    <a:pt x="1131" y="0"/>
                  </a:moveTo>
                  <a:cubicBezTo>
                    <a:pt x="512" y="0"/>
                    <a:pt x="0" y="512"/>
                    <a:pt x="0" y="1132"/>
                  </a:cubicBezTo>
                  <a:lnTo>
                    <a:pt x="0" y="2679"/>
                  </a:lnTo>
                  <a:cubicBezTo>
                    <a:pt x="0" y="3310"/>
                    <a:pt x="512" y="3810"/>
                    <a:pt x="1131" y="3810"/>
                  </a:cubicBezTo>
                  <a:lnTo>
                    <a:pt x="3215" y="3810"/>
                  </a:lnTo>
                  <a:cubicBezTo>
                    <a:pt x="3846" y="3810"/>
                    <a:pt x="4358" y="3310"/>
                    <a:pt x="4358" y="2679"/>
                  </a:cubicBezTo>
                  <a:lnTo>
                    <a:pt x="4358" y="1132"/>
                  </a:lnTo>
                  <a:cubicBezTo>
                    <a:pt x="4358" y="512"/>
                    <a:pt x="3846" y="0"/>
                    <a:pt x="3215" y="0"/>
                  </a:cubicBezTo>
                  <a:close/>
                </a:path>
              </a:pathLst>
            </a:custGeom>
            <a:solidFill>
              <a:srgbClr val="821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8" name="Google Shape;2918;p25"/>
            <p:cNvSpPr/>
            <p:nvPr/>
          </p:nvSpPr>
          <p:spPr>
            <a:xfrm>
              <a:off x="2828927" y="-148189"/>
              <a:ext cx="79872" cy="529240"/>
            </a:xfrm>
            <a:custGeom>
              <a:avLst/>
              <a:gdLst/>
              <a:ahLst/>
              <a:cxnLst/>
              <a:rect l="l" t="t" r="r" b="b"/>
              <a:pathLst>
                <a:path w="2442" h="16181" extrusionOk="0">
                  <a:moveTo>
                    <a:pt x="1215" y="0"/>
                  </a:moveTo>
                  <a:cubicBezTo>
                    <a:pt x="917" y="0"/>
                    <a:pt x="632" y="119"/>
                    <a:pt x="405" y="310"/>
                  </a:cubicBezTo>
                  <a:lnTo>
                    <a:pt x="382" y="333"/>
                  </a:lnTo>
                  <a:cubicBezTo>
                    <a:pt x="358" y="369"/>
                    <a:pt x="322" y="393"/>
                    <a:pt x="298" y="429"/>
                  </a:cubicBezTo>
                  <a:cubicBezTo>
                    <a:pt x="274" y="452"/>
                    <a:pt x="251" y="476"/>
                    <a:pt x="239" y="500"/>
                  </a:cubicBezTo>
                  <a:cubicBezTo>
                    <a:pt x="215" y="524"/>
                    <a:pt x="191" y="560"/>
                    <a:pt x="179" y="595"/>
                  </a:cubicBezTo>
                  <a:cubicBezTo>
                    <a:pt x="155" y="631"/>
                    <a:pt x="144" y="655"/>
                    <a:pt x="120" y="691"/>
                  </a:cubicBezTo>
                  <a:cubicBezTo>
                    <a:pt x="108" y="726"/>
                    <a:pt x="96" y="750"/>
                    <a:pt x="84" y="786"/>
                  </a:cubicBezTo>
                  <a:cubicBezTo>
                    <a:pt x="60" y="833"/>
                    <a:pt x="48" y="869"/>
                    <a:pt x="36" y="917"/>
                  </a:cubicBezTo>
                  <a:cubicBezTo>
                    <a:pt x="36" y="941"/>
                    <a:pt x="24" y="964"/>
                    <a:pt x="24" y="1000"/>
                  </a:cubicBezTo>
                  <a:cubicBezTo>
                    <a:pt x="1" y="1072"/>
                    <a:pt x="1" y="1143"/>
                    <a:pt x="1" y="1226"/>
                  </a:cubicBezTo>
                  <a:lnTo>
                    <a:pt x="1" y="14954"/>
                  </a:lnTo>
                  <a:cubicBezTo>
                    <a:pt x="1" y="15633"/>
                    <a:pt x="548" y="16181"/>
                    <a:pt x="1215" y="16181"/>
                  </a:cubicBezTo>
                  <a:lnTo>
                    <a:pt x="1227" y="16181"/>
                  </a:lnTo>
                  <a:cubicBezTo>
                    <a:pt x="1310" y="16181"/>
                    <a:pt x="1394" y="16169"/>
                    <a:pt x="1477" y="16157"/>
                  </a:cubicBezTo>
                  <a:lnTo>
                    <a:pt x="1513" y="16145"/>
                  </a:lnTo>
                  <a:cubicBezTo>
                    <a:pt x="1584" y="16121"/>
                    <a:pt x="1656" y="16097"/>
                    <a:pt x="1715" y="16073"/>
                  </a:cubicBezTo>
                  <a:lnTo>
                    <a:pt x="1727" y="16073"/>
                  </a:lnTo>
                  <a:cubicBezTo>
                    <a:pt x="1882" y="16002"/>
                    <a:pt x="2013" y="15907"/>
                    <a:pt x="2120" y="15788"/>
                  </a:cubicBezTo>
                  <a:cubicBezTo>
                    <a:pt x="2322" y="15561"/>
                    <a:pt x="2441" y="15276"/>
                    <a:pt x="2441" y="14966"/>
                  </a:cubicBezTo>
                  <a:lnTo>
                    <a:pt x="2441" y="1226"/>
                  </a:lnTo>
                  <a:cubicBezTo>
                    <a:pt x="2441" y="548"/>
                    <a:pt x="1894" y="0"/>
                    <a:pt x="1215" y="0"/>
                  </a:cubicBezTo>
                  <a:close/>
                </a:path>
              </a:pathLst>
            </a:custGeom>
            <a:solidFill>
              <a:srgbClr val="272425">
                <a:alpha val="200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9" name="Google Shape;2919;p25"/>
            <p:cNvSpPr/>
            <p:nvPr/>
          </p:nvSpPr>
          <p:spPr>
            <a:xfrm>
              <a:off x="2840212" y="-148189"/>
              <a:ext cx="79479" cy="529240"/>
            </a:xfrm>
            <a:custGeom>
              <a:avLst/>
              <a:gdLst/>
              <a:ahLst/>
              <a:cxnLst/>
              <a:rect l="l" t="t" r="r" b="b"/>
              <a:pathLst>
                <a:path w="2430" h="16181" extrusionOk="0">
                  <a:moveTo>
                    <a:pt x="1144" y="0"/>
                  </a:moveTo>
                  <a:cubicBezTo>
                    <a:pt x="1049" y="0"/>
                    <a:pt x="965" y="24"/>
                    <a:pt x="882" y="48"/>
                  </a:cubicBezTo>
                  <a:cubicBezTo>
                    <a:pt x="834" y="60"/>
                    <a:pt x="799" y="71"/>
                    <a:pt x="751" y="83"/>
                  </a:cubicBezTo>
                  <a:cubicBezTo>
                    <a:pt x="715" y="107"/>
                    <a:pt x="680" y="119"/>
                    <a:pt x="656" y="131"/>
                  </a:cubicBezTo>
                  <a:cubicBezTo>
                    <a:pt x="620" y="155"/>
                    <a:pt x="596" y="167"/>
                    <a:pt x="572" y="179"/>
                  </a:cubicBezTo>
                  <a:cubicBezTo>
                    <a:pt x="549" y="202"/>
                    <a:pt x="525" y="214"/>
                    <a:pt x="501" y="226"/>
                  </a:cubicBezTo>
                  <a:lnTo>
                    <a:pt x="441" y="274"/>
                  </a:lnTo>
                  <a:lnTo>
                    <a:pt x="394" y="322"/>
                  </a:lnTo>
                  <a:cubicBezTo>
                    <a:pt x="370" y="333"/>
                    <a:pt x="358" y="357"/>
                    <a:pt x="346" y="369"/>
                  </a:cubicBezTo>
                  <a:cubicBezTo>
                    <a:pt x="322" y="381"/>
                    <a:pt x="310" y="393"/>
                    <a:pt x="299" y="417"/>
                  </a:cubicBezTo>
                  <a:cubicBezTo>
                    <a:pt x="287" y="429"/>
                    <a:pt x="275" y="441"/>
                    <a:pt x="263" y="464"/>
                  </a:cubicBezTo>
                  <a:cubicBezTo>
                    <a:pt x="251" y="476"/>
                    <a:pt x="239" y="488"/>
                    <a:pt x="227" y="512"/>
                  </a:cubicBezTo>
                  <a:lnTo>
                    <a:pt x="191" y="560"/>
                  </a:lnTo>
                  <a:lnTo>
                    <a:pt x="156" y="607"/>
                  </a:lnTo>
                  <a:lnTo>
                    <a:pt x="132" y="655"/>
                  </a:lnTo>
                  <a:lnTo>
                    <a:pt x="108" y="703"/>
                  </a:lnTo>
                  <a:cubicBezTo>
                    <a:pt x="108" y="714"/>
                    <a:pt x="96" y="726"/>
                    <a:pt x="96" y="750"/>
                  </a:cubicBezTo>
                  <a:cubicBezTo>
                    <a:pt x="84" y="762"/>
                    <a:pt x="84" y="774"/>
                    <a:pt x="72" y="786"/>
                  </a:cubicBezTo>
                  <a:lnTo>
                    <a:pt x="60" y="833"/>
                  </a:lnTo>
                  <a:lnTo>
                    <a:pt x="37" y="881"/>
                  </a:lnTo>
                  <a:cubicBezTo>
                    <a:pt x="37" y="905"/>
                    <a:pt x="37" y="917"/>
                    <a:pt x="25" y="929"/>
                  </a:cubicBezTo>
                  <a:cubicBezTo>
                    <a:pt x="25" y="953"/>
                    <a:pt x="25" y="964"/>
                    <a:pt x="13" y="976"/>
                  </a:cubicBezTo>
                  <a:cubicBezTo>
                    <a:pt x="13" y="1000"/>
                    <a:pt x="13" y="1012"/>
                    <a:pt x="13" y="1024"/>
                  </a:cubicBezTo>
                  <a:cubicBezTo>
                    <a:pt x="1" y="1048"/>
                    <a:pt x="13" y="1060"/>
                    <a:pt x="13" y="1072"/>
                  </a:cubicBezTo>
                  <a:lnTo>
                    <a:pt x="13" y="1119"/>
                  </a:lnTo>
                  <a:lnTo>
                    <a:pt x="13" y="1167"/>
                  </a:lnTo>
                  <a:lnTo>
                    <a:pt x="13" y="1214"/>
                  </a:lnTo>
                  <a:lnTo>
                    <a:pt x="13" y="14954"/>
                  </a:lnTo>
                  <a:cubicBezTo>
                    <a:pt x="13" y="14966"/>
                    <a:pt x="13" y="14978"/>
                    <a:pt x="13" y="14990"/>
                  </a:cubicBezTo>
                  <a:lnTo>
                    <a:pt x="13" y="15050"/>
                  </a:lnTo>
                  <a:cubicBezTo>
                    <a:pt x="13" y="15061"/>
                    <a:pt x="13" y="15073"/>
                    <a:pt x="13" y="15097"/>
                  </a:cubicBezTo>
                  <a:cubicBezTo>
                    <a:pt x="13" y="15109"/>
                    <a:pt x="13" y="15121"/>
                    <a:pt x="13" y="15145"/>
                  </a:cubicBezTo>
                  <a:cubicBezTo>
                    <a:pt x="13" y="15157"/>
                    <a:pt x="13" y="15169"/>
                    <a:pt x="13" y="15192"/>
                  </a:cubicBezTo>
                  <a:cubicBezTo>
                    <a:pt x="13" y="15204"/>
                    <a:pt x="13" y="15216"/>
                    <a:pt x="25" y="15240"/>
                  </a:cubicBezTo>
                  <a:cubicBezTo>
                    <a:pt x="37" y="15252"/>
                    <a:pt x="37" y="15276"/>
                    <a:pt x="37" y="15288"/>
                  </a:cubicBezTo>
                  <a:cubicBezTo>
                    <a:pt x="49" y="15300"/>
                    <a:pt x="49" y="15323"/>
                    <a:pt x="60" y="15335"/>
                  </a:cubicBezTo>
                  <a:lnTo>
                    <a:pt x="72" y="15383"/>
                  </a:lnTo>
                  <a:cubicBezTo>
                    <a:pt x="72" y="15407"/>
                    <a:pt x="84" y="15419"/>
                    <a:pt x="96" y="15431"/>
                  </a:cubicBezTo>
                  <a:cubicBezTo>
                    <a:pt x="96" y="15454"/>
                    <a:pt x="108" y="15466"/>
                    <a:pt x="120" y="15478"/>
                  </a:cubicBezTo>
                  <a:cubicBezTo>
                    <a:pt x="120" y="15502"/>
                    <a:pt x="132" y="15514"/>
                    <a:pt x="144" y="15526"/>
                  </a:cubicBezTo>
                  <a:cubicBezTo>
                    <a:pt x="144" y="15550"/>
                    <a:pt x="156" y="15561"/>
                    <a:pt x="168" y="15585"/>
                  </a:cubicBezTo>
                  <a:cubicBezTo>
                    <a:pt x="180" y="15597"/>
                    <a:pt x="191" y="15609"/>
                    <a:pt x="191" y="15633"/>
                  </a:cubicBezTo>
                  <a:lnTo>
                    <a:pt x="227" y="15681"/>
                  </a:lnTo>
                  <a:lnTo>
                    <a:pt x="263" y="15728"/>
                  </a:lnTo>
                  <a:lnTo>
                    <a:pt x="310" y="15776"/>
                  </a:lnTo>
                  <a:lnTo>
                    <a:pt x="358" y="15823"/>
                  </a:lnTo>
                  <a:lnTo>
                    <a:pt x="418" y="15871"/>
                  </a:lnTo>
                  <a:cubicBezTo>
                    <a:pt x="430" y="15895"/>
                    <a:pt x="453" y="15907"/>
                    <a:pt x="477" y="15931"/>
                  </a:cubicBezTo>
                  <a:cubicBezTo>
                    <a:pt x="489" y="15942"/>
                    <a:pt x="513" y="15954"/>
                    <a:pt x="537" y="15978"/>
                  </a:cubicBezTo>
                  <a:cubicBezTo>
                    <a:pt x="596" y="16014"/>
                    <a:pt x="656" y="16050"/>
                    <a:pt x="727" y="16073"/>
                  </a:cubicBezTo>
                  <a:cubicBezTo>
                    <a:pt x="763" y="16097"/>
                    <a:pt x="811" y="16109"/>
                    <a:pt x="858" y="16121"/>
                  </a:cubicBezTo>
                  <a:cubicBezTo>
                    <a:pt x="965" y="16157"/>
                    <a:pt x="1084" y="16181"/>
                    <a:pt x="1215" y="16181"/>
                  </a:cubicBezTo>
                  <a:lnTo>
                    <a:pt x="1227" y="16181"/>
                  </a:lnTo>
                  <a:cubicBezTo>
                    <a:pt x="1323" y="16181"/>
                    <a:pt x="1430" y="16169"/>
                    <a:pt x="1537" y="16133"/>
                  </a:cubicBezTo>
                  <a:cubicBezTo>
                    <a:pt x="1584" y="16121"/>
                    <a:pt x="1632" y="16109"/>
                    <a:pt x="1680" y="16085"/>
                  </a:cubicBezTo>
                  <a:cubicBezTo>
                    <a:pt x="1715" y="16073"/>
                    <a:pt x="1751" y="16062"/>
                    <a:pt x="1787" y="16038"/>
                  </a:cubicBezTo>
                  <a:cubicBezTo>
                    <a:pt x="1811" y="16026"/>
                    <a:pt x="1834" y="16014"/>
                    <a:pt x="1858" y="15990"/>
                  </a:cubicBezTo>
                  <a:lnTo>
                    <a:pt x="1930" y="15942"/>
                  </a:lnTo>
                  <a:cubicBezTo>
                    <a:pt x="1954" y="15931"/>
                    <a:pt x="1977" y="15919"/>
                    <a:pt x="2001" y="15907"/>
                  </a:cubicBezTo>
                  <a:cubicBezTo>
                    <a:pt x="2013" y="15883"/>
                    <a:pt x="2037" y="15871"/>
                    <a:pt x="2049" y="15859"/>
                  </a:cubicBezTo>
                  <a:lnTo>
                    <a:pt x="2096" y="15812"/>
                  </a:lnTo>
                  <a:lnTo>
                    <a:pt x="2144" y="15752"/>
                  </a:lnTo>
                  <a:cubicBezTo>
                    <a:pt x="2156" y="15740"/>
                    <a:pt x="2168" y="15728"/>
                    <a:pt x="2180" y="15704"/>
                  </a:cubicBezTo>
                  <a:lnTo>
                    <a:pt x="2215" y="15657"/>
                  </a:lnTo>
                  <a:lnTo>
                    <a:pt x="2251" y="15609"/>
                  </a:lnTo>
                  <a:lnTo>
                    <a:pt x="2275" y="15561"/>
                  </a:lnTo>
                  <a:cubicBezTo>
                    <a:pt x="2287" y="15550"/>
                    <a:pt x="2299" y="15538"/>
                    <a:pt x="2311" y="15514"/>
                  </a:cubicBezTo>
                  <a:cubicBezTo>
                    <a:pt x="2311" y="15502"/>
                    <a:pt x="2323" y="15478"/>
                    <a:pt x="2335" y="15466"/>
                  </a:cubicBezTo>
                  <a:cubicBezTo>
                    <a:pt x="2335" y="15454"/>
                    <a:pt x="2346" y="15431"/>
                    <a:pt x="2346" y="15419"/>
                  </a:cubicBezTo>
                  <a:cubicBezTo>
                    <a:pt x="2358" y="15407"/>
                    <a:pt x="2358" y="15383"/>
                    <a:pt x="2370" y="15371"/>
                  </a:cubicBezTo>
                  <a:cubicBezTo>
                    <a:pt x="2370" y="15359"/>
                    <a:pt x="2382" y="15335"/>
                    <a:pt x="2382" y="15323"/>
                  </a:cubicBezTo>
                  <a:cubicBezTo>
                    <a:pt x="2394" y="15311"/>
                    <a:pt x="2394" y="15288"/>
                    <a:pt x="2394" y="15276"/>
                  </a:cubicBezTo>
                  <a:cubicBezTo>
                    <a:pt x="2406" y="15264"/>
                    <a:pt x="2406" y="15240"/>
                    <a:pt x="2406" y="15228"/>
                  </a:cubicBezTo>
                  <a:cubicBezTo>
                    <a:pt x="2418" y="15204"/>
                    <a:pt x="2418" y="15192"/>
                    <a:pt x="2418" y="15180"/>
                  </a:cubicBezTo>
                  <a:cubicBezTo>
                    <a:pt x="2430" y="15157"/>
                    <a:pt x="2418" y="15145"/>
                    <a:pt x="2418" y="15133"/>
                  </a:cubicBezTo>
                  <a:lnTo>
                    <a:pt x="2418" y="15085"/>
                  </a:lnTo>
                  <a:lnTo>
                    <a:pt x="2418" y="15026"/>
                  </a:lnTo>
                  <a:lnTo>
                    <a:pt x="2418" y="14978"/>
                  </a:lnTo>
                  <a:lnTo>
                    <a:pt x="2418" y="1214"/>
                  </a:lnTo>
                  <a:lnTo>
                    <a:pt x="2418" y="1167"/>
                  </a:lnTo>
                  <a:lnTo>
                    <a:pt x="2418" y="1119"/>
                  </a:lnTo>
                  <a:cubicBezTo>
                    <a:pt x="2418" y="1107"/>
                    <a:pt x="2418" y="1084"/>
                    <a:pt x="2418" y="1072"/>
                  </a:cubicBezTo>
                  <a:cubicBezTo>
                    <a:pt x="2418" y="1060"/>
                    <a:pt x="2418" y="1036"/>
                    <a:pt x="2418" y="1024"/>
                  </a:cubicBezTo>
                  <a:cubicBezTo>
                    <a:pt x="2418" y="1012"/>
                    <a:pt x="2418" y="988"/>
                    <a:pt x="2418" y="976"/>
                  </a:cubicBezTo>
                  <a:cubicBezTo>
                    <a:pt x="2406" y="964"/>
                    <a:pt x="2406" y="941"/>
                    <a:pt x="2406" y="929"/>
                  </a:cubicBezTo>
                  <a:cubicBezTo>
                    <a:pt x="2406" y="905"/>
                    <a:pt x="2406" y="893"/>
                    <a:pt x="2394" y="881"/>
                  </a:cubicBezTo>
                  <a:cubicBezTo>
                    <a:pt x="2382" y="869"/>
                    <a:pt x="2382" y="845"/>
                    <a:pt x="2370" y="833"/>
                  </a:cubicBezTo>
                  <a:cubicBezTo>
                    <a:pt x="2370" y="822"/>
                    <a:pt x="2358" y="798"/>
                    <a:pt x="2358" y="786"/>
                  </a:cubicBezTo>
                  <a:cubicBezTo>
                    <a:pt x="2346" y="762"/>
                    <a:pt x="2346" y="750"/>
                    <a:pt x="2335" y="738"/>
                  </a:cubicBezTo>
                  <a:cubicBezTo>
                    <a:pt x="2335" y="714"/>
                    <a:pt x="2323" y="703"/>
                    <a:pt x="2311" y="691"/>
                  </a:cubicBezTo>
                  <a:lnTo>
                    <a:pt x="2299" y="643"/>
                  </a:lnTo>
                  <a:cubicBezTo>
                    <a:pt x="2287" y="619"/>
                    <a:pt x="2275" y="607"/>
                    <a:pt x="2263" y="595"/>
                  </a:cubicBezTo>
                  <a:cubicBezTo>
                    <a:pt x="2251" y="572"/>
                    <a:pt x="2239" y="560"/>
                    <a:pt x="2239" y="548"/>
                  </a:cubicBezTo>
                  <a:lnTo>
                    <a:pt x="2204" y="500"/>
                  </a:lnTo>
                  <a:lnTo>
                    <a:pt x="2168" y="452"/>
                  </a:lnTo>
                  <a:lnTo>
                    <a:pt x="2120" y="393"/>
                  </a:lnTo>
                  <a:lnTo>
                    <a:pt x="2073" y="345"/>
                  </a:lnTo>
                  <a:lnTo>
                    <a:pt x="2025" y="298"/>
                  </a:lnTo>
                  <a:cubicBezTo>
                    <a:pt x="2001" y="286"/>
                    <a:pt x="1977" y="274"/>
                    <a:pt x="1965" y="250"/>
                  </a:cubicBezTo>
                  <a:lnTo>
                    <a:pt x="1894" y="202"/>
                  </a:lnTo>
                  <a:lnTo>
                    <a:pt x="1811" y="155"/>
                  </a:lnTo>
                  <a:cubicBezTo>
                    <a:pt x="1787" y="143"/>
                    <a:pt x="1751" y="119"/>
                    <a:pt x="1715" y="107"/>
                  </a:cubicBezTo>
                  <a:cubicBezTo>
                    <a:pt x="1680" y="95"/>
                    <a:pt x="1632" y="71"/>
                    <a:pt x="1584" y="60"/>
                  </a:cubicBezTo>
                  <a:cubicBezTo>
                    <a:pt x="1513" y="36"/>
                    <a:pt x="1430" y="12"/>
                    <a:pt x="1346" y="12"/>
                  </a:cubicBezTo>
                  <a:cubicBezTo>
                    <a:pt x="1299" y="0"/>
                    <a:pt x="1263" y="0"/>
                    <a:pt x="121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0" name="Google Shape;2920;p25"/>
            <p:cNvSpPr/>
            <p:nvPr/>
          </p:nvSpPr>
          <p:spPr>
            <a:xfrm>
              <a:off x="2427621" y="-169612"/>
              <a:ext cx="142539" cy="125041"/>
            </a:xfrm>
            <a:custGeom>
              <a:avLst/>
              <a:gdLst/>
              <a:ahLst/>
              <a:cxnLst/>
              <a:rect l="l" t="t" r="r" b="b"/>
              <a:pathLst>
                <a:path w="4358" h="3823" extrusionOk="0">
                  <a:moveTo>
                    <a:pt x="1131" y="0"/>
                  </a:moveTo>
                  <a:cubicBezTo>
                    <a:pt x="500" y="0"/>
                    <a:pt x="0" y="512"/>
                    <a:pt x="0" y="1131"/>
                  </a:cubicBezTo>
                  <a:lnTo>
                    <a:pt x="0" y="2679"/>
                  </a:lnTo>
                  <a:cubicBezTo>
                    <a:pt x="0" y="3310"/>
                    <a:pt x="500" y="3810"/>
                    <a:pt x="1131" y="3822"/>
                  </a:cubicBezTo>
                  <a:lnTo>
                    <a:pt x="3215" y="3822"/>
                  </a:lnTo>
                  <a:cubicBezTo>
                    <a:pt x="3846" y="3810"/>
                    <a:pt x="4346" y="3310"/>
                    <a:pt x="4358" y="2679"/>
                  </a:cubicBezTo>
                  <a:lnTo>
                    <a:pt x="4358" y="1131"/>
                  </a:lnTo>
                  <a:cubicBezTo>
                    <a:pt x="4346" y="512"/>
                    <a:pt x="3846" y="0"/>
                    <a:pt x="3215" y="0"/>
                  </a:cubicBezTo>
                  <a:close/>
                </a:path>
              </a:pathLst>
            </a:custGeom>
            <a:solidFill>
              <a:srgbClr val="821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1" name="Google Shape;2921;p25"/>
            <p:cNvSpPr/>
            <p:nvPr/>
          </p:nvSpPr>
          <p:spPr>
            <a:xfrm>
              <a:off x="2435621" y="277825"/>
              <a:ext cx="142539" cy="124648"/>
            </a:xfrm>
            <a:custGeom>
              <a:avLst/>
              <a:gdLst/>
              <a:ahLst/>
              <a:cxnLst/>
              <a:rect l="l" t="t" r="r" b="b"/>
              <a:pathLst>
                <a:path w="4358" h="3811" extrusionOk="0">
                  <a:moveTo>
                    <a:pt x="1131" y="0"/>
                  </a:moveTo>
                  <a:cubicBezTo>
                    <a:pt x="500" y="0"/>
                    <a:pt x="0" y="512"/>
                    <a:pt x="0" y="1132"/>
                  </a:cubicBezTo>
                  <a:lnTo>
                    <a:pt x="0" y="2679"/>
                  </a:lnTo>
                  <a:cubicBezTo>
                    <a:pt x="0" y="3310"/>
                    <a:pt x="500" y="3810"/>
                    <a:pt x="1131" y="3810"/>
                  </a:cubicBezTo>
                  <a:lnTo>
                    <a:pt x="3215" y="3810"/>
                  </a:lnTo>
                  <a:cubicBezTo>
                    <a:pt x="3846" y="3810"/>
                    <a:pt x="4346" y="3310"/>
                    <a:pt x="4358" y="2679"/>
                  </a:cubicBezTo>
                  <a:lnTo>
                    <a:pt x="4358" y="1132"/>
                  </a:lnTo>
                  <a:cubicBezTo>
                    <a:pt x="4346" y="512"/>
                    <a:pt x="3846" y="0"/>
                    <a:pt x="3215" y="0"/>
                  </a:cubicBezTo>
                  <a:close/>
                </a:path>
              </a:pathLst>
            </a:custGeom>
            <a:solidFill>
              <a:srgbClr val="821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2" name="Google Shape;2922;p25"/>
            <p:cNvSpPr/>
            <p:nvPr/>
          </p:nvSpPr>
          <p:spPr>
            <a:xfrm>
              <a:off x="2458189" y="-148189"/>
              <a:ext cx="80264" cy="529240"/>
            </a:xfrm>
            <a:custGeom>
              <a:avLst/>
              <a:gdLst/>
              <a:ahLst/>
              <a:cxnLst/>
              <a:rect l="l" t="t" r="r" b="b"/>
              <a:pathLst>
                <a:path w="2454" h="16181" extrusionOk="0">
                  <a:moveTo>
                    <a:pt x="1227" y="0"/>
                  </a:moveTo>
                  <a:cubicBezTo>
                    <a:pt x="930" y="0"/>
                    <a:pt x="632" y="119"/>
                    <a:pt x="418" y="310"/>
                  </a:cubicBezTo>
                  <a:lnTo>
                    <a:pt x="394" y="333"/>
                  </a:lnTo>
                  <a:cubicBezTo>
                    <a:pt x="358" y="369"/>
                    <a:pt x="334" y="393"/>
                    <a:pt x="299" y="429"/>
                  </a:cubicBezTo>
                  <a:cubicBezTo>
                    <a:pt x="287" y="452"/>
                    <a:pt x="263" y="476"/>
                    <a:pt x="251" y="500"/>
                  </a:cubicBezTo>
                  <a:cubicBezTo>
                    <a:pt x="227" y="524"/>
                    <a:pt x="203" y="560"/>
                    <a:pt x="179" y="595"/>
                  </a:cubicBezTo>
                  <a:cubicBezTo>
                    <a:pt x="168" y="631"/>
                    <a:pt x="144" y="655"/>
                    <a:pt x="132" y="691"/>
                  </a:cubicBezTo>
                  <a:cubicBezTo>
                    <a:pt x="120" y="726"/>
                    <a:pt x="96" y="750"/>
                    <a:pt x="84" y="786"/>
                  </a:cubicBezTo>
                  <a:cubicBezTo>
                    <a:pt x="72" y="833"/>
                    <a:pt x="60" y="869"/>
                    <a:pt x="49" y="917"/>
                  </a:cubicBezTo>
                  <a:cubicBezTo>
                    <a:pt x="49" y="941"/>
                    <a:pt x="37" y="964"/>
                    <a:pt x="25" y="1000"/>
                  </a:cubicBezTo>
                  <a:cubicBezTo>
                    <a:pt x="13" y="1072"/>
                    <a:pt x="1" y="1143"/>
                    <a:pt x="1" y="1226"/>
                  </a:cubicBezTo>
                  <a:lnTo>
                    <a:pt x="1" y="14954"/>
                  </a:lnTo>
                  <a:cubicBezTo>
                    <a:pt x="1" y="15633"/>
                    <a:pt x="549" y="16181"/>
                    <a:pt x="1227" y="16181"/>
                  </a:cubicBezTo>
                  <a:cubicBezTo>
                    <a:pt x="1311" y="16181"/>
                    <a:pt x="1394" y="16169"/>
                    <a:pt x="1477" y="16157"/>
                  </a:cubicBezTo>
                  <a:lnTo>
                    <a:pt x="1513" y="16145"/>
                  </a:lnTo>
                  <a:cubicBezTo>
                    <a:pt x="1584" y="16121"/>
                    <a:pt x="1656" y="16097"/>
                    <a:pt x="1715" y="16073"/>
                  </a:cubicBezTo>
                  <a:lnTo>
                    <a:pt x="1739" y="16073"/>
                  </a:lnTo>
                  <a:cubicBezTo>
                    <a:pt x="1882" y="16002"/>
                    <a:pt x="2013" y="15907"/>
                    <a:pt x="2120" y="15788"/>
                  </a:cubicBezTo>
                  <a:cubicBezTo>
                    <a:pt x="2335" y="15561"/>
                    <a:pt x="2442" y="15276"/>
                    <a:pt x="2454" y="14966"/>
                  </a:cubicBezTo>
                  <a:lnTo>
                    <a:pt x="2454" y="1226"/>
                  </a:lnTo>
                  <a:cubicBezTo>
                    <a:pt x="2454" y="548"/>
                    <a:pt x="1906" y="0"/>
                    <a:pt x="1227" y="0"/>
                  </a:cubicBezTo>
                  <a:close/>
                </a:path>
              </a:pathLst>
            </a:custGeom>
            <a:solidFill>
              <a:srgbClr val="272425">
                <a:alpha val="200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3" name="Google Shape;2923;p25"/>
            <p:cNvSpPr/>
            <p:nvPr/>
          </p:nvSpPr>
          <p:spPr>
            <a:xfrm>
              <a:off x="2470258" y="-148189"/>
              <a:ext cx="79087" cy="529240"/>
            </a:xfrm>
            <a:custGeom>
              <a:avLst/>
              <a:gdLst/>
              <a:ahLst/>
              <a:cxnLst/>
              <a:rect l="l" t="t" r="r" b="b"/>
              <a:pathLst>
                <a:path w="2418" h="16181" extrusionOk="0">
                  <a:moveTo>
                    <a:pt x="1132" y="0"/>
                  </a:moveTo>
                  <a:cubicBezTo>
                    <a:pt x="1037" y="0"/>
                    <a:pt x="953" y="24"/>
                    <a:pt x="870" y="48"/>
                  </a:cubicBezTo>
                  <a:cubicBezTo>
                    <a:pt x="823" y="60"/>
                    <a:pt x="775" y="71"/>
                    <a:pt x="739" y="83"/>
                  </a:cubicBezTo>
                  <a:cubicBezTo>
                    <a:pt x="703" y="107"/>
                    <a:pt x="668" y="119"/>
                    <a:pt x="644" y="131"/>
                  </a:cubicBezTo>
                  <a:cubicBezTo>
                    <a:pt x="608" y="155"/>
                    <a:pt x="584" y="167"/>
                    <a:pt x="561" y="179"/>
                  </a:cubicBezTo>
                  <a:cubicBezTo>
                    <a:pt x="537" y="202"/>
                    <a:pt x="513" y="214"/>
                    <a:pt x="489" y="226"/>
                  </a:cubicBezTo>
                  <a:cubicBezTo>
                    <a:pt x="465" y="238"/>
                    <a:pt x="442" y="262"/>
                    <a:pt x="430" y="274"/>
                  </a:cubicBezTo>
                  <a:lnTo>
                    <a:pt x="370" y="322"/>
                  </a:lnTo>
                  <a:lnTo>
                    <a:pt x="322" y="369"/>
                  </a:lnTo>
                  <a:cubicBezTo>
                    <a:pt x="311" y="381"/>
                    <a:pt x="299" y="393"/>
                    <a:pt x="287" y="417"/>
                  </a:cubicBezTo>
                  <a:lnTo>
                    <a:pt x="239" y="464"/>
                  </a:lnTo>
                  <a:lnTo>
                    <a:pt x="215" y="512"/>
                  </a:lnTo>
                  <a:lnTo>
                    <a:pt x="180" y="560"/>
                  </a:lnTo>
                  <a:cubicBezTo>
                    <a:pt x="168" y="572"/>
                    <a:pt x="156" y="583"/>
                    <a:pt x="144" y="607"/>
                  </a:cubicBezTo>
                  <a:cubicBezTo>
                    <a:pt x="144" y="619"/>
                    <a:pt x="132" y="631"/>
                    <a:pt x="120" y="655"/>
                  </a:cubicBezTo>
                  <a:lnTo>
                    <a:pt x="96" y="703"/>
                  </a:lnTo>
                  <a:lnTo>
                    <a:pt x="72" y="750"/>
                  </a:lnTo>
                  <a:cubicBezTo>
                    <a:pt x="72" y="762"/>
                    <a:pt x="61" y="774"/>
                    <a:pt x="61" y="786"/>
                  </a:cubicBezTo>
                  <a:lnTo>
                    <a:pt x="37" y="833"/>
                  </a:lnTo>
                  <a:lnTo>
                    <a:pt x="25" y="881"/>
                  </a:lnTo>
                  <a:lnTo>
                    <a:pt x="13" y="929"/>
                  </a:lnTo>
                  <a:cubicBezTo>
                    <a:pt x="13" y="953"/>
                    <a:pt x="13" y="964"/>
                    <a:pt x="1" y="976"/>
                  </a:cubicBezTo>
                  <a:cubicBezTo>
                    <a:pt x="1" y="1000"/>
                    <a:pt x="1" y="1012"/>
                    <a:pt x="1" y="1024"/>
                  </a:cubicBezTo>
                  <a:cubicBezTo>
                    <a:pt x="1" y="1048"/>
                    <a:pt x="1" y="1060"/>
                    <a:pt x="1" y="1072"/>
                  </a:cubicBezTo>
                  <a:lnTo>
                    <a:pt x="1" y="1119"/>
                  </a:lnTo>
                  <a:lnTo>
                    <a:pt x="1" y="1167"/>
                  </a:lnTo>
                  <a:lnTo>
                    <a:pt x="1" y="1214"/>
                  </a:lnTo>
                  <a:lnTo>
                    <a:pt x="1" y="14954"/>
                  </a:lnTo>
                  <a:lnTo>
                    <a:pt x="1" y="14990"/>
                  </a:lnTo>
                  <a:lnTo>
                    <a:pt x="1" y="15050"/>
                  </a:lnTo>
                  <a:lnTo>
                    <a:pt x="1" y="15097"/>
                  </a:lnTo>
                  <a:cubicBezTo>
                    <a:pt x="1" y="15109"/>
                    <a:pt x="1" y="15121"/>
                    <a:pt x="1" y="15145"/>
                  </a:cubicBezTo>
                  <a:cubicBezTo>
                    <a:pt x="13" y="15157"/>
                    <a:pt x="1" y="15169"/>
                    <a:pt x="1" y="15192"/>
                  </a:cubicBezTo>
                  <a:cubicBezTo>
                    <a:pt x="1" y="15204"/>
                    <a:pt x="1" y="15216"/>
                    <a:pt x="13" y="15240"/>
                  </a:cubicBezTo>
                  <a:cubicBezTo>
                    <a:pt x="25" y="15252"/>
                    <a:pt x="13" y="15276"/>
                    <a:pt x="25" y="15288"/>
                  </a:cubicBezTo>
                  <a:cubicBezTo>
                    <a:pt x="37" y="15300"/>
                    <a:pt x="37" y="15323"/>
                    <a:pt x="49" y="15335"/>
                  </a:cubicBezTo>
                  <a:cubicBezTo>
                    <a:pt x="49" y="15347"/>
                    <a:pt x="49" y="15371"/>
                    <a:pt x="61" y="15383"/>
                  </a:cubicBezTo>
                  <a:cubicBezTo>
                    <a:pt x="61" y="15407"/>
                    <a:pt x="72" y="15419"/>
                    <a:pt x="84" y="15431"/>
                  </a:cubicBezTo>
                  <a:cubicBezTo>
                    <a:pt x="84" y="15454"/>
                    <a:pt x="96" y="15466"/>
                    <a:pt x="96" y="15478"/>
                  </a:cubicBezTo>
                  <a:cubicBezTo>
                    <a:pt x="108" y="15502"/>
                    <a:pt x="120" y="15514"/>
                    <a:pt x="120" y="15526"/>
                  </a:cubicBezTo>
                  <a:cubicBezTo>
                    <a:pt x="168" y="15597"/>
                    <a:pt x="144" y="15573"/>
                    <a:pt x="180" y="15633"/>
                  </a:cubicBezTo>
                  <a:cubicBezTo>
                    <a:pt x="191" y="15645"/>
                    <a:pt x="203" y="15669"/>
                    <a:pt x="215" y="15681"/>
                  </a:cubicBezTo>
                  <a:lnTo>
                    <a:pt x="251" y="15728"/>
                  </a:lnTo>
                  <a:lnTo>
                    <a:pt x="299" y="15776"/>
                  </a:lnTo>
                  <a:lnTo>
                    <a:pt x="346" y="15823"/>
                  </a:lnTo>
                  <a:lnTo>
                    <a:pt x="394" y="15871"/>
                  </a:lnTo>
                  <a:cubicBezTo>
                    <a:pt x="418" y="15895"/>
                    <a:pt x="442" y="15907"/>
                    <a:pt x="453" y="15931"/>
                  </a:cubicBezTo>
                  <a:lnTo>
                    <a:pt x="525" y="15978"/>
                  </a:lnTo>
                  <a:cubicBezTo>
                    <a:pt x="584" y="16014"/>
                    <a:pt x="644" y="16050"/>
                    <a:pt x="715" y="16073"/>
                  </a:cubicBezTo>
                  <a:cubicBezTo>
                    <a:pt x="751" y="16097"/>
                    <a:pt x="799" y="16109"/>
                    <a:pt x="846" y="16121"/>
                  </a:cubicBezTo>
                  <a:cubicBezTo>
                    <a:pt x="953" y="16157"/>
                    <a:pt x="1073" y="16181"/>
                    <a:pt x="1192" y="16181"/>
                  </a:cubicBezTo>
                  <a:lnTo>
                    <a:pt x="1204" y="16181"/>
                  </a:lnTo>
                  <a:cubicBezTo>
                    <a:pt x="1311" y="16181"/>
                    <a:pt x="1418" y="16169"/>
                    <a:pt x="1525" y="16133"/>
                  </a:cubicBezTo>
                  <a:cubicBezTo>
                    <a:pt x="1573" y="16121"/>
                    <a:pt x="1620" y="16109"/>
                    <a:pt x="1668" y="16085"/>
                  </a:cubicBezTo>
                  <a:cubicBezTo>
                    <a:pt x="1704" y="16073"/>
                    <a:pt x="1739" y="16062"/>
                    <a:pt x="1763" y="16038"/>
                  </a:cubicBezTo>
                  <a:lnTo>
                    <a:pt x="1846" y="15990"/>
                  </a:lnTo>
                  <a:lnTo>
                    <a:pt x="1918" y="15942"/>
                  </a:lnTo>
                  <a:cubicBezTo>
                    <a:pt x="1942" y="15931"/>
                    <a:pt x="1966" y="15919"/>
                    <a:pt x="1989" y="15907"/>
                  </a:cubicBezTo>
                  <a:lnTo>
                    <a:pt x="2037" y="15859"/>
                  </a:lnTo>
                  <a:cubicBezTo>
                    <a:pt x="2049" y="15835"/>
                    <a:pt x="2073" y="15823"/>
                    <a:pt x="2085" y="15812"/>
                  </a:cubicBezTo>
                  <a:lnTo>
                    <a:pt x="2132" y="15752"/>
                  </a:lnTo>
                  <a:cubicBezTo>
                    <a:pt x="2144" y="15740"/>
                    <a:pt x="2156" y="15728"/>
                    <a:pt x="2168" y="15704"/>
                  </a:cubicBezTo>
                  <a:cubicBezTo>
                    <a:pt x="2180" y="15692"/>
                    <a:pt x="2192" y="15681"/>
                    <a:pt x="2204" y="15657"/>
                  </a:cubicBezTo>
                  <a:cubicBezTo>
                    <a:pt x="2216" y="15645"/>
                    <a:pt x="2227" y="15633"/>
                    <a:pt x="2239" y="15609"/>
                  </a:cubicBezTo>
                  <a:lnTo>
                    <a:pt x="2263" y="15561"/>
                  </a:lnTo>
                  <a:lnTo>
                    <a:pt x="2287" y="15514"/>
                  </a:lnTo>
                  <a:cubicBezTo>
                    <a:pt x="2299" y="15502"/>
                    <a:pt x="2311" y="15478"/>
                    <a:pt x="2311" y="15466"/>
                  </a:cubicBezTo>
                  <a:cubicBezTo>
                    <a:pt x="2323" y="15454"/>
                    <a:pt x="2335" y="15431"/>
                    <a:pt x="2335" y="15419"/>
                  </a:cubicBezTo>
                  <a:cubicBezTo>
                    <a:pt x="2347" y="15407"/>
                    <a:pt x="2347" y="15383"/>
                    <a:pt x="2358" y="15371"/>
                  </a:cubicBezTo>
                  <a:cubicBezTo>
                    <a:pt x="2358" y="15359"/>
                    <a:pt x="2370" y="15335"/>
                    <a:pt x="2370" y="15323"/>
                  </a:cubicBezTo>
                  <a:cubicBezTo>
                    <a:pt x="2382" y="15311"/>
                    <a:pt x="2382" y="15288"/>
                    <a:pt x="2382" y="15276"/>
                  </a:cubicBezTo>
                  <a:lnTo>
                    <a:pt x="2394" y="15228"/>
                  </a:lnTo>
                  <a:lnTo>
                    <a:pt x="2406" y="15180"/>
                  </a:lnTo>
                  <a:cubicBezTo>
                    <a:pt x="2406" y="15157"/>
                    <a:pt x="2418" y="15145"/>
                    <a:pt x="2418" y="15133"/>
                  </a:cubicBezTo>
                  <a:lnTo>
                    <a:pt x="2418" y="15085"/>
                  </a:lnTo>
                  <a:lnTo>
                    <a:pt x="2418" y="15026"/>
                  </a:lnTo>
                  <a:lnTo>
                    <a:pt x="2418" y="14978"/>
                  </a:lnTo>
                  <a:lnTo>
                    <a:pt x="2418" y="14954"/>
                  </a:lnTo>
                  <a:lnTo>
                    <a:pt x="2418" y="1214"/>
                  </a:lnTo>
                  <a:lnTo>
                    <a:pt x="2406" y="1214"/>
                  </a:lnTo>
                  <a:lnTo>
                    <a:pt x="2406" y="1167"/>
                  </a:lnTo>
                  <a:lnTo>
                    <a:pt x="2406" y="1119"/>
                  </a:lnTo>
                  <a:lnTo>
                    <a:pt x="2406" y="1072"/>
                  </a:lnTo>
                  <a:cubicBezTo>
                    <a:pt x="2406" y="1060"/>
                    <a:pt x="2406" y="1036"/>
                    <a:pt x="2406" y="1024"/>
                  </a:cubicBezTo>
                  <a:lnTo>
                    <a:pt x="2406" y="976"/>
                  </a:lnTo>
                  <a:cubicBezTo>
                    <a:pt x="2406" y="964"/>
                    <a:pt x="2394" y="941"/>
                    <a:pt x="2394" y="929"/>
                  </a:cubicBezTo>
                  <a:cubicBezTo>
                    <a:pt x="2382" y="917"/>
                    <a:pt x="2382" y="893"/>
                    <a:pt x="2370" y="881"/>
                  </a:cubicBezTo>
                  <a:cubicBezTo>
                    <a:pt x="2370" y="869"/>
                    <a:pt x="2370" y="845"/>
                    <a:pt x="2358" y="833"/>
                  </a:cubicBezTo>
                  <a:lnTo>
                    <a:pt x="2347" y="786"/>
                  </a:lnTo>
                  <a:lnTo>
                    <a:pt x="2323" y="738"/>
                  </a:lnTo>
                  <a:cubicBezTo>
                    <a:pt x="2323" y="714"/>
                    <a:pt x="2311" y="703"/>
                    <a:pt x="2299" y="691"/>
                  </a:cubicBezTo>
                  <a:cubicBezTo>
                    <a:pt x="2299" y="667"/>
                    <a:pt x="2287" y="655"/>
                    <a:pt x="2275" y="643"/>
                  </a:cubicBezTo>
                  <a:lnTo>
                    <a:pt x="2251" y="595"/>
                  </a:lnTo>
                  <a:lnTo>
                    <a:pt x="2216" y="548"/>
                  </a:lnTo>
                  <a:cubicBezTo>
                    <a:pt x="2204" y="524"/>
                    <a:pt x="2192" y="512"/>
                    <a:pt x="2180" y="500"/>
                  </a:cubicBezTo>
                  <a:cubicBezTo>
                    <a:pt x="2168" y="476"/>
                    <a:pt x="2156" y="464"/>
                    <a:pt x="2144" y="452"/>
                  </a:cubicBezTo>
                  <a:lnTo>
                    <a:pt x="2108" y="393"/>
                  </a:lnTo>
                  <a:lnTo>
                    <a:pt x="2061" y="345"/>
                  </a:lnTo>
                  <a:lnTo>
                    <a:pt x="2001" y="298"/>
                  </a:lnTo>
                  <a:cubicBezTo>
                    <a:pt x="1989" y="286"/>
                    <a:pt x="1966" y="274"/>
                    <a:pt x="1942" y="250"/>
                  </a:cubicBezTo>
                  <a:lnTo>
                    <a:pt x="1882" y="202"/>
                  </a:lnTo>
                  <a:lnTo>
                    <a:pt x="1799" y="155"/>
                  </a:lnTo>
                  <a:cubicBezTo>
                    <a:pt x="1763" y="143"/>
                    <a:pt x="1739" y="119"/>
                    <a:pt x="1704" y="107"/>
                  </a:cubicBezTo>
                  <a:cubicBezTo>
                    <a:pt x="1668" y="95"/>
                    <a:pt x="1620" y="71"/>
                    <a:pt x="1573" y="60"/>
                  </a:cubicBezTo>
                  <a:cubicBezTo>
                    <a:pt x="1501" y="36"/>
                    <a:pt x="1418" y="12"/>
                    <a:pt x="1334" y="12"/>
                  </a:cubicBezTo>
                  <a:cubicBezTo>
                    <a:pt x="1287" y="0"/>
                    <a:pt x="1251" y="0"/>
                    <a:pt x="120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4" name="Google Shape;2924;p25"/>
            <p:cNvSpPr/>
            <p:nvPr/>
          </p:nvSpPr>
          <p:spPr>
            <a:xfrm>
              <a:off x="4059511" y="-169612"/>
              <a:ext cx="142572" cy="125041"/>
            </a:xfrm>
            <a:custGeom>
              <a:avLst/>
              <a:gdLst/>
              <a:ahLst/>
              <a:cxnLst/>
              <a:rect l="l" t="t" r="r" b="b"/>
              <a:pathLst>
                <a:path w="4359" h="3823" extrusionOk="0">
                  <a:moveTo>
                    <a:pt x="1131" y="0"/>
                  </a:moveTo>
                  <a:cubicBezTo>
                    <a:pt x="512" y="0"/>
                    <a:pt x="0" y="512"/>
                    <a:pt x="0" y="1131"/>
                  </a:cubicBezTo>
                  <a:lnTo>
                    <a:pt x="0" y="2679"/>
                  </a:lnTo>
                  <a:cubicBezTo>
                    <a:pt x="0" y="3310"/>
                    <a:pt x="512" y="3810"/>
                    <a:pt x="1131" y="3822"/>
                  </a:cubicBezTo>
                  <a:lnTo>
                    <a:pt x="3215" y="3822"/>
                  </a:lnTo>
                  <a:cubicBezTo>
                    <a:pt x="3846" y="3810"/>
                    <a:pt x="4358" y="3310"/>
                    <a:pt x="4358" y="2679"/>
                  </a:cubicBezTo>
                  <a:lnTo>
                    <a:pt x="4358" y="1131"/>
                  </a:lnTo>
                  <a:cubicBezTo>
                    <a:pt x="4358" y="512"/>
                    <a:pt x="3846" y="0"/>
                    <a:pt x="3215" y="0"/>
                  </a:cubicBezTo>
                  <a:close/>
                </a:path>
              </a:pathLst>
            </a:custGeom>
            <a:solidFill>
              <a:srgbClr val="821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5" name="Google Shape;2925;p25"/>
            <p:cNvSpPr/>
            <p:nvPr/>
          </p:nvSpPr>
          <p:spPr>
            <a:xfrm>
              <a:off x="4059511" y="277825"/>
              <a:ext cx="142572" cy="124648"/>
            </a:xfrm>
            <a:custGeom>
              <a:avLst/>
              <a:gdLst/>
              <a:ahLst/>
              <a:cxnLst/>
              <a:rect l="l" t="t" r="r" b="b"/>
              <a:pathLst>
                <a:path w="4359" h="3811" extrusionOk="0">
                  <a:moveTo>
                    <a:pt x="1131" y="0"/>
                  </a:moveTo>
                  <a:cubicBezTo>
                    <a:pt x="512" y="0"/>
                    <a:pt x="0" y="512"/>
                    <a:pt x="0" y="1132"/>
                  </a:cubicBezTo>
                  <a:lnTo>
                    <a:pt x="0" y="2679"/>
                  </a:lnTo>
                  <a:cubicBezTo>
                    <a:pt x="0" y="3310"/>
                    <a:pt x="512" y="3810"/>
                    <a:pt x="1131" y="3810"/>
                  </a:cubicBezTo>
                  <a:lnTo>
                    <a:pt x="3215" y="3810"/>
                  </a:lnTo>
                  <a:cubicBezTo>
                    <a:pt x="3846" y="3810"/>
                    <a:pt x="4358" y="3310"/>
                    <a:pt x="4358" y="2679"/>
                  </a:cubicBezTo>
                  <a:lnTo>
                    <a:pt x="4358" y="1132"/>
                  </a:lnTo>
                  <a:cubicBezTo>
                    <a:pt x="4358" y="512"/>
                    <a:pt x="3846" y="0"/>
                    <a:pt x="3215" y="0"/>
                  </a:cubicBezTo>
                  <a:close/>
                </a:path>
              </a:pathLst>
            </a:custGeom>
            <a:solidFill>
              <a:srgbClr val="821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6" name="Google Shape;2926;p25"/>
            <p:cNvSpPr/>
            <p:nvPr/>
          </p:nvSpPr>
          <p:spPr>
            <a:xfrm>
              <a:off x="4082079" y="-148189"/>
              <a:ext cx="80264" cy="529240"/>
            </a:xfrm>
            <a:custGeom>
              <a:avLst/>
              <a:gdLst/>
              <a:ahLst/>
              <a:cxnLst/>
              <a:rect l="l" t="t" r="r" b="b"/>
              <a:pathLst>
                <a:path w="2454" h="16181" extrusionOk="0">
                  <a:moveTo>
                    <a:pt x="1227" y="0"/>
                  </a:moveTo>
                  <a:cubicBezTo>
                    <a:pt x="930" y="0"/>
                    <a:pt x="632" y="119"/>
                    <a:pt x="418" y="310"/>
                  </a:cubicBezTo>
                  <a:lnTo>
                    <a:pt x="394" y="333"/>
                  </a:lnTo>
                  <a:cubicBezTo>
                    <a:pt x="358" y="369"/>
                    <a:pt x="334" y="393"/>
                    <a:pt x="299" y="429"/>
                  </a:cubicBezTo>
                  <a:cubicBezTo>
                    <a:pt x="275" y="452"/>
                    <a:pt x="263" y="476"/>
                    <a:pt x="251" y="500"/>
                  </a:cubicBezTo>
                  <a:cubicBezTo>
                    <a:pt x="227" y="524"/>
                    <a:pt x="203" y="560"/>
                    <a:pt x="180" y="595"/>
                  </a:cubicBezTo>
                  <a:cubicBezTo>
                    <a:pt x="156" y="631"/>
                    <a:pt x="144" y="655"/>
                    <a:pt x="132" y="691"/>
                  </a:cubicBezTo>
                  <a:cubicBezTo>
                    <a:pt x="108" y="726"/>
                    <a:pt x="96" y="750"/>
                    <a:pt x="84" y="786"/>
                  </a:cubicBezTo>
                  <a:cubicBezTo>
                    <a:pt x="72" y="833"/>
                    <a:pt x="60" y="869"/>
                    <a:pt x="49" y="917"/>
                  </a:cubicBezTo>
                  <a:cubicBezTo>
                    <a:pt x="49" y="941"/>
                    <a:pt x="37" y="964"/>
                    <a:pt x="25" y="1000"/>
                  </a:cubicBezTo>
                  <a:cubicBezTo>
                    <a:pt x="13" y="1072"/>
                    <a:pt x="1" y="1143"/>
                    <a:pt x="1" y="1226"/>
                  </a:cubicBezTo>
                  <a:lnTo>
                    <a:pt x="1" y="14954"/>
                  </a:lnTo>
                  <a:cubicBezTo>
                    <a:pt x="1" y="15633"/>
                    <a:pt x="549" y="16181"/>
                    <a:pt x="1227" y="16181"/>
                  </a:cubicBezTo>
                  <a:cubicBezTo>
                    <a:pt x="1311" y="16181"/>
                    <a:pt x="1394" y="16169"/>
                    <a:pt x="1477" y="16157"/>
                  </a:cubicBezTo>
                  <a:lnTo>
                    <a:pt x="1525" y="16145"/>
                  </a:lnTo>
                  <a:cubicBezTo>
                    <a:pt x="1584" y="16121"/>
                    <a:pt x="1656" y="16097"/>
                    <a:pt x="1727" y="16073"/>
                  </a:cubicBezTo>
                  <a:lnTo>
                    <a:pt x="1739" y="16073"/>
                  </a:lnTo>
                  <a:cubicBezTo>
                    <a:pt x="1882" y="16002"/>
                    <a:pt x="2013" y="15907"/>
                    <a:pt x="2120" y="15788"/>
                  </a:cubicBezTo>
                  <a:cubicBezTo>
                    <a:pt x="2335" y="15561"/>
                    <a:pt x="2454" y="15276"/>
                    <a:pt x="2454" y="14966"/>
                  </a:cubicBezTo>
                  <a:lnTo>
                    <a:pt x="2454" y="1226"/>
                  </a:lnTo>
                  <a:cubicBezTo>
                    <a:pt x="2454" y="548"/>
                    <a:pt x="1906" y="0"/>
                    <a:pt x="1227" y="0"/>
                  </a:cubicBezTo>
                  <a:close/>
                </a:path>
              </a:pathLst>
            </a:custGeom>
            <a:solidFill>
              <a:srgbClr val="272425">
                <a:alpha val="200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7" name="Google Shape;2927;p25"/>
            <p:cNvSpPr/>
            <p:nvPr/>
          </p:nvSpPr>
          <p:spPr>
            <a:xfrm>
              <a:off x="4093003" y="-148189"/>
              <a:ext cx="79872" cy="529240"/>
            </a:xfrm>
            <a:custGeom>
              <a:avLst/>
              <a:gdLst/>
              <a:ahLst/>
              <a:cxnLst/>
              <a:rect l="l" t="t" r="r" b="b"/>
              <a:pathLst>
                <a:path w="2442" h="16181" extrusionOk="0">
                  <a:moveTo>
                    <a:pt x="1143" y="0"/>
                  </a:moveTo>
                  <a:cubicBezTo>
                    <a:pt x="1048" y="0"/>
                    <a:pt x="965" y="24"/>
                    <a:pt x="881" y="48"/>
                  </a:cubicBezTo>
                  <a:cubicBezTo>
                    <a:pt x="834" y="60"/>
                    <a:pt x="798" y="71"/>
                    <a:pt x="750" y="83"/>
                  </a:cubicBezTo>
                  <a:cubicBezTo>
                    <a:pt x="715" y="107"/>
                    <a:pt x="679" y="119"/>
                    <a:pt x="655" y="131"/>
                  </a:cubicBezTo>
                  <a:cubicBezTo>
                    <a:pt x="619" y="155"/>
                    <a:pt x="596" y="167"/>
                    <a:pt x="572" y="179"/>
                  </a:cubicBezTo>
                  <a:cubicBezTo>
                    <a:pt x="548" y="202"/>
                    <a:pt x="524" y="214"/>
                    <a:pt x="500" y="226"/>
                  </a:cubicBezTo>
                  <a:lnTo>
                    <a:pt x="441" y="274"/>
                  </a:lnTo>
                  <a:lnTo>
                    <a:pt x="393" y="322"/>
                  </a:lnTo>
                  <a:cubicBezTo>
                    <a:pt x="369" y="333"/>
                    <a:pt x="358" y="357"/>
                    <a:pt x="346" y="369"/>
                  </a:cubicBezTo>
                  <a:cubicBezTo>
                    <a:pt x="322" y="381"/>
                    <a:pt x="310" y="393"/>
                    <a:pt x="298" y="417"/>
                  </a:cubicBezTo>
                  <a:cubicBezTo>
                    <a:pt x="286" y="429"/>
                    <a:pt x="274" y="441"/>
                    <a:pt x="262" y="464"/>
                  </a:cubicBezTo>
                  <a:cubicBezTo>
                    <a:pt x="250" y="476"/>
                    <a:pt x="238" y="488"/>
                    <a:pt x="227" y="512"/>
                  </a:cubicBezTo>
                  <a:lnTo>
                    <a:pt x="191" y="560"/>
                  </a:lnTo>
                  <a:lnTo>
                    <a:pt x="167" y="607"/>
                  </a:lnTo>
                  <a:lnTo>
                    <a:pt x="131" y="655"/>
                  </a:lnTo>
                  <a:lnTo>
                    <a:pt x="107" y="703"/>
                  </a:lnTo>
                  <a:cubicBezTo>
                    <a:pt x="107" y="714"/>
                    <a:pt x="96" y="726"/>
                    <a:pt x="96" y="750"/>
                  </a:cubicBezTo>
                  <a:cubicBezTo>
                    <a:pt x="84" y="762"/>
                    <a:pt x="84" y="774"/>
                    <a:pt x="72" y="786"/>
                  </a:cubicBezTo>
                  <a:lnTo>
                    <a:pt x="60" y="833"/>
                  </a:lnTo>
                  <a:lnTo>
                    <a:pt x="36" y="881"/>
                  </a:lnTo>
                  <a:cubicBezTo>
                    <a:pt x="36" y="905"/>
                    <a:pt x="36" y="917"/>
                    <a:pt x="24" y="929"/>
                  </a:cubicBezTo>
                  <a:cubicBezTo>
                    <a:pt x="24" y="953"/>
                    <a:pt x="24" y="964"/>
                    <a:pt x="12" y="976"/>
                  </a:cubicBezTo>
                  <a:cubicBezTo>
                    <a:pt x="12" y="1000"/>
                    <a:pt x="12" y="1012"/>
                    <a:pt x="12" y="1024"/>
                  </a:cubicBezTo>
                  <a:cubicBezTo>
                    <a:pt x="0" y="1048"/>
                    <a:pt x="12" y="1060"/>
                    <a:pt x="12" y="1072"/>
                  </a:cubicBezTo>
                  <a:lnTo>
                    <a:pt x="12" y="1119"/>
                  </a:lnTo>
                  <a:lnTo>
                    <a:pt x="12" y="1167"/>
                  </a:lnTo>
                  <a:lnTo>
                    <a:pt x="12" y="1214"/>
                  </a:lnTo>
                  <a:lnTo>
                    <a:pt x="12" y="14954"/>
                  </a:lnTo>
                  <a:cubicBezTo>
                    <a:pt x="12" y="14966"/>
                    <a:pt x="12" y="14978"/>
                    <a:pt x="12" y="14990"/>
                  </a:cubicBezTo>
                  <a:lnTo>
                    <a:pt x="12" y="15050"/>
                  </a:lnTo>
                  <a:cubicBezTo>
                    <a:pt x="12" y="15061"/>
                    <a:pt x="12" y="15073"/>
                    <a:pt x="12" y="15097"/>
                  </a:cubicBezTo>
                  <a:cubicBezTo>
                    <a:pt x="12" y="15109"/>
                    <a:pt x="12" y="15121"/>
                    <a:pt x="12" y="15145"/>
                  </a:cubicBezTo>
                  <a:cubicBezTo>
                    <a:pt x="12" y="15157"/>
                    <a:pt x="12" y="15169"/>
                    <a:pt x="12" y="15192"/>
                  </a:cubicBezTo>
                  <a:cubicBezTo>
                    <a:pt x="12" y="15204"/>
                    <a:pt x="12" y="15216"/>
                    <a:pt x="24" y="15240"/>
                  </a:cubicBezTo>
                  <a:cubicBezTo>
                    <a:pt x="36" y="15252"/>
                    <a:pt x="36" y="15276"/>
                    <a:pt x="36" y="15288"/>
                  </a:cubicBezTo>
                  <a:cubicBezTo>
                    <a:pt x="48" y="15300"/>
                    <a:pt x="48" y="15323"/>
                    <a:pt x="60" y="15335"/>
                  </a:cubicBezTo>
                  <a:lnTo>
                    <a:pt x="72" y="15383"/>
                  </a:lnTo>
                  <a:cubicBezTo>
                    <a:pt x="72" y="15407"/>
                    <a:pt x="84" y="15419"/>
                    <a:pt x="96" y="15431"/>
                  </a:cubicBezTo>
                  <a:cubicBezTo>
                    <a:pt x="96" y="15454"/>
                    <a:pt x="107" y="15466"/>
                    <a:pt x="119" y="15478"/>
                  </a:cubicBezTo>
                  <a:cubicBezTo>
                    <a:pt x="119" y="15502"/>
                    <a:pt x="131" y="15514"/>
                    <a:pt x="143" y="15526"/>
                  </a:cubicBezTo>
                  <a:cubicBezTo>
                    <a:pt x="143" y="15550"/>
                    <a:pt x="155" y="15561"/>
                    <a:pt x="167" y="15585"/>
                  </a:cubicBezTo>
                  <a:cubicBezTo>
                    <a:pt x="179" y="15597"/>
                    <a:pt x="191" y="15609"/>
                    <a:pt x="191" y="15633"/>
                  </a:cubicBezTo>
                  <a:lnTo>
                    <a:pt x="227" y="15681"/>
                  </a:lnTo>
                  <a:lnTo>
                    <a:pt x="262" y="15728"/>
                  </a:lnTo>
                  <a:lnTo>
                    <a:pt x="310" y="15776"/>
                  </a:lnTo>
                  <a:lnTo>
                    <a:pt x="358" y="15823"/>
                  </a:lnTo>
                  <a:lnTo>
                    <a:pt x="417" y="15871"/>
                  </a:lnTo>
                  <a:cubicBezTo>
                    <a:pt x="429" y="15895"/>
                    <a:pt x="453" y="15907"/>
                    <a:pt x="477" y="15931"/>
                  </a:cubicBezTo>
                  <a:cubicBezTo>
                    <a:pt x="500" y="15942"/>
                    <a:pt x="512" y="15954"/>
                    <a:pt x="536" y="15978"/>
                  </a:cubicBezTo>
                  <a:cubicBezTo>
                    <a:pt x="596" y="16014"/>
                    <a:pt x="655" y="16050"/>
                    <a:pt x="727" y="16073"/>
                  </a:cubicBezTo>
                  <a:cubicBezTo>
                    <a:pt x="762" y="16097"/>
                    <a:pt x="810" y="16109"/>
                    <a:pt x="858" y="16121"/>
                  </a:cubicBezTo>
                  <a:cubicBezTo>
                    <a:pt x="965" y="16157"/>
                    <a:pt x="1084" y="16181"/>
                    <a:pt x="1215" y="16181"/>
                  </a:cubicBezTo>
                  <a:lnTo>
                    <a:pt x="1227" y="16181"/>
                  </a:lnTo>
                  <a:cubicBezTo>
                    <a:pt x="1334" y="16181"/>
                    <a:pt x="1441" y="16169"/>
                    <a:pt x="1536" y="16133"/>
                  </a:cubicBezTo>
                  <a:cubicBezTo>
                    <a:pt x="1584" y="16121"/>
                    <a:pt x="1631" y="16109"/>
                    <a:pt x="1679" y="16085"/>
                  </a:cubicBezTo>
                  <a:cubicBezTo>
                    <a:pt x="1715" y="16073"/>
                    <a:pt x="1751" y="16062"/>
                    <a:pt x="1786" y="16038"/>
                  </a:cubicBezTo>
                  <a:cubicBezTo>
                    <a:pt x="1810" y="16026"/>
                    <a:pt x="1834" y="16014"/>
                    <a:pt x="1858" y="15990"/>
                  </a:cubicBezTo>
                  <a:lnTo>
                    <a:pt x="1929" y="15942"/>
                  </a:lnTo>
                  <a:cubicBezTo>
                    <a:pt x="1953" y="15931"/>
                    <a:pt x="1977" y="15919"/>
                    <a:pt x="2001" y="15907"/>
                  </a:cubicBezTo>
                  <a:cubicBezTo>
                    <a:pt x="2012" y="15883"/>
                    <a:pt x="2036" y="15871"/>
                    <a:pt x="2048" y="15859"/>
                  </a:cubicBezTo>
                  <a:lnTo>
                    <a:pt x="2096" y="15812"/>
                  </a:lnTo>
                  <a:lnTo>
                    <a:pt x="2143" y="15752"/>
                  </a:lnTo>
                  <a:cubicBezTo>
                    <a:pt x="2155" y="15740"/>
                    <a:pt x="2167" y="15728"/>
                    <a:pt x="2179" y="15704"/>
                  </a:cubicBezTo>
                  <a:lnTo>
                    <a:pt x="2215" y="15657"/>
                  </a:lnTo>
                  <a:lnTo>
                    <a:pt x="2251" y="15609"/>
                  </a:lnTo>
                  <a:lnTo>
                    <a:pt x="2274" y="15561"/>
                  </a:lnTo>
                  <a:cubicBezTo>
                    <a:pt x="2286" y="15550"/>
                    <a:pt x="2298" y="15538"/>
                    <a:pt x="2310" y="15514"/>
                  </a:cubicBezTo>
                  <a:cubicBezTo>
                    <a:pt x="2310" y="15502"/>
                    <a:pt x="2322" y="15478"/>
                    <a:pt x="2334" y="15466"/>
                  </a:cubicBezTo>
                  <a:cubicBezTo>
                    <a:pt x="2334" y="15454"/>
                    <a:pt x="2346" y="15431"/>
                    <a:pt x="2346" y="15419"/>
                  </a:cubicBezTo>
                  <a:cubicBezTo>
                    <a:pt x="2358" y="15407"/>
                    <a:pt x="2358" y="15383"/>
                    <a:pt x="2370" y="15371"/>
                  </a:cubicBezTo>
                  <a:cubicBezTo>
                    <a:pt x="2370" y="15359"/>
                    <a:pt x="2382" y="15335"/>
                    <a:pt x="2382" y="15323"/>
                  </a:cubicBezTo>
                  <a:cubicBezTo>
                    <a:pt x="2393" y="15311"/>
                    <a:pt x="2393" y="15288"/>
                    <a:pt x="2393" y="15276"/>
                  </a:cubicBezTo>
                  <a:cubicBezTo>
                    <a:pt x="2405" y="15264"/>
                    <a:pt x="2405" y="15240"/>
                    <a:pt x="2405" y="15228"/>
                  </a:cubicBezTo>
                  <a:cubicBezTo>
                    <a:pt x="2417" y="15204"/>
                    <a:pt x="2417" y="15192"/>
                    <a:pt x="2417" y="15180"/>
                  </a:cubicBezTo>
                  <a:cubicBezTo>
                    <a:pt x="2429" y="15157"/>
                    <a:pt x="2417" y="15145"/>
                    <a:pt x="2417" y="15133"/>
                  </a:cubicBezTo>
                  <a:lnTo>
                    <a:pt x="2417" y="15085"/>
                  </a:lnTo>
                  <a:lnTo>
                    <a:pt x="2417" y="15026"/>
                  </a:lnTo>
                  <a:lnTo>
                    <a:pt x="2417" y="14978"/>
                  </a:lnTo>
                  <a:lnTo>
                    <a:pt x="2417" y="1214"/>
                  </a:lnTo>
                  <a:lnTo>
                    <a:pt x="2441" y="1214"/>
                  </a:lnTo>
                  <a:lnTo>
                    <a:pt x="2441" y="1167"/>
                  </a:lnTo>
                  <a:lnTo>
                    <a:pt x="2441" y="1119"/>
                  </a:lnTo>
                  <a:cubicBezTo>
                    <a:pt x="2441" y="1107"/>
                    <a:pt x="2441" y="1084"/>
                    <a:pt x="2441" y="1072"/>
                  </a:cubicBezTo>
                  <a:cubicBezTo>
                    <a:pt x="2441" y="1060"/>
                    <a:pt x="2441" y="1036"/>
                    <a:pt x="2441" y="1024"/>
                  </a:cubicBezTo>
                  <a:cubicBezTo>
                    <a:pt x="2441" y="1012"/>
                    <a:pt x="2441" y="988"/>
                    <a:pt x="2441" y="976"/>
                  </a:cubicBezTo>
                  <a:cubicBezTo>
                    <a:pt x="2441" y="964"/>
                    <a:pt x="2429" y="941"/>
                    <a:pt x="2429" y="929"/>
                  </a:cubicBezTo>
                  <a:cubicBezTo>
                    <a:pt x="2429" y="905"/>
                    <a:pt x="2429" y="893"/>
                    <a:pt x="2417" y="881"/>
                  </a:cubicBezTo>
                  <a:cubicBezTo>
                    <a:pt x="2417" y="869"/>
                    <a:pt x="2405" y="845"/>
                    <a:pt x="2405" y="833"/>
                  </a:cubicBezTo>
                  <a:cubicBezTo>
                    <a:pt x="2405" y="810"/>
                    <a:pt x="2393" y="798"/>
                    <a:pt x="2382" y="786"/>
                  </a:cubicBezTo>
                  <a:cubicBezTo>
                    <a:pt x="2382" y="762"/>
                    <a:pt x="2370" y="750"/>
                    <a:pt x="2370" y="738"/>
                  </a:cubicBezTo>
                  <a:cubicBezTo>
                    <a:pt x="2358" y="714"/>
                    <a:pt x="2346" y="703"/>
                    <a:pt x="2346" y="691"/>
                  </a:cubicBezTo>
                  <a:lnTo>
                    <a:pt x="2298" y="643"/>
                  </a:lnTo>
                  <a:cubicBezTo>
                    <a:pt x="2286" y="619"/>
                    <a:pt x="2274" y="607"/>
                    <a:pt x="2263" y="595"/>
                  </a:cubicBezTo>
                  <a:cubicBezTo>
                    <a:pt x="2251" y="572"/>
                    <a:pt x="2251" y="560"/>
                    <a:pt x="2239" y="548"/>
                  </a:cubicBezTo>
                  <a:lnTo>
                    <a:pt x="2203" y="500"/>
                  </a:lnTo>
                  <a:lnTo>
                    <a:pt x="2167" y="452"/>
                  </a:lnTo>
                  <a:lnTo>
                    <a:pt x="2120" y="393"/>
                  </a:lnTo>
                  <a:lnTo>
                    <a:pt x="2072" y="345"/>
                  </a:lnTo>
                  <a:lnTo>
                    <a:pt x="2024" y="298"/>
                  </a:lnTo>
                  <a:cubicBezTo>
                    <a:pt x="2001" y="286"/>
                    <a:pt x="1977" y="274"/>
                    <a:pt x="1965" y="250"/>
                  </a:cubicBezTo>
                  <a:lnTo>
                    <a:pt x="1893" y="202"/>
                  </a:lnTo>
                  <a:lnTo>
                    <a:pt x="1810" y="155"/>
                  </a:lnTo>
                  <a:cubicBezTo>
                    <a:pt x="1786" y="143"/>
                    <a:pt x="1751" y="119"/>
                    <a:pt x="1715" y="107"/>
                  </a:cubicBezTo>
                  <a:cubicBezTo>
                    <a:pt x="1679" y="95"/>
                    <a:pt x="1631" y="71"/>
                    <a:pt x="1596" y="60"/>
                  </a:cubicBezTo>
                  <a:cubicBezTo>
                    <a:pt x="1512" y="36"/>
                    <a:pt x="1429" y="12"/>
                    <a:pt x="1346" y="12"/>
                  </a:cubicBezTo>
                  <a:cubicBezTo>
                    <a:pt x="1298" y="0"/>
                    <a:pt x="1262" y="0"/>
                    <a:pt x="121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8" name="Google Shape;2928;p25"/>
            <p:cNvSpPr/>
            <p:nvPr/>
          </p:nvSpPr>
          <p:spPr>
            <a:xfrm>
              <a:off x="3688772" y="-169612"/>
              <a:ext cx="142572" cy="125041"/>
            </a:xfrm>
            <a:custGeom>
              <a:avLst/>
              <a:gdLst/>
              <a:ahLst/>
              <a:cxnLst/>
              <a:rect l="l" t="t" r="r" b="b"/>
              <a:pathLst>
                <a:path w="4359" h="3823" extrusionOk="0">
                  <a:moveTo>
                    <a:pt x="1144" y="0"/>
                  </a:moveTo>
                  <a:cubicBezTo>
                    <a:pt x="513" y="0"/>
                    <a:pt x="1" y="512"/>
                    <a:pt x="1" y="1131"/>
                  </a:cubicBezTo>
                  <a:lnTo>
                    <a:pt x="1" y="2679"/>
                  </a:lnTo>
                  <a:cubicBezTo>
                    <a:pt x="1" y="3310"/>
                    <a:pt x="513" y="3810"/>
                    <a:pt x="1144" y="3822"/>
                  </a:cubicBezTo>
                  <a:lnTo>
                    <a:pt x="3227" y="3822"/>
                  </a:lnTo>
                  <a:cubicBezTo>
                    <a:pt x="3846" y="3810"/>
                    <a:pt x="4358" y="3310"/>
                    <a:pt x="4358" y="2679"/>
                  </a:cubicBezTo>
                  <a:lnTo>
                    <a:pt x="4358" y="1131"/>
                  </a:lnTo>
                  <a:cubicBezTo>
                    <a:pt x="4358" y="512"/>
                    <a:pt x="3846" y="0"/>
                    <a:pt x="3227" y="0"/>
                  </a:cubicBezTo>
                  <a:close/>
                </a:path>
              </a:pathLst>
            </a:custGeom>
            <a:solidFill>
              <a:srgbClr val="821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9" name="Google Shape;2929;p25"/>
            <p:cNvSpPr/>
            <p:nvPr/>
          </p:nvSpPr>
          <p:spPr>
            <a:xfrm>
              <a:off x="3688772" y="277825"/>
              <a:ext cx="142572" cy="124648"/>
            </a:xfrm>
            <a:custGeom>
              <a:avLst/>
              <a:gdLst/>
              <a:ahLst/>
              <a:cxnLst/>
              <a:rect l="l" t="t" r="r" b="b"/>
              <a:pathLst>
                <a:path w="4359" h="3811" extrusionOk="0">
                  <a:moveTo>
                    <a:pt x="1144" y="0"/>
                  </a:moveTo>
                  <a:cubicBezTo>
                    <a:pt x="513" y="0"/>
                    <a:pt x="1" y="512"/>
                    <a:pt x="1" y="1132"/>
                  </a:cubicBezTo>
                  <a:lnTo>
                    <a:pt x="1" y="2679"/>
                  </a:lnTo>
                  <a:cubicBezTo>
                    <a:pt x="1" y="3310"/>
                    <a:pt x="513" y="3810"/>
                    <a:pt x="1144" y="3810"/>
                  </a:cubicBezTo>
                  <a:lnTo>
                    <a:pt x="3227" y="3810"/>
                  </a:lnTo>
                  <a:cubicBezTo>
                    <a:pt x="3846" y="3810"/>
                    <a:pt x="4358" y="3310"/>
                    <a:pt x="4358" y="2679"/>
                  </a:cubicBezTo>
                  <a:lnTo>
                    <a:pt x="4358" y="1132"/>
                  </a:lnTo>
                  <a:cubicBezTo>
                    <a:pt x="4358" y="512"/>
                    <a:pt x="3846" y="0"/>
                    <a:pt x="3227" y="0"/>
                  </a:cubicBezTo>
                  <a:close/>
                </a:path>
              </a:pathLst>
            </a:custGeom>
            <a:solidFill>
              <a:srgbClr val="821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0" name="Google Shape;2930;p25"/>
            <p:cNvSpPr/>
            <p:nvPr/>
          </p:nvSpPr>
          <p:spPr>
            <a:xfrm>
              <a:off x="3711766" y="-148189"/>
              <a:ext cx="80231" cy="529240"/>
            </a:xfrm>
            <a:custGeom>
              <a:avLst/>
              <a:gdLst/>
              <a:ahLst/>
              <a:cxnLst/>
              <a:rect l="l" t="t" r="r" b="b"/>
              <a:pathLst>
                <a:path w="2453" h="16181" extrusionOk="0">
                  <a:moveTo>
                    <a:pt x="1226" y="0"/>
                  </a:moveTo>
                  <a:cubicBezTo>
                    <a:pt x="917" y="0"/>
                    <a:pt x="631" y="107"/>
                    <a:pt x="405" y="310"/>
                  </a:cubicBezTo>
                  <a:lnTo>
                    <a:pt x="381" y="333"/>
                  </a:lnTo>
                  <a:cubicBezTo>
                    <a:pt x="357" y="369"/>
                    <a:pt x="322" y="393"/>
                    <a:pt x="286" y="429"/>
                  </a:cubicBezTo>
                  <a:cubicBezTo>
                    <a:pt x="274" y="452"/>
                    <a:pt x="250" y="476"/>
                    <a:pt x="238" y="500"/>
                  </a:cubicBezTo>
                  <a:cubicBezTo>
                    <a:pt x="214" y="524"/>
                    <a:pt x="191" y="560"/>
                    <a:pt x="179" y="595"/>
                  </a:cubicBezTo>
                  <a:cubicBezTo>
                    <a:pt x="155" y="631"/>
                    <a:pt x="131" y="655"/>
                    <a:pt x="119" y="691"/>
                  </a:cubicBezTo>
                  <a:cubicBezTo>
                    <a:pt x="107" y="726"/>
                    <a:pt x="95" y="750"/>
                    <a:pt x="83" y="786"/>
                  </a:cubicBezTo>
                  <a:cubicBezTo>
                    <a:pt x="60" y="833"/>
                    <a:pt x="48" y="869"/>
                    <a:pt x="36" y="917"/>
                  </a:cubicBezTo>
                  <a:cubicBezTo>
                    <a:pt x="36" y="941"/>
                    <a:pt x="24" y="964"/>
                    <a:pt x="12" y="1000"/>
                  </a:cubicBezTo>
                  <a:cubicBezTo>
                    <a:pt x="0" y="1072"/>
                    <a:pt x="0" y="1143"/>
                    <a:pt x="0" y="1226"/>
                  </a:cubicBezTo>
                  <a:lnTo>
                    <a:pt x="0" y="14954"/>
                  </a:lnTo>
                  <a:cubicBezTo>
                    <a:pt x="0" y="15633"/>
                    <a:pt x="548" y="16181"/>
                    <a:pt x="1215" y="16181"/>
                  </a:cubicBezTo>
                  <a:lnTo>
                    <a:pt x="1226" y="16181"/>
                  </a:lnTo>
                  <a:cubicBezTo>
                    <a:pt x="1310" y="16181"/>
                    <a:pt x="1393" y="16169"/>
                    <a:pt x="1476" y="16157"/>
                  </a:cubicBezTo>
                  <a:lnTo>
                    <a:pt x="1512" y="16145"/>
                  </a:lnTo>
                  <a:cubicBezTo>
                    <a:pt x="1584" y="16121"/>
                    <a:pt x="1655" y="16097"/>
                    <a:pt x="1715" y="16073"/>
                  </a:cubicBezTo>
                  <a:lnTo>
                    <a:pt x="1738" y="16073"/>
                  </a:lnTo>
                  <a:cubicBezTo>
                    <a:pt x="1881" y="16002"/>
                    <a:pt x="2012" y="15907"/>
                    <a:pt x="2119" y="15788"/>
                  </a:cubicBezTo>
                  <a:cubicBezTo>
                    <a:pt x="2334" y="15561"/>
                    <a:pt x="2441" y="15276"/>
                    <a:pt x="2453" y="14966"/>
                  </a:cubicBezTo>
                  <a:lnTo>
                    <a:pt x="2453" y="1226"/>
                  </a:lnTo>
                  <a:cubicBezTo>
                    <a:pt x="2453" y="548"/>
                    <a:pt x="1905" y="0"/>
                    <a:pt x="1226" y="0"/>
                  </a:cubicBezTo>
                  <a:close/>
                </a:path>
              </a:pathLst>
            </a:custGeom>
            <a:solidFill>
              <a:srgbClr val="272425">
                <a:alpha val="200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1" name="Google Shape;2931;p25"/>
            <p:cNvSpPr/>
            <p:nvPr/>
          </p:nvSpPr>
          <p:spPr>
            <a:xfrm>
              <a:off x="3723442" y="-148189"/>
              <a:ext cx="79087" cy="529240"/>
            </a:xfrm>
            <a:custGeom>
              <a:avLst/>
              <a:gdLst/>
              <a:ahLst/>
              <a:cxnLst/>
              <a:rect l="l" t="t" r="r" b="b"/>
              <a:pathLst>
                <a:path w="2418" h="16181" extrusionOk="0">
                  <a:moveTo>
                    <a:pt x="1131" y="0"/>
                  </a:moveTo>
                  <a:cubicBezTo>
                    <a:pt x="1048" y="0"/>
                    <a:pt x="965" y="24"/>
                    <a:pt x="881" y="48"/>
                  </a:cubicBezTo>
                  <a:cubicBezTo>
                    <a:pt x="834" y="60"/>
                    <a:pt x="786" y="71"/>
                    <a:pt x="738" y="83"/>
                  </a:cubicBezTo>
                  <a:cubicBezTo>
                    <a:pt x="715" y="107"/>
                    <a:pt x="679" y="119"/>
                    <a:pt x="643" y="131"/>
                  </a:cubicBezTo>
                  <a:cubicBezTo>
                    <a:pt x="608" y="155"/>
                    <a:pt x="596" y="167"/>
                    <a:pt x="572" y="179"/>
                  </a:cubicBezTo>
                  <a:cubicBezTo>
                    <a:pt x="536" y="202"/>
                    <a:pt x="524" y="214"/>
                    <a:pt x="500" y="226"/>
                  </a:cubicBezTo>
                  <a:cubicBezTo>
                    <a:pt x="477" y="238"/>
                    <a:pt x="453" y="262"/>
                    <a:pt x="429" y="274"/>
                  </a:cubicBezTo>
                  <a:lnTo>
                    <a:pt x="381" y="322"/>
                  </a:lnTo>
                  <a:lnTo>
                    <a:pt x="334" y="369"/>
                  </a:lnTo>
                  <a:cubicBezTo>
                    <a:pt x="322" y="381"/>
                    <a:pt x="298" y="393"/>
                    <a:pt x="286" y="417"/>
                  </a:cubicBezTo>
                  <a:lnTo>
                    <a:pt x="250" y="464"/>
                  </a:lnTo>
                  <a:lnTo>
                    <a:pt x="215" y="512"/>
                  </a:lnTo>
                  <a:lnTo>
                    <a:pt x="179" y="560"/>
                  </a:lnTo>
                  <a:cubicBezTo>
                    <a:pt x="179" y="572"/>
                    <a:pt x="167" y="583"/>
                    <a:pt x="155" y="607"/>
                  </a:cubicBezTo>
                  <a:cubicBezTo>
                    <a:pt x="143" y="619"/>
                    <a:pt x="131" y="631"/>
                    <a:pt x="131" y="655"/>
                  </a:cubicBezTo>
                  <a:cubicBezTo>
                    <a:pt x="119" y="667"/>
                    <a:pt x="119" y="679"/>
                    <a:pt x="107" y="703"/>
                  </a:cubicBezTo>
                  <a:lnTo>
                    <a:pt x="84" y="750"/>
                  </a:lnTo>
                  <a:cubicBezTo>
                    <a:pt x="84" y="762"/>
                    <a:pt x="72" y="774"/>
                    <a:pt x="72" y="786"/>
                  </a:cubicBezTo>
                  <a:lnTo>
                    <a:pt x="48" y="833"/>
                  </a:lnTo>
                  <a:lnTo>
                    <a:pt x="36" y="881"/>
                  </a:lnTo>
                  <a:lnTo>
                    <a:pt x="24" y="929"/>
                  </a:lnTo>
                  <a:cubicBezTo>
                    <a:pt x="24" y="953"/>
                    <a:pt x="12" y="964"/>
                    <a:pt x="12" y="976"/>
                  </a:cubicBezTo>
                  <a:cubicBezTo>
                    <a:pt x="12" y="1000"/>
                    <a:pt x="12" y="1012"/>
                    <a:pt x="12" y="1024"/>
                  </a:cubicBezTo>
                  <a:cubicBezTo>
                    <a:pt x="12" y="1048"/>
                    <a:pt x="12" y="1060"/>
                    <a:pt x="0" y="1072"/>
                  </a:cubicBezTo>
                  <a:lnTo>
                    <a:pt x="0" y="1119"/>
                  </a:lnTo>
                  <a:lnTo>
                    <a:pt x="0" y="1167"/>
                  </a:lnTo>
                  <a:lnTo>
                    <a:pt x="0" y="1214"/>
                  </a:lnTo>
                  <a:lnTo>
                    <a:pt x="0" y="14954"/>
                  </a:lnTo>
                  <a:lnTo>
                    <a:pt x="0" y="14990"/>
                  </a:lnTo>
                  <a:lnTo>
                    <a:pt x="0" y="15050"/>
                  </a:lnTo>
                  <a:lnTo>
                    <a:pt x="0" y="15097"/>
                  </a:lnTo>
                  <a:cubicBezTo>
                    <a:pt x="0" y="15109"/>
                    <a:pt x="0" y="15121"/>
                    <a:pt x="12" y="15145"/>
                  </a:cubicBezTo>
                  <a:cubicBezTo>
                    <a:pt x="12" y="15157"/>
                    <a:pt x="12" y="15169"/>
                    <a:pt x="12" y="15192"/>
                  </a:cubicBezTo>
                  <a:cubicBezTo>
                    <a:pt x="12" y="15204"/>
                    <a:pt x="12" y="15216"/>
                    <a:pt x="24" y="15240"/>
                  </a:cubicBezTo>
                  <a:cubicBezTo>
                    <a:pt x="36" y="15252"/>
                    <a:pt x="24" y="15276"/>
                    <a:pt x="36" y="15288"/>
                  </a:cubicBezTo>
                  <a:cubicBezTo>
                    <a:pt x="48" y="15300"/>
                    <a:pt x="48" y="15323"/>
                    <a:pt x="48" y="15335"/>
                  </a:cubicBezTo>
                  <a:cubicBezTo>
                    <a:pt x="60" y="15347"/>
                    <a:pt x="60" y="15371"/>
                    <a:pt x="72" y="15383"/>
                  </a:cubicBezTo>
                  <a:cubicBezTo>
                    <a:pt x="72" y="15407"/>
                    <a:pt x="84" y="15419"/>
                    <a:pt x="84" y="15431"/>
                  </a:cubicBezTo>
                  <a:cubicBezTo>
                    <a:pt x="96" y="15454"/>
                    <a:pt x="96" y="15466"/>
                    <a:pt x="107" y="15478"/>
                  </a:cubicBezTo>
                  <a:lnTo>
                    <a:pt x="131" y="15526"/>
                  </a:lnTo>
                  <a:lnTo>
                    <a:pt x="167" y="15585"/>
                  </a:lnTo>
                  <a:cubicBezTo>
                    <a:pt x="167" y="15597"/>
                    <a:pt x="179" y="15609"/>
                    <a:pt x="191" y="15633"/>
                  </a:cubicBezTo>
                  <a:cubicBezTo>
                    <a:pt x="203" y="15645"/>
                    <a:pt x="215" y="15669"/>
                    <a:pt x="227" y="15681"/>
                  </a:cubicBezTo>
                  <a:lnTo>
                    <a:pt x="262" y="15728"/>
                  </a:lnTo>
                  <a:lnTo>
                    <a:pt x="310" y="15776"/>
                  </a:lnTo>
                  <a:lnTo>
                    <a:pt x="357" y="15823"/>
                  </a:lnTo>
                  <a:lnTo>
                    <a:pt x="405" y="15871"/>
                  </a:lnTo>
                  <a:cubicBezTo>
                    <a:pt x="429" y="15895"/>
                    <a:pt x="453" y="15907"/>
                    <a:pt x="465" y="15931"/>
                  </a:cubicBezTo>
                  <a:lnTo>
                    <a:pt x="536" y="15978"/>
                  </a:lnTo>
                  <a:cubicBezTo>
                    <a:pt x="596" y="16014"/>
                    <a:pt x="655" y="16050"/>
                    <a:pt x="715" y="16073"/>
                  </a:cubicBezTo>
                  <a:cubicBezTo>
                    <a:pt x="762" y="16097"/>
                    <a:pt x="810" y="16109"/>
                    <a:pt x="846" y="16121"/>
                  </a:cubicBezTo>
                  <a:cubicBezTo>
                    <a:pt x="965" y="16157"/>
                    <a:pt x="1084" y="16181"/>
                    <a:pt x="1203" y="16181"/>
                  </a:cubicBezTo>
                  <a:lnTo>
                    <a:pt x="1215" y="16181"/>
                  </a:lnTo>
                  <a:cubicBezTo>
                    <a:pt x="1322" y="16181"/>
                    <a:pt x="1429" y="16169"/>
                    <a:pt x="1536" y="16133"/>
                  </a:cubicBezTo>
                  <a:cubicBezTo>
                    <a:pt x="1584" y="16121"/>
                    <a:pt x="1631" y="16109"/>
                    <a:pt x="1679" y="16085"/>
                  </a:cubicBezTo>
                  <a:cubicBezTo>
                    <a:pt x="1715" y="16073"/>
                    <a:pt x="1739" y="16062"/>
                    <a:pt x="1774" y="16038"/>
                  </a:cubicBezTo>
                  <a:lnTo>
                    <a:pt x="1858" y="15990"/>
                  </a:lnTo>
                  <a:lnTo>
                    <a:pt x="1929" y="15942"/>
                  </a:lnTo>
                  <a:cubicBezTo>
                    <a:pt x="1953" y="15931"/>
                    <a:pt x="1977" y="15919"/>
                    <a:pt x="1989" y="15907"/>
                  </a:cubicBezTo>
                  <a:lnTo>
                    <a:pt x="2048" y="15859"/>
                  </a:lnTo>
                  <a:lnTo>
                    <a:pt x="2096" y="15812"/>
                  </a:lnTo>
                  <a:lnTo>
                    <a:pt x="2143" y="15752"/>
                  </a:lnTo>
                  <a:cubicBezTo>
                    <a:pt x="2155" y="15740"/>
                    <a:pt x="2167" y="15728"/>
                    <a:pt x="2179" y="15704"/>
                  </a:cubicBezTo>
                  <a:cubicBezTo>
                    <a:pt x="2191" y="15692"/>
                    <a:pt x="2203" y="15681"/>
                    <a:pt x="2215" y="15657"/>
                  </a:cubicBezTo>
                  <a:cubicBezTo>
                    <a:pt x="2227" y="15645"/>
                    <a:pt x="2239" y="15633"/>
                    <a:pt x="2251" y="15609"/>
                  </a:cubicBezTo>
                  <a:lnTo>
                    <a:pt x="2274" y="15561"/>
                  </a:lnTo>
                  <a:lnTo>
                    <a:pt x="2298" y="15514"/>
                  </a:lnTo>
                  <a:cubicBezTo>
                    <a:pt x="2310" y="15502"/>
                    <a:pt x="2322" y="15478"/>
                    <a:pt x="2322" y="15466"/>
                  </a:cubicBezTo>
                  <a:cubicBezTo>
                    <a:pt x="2334" y="15454"/>
                    <a:pt x="2334" y="15431"/>
                    <a:pt x="2346" y="15419"/>
                  </a:cubicBezTo>
                  <a:cubicBezTo>
                    <a:pt x="2346" y="15407"/>
                    <a:pt x="2358" y="15383"/>
                    <a:pt x="2358" y="15371"/>
                  </a:cubicBezTo>
                  <a:cubicBezTo>
                    <a:pt x="2358" y="15359"/>
                    <a:pt x="2382" y="15335"/>
                    <a:pt x="2382" y="15323"/>
                  </a:cubicBezTo>
                  <a:cubicBezTo>
                    <a:pt x="2382" y="15311"/>
                    <a:pt x="2393" y="15288"/>
                    <a:pt x="2393" y="15276"/>
                  </a:cubicBezTo>
                  <a:lnTo>
                    <a:pt x="2405" y="15228"/>
                  </a:lnTo>
                  <a:lnTo>
                    <a:pt x="2417" y="15180"/>
                  </a:lnTo>
                  <a:cubicBezTo>
                    <a:pt x="2417" y="15157"/>
                    <a:pt x="2417" y="15145"/>
                    <a:pt x="2417" y="15133"/>
                  </a:cubicBezTo>
                  <a:lnTo>
                    <a:pt x="2417" y="15085"/>
                  </a:lnTo>
                  <a:lnTo>
                    <a:pt x="2417" y="15026"/>
                  </a:lnTo>
                  <a:lnTo>
                    <a:pt x="2417" y="14978"/>
                  </a:lnTo>
                  <a:lnTo>
                    <a:pt x="2417" y="14954"/>
                  </a:lnTo>
                  <a:lnTo>
                    <a:pt x="2417" y="1214"/>
                  </a:lnTo>
                  <a:lnTo>
                    <a:pt x="2417" y="1167"/>
                  </a:lnTo>
                  <a:lnTo>
                    <a:pt x="2417" y="1119"/>
                  </a:lnTo>
                  <a:lnTo>
                    <a:pt x="2417" y="1072"/>
                  </a:lnTo>
                  <a:cubicBezTo>
                    <a:pt x="2417" y="1060"/>
                    <a:pt x="2417" y="1036"/>
                    <a:pt x="2405" y="1024"/>
                  </a:cubicBezTo>
                  <a:lnTo>
                    <a:pt x="2405" y="976"/>
                  </a:lnTo>
                  <a:cubicBezTo>
                    <a:pt x="2405" y="964"/>
                    <a:pt x="2405" y="941"/>
                    <a:pt x="2393" y="929"/>
                  </a:cubicBezTo>
                  <a:cubicBezTo>
                    <a:pt x="2393" y="917"/>
                    <a:pt x="2393" y="893"/>
                    <a:pt x="2382" y="881"/>
                  </a:cubicBezTo>
                  <a:cubicBezTo>
                    <a:pt x="2382" y="869"/>
                    <a:pt x="2370" y="845"/>
                    <a:pt x="2370" y="833"/>
                  </a:cubicBezTo>
                  <a:lnTo>
                    <a:pt x="2346" y="786"/>
                  </a:lnTo>
                  <a:lnTo>
                    <a:pt x="2334" y="738"/>
                  </a:lnTo>
                  <a:cubicBezTo>
                    <a:pt x="2322" y="714"/>
                    <a:pt x="2310" y="703"/>
                    <a:pt x="2310" y="691"/>
                  </a:cubicBezTo>
                  <a:cubicBezTo>
                    <a:pt x="2298" y="667"/>
                    <a:pt x="2298" y="655"/>
                    <a:pt x="2286" y="643"/>
                  </a:cubicBezTo>
                  <a:lnTo>
                    <a:pt x="2251" y="595"/>
                  </a:lnTo>
                  <a:lnTo>
                    <a:pt x="2227" y="548"/>
                  </a:lnTo>
                  <a:cubicBezTo>
                    <a:pt x="2215" y="524"/>
                    <a:pt x="2203" y="512"/>
                    <a:pt x="2191" y="500"/>
                  </a:cubicBezTo>
                  <a:cubicBezTo>
                    <a:pt x="2179" y="476"/>
                    <a:pt x="2167" y="464"/>
                    <a:pt x="2155" y="452"/>
                  </a:cubicBezTo>
                  <a:lnTo>
                    <a:pt x="2108" y="393"/>
                  </a:lnTo>
                  <a:lnTo>
                    <a:pt x="2072" y="345"/>
                  </a:lnTo>
                  <a:lnTo>
                    <a:pt x="2012" y="298"/>
                  </a:lnTo>
                  <a:cubicBezTo>
                    <a:pt x="2001" y="286"/>
                    <a:pt x="1977" y="274"/>
                    <a:pt x="1953" y="250"/>
                  </a:cubicBezTo>
                  <a:lnTo>
                    <a:pt x="1893" y="202"/>
                  </a:lnTo>
                  <a:lnTo>
                    <a:pt x="1810" y="155"/>
                  </a:lnTo>
                  <a:cubicBezTo>
                    <a:pt x="1774" y="143"/>
                    <a:pt x="1739" y="119"/>
                    <a:pt x="1715" y="107"/>
                  </a:cubicBezTo>
                  <a:cubicBezTo>
                    <a:pt x="1667" y="95"/>
                    <a:pt x="1631" y="71"/>
                    <a:pt x="1584" y="60"/>
                  </a:cubicBezTo>
                  <a:cubicBezTo>
                    <a:pt x="1500" y="36"/>
                    <a:pt x="1417" y="12"/>
                    <a:pt x="1346" y="12"/>
                  </a:cubicBezTo>
                  <a:cubicBezTo>
                    <a:pt x="1298" y="0"/>
                    <a:pt x="1250" y="0"/>
                    <a:pt x="121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2" name="Google Shape;2932;p25"/>
            <p:cNvSpPr/>
            <p:nvPr/>
          </p:nvSpPr>
          <p:spPr>
            <a:xfrm>
              <a:off x="5312662" y="-169612"/>
              <a:ext cx="142572" cy="125041"/>
            </a:xfrm>
            <a:custGeom>
              <a:avLst/>
              <a:gdLst/>
              <a:ahLst/>
              <a:cxnLst/>
              <a:rect l="l" t="t" r="r" b="b"/>
              <a:pathLst>
                <a:path w="4359" h="3823" extrusionOk="0">
                  <a:moveTo>
                    <a:pt x="1132" y="0"/>
                  </a:moveTo>
                  <a:cubicBezTo>
                    <a:pt x="501" y="0"/>
                    <a:pt x="1" y="500"/>
                    <a:pt x="1" y="1131"/>
                  </a:cubicBezTo>
                  <a:lnTo>
                    <a:pt x="1" y="2679"/>
                  </a:lnTo>
                  <a:cubicBezTo>
                    <a:pt x="1" y="3310"/>
                    <a:pt x="501" y="3822"/>
                    <a:pt x="1132" y="3822"/>
                  </a:cubicBezTo>
                  <a:lnTo>
                    <a:pt x="3227" y="3822"/>
                  </a:lnTo>
                  <a:cubicBezTo>
                    <a:pt x="3846" y="3822"/>
                    <a:pt x="4358" y="3310"/>
                    <a:pt x="4358" y="2679"/>
                  </a:cubicBezTo>
                  <a:lnTo>
                    <a:pt x="4358" y="1131"/>
                  </a:lnTo>
                  <a:cubicBezTo>
                    <a:pt x="4358" y="500"/>
                    <a:pt x="3846" y="0"/>
                    <a:pt x="3227" y="0"/>
                  </a:cubicBezTo>
                  <a:close/>
                </a:path>
              </a:pathLst>
            </a:custGeom>
            <a:solidFill>
              <a:srgbClr val="821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3" name="Google Shape;2933;p25"/>
            <p:cNvSpPr/>
            <p:nvPr/>
          </p:nvSpPr>
          <p:spPr>
            <a:xfrm>
              <a:off x="5312662" y="277825"/>
              <a:ext cx="142572" cy="124648"/>
            </a:xfrm>
            <a:custGeom>
              <a:avLst/>
              <a:gdLst/>
              <a:ahLst/>
              <a:cxnLst/>
              <a:rect l="l" t="t" r="r" b="b"/>
              <a:pathLst>
                <a:path w="4359" h="3811" extrusionOk="0">
                  <a:moveTo>
                    <a:pt x="1144" y="0"/>
                  </a:moveTo>
                  <a:cubicBezTo>
                    <a:pt x="513" y="0"/>
                    <a:pt x="1" y="512"/>
                    <a:pt x="1" y="1132"/>
                  </a:cubicBezTo>
                  <a:lnTo>
                    <a:pt x="1" y="2679"/>
                  </a:lnTo>
                  <a:cubicBezTo>
                    <a:pt x="1" y="3310"/>
                    <a:pt x="513" y="3810"/>
                    <a:pt x="1144" y="3810"/>
                  </a:cubicBezTo>
                  <a:lnTo>
                    <a:pt x="3227" y="3810"/>
                  </a:lnTo>
                  <a:cubicBezTo>
                    <a:pt x="3846" y="3810"/>
                    <a:pt x="4358" y="3310"/>
                    <a:pt x="4358" y="2679"/>
                  </a:cubicBezTo>
                  <a:lnTo>
                    <a:pt x="4358" y="1132"/>
                  </a:lnTo>
                  <a:cubicBezTo>
                    <a:pt x="4358" y="512"/>
                    <a:pt x="3846" y="0"/>
                    <a:pt x="3227" y="0"/>
                  </a:cubicBezTo>
                  <a:close/>
                </a:path>
              </a:pathLst>
            </a:custGeom>
            <a:solidFill>
              <a:srgbClr val="821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4" name="Google Shape;2934;p25"/>
            <p:cNvSpPr/>
            <p:nvPr/>
          </p:nvSpPr>
          <p:spPr>
            <a:xfrm>
              <a:off x="5335655" y="-148189"/>
              <a:ext cx="79839" cy="529240"/>
            </a:xfrm>
            <a:custGeom>
              <a:avLst/>
              <a:gdLst/>
              <a:ahLst/>
              <a:cxnLst/>
              <a:rect l="l" t="t" r="r" b="b"/>
              <a:pathLst>
                <a:path w="2441" h="16181" extrusionOk="0">
                  <a:moveTo>
                    <a:pt x="1215" y="0"/>
                  </a:moveTo>
                  <a:cubicBezTo>
                    <a:pt x="917" y="0"/>
                    <a:pt x="631" y="119"/>
                    <a:pt x="405" y="310"/>
                  </a:cubicBezTo>
                  <a:lnTo>
                    <a:pt x="393" y="333"/>
                  </a:lnTo>
                  <a:cubicBezTo>
                    <a:pt x="357" y="369"/>
                    <a:pt x="322" y="393"/>
                    <a:pt x="298" y="429"/>
                  </a:cubicBezTo>
                  <a:cubicBezTo>
                    <a:pt x="274" y="452"/>
                    <a:pt x="262" y="476"/>
                    <a:pt x="238" y="500"/>
                  </a:cubicBezTo>
                  <a:cubicBezTo>
                    <a:pt x="214" y="524"/>
                    <a:pt x="191" y="560"/>
                    <a:pt x="179" y="595"/>
                  </a:cubicBezTo>
                  <a:cubicBezTo>
                    <a:pt x="155" y="631"/>
                    <a:pt x="143" y="655"/>
                    <a:pt x="119" y="691"/>
                  </a:cubicBezTo>
                  <a:cubicBezTo>
                    <a:pt x="107" y="726"/>
                    <a:pt x="95" y="750"/>
                    <a:pt x="84" y="786"/>
                  </a:cubicBezTo>
                  <a:cubicBezTo>
                    <a:pt x="72" y="833"/>
                    <a:pt x="48" y="869"/>
                    <a:pt x="36" y="917"/>
                  </a:cubicBezTo>
                  <a:cubicBezTo>
                    <a:pt x="36" y="941"/>
                    <a:pt x="24" y="964"/>
                    <a:pt x="24" y="1000"/>
                  </a:cubicBezTo>
                  <a:cubicBezTo>
                    <a:pt x="0" y="1072"/>
                    <a:pt x="0" y="1143"/>
                    <a:pt x="0" y="1226"/>
                  </a:cubicBezTo>
                  <a:lnTo>
                    <a:pt x="0" y="14954"/>
                  </a:lnTo>
                  <a:cubicBezTo>
                    <a:pt x="0" y="15633"/>
                    <a:pt x="548" y="16181"/>
                    <a:pt x="1215" y="16181"/>
                  </a:cubicBezTo>
                  <a:lnTo>
                    <a:pt x="1227" y="16181"/>
                  </a:lnTo>
                  <a:cubicBezTo>
                    <a:pt x="1310" y="16181"/>
                    <a:pt x="1393" y="16169"/>
                    <a:pt x="1477" y="16157"/>
                  </a:cubicBezTo>
                  <a:lnTo>
                    <a:pt x="1512" y="16145"/>
                  </a:lnTo>
                  <a:cubicBezTo>
                    <a:pt x="1584" y="16121"/>
                    <a:pt x="1655" y="16097"/>
                    <a:pt x="1715" y="16073"/>
                  </a:cubicBezTo>
                  <a:lnTo>
                    <a:pt x="1727" y="16073"/>
                  </a:lnTo>
                  <a:cubicBezTo>
                    <a:pt x="1881" y="16002"/>
                    <a:pt x="2012" y="15907"/>
                    <a:pt x="2119" y="15788"/>
                  </a:cubicBezTo>
                  <a:cubicBezTo>
                    <a:pt x="2322" y="15561"/>
                    <a:pt x="2441" y="15276"/>
                    <a:pt x="2441" y="14966"/>
                  </a:cubicBezTo>
                  <a:lnTo>
                    <a:pt x="2441" y="1226"/>
                  </a:lnTo>
                  <a:cubicBezTo>
                    <a:pt x="2441" y="548"/>
                    <a:pt x="1893" y="0"/>
                    <a:pt x="1215" y="0"/>
                  </a:cubicBezTo>
                  <a:close/>
                </a:path>
              </a:pathLst>
            </a:custGeom>
            <a:solidFill>
              <a:srgbClr val="272425">
                <a:alpha val="200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5" name="Google Shape;2935;p25"/>
            <p:cNvSpPr/>
            <p:nvPr/>
          </p:nvSpPr>
          <p:spPr>
            <a:xfrm>
              <a:off x="5346939" y="-148189"/>
              <a:ext cx="79872" cy="529240"/>
            </a:xfrm>
            <a:custGeom>
              <a:avLst/>
              <a:gdLst/>
              <a:ahLst/>
              <a:cxnLst/>
              <a:rect l="l" t="t" r="r" b="b"/>
              <a:pathLst>
                <a:path w="2442" h="16181" extrusionOk="0">
                  <a:moveTo>
                    <a:pt x="1143" y="0"/>
                  </a:moveTo>
                  <a:cubicBezTo>
                    <a:pt x="1060" y="0"/>
                    <a:pt x="965" y="24"/>
                    <a:pt x="882" y="48"/>
                  </a:cubicBezTo>
                  <a:cubicBezTo>
                    <a:pt x="846" y="60"/>
                    <a:pt x="798" y="71"/>
                    <a:pt x="751" y="83"/>
                  </a:cubicBezTo>
                  <a:cubicBezTo>
                    <a:pt x="715" y="107"/>
                    <a:pt x="691" y="119"/>
                    <a:pt x="655" y="131"/>
                  </a:cubicBezTo>
                  <a:cubicBezTo>
                    <a:pt x="620" y="155"/>
                    <a:pt x="596" y="167"/>
                    <a:pt x="572" y="179"/>
                  </a:cubicBezTo>
                  <a:cubicBezTo>
                    <a:pt x="548" y="202"/>
                    <a:pt x="524" y="214"/>
                    <a:pt x="501" y="226"/>
                  </a:cubicBezTo>
                  <a:lnTo>
                    <a:pt x="441" y="274"/>
                  </a:lnTo>
                  <a:lnTo>
                    <a:pt x="393" y="322"/>
                  </a:lnTo>
                  <a:cubicBezTo>
                    <a:pt x="370" y="333"/>
                    <a:pt x="358" y="357"/>
                    <a:pt x="346" y="369"/>
                  </a:cubicBezTo>
                  <a:cubicBezTo>
                    <a:pt x="334" y="381"/>
                    <a:pt x="310" y="393"/>
                    <a:pt x="298" y="417"/>
                  </a:cubicBezTo>
                  <a:cubicBezTo>
                    <a:pt x="286" y="429"/>
                    <a:pt x="274" y="441"/>
                    <a:pt x="262" y="464"/>
                  </a:cubicBezTo>
                  <a:lnTo>
                    <a:pt x="227" y="512"/>
                  </a:lnTo>
                  <a:lnTo>
                    <a:pt x="191" y="560"/>
                  </a:lnTo>
                  <a:lnTo>
                    <a:pt x="167" y="607"/>
                  </a:lnTo>
                  <a:lnTo>
                    <a:pt x="131" y="655"/>
                  </a:lnTo>
                  <a:lnTo>
                    <a:pt x="120" y="703"/>
                  </a:lnTo>
                  <a:cubicBezTo>
                    <a:pt x="120" y="714"/>
                    <a:pt x="96" y="726"/>
                    <a:pt x="96" y="750"/>
                  </a:cubicBezTo>
                  <a:cubicBezTo>
                    <a:pt x="84" y="762"/>
                    <a:pt x="84" y="774"/>
                    <a:pt x="72" y="786"/>
                  </a:cubicBezTo>
                  <a:lnTo>
                    <a:pt x="60" y="833"/>
                  </a:lnTo>
                  <a:lnTo>
                    <a:pt x="48" y="881"/>
                  </a:lnTo>
                  <a:cubicBezTo>
                    <a:pt x="48" y="905"/>
                    <a:pt x="36" y="917"/>
                    <a:pt x="36" y="929"/>
                  </a:cubicBezTo>
                  <a:cubicBezTo>
                    <a:pt x="24" y="953"/>
                    <a:pt x="24" y="964"/>
                    <a:pt x="24" y="976"/>
                  </a:cubicBezTo>
                  <a:lnTo>
                    <a:pt x="24" y="1024"/>
                  </a:lnTo>
                  <a:cubicBezTo>
                    <a:pt x="24" y="1048"/>
                    <a:pt x="24" y="1060"/>
                    <a:pt x="12" y="1072"/>
                  </a:cubicBezTo>
                  <a:cubicBezTo>
                    <a:pt x="0" y="1095"/>
                    <a:pt x="12" y="1107"/>
                    <a:pt x="12" y="1119"/>
                  </a:cubicBezTo>
                  <a:lnTo>
                    <a:pt x="12" y="1167"/>
                  </a:lnTo>
                  <a:lnTo>
                    <a:pt x="12" y="1214"/>
                  </a:lnTo>
                  <a:lnTo>
                    <a:pt x="12" y="14954"/>
                  </a:lnTo>
                  <a:cubicBezTo>
                    <a:pt x="12" y="14966"/>
                    <a:pt x="12" y="14978"/>
                    <a:pt x="12" y="14990"/>
                  </a:cubicBezTo>
                  <a:lnTo>
                    <a:pt x="12" y="15050"/>
                  </a:lnTo>
                  <a:cubicBezTo>
                    <a:pt x="12" y="15061"/>
                    <a:pt x="12" y="15073"/>
                    <a:pt x="12" y="15097"/>
                  </a:cubicBezTo>
                  <a:cubicBezTo>
                    <a:pt x="12" y="15109"/>
                    <a:pt x="12" y="15121"/>
                    <a:pt x="24" y="15145"/>
                  </a:cubicBezTo>
                  <a:cubicBezTo>
                    <a:pt x="24" y="15157"/>
                    <a:pt x="24" y="15169"/>
                    <a:pt x="24" y="15192"/>
                  </a:cubicBezTo>
                  <a:cubicBezTo>
                    <a:pt x="24" y="15204"/>
                    <a:pt x="24" y="15216"/>
                    <a:pt x="36" y="15240"/>
                  </a:cubicBezTo>
                  <a:cubicBezTo>
                    <a:pt x="36" y="15252"/>
                    <a:pt x="36" y="15276"/>
                    <a:pt x="48" y="15288"/>
                  </a:cubicBezTo>
                  <a:cubicBezTo>
                    <a:pt x="60" y="15300"/>
                    <a:pt x="48" y="15323"/>
                    <a:pt x="60" y="15335"/>
                  </a:cubicBezTo>
                  <a:lnTo>
                    <a:pt x="72" y="15383"/>
                  </a:lnTo>
                  <a:lnTo>
                    <a:pt x="96" y="15431"/>
                  </a:lnTo>
                  <a:cubicBezTo>
                    <a:pt x="96" y="15454"/>
                    <a:pt x="108" y="15466"/>
                    <a:pt x="120" y="15478"/>
                  </a:cubicBezTo>
                  <a:cubicBezTo>
                    <a:pt x="120" y="15502"/>
                    <a:pt x="131" y="15514"/>
                    <a:pt x="143" y="15526"/>
                  </a:cubicBezTo>
                  <a:cubicBezTo>
                    <a:pt x="143" y="15550"/>
                    <a:pt x="155" y="15561"/>
                    <a:pt x="167" y="15585"/>
                  </a:cubicBezTo>
                  <a:cubicBezTo>
                    <a:pt x="179" y="15597"/>
                    <a:pt x="191" y="15609"/>
                    <a:pt x="203" y="15633"/>
                  </a:cubicBezTo>
                  <a:cubicBezTo>
                    <a:pt x="203" y="15645"/>
                    <a:pt x="227" y="15657"/>
                    <a:pt x="239" y="15681"/>
                  </a:cubicBezTo>
                  <a:cubicBezTo>
                    <a:pt x="250" y="15692"/>
                    <a:pt x="262" y="15716"/>
                    <a:pt x="274" y="15728"/>
                  </a:cubicBezTo>
                  <a:cubicBezTo>
                    <a:pt x="286" y="15740"/>
                    <a:pt x="298" y="15764"/>
                    <a:pt x="310" y="15776"/>
                  </a:cubicBezTo>
                  <a:lnTo>
                    <a:pt x="358" y="15823"/>
                  </a:lnTo>
                  <a:lnTo>
                    <a:pt x="417" y="15871"/>
                  </a:lnTo>
                  <a:cubicBezTo>
                    <a:pt x="429" y="15895"/>
                    <a:pt x="453" y="15907"/>
                    <a:pt x="477" y="15931"/>
                  </a:cubicBezTo>
                  <a:lnTo>
                    <a:pt x="536" y="15978"/>
                  </a:lnTo>
                  <a:cubicBezTo>
                    <a:pt x="572" y="15990"/>
                    <a:pt x="596" y="16014"/>
                    <a:pt x="620" y="16026"/>
                  </a:cubicBezTo>
                  <a:cubicBezTo>
                    <a:pt x="655" y="16050"/>
                    <a:pt x="691" y="16062"/>
                    <a:pt x="727" y="16073"/>
                  </a:cubicBezTo>
                  <a:cubicBezTo>
                    <a:pt x="774" y="16097"/>
                    <a:pt x="810" y="16109"/>
                    <a:pt x="858" y="16121"/>
                  </a:cubicBezTo>
                  <a:cubicBezTo>
                    <a:pt x="977" y="16157"/>
                    <a:pt x="1096" y="16181"/>
                    <a:pt x="1215" y="16181"/>
                  </a:cubicBezTo>
                  <a:lnTo>
                    <a:pt x="1227" y="16181"/>
                  </a:lnTo>
                  <a:cubicBezTo>
                    <a:pt x="1334" y="16181"/>
                    <a:pt x="1441" y="16169"/>
                    <a:pt x="1548" y="16133"/>
                  </a:cubicBezTo>
                  <a:cubicBezTo>
                    <a:pt x="1584" y="16121"/>
                    <a:pt x="1632" y="16109"/>
                    <a:pt x="1679" y="16085"/>
                  </a:cubicBezTo>
                  <a:cubicBezTo>
                    <a:pt x="1715" y="16073"/>
                    <a:pt x="1751" y="16062"/>
                    <a:pt x="1786" y="16038"/>
                  </a:cubicBezTo>
                  <a:cubicBezTo>
                    <a:pt x="1822" y="16026"/>
                    <a:pt x="1834" y="16014"/>
                    <a:pt x="1870" y="15990"/>
                  </a:cubicBezTo>
                  <a:lnTo>
                    <a:pt x="1941" y="15942"/>
                  </a:lnTo>
                  <a:cubicBezTo>
                    <a:pt x="1953" y="15931"/>
                    <a:pt x="1977" y="15919"/>
                    <a:pt x="2001" y="15907"/>
                  </a:cubicBezTo>
                  <a:cubicBezTo>
                    <a:pt x="2025" y="15883"/>
                    <a:pt x="2036" y="15871"/>
                    <a:pt x="2048" y="15859"/>
                  </a:cubicBezTo>
                  <a:lnTo>
                    <a:pt x="2108" y="15812"/>
                  </a:lnTo>
                  <a:lnTo>
                    <a:pt x="2144" y="15752"/>
                  </a:lnTo>
                  <a:cubicBezTo>
                    <a:pt x="2155" y="15740"/>
                    <a:pt x="2167" y="15728"/>
                    <a:pt x="2179" y="15704"/>
                  </a:cubicBezTo>
                  <a:lnTo>
                    <a:pt x="2215" y="15657"/>
                  </a:lnTo>
                  <a:lnTo>
                    <a:pt x="2251" y="15609"/>
                  </a:lnTo>
                  <a:cubicBezTo>
                    <a:pt x="2263" y="15597"/>
                    <a:pt x="2275" y="15585"/>
                    <a:pt x="2286" y="15561"/>
                  </a:cubicBezTo>
                  <a:cubicBezTo>
                    <a:pt x="2286" y="15550"/>
                    <a:pt x="2298" y="15538"/>
                    <a:pt x="2310" y="15514"/>
                  </a:cubicBezTo>
                  <a:cubicBezTo>
                    <a:pt x="2310" y="15502"/>
                    <a:pt x="2322" y="15478"/>
                    <a:pt x="2334" y="15466"/>
                  </a:cubicBezTo>
                  <a:lnTo>
                    <a:pt x="2358" y="15419"/>
                  </a:lnTo>
                  <a:cubicBezTo>
                    <a:pt x="2358" y="15407"/>
                    <a:pt x="2370" y="15383"/>
                    <a:pt x="2370" y="15371"/>
                  </a:cubicBezTo>
                  <a:cubicBezTo>
                    <a:pt x="2370" y="15359"/>
                    <a:pt x="2382" y="15335"/>
                    <a:pt x="2394" y="15323"/>
                  </a:cubicBezTo>
                  <a:cubicBezTo>
                    <a:pt x="2394" y="15311"/>
                    <a:pt x="2394" y="15288"/>
                    <a:pt x="2406" y="15276"/>
                  </a:cubicBezTo>
                  <a:cubicBezTo>
                    <a:pt x="2406" y="15264"/>
                    <a:pt x="2406" y="15240"/>
                    <a:pt x="2417" y="15228"/>
                  </a:cubicBezTo>
                  <a:cubicBezTo>
                    <a:pt x="2417" y="15204"/>
                    <a:pt x="2417" y="15192"/>
                    <a:pt x="2417" y="15180"/>
                  </a:cubicBezTo>
                  <a:cubicBezTo>
                    <a:pt x="2429" y="15157"/>
                    <a:pt x="2417" y="15145"/>
                    <a:pt x="2429" y="15133"/>
                  </a:cubicBezTo>
                  <a:cubicBezTo>
                    <a:pt x="2441" y="15109"/>
                    <a:pt x="2429" y="15097"/>
                    <a:pt x="2429" y="15085"/>
                  </a:cubicBezTo>
                  <a:lnTo>
                    <a:pt x="2429" y="15026"/>
                  </a:lnTo>
                  <a:lnTo>
                    <a:pt x="2429" y="14978"/>
                  </a:lnTo>
                  <a:lnTo>
                    <a:pt x="2429" y="1214"/>
                  </a:lnTo>
                  <a:lnTo>
                    <a:pt x="2429" y="1167"/>
                  </a:lnTo>
                  <a:lnTo>
                    <a:pt x="2429" y="1119"/>
                  </a:lnTo>
                  <a:cubicBezTo>
                    <a:pt x="2429" y="1107"/>
                    <a:pt x="2429" y="1084"/>
                    <a:pt x="2429" y="1072"/>
                  </a:cubicBezTo>
                  <a:cubicBezTo>
                    <a:pt x="2417" y="1060"/>
                    <a:pt x="2417" y="1036"/>
                    <a:pt x="2417" y="1024"/>
                  </a:cubicBezTo>
                  <a:cubicBezTo>
                    <a:pt x="2417" y="1012"/>
                    <a:pt x="2417" y="988"/>
                    <a:pt x="2417" y="976"/>
                  </a:cubicBezTo>
                  <a:cubicBezTo>
                    <a:pt x="2417" y="964"/>
                    <a:pt x="2406" y="941"/>
                    <a:pt x="2406" y="929"/>
                  </a:cubicBezTo>
                  <a:cubicBezTo>
                    <a:pt x="2406" y="905"/>
                    <a:pt x="2406" y="893"/>
                    <a:pt x="2394" y="881"/>
                  </a:cubicBezTo>
                  <a:cubicBezTo>
                    <a:pt x="2394" y="869"/>
                    <a:pt x="2382" y="845"/>
                    <a:pt x="2382" y="833"/>
                  </a:cubicBezTo>
                  <a:cubicBezTo>
                    <a:pt x="2382" y="810"/>
                    <a:pt x="2370" y="798"/>
                    <a:pt x="2358" y="786"/>
                  </a:cubicBezTo>
                  <a:cubicBezTo>
                    <a:pt x="2358" y="762"/>
                    <a:pt x="2346" y="750"/>
                    <a:pt x="2346" y="738"/>
                  </a:cubicBezTo>
                  <a:cubicBezTo>
                    <a:pt x="2346" y="714"/>
                    <a:pt x="2322" y="703"/>
                    <a:pt x="2322" y="691"/>
                  </a:cubicBezTo>
                  <a:lnTo>
                    <a:pt x="2298" y="643"/>
                  </a:lnTo>
                  <a:cubicBezTo>
                    <a:pt x="2286" y="619"/>
                    <a:pt x="2275" y="607"/>
                    <a:pt x="2263" y="595"/>
                  </a:cubicBezTo>
                  <a:cubicBezTo>
                    <a:pt x="2263" y="572"/>
                    <a:pt x="2251" y="560"/>
                    <a:pt x="2239" y="548"/>
                  </a:cubicBezTo>
                  <a:lnTo>
                    <a:pt x="2203" y="500"/>
                  </a:lnTo>
                  <a:lnTo>
                    <a:pt x="2167" y="452"/>
                  </a:lnTo>
                  <a:lnTo>
                    <a:pt x="2120" y="393"/>
                  </a:lnTo>
                  <a:cubicBezTo>
                    <a:pt x="2108" y="381"/>
                    <a:pt x="2096" y="369"/>
                    <a:pt x="2072" y="345"/>
                  </a:cubicBezTo>
                  <a:lnTo>
                    <a:pt x="2025" y="298"/>
                  </a:lnTo>
                  <a:cubicBezTo>
                    <a:pt x="2001" y="286"/>
                    <a:pt x="1989" y="274"/>
                    <a:pt x="1965" y="250"/>
                  </a:cubicBezTo>
                  <a:lnTo>
                    <a:pt x="1894" y="202"/>
                  </a:lnTo>
                  <a:lnTo>
                    <a:pt x="1822" y="155"/>
                  </a:lnTo>
                  <a:cubicBezTo>
                    <a:pt x="1786" y="143"/>
                    <a:pt x="1751" y="119"/>
                    <a:pt x="1715" y="107"/>
                  </a:cubicBezTo>
                  <a:cubicBezTo>
                    <a:pt x="1679" y="95"/>
                    <a:pt x="1632" y="71"/>
                    <a:pt x="1596" y="60"/>
                  </a:cubicBezTo>
                  <a:cubicBezTo>
                    <a:pt x="1513" y="36"/>
                    <a:pt x="1429" y="12"/>
                    <a:pt x="1346" y="12"/>
                  </a:cubicBezTo>
                  <a:cubicBezTo>
                    <a:pt x="1310" y="0"/>
                    <a:pt x="1263" y="0"/>
                    <a:pt x="121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6" name="Google Shape;2936;p25"/>
            <p:cNvSpPr/>
            <p:nvPr/>
          </p:nvSpPr>
          <p:spPr>
            <a:xfrm>
              <a:off x="4941924" y="-169612"/>
              <a:ext cx="142964" cy="125041"/>
            </a:xfrm>
            <a:custGeom>
              <a:avLst/>
              <a:gdLst/>
              <a:ahLst/>
              <a:cxnLst/>
              <a:rect l="l" t="t" r="r" b="b"/>
              <a:pathLst>
                <a:path w="4371" h="3823" extrusionOk="0">
                  <a:moveTo>
                    <a:pt x="1144" y="0"/>
                  </a:moveTo>
                  <a:cubicBezTo>
                    <a:pt x="513" y="0"/>
                    <a:pt x="1" y="512"/>
                    <a:pt x="1" y="1131"/>
                  </a:cubicBezTo>
                  <a:lnTo>
                    <a:pt x="1" y="2679"/>
                  </a:lnTo>
                  <a:cubicBezTo>
                    <a:pt x="1" y="3310"/>
                    <a:pt x="513" y="3822"/>
                    <a:pt x="1144" y="3822"/>
                  </a:cubicBezTo>
                  <a:lnTo>
                    <a:pt x="3228" y="3822"/>
                  </a:lnTo>
                  <a:cubicBezTo>
                    <a:pt x="3859" y="3810"/>
                    <a:pt x="4371" y="3310"/>
                    <a:pt x="4371" y="2679"/>
                  </a:cubicBezTo>
                  <a:lnTo>
                    <a:pt x="4359" y="1131"/>
                  </a:lnTo>
                  <a:cubicBezTo>
                    <a:pt x="4359" y="512"/>
                    <a:pt x="3847" y="0"/>
                    <a:pt x="3228" y="0"/>
                  </a:cubicBezTo>
                  <a:close/>
                </a:path>
              </a:pathLst>
            </a:custGeom>
            <a:solidFill>
              <a:srgbClr val="821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7" name="Google Shape;2937;p25"/>
            <p:cNvSpPr/>
            <p:nvPr/>
          </p:nvSpPr>
          <p:spPr>
            <a:xfrm>
              <a:off x="4942316" y="277825"/>
              <a:ext cx="142572" cy="124648"/>
            </a:xfrm>
            <a:custGeom>
              <a:avLst/>
              <a:gdLst/>
              <a:ahLst/>
              <a:cxnLst/>
              <a:rect l="l" t="t" r="r" b="b"/>
              <a:pathLst>
                <a:path w="4359" h="3811" extrusionOk="0">
                  <a:moveTo>
                    <a:pt x="1132" y="0"/>
                  </a:moveTo>
                  <a:cubicBezTo>
                    <a:pt x="513" y="0"/>
                    <a:pt x="1" y="512"/>
                    <a:pt x="1" y="1132"/>
                  </a:cubicBezTo>
                  <a:lnTo>
                    <a:pt x="1" y="2679"/>
                  </a:lnTo>
                  <a:cubicBezTo>
                    <a:pt x="1" y="3310"/>
                    <a:pt x="513" y="3810"/>
                    <a:pt x="1132" y="3810"/>
                  </a:cubicBezTo>
                  <a:lnTo>
                    <a:pt x="3216" y="3810"/>
                  </a:lnTo>
                  <a:cubicBezTo>
                    <a:pt x="3847" y="3810"/>
                    <a:pt x="4359" y="3310"/>
                    <a:pt x="4359" y="2679"/>
                  </a:cubicBezTo>
                  <a:lnTo>
                    <a:pt x="4359" y="1132"/>
                  </a:lnTo>
                  <a:cubicBezTo>
                    <a:pt x="4359" y="512"/>
                    <a:pt x="3847" y="0"/>
                    <a:pt x="3216" y="0"/>
                  </a:cubicBezTo>
                  <a:close/>
                </a:path>
              </a:pathLst>
            </a:custGeom>
            <a:solidFill>
              <a:srgbClr val="821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8" name="Google Shape;2938;p25"/>
            <p:cNvSpPr/>
            <p:nvPr/>
          </p:nvSpPr>
          <p:spPr>
            <a:xfrm>
              <a:off x="4965309" y="-148189"/>
              <a:ext cx="79872" cy="529240"/>
            </a:xfrm>
            <a:custGeom>
              <a:avLst/>
              <a:gdLst/>
              <a:ahLst/>
              <a:cxnLst/>
              <a:rect l="l" t="t" r="r" b="b"/>
              <a:pathLst>
                <a:path w="2442" h="16181" extrusionOk="0">
                  <a:moveTo>
                    <a:pt x="1227" y="0"/>
                  </a:moveTo>
                  <a:cubicBezTo>
                    <a:pt x="917" y="0"/>
                    <a:pt x="631" y="119"/>
                    <a:pt x="405" y="310"/>
                  </a:cubicBezTo>
                  <a:lnTo>
                    <a:pt x="393" y="333"/>
                  </a:lnTo>
                  <a:cubicBezTo>
                    <a:pt x="358" y="369"/>
                    <a:pt x="322" y="393"/>
                    <a:pt x="298" y="429"/>
                  </a:cubicBezTo>
                  <a:cubicBezTo>
                    <a:pt x="274" y="452"/>
                    <a:pt x="262" y="476"/>
                    <a:pt x="238" y="500"/>
                  </a:cubicBezTo>
                  <a:cubicBezTo>
                    <a:pt x="215" y="524"/>
                    <a:pt x="191" y="560"/>
                    <a:pt x="179" y="595"/>
                  </a:cubicBezTo>
                  <a:cubicBezTo>
                    <a:pt x="155" y="631"/>
                    <a:pt x="143" y="655"/>
                    <a:pt x="119" y="691"/>
                  </a:cubicBezTo>
                  <a:cubicBezTo>
                    <a:pt x="107" y="726"/>
                    <a:pt x="96" y="750"/>
                    <a:pt x="84" y="786"/>
                  </a:cubicBezTo>
                  <a:cubicBezTo>
                    <a:pt x="72" y="833"/>
                    <a:pt x="48" y="869"/>
                    <a:pt x="36" y="917"/>
                  </a:cubicBezTo>
                  <a:cubicBezTo>
                    <a:pt x="36" y="941"/>
                    <a:pt x="24" y="964"/>
                    <a:pt x="24" y="1000"/>
                  </a:cubicBezTo>
                  <a:cubicBezTo>
                    <a:pt x="0" y="1072"/>
                    <a:pt x="0" y="1143"/>
                    <a:pt x="0" y="1226"/>
                  </a:cubicBezTo>
                  <a:lnTo>
                    <a:pt x="0" y="14954"/>
                  </a:lnTo>
                  <a:cubicBezTo>
                    <a:pt x="0" y="15633"/>
                    <a:pt x="548" y="16181"/>
                    <a:pt x="1227" y="16181"/>
                  </a:cubicBezTo>
                  <a:cubicBezTo>
                    <a:pt x="1310" y="16181"/>
                    <a:pt x="1393" y="16169"/>
                    <a:pt x="1477" y="16157"/>
                  </a:cubicBezTo>
                  <a:lnTo>
                    <a:pt x="1512" y="16145"/>
                  </a:lnTo>
                  <a:cubicBezTo>
                    <a:pt x="1584" y="16121"/>
                    <a:pt x="1643" y="16097"/>
                    <a:pt x="1715" y="16073"/>
                  </a:cubicBezTo>
                  <a:lnTo>
                    <a:pt x="1727" y="16073"/>
                  </a:lnTo>
                  <a:cubicBezTo>
                    <a:pt x="1882" y="16002"/>
                    <a:pt x="2012" y="15907"/>
                    <a:pt x="2120" y="15788"/>
                  </a:cubicBezTo>
                  <a:cubicBezTo>
                    <a:pt x="2322" y="15561"/>
                    <a:pt x="2441" y="15276"/>
                    <a:pt x="2441" y="14966"/>
                  </a:cubicBezTo>
                  <a:lnTo>
                    <a:pt x="2441" y="1226"/>
                  </a:lnTo>
                  <a:cubicBezTo>
                    <a:pt x="2441" y="548"/>
                    <a:pt x="1893" y="0"/>
                    <a:pt x="1227" y="0"/>
                  </a:cubicBezTo>
                  <a:close/>
                </a:path>
              </a:pathLst>
            </a:custGeom>
            <a:solidFill>
              <a:srgbClr val="272425">
                <a:alpha val="200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9" name="Google Shape;2939;p25"/>
            <p:cNvSpPr/>
            <p:nvPr/>
          </p:nvSpPr>
          <p:spPr>
            <a:xfrm>
              <a:off x="4977378" y="-148189"/>
              <a:ext cx="78694" cy="529240"/>
            </a:xfrm>
            <a:custGeom>
              <a:avLst/>
              <a:gdLst/>
              <a:ahLst/>
              <a:cxnLst/>
              <a:rect l="l" t="t" r="r" b="b"/>
              <a:pathLst>
                <a:path w="2406" h="16181" extrusionOk="0">
                  <a:moveTo>
                    <a:pt x="1132" y="0"/>
                  </a:moveTo>
                  <a:cubicBezTo>
                    <a:pt x="1036" y="0"/>
                    <a:pt x="953" y="24"/>
                    <a:pt x="870" y="48"/>
                  </a:cubicBezTo>
                  <a:cubicBezTo>
                    <a:pt x="822" y="60"/>
                    <a:pt x="774" y="71"/>
                    <a:pt x="739" y="83"/>
                  </a:cubicBezTo>
                  <a:cubicBezTo>
                    <a:pt x="703" y="107"/>
                    <a:pt x="667" y="119"/>
                    <a:pt x="631" y="131"/>
                  </a:cubicBezTo>
                  <a:cubicBezTo>
                    <a:pt x="608" y="155"/>
                    <a:pt x="584" y="167"/>
                    <a:pt x="560" y="179"/>
                  </a:cubicBezTo>
                  <a:cubicBezTo>
                    <a:pt x="536" y="202"/>
                    <a:pt x="512" y="214"/>
                    <a:pt x="489" y="226"/>
                  </a:cubicBezTo>
                  <a:cubicBezTo>
                    <a:pt x="465" y="238"/>
                    <a:pt x="441" y="262"/>
                    <a:pt x="429" y="274"/>
                  </a:cubicBezTo>
                  <a:lnTo>
                    <a:pt x="370" y="322"/>
                  </a:lnTo>
                  <a:lnTo>
                    <a:pt x="322" y="369"/>
                  </a:lnTo>
                  <a:cubicBezTo>
                    <a:pt x="310" y="381"/>
                    <a:pt x="298" y="393"/>
                    <a:pt x="286" y="417"/>
                  </a:cubicBezTo>
                  <a:lnTo>
                    <a:pt x="239" y="464"/>
                  </a:lnTo>
                  <a:lnTo>
                    <a:pt x="203" y="512"/>
                  </a:lnTo>
                  <a:lnTo>
                    <a:pt x="179" y="560"/>
                  </a:lnTo>
                  <a:cubicBezTo>
                    <a:pt x="167" y="572"/>
                    <a:pt x="155" y="583"/>
                    <a:pt x="143" y="607"/>
                  </a:cubicBezTo>
                  <a:cubicBezTo>
                    <a:pt x="131" y="619"/>
                    <a:pt x="131" y="631"/>
                    <a:pt x="119" y="655"/>
                  </a:cubicBezTo>
                  <a:cubicBezTo>
                    <a:pt x="108" y="667"/>
                    <a:pt x="108" y="679"/>
                    <a:pt x="96" y="703"/>
                  </a:cubicBezTo>
                  <a:lnTo>
                    <a:pt x="72" y="750"/>
                  </a:lnTo>
                  <a:cubicBezTo>
                    <a:pt x="72" y="762"/>
                    <a:pt x="60" y="774"/>
                    <a:pt x="60" y="786"/>
                  </a:cubicBezTo>
                  <a:lnTo>
                    <a:pt x="36" y="833"/>
                  </a:lnTo>
                  <a:lnTo>
                    <a:pt x="24" y="881"/>
                  </a:lnTo>
                  <a:cubicBezTo>
                    <a:pt x="24" y="905"/>
                    <a:pt x="12" y="917"/>
                    <a:pt x="12" y="929"/>
                  </a:cubicBezTo>
                  <a:cubicBezTo>
                    <a:pt x="12" y="953"/>
                    <a:pt x="0" y="964"/>
                    <a:pt x="0" y="976"/>
                  </a:cubicBezTo>
                  <a:lnTo>
                    <a:pt x="0" y="1024"/>
                  </a:lnTo>
                  <a:lnTo>
                    <a:pt x="0" y="1072"/>
                  </a:lnTo>
                  <a:lnTo>
                    <a:pt x="0" y="1119"/>
                  </a:lnTo>
                  <a:lnTo>
                    <a:pt x="0" y="1167"/>
                  </a:lnTo>
                  <a:lnTo>
                    <a:pt x="0" y="1214"/>
                  </a:lnTo>
                  <a:lnTo>
                    <a:pt x="0" y="14954"/>
                  </a:lnTo>
                  <a:lnTo>
                    <a:pt x="0" y="14990"/>
                  </a:lnTo>
                  <a:lnTo>
                    <a:pt x="0" y="15050"/>
                  </a:lnTo>
                  <a:lnTo>
                    <a:pt x="0" y="15097"/>
                  </a:lnTo>
                  <a:lnTo>
                    <a:pt x="0" y="15145"/>
                  </a:lnTo>
                  <a:lnTo>
                    <a:pt x="0" y="15192"/>
                  </a:lnTo>
                  <a:cubicBezTo>
                    <a:pt x="0" y="15204"/>
                    <a:pt x="12" y="15216"/>
                    <a:pt x="12" y="15240"/>
                  </a:cubicBezTo>
                  <a:cubicBezTo>
                    <a:pt x="24" y="15252"/>
                    <a:pt x="12" y="15276"/>
                    <a:pt x="24" y="15288"/>
                  </a:cubicBezTo>
                  <a:cubicBezTo>
                    <a:pt x="36" y="15300"/>
                    <a:pt x="36" y="15323"/>
                    <a:pt x="36" y="15335"/>
                  </a:cubicBezTo>
                  <a:cubicBezTo>
                    <a:pt x="48" y="15347"/>
                    <a:pt x="48" y="15371"/>
                    <a:pt x="60" y="15383"/>
                  </a:cubicBezTo>
                  <a:cubicBezTo>
                    <a:pt x="60" y="15407"/>
                    <a:pt x="72" y="15419"/>
                    <a:pt x="72" y="15431"/>
                  </a:cubicBezTo>
                  <a:cubicBezTo>
                    <a:pt x="84" y="15454"/>
                    <a:pt x="96" y="15466"/>
                    <a:pt x="96" y="15478"/>
                  </a:cubicBezTo>
                  <a:cubicBezTo>
                    <a:pt x="108" y="15502"/>
                    <a:pt x="119" y="15514"/>
                    <a:pt x="119" y="15526"/>
                  </a:cubicBezTo>
                  <a:cubicBezTo>
                    <a:pt x="131" y="15550"/>
                    <a:pt x="143" y="15561"/>
                    <a:pt x="155" y="15585"/>
                  </a:cubicBezTo>
                  <a:cubicBezTo>
                    <a:pt x="167" y="15597"/>
                    <a:pt x="167" y="15609"/>
                    <a:pt x="179" y="15633"/>
                  </a:cubicBezTo>
                  <a:cubicBezTo>
                    <a:pt x="191" y="15645"/>
                    <a:pt x="203" y="15669"/>
                    <a:pt x="215" y="15681"/>
                  </a:cubicBezTo>
                  <a:lnTo>
                    <a:pt x="250" y="15728"/>
                  </a:lnTo>
                  <a:lnTo>
                    <a:pt x="298" y="15776"/>
                  </a:lnTo>
                  <a:lnTo>
                    <a:pt x="346" y="15823"/>
                  </a:lnTo>
                  <a:lnTo>
                    <a:pt x="393" y="15871"/>
                  </a:lnTo>
                  <a:cubicBezTo>
                    <a:pt x="417" y="15895"/>
                    <a:pt x="441" y="15907"/>
                    <a:pt x="453" y="15931"/>
                  </a:cubicBezTo>
                  <a:lnTo>
                    <a:pt x="524" y="15978"/>
                  </a:lnTo>
                  <a:cubicBezTo>
                    <a:pt x="584" y="16014"/>
                    <a:pt x="643" y="16050"/>
                    <a:pt x="715" y="16073"/>
                  </a:cubicBezTo>
                  <a:cubicBezTo>
                    <a:pt x="751" y="16097"/>
                    <a:pt x="798" y="16109"/>
                    <a:pt x="846" y="16121"/>
                  </a:cubicBezTo>
                  <a:cubicBezTo>
                    <a:pt x="953" y="16157"/>
                    <a:pt x="1072" y="16181"/>
                    <a:pt x="1191" y="16181"/>
                  </a:cubicBezTo>
                  <a:lnTo>
                    <a:pt x="1203" y="16181"/>
                  </a:lnTo>
                  <a:cubicBezTo>
                    <a:pt x="1310" y="16181"/>
                    <a:pt x="1417" y="16169"/>
                    <a:pt x="1524" y="16133"/>
                  </a:cubicBezTo>
                  <a:cubicBezTo>
                    <a:pt x="1572" y="16121"/>
                    <a:pt x="1620" y="16109"/>
                    <a:pt x="1667" y="16085"/>
                  </a:cubicBezTo>
                  <a:cubicBezTo>
                    <a:pt x="1703" y="16073"/>
                    <a:pt x="1739" y="16062"/>
                    <a:pt x="1763" y="16038"/>
                  </a:cubicBezTo>
                  <a:lnTo>
                    <a:pt x="1846" y="15990"/>
                  </a:lnTo>
                  <a:lnTo>
                    <a:pt x="1917" y="15942"/>
                  </a:lnTo>
                  <a:cubicBezTo>
                    <a:pt x="1941" y="15931"/>
                    <a:pt x="1965" y="15919"/>
                    <a:pt x="1989" y="15907"/>
                  </a:cubicBezTo>
                  <a:lnTo>
                    <a:pt x="2036" y="15859"/>
                  </a:lnTo>
                  <a:lnTo>
                    <a:pt x="2084" y="15812"/>
                  </a:lnTo>
                  <a:lnTo>
                    <a:pt x="2132" y="15752"/>
                  </a:lnTo>
                  <a:cubicBezTo>
                    <a:pt x="2144" y="15740"/>
                    <a:pt x="2155" y="15728"/>
                    <a:pt x="2167" y="15704"/>
                  </a:cubicBezTo>
                  <a:cubicBezTo>
                    <a:pt x="2179" y="15692"/>
                    <a:pt x="2191" y="15681"/>
                    <a:pt x="2203" y="15657"/>
                  </a:cubicBezTo>
                  <a:lnTo>
                    <a:pt x="2239" y="15609"/>
                  </a:lnTo>
                  <a:lnTo>
                    <a:pt x="2263" y="15561"/>
                  </a:lnTo>
                  <a:cubicBezTo>
                    <a:pt x="2275" y="15550"/>
                    <a:pt x="2286" y="15538"/>
                    <a:pt x="2286" y="15514"/>
                  </a:cubicBezTo>
                  <a:cubicBezTo>
                    <a:pt x="2298" y="15502"/>
                    <a:pt x="2310" y="15478"/>
                    <a:pt x="2310" y="15466"/>
                  </a:cubicBezTo>
                  <a:cubicBezTo>
                    <a:pt x="2310" y="15454"/>
                    <a:pt x="2334" y="15431"/>
                    <a:pt x="2334" y="15419"/>
                  </a:cubicBezTo>
                  <a:cubicBezTo>
                    <a:pt x="2346" y="15407"/>
                    <a:pt x="2346" y="15383"/>
                    <a:pt x="2358" y="15371"/>
                  </a:cubicBezTo>
                  <a:cubicBezTo>
                    <a:pt x="2358" y="15359"/>
                    <a:pt x="2370" y="15335"/>
                    <a:pt x="2370" y="15323"/>
                  </a:cubicBezTo>
                  <a:lnTo>
                    <a:pt x="2382" y="15276"/>
                  </a:lnTo>
                  <a:cubicBezTo>
                    <a:pt x="2382" y="15264"/>
                    <a:pt x="2394" y="15240"/>
                    <a:pt x="2394" y="15228"/>
                  </a:cubicBezTo>
                  <a:lnTo>
                    <a:pt x="2405" y="15180"/>
                  </a:lnTo>
                  <a:cubicBezTo>
                    <a:pt x="2405" y="15157"/>
                    <a:pt x="2405" y="15145"/>
                    <a:pt x="2405" y="15133"/>
                  </a:cubicBezTo>
                  <a:lnTo>
                    <a:pt x="2405" y="15085"/>
                  </a:lnTo>
                  <a:lnTo>
                    <a:pt x="2405" y="15026"/>
                  </a:lnTo>
                  <a:lnTo>
                    <a:pt x="2405" y="14978"/>
                  </a:lnTo>
                  <a:lnTo>
                    <a:pt x="2405" y="14954"/>
                  </a:lnTo>
                  <a:lnTo>
                    <a:pt x="2405" y="1214"/>
                  </a:lnTo>
                  <a:lnTo>
                    <a:pt x="2405" y="1167"/>
                  </a:lnTo>
                  <a:lnTo>
                    <a:pt x="2405" y="1119"/>
                  </a:lnTo>
                  <a:lnTo>
                    <a:pt x="2405" y="1072"/>
                  </a:lnTo>
                  <a:cubicBezTo>
                    <a:pt x="2405" y="1060"/>
                    <a:pt x="2405" y="1036"/>
                    <a:pt x="2405" y="1024"/>
                  </a:cubicBezTo>
                  <a:lnTo>
                    <a:pt x="2405" y="976"/>
                  </a:lnTo>
                  <a:cubicBezTo>
                    <a:pt x="2405" y="964"/>
                    <a:pt x="2394" y="941"/>
                    <a:pt x="2394" y="929"/>
                  </a:cubicBezTo>
                  <a:cubicBezTo>
                    <a:pt x="2382" y="917"/>
                    <a:pt x="2382" y="893"/>
                    <a:pt x="2370" y="881"/>
                  </a:cubicBezTo>
                  <a:cubicBezTo>
                    <a:pt x="2370" y="869"/>
                    <a:pt x="2370" y="845"/>
                    <a:pt x="2358" y="833"/>
                  </a:cubicBezTo>
                  <a:lnTo>
                    <a:pt x="2346" y="786"/>
                  </a:lnTo>
                  <a:lnTo>
                    <a:pt x="2322" y="738"/>
                  </a:lnTo>
                  <a:cubicBezTo>
                    <a:pt x="2322" y="714"/>
                    <a:pt x="2310" y="703"/>
                    <a:pt x="2298" y="691"/>
                  </a:cubicBezTo>
                  <a:lnTo>
                    <a:pt x="2275" y="643"/>
                  </a:lnTo>
                  <a:lnTo>
                    <a:pt x="2251" y="595"/>
                  </a:lnTo>
                  <a:lnTo>
                    <a:pt x="2215" y="548"/>
                  </a:lnTo>
                  <a:cubicBezTo>
                    <a:pt x="2203" y="524"/>
                    <a:pt x="2191" y="512"/>
                    <a:pt x="2179" y="500"/>
                  </a:cubicBezTo>
                  <a:cubicBezTo>
                    <a:pt x="2167" y="476"/>
                    <a:pt x="2155" y="464"/>
                    <a:pt x="2144" y="452"/>
                  </a:cubicBezTo>
                  <a:lnTo>
                    <a:pt x="2108" y="393"/>
                  </a:lnTo>
                  <a:lnTo>
                    <a:pt x="2060" y="345"/>
                  </a:lnTo>
                  <a:lnTo>
                    <a:pt x="2001" y="298"/>
                  </a:lnTo>
                  <a:cubicBezTo>
                    <a:pt x="1989" y="286"/>
                    <a:pt x="1965" y="274"/>
                    <a:pt x="1941" y="250"/>
                  </a:cubicBezTo>
                  <a:lnTo>
                    <a:pt x="1882" y="202"/>
                  </a:lnTo>
                  <a:lnTo>
                    <a:pt x="1798" y="155"/>
                  </a:lnTo>
                  <a:cubicBezTo>
                    <a:pt x="1763" y="143"/>
                    <a:pt x="1739" y="119"/>
                    <a:pt x="1703" y="107"/>
                  </a:cubicBezTo>
                  <a:cubicBezTo>
                    <a:pt x="1655" y="95"/>
                    <a:pt x="1620" y="71"/>
                    <a:pt x="1572" y="60"/>
                  </a:cubicBezTo>
                  <a:cubicBezTo>
                    <a:pt x="1489" y="36"/>
                    <a:pt x="1417" y="12"/>
                    <a:pt x="1334" y="12"/>
                  </a:cubicBezTo>
                  <a:cubicBezTo>
                    <a:pt x="1286" y="0"/>
                    <a:pt x="1251" y="0"/>
                    <a:pt x="12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0" name="Google Shape;2940;p25"/>
            <p:cNvSpPr/>
            <p:nvPr/>
          </p:nvSpPr>
          <p:spPr>
            <a:xfrm>
              <a:off x="6566206" y="-169612"/>
              <a:ext cx="142572" cy="125041"/>
            </a:xfrm>
            <a:custGeom>
              <a:avLst/>
              <a:gdLst/>
              <a:ahLst/>
              <a:cxnLst/>
              <a:rect l="l" t="t" r="r" b="b"/>
              <a:pathLst>
                <a:path w="4359" h="3823" extrusionOk="0">
                  <a:moveTo>
                    <a:pt x="1132" y="0"/>
                  </a:moveTo>
                  <a:cubicBezTo>
                    <a:pt x="501" y="0"/>
                    <a:pt x="1" y="512"/>
                    <a:pt x="1" y="1131"/>
                  </a:cubicBezTo>
                  <a:lnTo>
                    <a:pt x="1" y="2679"/>
                  </a:lnTo>
                  <a:cubicBezTo>
                    <a:pt x="1" y="3310"/>
                    <a:pt x="501" y="3810"/>
                    <a:pt x="1132" y="3822"/>
                  </a:cubicBezTo>
                  <a:lnTo>
                    <a:pt x="3216" y="3822"/>
                  </a:lnTo>
                  <a:cubicBezTo>
                    <a:pt x="3847" y="3810"/>
                    <a:pt x="4359" y="3310"/>
                    <a:pt x="4359" y="2679"/>
                  </a:cubicBezTo>
                  <a:lnTo>
                    <a:pt x="4359" y="1131"/>
                  </a:lnTo>
                  <a:cubicBezTo>
                    <a:pt x="4359" y="512"/>
                    <a:pt x="3847" y="0"/>
                    <a:pt x="3216" y="0"/>
                  </a:cubicBezTo>
                  <a:close/>
                </a:path>
              </a:pathLst>
            </a:custGeom>
            <a:solidFill>
              <a:srgbClr val="821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1" name="Google Shape;2941;p25"/>
            <p:cNvSpPr/>
            <p:nvPr/>
          </p:nvSpPr>
          <p:spPr>
            <a:xfrm>
              <a:off x="6566206" y="277825"/>
              <a:ext cx="142572" cy="124648"/>
            </a:xfrm>
            <a:custGeom>
              <a:avLst/>
              <a:gdLst/>
              <a:ahLst/>
              <a:cxnLst/>
              <a:rect l="l" t="t" r="r" b="b"/>
              <a:pathLst>
                <a:path w="4359" h="3811" extrusionOk="0">
                  <a:moveTo>
                    <a:pt x="1132" y="0"/>
                  </a:moveTo>
                  <a:cubicBezTo>
                    <a:pt x="501" y="0"/>
                    <a:pt x="1" y="512"/>
                    <a:pt x="1" y="1132"/>
                  </a:cubicBezTo>
                  <a:lnTo>
                    <a:pt x="1" y="2679"/>
                  </a:lnTo>
                  <a:cubicBezTo>
                    <a:pt x="1" y="3310"/>
                    <a:pt x="501" y="3810"/>
                    <a:pt x="1132" y="3810"/>
                  </a:cubicBezTo>
                  <a:lnTo>
                    <a:pt x="3216" y="3810"/>
                  </a:lnTo>
                  <a:cubicBezTo>
                    <a:pt x="3847" y="3810"/>
                    <a:pt x="4359" y="3310"/>
                    <a:pt x="4359" y="2679"/>
                  </a:cubicBezTo>
                  <a:lnTo>
                    <a:pt x="4359" y="1132"/>
                  </a:lnTo>
                  <a:cubicBezTo>
                    <a:pt x="4359" y="512"/>
                    <a:pt x="3847" y="0"/>
                    <a:pt x="3216" y="0"/>
                  </a:cubicBezTo>
                  <a:close/>
                </a:path>
              </a:pathLst>
            </a:custGeom>
            <a:solidFill>
              <a:srgbClr val="821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2" name="Google Shape;2942;p25"/>
            <p:cNvSpPr/>
            <p:nvPr/>
          </p:nvSpPr>
          <p:spPr>
            <a:xfrm>
              <a:off x="6588806" y="-148189"/>
              <a:ext cx="80264" cy="529240"/>
            </a:xfrm>
            <a:custGeom>
              <a:avLst/>
              <a:gdLst/>
              <a:ahLst/>
              <a:cxnLst/>
              <a:rect l="l" t="t" r="r" b="b"/>
              <a:pathLst>
                <a:path w="2454" h="16181" extrusionOk="0">
                  <a:moveTo>
                    <a:pt x="1227" y="0"/>
                  </a:moveTo>
                  <a:cubicBezTo>
                    <a:pt x="929" y="0"/>
                    <a:pt x="643" y="119"/>
                    <a:pt x="417" y="310"/>
                  </a:cubicBezTo>
                  <a:lnTo>
                    <a:pt x="393" y="333"/>
                  </a:lnTo>
                  <a:cubicBezTo>
                    <a:pt x="370" y="369"/>
                    <a:pt x="334" y="393"/>
                    <a:pt x="298" y="429"/>
                  </a:cubicBezTo>
                  <a:cubicBezTo>
                    <a:pt x="286" y="452"/>
                    <a:pt x="262" y="476"/>
                    <a:pt x="251" y="500"/>
                  </a:cubicBezTo>
                  <a:cubicBezTo>
                    <a:pt x="227" y="524"/>
                    <a:pt x="203" y="560"/>
                    <a:pt x="179" y="595"/>
                  </a:cubicBezTo>
                  <a:cubicBezTo>
                    <a:pt x="167" y="631"/>
                    <a:pt x="143" y="655"/>
                    <a:pt x="131" y="691"/>
                  </a:cubicBezTo>
                  <a:cubicBezTo>
                    <a:pt x="120" y="726"/>
                    <a:pt x="108" y="750"/>
                    <a:pt x="96" y="786"/>
                  </a:cubicBezTo>
                  <a:cubicBezTo>
                    <a:pt x="72" y="833"/>
                    <a:pt x="60" y="869"/>
                    <a:pt x="48" y="917"/>
                  </a:cubicBezTo>
                  <a:cubicBezTo>
                    <a:pt x="36" y="941"/>
                    <a:pt x="36" y="964"/>
                    <a:pt x="24" y="1000"/>
                  </a:cubicBezTo>
                  <a:cubicBezTo>
                    <a:pt x="12" y="1072"/>
                    <a:pt x="0" y="1143"/>
                    <a:pt x="0" y="1226"/>
                  </a:cubicBezTo>
                  <a:lnTo>
                    <a:pt x="0" y="14954"/>
                  </a:lnTo>
                  <a:cubicBezTo>
                    <a:pt x="0" y="15633"/>
                    <a:pt x="548" y="16181"/>
                    <a:pt x="1227" y="16181"/>
                  </a:cubicBezTo>
                  <a:cubicBezTo>
                    <a:pt x="1322" y="16181"/>
                    <a:pt x="1405" y="16169"/>
                    <a:pt x="1489" y="16157"/>
                  </a:cubicBezTo>
                  <a:lnTo>
                    <a:pt x="1524" y="16145"/>
                  </a:lnTo>
                  <a:cubicBezTo>
                    <a:pt x="1596" y="16121"/>
                    <a:pt x="1655" y="16097"/>
                    <a:pt x="1727" y="16073"/>
                  </a:cubicBezTo>
                  <a:lnTo>
                    <a:pt x="1739" y="16073"/>
                  </a:lnTo>
                  <a:cubicBezTo>
                    <a:pt x="1882" y="16002"/>
                    <a:pt x="2013" y="15907"/>
                    <a:pt x="2132" y="15788"/>
                  </a:cubicBezTo>
                  <a:cubicBezTo>
                    <a:pt x="2334" y="15561"/>
                    <a:pt x="2453" y="15276"/>
                    <a:pt x="2453" y="14966"/>
                  </a:cubicBezTo>
                  <a:lnTo>
                    <a:pt x="2453" y="1226"/>
                  </a:lnTo>
                  <a:cubicBezTo>
                    <a:pt x="2453" y="548"/>
                    <a:pt x="1905" y="0"/>
                    <a:pt x="1227" y="0"/>
                  </a:cubicBezTo>
                  <a:close/>
                </a:path>
              </a:pathLst>
            </a:custGeom>
            <a:solidFill>
              <a:srgbClr val="272425">
                <a:alpha val="200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3" name="Google Shape;2943;p25"/>
            <p:cNvSpPr/>
            <p:nvPr/>
          </p:nvSpPr>
          <p:spPr>
            <a:xfrm>
              <a:off x="6600483" y="-148189"/>
              <a:ext cx="79872" cy="529240"/>
            </a:xfrm>
            <a:custGeom>
              <a:avLst/>
              <a:gdLst/>
              <a:ahLst/>
              <a:cxnLst/>
              <a:rect l="l" t="t" r="r" b="b"/>
              <a:pathLst>
                <a:path w="2442" h="16181" extrusionOk="0">
                  <a:moveTo>
                    <a:pt x="1144" y="0"/>
                  </a:moveTo>
                  <a:cubicBezTo>
                    <a:pt x="1060" y="0"/>
                    <a:pt x="965" y="24"/>
                    <a:pt x="882" y="48"/>
                  </a:cubicBezTo>
                  <a:cubicBezTo>
                    <a:pt x="834" y="60"/>
                    <a:pt x="798" y="71"/>
                    <a:pt x="751" y="83"/>
                  </a:cubicBezTo>
                  <a:cubicBezTo>
                    <a:pt x="715" y="107"/>
                    <a:pt x="691" y="119"/>
                    <a:pt x="656" y="131"/>
                  </a:cubicBezTo>
                  <a:cubicBezTo>
                    <a:pt x="620" y="155"/>
                    <a:pt x="596" y="167"/>
                    <a:pt x="572" y="179"/>
                  </a:cubicBezTo>
                  <a:cubicBezTo>
                    <a:pt x="548" y="202"/>
                    <a:pt x="525" y="214"/>
                    <a:pt x="501" y="226"/>
                  </a:cubicBezTo>
                  <a:lnTo>
                    <a:pt x="441" y="274"/>
                  </a:lnTo>
                  <a:lnTo>
                    <a:pt x="394" y="322"/>
                  </a:lnTo>
                  <a:cubicBezTo>
                    <a:pt x="370" y="333"/>
                    <a:pt x="358" y="357"/>
                    <a:pt x="346" y="369"/>
                  </a:cubicBezTo>
                  <a:cubicBezTo>
                    <a:pt x="322" y="381"/>
                    <a:pt x="310" y="393"/>
                    <a:pt x="298" y="417"/>
                  </a:cubicBezTo>
                  <a:cubicBezTo>
                    <a:pt x="286" y="429"/>
                    <a:pt x="275" y="441"/>
                    <a:pt x="263" y="464"/>
                  </a:cubicBezTo>
                  <a:lnTo>
                    <a:pt x="227" y="512"/>
                  </a:lnTo>
                  <a:lnTo>
                    <a:pt x="191" y="560"/>
                  </a:lnTo>
                  <a:lnTo>
                    <a:pt x="167" y="607"/>
                  </a:lnTo>
                  <a:lnTo>
                    <a:pt x="132" y="655"/>
                  </a:lnTo>
                  <a:lnTo>
                    <a:pt x="108" y="703"/>
                  </a:lnTo>
                  <a:cubicBezTo>
                    <a:pt x="108" y="714"/>
                    <a:pt x="96" y="726"/>
                    <a:pt x="96" y="750"/>
                  </a:cubicBezTo>
                  <a:cubicBezTo>
                    <a:pt x="84" y="762"/>
                    <a:pt x="84" y="774"/>
                    <a:pt x="72" y="786"/>
                  </a:cubicBezTo>
                  <a:lnTo>
                    <a:pt x="60" y="833"/>
                  </a:lnTo>
                  <a:lnTo>
                    <a:pt x="48" y="881"/>
                  </a:lnTo>
                  <a:cubicBezTo>
                    <a:pt x="48" y="905"/>
                    <a:pt x="36" y="917"/>
                    <a:pt x="36" y="929"/>
                  </a:cubicBezTo>
                  <a:cubicBezTo>
                    <a:pt x="24" y="953"/>
                    <a:pt x="24" y="964"/>
                    <a:pt x="24" y="976"/>
                  </a:cubicBezTo>
                  <a:lnTo>
                    <a:pt x="24" y="1024"/>
                  </a:lnTo>
                  <a:cubicBezTo>
                    <a:pt x="24" y="1048"/>
                    <a:pt x="24" y="1060"/>
                    <a:pt x="13" y="1072"/>
                  </a:cubicBezTo>
                  <a:cubicBezTo>
                    <a:pt x="1" y="1095"/>
                    <a:pt x="13" y="1107"/>
                    <a:pt x="13" y="1119"/>
                  </a:cubicBezTo>
                  <a:lnTo>
                    <a:pt x="13" y="1167"/>
                  </a:lnTo>
                  <a:lnTo>
                    <a:pt x="13" y="1214"/>
                  </a:lnTo>
                  <a:lnTo>
                    <a:pt x="13" y="14954"/>
                  </a:lnTo>
                  <a:cubicBezTo>
                    <a:pt x="13" y="14966"/>
                    <a:pt x="13" y="14978"/>
                    <a:pt x="13" y="14990"/>
                  </a:cubicBezTo>
                  <a:lnTo>
                    <a:pt x="13" y="15050"/>
                  </a:lnTo>
                  <a:cubicBezTo>
                    <a:pt x="13" y="15061"/>
                    <a:pt x="13" y="15073"/>
                    <a:pt x="13" y="15097"/>
                  </a:cubicBezTo>
                  <a:cubicBezTo>
                    <a:pt x="13" y="15109"/>
                    <a:pt x="13" y="15121"/>
                    <a:pt x="24" y="15145"/>
                  </a:cubicBezTo>
                  <a:lnTo>
                    <a:pt x="24" y="15192"/>
                  </a:lnTo>
                  <a:cubicBezTo>
                    <a:pt x="24" y="15204"/>
                    <a:pt x="24" y="15216"/>
                    <a:pt x="24" y="15240"/>
                  </a:cubicBezTo>
                  <a:cubicBezTo>
                    <a:pt x="36" y="15252"/>
                    <a:pt x="24" y="15276"/>
                    <a:pt x="36" y="15288"/>
                  </a:cubicBezTo>
                  <a:cubicBezTo>
                    <a:pt x="48" y="15300"/>
                    <a:pt x="48" y="15323"/>
                    <a:pt x="60" y="15335"/>
                  </a:cubicBezTo>
                  <a:lnTo>
                    <a:pt x="72" y="15383"/>
                  </a:lnTo>
                  <a:lnTo>
                    <a:pt x="96" y="15431"/>
                  </a:lnTo>
                  <a:cubicBezTo>
                    <a:pt x="96" y="15454"/>
                    <a:pt x="108" y="15466"/>
                    <a:pt x="120" y="15478"/>
                  </a:cubicBezTo>
                  <a:cubicBezTo>
                    <a:pt x="120" y="15502"/>
                    <a:pt x="132" y="15514"/>
                    <a:pt x="144" y="15526"/>
                  </a:cubicBezTo>
                  <a:cubicBezTo>
                    <a:pt x="144" y="15550"/>
                    <a:pt x="155" y="15561"/>
                    <a:pt x="167" y="15585"/>
                  </a:cubicBezTo>
                  <a:cubicBezTo>
                    <a:pt x="179" y="15597"/>
                    <a:pt x="191" y="15609"/>
                    <a:pt x="203" y="15633"/>
                  </a:cubicBezTo>
                  <a:cubicBezTo>
                    <a:pt x="203" y="15645"/>
                    <a:pt x="227" y="15657"/>
                    <a:pt x="239" y="15681"/>
                  </a:cubicBezTo>
                  <a:cubicBezTo>
                    <a:pt x="239" y="15692"/>
                    <a:pt x="263" y="15716"/>
                    <a:pt x="275" y="15728"/>
                  </a:cubicBezTo>
                  <a:cubicBezTo>
                    <a:pt x="286" y="15740"/>
                    <a:pt x="298" y="15764"/>
                    <a:pt x="310" y="15776"/>
                  </a:cubicBezTo>
                  <a:lnTo>
                    <a:pt x="358" y="15823"/>
                  </a:lnTo>
                  <a:lnTo>
                    <a:pt x="417" y="15871"/>
                  </a:lnTo>
                  <a:cubicBezTo>
                    <a:pt x="429" y="15895"/>
                    <a:pt x="453" y="15907"/>
                    <a:pt x="477" y="15931"/>
                  </a:cubicBezTo>
                  <a:lnTo>
                    <a:pt x="536" y="15978"/>
                  </a:lnTo>
                  <a:cubicBezTo>
                    <a:pt x="572" y="15990"/>
                    <a:pt x="596" y="16014"/>
                    <a:pt x="620" y="16026"/>
                  </a:cubicBezTo>
                  <a:cubicBezTo>
                    <a:pt x="656" y="16050"/>
                    <a:pt x="691" y="16062"/>
                    <a:pt x="727" y="16073"/>
                  </a:cubicBezTo>
                  <a:cubicBezTo>
                    <a:pt x="763" y="16097"/>
                    <a:pt x="810" y="16109"/>
                    <a:pt x="858" y="16121"/>
                  </a:cubicBezTo>
                  <a:cubicBezTo>
                    <a:pt x="977" y="16157"/>
                    <a:pt x="1096" y="16181"/>
                    <a:pt x="1215" y="16181"/>
                  </a:cubicBezTo>
                  <a:lnTo>
                    <a:pt x="1227" y="16181"/>
                  </a:lnTo>
                  <a:cubicBezTo>
                    <a:pt x="1334" y="16181"/>
                    <a:pt x="1441" y="16169"/>
                    <a:pt x="1537" y="16133"/>
                  </a:cubicBezTo>
                  <a:cubicBezTo>
                    <a:pt x="1584" y="16121"/>
                    <a:pt x="1632" y="16109"/>
                    <a:pt x="1679" y="16085"/>
                  </a:cubicBezTo>
                  <a:lnTo>
                    <a:pt x="1787" y="16038"/>
                  </a:lnTo>
                  <a:cubicBezTo>
                    <a:pt x="1810" y="16026"/>
                    <a:pt x="1834" y="16014"/>
                    <a:pt x="1870" y="15990"/>
                  </a:cubicBezTo>
                  <a:lnTo>
                    <a:pt x="1941" y="15942"/>
                  </a:lnTo>
                  <a:cubicBezTo>
                    <a:pt x="1953" y="15931"/>
                    <a:pt x="1977" y="15919"/>
                    <a:pt x="2001" y="15907"/>
                  </a:cubicBezTo>
                  <a:cubicBezTo>
                    <a:pt x="2013" y="15883"/>
                    <a:pt x="2037" y="15871"/>
                    <a:pt x="2049" y="15859"/>
                  </a:cubicBezTo>
                  <a:lnTo>
                    <a:pt x="2096" y="15812"/>
                  </a:lnTo>
                  <a:lnTo>
                    <a:pt x="2144" y="15752"/>
                  </a:lnTo>
                  <a:lnTo>
                    <a:pt x="2180" y="15704"/>
                  </a:lnTo>
                  <a:lnTo>
                    <a:pt x="2215" y="15657"/>
                  </a:lnTo>
                  <a:lnTo>
                    <a:pt x="2251" y="15609"/>
                  </a:lnTo>
                  <a:cubicBezTo>
                    <a:pt x="2263" y="15597"/>
                    <a:pt x="2275" y="15585"/>
                    <a:pt x="2287" y="15561"/>
                  </a:cubicBezTo>
                  <a:cubicBezTo>
                    <a:pt x="2287" y="15550"/>
                    <a:pt x="2299" y="15538"/>
                    <a:pt x="2310" y="15514"/>
                  </a:cubicBezTo>
                  <a:cubicBezTo>
                    <a:pt x="2310" y="15502"/>
                    <a:pt x="2322" y="15478"/>
                    <a:pt x="2334" y="15466"/>
                  </a:cubicBezTo>
                  <a:lnTo>
                    <a:pt x="2358" y="15419"/>
                  </a:lnTo>
                  <a:cubicBezTo>
                    <a:pt x="2358" y="15407"/>
                    <a:pt x="2358" y="15383"/>
                    <a:pt x="2370" y="15371"/>
                  </a:cubicBezTo>
                  <a:cubicBezTo>
                    <a:pt x="2370" y="15359"/>
                    <a:pt x="2382" y="15335"/>
                    <a:pt x="2382" y="15323"/>
                  </a:cubicBezTo>
                  <a:cubicBezTo>
                    <a:pt x="2394" y="15311"/>
                    <a:pt x="2394" y="15288"/>
                    <a:pt x="2406" y="15276"/>
                  </a:cubicBezTo>
                  <a:cubicBezTo>
                    <a:pt x="2406" y="15264"/>
                    <a:pt x="2406" y="15240"/>
                    <a:pt x="2406" y="15228"/>
                  </a:cubicBezTo>
                  <a:cubicBezTo>
                    <a:pt x="2418" y="15204"/>
                    <a:pt x="2406" y="15192"/>
                    <a:pt x="2418" y="15180"/>
                  </a:cubicBezTo>
                  <a:cubicBezTo>
                    <a:pt x="2430" y="15157"/>
                    <a:pt x="2418" y="15145"/>
                    <a:pt x="2430" y="15133"/>
                  </a:cubicBezTo>
                  <a:cubicBezTo>
                    <a:pt x="2441" y="15109"/>
                    <a:pt x="2430" y="15097"/>
                    <a:pt x="2430" y="15085"/>
                  </a:cubicBezTo>
                  <a:lnTo>
                    <a:pt x="2430" y="15026"/>
                  </a:lnTo>
                  <a:lnTo>
                    <a:pt x="2430" y="14978"/>
                  </a:lnTo>
                  <a:lnTo>
                    <a:pt x="2430" y="1214"/>
                  </a:lnTo>
                  <a:lnTo>
                    <a:pt x="2430" y="1167"/>
                  </a:lnTo>
                  <a:lnTo>
                    <a:pt x="2430" y="1119"/>
                  </a:lnTo>
                  <a:cubicBezTo>
                    <a:pt x="2430" y="1107"/>
                    <a:pt x="2430" y="1084"/>
                    <a:pt x="2430" y="1072"/>
                  </a:cubicBezTo>
                  <a:cubicBezTo>
                    <a:pt x="2418" y="1060"/>
                    <a:pt x="2418" y="1036"/>
                    <a:pt x="2418" y="1024"/>
                  </a:cubicBezTo>
                  <a:cubicBezTo>
                    <a:pt x="2418" y="1012"/>
                    <a:pt x="2418" y="988"/>
                    <a:pt x="2418" y="976"/>
                  </a:cubicBezTo>
                  <a:cubicBezTo>
                    <a:pt x="2418" y="964"/>
                    <a:pt x="2406" y="941"/>
                    <a:pt x="2406" y="929"/>
                  </a:cubicBezTo>
                  <a:cubicBezTo>
                    <a:pt x="2406" y="905"/>
                    <a:pt x="2406" y="893"/>
                    <a:pt x="2394" y="881"/>
                  </a:cubicBezTo>
                  <a:cubicBezTo>
                    <a:pt x="2382" y="869"/>
                    <a:pt x="2382" y="845"/>
                    <a:pt x="2382" y="833"/>
                  </a:cubicBezTo>
                  <a:cubicBezTo>
                    <a:pt x="2382" y="810"/>
                    <a:pt x="2370" y="798"/>
                    <a:pt x="2358" y="786"/>
                  </a:cubicBezTo>
                  <a:cubicBezTo>
                    <a:pt x="2358" y="762"/>
                    <a:pt x="2346" y="750"/>
                    <a:pt x="2346" y="738"/>
                  </a:cubicBezTo>
                  <a:cubicBezTo>
                    <a:pt x="2346" y="714"/>
                    <a:pt x="2322" y="703"/>
                    <a:pt x="2322" y="691"/>
                  </a:cubicBezTo>
                  <a:lnTo>
                    <a:pt x="2299" y="643"/>
                  </a:lnTo>
                  <a:cubicBezTo>
                    <a:pt x="2287" y="619"/>
                    <a:pt x="2275" y="607"/>
                    <a:pt x="2263" y="595"/>
                  </a:cubicBezTo>
                  <a:cubicBezTo>
                    <a:pt x="2251" y="572"/>
                    <a:pt x="2251" y="560"/>
                    <a:pt x="2239" y="548"/>
                  </a:cubicBezTo>
                  <a:lnTo>
                    <a:pt x="2203" y="500"/>
                  </a:lnTo>
                  <a:lnTo>
                    <a:pt x="2168" y="452"/>
                  </a:lnTo>
                  <a:lnTo>
                    <a:pt x="2120" y="393"/>
                  </a:lnTo>
                  <a:cubicBezTo>
                    <a:pt x="2108" y="381"/>
                    <a:pt x="2096" y="369"/>
                    <a:pt x="2072" y="345"/>
                  </a:cubicBezTo>
                  <a:lnTo>
                    <a:pt x="2025" y="298"/>
                  </a:lnTo>
                  <a:cubicBezTo>
                    <a:pt x="2001" y="286"/>
                    <a:pt x="1989" y="274"/>
                    <a:pt x="1965" y="250"/>
                  </a:cubicBezTo>
                  <a:lnTo>
                    <a:pt x="1894" y="202"/>
                  </a:lnTo>
                  <a:lnTo>
                    <a:pt x="1822" y="155"/>
                  </a:lnTo>
                  <a:cubicBezTo>
                    <a:pt x="1787" y="143"/>
                    <a:pt x="1751" y="119"/>
                    <a:pt x="1715" y="107"/>
                  </a:cubicBezTo>
                  <a:cubicBezTo>
                    <a:pt x="1679" y="95"/>
                    <a:pt x="1632" y="71"/>
                    <a:pt x="1596" y="60"/>
                  </a:cubicBezTo>
                  <a:cubicBezTo>
                    <a:pt x="1513" y="36"/>
                    <a:pt x="1429" y="12"/>
                    <a:pt x="1346" y="12"/>
                  </a:cubicBezTo>
                  <a:cubicBezTo>
                    <a:pt x="1310" y="0"/>
                    <a:pt x="1263" y="0"/>
                    <a:pt x="121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4" name="Google Shape;2944;p25"/>
            <p:cNvSpPr/>
            <p:nvPr/>
          </p:nvSpPr>
          <p:spPr>
            <a:xfrm>
              <a:off x="6195500" y="-169612"/>
              <a:ext cx="142932" cy="125041"/>
            </a:xfrm>
            <a:custGeom>
              <a:avLst/>
              <a:gdLst/>
              <a:ahLst/>
              <a:cxnLst/>
              <a:rect l="l" t="t" r="r" b="b"/>
              <a:pathLst>
                <a:path w="4370" h="3823" extrusionOk="0">
                  <a:moveTo>
                    <a:pt x="1143" y="0"/>
                  </a:moveTo>
                  <a:cubicBezTo>
                    <a:pt x="512" y="0"/>
                    <a:pt x="12" y="512"/>
                    <a:pt x="0" y="1131"/>
                  </a:cubicBezTo>
                  <a:lnTo>
                    <a:pt x="0" y="2679"/>
                  </a:lnTo>
                  <a:cubicBezTo>
                    <a:pt x="12" y="3310"/>
                    <a:pt x="512" y="3810"/>
                    <a:pt x="1143" y="3822"/>
                  </a:cubicBezTo>
                  <a:lnTo>
                    <a:pt x="3227" y="3822"/>
                  </a:lnTo>
                  <a:cubicBezTo>
                    <a:pt x="3858" y="3810"/>
                    <a:pt x="4358" y="3310"/>
                    <a:pt x="4370" y="2679"/>
                  </a:cubicBezTo>
                  <a:lnTo>
                    <a:pt x="4370" y="1131"/>
                  </a:lnTo>
                  <a:cubicBezTo>
                    <a:pt x="4358" y="512"/>
                    <a:pt x="3858" y="0"/>
                    <a:pt x="3227" y="0"/>
                  </a:cubicBezTo>
                  <a:close/>
                </a:path>
              </a:pathLst>
            </a:custGeom>
            <a:solidFill>
              <a:srgbClr val="821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5" name="Google Shape;2945;p25"/>
            <p:cNvSpPr/>
            <p:nvPr/>
          </p:nvSpPr>
          <p:spPr>
            <a:xfrm>
              <a:off x="6195500" y="277825"/>
              <a:ext cx="142932" cy="124648"/>
            </a:xfrm>
            <a:custGeom>
              <a:avLst/>
              <a:gdLst/>
              <a:ahLst/>
              <a:cxnLst/>
              <a:rect l="l" t="t" r="r" b="b"/>
              <a:pathLst>
                <a:path w="4370" h="3811" extrusionOk="0">
                  <a:moveTo>
                    <a:pt x="1143" y="0"/>
                  </a:moveTo>
                  <a:cubicBezTo>
                    <a:pt x="512" y="0"/>
                    <a:pt x="12" y="512"/>
                    <a:pt x="0" y="1132"/>
                  </a:cubicBezTo>
                  <a:lnTo>
                    <a:pt x="0" y="2679"/>
                  </a:lnTo>
                  <a:cubicBezTo>
                    <a:pt x="12" y="3310"/>
                    <a:pt x="512" y="3810"/>
                    <a:pt x="1143" y="3810"/>
                  </a:cubicBezTo>
                  <a:lnTo>
                    <a:pt x="3227" y="3810"/>
                  </a:lnTo>
                  <a:cubicBezTo>
                    <a:pt x="3858" y="3810"/>
                    <a:pt x="4358" y="3310"/>
                    <a:pt x="4370" y="2679"/>
                  </a:cubicBezTo>
                  <a:lnTo>
                    <a:pt x="4370" y="1132"/>
                  </a:lnTo>
                  <a:cubicBezTo>
                    <a:pt x="4358" y="512"/>
                    <a:pt x="3858" y="0"/>
                    <a:pt x="3227" y="0"/>
                  </a:cubicBezTo>
                  <a:close/>
                </a:path>
              </a:pathLst>
            </a:custGeom>
            <a:solidFill>
              <a:srgbClr val="821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6" name="Google Shape;2946;p25"/>
            <p:cNvSpPr/>
            <p:nvPr/>
          </p:nvSpPr>
          <p:spPr>
            <a:xfrm>
              <a:off x="6218461" y="-148189"/>
              <a:ext cx="80264" cy="529240"/>
            </a:xfrm>
            <a:custGeom>
              <a:avLst/>
              <a:gdLst/>
              <a:ahLst/>
              <a:cxnLst/>
              <a:rect l="l" t="t" r="r" b="b"/>
              <a:pathLst>
                <a:path w="2454" h="16181" extrusionOk="0">
                  <a:moveTo>
                    <a:pt x="1227" y="0"/>
                  </a:moveTo>
                  <a:cubicBezTo>
                    <a:pt x="929" y="0"/>
                    <a:pt x="632" y="119"/>
                    <a:pt x="417" y="310"/>
                  </a:cubicBezTo>
                  <a:lnTo>
                    <a:pt x="394" y="333"/>
                  </a:lnTo>
                  <a:cubicBezTo>
                    <a:pt x="358" y="369"/>
                    <a:pt x="334" y="393"/>
                    <a:pt x="298" y="429"/>
                  </a:cubicBezTo>
                  <a:cubicBezTo>
                    <a:pt x="286" y="452"/>
                    <a:pt x="263" y="476"/>
                    <a:pt x="251" y="500"/>
                  </a:cubicBezTo>
                  <a:cubicBezTo>
                    <a:pt x="227" y="524"/>
                    <a:pt x="203" y="560"/>
                    <a:pt x="179" y="595"/>
                  </a:cubicBezTo>
                  <a:cubicBezTo>
                    <a:pt x="167" y="631"/>
                    <a:pt x="144" y="655"/>
                    <a:pt x="132" y="691"/>
                  </a:cubicBezTo>
                  <a:cubicBezTo>
                    <a:pt x="120" y="726"/>
                    <a:pt x="96" y="750"/>
                    <a:pt x="84" y="786"/>
                  </a:cubicBezTo>
                  <a:cubicBezTo>
                    <a:pt x="72" y="833"/>
                    <a:pt x="60" y="869"/>
                    <a:pt x="48" y="917"/>
                  </a:cubicBezTo>
                  <a:cubicBezTo>
                    <a:pt x="48" y="941"/>
                    <a:pt x="36" y="964"/>
                    <a:pt x="24" y="1000"/>
                  </a:cubicBezTo>
                  <a:cubicBezTo>
                    <a:pt x="13" y="1072"/>
                    <a:pt x="1" y="1143"/>
                    <a:pt x="1" y="1226"/>
                  </a:cubicBezTo>
                  <a:lnTo>
                    <a:pt x="1" y="14954"/>
                  </a:lnTo>
                  <a:cubicBezTo>
                    <a:pt x="1" y="15633"/>
                    <a:pt x="548" y="16181"/>
                    <a:pt x="1227" y="16181"/>
                  </a:cubicBezTo>
                  <a:cubicBezTo>
                    <a:pt x="1310" y="16181"/>
                    <a:pt x="1406" y="16169"/>
                    <a:pt x="1489" y="16157"/>
                  </a:cubicBezTo>
                  <a:lnTo>
                    <a:pt x="1525" y="16145"/>
                  </a:lnTo>
                  <a:cubicBezTo>
                    <a:pt x="1596" y="16121"/>
                    <a:pt x="1656" y="16097"/>
                    <a:pt x="1727" y="16073"/>
                  </a:cubicBezTo>
                  <a:lnTo>
                    <a:pt x="1739" y="16073"/>
                  </a:lnTo>
                  <a:cubicBezTo>
                    <a:pt x="1882" y="16002"/>
                    <a:pt x="2013" y="15907"/>
                    <a:pt x="2120" y="15788"/>
                  </a:cubicBezTo>
                  <a:cubicBezTo>
                    <a:pt x="2334" y="15561"/>
                    <a:pt x="2453" y="15276"/>
                    <a:pt x="2453" y="14966"/>
                  </a:cubicBezTo>
                  <a:lnTo>
                    <a:pt x="2453" y="1226"/>
                  </a:lnTo>
                  <a:cubicBezTo>
                    <a:pt x="2453" y="548"/>
                    <a:pt x="1906" y="0"/>
                    <a:pt x="1227" y="0"/>
                  </a:cubicBezTo>
                  <a:close/>
                </a:path>
              </a:pathLst>
            </a:custGeom>
            <a:solidFill>
              <a:srgbClr val="272425">
                <a:alpha val="200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7" name="Google Shape;2947;p25"/>
            <p:cNvSpPr/>
            <p:nvPr/>
          </p:nvSpPr>
          <p:spPr>
            <a:xfrm>
              <a:off x="6230922" y="-148189"/>
              <a:ext cx="78694" cy="529240"/>
            </a:xfrm>
            <a:custGeom>
              <a:avLst/>
              <a:gdLst/>
              <a:ahLst/>
              <a:cxnLst/>
              <a:rect l="l" t="t" r="r" b="b"/>
              <a:pathLst>
                <a:path w="2406" h="16181" extrusionOk="0">
                  <a:moveTo>
                    <a:pt x="1120" y="0"/>
                  </a:moveTo>
                  <a:cubicBezTo>
                    <a:pt x="1036" y="0"/>
                    <a:pt x="941" y="24"/>
                    <a:pt x="858" y="48"/>
                  </a:cubicBezTo>
                  <a:cubicBezTo>
                    <a:pt x="822" y="60"/>
                    <a:pt x="775" y="71"/>
                    <a:pt x="727" y="83"/>
                  </a:cubicBezTo>
                  <a:cubicBezTo>
                    <a:pt x="703" y="107"/>
                    <a:pt x="667" y="119"/>
                    <a:pt x="632" y="131"/>
                  </a:cubicBezTo>
                  <a:cubicBezTo>
                    <a:pt x="596" y="155"/>
                    <a:pt x="584" y="167"/>
                    <a:pt x="548" y="179"/>
                  </a:cubicBezTo>
                  <a:cubicBezTo>
                    <a:pt x="525" y="202"/>
                    <a:pt x="501" y="214"/>
                    <a:pt x="489" y="226"/>
                  </a:cubicBezTo>
                  <a:lnTo>
                    <a:pt x="417" y="274"/>
                  </a:lnTo>
                  <a:lnTo>
                    <a:pt x="370" y="322"/>
                  </a:lnTo>
                  <a:lnTo>
                    <a:pt x="322" y="369"/>
                  </a:lnTo>
                  <a:cubicBezTo>
                    <a:pt x="310" y="381"/>
                    <a:pt x="286" y="393"/>
                    <a:pt x="274" y="417"/>
                  </a:cubicBezTo>
                  <a:lnTo>
                    <a:pt x="239" y="464"/>
                  </a:lnTo>
                  <a:lnTo>
                    <a:pt x="203" y="512"/>
                  </a:lnTo>
                  <a:lnTo>
                    <a:pt x="167" y="560"/>
                  </a:lnTo>
                  <a:cubicBezTo>
                    <a:pt x="155" y="572"/>
                    <a:pt x="155" y="583"/>
                    <a:pt x="144" y="607"/>
                  </a:cubicBezTo>
                  <a:lnTo>
                    <a:pt x="120" y="655"/>
                  </a:lnTo>
                  <a:cubicBezTo>
                    <a:pt x="108" y="667"/>
                    <a:pt x="96" y="679"/>
                    <a:pt x="96" y="703"/>
                  </a:cubicBezTo>
                  <a:cubicBezTo>
                    <a:pt x="84" y="714"/>
                    <a:pt x="72" y="726"/>
                    <a:pt x="72" y="750"/>
                  </a:cubicBezTo>
                  <a:cubicBezTo>
                    <a:pt x="60" y="762"/>
                    <a:pt x="60" y="774"/>
                    <a:pt x="48" y="786"/>
                  </a:cubicBezTo>
                  <a:lnTo>
                    <a:pt x="36" y="833"/>
                  </a:lnTo>
                  <a:lnTo>
                    <a:pt x="24" y="881"/>
                  </a:lnTo>
                  <a:cubicBezTo>
                    <a:pt x="24" y="905"/>
                    <a:pt x="13" y="917"/>
                    <a:pt x="13" y="929"/>
                  </a:cubicBezTo>
                  <a:cubicBezTo>
                    <a:pt x="1" y="953"/>
                    <a:pt x="1" y="964"/>
                    <a:pt x="1" y="976"/>
                  </a:cubicBezTo>
                  <a:lnTo>
                    <a:pt x="1" y="1024"/>
                  </a:lnTo>
                  <a:lnTo>
                    <a:pt x="1" y="1072"/>
                  </a:lnTo>
                  <a:lnTo>
                    <a:pt x="1" y="1119"/>
                  </a:lnTo>
                  <a:lnTo>
                    <a:pt x="1" y="1167"/>
                  </a:lnTo>
                  <a:lnTo>
                    <a:pt x="1" y="1214"/>
                  </a:lnTo>
                  <a:lnTo>
                    <a:pt x="1" y="14954"/>
                  </a:lnTo>
                  <a:lnTo>
                    <a:pt x="1" y="14990"/>
                  </a:lnTo>
                  <a:lnTo>
                    <a:pt x="1" y="15050"/>
                  </a:lnTo>
                  <a:lnTo>
                    <a:pt x="1" y="15097"/>
                  </a:lnTo>
                  <a:lnTo>
                    <a:pt x="1" y="15145"/>
                  </a:lnTo>
                  <a:lnTo>
                    <a:pt x="1" y="15192"/>
                  </a:lnTo>
                  <a:cubicBezTo>
                    <a:pt x="1" y="15204"/>
                    <a:pt x="1" y="15216"/>
                    <a:pt x="13" y="15240"/>
                  </a:cubicBezTo>
                  <a:cubicBezTo>
                    <a:pt x="13" y="15252"/>
                    <a:pt x="13" y="15276"/>
                    <a:pt x="24" y="15288"/>
                  </a:cubicBezTo>
                  <a:cubicBezTo>
                    <a:pt x="36" y="15300"/>
                    <a:pt x="36" y="15323"/>
                    <a:pt x="36" y="15335"/>
                  </a:cubicBezTo>
                  <a:cubicBezTo>
                    <a:pt x="36" y="15347"/>
                    <a:pt x="48" y="15371"/>
                    <a:pt x="60" y="15383"/>
                  </a:cubicBezTo>
                  <a:cubicBezTo>
                    <a:pt x="60" y="15407"/>
                    <a:pt x="60" y="15419"/>
                    <a:pt x="72" y="15431"/>
                  </a:cubicBezTo>
                  <a:cubicBezTo>
                    <a:pt x="84" y="15454"/>
                    <a:pt x="84" y="15466"/>
                    <a:pt x="96" y="15478"/>
                  </a:cubicBezTo>
                  <a:cubicBezTo>
                    <a:pt x="108" y="15502"/>
                    <a:pt x="108" y="15514"/>
                    <a:pt x="120" y="15526"/>
                  </a:cubicBezTo>
                  <a:cubicBezTo>
                    <a:pt x="132" y="15550"/>
                    <a:pt x="144" y="15561"/>
                    <a:pt x="144" y="15585"/>
                  </a:cubicBezTo>
                  <a:cubicBezTo>
                    <a:pt x="155" y="15597"/>
                    <a:pt x="167" y="15609"/>
                    <a:pt x="179" y="15633"/>
                  </a:cubicBezTo>
                  <a:cubicBezTo>
                    <a:pt x="191" y="15645"/>
                    <a:pt x="203" y="15669"/>
                    <a:pt x="215" y="15681"/>
                  </a:cubicBezTo>
                  <a:lnTo>
                    <a:pt x="251" y="15728"/>
                  </a:lnTo>
                  <a:lnTo>
                    <a:pt x="298" y="15776"/>
                  </a:lnTo>
                  <a:lnTo>
                    <a:pt x="334" y="15823"/>
                  </a:lnTo>
                  <a:lnTo>
                    <a:pt x="394" y="15871"/>
                  </a:lnTo>
                  <a:cubicBezTo>
                    <a:pt x="417" y="15895"/>
                    <a:pt x="429" y="15907"/>
                    <a:pt x="453" y="15931"/>
                  </a:cubicBezTo>
                  <a:cubicBezTo>
                    <a:pt x="477" y="15942"/>
                    <a:pt x="501" y="15966"/>
                    <a:pt x="525" y="15978"/>
                  </a:cubicBezTo>
                  <a:cubicBezTo>
                    <a:pt x="584" y="16014"/>
                    <a:pt x="644" y="16050"/>
                    <a:pt x="703" y="16073"/>
                  </a:cubicBezTo>
                  <a:cubicBezTo>
                    <a:pt x="751" y="16097"/>
                    <a:pt x="798" y="16109"/>
                    <a:pt x="834" y="16121"/>
                  </a:cubicBezTo>
                  <a:cubicBezTo>
                    <a:pt x="953" y="16157"/>
                    <a:pt x="1072" y="16181"/>
                    <a:pt x="1191" y="16181"/>
                  </a:cubicBezTo>
                  <a:lnTo>
                    <a:pt x="1203" y="16181"/>
                  </a:lnTo>
                  <a:cubicBezTo>
                    <a:pt x="1310" y="16181"/>
                    <a:pt x="1417" y="16169"/>
                    <a:pt x="1525" y="16133"/>
                  </a:cubicBezTo>
                  <a:cubicBezTo>
                    <a:pt x="1572" y="16121"/>
                    <a:pt x="1620" y="16109"/>
                    <a:pt x="1656" y="16085"/>
                  </a:cubicBezTo>
                  <a:cubicBezTo>
                    <a:pt x="1691" y="16073"/>
                    <a:pt x="1727" y="16062"/>
                    <a:pt x="1763" y="16038"/>
                  </a:cubicBezTo>
                  <a:lnTo>
                    <a:pt x="1846" y="15990"/>
                  </a:lnTo>
                  <a:lnTo>
                    <a:pt x="1918" y="15942"/>
                  </a:lnTo>
                  <a:cubicBezTo>
                    <a:pt x="1941" y="15931"/>
                    <a:pt x="1953" y="15919"/>
                    <a:pt x="1977" y="15907"/>
                  </a:cubicBezTo>
                  <a:lnTo>
                    <a:pt x="2037" y="15859"/>
                  </a:lnTo>
                  <a:lnTo>
                    <a:pt x="2084" y="15812"/>
                  </a:lnTo>
                  <a:lnTo>
                    <a:pt x="2120" y="15752"/>
                  </a:lnTo>
                  <a:cubicBezTo>
                    <a:pt x="2144" y="15740"/>
                    <a:pt x="2156" y="15728"/>
                    <a:pt x="2168" y="15704"/>
                  </a:cubicBezTo>
                  <a:cubicBezTo>
                    <a:pt x="2179" y="15692"/>
                    <a:pt x="2191" y="15681"/>
                    <a:pt x="2203" y="15657"/>
                  </a:cubicBezTo>
                  <a:lnTo>
                    <a:pt x="2227" y="15609"/>
                  </a:lnTo>
                  <a:lnTo>
                    <a:pt x="2263" y="15561"/>
                  </a:lnTo>
                  <a:cubicBezTo>
                    <a:pt x="2275" y="15550"/>
                    <a:pt x="2275" y="15538"/>
                    <a:pt x="2287" y="15514"/>
                  </a:cubicBezTo>
                  <a:cubicBezTo>
                    <a:pt x="2299" y="15502"/>
                    <a:pt x="2299" y="15478"/>
                    <a:pt x="2310" y="15466"/>
                  </a:cubicBezTo>
                  <a:cubicBezTo>
                    <a:pt x="2310" y="15454"/>
                    <a:pt x="2322" y="15431"/>
                    <a:pt x="2334" y="15419"/>
                  </a:cubicBezTo>
                  <a:cubicBezTo>
                    <a:pt x="2334" y="15407"/>
                    <a:pt x="2346" y="15383"/>
                    <a:pt x="2346" y="15371"/>
                  </a:cubicBezTo>
                  <a:cubicBezTo>
                    <a:pt x="2346" y="15359"/>
                    <a:pt x="2358" y="15335"/>
                    <a:pt x="2370" y="15323"/>
                  </a:cubicBezTo>
                  <a:lnTo>
                    <a:pt x="2382" y="15276"/>
                  </a:lnTo>
                  <a:cubicBezTo>
                    <a:pt x="2382" y="15264"/>
                    <a:pt x="2394" y="15240"/>
                    <a:pt x="2394" y="15228"/>
                  </a:cubicBezTo>
                  <a:lnTo>
                    <a:pt x="2406" y="15180"/>
                  </a:lnTo>
                  <a:cubicBezTo>
                    <a:pt x="2406" y="15157"/>
                    <a:pt x="2406" y="15145"/>
                    <a:pt x="2406" y="15133"/>
                  </a:cubicBezTo>
                  <a:lnTo>
                    <a:pt x="2406" y="15085"/>
                  </a:lnTo>
                  <a:lnTo>
                    <a:pt x="2406" y="15026"/>
                  </a:lnTo>
                  <a:lnTo>
                    <a:pt x="2406" y="14978"/>
                  </a:lnTo>
                  <a:cubicBezTo>
                    <a:pt x="2406" y="14978"/>
                    <a:pt x="2406" y="14966"/>
                    <a:pt x="2406" y="14954"/>
                  </a:cubicBezTo>
                  <a:lnTo>
                    <a:pt x="2406" y="1214"/>
                  </a:lnTo>
                  <a:lnTo>
                    <a:pt x="2394" y="1214"/>
                  </a:lnTo>
                  <a:lnTo>
                    <a:pt x="2394" y="1167"/>
                  </a:lnTo>
                  <a:lnTo>
                    <a:pt x="2394" y="1119"/>
                  </a:lnTo>
                  <a:lnTo>
                    <a:pt x="2394" y="1072"/>
                  </a:lnTo>
                  <a:cubicBezTo>
                    <a:pt x="2394" y="1060"/>
                    <a:pt x="2394" y="1036"/>
                    <a:pt x="2394" y="1024"/>
                  </a:cubicBezTo>
                  <a:lnTo>
                    <a:pt x="2394" y="976"/>
                  </a:lnTo>
                  <a:cubicBezTo>
                    <a:pt x="2394" y="964"/>
                    <a:pt x="2382" y="941"/>
                    <a:pt x="2382" y="929"/>
                  </a:cubicBezTo>
                  <a:cubicBezTo>
                    <a:pt x="2382" y="917"/>
                    <a:pt x="2382" y="893"/>
                    <a:pt x="2370" y="881"/>
                  </a:cubicBezTo>
                  <a:cubicBezTo>
                    <a:pt x="2370" y="869"/>
                    <a:pt x="2358" y="845"/>
                    <a:pt x="2358" y="833"/>
                  </a:cubicBezTo>
                  <a:lnTo>
                    <a:pt x="2334" y="786"/>
                  </a:lnTo>
                  <a:lnTo>
                    <a:pt x="2322" y="738"/>
                  </a:lnTo>
                  <a:cubicBezTo>
                    <a:pt x="2322" y="714"/>
                    <a:pt x="2299" y="703"/>
                    <a:pt x="2299" y="691"/>
                  </a:cubicBezTo>
                  <a:lnTo>
                    <a:pt x="2275" y="643"/>
                  </a:lnTo>
                  <a:cubicBezTo>
                    <a:pt x="2263" y="619"/>
                    <a:pt x="2251" y="607"/>
                    <a:pt x="2239" y="595"/>
                  </a:cubicBezTo>
                  <a:lnTo>
                    <a:pt x="2215" y="548"/>
                  </a:lnTo>
                  <a:cubicBezTo>
                    <a:pt x="2203" y="524"/>
                    <a:pt x="2191" y="512"/>
                    <a:pt x="2179" y="500"/>
                  </a:cubicBezTo>
                  <a:cubicBezTo>
                    <a:pt x="2168" y="476"/>
                    <a:pt x="2156" y="464"/>
                    <a:pt x="2144" y="452"/>
                  </a:cubicBezTo>
                  <a:lnTo>
                    <a:pt x="2096" y="393"/>
                  </a:lnTo>
                  <a:lnTo>
                    <a:pt x="2060" y="345"/>
                  </a:lnTo>
                  <a:lnTo>
                    <a:pt x="2001" y="298"/>
                  </a:lnTo>
                  <a:cubicBezTo>
                    <a:pt x="1977" y="286"/>
                    <a:pt x="1965" y="274"/>
                    <a:pt x="1941" y="250"/>
                  </a:cubicBezTo>
                  <a:lnTo>
                    <a:pt x="1882" y="202"/>
                  </a:lnTo>
                  <a:lnTo>
                    <a:pt x="1798" y="155"/>
                  </a:lnTo>
                  <a:cubicBezTo>
                    <a:pt x="1763" y="143"/>
                    <a:pt x="1727" y="119"/>
                    <a:pt x="1703" y="107"/>
                  </a:cubicBezTo>
                  <a:cubicBezTo>
                    <a:pt x="1656" y="95"/>
                    <a:pt x="1608" y="71"/>
                    <a:pt x="1572" y="60"/>
                  </a:cubicBezTo>
                  <a:cubicBezTo>
                    <a:pt x="1489" y="36"/>
                    <a:pt x="1406" y="12"/>
                    <a:pt x="1322" y="12"/>
                  </a:cubicBezTo>
                  <a:cubicBezTo>
                    <a:pt x="1287" y="0"/>
                    <a:pt x="1239" y="0"/>
                    <a:pt x="12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8" name="Google Shape;2948;p25"/>
            <p:cNvSpPr/>
            <p:nvPr/>
          </p:nvSpPr>
          <p:spPr>
            <a:xfrm>
              <a:off x="7819390" y="-169612"/>
              <a:ext cx="142539" cy="125041"/>
            </a:xfrm>
            <a:custGeom>
              <a:avLst/>
              <a:gdLst/>
              <a:ahLst/>
              <a:cxnLst/>
              <a:rect l="l" t="t" r="r" b="b"/>
              <a:pathLst>
                <a:path w="4358" h="3823" extrusionOk="0">
                  <a:moveTo>
                    <a:pt x="1143" y="0"/>
                  </a:moveTo>
                  <a:cubicBezTo>
                    <a:pt x="512" y="0"/>
                    <a:pt x="0" y="512"/>
                    <a:pt x="0" y="1131"/>
                  </a:cubicBezTo>
                  <a:lnTo>
                    <a:pt x="0" y="2679"/>
                  </a:lnTo>
                  <a:cubicBezTo>
                    <a:pt x="0" y="3310"/>
                    <a:pt x="512" y="3810"/>
                    <a:pt x="1143" y="3822"/>
                  </a:cubicBezTo>
                  <a:lnTo>
                    <a:pt x="3227" y="3822"/>
                  </a:lnTo>
                  <a:cubicBezTo>
                    <a:pt x="3858" y="3810"/>
                    <a:pt x="4358" y="3310"/>
                    <a:pt x="4358" y="2679"/>
                  </a:cubicBezTo>
                  <a:lnTo>
                    <a:pt x="4358" y="1131"/>
                  </a:lnTo>
                  <a:cubicBezTo>
                    <a:pt x="4358" y="512"/>
                    <a:pt x="3858" y="0"/>
                    <a:pt x="3227" y="0"/>
                  </a:cubicBezTo>
                  <a:close/>
                </a:path>
              </a:pathLst>
            </a:custGeom>
            <a:solidFill>
              <a:srgbClr val="821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9" name="Google Shape;2949;p25"/>
            <p:cNvSpPr/>
            <p:nvPr/>
          </p:nvSpPr>
          <p:spPr>
            <a:xfrm>
              <a:off x="7819390" y="277825"/>
              <a:ext cx="142539" cy="124648"/>
            </a:xfrm>
            <a:custGeom>
              <a:avLst/>
              <a:gdLst/>
              <a:ahLst/>
              <a:cxnLst/>
              <a:rect l="l" t="t" r="r" b="b"/>
              <a:pathLst>
                <a:path w="4358" h="3811" extrusionOk="0">
                  <a:moveTo>
                    <a:pt x="1143" y="0"/>
                  </a:moveTo>
                  <a:cubicBezTo>
                    <a:pt x="512" y="0"/>
                    <a:pt x="0" y="512"/>
                    <a:pt x="0" y="1132"/>
                  </a:cubicBezTo>
                  <a:lnTo>
                    <a:pt x="0" y="2679"/>
                  </a:lnTo>
                  <a:cubicBezTo>
                    <a:pt x="0" y="3298"/>
                    <a:pt x="512" y="3810"/>
                    <a:pt x="1143" y="3810"/>
                  </a:cubicBezTo>
                  <a:lnTo>
                    <a:pt x="3227" y="3810"/>
                  </a:lnTo>
                  <a:cubicBezTo>
                    <a:pt x="3846" y="3810"/>
                    <a:pt x="4358" y="3298"/>
                    <a:pt x="4358" y="2679"/>
                  </a:cubicBezTo>
                  <a:lnTo>
                    <a:pt x="4358" y="1132"/>
                  </a:lnTo>
                  <a:cubicBezTo>
                    <a:pt x="4358" y="512"/>
                    <a:pt x="3846" y="0"/>
                    <a:pt x="3227" y="0"/>
                  </a:cubicBezTo>
                  <a:close/>
                </a:path>
              </a:pathLst>
            </a:custGeom>
            <a:solidFill>
              <a:srgbClr val="821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0" name="Google Shape;2950;p25"/>
            <p:cNvSpPr/>
            <p:nvPr/>
          </p:nvSpPr>
          <p:spPr>
            <a:xfrm>
              <a:off x="7842350" y="-148189"/>
              <a:ext cx="80264" cy="529240"/>
            </a:xfrm>
            <a:custGeom>
              <a:avLst/>
              <a:gdLst/>
              <a:ahLst/>
              <a:cxnLst/>
              <a:rect l="l" t="t" r="r" b="b"/>
              <a:pathLst>
                <a:path w="2454" h="16181" extrusionOk="0">
                  <a:moveTo>
                    <a:pt x="1227" y="0"/>
                  </a:moveTo>
                  <a:cubicBezTo>
                    <a:pt x="929" y="0"/>
                    <a:pt x="632" y="119"/>
                    <a:pt x="417" y="310"/>
                  </a:cubicBezTo>
                  <a:lnTo>
                    <a:pt x="394" y="333"/>
                  </a:lnTo>
                  <a:cubicBezTo>
                    <a:pt x="358" y="369"/>
                    <a:pt x="322" y="393"/>
                    <a:pt x="298" y="429"/>
                  </a:cubicBezTo>
                  <a:cubicBezTo>
                    <a:pt x="275" y="452"/>
                    <a:pt x="263" y="476"/>
                    <a:pt x="239" y="500"/>
                  </a:cubicBezTo>
                  <a:cubicBezTo>
                    <a:pt x="227" y="524"/>
                    <a:pt x="203" y="560"/>
                    <a:pt x="179" y="595"/>
                  </a:cubicBezTo>
                  <a:cubicBezTo>
                    <a:pt x="155" y="631"/>
                    <a:pt x="144" y="655"/>
                    <a:pt x="132" y="691"/>
                  </a:cubicBezTo>
                  <a:cubicBezTo>
                    <a:pt x="108" y="726"/>
                    <a:pt x="96" y="750"/>
                    <a:pt x="84" y="786"/>
                  </a:cubicBezTo>
                  <a:cubicBezTo>
                    <a:pt x="72" y="833"/>
                    <a:pt x="60" y="869"/>
                    <a:pt x="48" y="917"/>
                  </a:cubicBezTo>
                  <a:cubicBezTo>
                    <a:pt x="36" y="941"/>
                    <a:pt x="25" y="964"/>
                    <a:pt x="25" y="1000"/>
                  </a:cubicBezTo>
                  <a:cubicBezTo>
                    <a:pt x="13" y="1072"/>
                    <a:pt x="1" y="1143"/>
                    <a:pt x="1" y="1226"/>
                  </a:cubicBezTo>
                  <a:lnTo>
                    <a:pt x="1" y="14954"/>
                  </a:lnTo>
                  <a:cubicBezTo>
                    <a:pt x="1" y="15633"/>
                    <a:pt x="548" y="16181"/>
                    <a:pt x="1227" y="16181"/>
                  </a:cubicBezTo>
                  <a:cubicBezTo>
                    <a:pt x="1310" y="16181"/>
                    <a:pt x="1394" y="16169"/>
                    <a:pt x="1477" y="16157"/>
                  </a:cubicBezTo>
                  <a:lnTo>
                    <a:pt x="1525" y="16145"/>
                  </a:lnTo>
                  <a:cubicBezTo>
                    <a:pt x="1584" y="16121"/>
                    <a:pt x="1656" y="16097"/>
                    <a:pt x="1727" y="16073"/>
                  </a:cubicBezTo>
                  <a:lnTo>
                    <a:pt x="1739" y="16073"/>
                  </a:lnTo>
                  <a:cubicBezTo>
                    <a:pt x="1882" y="16002"/>
                    <a:pt x="2013" y="15907"/>
                    <a:pt x="2120" y="15788"/>
                  </a:cubicBezTo>
                  <a:cubicBezTo>
                    <a:pt x="2334" y="15561"/>
                    <a:pt x="2453" y="15276"/>
                    <a:pt x="2453" y="14966"/>
                  </a:cubicBezTo>
                  <a:lnTo>
                    <a:pt x="2453" y="1226"/>
                  </a:lnTo>
                  <a:cubicBezTo>
                    <a:pt x="2453" y="548"/>
                    <a:pt x="1906" y="0"/>
                    <a:pt x="1227" y="0"/>
                  </a:cubicBezTo>
                  <a:close/>
                </a:path>
              </a:pathLst>
            </a:custGeom>
            <a:solidFill>
              <a:srgbClr val="272425">
                <a:alpha val="200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1" name="Google Shape;2951;p25"/>
            <p:cNvSpPr/>
            <p:nvPr/>
          </p:nvSpPr>
          <p:spPr>
            <a:xfrm>
              <a:off x="7854027" y="-148189"/>
              <a:ext cx="79087" cy="529240"/>
            </a:xfrm>
            <a:custGeom>
              <a:avLst/>
              <a:gdLst/>
              <a:ahLst/>
              <a:cxnLst/>
              <a:rect l="l" t="t" r="r" b="b"/>
              <a:pathLst>
                <a:path w="2418" h="16181" extrusionOk="0">
                  <a:moveTo>
                    <a:pt x="1132" y="0"/>
                  </a:moveTo>
                  <a:cubicBezTo>
                    <a:pt x="1049" y="0"/>
                    <a:pt x="965" y="24"/>
                    <a:pt x="882" y="48"/>
                  </a:cubicBezTo>
                  <a:cubicBezTo>
                    <a:pt x="834" y="60"/>
                    <a:pt x="787" y="71"/>
                    <a:pt x="739" y="83"/>
                  </a:cubicBezTo>
                  <a:cubicBezTo>
                    <a:pt x="715" y="107"/>
                    <a:pt x="680" y="119"/>
                    <a:pt x="644" y="131"/>
                  </a:cubicBezTo>
                  <a:cubicBezTo>
                    <a:pt x="620" y="155"/>
                    <a:pt x="596" y="167"/>
                    <a:pt x="572" y="179"/>
                  </a:cubicBezTo>
                  <a:cubicBezTo>
                    <a:pt x="537" y="202"/>
                    <a:pt x="525" y="214"/>
                    <a:pt x="501" y="226"/>
                  </a:cubicBezTo>
                  <a:lnTo>
                    <a:pt x="430" y="274"/>
                  </a:lnTo>
                  <a:lnTo>
                    <a:pt x="382" y="322"/>
                  </a:lnTo>
                  <a:cubicBezTo>
                    <a:pt x="370" y="333"/>
                    <a:pt x="346" y="357"/>
                    <a:pt x="334" y="369"/>
                  </a:cubicBezTo>
                  <a:lnTo>
                    <a:pt x="287" y="417"/>
                  </a:lnTo>
                  <a:cubicBezTo>
                    <a:pt x="275" y="429"/>
                    <a:pt x="263" y="441"/>
                    <a:pt x="251" y="464"/>
                  </a:cubicBezTo>
                  <a:lnTo>
                    <a:pt x="215" y="512"/>
                  </a:lnTo>
                  <a:lnTo>
                    <a:pt x="179" y="560"/>
                  </a:lnTo>
                  <a:lnTo>
                    <a:pt x="156" y="607"/>
                  </a:lnTo>
                  <a:lnTo>
                    <a:pt x="132" y="655"/>
                  </a:lnTo>
                  <a:lnTo>
                    <a:pt x="108" y="703"/>
                  </a:lnTo>
                  <a:cubicBezTo>
                    <a:pt x="108" y="714"/>
                    <a:pt x="96" y="726"/>
                    <a:pt x="84" y="750"/>
                  </a:cubicBezTo>
                  <a:cubicBezTo>
                    <a:pt x="72" y="762"/>
                    <a:pt x="72" y="774"/>
                    <a:pt x="60" y="786"/>
                  </a:cubicBezTo>
                  <a:lnTo>
                    <a:pt x="49" y="833"/>
                  </a:lnTo>
                  <a:lnTo>
                    <a:pt x="37" y="881"/>
                  </a:lnTo>
                  <a:cubicBezTo>
                    <a:pt x="37" y="905"/>
                    <a:pt x="25" y="917"/>
                    <a:pt x="25" y="929"/>
                  </a:cubicBezTo>
                  <a:cubicBezTo>
                    <a:pt x="13" y="953"/>
                    <a:pt x="13" y="964"/>
                    <a:pt x="13" y="976"/>
                  </a:cubicBezTo>
                  <a:lnTo>
                    <a:pt x="13" y="1024"/>
                  </a:lnTo>
                  <a:cubicBezTo>
                    <a:pt x="13" y="1048"/>
                    <a:pt x="13" y="1060"/>
                    <a:pt x="1" y="1072"/>
                  </a:cubicBezTo>
                  <a:cubicBezTo>
                    <a:pt x="1" y="1095"/>
                    <a:pt x="1" y="1107"/>
                    <a:pt x="1" y="1119"/>
                  </a:cubicBezTo>
                  <a:lnTo>
                    <a:pt x="1" y="1167"/>
                  </a:lnTo>
                  <a:lnTo>
                    <a:pt x="1" y="1214"/>
                  </a:lnTo>
                  <a:lnTo>
                    <a:pt x="1" y="14954"/>
                  </a:lnTo>
                  <a:cubicBezTo>
                    <a:pt x="1" y="14966"/>
                    <a:pt x="1" y="14978"/>
                    <a:pt x="1" y="14990"/>
                  </a:cubicBezTo>
                  <a:lnTo>
                    <a:pt x="1" y="15050"/>
                  </a:lnTo>
                  <a:cubicBezTo>
                    <a:pt x="1" y="15061"/>
                    <a:pt x="1" y="15073"/>
                    <a:pt x="1" y="15097"/>
                  </a:cubicBezTo>
                  <a:cubicBezTo>
                    <a:pt x="1" y="15109"/>
                    <a:pt x="13" y="15121"/>
                    <a:pt x="13" y="15145"/>
                  </a:cubicBezTo>
                  <a:lnTo>
                    <a:pt x="13" y="15192"/>
                  </a:lnTo>
                  <a:cubicBezTo>
                    <a:pt x="13" y="15204"/>
                    <a:pt x="13" y="15216"/>
                    <a:pt x="25" y="15240"/>
                  </a:cubicBezTo>
                  <a:cubicBezTo>
                    <a:pt x="37" y="15252"/>
                    <a:pt x="25" y="15276"/>
                    <a:pt x="37" y="15288"/>
                  </a:cubicBezTo>
                  <a:cubicBezTo>
                    <a:pt x="49" y="15300"/>
                    <a:pt x="49" y="15323"/>
                    <a:pt x="49" y="15335"/>
                  </a:cubicBezTo>
                  <a:lnTo>
                    <a:pt x="60" y="15383"/>
                  </a:lnTo>
                  <a:lnTo>
                    <a:pt x="84" y="15431"/>
                  </a:lnTo>
                  <a:cubicBezTo>
                    <a:pt x="84" y="15454"/>
                    <a:pt x="96" y="15466"/>
                    <a:pt x="108" y="15478"/>
                  </a:cubicBezTo>
                  <a:cubicBezTo>
                    <a:pt x="120" y="15502"/>
                    <a:pt x="120" y="15514"/>
                    <a:pt x="132" y="15526"/>
                  </a:cubicBezTo>
                  <a:cubicBezTo>
                    <a:pt x="144" y="15550"/>
                    <a:pt x="156" y="15561"/>
                    <a:pt x="156" y="15585"/>
                  </a:cubicBezTo>
                  <a:cubicBezTo>
                    <a:pt x="168" y="15597"/>
                    <a:pt x="179" y="15609"/>
                    <a:pt x="191" y="15633"/>
                  </a:cubicBezTo>
                  <a:cubicBezTo>
                    <a:pt x="203" y="15645"/>
                    <a:pt x="215" y="15657"/>
                    <a:pt x="227" y="15681"/>
                  </a:cubicBezTo>
                  <a:cubicBezTo>
                    <a:pt x="239" y="15692"/>
                    <a:pt x="251" y="15716"/>
                    <a:pt x="263" y="15728"/>
                  </a:cubicBezTo>
                  <a:cubicBezTo>
                    <a:pt x="275" y="15740"/>
                    <a:pt x="287" y="15764"/>
                    <a:pt x="310" y="15776"/>
                  </a:cubicBezTo>
                  <a:lnTo>
                    <a:pt x="358" y="15823"/>
                  </a:lnTo>
                  <a:lnTo>
                    <a:pt x="406" y="15871"/>
                  </a:lnTo>
                  <a:cubicBezTo>
                    <a:pt x="430" y="15895"/>
                    <a:pt x="441" y="15907"/>
                    <a:pt x="465" y="15931"/>
                  </a:cubicBezTo>
                  <a:lnTo>
                    <a:pt x="537" y="15978"/>
                  </a:lnTo>
                  <a:cubicBezTo>
                    <a:pt x="560" y="15990"/>
                    <a:pt x="584" y="16014"/>
                    <a:pt x="620" y="16026"/>
                  </a:cubicBezTo>
                  <a:cubicBezTo>
                    <a:pt x="644" y="16050"/>
                    <a:pt x="680" y="16062"/>
                    <a:pt x="715" y="16073"/>
                  </a:cubicBezTo>
                  <a:cubicBezTo>
                    <a:pt x="763" y="16097"/>
                    <a:pt x="811" y="16109"/>
                    <a:pt x="846" y="16121"/>
                  </a:cubicBezTo>
                  <a:cubicBezTo>
                    <a:pt x="965" y="16157"/>
                    <a:pt x="1084" y="16181"/>
                    <a:pt x="1203" y="16181"/>
                  </a:cubicBezTo>
                  <a:lnTo>
                    <a:pt x="1215" y="16181"/>
                  </a:lnTo>
                  <a:cubicBezTo>
                    <a:pt x="1322" y="16181"/>
                    <a:pt x="1430" y="16169"/>
                    <a:pt x="1537" y="16133"/>
                  </a:cubicBezTo>
                  <a:cubicBezTo>
                    <a:pt x="1584" y="16121"/>
                    <a:pt x="1632" y="16109"/>
                    <a:pt x="1680" y="16085"/>
                  </a:cubicBezTo>
                  <a:lnTo>
                    <a:pt x="1751" y="16050"/>
                  </a:lnTo>
                  <a:cubicBezTo>
                    <a:pt x="1775" y="16026"/>
                    <a:pt x="1811" y="16014"/>
                    <a:pt x="1834" y="16002"/>
                  </a:cubicBezTo>
                  <a:lnTo>
                    <a:pt x="1906" y="15954"/>
                  </a:lnTo>
                  <a:cubicBezTo>
                    <a:pt x="1930" y="15931"/>
                    <a:pt x="1954" y="15919"/>
                    <a:pt x="1965" y="15907"/>
                  </a:cubicBezTo>
                  <a:cubicBezTo>
                    <a:pt x="1989" y="15883"/>
                    <a:pt x="2001" y="15871"/>
                    <a:pt x="2025" y="15859"/>
                  </a:cubicBezTo>
                  <a:lnTo>
                    <a:pt x="2073" y="15812"/>
                  </a:lnTo>
                  <a:lnTo>
                    <a:pt x="2108" y="15752"/>
                  </a:lnTo>
                  <a:lnTo>
                    <a:pt x="2156" y="15704"/>
                  </a:lnTo>
                  <a:lnTo>
                    <a:pt x="2192" y="15657"/>
                  </a:lnTo>
                  <a:lnTo>
                    <a:pt x="2215" y="15609"/>
                  </a:lnTo>
                  <a:cubicBezTo>
                    <a:pt x="2227" y="15597"/>
                    <a:pt x="2239" y="15585"/>
                    <a:pt x="2251" y="15561"/>
                  </a:cubicBezTo>
                  <a:cubicBezTo>
                    <a:pt x="2263" y="15550"/>
                    <a:pt x="2263" y="15538"/>
                    <a:pt x="2275" y="15514"/>
                  </a:cubicBezTo>
                  <a:cubicBezTo>
                    <a:pt x="2287" y="15502"/>
                    <a:pt x="2287" y="15478"/>
                    <a:pt x="2299" y="15466"/>
                  </a:cubicBezTo>
                  <a:lnTo>
                    <a:pt x="2323" y="15419"/>
                  </a:lnTo>
                  <a:cubicBezTo>
                    <a:pt x="2323" y="15407"/>
                    <a:pt x="2335" y="15383"/>
                    <a:pt x="2335" y="15371"/>
                  </a:cubicBezTo>
                  <a:cubicBezTo>
                    <a:pt x="2335" y="15359"/>
                    <a:pt x="2346" y="15335"/>
                    <a:pt x="2358" y="15323"/>
                  </a:cubicBezTo>
                  <a:cubicBezTo>
                    <a:pt x="2358" y="15311"/>
                    <a:pt x="2370" y="15288"/>
                    <a:pt x="2370" y="15276"/>
                  </a:cubicBezTo>
                  <a:cubicBezTo>
                    <a:pt x="2370" y="15264"/>
                    <a:pt x="2382" y="15240"/>
                    <a:pt x="2382" y="15228"/>
                  </a:cubicBezTo>
                  <a:cubicBezTo>
                    <a:pt x="2382" y="15204"/>
                    <a:pt x="2382" y="15192"/>
                    <a:pt x="2394" y="15180"/>
                  </a:cubicBezTo>
                  <a:cubicBezTo>
                    <a:pt x="2406" y="15157"/>
                    <a:pt x="2394" y="15145"/>
                    <a:pt x="2394" y="15133"/>
                  </a:cubicBezTo>
                  <a:cubicBezTo>
                    <a:pt x="2406" y="15109"/>
                    <a:pt x="2394" y="15097"/>
                    <a:pt x="2394" y="15085"/>
                  </a:cubicBezTo>
                  <a:lnTo>
                    <a:pt x="2394" y="15026"/>
                  </a:lnTo>
                  <a:lnTo>
                    <a:pt x="2394" y="14978"/>
                  </a:lnTo>
                  <a:lnTo>
                    <a:pt x="2394" y="14954"/>
                  </a:lnTo>
                  <a:lnTo>
                    <a:pt x="2394" y="1226"/>
                  </a:lnTo>
                  <a:cubicBezTo>
                    <a:pt x="2394" y="1226"/>
                    <a:pt x="2418" y="1214"/>
                    <a:pt x="2418" y="1214"/>
                  </a:cubicBezTo>
                  <a:lnTo>
                    <a:pt x="2418" y="1167"/>
                  </a:lnTo>
                  <a:lnTo>
                    <a:pt x="2418" y="1119"/>
                  </a:lnTo>
                  <a:cubicBezTo>
                    <a:pt x="2418" y="1107"/>
                    <a:pt x="2418" y="1084"/>
                    <a:pt x="2418" y="1072"/>
                  </a:cubicBezTo>
                  <a:cubicBezTo>
                    <a:pt x="2418" y="1060"/>
                    <a:pt x="2418" y="1036"/>
                    <a:pt x="2406" y="1024"/>
                  </a:cubicBezTo>
                  <a:cubicBezTo>
                    <a:pt x="2406" y="1012"/>
                    <a:pt x="2406" y="988"/>
                    <a:pt x="2406" y="976"/>
                  </a:cubicBezTo>
                  <a:cubicBezTo>
                    <a:pt x="2406" y="964"/>
                    <a:pt x="2406" y="941"/>
                    <a:pt x="2394" y="929"/>
                  </a:cubicBezTo>
                  <a:cubicBezTo>
                    <a:pt x="2394" y="905"/>
                    <a:pt x="2394" y="893"/>
                    <a:pt x="2382" y="881"/>
                  </a:cubicBezTo>
                  <a:cubicBezTo>
                    <a:pt x="2382" y="869"/>
                    <a:pt x="2370" y="845"/>
                    <a:pt x="2370" y="833"/>
                  </a:cubicBezTo>
                  <a:cubicBezTo>
                    <a:pt x="2370" y="810"/>
                    <a:pt x="2358" y="798"/>
                    <a:pt x="2358" y="786"/>
                  </a:cubicBezTo>
                  <a:cubicBezTo>
                    <a:pt x="2346" y="762"/>
                    <a:pt x="2346" y="750"/>
                    <a:pt x="2335" y="738"/>
                  </a:cubicBezTo>
                  <a:cubicBezTo>
                    <a:pt x="2323" y="714"/>
                    <a:pt x="2323" y="703"/>
                    <a:pt x="2311" y="691"/>
                  </a:cubicBezTo>
                  <a:lnTo>
                    <a:pt x="2287" y="643"/>
                  </a:lnTo>
                  <a:cubicBezTo>
                    <a:pt x="2275" y="619"/>
                    <a:pt x="2263" y="607"/>
                    <a:pt x="2263" y="595"/>
                  </a:cubicBezTo>
                  <a:cubicBezTo>
                    <a:pt x="2251" y="572"/>
                    <a:pt x="2239" y="560"/>
                    <a:pt x="2227" y="548"/>
                  </a:cubicBezTo>
                  <a:lnTo>
                    <a:pt x="2192" y="500"/>
                  </a:lnTo>
                  <a:lnTo>
                    <a:pt x="2156" y="452"/>
                  </a:lnTo>
                  <a:lnTo>
                    <a:pt x="2108" y="393"/>
                  </a:lnTo>
                  <a:cubicBezTo>
                    <a:pt x="2096" y="381"/>
                    <a:pt x="2084" y="369"/>
                    <a:pt x="2073" y="345"/>
                  </a:cubicBezTo>
                  <a:lnTo>
                    <a:pt x="2013" y="298"/>
                  </a:lnTo>
                  <a:cubicBezTo>
                    <a:pt x="2001" y="286"/>
                    <a:pt x="1977" y="274"/>
                    <a:pt x="1954" y="250"/>
                  </a:cubicBezTo>
                  <a:lnTo>
                    <a:pt x="1894" y="202"/>
                  </a:lnTo>
                  <a:lnTo>
                    <a:pt x="1811" y="155"/>
                  </a:lnTo>
                  <a:cubicBezTo>
                    <a:pt x="1775" y="143"/>
                    <a:pt x="1739" y="119"/>
                    <a:pt x="1715" y="107"/>
                  </a:cubicBezTo>
                  <a:cubicBezTo>
                    <a:pt x="1668" y="95"/>
                    <a:pt x="1632" y="71"/>
                    <a:pt x="1584" y="60"/>
                  </a:cubicBezTo>
                  <a:cubicBezTo>
                    <a:pt x="1501" y="36"/>
                    <a:pt x="1418" y="12"/>
                    <a:pt x="1346" y="12"/>
                  </a:cubicBezTo>
                  <a:cubicBezTo>
                    <a:pt x="1299" y="0"/>
                    <a:pt x="1251" y="0"/>
                    <a:pt x="121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2" name="Google Shape;2952;p25"/>
            <p:cNvSpPr/>
            <p:nvPr/>
          </p:nvSpPr>
          <p:spPr>
            <a:xfrm>
              <a:off x="7449044" y="-169612"/>
              <a:ext cx="142572" cy="125041"/>
            </a:xfrm>
            <a:custGeom>
              <a:avLst/>
              <a:gdLst/>
              <a:ahLst/>
              <a:cxnLst/>
              <a:rect l="l" t="t" r="r" b="b"/>
              <a:pathLst>
                <a:path w="4359" h="3823" extrusionOk="0">
                  <a:moveTo>
                    <a:pt x="1131" y="0"/>
                  </a:moveTo>
                  <a:cubicBezTo>
                    <a:pt x="500" y="0"/>
                    <a:pt x="0" y="512"/>
                    <a:pt x="0" y="1131"/>
                  </a:cubicBezTo>
                  <a:lnTo>
                    <a:pt x="0" y="2679"/>
                  </a:lnTo>
                  <a:cubicBezTo>
                    <a:pt x="0" y="3310"/>
                    <a:pt x="512" y="3822"/>
                    <a:pt x="1143" y="3822"/>
                  </a:cubicBezTo>
                  <a:lnTo>
                    <a:pt x="3227" y="3822"/>
                  </a:lnTo>
                  <a:cubicBezTo>
                    <a:pt x="3846" y="3810"/>
                    <a:pt x="4358" y="3310"/>
                    <a:pt x="4358" y="2679"/>
                  </a:cubicBezTo>
                  <a:lnTo>
                    <a:pt x="4358" y="1131"/>
                  </a:lnTo>
                  <a:cubicBezTo>
                    <a:pt x="4346" y="512"/>
                    <a:pt x="3846" y="0"/>
                    <a:pt x="3215" y="0"/>
                  </a:cubicBezTo>
                  <a:close/>
                </a:path>
              </a:pathLst>
            </a:custGeom>
            <a:solidFill>
              <a:srgbClr val="821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3" name="Google Shape;2953;p25"/>
            <p:cNvSpPr/>
            <p:nvPr/>
          </p:nvSpPr>
          <p:spPr>
            <a:xfrm>
              <a:off x="7448651" y="277825"/>
              <a:ext cx="142964" cy="124648"/>
            </a:xfrm>
            <a:custGeom>
              <a:avLst/>
              <a:gdLst/>
              <a:ahLst/>
              <a:cxnLst/>
              <a:rect l="l" t="t" r="r" b="b"/>
              <a:pathLst>
                <a:path w="4371" h="3811" extrusionOk="0">
                  <a:moveTo>
                    <a:pt x="1143" y="0"/>
                  </a:moveTo>
                  <a:cubicBezTo>
                    <a:pt x="512" y="0"/>
                    <a:pt x="0" y="501"/>
                    <a:pt x="12" y="1132"/>
                  </a:cubicBezTo>
                  <a:lnTo>
                    <a:pt x="12" y="2679"/>
                  </a:lnTo>
                  <a:cubicBezTo>
                    <a:pt x="12" y="3310"/>
                    <a:pt x="524" y="3810"/>
                    <a:pt x="1143" y="3810"/>
                  </a:cubicBezTo>
                  <a:lnTo>
                    <a:pt x="3227" y="3810"/>
                  </a:lnTo>
                  <a:cubicBezTo>
                    <a:pt x="3858" y="3810"/>
                    <a:pt x="4370" y="3298"/>
                    <a:pt x="4370" y="2679"/>
                  </a:cubicBezTo>
                  <a:lnTo>
                    <a:pt x="4370" y="1132"/>
                  </a:lnTo>
                  <a:cubicBezTo>
                    <a:pt x="4370" y="512"/>
                    <a:pt x="3858" y="0"/>
                    <a:pt x="3227" y="0"/>
                  </a:cubicBezTo>
                  <a:close/>
                </a:path>
              </a:pathLst>
            </a:custGeom>
            <a:solidFill>
              <a:srgbClr val="821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4" name="Google Shape;2954;p25"/>
            <p:cNvSpPr/>
            <p:nvPr/>
          </p:nvSpPr>
          <p:spPr>
            <a:xfrm>
              <a:off x="7472004" y="-148189"/>
              <a:ext cx="80264" cy="529240"/>
            </a:xfrm>
            <a:custGeom>
              <a:avLst/>
              <a:gdLst/>
              <a:ahLst/>
              <a:cxnLst/>
              <a:rect l="l" t="t" r="r" b="b"/>
              <a:pathLst>
                <a:path w="2454" h="16181" extrusionOk="0">
                  <a:moveTo>
                    <a:pt x="1227" y="0"/>
                  </a:moveTo>
                  <a:cubicBezTo>
                    <a:pt x="930" y="0"/>
                    <a:pt x="632" y="119"/>
                    <a:pt x="418" y="310"/>
                  </a:cubicBezTo>
                  <a:lnTo>
                    <a:pt x="394" y="333"/>
                  </a:lnTo>
                  <a:cubicBezTo>
                    <a:pt x="358" y="369"/>
                    <a:pt x="334" y="393"/>
                    <a:pt x="299" y="429"/>
                  </a:cubicBezTo>
                  <a:cubicBezTo>
                    <a:pt x="287" y="452"/>
                    <a:pt x="263" y="476"/>
                    <a:pt x="251" y="500"/>
                  </a:cubicBezTo>
                  <a:cubicBezTo>
                    <a:pt x="227" y="524"/>
                    <a:pt x="203" y="560"/>
                    <a:pt x="179" y="595"/>
                  </a:cubicBezTo>
                  <a:cubicBezTo>
                    <a:pt x="168" y="631"/>
                    <a:pt x="144" y="655"/>
                    <a:pt x="132" y="691"/>
                  </a:cubicBezTo>
                  <a:cubicBezTo>
                    <a:pt x="120" y="726"/>
                    <a:pt x="96" y="750"/>
                    <a:pt x="84" y="786"/>
                  </a:cubicBezTo>
                  <a:cubicBezTo>
                    <a:pt x="72" y="833"/>
                    <a:pt x="60" y="869"/>
                    <a:pt x="48" y="917"/>
                  </a:cubicBezTo>
                  <a:cubicBezTo>
                    <a:pt x="48" y="941"/>
                    <a:pt x="37" y="964"/>
                    <a:pt x="25" y="1000"/>
                  </a:cubicBezTo>
                  <a:cubicBezTo>
                    <a:pt x="13" y="1072"/>
                    <a:pt x="1" y="1143"/>
                    <a:pt x="1" y="1226"/>
                  </a:cubicBezTo>
                  <a:lnTo>
                    <a:pt x="1" y="14954"/>
                  </a:lnTo>
                  <a:cubicBezTo>
                    <a:pt x="1" y="15633"/>
                    <a:pt x="549" y="16181"/>
                    <a:pt x="1227" y="16181"/>
                  </a:cubicBezTo>
                  <a:cubicBezTo>
                    <a:pt x="1311" y="16181"/>
                    <a:pt x="1394" y="16169"/>
                    <a:pt x="1477" y="16157"/>
                  </a:cubicBezTo>
                  <a:lnTo>
                    <a:pt x="1525" y="16145"/>
                  </a:lnTo>
                  <a:cubicBezTo>
                    <a:pt x="1584" y="16121"/>
                    <a:pt x="1656" y="16097"/>
                    <a:pt x="1715" y="16073"/>
                  </a:cubicBezTo>
                  <a:lnTo>
                    <a:pt x="1739" y="16073"/>
                  </a:lnTo>
                  <a:cubicBezTo>
                    <a:pt x="1882" y="16002"/>
                    <a:pt x="2013" y="15907"/>
                    <a:pt x="2120" y="15788"/>
                  </a:cubicBezTo>
                  <a:cubicBezTo>
                    <a:pt x="2334" y="15561"/>
                    <a:pt x="2442" y="15276"/>
                    <a:pt x="2442" y="14966"/>
                  </a:cubicBezTo>
                  <a:lnTo>
                    <a:pt x="2442" y="1226"/>
                  </a:lnTo>
                  <a:cubicBezTo>
                    <a:pt x="2454" y="548"/>
                    <a:pt x="1906" y="0"/>
                    <a:pt x="1227" y="0"/>
                  </a:cubicBezTo>
                  <a:close/>
                </a:path>
              </a:pathLst>
            </a:custGeom>
            <a:solidFill>
              <a:srgbClr val="272425">
                <a:alpha val="200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5" name="Google Shape;2955;p25"/>
            <p:cNvSpPr/>
            <p:nvPr/>
          </p:nvSpPr>
          <p:spPr>
            <a:xfrm>
              <a:off x="7484073" y="-148189"/>
              <a:ext cx="78694" cy="529240"/>
            </a:xfrm>
            <a:custGeom>
              <a:avLst/>
              <a:gdLst/>
              <a:ahLst/>
              <a:cxnLst/>
              <a:rect l="l" t="t" r="r" b="b"/>
              <a:pathLst>
                <a:path w="2406" h="16181" extrusionOk="0">
                  <a:moveTo>
                    <a:pt x="1132" y="0"/>
                  </a:moveTo>
                  <a:cubicBezTo>
                    <a:pt x="1037" y="0"/>
                    <a:pt x="953" y="24"/>
                    <a:pt x="870" y="48"/>
                  </a:cubicBezTo>
                  <a:cubicBezTo>
                    <a:pt x="822" y="60"/>
                    <a:pt x="787" y="71"/>
                    <a:pt x="739" y="83"/>
                  </a:cubicBezTo>
                  <a:cubicBezTo>
                    <a:pt x="703" y="107"/>
                    <a:pt x="668" y="119"/>
                    <a:pt x="644" y="131"/>
                  </a:cubicBezTo>
                  <a:cubicBezTo>
                    <a:pt x="608" y="155"/>
                    <a:pt x="584" y="167"/>
                    <a:pt x="561" y="179"/>
                  </a:cubicBezTo>
                  <a:cubicBezTo>
                    <a:pt x="537" y="202"/>
                    <a:pt x="513" y="214"/>
                    <a:pt x="489" y="226"/>
                  </a:cubicBezTo>
                  <a:lnTo>
                    <a:pt x="430" y="274"/>
                  </a:lnTo>
                  <a:lnTo>
                    <a:pt x="382" y="322"/>
                  </a:lnTo>
                  <a:cubicBezTo>
                    <a:pt x="358" y="333"/>
                    <a:pt x="346" y="357"/>
                    <a:pt x="334" y="369"/>
                  </a:cubicBezTo>
                  <a:cubicBezTo>
                    <a:pt x="311" y="381"/>
                    <a:pt x="299" y="393"/>
                    <a:pt x="287" y="417"/>
                  </a:cubicBezTo>
                  <a:lnTo>
                    <a:pt x="251" y="464"/>
                  </a:lnTo>
                  <a:lnTo>
                    <a:pt x="215" y="512"/>
                  </a:lnTo>
                  <a:lnTo>
                    <a:pt x="180" y="560"/>
                  </a:lnTo>
                  <a:cubicBezTo>
                    <a:pt x="168" y="572"/>
                    <a:pt x="156" y="583"/>
                    <a:pt x="156" y="607"/>
                  </a:cubicBezTo>
                  <a:lnTo>
                    <a:pt x="120" y="655"/>
                  </a:lnTo>
                  <a:cubicBezTo>
                    <a:pt x="120" y="667"/>
                    <a:pt x="108" y="679"/>
                    <a:pt x="96" y="703"/>
                  </a:cubicBezTo>
                  <a:cubicBezTo>
                    <a:pt x="96" y="714"/>
                    <a:pt x="84" y="726"/>
                    <a:pt x="72" y="750"/>
                  </a:cubicBezTo>
                  <a:cubicBezTo>
                    <a:pt x="72" y="762"/>
                    <a:pt x="72" y="774"/>
                    <a:pt x="60" y="786"/>
                  </a:cubicBezTo>
                  <a:lnTo>
                    <a:pt x="49" y="833"/>
                  </a:lnTo>
                  <a:lnTo>
                    <a:pt x="25" y="881"/>
                  </a:lnTo>
                  <a:cubicBezTo>
                    <a:pt x="25" y="905"/>
                    <a:pt x="25" y="917"/>
                    <a:pt x="13" y="929"/>
                  </a:cubicBezTo>
                  <a:cubicBezTo>
                    <a:pt x="13" y="953"/>
                    <a:pt x="13" y="964"/>
                    <a:pt x="1" y="976"/>
                  </a:cubicBezTo>
                  <a:lnTo>
                    <a:pt x="1" y="1024"/>
                  </a:lnTo>
                  <a:lnTo>
                    <a:pt x="1" y="1072"/>
                  </a:lnTo>
                  <a:lnTo>
                    <a:pt x="1" y="1119"/>
                  </a:lnTo>
                  <a:lnTo>
                    <a:pt x="1" y="1167"/>
                  </a:lnTo>
                  <a:lnTo>
                    <a:pt x="1" y="1214"/>
                  </a:lnTo>
                  <a:lnTo>
                    <a:pt x="1" y="14954"/>
                  </a:lnTo>
                  <a:lnTo>
                    <a:pt x="1" y="14990"/>
                  </a:lnTo>
                  <a:lnTo>
                    <a:pt x="1" y="15050"/>
                  </a:lnTo>
                  <a:lnTo>
                    <a:pt x="1" y="15097"/>
                  </a:lnTo>
                  <a:lnTo>
                    <a:pt x="1" y="15145"/>
                  </a:lnTo>
                  <a:lnTo>
                    <a:pt x="1" y="15192"/>
                  </a:lnTo>
                  <a:cubicBezTo>
                    <a:pt x="1" y="15204"/>
                    <a:pt x="13" y="15216"/>
                    <a:pt x="13" y="15240"/>
                  </a:cubicBezTo>
                  <a:cubicBezTo>
                    <a:pt x="25" y="15252"/>
                    <a:pt x="13" y="15276"/>
                    <a:pt x="25" y="15288"/>
                  </a:cubicBezTo>
                  <a:cubicBezTo>
                    <a:pt x="37" y="15300"/>
                    <a:pt x="37" y="15323"/>
                    <a:pt x="49" y="15335"/>
                  </a:cubicBezTo>
                  <a:cubicBezTo>
                    <a:pt x="49" y="15347"/>
                    <a:pt x="60" y="15371"/>
                    <a:pt x="60" y="15383"/>
                  </a:cubicBezTo>
                  <a:cubicBezTo>
                    <a:pt x="72" y="15407"/>
                    <a:pt x="72" y="15419"/>
                    <a:pt x="84" y="15431"/>
                  </a:cubicBezTo>
                  <a:cubicBezTo>
                    <a:pt x="84" y="15454"/>
                    <a:pt x="96" y="15466"/>
                    <a:pt x="108" y="15478"/>
                  </a:cubicBezTo>
                  <a:cubicBezTo>
                    <a:pt x="108" y="15502"/>
                    <a:pt x="120" y="15514"/>
                    <a:pt x="132" y="15526"/>
                  </a:cubicBezTo>
                  <a:cubicBezTo>
                    <a:pt x="132" y="15550"/>
                    <a:pt x="144" y="15561"/>
                    <a:pt x="156" y="15585"/>
                  </a:cubicBezTo>
                  <a:cubicBezTo>
                    <a:pt x="168" y="15597"/>
                    <a:pt x="180" y="15609"/>
                    <a:pt x="191" y="15633"/>
                  </a:cubicBezTo>
                  <a:cubicBezTo>
                    <a:pt x="191" y="15645"/>
                    <a:pt x="203" y="15669"/>
                    <a:pt x="227" y="15681"/>
                  </a:cubicBezTo>
                  <a:lnTo>
                    <a:pt x="263" y="15728"/>
                  </a:lnTo>
                  <a:lnTo>
                    <a:pt x="299" y="15776"/>
                  </a:lnTo>
                  <a:lnTo>
                    <a:pt x="346" y="15823"/>
                  </a:lnTo>
                  <a:lnTo>
                    <a:pt x="406" y="15871"/>
                  </a:lnTo>
                  <a:cubicBezTo>
                    <a:pt x="418" y="15895"/>
                    <a:pt x="441" y="15907"/>
                    <a:pt x="465" y="15931"/>
                  </a:cubicBezTo>
                  <a:cubicBezTo>
                    <a:pt x="489" y="15942"/>
                    <a:pt x="501" y="15966"/>
                    <a:pt x="525" y="15978"/>
                  </a:cubicBezTo>
                  <a:cubicBezTo>
                    <a:pt x="584" y="16014"/>
                    <a:pt x="644" y="16050"/>
                    <a:pt x="715" y="16073"/>
                  </a:cubicBezTo>
                  <a:cubicBezTo>
                    <a:pt x="751" y="16097"/>
                    <a:pt x="799" y="16109"/>
                    <a:pt x="846" y="16121"/>
                  </a:cubicBezTo>
                  <a:cubicBezTo>
                    <a:pt x="965" y="16157"/>
                    <a:pt x="1084" y="16181"/>
                    <a:pt x="1203" y="16181"/>
                  </a:cubicBezTo>
                  <a:lnTo>
                    <a:pt x="1215" y="16181"/>
                  </a:lnTo>
                  <a:cubicBezTo>
                    <a:pt x="1323" y="16181"/>
                    <a:pt x="1430" y="16169"/>
                    <a:pt x="1525" y="16133"/>
                  </a:cubicBezTo>
                  <a:cubicBezTo>
                    <a:pt x="1573" y="16121"/>
                    <a:pt x="1620" y="16109"/>
                    <a:pt x="1668" y="16085"/>
                  </a:cubicBezTo>
                  <a:cubicBezTo>
                    <a:pt x="1704" y="16073"/>
                    <a:pt x="1739" y="16062"/>
                    <a:pt x="1775" y="16038"/>
                  </a:cubicBezTo>
                  <a:lnTo>
                    <a:pt x="1858" y="15990"/>
                  </a:lnTo>
                  <a:lnTo>
                    <a:pt x="1918" y="15942"/>
                  </a:lnTo>
                  <a:cubicBezTo>
                    <a:pt x="1942" y="15931"/>
                    <a:pt x="1965" y="15919"/>
                    <a:pt x="1989" y="15907"/>
                  </a:cubicBezTo>
                  <a:lnTo>
                    <a:pt x="2037" y="15859"/>
                  </a:lnTo>
                  <a:lnTo>
                    <a:pt x="2085" y="15812"/>
                  </a:lnTo>
                  <a:lnTo>
                    <a:pt x="2132" y="15752"/>
                  </a:lnTo>
                  <a:cubicBezTo>
                    <a:pt x="2144" y="15740"/>
                    <a:pt x="2156" y="15728"/>
                    <a:pt x="2168" y="15704"/>
                  </a:cubicBezTo>
                  <a:cubicBezTo>
                    <a:pt x="2180" y="15692"/>
                    <a:pt x="2192" y="15681"/>
                    <a:pt x="2204" y="15657"/>
                  </a:cubicBezTo>
                  <a:lnTo>
                    <a:pt x="2239" y="15609"/>
                  </a:lnTo>
                  <a:lnTo>
                    <a:pt x="2275" y="15561"/>
                  </a:lnTo>
                  <a:cubicBezTo>
                    <a:pt x="2275" y="15550"/>
                    <a:pt x="2287" y="15538"/>
                    <a:pt x="2299" y="15514"/>
                  </a:cubicBezTo>
                  <a:cubicBezTo>
                    <a:pt x="2299" y="15502"/>
                    <a:pt x="2311" y="15478"/>
                    <a:pt x="2323" y="15466"/>
                  </a:cubicBezTo>
                  <a:cubicBezTo>
                    <a:pt x="2323" y="15454"/>
                    <a:pt x="2335" y="15431"/>
                    <a:pt x="2335" y="15419"/>
                  </a:cubicBezTo>
                  <a:cubicBezTo>
                    <a:pt x="2346" y="15407"/>
                    <a:pt x="2346" y="15383"/>
                    <a:pt x="2358" y="15371"/>
                  </a:cubicBezTo>
                  <a:cubicBezTo>
                    <a:pt x="2358" y="15359"/>
                    <a:pt x="2370" y="15335"/>
                    <a:pt x="2370" y="15323"/>
                  </a:cubicBezTo>
                  <a:lnTo>
                    <a:pt x="2394" y="15276"/>
                  </a:lnTo>
                  <a:cubicBezTo>
                    <a:pt x="2394" y="15264"/>
                    <a:pt x="2394" y="15240"/>
                    <a:pt x="2406" y="15228"/>
                  </a:cubicBezTo>
                  <a:lnTo>
                    <a:pt x="2406" y="15180"/>
                  </a:lnTo>
                  <a:cubicBezTo>
                    <a:pt x="2406" y="15157"/>
                    <a:pt x="2406" y="15145"/>
                    <a:pt x="2406" y="15133"/>
                  </a:cubicBezTo>
                  <a:lnTo>
                    <a:pt x="2406" y="15085"/>
                  </a:lnTo>
                  <a:lnTo>
                    <a:pt x="2406" y="15026"/>
                  </a:lnTo>
                  <a:lnTo>
                    <a:pt x="2406" y="14978"/>
                  </a:lnTo>
                  <a:cubicBezTo>
                    <a:pt x="2406" y="14978"/>
                    <a:pt x="2406" y="14966"/>
                    <a:pt x="2406" y="14954"/>
                  </a:cubicBezTo>
                  <a:lnTo>
                    <a:pt x="2406" y="1214"/>
                  </a:lnTo>
                  <a:lnTo>
                    <a:pt x="2406" y="1167"/>
                  </a:lnTo>
                  <a:lnTo>
                    <a:pt x="2406" y="1119"/>
                  </a:lnTo>
                  <a:lnTo>
                    <a:pt x="2406" y="1072"/>
                  </a:lnTo>
                  <a:cubicBezTo>
                    <a:pt x="2406" y="1060"/>
                    <a:pt x="2406" y="1036"/>
                    <a:pt x="2406" y="1024"/>
                  </a:cubicBezTo>
                  <a:lnTo>
                    <a:pt x="2406" y="976"/>
                  </a:lnTo>
                  <a:cubicBezTo>
                    <a:pt x="2406" y="964"/>
                    <a:pt x="2394" y="941"/>
                    <a:pt x="2394" y="929"/>
                  </a:cubicBezTo>
                  <a:cubicBezTo>
                    <a:pt x="2394" y="917"/>
                    <a:pt x="2382" y="893"/>
                    <a:pt x="2382" y="881"/>
                  </a:cubicBezTo>
                  <a:cubicBezTo>
                    <a:pt x="2370" y="869"/>
                    <a:pt x="2370" y="845"/>
                    <a:pt x="2358" y="833"/>
                  </a:cubicBezTo>
                  <a:cubicBezTo>
                    <a:pt x="2358" y="822"/>
                    <a:pt x="2358" y="798"/>
                    <a:pt x="2346" y="786"/>
                  </a:cubicBezTo>
                  <a:lnTo>
                    <a:pt x="2323" y="738"/>
                  </a:lnTo>
                  <a:cubicBezTo>
                    <a:pt x="2323" y="714"/>
                    <a:pt x="2311" y="703"/>
                    <a:pt x="2299" y="691"/>
                  </a:cubicBezTo>
                  <a:lnTo>
                    <a:pt x="2287" y="643"/>
                  </a:lnTo>
                  <a:cubicBezTo>
                    <a:pt x="2275" y="619"/>
                    <a:pt x="2263" y="607"/>
                    <a:pt x="2251" y="595"/>
                  </a:cubicBezTo>
                  <a:lnTo>
                    <a:pt x="2227" y="548"/>
                  </a:lnTo>
                  <a:cubicBezTo>
                    <a:pt x="2216" y="524"/>
                    <a:pt x="2204" y="512"/>
                    <a:pt x="2192" y="500"/>
                  </a:cubicBezTo>
                  <a:cubicBezTo>
                    <a:pt x="2180" y="476"/>
                    <a:pt x="2168" y="464"/>
                    <a:pt x="2156" y="452"/>
                  </a:cubicBezTo>
                  <a:lnTo>
                    <a:pt x="2108" y="393"/>
                  </a:lnTo>
                  <a:lnTo>
                    <a:pt x="2061" y="345"/>
                  </a:lnTo>
                  <a:lnTo>
                    <a:pt x="2013" y="298"/>
                  </a:lnTo>
                  <a:cubicBezTo>
                    <a:pt x="1989" y="286"/>
                    <a:pt x="1965" y="274"/>
                    <a:pt x="1954" y="250"/>
                  </a:cubicBezTo>
                  <a:lnTo>
                    <a:pt x="1882" y="202"/>
                  </a:lnTo>
                  <a:lnTo>
                    <a:pt x="1799" y="155"/>
                  </a:lnTo>
                  <a:cubicBezTo>
                    <a:pt x="1775" y="143"/>
                    <a:pt x="1739" y="119"/>
                    <a:pt x="1704" y="107"/>
                  </a:cubicBezTo>
                  <a:cubicBezTo>
                    <a:pt x="1668" y="95"/>
                    <a:pt x="1620" y="71"/>
                    <a:pt x="1573" y="60"/>
                  </a:cubicBezTo>
                  <a:cubicBezTo>
                    <a:pt x="1501" y="36"/>
                    <a:pt x="1418" y="12"/>
                    <a:pt x="1334" y="12"/>
                  </a:cubicBezTo>
                  <a:cubicBezTo>
                    <a:pt x="1287" y="0"/>
                    <a:pt x="1251" y="0"/>
                    <a:pt x="12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956" name="Google Shape;2956;p25"/>
          <p:cNvSpPr/>
          <p:nvPr/>
        </p:nvSpPr>
        <p:spPr>
          <a:xfrm>
            <a:off x="1544390" y="-169612"/>
            <a:ext cx="142572" cy="125041"/>
          </a:xfrm>
          <a:custGeom>
            <a:avLst/>
            <a:gdLst/>
            <a:ahLst/>
            <a:cxnLst/>
            <a:rect l="l" t="t" r="r" b="b"/>
            <a:pathLst>
              <a:path w="4359" h="3823" extrusionOk="0">
                <a:moveTo>
                  <a:pt x="1144" y="0"/>
                </a:moveTo>
                <a:cubicBezTo>
                  <a:pt x="513" y="0"/>
                  <a:pt x="1" y="500"/>
                  <a:pt x="1" y="1131"/>
                </a:cubicBezTo>
                <a:lnTo>
                  <a:pt x="1" y="2679"/>
                </a:lnTo>
                <a:cubicBezTo>
                  <a:pt x="1" y="3310"/>
                  <a:pt x="513" y="3822"/>
                  <a:pt x="1144" y="3822"/>
                </a:cubicBezTo>
                <a:lnTo>
                  <a:pt x="3228" y="3822"/>
                </a:lnTo>
                <a:cubicBezTo>
                  <a:pt x="3859" y="3822"/>
                  <a:pt x="4359" y="3310"/>
                  <a:pt x="4359" y="2679"/>
                </a:cubicBezTo>
                <a:lnTo>
                  <a:pt x="4359" y="1131"/>
                </a:lnTo>
                <a:cubicBezTo>
                  <a:pt x="4359" y="500"/>
                  <a:pt x="3859" y="0"/>
                  <a:pt x="3228" y="0"/>
                </a:cubicBezTo>
                <a:close/>
              </a:path>
            </a:pathLst>
          </a:custGeom>
          <a:solidFill>
            <a:srgbClr val="821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7" name="Google Shape;2957;p25"/>
          <p:cNvSpPr/>
          <p:nvPr/>
        </p:nvSpPr>
        <p:spPr>
          <a:xfrm>
            <a:off x="1174077" y="-169612"/>
            <a:ext cx="142539" cy="125041"/>
          </a:xfrm>
          <a:custGeom>
            <a:avLst/>
            <a:gdLst/>
            <a:ahLst/>
            <a:cxnLst/>
            <a:rect l="l" t="t" r="r" b="b"/>
            <a:pathLst>
              <a:path w="4358" h="3823" extrusionOk="0">
                <a:moveTo>
                  <a:pt x="1143" y="0"/>
                </a:moveTo>
                <a:cubicBezTo>
                  <a:pt x="512" y="0"/>
                  <a:pt x="0" y="512"/>
                  <a:pt x="0" y="1131"/>
                </a:cubicBezTo>
                <a:lnTo>
                  <a:pt x="0" y="2679"/>
                </a:lnTo>
                <a:cubicBezTo>
                  <a:pt x="0" y="3310"/>
                  <a:pt x="512" y="3810"/>
                  <a:pt x="1143" y="3822"/>
                </a:cubicBezTo>
                <a:lnTo>
                  <a:pt x="3227" y="3822"/>
                </a:lnTo>
                <a:cubicBezTo>
                  <a:pt x="3846" y="3810"/>
                  <a:pt x="4358" y="3310"/>
                  <a:pt x="4358" y="2679"/>
                </a:cubicBezTo>
                <a:lnTo>
                  <a:pt x="4358" y="1131"/>
                </a:lnTo>
                <a:cubicBezTo>
                  <a:pt x="4358" y="512"/>
                  <a:pt x="3846" y="0"/>
                  <a:pt x="3227" y="0"/>
                </a:cubicBezTo>
                <a:close/>
              </a:path>
            </a:pathLst>
          </a:custGeom>
          <a:solidFill>
            <a:srgbClr val="821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8" name="Google Shape;2958;p25"/>
          <p:cNvSpPr/>
          <p:nvPr/>
        </p:nvSpPr>
        <p:spPr>
          <a:xfrm>
            <a:off x="2797967" y="-169612"/>
            <a:ext cx="142539" cy="125041"/>
          </a:xfrm>
          <a:custGeom>
            <a:avLst/>
            <a:gdLst/>
            <a:ahLst/>
            <a:cxnLst/>
            <a:rect l="l" t="t" r="r" b="b"/>
            <a:pathLst>
              <a:path w="4358" h="3823" extrusionOk="0">
                <a:moveTo>
                  <a:pt x="1131" y="0"/>
                </a:moveTo>
                <a:cubicBezTo>
                  <a:pt x="512" y="0"/>
                  <a:pt x="0" y="512"/>
                  <a:pt x="0" y="1131"/>
                </a:cubicBezTo>
                <a:lnTo>
                  <a:pt x="0" y="2679"/>
                </a:lnTo>
                <a:cubicBezTo>
                  <a:pt x="0" y="3310"/>
                  <a:pt x="512" y="3810"/>
                  <a:pt x="1131" y="3822"/>
                </a:cubicBezTo>
                <a:lnTo>
                  <a:pt x="3215" y="3822"/>
                </a:lnTo>
                <a:cubicBezTo>
                  <a:pt x="3846" y="3810"/>
                  <a:pt x="4358" y="3310"/>
                  <a:pt x="4358" y="2679"/>
                </a:cubicBezTo>
                <a:lnTo>
                  <a:pt x="4358" y="1131"/>
                </a:lnTo>
                <a:cubicBezTo>
                  <a:pt x="4358" y="512"/>
                  <a:pt x="3846" y="0"/>
                  <a:pt x="3215" y="0"/>
                </a:cubicBezTo>
                <a:close/>
              </a:path>
            </a:pathLst>
          </a:custGeom>
          <a:solidFill>
            <a:srgbClr val="821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9" name="Google Shape;2959;p25"/>
          <p:cNvSpPr/>
          <p:nvPr/>
        </p:nvSpPr>
        <p:spPr>
          <a:xfrm>
            <a:off x="2427621" y="-169612"/>
            <a:ext cx="142539" cy="125041"/>
          </a:xfrm>
          <a:custGeom>
            <a:avLst/>
            <a:gdLst/>
            <a:ahLst/>
            <a:cxnLst/>
            <a:rect l="l" t="t" r="r" b="b"/>
            <a:pathLst>
              <a:path w="4358" h="3823" extrusionOk="0">
                <a:moveTo>
                  <a:pt x="1131" y="0"/>
                </a:moveTo>
                <a:cubicBezTo>
                  <a:pt x="500" y="0"/>
                  <a:pt x="0" y="512"/>
                  <a:pt x="0" y="1131"/>
                </a:cubicBezTo>
                <a:lnTo>
                  <a:pt x="0" y="2679"/>
                </a:lnTo>
                <a:cubicBezTo>
                  <a:pt x="0" y="3310"/>
                  <a:pt x="500" y="3810"/>
                  <a:pt x="1131" y="3822"/>
                </a:cubicBezTo>
                <a:lnTo>
                  <a:pt x="3215" y="3822"/>
                </a:lnTo>
                <a:cubicBezTo>
                  <a:pt x="3846" y="3810"/>
                  <a:pt x="4346" y="3310"/>
                  <a:pt x="4358" y="2679"/>
                </a:cubicBezTo>
                <a:lnTo>
                  <a:pt x="4358" y="1131"/>
                </a:lnTo>
                <a:cubicBezTo>
                  <a:pt x="4346" y="512"/>
                  <a:pt x="3846" y="0"/>
                  <a:pt x="3215" y="0"/>
                </a:cubicBezTo>
                <a:close/>
              </a:path>
            </a:pathLst>
          </a:custGeom>
          <a:solidFill>
            <a:srgbClr val="821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0" name="Google Shape;2960;p25"/>
          <p:cNvSpPr/>
          <p:nvPr/>
        </p:nvSpPr>
        <p:spPr>
          <a:xfrm>
            <a:off x="4059511" y="-169612"/>
            <a:ext cx="142572" cy="125041"/>
          </a:xfrm>
          <a:custGeom>
            <a:avLst/>
            <a:gdLst/>
            <a:ahLst/>
            <a:cxnLst/>
            <a:rect l="l" t="t" r="r" b="b"/>
            <a:pathLst>
              <a:path w="4359" h="3823" extrusionOk="0">
                <a:moveTo>
                  <a:pt x="1131" y="0"/>
                </a:moveTo>
                <a:cubicBezTo>
                  <a:pt x="512" y="0"/>
                  <a:pt x="0" y="512"/>
                  <a:pt x="0" y="1131"/>
                </a:cubicBezTo>
                <a:lnTo>
                  <a:pt x="0" y="2679"/>
                </a:lnTo>
                <a:cubicBezTo>
                  <a:pt x="0" y="3310"/>
                  <a:pt x="512" y="3810"/>
                  <a:pt x="1131" y="3822"/>
                </a:cubicBezTo>
                <a:lnTo>
                  <a:pt x="3215" y="3822"/>
                </a:lnTo>
                <a:cubicBezTo>
                  <a:pt x="3846" y="3810"/>
                  <a:pt x="4358" y="3310"/>
                  <a:pt x="4358" y="2679"/>
                </a:cubicBezTo>
                <a:lnTo>
                  <a:pt x="4358" y="1131"/>
                </a:lnTo>
                <a:cubicBezTo>
                  <a:pt x="4358" y="512"/>
                  <a:pt x="3846" y="0"/>
                  <a:pt x="3215" y="0"/>
                </a:cubicBezTo>
                <a:close/>
              </a:path>
            </a:pathLst>
          </a:custGeom>
          <a:solidFill>
            <a:srgbClr val="821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1" name="Google Shape;2961;p25"/>
          <p:cNvSpPr/>
          <p:nvPr/>
        </p:nvSpPr>
        <p:spPr>
          <a:xfrm>
            <a:off x="3688772" y="-169612"/>
            <a:ext cx="142572" cy="125041"/>
          </a:xfrm>
          <a:custGeom>
            <a:avLst/>
            <a:gdLst/>
            <a:ahLst/>
            <a:cxnLst/>
            <a:rect l="l" t="t" r="r" b="b"/>
            <a:pathLst>
              <a:path w="4359" h="3823" extrusionOk="0">
                <a:moveTo>
                  <a:pt x="1144" y="0"/>
                </a:moveTo>
                <a:cubicBezTo>
                  <a:pt x="513" y="0"/>
                  <a:pt x="1" y="512"/>
                  <a:pt x="1" y="1131"/>
                </a:cubicBezTo>
                <a:lnTo>
                  <a:pt x="1" y="2679"/>
                </a:lnTo>
                <a:cubicBezTo>
                  <a:pt x="1" y="3310"/>
                  <a:pt x="513" y="3810"/>
                  <a:pt x="1144" y="3822"/>
                </a:cubicBezTo>
                <a:lnTo>
                  <a:pt x="3227" y="3822"/>
                </a:lnTo>
                <a:cubicBezTo>
                  <a:pt x="3846" y="3810"/>
                  <a:pt x="4358" y="3310"/>
                  <a:pt x="4358" y="2679"/>
                </a:cubicBezTo>
                <a:lnTo>
                  <a:pt x="4358" y="1131"/>
                </a:lnTo>
                <a:cubicBezTo>
                  <a:pt x="4358" y="512"/>
                  <a:pt x="3846" y="0"/>
                  <a:pt x="3227" y="0"/>
                </a:cubicBezTo>
                <a:close/>
              </a:path>
            </a:pathLst>
          </a:custGeom>
          <a:solidFill>
            <a:srgbClr val="821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2" name="Google Shape;2962;p25"/>
          <p:cNvSpPr/>
          <p:nvPr/>
        </p:nvSpPr>
        <p:spPr>
          <a:xfrm>
            <a:off x="5312662" y="-169612"/>
            <a:ext cx="142572" cy="125041"/>
          </a:xfrm>
          <a:custGeom>
            <a:avLst/>
            <a:gdLst/>
            <a:ahLst/>
            <a:cxnLst/>
            <a:rect l="l" t="t" r="r" b="b"/>
            <a:pathLst>
              <a:path w="4359" h="3823" extrusionOk="0">
                <a:moveTo>
                  <a:pt x="1132" y="0"/>
                </a:moveTo>
                <a:cubicBezTo>
                  <a:pt x="501" y="0"/>
                  <a:pt x="1" y="500"/>
                  <a:pt x="1" y="1131"/>
                </a:cubicBezTo>
                <a:lnTo>
                  <a:pt x="1" y="2679"/>
                </a:lnTo>
                <a:cubicBezTo>
                  <a:pt x="1" y="3310"/>
                  <a:pt x="501" y="3822"/>
                  <a:pt x="1132" y="3822"/>
                </a:cubicBezTo>
                <a:lnTo>
                  <a:pt x="3227" y="3822"/>
                </a:lnTo>
                <a:cubicBezTo>
                  <a:pt x="3846" y="3822"/>
                  <a:pt x="4358" y="3310"/>
                  <a:pt x="4358" y="2679"/>
                </a:cubicBezTo>
                <a:lnTo>
                  <a:pt x="4358" y="1131"/>
                </a:lnTo>
                <a:cubicBezTo>
                  <a:pt x="4358" y="500"/>
                  <a:pt x="3846" y="0"/>
                  <a:pt x="3227" y="0"/>
                </a:cubicBezTo>
                <a:close/>
              </a:path>
            </a:pathLst>
          </a:custGeom>
          <a:solidFill>
            <a:srgbClr val="821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3" name="Google Shape;2963;p25"/>
          <p:cNvSpPr/>
          <p:nvPr/>
        </p:nvSpPr>
        <p:spPr>
          <a:xfrm>
            <a:off x="4941924" y="-169612"/>
            <a:ext cx="142964" cy="125041"/>
          </a:xfrm>
          <a:custGeom>
            <a:avLst/>
            <a:gdLst/>
            <a:ahLst/>
            <a:cxnLst/>
            <a:rect l="l" t="t" r="r" b="b"/>
            <a:pathLst>
              <a:path w="4371" h="3823" extrusionOk="0">
                <a:moveTo>
                  <a:pt x="1144" y="0"/>
                </a:moveTo>
                <a:cubicBezTo>
                  <a:pt x="513" y="0"/>
                  <a:pt x="1" y="512"/>
                  <a:pt x="1" y="1131"/>
                </a:cubicBezTo>
                <a:lnTo>
                  <a:pt x="1" y="2679"/>
                </a:lnTo>
                <a:cubicBezTo>
                  <a:pt x="1" y="3310"/>
                  <a:pt x="513" y="3822"/>
                  <a:pt x="1144" y="3822"/>
                </a:cubicBezTo>
                <a:lnTo>
                  <a:pt x="3228" y="3822"/>
                </a:lnTo>
                <a:cubicBezTo>
                  <a:pt x="3859" y="3810"/>
                  <a:pt x="4371" y="3310"/>
                  <a:pt x="4371" y="2679"/>
                </a:cubicBezTo>
                <a:lnTo>
                  <a:pt x="4359" y="1131"/>
                </a:lnTo>
                <a:cubicBezTo>
                  <a:pt x="4359" y="512"/>
                  <a:pt x="3847" y="0"/>
                  <a:pt x="3228" y="0"/>
                </a:cubicBezTo>
                <a:close/>
              </a:path>
            </a:pathLst>
          </a:custGeom>
          <a:solidFill>
            <a:srgbClr val="821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4" name="Google Shape;2964;p25"/>
          <p:cNvSpPr/>
          <p:nvPr/>
        </p:nvSpPr>
        <p:spPr>
          <a:xfrm>
            <a:off x="6566206" y="-169612"/>
            <a:ext cx="142572" cy="125041"/>
          </a:xfrm>
          <a:custGeom>
            <a:avLst/>
            <a:gdLst/>
            <a:ahLst/>
            <a:cxnLst/>
            <a:rect l="l" t="t" r="r" b="b"/>
            <a:pathLst>
              <a:path w="4359" h="3823" extrusionOk="0">
                <a:moveTo>
                  <a:pt x="1132" y="0"/>
                </a:moveTo>
                <a:cubicBezTo>
                  <a:pt x="501" y="0"/>
                  <a:pt x="1" y="512"/>
                  <a:pt x="1" y="1131"/>
                </a:cubicBezTo>
                <a:lnTo>
                  <a:pt x="1" y="2679"/>
                </a:lnTo>
                <a:cubicBezTo>
                  <a:pt x="1" y="3310"/>
                  <a:pt x="501" y="3810"/>
                  <a:pt x="1132" y="3822"/>
                </a:cubicBezTo>
                <a:lnTo>
                  <a:pt x="3216" y="3822"/>
                </a:lnTo>
                <a:cubicBezTo>
                  <a:pt x="3847" y="3810"/>
                  <a:pt x="4359" y="3310"/>
                  <a:pt x="4359" y="2679"/>
                </a:cubicBezTo>
                <a:lnTo>
                  <a:pt x="4359" y="1131"/>
                </a:lnTo>
                <a:cubicBezTo>
                  <a:pt x="4359" y="512"/>
                  <a:pt x="3847" y="0"/>
                  <a:pt x="3216" y="0"/>
                </a:cubicBezTo>
                <a:close/>
              </a:path>
            </a:pathLst>
          </a:custGeom>
          <a:solidFill>
            <a:srgbClr val="821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5" name="Google Shape;2965;p25"/>
          <p:cNvSpPr/>
          <p:nvPr/>
        </p:nvSpPr>
        <p:spPr>
          <a:xfrm>
            <a:off x="6195500" y="-169612"/>
            <a:ext cx="142932" cy="125041"/>
          </a:xfrm>
          <a:custGeom>
            <a:avLst/>
            <a:gdLst/>
            <a:ahLst/>
            <a:cxnLst/>
            <a:rect l="l" t="t" r="r" b="b"/>
            <a:pathLst>
              <a:path w="4370" h="3823" extrusionOk="0">
                <a:moveTo>
                  <a:pt x="1143" y="0"/>
                </a:moveTo>
                <a:cubicBezTo>
                  <a:pt x="512" y="0"/>
                  <a:pt x="12" y="512"/>
                  <a:pt x="0" y="1131"/>
                </a:cubicBezTo>
                <a:lnTo>
                  <a:pt x="0" y="2679"/>
                </a:lnTo>
                <a:cubicBezTo>
                  <a:pt x="12" y="3310"/>
                  <a:pt x="512" y="3810"/>
                  <a:pt x="1143" y="3822"/>
                </a:cubicBezTo>
                <a:lnTo>
                  <a:pt x="3227" y="3822"/>
                </a:lnTo>
                <a:cubicBezTo>
                  <a:pt x="3858" y="3810"/>
                  <a:pt x="4358" y="3310"/>
                  <a:pt x="4370" y="2679"/>
                </a:cubicBezTo>
                <a:lnTo>
                  <a:pt x="4370" y="1131"/>
                </a:lnTo>
                <a:cubicBezTo>
                  <a:pt x="4358" y="512"/>
                  <a:pt x="3858" y="0"/>
                  <a:pt x="3227" y="0"/>
                </a:cubicBezTo>
                <a:close/>
              </a:path>
            </a:pathLst>
          </a:custGeom>
          <a:solidFill>
            <a:srgbClr val="821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6" name="Google Shape;2966;p25"/>
          <p:cNvSpPr/>
          <p:nvPr/>
        </p:nvSpPr>
        <p:spPr>
          <a:xfrm>
            <a:off x="7819390" y="-169612"/>
            <a:ext cx="142539" cy="125041"/>
          </a:xfrm>
          <a:custGeom>
            <a:avLst/>
            <a:gdLst/>
            <a:ahLst/>
            <a:cxnLst/>
            <a:rect l="l" t="t" r="r" b="b"/>
            <a:pathLst>
              <a:path w="4358" h="3823" extrusionOk="0">
                <a:moveTo>
                  <a:pt x="1143" y="0"/>
                </a:moveTo>
                <a:cubicBezTo>
                  <a:pt x="512" y="0"/>
                  <a:pt x="0" y="512"/>
                  <a:pt x="0" y="1131"/>
                </a:cubicBezTo>
                <a:lnTo>
                  <a:pt x="0" y="2679"/>
                </a:lnTo>
                <a:cubicBezTo>
                  <a:pt x="0" y="3310"/>
                  <a:pt x="512" y="3810"/>
                  <a:pt x="1143" y="3822"/>
                </a:cubicBezTo>
                <a:lnTo>
                  <a:pt x="3227" y="3822"/>
                </a:lnTo>
                <a:cubicBezTo>
                  <a:pt x="3858" y="3810"/>
                  <a:pt x="4358" y="3310"/>
                  <a:pt x="4358" y="2679"/>
                </a:cubicBezTo>
                <a:lnTo>
                  <a:pt x="4358" y="1131"/>
                </a:lnTo>
                <a:cubicBezTo>
                  <a:pt x="4358" y="512"/>
                  <a:pt x="3858" y="0"/>
                  <a:pt x="3227" y="0"/>
                </a:cubicBezTo>
                <a:close/>
              </a:path>
            </a:pathLst>
          </a:custGeom>
          <a:solidFill>
            <a:srgbClr val="821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7" name="Google Shape;2967;p25"/>
          <p:cNvSpPr/>
          <p:nvPr/>
        </p:nvSpPr>
        <p:spPr>
          <a:xfrm>
            <a:off x="7449044" y="-169612"/>
            <a:ext cx="142572" cy="125041"/>
          </a:xfrm>
          <a:custGeom>
            <a:avLst/>
            <a:gdLst/>
            <a:ahLst/>
            <a:cxnLst/>
            <a:rect l="l" t="t" r="r" b="b"/>
            <a:pathLst>
              <a:path w="4359" h="3823" extrusionOk="0">
                <a:moveTo>
                  <a:pt x="1131" y="0"/>
                </a:moveTo>
                <a:cubicBezTo>
                  <a:pt x="500" y="0"/>
                  <a:pt x="0" y="512"/>
                  <a:pt x="0" y="1131"/>
                </a:cubicBezTo>
                <a:lnTo>
                  <a:pt x="0" y="2679"/>
                </a:lnTo>
                <a:cubicBezTo>
                  <a:pt x="0" y="3310"/>
                  <a:pt x="512" y="3822"/>
                  <a:pt x="1143" y="3822"/>
                </a:cubicBezTo>
                <a:lnTo>
                  <a:pt x="3227" y="3822"/>
                </a:lnTo>
                <a:cubicBezTo>
                  <a:pt x="3846" y="3810"/>
                  <a:pt x="4358" y="3310"/>
                  <a:pt x="4358" y="2679"/>
                </a:cubicBezTo>
                <a:lnTo>
                  <a:pt x="4358" y="1131"/>
                </a:lnTo>
                <a:cubicBezTo>
                  <a:pt x="4346" y="512"/>
                  <a:pt x="3846" y="0"/>
                  <a:pt x="3215" y="0"/>
                </a:cubicBezTo>
                <a:close/>
              </a:path>
            </a:pathLst>
          </a:custGeom>
          <a:solidFill>
            <a:srgbClr val="821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8" name="Google Shape;2968;p25"/>
          <p:cNvSpPr/>
          <p:nvPr/>
        </p:nvSpPr>
        <p:spPr>
          <a:xfrm rot="3684608">
            <a:off x="7927520" y="658409"/>
            <a:ext cx="86377" cy="72370"/>
          </a:xfrm>
          <a:custGeom>
            <a:avLst/>
            <a:gdLst/>
            <a:ahLst/>
            <a:cxnLst/>
            <a:rect l="l" t="t" r="r" b="b"/>
            <a:pathLst>
              <a:path w="1073" h="899" extrusionOk="0">
                <a:moveTo>
                  <a:pt x="493" y="0"/>
                </a:moveTo>
                <a:cubicBezTo>
                  <a:pt x="233" y="0"/>
                  <a:pt x="1" y="236"/>
                  <a:pt x="55" y="534"/>
                </a:cubicBezTo>
                <a:cubicBezTo>
                  <a:pt x="94" y="748"/>
                  <a:pt x="289" y="898"/>
                  <a:pt x="500" y="898"/>
                </a:cubicBezTo>
                <a:cubicBezTo>
                  <a:pt x="527" y="898"/>
                  <a:pt x="554" y="896"/>
                  <a:pt x="581" y="891"/>
                </a:cubicBezTo>
                <a:cubicBezTo>
                  <a:pt x="965" y="811"/>
                  <a:pt x="1072" y="302"/>
                  <a:pt x="742" y="79"/>
                </a:cubicBezTo>
                <a:cubicBezTo>
                  <a:pt x="662" y="25"/>
                  <a:pt x="576" y="0"/>
                  <a:pt x="49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9" name="Google Shape;2969;p25"/>
          <p:cNvSpPr/>
          <p:nvPr/>
        </p:nvSpPr>
        <p:spPr>
          <a:xfrm rot="3684608">
            <a:off x="7929692" y="654028"/>
            <a:ext cx="79132" cy="74463"/>
          </a:xfrm>
          <a:custGeom>
            <a:avLst/>
            <a:gdLst/>
            <a:ahLst/>
            <a:cxnLst/>
            <a:rect l="l" t="t" r="r" b="b"/>
            <a:pathLst>
              <a:path w="983" h="925" extrusionOk="0">
                <a:moveTo>
                  <a:pt x="509" y="1"/>
                </a:moveTo>
                <a:cubicBezTo>
                  <a:pt x="241" y="1"/>
                  <a:pt x="0" y="245"/>
                  <a:pt x="55" y="551"/>
                </a:cubicBezTo>
                <a:cubicBezTo>
                  <a:pt x="37" y="435"/>
                  <a:pt x="55" y="310"/>
                  <a:pt x="126" y="212"/>
                </a:cubicBezTo>
                <a:cubicBezTo>
                  <a:pt x="216" y="89"/>
                  <a:pt x="348" y="32"/>
                  <a:pt x="478" y="32"/>
                </a:cubicBezTo>
                <a:cubicBezTo>
                  <a:pt x="671" y="32"/>
                  <a:pt x="860" y="158"/>
                  <a:pt x="903" y="381"/>
                </a:cubicBezTo>
                <a:cubicBezTo>
                  <a:pt x="958" y="670"/>
                  <a:pt x="727" y="905"/>
                  <a:pt x="472" y="905"/>
                </a:cubicBezTo>
                <a:cubicBezTo>
                  <a:pt x="395" y="905"/>
                  <a:pt x="316" y="884"/>
                  <a:pt x="242" y="836"/>
                </a:cubicBezTo>
                <a:cubicBezTo>
                  <a:pt x="144" y="765"/>
                  <a:pt x="82" y="667"/>
                  <a:pt x="55" y="551"/>
                </a:cubicBezTo>
                <a:lnTo>
                  <a:pt x="55" y="551"/>
                </a:lnTo>
                <a:cubicBezTo>
                  <a:pt x="103" y="790"/>
                  <a:pt x="306" y="925"/>
                  <a:pt x="511" y="925"/>
                </a:cubicBezTo>
                <a:cubicBezTo>
                  <a:pt x="651" y="925"/>
                  <a:pt x="791" y="863"/>
                  <a:pt x="885" y="729"/>
                </a:cubicBezTo>
                <a:cubicBezTo>
                  <a:pt x="956" y="622"/>
                  <a:pt x="983" y="497"/>
                  <a:pt x="956" y="372"/>
                </a:cubicBezTo>
                <a:cubicBezTo>
                  <a:pt x="938" y="247"/>
                  <a:pt x="858" y="140"/>
                  <a:pt x="760" y="78"/>
                </a:cubicBezTo>
                <a:cubicBezTo>
                  <a:pt x="679" y="25"/>
                  <a:pt x="593" y="1"/>
                  <a:pt x="509" y="1"/>
                </a:cubicBezTo>
                <a:close/>
              </a:path>
            </a:pathLst>
          </a:custGeom>
          <a:solidFill>
            <a:srgbClr val="680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0" name="Google Shape;2970;p25"/>
          <p:cNvSpPr/>
          <p:nvPr/>
        </p:nvSpPr>
        <p:spPr>
          <a:xfrm rot="3684608">
            <a:off x="7946241" y="691841"/>
            <a:ext cx="33166" cy="27209"/>
          </a:xfrm>
          <a:custGeom>
            <a:avLst/>
            <a:gdLst/>
            <a:ahLst/>
            <a:cxnLst/>
            <a:rect l="l" t="t" r="r" b="b"/>
            <a:pathLst>
              <a:path w="412" h="338" extrusionOk="0">
                <a:moveTo>
                  <a:pt x="191" y="0"/>
                </a:moveTo>
                <a:cubicBezTo>
                  <a:pt x="91" y="0"/>
                  <a:pt x="1" y="93"/>
                  <a:pt x="28" y="201"/>
                </a:cubicBezTo>
                <a:cubicBezTo>
                  <a:pt x="43" y="280"/>
                  <a:pt x="108" y="338"/>
                  <a:pt x="191" y="338"/>
                </a:cubicBezTo>
                <a:cubicBezTo>
                  <a:pt x="202" y="338"/>
                  <a:pt x="213" y="337"/>
                  <a:pt x="224" y="335"/>
                </a:cubicBezTo>
                <a:cubicBezTo>
                  <a:pt x="367" y="308"/>
                  <a:pt x="411" y="112"/>
                  <a:pt x="286" y="31"/>
                </a:cubicBezTo>
                <a:cubicBezTo>
                  <a:pt x="256" y="10"/>
                  <a:pt x="223" y="0"/>
                  <a:pt x="191" y="0"/>
                </a:cubicBezTo>
                <a:close/>
              </a:path>
            </a:pathLst>
          </a:custGeom>
          <a:gradFill>
            <a:gsLst>
              <a:gs pos="0">
                <a:srgbClr val="FFFFFF">
                  <a:alpha val="0"/>
                </a:srgbClr>
              </a:gs>
              <a:gs pos="100000">
                <a:srgbClr val="FFFFFF">
                  <a:alpha val="2196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1" name="Google Shape;2971;p25"/>
          <p:cNvSpPr/>
          <p:nvPr/>
        </p:nvSpPr>
        <p:spPr>
          <a:xfrm rot="3684608">
            <a:off x="7998868" y="779823"/>
            <a:ext cx="76959" cy="76959"/>
          </a:xfrm>
          <a:custGeom>
            <a:avLst/>
            <a:gdLst/>
            <a:ahLst/>
            <a:cxnLst/>
            <a:rect l="l" t="t" r="r" b="b"/>
            <a:pathLst>
              <a:path w="956" h="956" extrusionOk="0">
                <a:moveTo>
                  <a:pt x="482" y="1"/>
                </a:moveTo>
                <a:cubicBezTo>
                  <a:pt x="214" y="1"/>
                  <a:pt x="0" y="215"/>
                  <a:pt x="0" y="482"/>
                </a:cubicBezTo>
                <a:cubicBezTo>
                  <a:pt x="0" y="741"/>
                  <a:pt x="214" y="955"/>
                  <a:pt x="482" y="955"/>
                </a:cubicBezTo>
                <a:cubicBezTo>
                  <a:pt x="741" y="955"/>
                  <a:pt x="955" y="741"/>
                  <a:pt x="955" y="482"/>
                </a:cubicBezTo>
                <a:cubicBezTo>
                  <a:pt x="955" y="215"/>
                  <a:pt x="741" y="1"/>
                  <a:pt x="48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2" name="Google Shape;2972;p25"/>
          <p:cNvSpPr/>
          <p:nvPr/>
        </p:nvSpPr>
        <p:spPr>
          <a:xfrm rot="3684608">
            <a:off x="7992549" y="779010"/>
            <a:ext cx="89436" cy="79132"/>
          </a:xfrm>
          <a:custGeom>
            <a:avLst/>
            <a:gdLst/>
            <a:ahLst/>
            <a:cxnLst/>
            <a:rect l="l" t="t" r="r" b="b"/>
            <a:pathLst>
              <a:path w="1111" h="983" extrusionOk="0">
                <a:moveTo>
                  <a:pt x="578" y="1"/>
                </a:moveTo>
                <a:cubicBezTo>
                  <a:pt x="357" y="1"/>
                  <a:pt x="155" y="145"/>
                  <a:pt x="93" y="369"/>
                </a:cubicBezTo>
                <a:cubicBezTo>
                  <a:pt x="129" y="244"/>
                  <a:pt x="209" y="145"/>
                  <a:pt x="316" y="83"/>
                </a:cubicBezTo>
                <a:cubicBezTo>
                  <a:pt x="392" y="40"/>
                  <a:pt x="470" y="20"/>
                  <a:pt x="545" y="20"/>
                </a:cubicBezTo>
                <a:cubicBezTo>
                  <a:pt x="827" y="20"/>
                  <a:pt x="1070" y="291"/>
                  <a:pt x="985" y="601"/>
                </a:cubicBezTo>
                <a:cubicBezTo>
                  <a:pt x="930" y="827"/>
                  <a:pt x="735" y="949"/>
                  <a:pt x="539" y="949"/>
                </a:cubicBezTo>
                <a:cubicBezTo>
                  <a:pt x="388" y="949"/>
                  <a:pt x="236" y="877"/>
                  <a:pt x="146" y="726"/>
                </a:cubicBezTo>
                <a:cubicBezTo>
                  <a:pt x="75" y="618"/>
                  <a:pt x="57" y="485"/>
                  <a:pt x="93" y="369"/>
                </a:cubicBezTo>
                <a:lnTo>
                  <a:pt x="93" y="360"/>
                </a:lnTo>
                <a:lnTo>
                  <a:pt x="93" y="360"/>
                </a:lnTo>
                <a:cubicBezTo>
                  <a:pt x="1" y="694"/>
                  <a:pt x="265" y="983"/>
                  <a:pt x="570" y="983"/>
                </a:cubicBezTo>
                <a:cubicBezTo>
                  <a:pt x="648" y="983"/>
                  <a:pt x="729" y="964"/>
                  <a:pt x="807" y="922"/>
                </a:cubicBezTo>
                <a:cubicBezTo>
                  <a:pt x="914" y="859"/>
                  <a:pt x="1003" y="743"/>
                  <a:pt x="1039" y="618"/>
                </a:cubicBezTo>
                <a:cubicBezTo>
                  <a:pt x="1110" y="351"/>
                  <a:pt x="950" y="74"/>
                  <a:pt x="682" y="12"/>
                </a:cubicBezTo>
                <a:cubicBezTo>
                  <a:pt x="647" y="4"/>
                  <a:pt x="612" y="1"/>
                  <a:pt x="578" y="1"/>
                </a:cubicBezTo>
                <a:close/>
              </a:path>
            </a:pathLst>
          </a:custGeom>
          <a:solidFill>
            <a:srgbClr val="680B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3" name="Google Shape;2973;p25"/>
          <p:cNvSpPr/>
          <p:nvPr/>
        </p:nvSpPr>
        <p:spPr>
          <a:xfrm rot="3684608">
            <a:off x="8012119" y="820467"/>
            <a:ext cx="30510" cy="25519"/>
          </a:xfrm>
          <a:custGeom>
            <a:avLst/>
            <a:gdLst/>
            <a:ahLst/>
            <a:cxnLst/>
            <a:rect l="l" t="t" r="r" b="b"/>
            <a:pathLst>
              <a:path w="379" h="317" extrusionOk="0">
                <a:moveTo>
                  <a:pt x="178" y="1"/>
                </a:moveTo>
                <a:cubicBezTo>
                  <a:pt x="112" y="1"/>
                  <a:pt x="48" y="42"/>
                  <a:pt x="28" y="117"/>
                </a:cubicBezTo>
                <a:cubicBezTo>
                  <a:pt x="1" y="198"/>
                  <a:pt x="54" y="287"/>
                  <a:pt x="135" y="314"/>
                </a:cubicBezTo>
                <a:cubicBezTo>
                  <a:pt x="146" y="316"/>
                  <a:pt x="157" y="317"/>
                  <a:pt x="167" y="317"/>
                </a:cubicBezTo>
                <a:cubicBezTo>
                  <a:pt x="286" y="317"/>
                  <a:pt x="379" y="188"/>
                  <a:pt x="313" y="81"/>
                </a:cubicBezTo>
                <a:cubicBezTo>
                  <a:pt x="282" y="26"/>
                  <a:pt x="230" y="1"/>
                  <a:pt x="178" y="1"/>
                </a:cubicBezTo>
                <a:close/>
              </a:path>
            </a:pathLst>
          </a:custGeom>
          <a:gradFill>
            <a:gsLst>
              <a:gs pos="0">
                <a:srgbClr val="FFFFFF">
                  <a:alpha val="0"/>
                </a:srgbClr>
              </a:gs>
              <a:gs pos="100000">
                <a:srgbClr val="FFFFFF">
                  <a:alpha val="2196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4" name="Google Shape;2974;p25"/>
          <p:cNvSpPr/>
          <p:nvPr/>
        </p:nvSpPr>
        <p:spPr>
          <a:xfrm rot="3684608">
            <a:off x="8041765" y="596089"/>
            <a:ext cx="227173" cy="254382"/>
          </a:xfrm>
          <a:custGeom>
            <a:avLst/>
            <a:gdLst/>
            <a:ahLst/>
            <a:cxnLst/>
            <a:rect l="l" t="t" r="r" b="b"/>
            <a:pathLst>
              <a:path w="2822" h="3160" fill="none" extrusionOk="0">
                <a:moveTo>
                  <a:pt x="1" y="3160"/>
                </a:moveTo>
                <a:cubicBezTo>
                  <a:pt x="1" y="3160"/>
                  <a:pt x="1277" y="447"/>
                  <a:pt x="2821" y="0"/>
                </a:cubicBezTo>
              </a:path>
            </a:pathLst>
          </a:custGeom>
          <a:solidFill>
            <a:schemeClr val="dk1"/>
          </a:solidFill>
          <a:ln w="2000" cap="rnd" cmpd="sng">
            <a:solidFill>
              <a:srgbClr val="4D222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5" name="Google Shape;2975;p25"/>
          <p:cNvSpPr/>
          <p:nvPr/>
        </p:nvSpPr>
        <p:spPr>
          <a:xfrm rot="3684608">
            <a:off x="8067554" y="652915"/>
            <a:ext cx="63998" cy="158184"/>
          </a:xfrm>
          <a:custGeom>
            <a:avLst/>
            <a:gdLst/>
            <a:ahLst/>
            <a:cxnLst/>
            <a:rect l="l" t="t" r="r" b="b"/>
            <a:pathLst>
              <a:path w="795" h="1965" fill="none" extrusionOk="0">
                <a:moveTo>
                  <a:pt x="795" y="1964"/>
                </a:moveTo>
                <a:cubicBezTo>
                  <a:pt x="795" y="1964"/>
                  <a:pt x="0" y="1232"/>
                  <a:pt x="420" y="1"/>
                </a:cubicBezTo>
              </a:path>
            </a:pathLst>
          </a:custGeom>
          <a:solidFill>
            <a:schemeClr val="dk1"/>
          </a:solidFill>
          <a:ln w="2000" cap="rnd" cmpd="sng">
            <a:solidFill>
              <a:srgbClr val="4D222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6" name="Google Shape;2976;p25"/>
          <p:cNvSpPr/>
          <p:nvPr/>
        </p:nvSpPr>
        <p:spPr>
          <a:xfrm rot="3684608">
            <a:off x="8229593" y="1079375"/>
            <a:ext cx="368612" cy="263559"/>
          </a:xfrm>
          <a:custGeom>
            <a:avLst/>
            <a:gdLst/>
            <a:ahLst/>
            <a:cxnLst/>
            <a:rect l="l" t="t" r="r" b="b"/>
            <a:pathLst>
              <a:path w="4579" h="3274" extrusionOk="0">
                <a:moveTo>
                  <a:pt x="1886" y="1"/>
                </a:moveTo>
                <a:cubicBezTo>
                  <a:pt x="980" y="1"/>
                  <a:pt x="482" y="1004"/>
                  <a:pt x="482" y="1004"/>
                </a:cubicBezTo>
                <a:cubicBezTo>
                  <a:pt x="304" y="1387"/>
                  <a:pt x="0" y="2218"/>
                  <a:pt x="1036" y="2958"/>
                </a:cubicBezTo>
                <a:cubicBezTo>
                  <a:pt x="1363" y="3193"/>
                  <a:pt x="1833" y="3274"/>
                  <a:pt x="2325" y="3274"/>
                </a:cubicBezTo>
                <a:cubicBezTo>
                  <a:pt x="3401" y="3274"/>
                  <a:pt x="4579" y="2887"/>
                  <a:pt x="4579" y="2887"/>
                </a:cubicBezTo>
                <a:cubicBezTo>
                  <a:pt x="4338" y="1923"/>
                  <a:pt x="3089" y="156"/>
                  <a:pt x="2062" y="13"/>
                </a:cubicBezTo>
                <a:cubicBezTo>
                  <a:pt x="2002" y="5"/>
                  <a:pt x="1943" y="1"/>
                  <a:pt x="188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7" name="Google Shape;2977;p25"/>
          <p:cNvSpPr/>
          <p:nvPr/>
        </p:nvSpPr>
        <p:spPr>
          <a:xfrm rot="3684608">
            <a:off x="8216221" y="1090849"/>
            <a:ext cx="373120" cy="188371"/>
          </a:xfrm>
          <a:custGeom>
            <a:avLst/>
            <a:gdLst/>
            <a:ahLst/>
            <a:cxnLst/>
            <a:rect l="l" t="t" r="r" b="b"/>
            <a:pathLst>
              <a:path w="4635" h="2340" extrusionOk="0">
                <a:moveTo>
                  <a:pt x="104" y="1"/>
                </a:moveTo>
                <a:cubicBezTo>
                  <a:pt x="50" y="1"/>
                  <a:pt x="0" y="66"/>
                  <a:pt x="49" y="116"/>
                </a:cubicBezTo>
                <a:cubicBezTo>
                  <a:pt x="192" y="240"/>
                  <a:pt x="344" y="348"/>
                  <a:pt x="513" y="437"/>
                </a:cubicBezTo>
                <a:cubicBezTo>
                  <a:pt x="719" y="562"/>
                  <a:pt x="942" y="660"/>
                  <a:pt x="1156" y="767"/>
                </a:cubicBezTo>
                <a:cubicBezTo>
                  <a:pt x="1272" y="821"/>
                  <a:pt x="1388" y="874"/>
                  <a:pt x="1504" y="919"/>
                </a:cubicBezTo>
                <a:cubicBezTo>
                  <a:pt x="1611" y="1204"/>
                  <a:pt x="1718" y="1490"/>
                  <a:pt x="1825" y="1767"/>
                </a:cubicBezTo>
                <a:lnTo>
                  <a:pt x="1870" y="1901"/>
                </a:lnTo>
                <a:cubicBezTo>
                  <a:pt x="1871" y="1901"/>
                  <a:pt x="1871" y="1902"/>
                  <a:pt x="1872" y="1902"/>
                </a:cubicBezTo>
                <a:cubicBezTo>
                  <a:pt x="1887" y="1902"/>
                  <a:pt x="1715" y="1277"/>
                  <a:pt x="1611" y="990"/>
                </a:cubicBezTo>
                <a:lnTo>
                  <a:pt x="1593" y="954"/>
                </a:lnTo>
                <a:lnTo>
                  <a:pt x="1593" y="954"/>
                </a:lnTo>
                <a:cubicBezTo>
                  <a:pt x="1834" y="1044"/>
                  <a:pt x="2066" y="1133"/>
                  <a:pt x="2298" y="1240"/>
                </a:cubicBezTo>
                <a:cubicBezTo>
                  <a:pt x="2486" y="1311"/>
                  <a:pt x="2664" y="1392"/>
                  <a:pt x="2843" y="1481"/>
                </a:cubicBezTo>
                <a:cubicBezTo>
                  <a:pt x="2950" y="1686"/>
                  <a:pt x="3066" y="1892"/>
                  <a:pt x="3191" y="2097"/>
                </a:cubicBezTo>
                <a:lnTo>
                  <a:pt x="3244" y="2204"/>
                </a:lnTo>
                <a:cubicBezTo>
                  <a:pt x="3155" y="1972"/>
                  <a:pt x="3057" y="1740"/>
                  <a:pt x="2941" y="1526"/>
                </a:cubicBezTo>
                <a:lnTo>
                  <a:pt x="2941" y="1526"/>
                </a:lnTo>
                <a:cubicBezTo>
                  <a:pt x="3343" y="1713"/>
                  <a:pt x="3744" y="1909"/>
                  <a:pt x="4146" y="2097"/>
                </a:cubicBezTo>
                <a:lnTo>
                  <a:pt x="4619" y="2338"/>
                </a:lnTo>
                <a:cubicBezTo>
                  <a:pt x="4621" y="2339"/>
                  <a:pt x="4623" y="2340"/>
                  <a:pt x="4623" y="2340"/>
                </a:cubicBezTo>
                <a:cubicBezTo>
                  <a:pt x="4635" y="2340"/>
                  <a:pt x="3913" y="1899"/>
                  <a:pt x="3414" y="1624"/>
                </a:cubicBezTo>
                <a:lnTo>
                  <a:pt x="3762" y="1454"/>
                </a:lnTo>
                <a:lnTo>
                  <a:pt x="3825" y="1428"/>
                </a:lnTo>
                <a:lnTo>
                  <a:pt x="3825" y="1428"/>
                </a:lnTo>
                <a:cubicBezTo>
                  <a:pt x="3664" y="1463"/>
                  <a:pt x="3503" y="1517"/>
                  <a:pt x="3351" y="1579"/>
                </a:cubicBezTo>
                <a:lnTo>
                  <a:pt x="3343" y="1588"/>
                </a:lnTo>
                <a:cubicBezTo>
                  <a:pt x="3039" y="1428"/>
                  <a:pt x="2798" y="1311"/>
                  <a:pt x="2477" y="1169"/>
                </a:cubicBezTo>
                <a:cubicBezTo>
                  <a:pt x="2352" y="1115"/>
                  <a:pt x="2218" y="1062"/>
                  <a:pt x="2093" y="1008"/>
                </a:cubicBezTo>
                <a:lnTo>
                  <a:pt x="2825" y="597"/>
                </a:lnTo>
                <a:lnTo>
                  <a:pt x="2941" y="526"/>
                </a:lnTo>
                <a:cubicBezTo>
                  <a:pt x="2942" y="526"/>
                  <a:pt x="2943" y="525"/>
                  <a:pt x="2942" y="525"/>
                </a:cubicBezTo>
                <a:lnTo>
                  <a:pt x="2942" y="525"/>
                </a:lnTo>
                <a:cubicBezTo>
                  <a:pt x="2938" y="525"/>
                  <a:pt x="2352" y="781"/>
                  <a:pt x="2093" y="928"/>
                </a:cubicBezTo>
                <a:lnTo>
                  <a:pt x="2013" y="981"/>
                </a:lnTo>
                <a:cubicBezTo>
                  <a:pt x="1816" y="901"/>
                  <a:pt x="1629" y="830"/>
                  <a:pt x="1442" y="749"/>
                </a:cubicBezTo>
                <a:lnTo>
                  <a:pt x="1326" y="696"/>
                </a:lnTo>
                <a:lnTo>
                  <a:pt x="1986" y="205"/>
                </a:lnTo>
                <a:lnTo>
                  <a:pt x="2084" y="124"/>
                </a:lnTo>
                <a:cubicBezTo>
                  <a:pt x="2086" y="123"/>
                  <a:pt x="2086" y="123"/>
                  <a:pt x="2086" y="123"/>
                </a:cubicBezTo>
                <a:lnTo>
                  <a:pt x="2086" y="123"/>
                </a:lnTo>
                <a:cubicBezTo>
                  <a:pt x="2078" y="123"/>
                  <a:pt x="1557" y="435"/>
                  <a:pt x="1326" y="615"/>
                </a:cubicBezTo>
                <a:lnTo>
                  <a:pt x="1254" y="669"/>
                </a:lnTo>
                <a:cubicBezTo>
                  <a:pt x="1058" y="580"/>
                  <a:pt x="870" y="490"/>
                  <a:pt x="683" y="383"/>
                </a:cubicBezTo>
                <a:cubicBezTo>
                  <a:pt x="487" y="285"/>
                  <a:pt x="308" y="160"/>
                  <a:pt x="147" y="17"/>
                </a:cubicBezTo>
                <a:cubicBezTo>
                  <a:pt x="134" y="6"/>
                  <a:pt x="119" y="1"/>
                  <a:pt x="10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8" name="Google Shape;2978;p25"/>
          <p:cNvSpPr/>
          <p:nvPr/>
        </p:nvSpPr>
        <p:spPr>
          <a:xfrm rot="3684608">
            <a:off x="8232263" y="1149265"/>
            <a:ext cx="301072" cy="219928"/>
          </a:xfrm>
          <a:custGeom>
            <a:avLst/>
            <a:gdLst/>
            <a:ahLst/>
            <a:cxnLst/>
            <a:rect l="l" t="t" r="r" b="b"/>
            <a:pathLst>
              <a:path w="3740" h="2732" extrusionOk="0">
                <a:moveTo>
                  <a:pt x="0" y="1821"/>
                </a:moveTo>
                <a:cubicBezTo>
                  <a:pt x="89" y="1911"/>
                  <a:pt x="179" y="1991"/>
                  <a:pt x="286" y="2062"/>
                </a:cubicBezTo>
                <a:cubicBezTo>
                  <a:pt x="1205" y="2732"/>
                  <a:pt x="3293" y="2152"/>
                  <a:pt x="3740" y="2018"/>
                </a:cubicBezTo>
                <a:cubicBezTo>
                  <a:pt x="3276" y="134"/>
                  <a:pt x="652" y="1"/>
                  <a:pt x="0" y="1821"/>
                </a:cubicBezTo>
                <a:close/>
              </a:path>
            </a:pathLst>
          </a:custGeom>
          <a:gradFill>
            <a:gsLst>
              <a:gs pos="0">
                <a:srgbClr val="FFFFFF">
                  <a:alpha val="0"/>
                </a:srgbClr>
              </a:gs>
              <a:gs pos="100000">
                <a:srgbClr val="FFFFFF">
                  <a:alpha val="2196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9" name="Google Shape;2979;p25"/>
          <p:cNvSpPr/>
          <p:nvPr/>
        </p:nvSpPr>
        <p:spPr>
          <a:xfrm rot="3684608">
            <a:off x="8245610" y="1089804"/>
            <a:ext cx="348487" cy="265733"/>
          </a:xfrm>
          <a:custGeom>
            <a:avLst/>
            <a:gdLst/>
            <a:ahLst/>
            <a:cxnLst/>
            <a:rect l="l" t="t" r="r" b="b"/>
            <a:pathLst>
              <a:path w="4329" h="3301" extrusionOk="0">
                <a:moveTo>
                  <a:pt x="1597" y="1"/>
                </a:moveTo>
                <a:cubicBezTo>
                  <a:pt x="1492" y="1"/>
                  <a:pt x="1388" y="14"/>
                  <a:pt x="1285" y="41"/>
                </a:cubicBezTo>
                <a:cubicBezTo>
                  <a:pt x="1044" y="112"/>
                  <a:pt x="821" y="246"/>
                  <a:pt x="643" y="416"/>
                </a:cubicBezTo>
                <a:cubicBezTo>
                  <a:pt x="464" y="585"/>
                  <a:pt x="312" y="791"/>
                  <a:pt x="196" y="1014"/>
                </a:cubicBezTo>
                <a:cubicBezTo>
                  <a:pt x="312" y="791"/>
                  <a:pt x="464" y="594"/>
                  <a:pt x="652" y="425"/>
                </a:cubicBezTo>
                <a:cubicBezTo>
                  <a:pt x="821" y="246"/>
                  <a:pt x="1044" y="121"/>
                  <a:pt x="1285" y="59"/>
                </a:cubicBezTo>
                <a:cubicBezTo>
                  <a:pt x="1388" y="32"/>
                  <a:pt x="1492" y="18"/>
                  <a:pt x="1596" y="18"/>
                </a:cubicBezTo>
                <a:cubicBezTo>
                  <a:pt x="1736" y="18"/>
                  <a:pt x="1875" y="43"/>
                  <a:pt x="2008" y="94"/>
                </a:cubicBezTo>
                <a:cubicBezTo>
                  <a:pt x="2240" y="184"/>
                  <a:pt x="2454" y="309"/>
                  <a:pt x="2642" y="469"/>
                </a:cubicBezTo>
                <a:cubicBezTo>
                  <a:pt x="3017" y="791"/>
                  <a:pt x="3347" y="1165"/>
                  <a:pt x="3624" y="1576"/>
                </a:cubicBezTo>
                <a:cubicBezTo>
                  <a:pt x="3766" y="1781"/>
                  <a:pt x="3891" y="1995"/>
                  <a:pt x="3998" y="2219"/>
                </a:cubicBezTo>
                <a:cubicBezTo>
                  <a:pt x="4110" y="2425"/>
                  <a:pt x="4197" y="2647"/>
                  <a:pt x="4259" y="2878"/>
                </a:cubicBezTo>
                <a:lnTo>
                  <a:pt x="4259" y="2878"/>
                </a:lnTo>
                <a:cubicBezTo>
                  <a:pt x="3803" y="3026"/>
                  <a:pt x="3329" y="3130"/>
                  <a:pt x="2856" y="3200"/>
                </a:cubicBezTo>
                <a:cubicBezTo>
                  <a:pt x="2615" y="3236"/>
                  <a:pt x="2365" y="3263"/>
                  <a:pt x="2124" y="3263"/>
                </a:cubicBezTo>
                <a:cubicBezTo>
                  <a:pt x="2083" y="3264"/>
                  <a:pt x="2041" y="3265"/>
                  <a:pt x="1999" y="3265"/>
                </a:cubicBezTo>
                <a:cubicBezTo>
                  <a:pt x="1798" y="3265"/>
                  <a:pt x="1592" y="3248"/>
                  <a:pt x="1392" y="3218"/>
                </a:cubicBezTo>
                <a:cubicBezTo>
                  <a:pt x="910" y="3120"/>
                  <a:pt x="482" y="2834"/>
                  <a:pt x="214" y="2415"/>
                </a:cubicBezTo>
                <a:cubicBezTo>
                  <a:pt x="80" y="2210"/>
                  <a:pt x="9" y="1960"/>
                  <a:pt x="18" y="1719"/>
                </a:cubicBezTo>
                <a:cubicBezTo>
                  <a:pt x="18" y="1471"/>
                  <a:pt x="79" y="1233"/>
                  <a:pt x="193" y="1020"/>
                </a:cubicBezTo>
                <a:lnTo>
                  <a:pt x="193" y="1020"/>
                </a:lnTo>
                <a:cubicBezTo>
                  <a:pt x="79" y="1233"/>
                  <a:pt x="18" y="1471"/>
                  <a:pt x="9" y="1719"/>
                </a:cubicBezTo>
                <a:cubicBezTo>
                  <a:pt x="0" y="1969"/>
                  <a:pt x="71" y="2210"/>
                  <a:pt x="205" y="2424"/>
                </a:cubicBezTo>
                <a:cubicBezTo>
                  <a:pt x="473" y="2843"/>
                  <a:pt x="901" y="3138"/>
                  <a:pt x="1392" y="3236"/>
                </a:cubicBezTo>
                <a:cubicBezTo>
                  <a:pt x="1594" y="3281"/>
                  <a:pt x="1796" y="3301"/>
                  <a:pt x="2003" y="3301"/>
                </a:cubicBezTo>
                <a:cubicBezTo>
                  <a:pt x="2043" y="3301"/>
                  <a:pt x="2084" y="3300"/>
                  <a:pt x="2124" y="3299"/>
                </a:cubicBezTo>
                <a:cubicBezTo>
                  <a:pt x="2374" y="3290"/>
                  <a:pt x="2615" y="3272"/>
                  <a:pt x="2865" y="3236"/>
                </a:cubicBezTo>
                <a:cubicBezTo>
                  <a:pt x="3347" y="3174"/>
                  <a:pt x="3829" y="3066"/>
                  <a:pt x="4302" y="2924"/>
                </a:cubicBezTo>
                <a:lnTo>
                  <a:pt x="4329" y="2915"/>
                </a:lnTo>
                <a:lnTo>
                  <a:pt x="4320" y="2888"/>
                </a:lnTo>
                <a:cubicBezTo>
                  <a:pt x="4248" y="2647"/>
                  <a:pt x="4159" y="2415"/>
                  <a:pt x="4043" y="2192"/>
                </a:cubicBezTo>
                <a:cubicBezTo>
                  <a:pt x="3927" y="1978"/>
                  <a:pt x="3802" y="1763"/>
                  <a:pt x="3659" y="1558"/>
                </a:cubicBezTo>
                <a:cubicBezTo>
                  <a:pt x="3374" y="1139"/>
                  <a:pt x="3043" y="773"/>
                  <a:pt x="2660" y="451"/>
                </a:cubicBezTo>
                <a:cubicBezTo>
                  <a:pt x="2472" y="291"/>
                  <a:pt x="2249" y="157"/>
                  <a:pt x="2017" y="77"/>
                </a:cubicBezTo>
                <a:cubicBezTo>
                  <a:pt x="1879" y="25"/>
                  <a:pt x="1738" y="1"/>
                  <a:pt x="159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0" name="Google Shape;2980;p25"/>
          <p:cNvSpPr/>
          <p:nvPr/>
        </p:nvSpPr>
        <p:spPr>
          <a:xfrm rot="3684608">
            <a:off x="8018197" y="1043885"/>
            <a:ext cx="135966" cy="223631"/>
          </a:xfrm>
          <a:custGeom>
            <a:avLst/>
            <a:gdLst/>
            <a:ahLst/>
            <a:cxnLst/>
            <a:rect l="l" t="t" r="r" b="b"/>
            <a:pathLst>
              <a:path w="1689" h="2778" extrusionOk="0">
                <a:moveTo>
                  <a:pt x="1108" y="1"/>
                </a:moveTo>
                <a:cubicBezTo>
                  <a:pt x="747" y="433"/>
                  <a:pt x="1" y="2777"/>
                  <a:pt x="813" y="2777"/>
                </a:cubicBezTo>
                <a:cubicBezTo>
                  <a:pt x="822" y="2777"/>
                  <a:pt x="831" y="2777"/>
                  <a:pt x="841" y="2776"/>
                </a:cubicBezTo>
                <a:cubicBezTo>
                  <a:pt x="1689" y="2723"/>
                  <a:pt x="1109" y="1"/>
                  <a:pt x="1108" y="1"/>
                </a:cubicBezTo>
                <a:close/>
              </a:path>
            </a:pathLst>
          </a:custGeom>
          <a:solidFill>
            <a:srgbClr val="EE7B2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1" name="Google Shape;2981;p25"/>
          <p:cNvSpPr/>
          <p:nvPr/>
        </p:nvSpPr>
        <p:spPr>
          <a:xfrm rot="3684608">
            <a:off x="8090539" y="1195458"/>
            <a:ext cx="239328" cy="99579"/>
          </a:xfrm>
          <a:custGeom>
            <a:avLst/>
            <a:gdLst/>
            <a:ahLst/>
            <a:cxnLst/>
            <a:rect l="l" t="t" r="r" b="b"/>
            <a:pathLst>
              <a:path w="2973" h="1237" extrusionOk="0">
                <a:moveTo>
                  <a:pt x="277" y="0"/>
                </a:moveTo>
                <a:cubicBezTo>
                  <a:pt x="162" y="0"/>
                  <a:pt x="68" y="8"/>
                  <a:pt x="1" y="24"/>
                </a:cubicBezTo>
                <a:cubicBezTo>
                  <a:pt x="1" y="24"/>
                  <a:pt x="1471" y="1237"/>
                  <a:pt x="2224" y="1237"/>
                </a:cubicBezTo>
                <a:cubicBezTo>
                  <a:pt x="2380" y="1237"/>
                  <a:pt x="2505" y="1185"/>
                  <a:pt x="2580" y="1059"/>
                </a:cubicBezTo>
                <a:cubicBezTo>
                  <a:pt x="2972" y="416"/>
                  <a:pt x="1108" y="0"/>
                  <a:pt x="27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2" name="Google Shape;2982;p25"/>
          <p:cNvSpPr/>
          <p:nvPr/>
        </p:nvSpPr>
        <p:spPr>
          <a:xfrm rot="3684608">
            <a:off x="8020328" y="1188782"/>
            <a:ext cx="154481" cy="211314"/>
          </a:xfrm>
          <a:custGeom>
            <a:avLst/>
            <a:gdLst/>
            <a:ahLst/>
            <a:cxnLst/>
            <a:rect l="l" t="t" r="r" b="b"/>
            <a:pathLst>
              <a:path w="1919" h="2625" extrusionOk="0">
                <a:moveTo>
                  <a:pt x="107" y="0"/>
                </a:moveTo>
                <a:lnTo>
                  <a:pt x="107" y="0"/>
                </a:lnTo>
                <a:cubicBezTo>
                  <a:pt x="0" y="508"/>
                  <a:pt x="397" y="2624"/>
                  <a:pt x="1022" y="2624"/>
                </a:cubicBezTo>
                <a:cubicBezTo>
                  <a:pt x="1078" y="2624"/>
                  <a:pt x="1136" y="2607"/>
                  <a:pt x="1195" y="2571"/>
                </a:cubicBezTo>
                <a:cubicBezTo>
                  <a:pt x="1918" y="2116"/>
                  <a:pt x="107" y="0"/>
                  <a:pt x="107" y="0"/>
                </a:cubicBezTo>
                <a:close/>
              </a:path>
            </a:pathLst>
          </a:custGeom>
          <a:solidFill>
            <a:srgbClr val="EE7B2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3" name="Google Shape;2983;p25"/>
          <p:cNvSpPr/>
          <p:nvPr/>
        </p:nvSpPr>
        <p:spPr>
          <a:xfrm rot="3684608">
            <a:off x="8075285" y="944636"/>
            <a:ext cx="136207" cy="223631"/>
          </a:xfrm>
          <a:custGeom>
            <a:avLst/>
            <a:gdLst/>
            <a:ahLst/>
            <a:cxnLst/>
            <a:rect l="l" t="t" r="r" b="b"/>
            <a:pathLst>
              <a:path w="1692" h="2778" extrusionOk="0">
                <a:moveTo>
                  <a:pt x="1112" y="1"/>
                </a:moveTo>
                <a:cubicBezTo>
                  <a:pt x="740" y="425"/>
                  <a:pt x="1" y="2777"/>
                  <a:pt x="812" y="2777"/>
                </a:cubicBezTo>
                <a:cubicBezTo>
                  <a:pt x="819" y="2777"/>
                  <a:pt x="827" y="2777"/>
                  <a:pt x="835" y="2777"/>
                </a:cubicBezTo>
                <a:cubicBezTo>
                  <a:pt x="1692" y="2723"/>
                  <a:pt x="1112" y="1"/>
                  <a:pt x="1112" y="1"/>
                </a:cubicBezTo>
                <a:close/>
              </a:path>
            </a:pathLst>
          </a:custGeom>
          <a:solidFill>
            <a:srgbClr val="EE7B2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4" name="Google Shape;2984;p25"/>
          <p:cNvSpPr/>
          <p:nvPr/>
        </p:nvSpPr>
        <p:spPr>
          <a:xfrm rot="3684608">
            <a:off x="8147647" y="1095497"/>
            <a:ext cx="239570" cy="100062"/>
          </a:xfrm>
          <a:custGeom>
            <a:avLst/>
            <a:gdLst/>
            <a:ahLst/>
            <a:cxnLst/>
            <a:rect l="l" t="t" r="r" b="b"/>
            <a:pathLst>
              <a:path w="2976" h="1243" extrusionOk="0">
                <a:moveTo>
                  <a:pt x="258" y="0"/>
                </a:moveTo>
                <a:cubicBezTo>
                  <a:pt x="152" y="0"/>
                  <a:pt x="63" y="7"/>
                  <a:pt x="0" y="21"/>
                </a:cubicBezTo>
                <a:cubicBezTo>
                  <a:pt x="0" y="21"/>
                  <a:pt x="1479" y="1242"/>
                  <a:pt x="2233" y="1242"/>
                </a:cubicBezTo>
                <a:cubicBezTo>
                  <a:pt x="2389" y="1242"/>
                  <a:pt x="2514" y="1191"/>
                  <a:pt x="2588" y="1066"/>
                </a:cubicBezTo>
                <a:cubicBezTo>
                  <a:pt x="2976" y="417"/>
                  <a:pt x="1080" y="0"/>
                  <a:pt x="25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5" name="Google Shape;2985;p25"/>
          <p:cNvSpPr/>
          <p:nvPr/>
        </p:nvSpPr>
        <p:spPr>
          <a:xfrm rot="3684608">
            <a:off x="8136076" y="849953"/>
            <a:ext cx="134436" cy="225402"/>
          </a:xfrm>
          <a:custGeom>
            <a:avLst/>
            <a:gdLst/>
            <a:ahLst/>
            <a:cxnLst/>
            <a:rect l="l" t="t" r="r" b="b"/>
            <a:pathLst>
              <a:path w="1670" h="2800" extrusionOk="0">
                <a:moveTo>
                  <a:pt x="777" y="0"/>
                </a:moveTo>
                <a:cubicBezTo>
                  <a:pt x="465" y="469"/>
                  <a:pt x="1" y="2800"/>
                  <a:pt x="753" y="2800"/>
                </a:cubicBezTo>
                <a:cubicBezTo>
                  <a:pt x="775" y="2800"/>
                  <a:pt x="798" y="2798"/>
                  <a:pt x="822" y="2794"/>
                </a:cubicBezTo>
                <a:cubicBezTo>
                  <a:pt x="1670" y="2642"/>
                  <a:pt x="777" y="0"/>
                  <a:pt x="777" y="0"/>
                </a:cubicBezTo>
                <a:close/>
              </a:path>
            </a:pathLst>
          </a:custGeom>
          <a:solidFill>
            <a:srgbClr val="EE7B2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6" name="Google Shape;2986;p25"/>
          <p:cNvSpPr/>
          <p:nvPr/>
        </p:nvSpPr>
        <p:spPr>
          <a:xfrm rot="3684608">
            <a:off x="8206716" y="980282"/>
            <a:ext cx="237879" cy="83399"/>
          </a:xfrm>
          <a:custGeom>
            <a:avLst/>
            <a:gdLst/>
            <a:ahLst/>
            <a:cxnLst/>
            <a:rect l="l" t="t" r="r" b="b"/>
            <a:pathLst>
              <a:path w="2955" h="1036" extrusionOk="0">
                <a:moveTo>
                  <a:pt x="696" y="1"/>
                </a:moveTo>
                <a:cubicBezTo>
                  <a:pt x="391" y="1"/>
                  <a:pt x="134" y="27"/>
                  <a:pt x="0" y="73"/>
                </a:cubicBezTo>
                <a:cubicBezTo>
                  <a:pt x="0" y="73"/>
                  <a:pt x="1483" y="1035"/>
                  <a:pt x="2263" y="1035"/>
                </a:cubicBezTo>
                <a:cubicBezTo>
                  <a:pt x="2462" y="1035"/>
                  <a:pt x="2616" y="972"/>
                  <a:pt x="2687" y="814"/>
                </a:cubicBezTo>
                <a:cubicBezTo>
                  <a:pt x="2955" y="232"/>
                  <a:pt x="1611" y="1"/>
                  <a:pt x="69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7" name="Google Shape;2987;p25"/>
          <p:cNvSpPr/>
          <p:nvPr/>
        </p:nvSpPr>
        <p:spPr>
          <a:xfrm rot="3684608">
            <a:off x="8187357" y="754919"/>
            <a:ext cx="130814" cy="223389"/>
          </a:xfrm>
          <a:custGeom>
            <a:avLst/>
            <a:gdLst/>
            <a:ahLst/>
            <a:cxnLst/>
            <a:rect l="l" t="t" r="r" b="b"/>
            <a:pathLst>
              <a:path w="1625" h="2775" extrusionOk="0">
                <a:moveTo>
                  <a:pt x="446" y="0"/>
                </a:moveTo>
                <a:cubicBezTo>
                  <a:pt x="199" y="477"/>
                  <a:pt x="1" y="2775"/>
                  <a:pt x="697" y="2775"/>
                </a:cubicBezTo>
                <a:cubicBezTo>
                  <a:pt x="730" y="2775"/>
                  <a:pt x="765" y="2769"/>
                  <a:pt x="803" y="2758"/>
                </a:cubicBezTo>
                <a:cubicBezTo>
                  <a:pt x="1624" y="2526"/>
                  <a:pt x="446" y="1"/>
                  <a:pt x="446" y="0"/>
                </a:cubicBezTo>
                <a:close/>
              </a:path>
            </a:pathLst>
          </a:custGeom>
          <a:solidFill>
            <a:srgbClr val="EE7B2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8" name="Google Shape;2988;p25"/>
          <p:cNvSpPr/>
          <p:nvPr/>
        </p:nvSpPr>
        <p:spPr>
          <a:xfrm rot="3684608">
            <a:off x="8256930" y="859726"/>
            <a:ext cx="234176" cy="72853"/>
          </a:xfrm>
          <a:custGeom>
            <a:avLst/>
            <a:gdLst/>
            <a:ahLst/>
            <a:cxnLst/>
            <a:rect l="l" t="t" r="r" b="b"/>
            <a:pathLst>
              <a:path w="2909" h="905" extrusionOk="0">
                <a:moveTo>
                  <a:pt x="1338" y="1"/>
                </a:moveTo>
                <a:cubicBezTo>
                  <a:pt x="777" y="1"/>
                  <a:pt x="216" y="81"/>
                  <a:pt x="0" y="186"/>
                </a:cubicBezTo>
                <a:cubicBezTo>
                  <a:pt x="0" y="186"/>
                  <a:pt x="1424" y="905"/>
                  <a:pt x="2234" y="905"/>
                </a:cubicBezTo>
                <a:cubicBezTo>
                  <a:pt x="2495" y="905"/>
                  <a:pt x="2693" y="830"/>
                  <a:pt x="2758" y="632"/>
                </a:cubicBezTo>
                <a:cubicBezTo>
                  <a:pt x="2909" y="159"/>
                  <a:pt x="2123" y="1"/>
                  <a:pt x="133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9" name="Google Shape;2989;p25"/>
          <p:cNvSpPr/>
          <p:nvPr/>
        </p:nvSpPr>
        <p:spPr>
          <a:xfrm rot="3684608">
            <a:off x="8118998" y="912660"/>
            <a:ext cx="79776" cy="140232"/>
          </a:xfrm>
          <a:custGeom>
            <a:avLst/>
            <a:gdLst/>
            <a:ahLst/>
            <a:cxnLst/>
            <a:rect l="l" t="t" r="r" b="b"/>
            <a:pathLst>
              <a:path w="991" h="1742" extrusionOk="0">
                <a:moveTo>
                  <a:pt x="527" y="1652"/>
                </a:moveTo>
                <a:cubicBezTo>
                  <a:pt x="991" y="1572"/>
                  <a:pt x="928" y="742"/>
                  <a:pt x="785" y="1"/>
                </a:cubicBezTo>
                <a:cubicBezTo>
                  <a:pt x="544" y="54"/>
                  <a:pt x="312" y="135"/>
                  <a:pt x="98" y="242"/>
                </a:cubicBezTo>
                <a:cubicBezTo>
                  <a:pt x="0" y="991"/>
                  <a:pt x="54" y="1741"/>
                  <a:pt x="527" y="1652"/>
                </a:cubicBezTo>
                <a:close/>
              </a:path>
            </a:pathLst>
          </a:custGeom>
          <a:gradFill>
            <a:gsLst>
              <a:gs pos="0">
                <a:srgbClr val="FFFFFF">
                  <a:alpha val="0"/>
                </a:srgbClr>
              </a:gs>
              <a:gs pos="100000">
                <a:srgbClr val="FFFFFF">
                  <a:alpha val="2196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0" name="Google Shape;2990;p25"/>
          <p:cNvSpPr/>
          <p:nvPr/>
        </p:nvSpPr>
        <p:spPr>
          <a:xfrm rot="3684608">
            <a:off x="7966279" y="983096"/>
            <a:ext cx="326994" cy="389462"/>
          </a:xfrm>
          <a:custGeom>
            <a:avLst/>
            <a:gdLst/>
            <a:ahLst/>
            <a:cxnLst/>
            <a:rect l="l" t="t" r="r" b="b"/>
            <a:pathLst>
              <a:path w="4062" h="4838" extrusionOk="0">
                <a:moveTo>
                  <a:pt x="4061" y="2562"/>
                </a:moveTo>
                <a:cubicBezTo>
                  <a:pt x="4035" y="2258"/>
                  <a:pt x="3954" y="1964"/>
                  <a:pt x="3820" y="1687"/>
                </a:cubicBezTo>
                <a:cubicBezTo>
                  <a:pt x="3214" y="1419"/>
                  <a:pt x="2267" y="1286"/>
                  <a:pt x="1857" y="1330"/>
                </a:cubicBezTo>
                <a:lnTo>
                  <a:pt x="1830" y="1330"/>
                </a:lnTo>
                <a:cubicBezTo>
                  <a:pt x="1616" y="964"/>
                  <a:pt x="1393" y="607"/>
                  <a:pt x="1161" y="268"/>
                </a:cubicBezTo>
                <a:lnTo>
                  <a:pt x="1188" y="268"/>
                </a:lnTo>
                <a:cubicBezTo>
                  <a:pt x="1687" y="661"/>
                  <a:pt x="3124" y="1705"/>
                  <a:pt x="3553" y="1232"/>
                </a:cubicBezTo>
                <a:cubicBezTo>
                  <a:pt x="3214" y="768"/>
                  <a:pt x="2749" y="420"/>
                  <a:pt x="2214" y="215"/>
                </a:cubicBezTo>
                <a:cubicBezTo>
                  <a:pt x="1750" y="125"/>
                  <a:pt x="1286" y="90"/>
                  <a:pt x="1063" y="125"/>
                </a:cubicBezTo>
                <a:cubicBezTo>
                  <a:pt x="1027" y="81"/>
                  <a:pt x="1000" y="45"/>
                  <a:pt x="973" y="0"/>
                </a:cubicBezTo>
                <a:lnTo>
                  <a:pt x="857" y="0"/>
                </a:lnTo>
                <a:cubicBezTo>
                  <a:pt x="902" y="54"/>
                  <a:pt x="947" y="116"/>
                  <a:pt x="982" y="170"/>
                </a:cubicBezTo>
                <a:cubicBezTo>
                  <a:pt x="973" y="179"/>
                  <a:pt x="964" y="188"/>
                  <a:pt x="964" y="206"/>
                </a:cubicBezTo>
                <a:lnTo>
                  <a:pt x="964" y="295"/>
                </a:lnTo>
                <a:cubicBezTo>
                  <a:pt x="581" y="946"/>
                  <a:pt x="1" y="2981"/>
                  <a:pt x="786" y="2928"/>
                </a:cubicBezTo>
                <a:cubicBezTo>
                  <a:pt x="1518" y="2892"/>
                  <a:pt x="1196" y="893"/>
                  <a:pt x="1089" y="313"/>
                </a:cubicBezTo>
                <a:cubicBezTo>
                  <a:pt x="1330" y="661"/>
                  <a:pt x="1553" y="1018"/>
                  <a:pt x="1759" y="1375"/>
                </a:cubicBezTo>
                <a:lnTo>
                  <a:pt x="1759" y="1446"/>
                </a:lnTo>
                <a:cubicBezTo>
                  <a:pt x="1375" y="2008"/>
                  <a:pt x="723" y="4195"/>
                  <a:pt x="1536" y="4150"/>
                </a:cubicBezTo>
                <a:cubicBezTo>
                  <a:pt x="2250" y="4106"/>
                  <a:pt x="1964" y="2214"/>
                  <a:pt x="1848" y="1580"/>
                </a:cubicBezTo>
                <a:lnTo>
                  <a:pt x="1848" y="1544"/>
                </a:lnTo>
                <a:cubicBezTo>
                  <a:pt x="1955" y="1741"/>
                  <a:pt x="2107" y="2026"/>
                  <a:pt x="2250" y="2303"/>
                </a:cubicBezTo>
                <a:cubicBezTo>
                  <a:pt x="2223" y="2990"/>
                  <a:pt x="2624" y="4838"/>
                  <a:pt x="3214" y="4766"/>
                </a:cubicBezTo>
                <a:cubicBezTo>
                  <a:pt x="3330" y="4659"/>
                  <a:pt x="3428" y="4543"/>
                  <a:pt x="3526" y="4427"/>
                </a:cubicBezTo>
                <a:cubicBezTo>
                  <a:pt x="3597" y="3695"/>
                  <a:pt x="2267" y="2151"/>
                  <a:pt x="2267" y="2151"/>
                </a:cubicBezTo>
                <a:lnTo>
                  <a:pt x="2267" y="2151"/>
                </a:lnTo>
                <a:cubicBezTo>
                  <a:pt x="2160" y="1919"/>
                  <a:pt x="2035" y="1687"/>
                  <a:pt x="1910" y="1455"/>
                </a:cubicBezTo>
                <a:cubicBezTo>
                  <a:pt x="2303" y="1776"/>
                  <a:pt x="3472" y="2633"/>
                  <a:pt x="4061" y="2562"/>
                </a:cubicBezTo>
                <a:close/>
              </a:path>
            </a:pathLst>
          </a:custGeom>
          <a:gradFill>
            <a:gsLst>
              <a:gs pos="0">
                <a:srgbClr val="FFFFFF">
                  <a:alpha val="0"/>
                </a:srgbClr>
              </a:gs>
              <a:gs pos="100000">
                <a:srgbClr val="FFFFFF">
                  <a:alpha val="2196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1" name="Google Shape;2991;p25"/>
          <p:cNvSpPr/>
          <p:nvPr/>
        </p:nvSpPr>
        <p:spPr>
          <a:xfrm rot="3684608">
            <a:off x="8147470" y="905780"/>
            <a:ext cx="34535" cy="22379"/>
          </a:xfrm>
          <a:custGeom>
            <a:avLst/>
            <a:gdLst/>
            <a:ahLst/>
            <a:cxnLst/>
            <a:rect l="l" t="t" r="r" b="b"/>
            <a:pathLst>
              <a:path w="429" h="278" extrusionOk="0">
                <a:moveTo>
                  <a:pt x="179" y="250"/>
                </a:moveTo>
                <a:cubicBezTo>
                  <a:pt x="295" y="215"/>
                  <a:pt x="393" y="116"/>
                  <a:pt x="429" y="0"/>
                </a:cubicBezTo>
                <a:cubicBezTo>
                  <a:pt x="277" y="72"/>
                  <a:pt x="134" y="161"/>
                  <a:pt x="0" y="259"/>
                </a:cubicBezTo>
                <a:cubicBezTo>
                  <a:pt x="63" y="277"/>
                  <a:pt x="116" y="268"/>
                  <a:pt x="179" y="250"/>
                </a:cubicBezTo>
                <a:close/>
              </a:path>
            </a:pathLst>
          </a:custGeom>
          <a:gradFill>
            <a:gsLst>
              <a:gs pos="0">
                <a:srgbClr val="FFFFFF">
                  <a:alpha val="0"/>
                </a:srgbClr>
              </a:gs>
              <a:gs pos="100000">
                <a:srgbClr val="FFFFFF">
                  <a:alpha val="2196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2" name="Google Shape;2992;p25"/>
          <p:cNvSpPr/>
          <p:nvPr/>
        </p:nvSpPr>
        <p:spPr>
          <a:xfrm rot="3684608">
            <a:off x="8035564" y="1169091"/>
            <a:ext cx="106341" cy="213568"/>
          </a:xfrm>
          <a:custGeom>
            <a:avLst/>
            <a:gdLst/>
            <a:ahLst/>
            <a:cxnLst/>
            <a:rect l="l" t="t" r="r" b="b"/>
            <a:pathLst>
              <a:path w="1321" h="2653" extrusionOk="0">
                <a:moveTo>
                  <a:pt x="1259" y="1911"/>
                </a:moveTo>
                <a:cubicBezTo>
                  <a:pt x="1294" y="2027"/>
                  <a:pt x="1321" y="2152"/>
                  <a:pt x="1321" y="2277"/>
                </a:cubicBezTo>
                <a:cubicBezTo>
                  <a:pt x="1321" y="2152"/>
                  <a:pt x="1303" y="2027"/>
                  <a:pt x="1259" y="1911"/>
                </a:cubicBezTo>
                <a:close/>
                <a:moveTo>
                  <a:pt x="47" y="1"/>
                </a:moveTo>
                <a:cubicBezTo>
                  <a:pt x="36" y="1"/>
                  <a:pt x="23" y="8"/>
                  <a:pt x="18" y="19"/>
                </a:cubicBezTo>
                <a:cubicBezTo>
                  <a:pt x="0" y="153"/>
                  <a:pt x="0" y="287"/>
                  <a:pt x="9" y="421"/>
                </a:cubicBezTo>
                <a:cubicBezTo>
                  <a:pt x="18" y="546"/>
                  <a:pt x="36" y="680"/>
                  <a:pt x="54" y="805"/>
                </a:cubicBezTo>
                <a:cubicBezTo>
                  <a:pt x="98" y="1064"/>
                  <a:pt x="161" y="1322"/>
                  <a:pt x="232" y="1572"/>
                </a:cubicBezTo>
                <a:cubicBezTo>
                  <a:pt x="304" y="1822"/>
                  <a:pt x="411" y="2063"/>
                  <a:pt x="536" y="2286"/>
                </a:cubicBezTo>
                <a:cubicBezTo>
                  <a:pt x="598" y="2402"/>
                  <a:pt x="687" y="2500"/>
                  <a:pt x="785" y="2581"/>
                </a:cubicBezTo>
                <a:cubicBezTo>
                  <a:pt x="839" y="2625"/>
                  <a:pt x="902" y="2643"/>
                  <a:pt x="973" y="2652"/>
                </a:cubicBezTo>
                <a:cubicBezTo>
                  <a:pt x="1035" y="2643"/>
                  <a:pt x="1097" y="2626"/>
                  <a:pt x="1150" y="2591"/>
                </a:cubicBezTo>
                <a:lnTo>
                  <a:pt x="1150" y="2591"/>
                </a:lnTo>
                <a:cubicBezTo>
                  <a:pt x="1097" y="2626"/>
                  <a:pt x="1035" y="2643"/>
                  <a:pt x="973" y="2643"/>
                </a:cubicBezTo>
                <a:cubicBezTo>
                  <a:pt x="902" y="2634"/>
                  <a:pt x="839" y="2617"/>
                  <a:pt x="794" y="2581"/>
                </a:cubicBezTo>
                <a:cubicBezTo>
                  <a:pt x="687" y="2500"/>
                  <a:pt x="607" y="2393"/>
                  <a:pt x="545" y="2286"/>
                </a:cubicBezTo>
                <a:cubicBezTo>
                  <a:pt x="420" y="2054"/>
                  <a:pt x="321" y="1813"/>
                  <a:pt x="259" y="1563"/>
                </a:cubicBezTo>
                <a:cubicBezTo>
                  <a:pt x="188" y="1305"/>
                  <a:pt x="134" y="1055"/>
                  <a:pt x="98" y="796"/>
                </a:cubicBezTo>
                <a:cubicBezTo>
                  <a:pt x="80" y="671"/>
                  <a:pt x="63" y="537"/>
                  <a:pt x="63" y="412"/>
                </a:cubicBezTo>
                <a:cubicBezTo>
                  <a:pt x="48" y="307"/>
                  <a:pt x="51" y="196"/>
                  <a:pt x="64" y="89"/>
                </a:cubicBezTo>
                <a:lnTo>
                  <a:pt x="64" y="89"/>
                </a:lnTo>
                <a:cubicBezTo>
                  <a:pt x="212" y="264"/>
                  <a:pt x="359" y="445"/>
                  <a:pt x="491" y="626"/>
                </a:cubicBezTo>
                <a:cubicBezTo>
                  <a:pt x="643" y="823"/>
                  <a:pt x="785" y="1028"/>
                  <a:pt x="919" y="1242"/>
                </a:cubicBezTo>
                <a:cubicBezTo>
                  <a:pt x="1053" y="1447"/>
                  <a:pt x="1169" y="1670"/>
                  <a:pt x="1259" y="1911"/>
                </a:cubicBezTo>
                <a:cubicBezTo>
                  <a:pt x="1178" y="1670"/>
                  <a:pt x="1071" y="1447"/>
                  <a:pt x="937" y="1233"/>
                </a:cubicBezTo>
                <a:cubicBezTo>
                  <a:pt x="687" y="796"/>
                  <a:pt x="393" y="394"/>
                  <a:pt x="63" y="10"/>
                </a:cubicBezTo>
                <a:cubicBezTo>
                  <a:pt x="59" y="4"/>
                  <a:pt x="53" y="1"/>
                  <a:pt x="47" y="1"/>
                </a:cubicBezTo>
                <a:close/>
              </a:path>
            </a:pathLst>
          </a:custGeom>
          <a:gradFill>
            <a:gsLst>
              <a:gs pos="0">
                <a:srgbClr val="FFFFFF">
                  <a:alpha val="0"/>
                </a:srgbClr>
              </a:gs>
              <a:gs pos="100000">
                <a:srgbClr val="FFFFFF">
                  <a:alpha val="2196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3" name="Google Shape;2993;p25"/>
          <p:cNvSpPr/>
          <p:nvPr/>
        </p:nvSpPr>
        <p:spPr>
          <a:xfrm rot="3684608">
            <a:off x="8052499" y="1045552"/>
            <a:ext cx="71163" cy="224919"/>
          </a:xfrm>
          <a:custGeom>
            <a:avLst/>
            <a:gdLst/>
            <a:ahLst/>
            <a:cxnLst/>
            <a:rect l="l" t="t" r="r" b="b"/>
            <a:pathLst>
              <a:path w="884" h="2794" extrusionOk="0">
                <a:moveTo>
                  <a:pt x="669" y="0"/>
                </a:moveTo>
                <a:cubicBezTo>
                  <a:pt x="663" y="0"/>
                  <a:pt x="656" y="2"/>
                  <a:pt x="652" y="7"/>
                </a:cubicBezTo>
                <a:cubicBezTo>
                  <a:pt x="571" y="114"/>
                  <a:pt x="500" y="221"/>
                  <a:pt x="455" y="346"/>
                </a:cubicBezTo>
                <a:cubicBezTo>
                  <a:pt x="393" y="462"/>
                  <a:pt x="348" y="578"/>
                  <a:pt x="304" y="703"/>
                </a:cubicBezTo>
                <a:cubicBezTo>
                  <a:pt x="214" y="953"/>
                  <a:pt x="143" y="1203"/>
                  <a:pt x="89" y="1453"/>
                </a:cubicBezTo>
                <a:cubicBezTo>
                  <a:pt x="36" y="1712"/>
                  <a:pt x="0" y="1970"/>
                  <a:pt x="9" y="2229"/>
                </a:cubicBezTo>
                <a:cubicBezTo>
                  <a:pt x="9" y="2363"/>
                  <a:pt x="36" y="2488"/>
                  <a:pt x="89" y="2613"/>
                </a:cubicBezTo>
                <a:cubicBezTo>
                  <a:pt x="116" y="2667"/>
                  <a:pt x="161" y="2720"/>
                  <a:pt x="214" y="2756"/>
                </a:cubicBezTo>
                <a:cubicBezTo>
                  <a:pt x="258" y="2778"/>
                  <a:pt x="315" y="2794"/>
                  <a:pt x="368" y="2794"/>
                </a:cubicBezTo>
                <a:cubicBezTo>
                  <a:pt x="379" y="2794"/>
                  <a:pt x="391" y="2793"/>
                  <a:pt x="402" y="2791"/>
                </a:cubicBezTo>
                <a:cubicBezTo>
                  <a:pt x="339" y="2791"/>
                  <a:pt x="277" y="2783"/>
                  <a:pt x="223" y="2747"/>
                </a:cubicBezTo>
                <a:cubicBezTo>
                  <a:pt x="161" y="2711"/>
                  <a:pt x="125" y="2667"/>
                  <a:pt x="98" y="2604"/>
                </a:cubicBezTo>
                <a:cubicBezTo>
                  <a:pt x="45" y="2488"/>
                  <a:pt x="18" y="2363"/>
                  <a:pt x="18" y="2229"/>
                </a:cubicBezTo>
                <a:cubicBezTo>
                  <a:pt x="27" y="1970"/>
                  <a:pt x="54" y="1712"/>
                  <a:pt x="125" y="1462"/>
                </a:cubicBezTo>
                <a:cubicBezTo>
                  <a:pt x="179" y="1212"/>
                  <a:pt x="259" y="962"/>
                  <a:pt x="348" y="721"/>
                </a:cubicBezTo>
                <a:cubicBezTo>
                  <a:pt x="393" y="596"/>
                  <a:pt x="437" y="471"/>
                  <a:pt x="500" y="364"/>
                </a:cubicBezTo>
                <a:cubicBezTo>
                  <a:pt x="538" y="266"/>
                  <a:pt x="595" y="167"/>
                  <a:pt x="655" y="80"/>
                </a:cubicBezTo>
                <a:lnTo>
                  <a:pt x="655" y="80"/>
                </a:lnTo>
                <a:cubicBezTo>
                  <a:pt x="702" y="304"/>
                  <a:pt x="735" y="534"/>
                  <a:pt x="768" y="757"/>
                </a:cubicBezTo>
                <a:cubicBezTo>
                  <a:pt x="803" y="1006"/>
                  <a:pt x="830" y="1247"/>
                  <a:pt x="848" y="1497"/>
                </a:cubicBezTo>
                <a:cubicBezTo>
                  <a:pt x="866" y="1747"/>
                  <a:pt x="857" y="1997"/>
                  <a:pt x="821" y="2247"/>
                </a:cubicBezTo>
                <a:cubicBezTo>
                  <a:pt x="803" y="2363"/>
                  <a:pt x="759" y="2488"/>
                  <a:pt x="696" y="2595"/>
                </a:cubicBezTo>
                <a:cubicBezTo>
                  <a:pt x="634" y="2702"/>
                  <a:pt x="527" y="2783"/>
                  <a:pt x="402" y="2791"/>
                </a:cubicBezTo>
                <a:cubicBezTo>
                  <a:pt x="527" y="2783"/>
                  <a:pt x="634" y="2711"/>
                  <a:pt x="705" y="2604"/>
                </a:cubicBezTo>
                <a:cubicBezTo>
                  <a:pt x="768" y="2497"/>
                  <a:pt x="803" y="2381"/>
                  <a:pt x="821" y="2256"/>
                </a:cubicBezTo>
                <a:cubicBezTo>
                  <a:pt x="866" y="2006"/>
                  <a:pt x="884" y="1756"/>
                  <a:pt x="875" y="1506"/>
                </a:cubicBezTo>
                <a:cubicBezTo>
                  <a:pt x="857" y="1006"/>
                  <a:pt x="794" y="516"/>
                  <a:pt x="696" y="25"/>
                </a:cubicBezTo>
                <a:cubicBezTo>
                  <a:pt x="696" y="16"/>
                  <a:pt x="687" y="7"/>
                  <a:pt x="687" y="7"/>
                </a:cubicBezTo>
                <a:cubicBezTo>
                  <a:pt x="683" y="2"/>
                  <a:pt x="676" y="0"/>
                  <a:pt x="669" y="0"/>
                </a:cubicBezTo>
                <a:close/>
              </a:path>
            </a:pathLst>
          </a:custGeom>
          <a:solidFill>
            <a:srgbClr val="CB47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4" name="Google Shape;2994;p25"/>
          <p:cNvSpPr/>
          <p:nvPr/>
        </p:nvSpPr>
        <p:spPr>
          <a:xfrm rot="3684608">
            <a:off x="8096475" y="1183692"/>
            <a:ext cx="214937" cy="102155"/>
          </a:xfrm>
          <a:custGeom>
            <a:avLst/>
            <a:gdLst/>
            <a:ahLst/>
            <a:cxnLst/>
            <a:rect l="l" t="t" r="r" b="b"/>
            <a:pathLst>
              <a:path w="2670" h="1269" extrusionOk="0">
                <a:moveTo>
                  <a:pt x="380" y="1"/>
                </a:moveTo>
                <a:cubicBezTo>
                  <a:pt x="253" y="1"/>
                  <a:pt x="126" y="12"/>
                  <a:pt x="1" y="34"/>
                </a:cubicBezTo>
                <a:cubicBezTo>
                  <a:pt x="110" y="18"/>
                  <a:pt x="222" y="11"/>
                  <a:pt x="333" y="11"/>
                </a:cubicBezTo>
                <a:cubicBezTo>
                  <a:pt x="476" y="11"/>
                  <a:pt x="619" y="23"/>
                  <a:pt x="759" y="43"/>
                </a:cubicBezTo>
                <a:cubicBezTo>
                  <a:pt x="1009" y="79"/>
                  <a:pt x="1259" y="132"/>
                  <a:pt x="1500" y="195"/>
                </a:cubicBezTo>
                <a:cubicBezTo>
                  <a:pt x="1750" y="257"/>
                  <a:pt x="1982" y="346"/>
                  <a:pt x="2214" y="453"/>
                </a:cubicBezTo>
                <a:cubicBezTo>
                  <a:pt x="2321" y="516"/>
                  <a:pt x="2428" y="587"/>
                  <a:pt x="2509" y="677"/>
                </a:cubicBezTo>
                <a:cubicBezTo>
                  <a:pt x="2598" y="766"/>
                  <a:pt x="2634" y="891"/>
                  <a:pt x="2589" y="1007"/>
                </a:cubicBezTo>
                <a:cubicBezTo>
                  <a:pt x="2544" y="1114"/>
                  <a:pt x="2437" y="1194"/>
                  <a:pt x="2321" y="1212"/>
                </a:cubicBezTo>
                <a:cubicBezTo>
                  <a:pt x="2280" y="1218"/>
                  <a:pt x="2238" y="1221"/>
                  <a:pt x="2197" y="1221"/>
                </a:cubicBezTo>
                <a:cubicBezTo>
                  <a:pt x="2114" y="1221"/>
                  <a:pt x="2033" y="1209"/>
                  <a:pt x="1955" y="1185"/>
                </a:cubicBezTo>
                <a:cubicBezTo>
                  <a:pt x="1714" y="1105"/>
                  <a:pt x="1482" y="1007"/>
                  <a:pt x="1259" y="882"/>
                </a:cubicBezTo>
                <a:cubicBezTo>
                  <a:pt x="1036" y="757"/>
                  <a:pt x="822" y="614"/>
                  <a:pt x="617" y="480"/>
                </a:cubicBezTo>
                <a:cubicBezTo>
                  <a:pt x="402" y="337"/>
                  <a:pt x="197" y="186"/>
                  <a:pt x="1" y="34"/>
                </a:cubicBezTo>
                <a:lnTo>
                  <a:pt x="1" y="34"/>
                </a:lnTo>
                <a:cubicBezTo>
                  <a:pt x="385" y="355"/>
                  <a:pt x="804" y="650"/>
                  <a:pt x="1241" y="909"/>
                </a:cubicBezTo>
                <a:cubicBezTo>
                  <a:pt x="1464" y="1043"/>
                  <a:pt x="1697" y="1150"/>
                  <a:pt x="1937" y="1221"/>
                </a:cubicBezTo>
                <a:cubicBezTo>
                  <a:pt x="2034" y="1256"/>
                  <a:pt x="2137" y="1269"/>
                  <a:pt x="2240" y="1269"/>
                </a:cubicBezTo>
                <a:cubicBezTo>
                  <a:pt x="2270" y="1269"/>
                  <a:pt x="2300" y="1268"/>
                  <a:pt x="2330" y="1266"/>
                </a:cubicBezTo>
                <a:cubicBezTo>
                  <a:pt x="2464" y="1239"/>
                  <a:pt x="2580" y="1150"/>
                  <a:pt x="2634" y="1025"/>
                </a:cubicBezTo>
                <a:cubicBezTo>
                  <a:pt x="2660" y="962"/>
                  <a:pt x="2669" y="891"/>
                  <a:pt x="2651" y="819"/>
                </a:cubicBezTo>
                <a:cubicBezTo>
                  <a:pt x="2634" y="757"/>
                  <a:pt x="2598" y="694"/>
                  <a:pt x="2553" y="650"/>
                </a:cubicBezTo>
                <a:cubicBezTo>
                  <a:pt x="2455" y="552"/>
                  <a:pt x="2348" y="480"/>
                  <a:pt x="2232" y="427"/>
                </a:cubicBezTo>
                <a:cubicBezTo>
                  <a:pt x="2000" y="311"/>
                  <a:pt x="1759" y="221"/>
                  <a:pt x="1509" y="168"/>
                </a:cubicBezTo>
                <a:cubicBezTo>
                  <a:pt x="1268" y="105"/>
                  <a:pt x="1018" y="61"/>
                  <a:pt x="759" y="34"/>
                </a:cubicBezTo>
                <a:cubicBezTo>
                  <a:pt x="634" y="12"/>
                  <a:pt x="507" y="1"/>
                  <a:pt x="380" y="1"/>
                </a:cubicBezTo>
                <a:close/>
              </a:path>
            </a:pathLst>
          </a:custGeom>
          <a:solidFill>
            <a:srgbClr val="CB47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5" name="Google Shape;2995;p25"/>
          <p:cNvSpPr/>
          <p:nvPr/>
        </p:nvSpPr>
        <p:spPr>
          <a:xfrm rot="3684608">
            <a:off x="8106521" y="946119"/>
            <a:ext cx="74061" cy="225804"/>
          </a:xfrm>
          <a:custGeom>
            <a:avLst/>
            <a:gdLst/>
            <a:ahLst/>
            <a:cxnLst/>
            <a:rect l="l" t="t" r="r" b="b"/>
            <a:pathLst>
              <a:path w="920" h="2805" extrusionOk="0">
                <a:moveTo>
                  <a:pt x="697" y="1"/>
                </a:moveTo>
                <a:lnTo>
                  <a:pt x="697" y="1"/>
                </a:lnTo>
                <a:cubicBezTo>
                  <a:pt x="545" y="206"/>
                  <a:pt x="420" y="438"/>
                  <a:pt x="331" y="679"/>
                </a:cubicBezTo>
                <a:cubicBezTo>
                  <a:pt x="242" y="911"/>
                  <a:pt x="170" y="1161"/>
                  <a:pt x="108" y="1411"/>
                </a:cubicBezTo>
                <a:cubicBezTo>
                  <a:pt x="45" y="1652"/>
                  <a:pt x="9" y="1911"/>
                  <a:pt x="1" y="2170"/>
                </a:cubicBezTo>
                <a:cubicBezTo>
                  <a:pt x="1" y="2295"/>
                  <a:pt x="18" y="2429"/>
                  <a:pt x="63" y="2554"/>
                </a:cubicBezTo>
                <a:cubicBezTo>
                  <a:pt x="81" y="2616"/>
                  <a:pt x="125" y="2670"/>
                  <a:pt x="170" y="2723"/>
                </a:cubicBezTo>
                <a:cubicBezTo>
                  <a:pt x="224" y="2768"/>
                  <a:pt x="286" y="2795"/>
                  <a:pt x="358" y="2803"/>
                </a:cubicBezTo>
                <a:cubicBezTo>
                  <a:pt x="367" y="2804"/>
                  <a:pt x="376" y="2804"/>
                  <a:pt x="385" y="2804"/>
                </a:cubicBezTo>
                <a:cubicBezTo>
                  <a:pt x="517" y="2804"/>
                  <a:pt x="639" y="2743"/>
                  <a:pt x="715" y="2643"/>
                </a:cubicBezTo>
                <a:cubicBezTo>
                  <a:pt x="786" y="2527"/>
                  <a:pt x="839" y="2411"/>
                  <a:pt x="857" y="2277"/>
                </a:cubicBezTo>
                <a:cubicBezTo>
                  <a:pt x="902" y="2027"/>
                  <a:pt x="920" y="1768"/>
                  <a:pt x="902" y="1509"/>
                </a:cubicBezTo>
                <a:cubicBezTo>
                  <a:pt x="875" y="1001"/>
                  <a:pt x="804" y="501"/>
                  <a:pt x="697" y="1"/>
                </a:cubicBezTo>
                <a:lnTo>
                  <a:pt x="697" y="1"/>
                </a:lnTo>
                <a:cubicBezTo>
                  <a:pt x="741" y="251"/>
                  <a:pt x="777" y="501"/>
                  <a:pt x="804" y="760"/>
                </a:cubicBezTo>
                <a:cubicBezTo>
                  <a:pt x="839" y="1010"/>
                  <a:pt x="857" y="1259"/>
                  <a:pt x="866" y="1518"/>
                </a:cubicBezTo>
                <a:cubicBezTo>
                  <a:pt x="875" y="1768"/>
                  <a:pt x="857" y="2018"/>
                  <a:pt x="813" y="2268"/>
                </a:cubicBezTo>
                <a:cubicBezTo>
                  <a:pt x="786" y="2393"/>
                  <a:pt x="741" y="2509"/>
                  <a:pt x="670" y="2607"/>
                </a:cubicBezTo>
                <a:cubicBezTo>
                  <a:pt x="604" y="2698"/>
                  <a:pt x="499" y="2751"/>
                  <a:pt x="392" y="2751"/>
                </a:cubicBezTo>
                <a:cubicBezTo>
                  <a:pt x="383" y="2751"/>
                  <a:pt x="375" y="2751"/>
                  <a:pt x="366" y="2750"/>
                </a:cubicBezTo>
                <a:cubicBezTo>
                  <a:pt x="242" y="2732"/>
                  <a:pt x="143" y="2652"/>
                  <a:pt x="108" y="2536"/>
                </a:cubicBezTo>
                <a:cubicBezTo>
                  <a:pt x="72" y="2411"/>
                  <a:pt x="54" y="2286"/>
                  <a:pt x="54" y="2170"/>
                </a:cubicBezTo>
                <a:cubicBezTo>
                  <a:pt x="63" y="1911"/>
                  <a:pt x="99" y="1661"/>
                  <a:pt x="152" y="1420"/>
                </a:cubicBezTo>
                <a:cubicBezTo>
                  <a:pt x="206" y="1170"/>
                  <a:pt x="277" y="920"/>
                  <a:pt x="366" y="688"/>
                </a:cubicBezTo>
                <a:cubicBezTo>
                  <a:pt x="438" y="438"/>
                  <a:pt x="554" y="215"/>
                  <a:pt x="697" y="1"/>
                </a:cubicBezTo>
                <a:close/>
              </a:path>
            </a:pathLst>
          </a:custGeom>
          <a:solidFill>
            <a:srgbClr val="CB47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6" name="Google Shape;2996;p25"/>
          <p:cNvSpPr/>
          <p:nvPr/>
        </p:nvSpPr>
        <p:spPr>
          <a:xfrm rot="3684608">
            <a:off x="8153631" y="1083891"/>
            <a:ext cx="214856" cy="102075"/>
          </a:xfrm>
          <a:custGeom>
            <a:avLst/>
            <a:gdLst/>
            <a:ahLst/>
            <a:cxnLst/>
            <a:rect l="l" t="t" r="r" b="b"/>
            <a:pathLst>
              <a:path w="2669" h="1268" extrusionOk="0">
                <a:moveTo>
                  <a:pt x="384" y="1"/>
                </a:moveTo>
                <a:cubicBezTo>
                  <a:pt x="257" y="1"/>
                  <a:pt x="129" y="9"/>
                  <a:pt x="0" y="27"/>
                </a:cubicBezTo>
                <a:cubicBezTo>
                  <a:pt x="97" y="17"/>
                  <a:pt x="193" y="12"/>
                  <a:pt x="288" y="12"/>
                </a:cubicBezTo>
                <a:cubicBezTo>
                  <a:pt x="446" y="12"/>
                  <a:pt x="603" y="26"/>
                  <a:pt x="759" y="54"/>
                </a:cubicBezTo>
                <a:cubicBezTo>
                  <a:pt x="1009" y="81"/>
                  <a:pt x="1258" y="134"/>
                  <a:pt x="1508" y="197"/>
                </a:cubicBezTo>
                <a:cubicBezTo>
                  <a:pt x="1749" y="259"/>
                  <a:pt x="1990" y="349"/>
                  <a:pt x="2213" y="456"/>
                </a:cubicBezTo>
                <a:cubicBezTo>
                  <a:pt x="2329" y="518"/>
                  <a:pt x="2428" y="590"/>
                  <a:pt x="2517" y="679"/>
                </a:cubicBezTo>
                <a:cubicBezTo>
                  <a:pt x="2606" y="768"/>
                  <a:pt x="2633" y="893"/>
                  <a:pt x="2588" y="1009"/>
                </a:cubicBezTo>
                <a:cubicBezTo>
                  <a:pt x="2544" y="1116"/>
                  <a:pt x="2446" y="1196"/>
                  <a:pt x="2321" y="1214"/>
                </a:cubicBezTo>
                <a:cubicBezTo>
                  <a:pt x="2289" y="1219"/>
                  <a:pt x="2258" y="1221"/>
                  <a:pt x="2226" y="1221"/>
                </a:cubicBezTo>
                <a:cubicBezTo>
                  <a:pt x="2138" y="1221"/>
                  <a:pt x="2046" y="1205"/>
                  <a:pt x="1955" y="1179"/>
                </a:cubicBezTo>
                <a:cubicBezTo>
                  <a:pt x="1714" y="1107"/>
                  <a:pt x="1482" y="1009"/>
                  <a:pt x="1267" y="884"/>
                </a:cubicBezTo>
                <a:cubicBezTo>
                  <a:pt x="1044" y="759"/>
                  <a:pt x="830" y="616"/>
                  <a:pt x="616" y="474"/>
                </a:cubicBezTo>
                <a:cubicBezTo>
                  <a:pt x="411" y="340"/>
                  <a:pt x="205" y="188"/>
                  <a:pt x="0" y="27"/>
                </a:cubicBezTo>
                <a:lnTo>
                  <a:pt x="0" y="27"/>
                </a:lnTo>
                <a:cubicBezTo>
                  <a:pt x="393" y="358"/>
                  <a:pt x="803" y="652"/>
                  <a:pt x="1250" y="911"/>
                </a:cubicBezTo>
                <a:cubicBezTo>
                  <a:pt x="1464" y="1045"/>
                  <a:pt x="1696" y="1152"/>
                  <a:pt x="1946" y="1223"/>
                </a:cubicBezTo>
                <a:cubicBezTo>
                  <a:pt x="2031" y="1254"/>
                  <a:pt x="2121" y="1268"/>
                  <a:pt x="2209" y="1268"/>
                </a:cubicBezTo>
                <a:cubicBezTo>
                  <a:pt x="2249" y="1268"/>
                  <a:pt x="2290" y="1265"/>
                  <a:pt x="2329" y="1259"/>
                </a:cubicBezTo>
                <a:cubicBezTo>
                  <a:pt x="2472" y="1241"/>
                  <a:pt x="2588" y="1152"/>
                  <a:pt x="2642" y="1027"/>
                </a:cubicBezTo>
                <a:cubicBezTo>
                  <a:pt x="2669" y="955"/>
                  <a:pt x="2669" y="884"/>
                  <a:pt x="2651" y="822"/>
                </a:cubicBezTo>
                <a:cubicBezTo>
                  <a:pt x="2633" y="759"/>
                  <a:pt x="2597" y="697"/>
                  <a:pt x="2553" y="643"/>
                </a:cubicBezTo>
                <a:cubicBezTo>
                  <a:pt x="2463" y="554"/>
                  <a:pt x="2356" y="482"/>
                  <a:pt x="2240" y="420"/>
                </a:cubicBezTo>
                <a:cubicBezTo>
                  <a:pt x="2008" y="313"/>
                  <a:pt x="1767" y="224"/>
                  <a:pt x="1517" y="170"/>
                </a:cubicBezTo>
                <a:cubicBezTo>
                  <a:pt x="1267" y="108"/>
                  <a:pt x="1018" y="63"/>
                  <a:pt x="768" y="27"/>
                </a:cubicBezTo>
                <a:cubicBezTo>
                  <a:pt x="638" y="9"/>
                  <a:pt x="511" y="1"/>
                  <a:pt x="384" y="1"/>
                </a:cubicBezTo>
                <a:close/>
              </a:path>
            </a:pathLst>
          </a:custGeom>
          <a:solidFill>
            <a:srgbClr val="CB47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7" name="Google Shape;2997;p25"/>
          <p:cNvSpPr/>
          <p:nvPr/>
        </p:nvSpPr>
        <p:spPr>
          <a:xfrm rot="3684608">
            <a:off x="8163987" y="844776"/>
            <a:ext cx="71968" cy="227092"/>
          </a:xfrm>
          <a:custGeom>
            <a:avLst/>
            <a:gdLst/>
            <a:ahLst/>
            <a:cxnLst/>
            <a:rect l="l" t="t" r="r" b="b"/>
            <a:pathLst>
              <a:path w="894" h="2821" extrusionOk="0">
                <a:moveTo>
                  <a:pt x="456" y="0"/>
                </a:moveTo>
                <a:cubicBezTo>
                  <a:pt x="527" y="241"/>
                  <a:pt x="590" y="491"/>
                  <a:pt x="652" y="741"/>
                </a:cubicBezTo>
                <a:cubicBezTo>
                  <a:pt x="715" y="982"/>
                  <a:pt x="759" y="1232"/>
                  <a:pt x="795" y="1482"/>
                </a:cubicBezTo>
                <a:cubicBezTo>
                  <a:pt x="840" y="1732"/>
                  <a:pt x="849" y="1991"/>
                  <a:pt x="831" y="2240"/>
                </a:cubicBezTo>
                <a:cubicBezTo>
                  <a:pt x="822" y="2365"/>
                  <a:pt x="786" y="2481"/>
                  <a:pt x="733" y="2597"/>
                </a:cubicBezTo>
                <a:cubicBezTo>
                  <a:pt x="670" y="2705"/>
                  <a:pt x="563" y="2767"/>
                  <a:pt x="438" y="2767"/>
                </a:cubicBezTo>
                <a:cubicBezTo>
                  <a:pt x="322" y="2767"/>
                  <a:pt x="206" y="2696"/>
                  <a:pt x="161" y="2580"/>
                </a:cubicBezTo>
                <a:cubicBezTo>
                  <a:pt x="108" y="2472"/>
                  <a:pt x="81" y="2348"/>
                  <a:pt x="72" y="2223"/>
                </a:cubicBezTo>
                <a:cubicBezTo>
                  <a:pt x="45" y="1973"/>
                  <a:pt x="45" y="1723"/>
                  <a:pt x="81" y="1473"/>
                </a:cubicBezTo>
                <a:cubicBezTo>
                  <a:pt x="108" y="1214"/>
                  <a:pt x="153" y="964"/>
                  <a:pt x="206" y="723"/>
                </a:cubicBezTo>
                <a:cubicBezTo>
                  <a:pt x="260" y="473"/>
                  <a:pt x="340" y="223"/>
                  <a:pt x="456" y="0"/>
                </a:cubicBezTo>
                <a:lnTo>
                  <a:pt x="456" y="0"/>
                </a:lnTo>
                <a:cubicBezTo>
                  <a:pt x="331" y="223"/>
                  <a:pt x="242" y="464"/>
                  <a:pt x="179" y="714"/>
                </a:cubicBezTo>
                <a:cubicBezTo>
                  <a:pt x="117" y="955"/>
                  <a:pt x="72" y="1214"/>
                  <a:pt x="37" y="1464"/>
                </a:cubicBezTo>
                <a:cubicBezTo>
                  <a:pt x="1" y="1714"/>
                  <a:pt x="1" y="1973"/>
                  <a:pt x="19" y="2232"/>
                </a:cubicBezTo>
                <a:cubicBezTo>
                  <a:pt x="28" y="2356"/>
                  <a:pt x="63" y="2490"/>
                  <a:pt x="117" y="2606"/>
                </a:cubicBezTo>
                <a:cubicBezTo>
                  <a:pt x="144" y="2669"/>
                  <a:pt x="188" y="2722"/>
                  <a:pt x="242" y="2758"/>
                </a:cubicBezTo>
                <a:cubicBezTo>
                  <a:pt x="304" y="2803"/>
                  <a:pt x="367" y="2821"/>
                  <a:pt x="438" y="2821"/>
                </a:cubicBezTo>
                <a:cubicBezTo>
                  <a:pt x="581" y="2821"/>
                  <a:pt x="706" y="2740"/>
                  <a:pt x="777" y="2615"/>
                </a:cubicBezTo>
                <a:cubicBezTo>
                  <a:pt x="831" y="2499"/>
                  <a:pt x="867" y="2374"/>
                  <a:pt x="875" y="2249"/>
                </a:cubicBezTo>
                <a:cubicBezTo>
                  <a:pt x="893" y="1991"/>
                  <a:pt x="884" y="1732"/>
                  <a:pt x="840" y="1482"/>
                </a:cubicBezTo>
                <a:cubicBezTo>
                  <a:pt x="751" y="973"/>
                  <a:pt x="626" y="482"/>
                  <a:pt x="456" y="0"/>
                </a:cubicBezTo>
                <a:close/>
              </a:path>
            </a:pathLst>
          </a:custGeom>
          <a:solidFill>
            <a:srgbClr val="CB47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8" name="Google Shape;2998;p25"/>
          <p:cNvSpPr/>
          <p:nvPr/>
        </p:nvSpPr>
        <p:spPr>
          <a:xfrm rot="3684608">
            <a:off x="8210700" y="971399"/>
            <a:ext cx="221377" cy="87021"/>
          </a:xfrm>
          <a:custGeom>
            <a:avLst/>
            <a:gdLst/>
            <a:ahLst/>
            <a:cxnLst/>
            <a:rect l="l" t="t" r="r" b="b"/>
            <a:pathLst>
              <a:path w="2750" h="1081" extrusionOk="0">
                <a:moveTo>
                  <a:pt x="680" y="1"/>
                </a:moveTo>
                <a:cubicBezTo>
                  <a:pt x="449" y="1"/>
                  <a:pt x="225" y="35"/>
                  <a:pt x="0" y="91"/>
                </a:cubicBezTo>
                <a:cubicBezTo>
                  <a:pt x="198" y="49"/>
                  <a:pt x="401" y="24"/>
                  <a:pt x="602" y="24"/>
                </a:cubicBezTo>
                <a:cubicBezTo>
                  <a:pt x="654" y="24"/>
                  <a:pt x="707" y="25"/>
                  <a:pt x="759" y="29"/>
                </a:cubicBezTo>
                <a:cubicBezTo>
                  <a:pt x="1018" y="38"/>
                  <a:pt x="1268" y="56"/>
                  <a:pt x="1518" y="100"/>
                </a:cubicBezTo>
                <a:cubicBezTo>
                  <a:pt x="1768" y="127"/>
                  <a:pt x="2017" y="190"/>
                  <a:pt x="2258" y="279"/>
                </a:cubicBezTo>
                <a:cubicBezTo>
                  <a:pt x="2374" y="315"/>
                  <a:pt x="2482" y="377"/>
                  <a:pt x="2580" y="457"/>
                </a:cubicBezTo>
                <a:cubicBezTo>
                  <a:pt x="2678" y="529"/>
                  <a:pt x="2723" y="654"/>
                  <a:pt x="2687" y="770"/>
                </a:cubicBezTo>
                <a:cubicBezTo>
                  <a:pt x="2660" y="886"/>
                  <a:pt x="2571" y="975"/>
                  <a:pt x="2446" y="1011"/>
                </a:cubicBezTo>
                <a:cubicBezTo>
                  <a:pt x="2382" y="1026"/>
                  <a:pt x="2315" y="1032"/>
                  <a:pt x="2248" y="1032"/>
                </a:cubicBezTo>
                <a:cubicBezTo>
                  <a:pt x="2192" y="1032"/>
                  <a:pt x="2136" y="1028"/>
                  <a:pt x="2080" y="1020"/>
                </a:cubicBezTo>
                <a:cubicBezTo>
                  <a:pt x="1830" y="966"/>
                  <a:pt x="1589" y="895"/>
                  <a:pt x="1357" y="797"/>
                </a:cubicBezTo>
                <a:cubicBezTo>
                  <a:pt x="1125" y="698"/>
                  <a:pt x="902" y="582"/>
                  <a:pt x="670" y="466"/>
                </a:cubicBezTo>
                <a:cubicBezTo>
                  <a:pt x="438" y="350"/>
                  <a:pt x="224" y="225"/>
                  <a:pt x="0" y="91"/>
                </a:cubicBezTo>
                <a:lnTo>
                  <a:pt x="0" y="91"/>
                </a:lnTo>
                <a:cubicBezTo>
                  <a:pt x="429" y="377"/>
                  <a:pt x="866" y="618"/>
                  <a:pt x="1330" y="832"/>
                </a:cubicBezTo>
                <a:cubicBezTo>
                  <a:pt x="1571" y="939"/>
                  <a:pt x="1812" y="1011"/>
                  <a:pt x="2062" y="1064"/>
                </a:cubicBezTo>
                <a:cubicBezTo>
                  <a:pt x="2118" y="1076"/>
                  <a:pt x="2173" y="1080"/>
                  <a:pt x="2227" y="1080"/>
                </a:cubicBezTo>
                <a:cubicBezTo>
                  <a:pt x="2302" y="1080"/>
                  <a:pt x="2377" y="1071"/>
                  <a:pt x="2455" y="1055"/>
                </a:cubicBezTo>
                <a:cubicBezTo>
                  <a:pt x="2589" y="1020"/>
                  <a:pt x="2696" y="913"/>
                  <a:pt x="2731" y="788"/>
                </a:cubicBezTo>
                <a:cubicBezTo>
                  <a:pt x="2749" y="716"/>
                  <a:pt x="2749" y="645"/>
                  <a:pt x="2723" y="582"/>
                </a:cubicBezTo>
                <a:cubicBezTo>
                  <a:pt x="2696" y="520"/>
                  <a:pt x="2651" y="457"/>
                  <a:pt x="2606" y="422"/>
                </a:cubicBezTo>
                <a:cubicBezTo>
                  <a:pt x="2499" y="332"/>
                  <a:pt x="2392" y="270"/>
                  <a:pt x="2267" y="225"/>
                </a:cubicBezTo>
                <a:cubicBezTo>
                  <a:pt x="2026" y="145"/>
                  <a:pt x="1776" y="83"/>
                  <a:pt x="1518" y="56"/>
                </a:cubicBezTo>
                <a:cubicBezTo>
                  <a:pt x="1268" y="20"/>
                  <a:pt x="1018" y="2"/>
                  <a:pt x="759" y="2"/>
                </a:cubicBezTo>
                <a:cubicBezTo>
                  <a:pt x="733" y="1"/>
                  <a:pt x="706" y="1"/>
                  <a:pt x="680" y="1"/>
                </a:cubicBezTo>
                <a:close/>
              </a:path>
            </a:pathLst>
          </a:custGeom>
          <a:solidFill>
            <a:srgbClr val="CB47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9" name="Google Shape;2999;p25"/>
          <p:cNvSpPr/>
          <p:nvPr/>
        </p:nvSpPr>
        <p:spPr>
          <a:xfrm rot="3684608">
            <a:off x="8207884" y="743206"/>
            <a:ext cx="75510" cy="225885"/>
          </a:xfrm>
          <a:custGeom>
            <a:avLst/>
            <a:gdLst/>
            <a:ahLst/>
            <a:cxnLst/>
            <a:rect l="l" t="t" r="r" b="b"/>
            <a:pathLst>
              <a:path w="938" h="2806" extrusionOk="0">
                <a:moveTo>
                  <a:pt x="259" y="0"/>
                </a:moveTo>
                <a:cubicBezTo>
                  <a:pt x="161" y="233"/>
                  <a:pt x="98" y="482"/>
                  <a:pt x="72" y="732"/>
                </a:cubicBezTo>
                <a:cubicBezTo>
                  <a:pt x="36" y="982"/>
                  <a:pt x="9" y="1241"/>
                  <a:pt x="9" y="1500"/>
                </a:cubicBezTo>
                <a:cubicBezTo>
                  <a:pt x="0" y="1750"/>
                  <a:pt x="27" y="2009"/>
                  <a:pt x="72" y="2259"/>
                </a:cubicBezTo>
                <a:cubicBezTo>
                  <a:pt x="98" y="2383"/>
                  <a:pt x="143" y="2508"/>
                  <a:pt x="214" y="2624"/>
                </a:cubicBezTo>
                <a:cubicBezTo>
                  <a:pt x="250" y="2678"/>
                  <a:pt x="295" y="2732"/>
                  <a:pt x="357" y="2767"/>
                </a:cubicBezTo>
                <a:cubicBezTo>
                  <a:pt x="409" y="2789"/>
                  <a:pt x="466" y="2805"/>
                  <a:pt x="520" y="2805"/>
                </a:cubicBezTo>
                <a:cubicBezTo>
                  <a:pt x="531" y="2805"/>
                  <a:pt x="542" y="2805"/>
                  <a:pt x="553" y="2803"/>
                </a:cubicBezTo>
                <a:cubicBezTo>
                  <a:pt x="696" y="2785"/>
                  <a:pt x="812" y="2696"/>
                  <a:pt x="866" y="2562"/>
                </a:cubicBezTo>
                <a:cubicBezTo>
                  <a:pt x="910" y="2446"/>
                  <a:pt x="937" y="2312"/>
                  <a:pt x="928" y="2178"/>
                </a:cubicBezTo>
                <a:cubicBezTo>
                  <a:pt x="919" y="1928"/>
                  <a:pt x="875" y="1669"/>
                  <a:pt x="803" y="1428"/>
                </a:cubicBezTo>
                <a:cubicBezTo>
                  <a:pt x="661" y="938"/>
                  <a:pt x="482" y="456"/>
                  <a:pt x="259" y="0"/>
                </a:cubicBezTo>
                <a:lnTo>
                  <a:pt x="259" y="0"/>
                </a:lnTo>
                <a:cubicBezTo>
                  <a:pt x="366" y="233"/>
                  <a:pt x="464" y="465"/>
                  <a:pt x="545" y="706"/>
                </a:cubicBezTo>
                <a:cubicBezTo>
                  <a:pt x="625" y="947"/>
                  <a:pt x="705" y="1188"/>
                  <a:pt x="768" y="1437"/>
                </a:cubicBezTo>
                <a:cubicBezTo>
                  <a:pt x="830" y="1678"/>
                  <a:pt x="875" y="1928"/>
                  <a:pt x="884" y="2178"/>
                </a:cubicBezTo>
                <a:cubicBezTo>
                  <a:pt x="884" y="2303"/>
                  <a:pt x="866" y="2428"/>
                  <a:pt x="821" y="2544"/>
                </a:cubicBezTo>
                <a:cubicBezTo>
                  <a:pt x="777" y="2651"/>
                  <a:pt x="669" y="2732"/>
                  <a:pt x="553" y="2749"/>
                </a:cubicBezTo>
                <a:cubicBezTo>
                  <a:pt x="545" y="2750"/>
                  <a:pt x="536" y="2750"/>
                  <a:pt x="527" y="2750"/>
                </a:cubicBezTo>
                <a:cubicBezTo>
                  <a:pt x="412" y="2750"/>
                  <a:pt x="309" y="2697"/>
                  <a:pt x="259" y="2598"/>
                </a:cubicBezTo>
                <a:cubicBezTo>
                  <a:pt x="188" y="2491"/>
                  <a:pt x="143" y="2375"/>
                  <a:pt x="125" y="2250"/>
                </a:cubicBezTo>
                <a:cubicBezTo>
                  <a:pt x="72" y="2000"/>
                  <a:pt x="45" y="1750"/>
                  <a:pt x="54" y="1500"/>
                </a:cubicBezTo>
                <a:cubicBezTo>
                  <a:pt x="45" y="1241"/>
                  <a:pt x="63" y="991"/>
                  <a:pt x="98" y="741"/>
                </a:cubicBezTo>
                <a:cubicBezTo>
                  <a:pt x="116" y="482"/>
                  <a:pt x="170" y="233"/>
                  <a:pt x="259" y="0"/>
                </a:cubicBezTo>
                <a:close/>
              </a:path>
            </a:pathLst>
          </a:custGeom>
          <a:solidFill>
            <a:srgbClr val="CB47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0" name="Google Shape;3000;p25"/>
          <p:cNvSpPr/>
          <p:nvPr/>
        </p:nvSpPr>
        <p:spPr>
          <a:xfrm rot="3684608">
            <a:off x="8258597" y="853098"/>
            <a:ext cx="226368" cy="74705"/>
          </a:xfrm>
          <a:custGeom>
            <a:avLst/>
            <a:gdLst/>
            <a:ahLst/>
            <a:cxnLst/>
            <a:rect l="l" t="t" r="r" b="b"/>
            <a:pathLst>
              <a:path w="2812" h="928" extrusionOk="0">
                <a:moveTo>
                  <a:pt x="1272" y="1"/>
                </a:moveTo>
                <a:cubicBezTo>
                  <a:pt x="1109" y="1"/>
                  <a:pt x="946" y="8"/>
                  <a:pt x="786" y="19"/>
                </a:cubicBezTo>
                <a:cubicBezTo>
                  <a:pt x="661" y="37"/>
                  <a:pt x="527" y="46"/>
                  <a:pt x="402" y="73"/>
                </a:cubicBezTo>
                <a:cubicBezTo>
                  <a:pt x="268" y="91"/>
                  <a:pt x="143" y="126"/>
                  <a:pt x="18" y="180"/>
                </a:cubicBezTo>
                <a:cubicBezTo>
                  <a:pt x="9" y="189"/>
                  <a:pt x="9" y="189"/>
                  <a:pt x="9" y="198"/>
                </a:cubicBezTo>
                <a:cubicBezTo>
                  <a:pt x="1" y="207"/>
                  <a:pt x="9" y="225"/>
                  <a:pt x="18" y="233"/>
                </a:cubicBezTo>
                <a:cubicBezTo>
                  <a:pt x="465" y="448"/>
                  <a:pt x="929" y="635"/>
                  <a:pt x="1411" y="778"/>
                </a:cubicBezTo>
                <a:cubicBezTo>
                  <a:pt x="1652" y="849"/>
                  <a:pt x="1893" y="903"/>
                  <a:pt x="2143" y="921"/>
                </a:cubicBezTo>
                <a:cubicBezTo>
                  <a:pt x="2177" y="926"/>
                  <a:pt x="2212" y="928"/>
                  <a:pt x="2247" y="928"/>
                </a:cubicBezTo>
                <a:cubicBezTo>
                  <a:pt x="2337" y="928"/>
                  <a:pt x="2427" y="913"/>
                  <a:pt x="2517" y="894"/>
                </a:cubicBezTo>
                <a:cubicBezTo>
                  <a:pt x="2642" y="858"/>
                  <a:pt x="2740" y="769"/>
                  <a:pt x="2785" y="653"/>
                </a:cubicBezTo>
                <a:lnTo>
                  <a:pt x="2785" y="653"/>
                </a:lnTo>
                <a:cubicBezTo>
                  <a:pt x="2740" y="769"/>
                  <a:pt x="2633" y="858"/>
                  <a:pt x="2508" y="885"/>
                </a:cubicBezTo>
                <a:cubicBezTo>
                  <a:pt x="2431" y="909"/>
                  <a:pt x="2350" y="921"/>
                  <a:pt x="2267" y="921"/>
                </a:cubicBezTo>
                <a:cubicBezTo>
                  <a:pt x="2226" y="921"/>
                  <a:pt x="2184" y="918"/>
                  <a:pt x="2143" y="912"/>
                </a:cubicBezTo>
                <a:cubicBezTo>
                  <a:pt x="1893" y="885"/>
                  <a:pt x="1652" y="831"/>
                  <a:pt x="1411" y="751"/>
                </a:cubicBezTo>
                <a:cubicBezTo>
                  <a:pt x="1179" y="680"/>
                  <a:pt x="947" y="590"/>
                  <a:pt x="715" y="492"/>
                </a:cubicBezTo>
                <a:cubicBezTo>
                  <a:pt x="502" y="402"/>
                  <a:pt x="297" y="313"/>
                  <a:pt x="93" y="209"/>
                </a:cubicBezTo>
                <a:lnTo>
                  <a:pt x="93" y="209"/>
                </a:lnTo>
                <a:cubicBezTo>
                  <a:pt x="192" y="169"/>
                  <a:pt x="297" y="141"/>
                  <a:pt x="402" y="126"/>
                </a:cubicBezTo>
                <a:cubicBezTo>
                  <a:pt x="536" y="100"/>
                  <a:pt x="661" y="82"/>
                  <a:pt x="786" y="73"/>
                </a:cubicBezTo>
                <a:cubicBezTo>
                  <a:pt x="1045" y="46"/>
                  <a:pt x="1304" y="37"/>
                  <a:pt x="1562" y="37"/>
                </a:cubicBezTo>
                <a:cubicBezTo>
                  <a:pt x="1821" y="37"/>
                  <a:pt x="2080" y="73"/>
                  <a:pt x="2330" y="135"/>
                </a:cubicBezTo>
                <a:cubicBezTo>
                  <a:pt x="2455" y="162"/>
                  <a:pt x="2580" y="225"/>
                  <a:pt x="2678" y="305"/>
                </a:cubicBezTo>
                <a:cubicBezTo>
                  <a:pt x="2732" y="341"/>
                  <a:pt x="2767" y="394"/>
                  <a:pt x="2794" y="457"/>
                </a:cubicBezTo>
                <a:cubicBezTo>
                  <a:pt x="2803" y="519"/>
                  <a:pt x="2803" y="590"/>
                  <a:pt x="2785" y="653"/>
                </a:cubicBezTo>
                <a:cubicBezTo>
                  <a:pt x="2803" y="590"/>
                  <a:pt x="2812" y="519"/>
                  <a:pt x="2794" y="448"/>
                </a:cubicBezTo>
                <a:cubicBezTo>
                  <a:pt x="2776" y="385"/>
                  <a:pt x="2741" y="332"/>
                  <a:pt x="2687" y="287"/>
                </a:cubicBezTo>
                <a:cubicBezTo>
                  <a:pt x="2580" y="207"/>
                  <a:pt x="2464" y="153"/>
                  <a:pt x="2339" y="117"/>
                </a:cubicBezTo>
                <a:cubicBezTo>
                  <a:pt x="2089" y="55"/>
                  <a:pt x="1830" y="10"/>
                  <a:pt x="1571" y="10"/>
                </a:cubicBezTo>
                <a:cubicBezTo>
                  <a:pt x="1472" y="4"/>
                  <a:pt x="1372" y="1"/>
                  <a:pt x="1272" y="1"/>
                </a:cubicBezTo>
                <a:close/>
              </a:path>
            </a:pathLst>
          </a:custGeom>
          <a:solidFill>
            <a:srgbClr val="CB47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1" name="Google Shape;3001;p25"/>
          <p:cNvSpPr/>
          <p:nvPr/>
        </p:nvSpPr>
        <p:spPr>
          <a:xfrm rot="3684608">
            <a:off x="8041949" y="761448"/>
            <a:ext cx="394775" cy="474793"/>
          </a:xfrm>
          <a:custGeom>
            <a:avLst/>
            <a:gdLst/>
            <a:ahLst/>
            <a:cxnLst/>
            <a:rect l="l" t="t" r="r" b="b"/>
            <a:pathLst>
              <a:path w="4904" h="5898" extrusionOk="0">
                <a:moveTo>
                  <a:pt x="69" y="1"/>
                </a:moveTo>
                <a:cubicBezTo>
                  <a:pt x="32" y="1"/>
                  <a:pt x="0" y="57"/>
                  <a:pt x="36" y="85"/>
                </a:cubicBezTo>
                <a:cubicBezTo>
                  <a:pt x="259" y="255"/>
                  <a:pt x="473" y="442"/>
                  <a:pt x="687" y="629"/>
                </a:cubicBezTo>
                <a:cubicBezTo>
                  <a:pt x="669" y="647"/>
                  <a:pt x="669" y="665"/>
                  <a:pt x="669" y="683"/>
                </a:cubicBezTo>
                <a:cubicBezTo>
                  <a:pt x="732" y="978"/>
                  <a:pt x="794" y="1272"/>
                  <a:pt x="848" y="1567"/>
                </a:cubicBezTo>
                <a:cubicBezTo>
                  <a:pt x="884" y="1808"/>
                  <a:pt x="919" y="2057"/>
                  <a:pt x="937" y="2307"/>
                </a:cubicBezTo>
                <a:cubicBezTo>
                  <a:pt x="964" y="2049"/>
                  <a:pt x="964" y="1781"/>
                  <a:pt x="937" y="1522"/>
                </a:cubicBezTo>
                <a:cubicBezTo>
                  <a:pt x="893" y="1254"/>
                  <a:pt x="839" y="986"/>
                  <a:pt x="776" y="728"/>
                </a:cubicBezTo>
                <a:lnTo>
                  <a:pt x="776" y="728"/>
                </a:lnTo>
                <a:cubicBezTo>
                  <a:pt x="1071" y="1004"/>
                  <a:pt x="1348" y="1299"/>
                  <a:pt x="1607" y="1584"/>
                </a:cubicBezTo>
                <a:cubicBezTo>
                  <a:pt x="1669" y="1656"/>
                  <a:pt x="1731" y="1736"/>
                  <a:pt x="1803" y="1808"/>
                </a:cubicBezTo>
                <a:cubicBezTo>
                  <a:pt x="1803" y="2084"/>
                  <a:pt x="1803" y="2361"/>
                  <a:pt x="1794" y="2647"/>
                </a:cubicBezTo>
                <a:cubicBezTo>
                  <a:pt x="1776" y="2896"/>
                  <a:pt x="1794" y="3209"/>
                  <a:pt x="1758" y="3459"/>
                </a:cubicBezTo>
                <a:cubicBezTo>
                  <a:pt x="1812" y="3200"/>
                  <a:pt x="1847" y="2941"/>
                  <a:pt x="1865" y="2673"/>
                </a:cubicBezTo>
                <a:cubicBezTo>
                  <a:pt x="1874" y="2441"/>
                  <a:pt x="1892" y="2156"/>
                  <a:pt x="1892" y="1924"/>
                </a:cubicBezTo>
                <a:cubicBezTo>
                  <a:pt x="2178" y="2254"/>
                  <a:pt x="2445" y="2602"/>
                  <a:pt x="2695" y="2959"/>
                </a:cubicBezTo>
                <a:cubicBezTo>
                  <a:pt x="2686" y="2968"/>
                  <a:pt x="2678" y="2986"/>
                  <a:pt x="2678" y="2995"/>
                </a:cubicBezTo>
                <a:cubicBezTo>
                  <a:pt x="2669" y="3289"/>
                  <a:pt x="2651" y="3584"/>
                  <a:pt x="2624" y="3878"/>
                </a:cubicBezTo>
                <a:cubicBezTo>
                  <a:pt x="2606" y="4137"/>
                  <a:pt x="2570" y="4387"/>
                  <a:pt x="2526" y="4637"/>
                </a:cubicBezTo>
                <a:cubicBezTo>
                  <a:pt x="2615" y="4396"/>
                  <a:pt x="2686" y="4155"/>
                  <a:pt x="2722" y="3905"/>
                </a:cubicBezTo>
                <a:cubicBezTo>
                  <a:pt x="2749" y="3628"/>
                  <a:pt x="2758" y="3343"/>
                  <a:pt x="2776" y="3066"/>
                </a:cubicBezTo>
                <a:cubicBezTo>
                  <a:pt x="3017" y="3423"/>
                  <a:pt x="3249" y="3789"/>
                  <a:pt x="3463" y="4173"/>
                </a:cubicBezTo>
                <a:cubicBezTo>
                  <a:pt x="3454" y="4485"/>
                  <a:pt x="3436" y="4806"/>
                  <a:pt x="3409" y="5128"/>
                </a:cubicBezTo>
                <a:cubicBezTo>
                  <a:pt x="3383" y="5351"/>
                  <a:pt x="3356" y="5583"/>
                  <a:pt x="3311" y="5806"/>
                </a:cubicBezTo>
                <a:cubicBezTo>
                  <a:pt x="3409" y="5538"/>
                  <a:pt x="3472" y="5262"/>
                  <a:pt x="3516" y="4976"/>
                </a:cubicBezTo>
                <a:cubicBezTo>
                  <a:pt x="3534" y="4762"/>
                  <a:pt x="3543" y="4548"/>
                  <a:pt x="3552" y="4333"/>
                </a:cubicBezTo>
                <a:cubicBezTo>
                  <a:pt x="3831" y="4830"/>
                  <a:pt x="4391" y="5897"/>
                  <a:pt x="4392" y="5897"/>
                </a:cubicBezTo>
                <a:cubicBezTo>
                  <a:pt x="4392" y="5897"/>
                  <a:pt x="4392" y="5896"/>
                  <a:pt x="4391" y="5895"/>
                </a:cubicBezTo>
                <a:cubicBezTo>
                  <a:pt x="4168" y="5315"/>
                  <a:pt x="3900" y="4762"/>
                  <a:pt x="3606" y="4217"/>
                </a:cubicBezTo>
                <a:lnTo>
                  <a:pt x="3606" y="4217"/>
                </a:lnTo>
                <a:cubicBezTo>
                  <a:pt x="3847" y="4244"/>
                  <a:pt x="4088" y="4378"/>
                  <a:pt x="4293" y="4485"/>
                </a:cubicBezTo>
                <a:cubicBezTo>
                  <a:pt x="4464" y="4567"/>
                  <a:pt x="4867" y="4731"/>
                  <a:pt x="4901" y="4731"/>
                </a:cubicBezTo>
                <a:cubicBezTo>
                  <a:pt x="4904" y="4731"/>
                  <a:pt x="4904" y="4729"/>
                  <a:pt x="4900" y="4726"/>
                </a:cubicBezTo>
                <a:cubicBezTo>
                  <a:pt x="4721" y="4592"/>
                  <a:pt x="4534" y="4485"/>
                  <a:pt x="4338" y="4396"/>
                </a:cubicBezTo>
                <a:cubicBezTo>
                  <a:pt x="4106" y="4271"/>
                  <a:pt x="3820" y="4119"/>
                  <a:pt x="3552" y="4119"/>
                </a:cubicBezTo>
                <a:cubicBezTo>
                  <a:pt x="3347" y="3753"/>
                  <a:pt x="3124" y="3396"/>
                  <a:pt x="2883" y="3048"/>
                </a:cubicBezTo>
                <a:lnTo>
                  <a:pt x="2883" y="3048"/>
                </a:lnTo>
                <a:cubicBezTo>
                  <a:pt x="3106" y="3102"/>
                  <a:pt x="3320" y="3191"/>
                  <a:pt x="3516" y="3307"/>
                </a:cubicBezTo>
                <a:cubicBezTo>
                  <a:pt x="3668" y="3395"/>
                  <a:pt x="4064" y="3555"/>
                  <a:pt x="4113" y="3555"/>
                </a:cubicBezTo>
                <a:cubicBezTo>
                  <a:pt x="4118" y="3555"/>
                  <a:pt x="4119" y="3553"/>
                  <a:pt x="4114" y="3548"/>
                </a:cubicBezTo>
                <a:cubicBezTo>
                  <a:pt x="3936" y="3423"/>
                  <a:pt x="3749" y="3307"/>
                  <a:pt x="3552" y="3218"/>
                </a:cubicBezTo>
                <a:cubicBezTo>
                  <a:pt x="3329" y="3102"/>
                  <a:pt x="3070" y="2959"/>
                  <a:pt x="2811" y="2941"/>
                </a:cubicBezTo>
                <a:cubicBezTo>
                  <a:pt x="2526" y="2539"/>
                  <a:pt x="2231" y="2165"/>
                  <a:pt x="1919" y="1799"/>
                </a:cubicBezTo>
                <a:cubicBezTo>
                  <a:pt x="2160" y="1799"/>
                  <a:pt x="2428" y="1933"/>
                  <a:pt x="2642" y="2031"/>
                </a:cubicBezTo>
                <a:cubicBezTo>
                  <a:pt x="2803" y="2103"/>
                  <a:pt x="3211" y="2241"/>
                  <a:pt x="3256" y="2241"/>
                </a:cubicBezTo>
                <a:cubicBezTo>
                  <a:pt x="3261" y="2241"/>
                  <a:pt x="3262" y="2239"/>
                  <a:pt x="3258" y="2236"/>
                </a:cubicBezTo>
                <a:cubicBezTo>
                  <a:pt x="3070" y="2120"/>
                  <a:pt x="2883" y="2013"/>
                  <a:pt x="2678" y="1933"/>
                </a:cubicBezTo>
                <a:cubicBezTo>
                  <a:pt x="2447" y="1834"/>
                  <a:pt x="2172" y="1697"/>
                  <a:pt x="1906" y="1697"/>
                </a:cubicBezTo>
                <a:cubicBezTo>
                  <a:pt x="1884" y="1697"/>
                  <a:pt x="1861" y="1698"/>
                  <a:pt x="1839" y="1700"/>
                </a:cubicBezTo>
                <a:lnTo>
                  <a:pt x="1740" y="1593"/>
                </a:lnTo>
                <a:cubicBezTo>
                  <a:pt x="1473" y="1281"/>
                  <a:pt x="1187" y="978"/>
                  <a:pt x="884" y="683"/>
                </a:cubicBezTo>
                <a:cubicBezTo>
                  <a:pt x="1107" y="683"/>
                  <a:pt x="1339" y="710"/>
                  <a:pt x="1553" y="772"/>
                </a:cubicBezTo>
                <a:cubicBezTo>
                  <a:pt x="1720" y="810"/>
                  <a:pt x="2105" y="867"/>
                  <a:pt x="2185" y="867"/>
                </a:cubicBezTo>
                <a:cubicBezTo>
                  <a:pt x="2199" y="867"/>
                  <a:pt x="2204" y="866"/>
                  <a:pt x="2196" y="862"/>
                </a:cubicBezTo>
                <a:cubicBezTo>
                  <a:pt x="1990" y="781"/>
                  <a:pt x="1785" y="719"/>
                  <a:pt x="1571" y="683"/>
                </a:cubicBezTo>
                <a:cubicBezTo>
                  <a:pt x="1386" y="642"/>
                  <a:pt x="1175" y="585"/>
                  <a:pt x="969" y="585"/>
                </a:cubicBezTo>
                <a:cubicBezTo>
                  <a:pt x="907" y="585"/>
                  <a:pt x="846" y="590"/>
                  <a:pt x="785" y="603"/>
                </a:cubicBezTo>
                <a:cubicBezTo>
                  <a:pt x="571" y="389"/>
                  <a:pt x="339" y="192"/>
                  <a:pt x="98" y="14"/>
                </a:cubicBezTo>
                <a:cubicBezTo>
                  <a:pt x="89" y="4"/>
                  <a:pt x="79" y="1"/>
                  <a:pt x="6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2" name="Google Shape;3002;p25"/>
          <p:cNvSpPr/>
          <p:nvPr/>
        </p:nvSpPr>
        <p:spPr>
          <a:xfrm>
            <a:off x="7030019" y="695529"/>
            <a:ext cx="231129" cy="249285"/>
          </a:xfrm>
          <a:custGeom>
            <a:avLst/>
            <a:gdLst/>
            <a:ahLst/>
            <a:cxnLst/>
            <a:rect l="l" t="t" r="r" b="b"/>
            <a:pathLst>
              <a:path w="3348" h="3611" extrusionOk="0">
                <a:moveTo>
                  <a:pt x="1808" y="1"/>
                </a:moveTo>
                <a:cubicBezTo>
                  <a:pt x="1552" y="1"/>
                  <a:pt x="1246" y="107"/>
                  <a:pt x="893" y="416"/>
                </a:cubicBezTo>
                <a:cubicBezTo>
                  <a:pt x="28" y="1165"/>
                  <a:pt x="1" y="3611"/>
                  <a:pt x="1" y="3611"/>
                </a:cubicBezTo>
                <a:cubicBezTo>
                  <a:pt x="6" y="3611"/>
                  <a:pt x="11" y="3611"/>
                  <a:pt x="17" y="3611"/>
                </a:cubicBezTo>
                <a:cubicBezTo>
                  <a:pt x="853" y="3611"/>
                  <a:pt x="2565" y="2918"/>
                  <a:pt x="2955" y="2040"/>
                </a:cubicBezTo>
                <a:cubicBezTo>
                  <a:pt x="3348" y="1148"/>
                  <a:pt x="2598" y="380"/>
                  <a:pt x="2598" y="380"/>
                </a:cubicBezTo>
                <a:cubicBezTo>
                  <a:pt x="2450" y="226"/>
                  <a:pt x="2182" y="1"/>
                  <a:pt x="180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3" name="Google Shape;3003;p25"/>
          <p:cNvSpPr/>
          <p:nvPr/>
        </p:nvSpPr>
        <p:spPr>
          <a:xfrm>
            <a:off x="7042791" y="678684"/>
            <a:ext cx="213387" cy="246731"/>
          </a:xfrm>
          <a:custGeom>
            <a:avLst/>
            <a:gdLst/>
            <a:ahLst/>
            <a:cxnLst/>
            <a:rect l="l" t="t" r="r" b="b"/>
            <a:pathLst>
              <a:path w="3091" h="3574" extrusionOk="0">
                <a:moveTo>
                  <a:pt x="1083" y="1222"/>
                </a:moveTo>
                <a:cubicBezTo>
                  <a:pt x="1082" y="1222"/>
                  <a:pt x="1082" y="1222"/>
                  <a:pt x="1083" y="1222"/>
                </a:cubicBezTo>
                <a:lnTo>
                  <a:pt x="1083" y="1222"/>
                </a:lnTo>
                <a:close/>
                <a:moveTo>
                  <a:pt x="3009" y="1"/>
                </a:moveTo>
                <a:cubicBezTo>
                  <a:pt x="3001" y="1"/>
                  <a:pt x="2993" y="3"/>
                  <a:pt x="2984" y="8"/>
                </a:cubicBezTo>
                <a:cubicBezTo>
                  <a:pt x="2841" y="106"/>
                  <a:pt x="2716" y="222"/>
                  <a:pt x="2600" y="347"/>
                </a:cubicBezTo>
                <a:cubicBezTo>
                  <a:pt x="2449" y="499"/>
                  <a:pt x="2306" y="678"/>
                  <a:pt x="2163" y="847"/>
                </a:cubicBezTo>
                <a:cubicBezTo>
                  <a:pt x="2092" y="936"/>
                  <a:pt x="2020" y="1026"/>
                  <a:pt x="1958" y="1124"/>
                </a:cubicBezTo>
                <a:lnTo>
                  <a:pt x="1199" y="1204"/>
                </a:lnTo>
                <a:lnTo>
                  <a:pt x="1083" y="1222"/>
                </a:lnTo>
                <a:lnTo>
                  <a:pt x="1083" y="1222"/>
                </a:lnTo>
                <a:cubicBezTo>
                  <a:pt x="1108" y="1222"/>
                  <a:pt x="1631" y="1221"/>
                  <a:pt x="1877" y="1195"/>
                </a:cubicBezTo>
                <a:lnTo>
                  <a:pt x="1913" y="1195"/>
                </a:lnTo>
                <a:cubicBezTo>
                  <a:pt x="1779" y="1383"/>
                  <a:pt x="1636" y="1570"/>
                  <a:pt x="1494" y="1757"/>
                </a:cubicBezTo>
                <a:cubicBezTo>
                  <a:pt x="1387" y="1900"/>
                  <a:pt x="1271" y="2043"/>
                  <a:pt x="1163" y="2186"/>
                </a:cubicBezTo>
                <a:lnTo>
                  <a:pt x="574" y="2346"/>
                </a:lnTo>
                <a:lnTo>
                  <a:pt x="485" y="2373"/>
                </a:lnTo>
                <a:cubicBezTo>
                  <a:pt x="690" y="2346"/>
                  <a:pt x="896" y="2311"/>
                  <a:pt x="1101" y="2257"/>
                </a:cubicBezTo>
                <a:lnTo>
                  <a:pt x="1101" y="2257"/>
                </a:lnTo>
                <a:cubicBezTo>
                  <a:pt x="842" y="2579"/>
                  <a:pt x="583" y="2891"/>
                  <a:pt x="316" y="3203"/>
                </a:cubicBezTo>
                <a:cubicBezTo>
                  <a:pt x="217" y="3319"/>
                  <a:pt x="110" y="3444"/>
                  <a:pt x="3" y="3569"/>
                </a:cubicBezTo>
                <a:cubicBezTo>
                  <a:pt x="1" y="3572"/>
                  <a:pt x="0" y="3574"/>
                  <a:pt x="1" y="3574"/>
                </a:cubicBezTo>
                <a:cubicBezTo>
                  <a:pt x="15" y="3574"/>
                  <a:pt x="548" y="3032"/>
                  <a:pt x="887" y="2659"/>
                </a:cubicBezTo>
                <a:cubicBezTo>
                  <a:pt x="905" y="2775"/>
                  <a:pt x="914" y="2891"/>
                  <a:pt x="931" y="3007"/>
                </a:cubicBezTo>
                <a:lnTo>
                  <a:pt x="940" y="3069"/>
                </a:lnTo>
                <a:cubicBezTo>
                  <a:pt x="949" y="2918"/>
                  <a:pt x="949" y="2766"/>
                  <a:pt x="940" y="2614"/>
                </a:cubicBezTo>
                <a:lnTo>
                  <a:pt x="940" y="2605"/>
                </a:lnTo>
                <a:cubicBezTo>
                  <a:pt x="1146" y="2373"/>
                  <a:pt x="1306" y="2177"/>
                  <a:pt x="1494" y="1936"/>
                </a:cubicBezTo>
                <a:cubicBezTo>
                  <a:pt x="1574" y="1829"/>
                  <a:pt x="1654" y="1731"/>
                  <a:pt x="1726" y="1624"/>
                </a:cubicBezTo>
                <a:lnTo>
                  <a:pt x="1860" y="2382"/>
                </a:lnTo>
                <a:lnTo>
                  <a:pt x="1877" y="2498"/>
                </a:lnTo>
                <a:cubicBezTo>
                  <a:pt x="1878" y="2499"/>
                  <a:pt x="1878" y="2500"/>
                  <a:pt x="1878" y="2500"/>
                </a:cubicBezTo>
                <a:cubicBezTo>
                  <a:pt x="1883" y="2500"/>
                  <a:pt x="1832" y="1919"/>
                  <a:pt x="1788" y="1650"/>
                </a:cubicBezTo>
                <a:lnTo>
                  <a:pt x="1770" y="1561"/>
                </a:lnTo>
                <a:cubicBezTo>
                  <a:pt x="1886" y="1409"/>
                  <a:pt x="1993" y="1258"/>
                  <a:pt x="2110" y="1106"/>
                </a:cubicBezTo>
                <a:cubicBezTo>
                  <a:pt x="2127" y="1079"/>
                  <a:pt x="2154" y="1043"/>
                  <a:pt x="2181" y="1017"/>
                </a:cubicBezTo>
                <a:lnTo>
                  <a:pt x="2395" y="1722"/>
                </a:lnTo>
                <a:lnTo>
                  <a:pt x="2431" y="1838"/>
                </a:lnTo>
                <a:cubicBezTo>
                  <a:pt x="2431" y="1839"/>
                  <a:pt x="2431" y="1839"/>
                  <a:pt x="2431" y="1839"/>
                </a:cubicBezTo>
                <a:cubicBezTo>
                  <a:pt x="2433" y="1839"/>
                  <a:pt x="2321" y="1294"/>
                  <a:pt x="2243" y="1043"/>
                </a:cubicBezTo>
                <a:cubicBezTo>
                  <a:pt x="2234" y="1017"/>
                  <a:pt x="2226" y="990"/>
                  <a:pt x="2217" y="963"/>
                </a:cubicBezTo>
                <a:cubicBezTo>
                  <a:pt x="2342" y="811"/>
                  <a:pt x="2467" y="660"/>
                  <a:pt x="2600" y="517"/>
                </a:cubicBezTo>
                <a:cubicBezTo>
                  <a:pt x="2725" y="365"/>
                  <a:pt x="2868" y="231"/>
                  <a:pt x="3029" y="124"/>
                </a:cubicBezTo>
                <a:cubicBezTo>
                  <a:pt x="3090" y="86"/>
                  <a:pt x="3059" y="1"/>
                  <a:pt x="300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4" name="Google Shape;3004;p25"/>
          <p:cNvSpPr/>
          <p:nvPr/>
        </p:nvSpPr>
        <p:spPr>
          <a:xfrm>
            <a:off x="7041755" y="721141"/>
            <a:ext cx="202756" cy="221878"/>
          </a:xfrm>
          <a:custGeom>
            <a:avLst/>
            <a:gdLst/>
            <a:ahLst/>
            <a:cxnLst/>
            <a:rect l="l" t="t" r="r" b="b"/>
            <a:pathLst>
              <a:path w="2937" h="3214" extrusionOk="0">
                <a:moveTo>
                  <a:pt x="0" y="2392"/>
                </a:moveTo>
                <a:cubicBezTo>
                  <a:pt x="0" y="2669"/>
                  <a:pt x="63" y="2954"/>
                  <a:pt x="179" y="3213"/>
                </a:cubicBezTo>
                <a:cubicBezTo>
                  <a:pt x="1071" y="3070"/>
                  <a:pt x="2446" y="2445"/>
                  <a:pt x="2785" y="1669"/>
                </a:cubicBezTo>
                <a:cubicBezTo>
                  <a:pt x="2928" y="1330"/>
                  <a:pt x="2937" y="955"/>
                  <a:pt x="2803" y="625"/>
                </a:cubicBezTo>
                <a:cubicBezTo>
                  <a:pt x="1500" y="0"/>
                  <a:pt x="0" y="946"/>
                  <a:pt x="0" y="2392"/>
                </a:cubicBezTo>
                <a:close/>
              </a:path>
            </a:pathLst>
          </a:custGeom>
          <a:gradFill>
            <a:gsLst>
              <a:gs pos="0">
                <a:srgbClr val="FFFFFF">
                  <a:alpha val="0"/>
                </a:srgbClr>
              </a:gs>
              <a:gs pos="100000">
                <a:srgbClr val="FFFFFF">
                  <a:alpha val="2196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5" name="Google Shape;3005;p25"/>
          <p:cNvSpPr/>
          <p:nvPr/>
        </p:nvSpPr>
        <p:spPr>
          <a:xfrm>
            <a:off x="7028224" y="695667"/>
            <a:ext cx="214423" cy="251011"/>
          </a:xfrm>
          <a:custGeom>
            <a:avLst/>
            <a:gdLst/>
            <a:ahLst/>
            <a:cxnLst/>
            <a:rect l="l" t="t" r="r" b="b"/>
            <a:pathLst>
              <a:path w="3106" h="3636" extrusionOk="0">
                <a:moveTo>
                  <a:pt x="2624" y="378"/>
                </a:moveTo>
                <a:cubicBezTo>
                  <a:pt x="2743" y="511"/>
                  <a:pt x="2839" y="654"/>
                  <a:pt x="2919" y="809"/>
                </a:cubicBezTo>
                <a:lnTo>
                  <a:pt x="2919" y="809"/>
                </a:lnTo>
                <a:cubicBezTo>
                  <a:pt x="2843" y="651"/>
                  <a:pt x="2745" y="506"/>
                  <a:pt x="2624" y="378"/>
                </a:cubicBezTo>
                <a:close/>
                <a:moveTo>
                  <a:pt x="1830" y="0"/>
                </a:moveTo>
                <a:cubicBezTo>
                  <a:pt x="1691" y="0"/>
                  <a:pt x="1552" y="30"/>
                  <a:pt x="1428" y="92"/>
                </a:cubicBezTo>
                <a:cubicBezTo>
                  <a:pt x="1223" y="182"/>
                  <a:pt x="1026" y="307"/>
                  <a:pt x="866" y="458"/>
                </a:cubicBezTo>
                <a:cubicBezTo>
                  <a:pt x="714" y="619"/>
                  <a:pt x="589" y="806"/>
                  <a:pt x="500" y="1012"/>
                </a:cubicBezTo>
                <a:cubicBezTo>
                  <a:pt x="321" y="1413"/>
                  <a:pt x="196" y="1851"/>
                  <a:pt x="134" y="2288"/>
                </a:cubicBezTo>
                <a:cubicBezTo>
                  <a:pt x="62" y="2725"/>
                  <a:pt x="18" y="3163"/>
                  <a:pt x="0" y="3609"/>
                </a:cubicBezTo>
                <a:lnTo>
                  <a:pt x="0" y="3636"/>
                </a:lnTo>
                <a:lnTo>
                  <a:pt x="27" y="3636"/>
                </a:lnTo>
                <a:cubicBezTo>
                  <a:pt x="250" y="3636"/>
                  <a:pt x="473" y="3600"/>
                  <a:pt x="687" y="3546"/>
                </a:cubicBezTo>
                <a:cubicBezTo>
                  <a:pt x="901" y="3493"/>
                  <a:pt x="1107" y="3421"/>
                  <a:pt x="1312" y="3341"/>
                </a:cubicBezTo>
                <a:cubicBezTo>
                  <a:pt x="1723" y="3180"/>
                  <a:pt x="2106" y="2957"/>
                  <a:pt x="2454" y="2690"/>
                </a:cubicBezTo>
                <a:cubicBezTo>
                  <a:pt x="2624" y="2547"/>
                  <a:pt x="2776" y="2386"/>
                  <a:pt x="2901" y="2208"/>
                </a:cubicBezTo>
                <a:cubicBezTo>
                  <a:pt x="3017" y="2020"/>
                  <a:pt x="3088" y="1797"/>
                  <a:pt x="3097" y="1583"/>
                </a:cubicBezTo>
                <a:cubicBezTo>
                  <a:pt x="3106" y="1360"/>
                  <a:pt x="3061" y="1137"/>
                  <a:pt x="2981" y="940"/>
                </a:cubicBezTo>
                <a:cubicBezTo>
                  <a:pt x="2961" y="895"/>
                  <a:pt x="2941" y="852"/>
                  <a:pt x="2919" y="809"/>
                </a:cubicBezTo>
                <a:lnTo>
                  <a:pt x="2919" y="809"/>
                </a:lnTo>
                <a:cubicBezTo>
                  <a:pt x="2938" y="849"/>
                  <a:pt x="2956" y="890"/>
                  <a:pt x="2972" y="931"/>
                </a:cubicBezTo>
                <a:cubicBezTo>
                  <a:pt x="3061" y="1137"/>
                  <a:pt x="3097" y="1351"/>
                  <a:pt x="3088" y="1574"/>
                </a:cubicBezTo>
                <a:cubicBezTo>
                  <a:pt x="3070" y="1788"/>
                  <a:pt x="3008" y="2002"/>
                  <a:pt x="2892" y="2190"/>
                </a:cubicBezTo>
                <a:cubicBezTo>
                  <a:pt x="2767" y="2368"/>
                  <a:pt x="2615" y="2529"/>
                  <a:pt x="2445" y="2663"/>
                </a:cubicBezTo>
                <a:cubicBezTo>
                  <a:pt x="2097" y="2931"/>
                  <a:pt x="1714" y="3145"/>
                  <a:pt x="1303" y="3296"/>
                </a:cubicBezTo>
                <a:cubicBezTo>
                  <a:pt x="1098" y="3377"/>
                  <a:pt x="893" y="3448"/>
                  <a:pt x="678" y="3493"/>
                </a:cubicBezTo>
                <a:cubicBezTo>
                  <a:pt x="473" y="3544"/>
                  <a:pt x="268" y="3579"/>
                  <a:pt x="63" y="3582"/>
                </a:cubicBezTo>
                <a:lnTo>
                  <a:pt x="63" y="3582"/>
                </a:lnTo>
                <a:cubicBezTo>
                  <a:pt x="64" y="3145"/>
                  <a:pt x="108" y="2716"/>
                  <a:pt x="170" y="2288"/>
                </a:cubicBezTo>
                <a:cubicBezTo>
                  <a:pt x="232" y="1851"/>
                  <a:pt x="348" y="1422"/>
                  <a:pt x="518" y="1021"/>
                </a:cubicBezTo>
                <a:cubicBezTo>
                  <a:pt x="607" y="815"/>
                  <a:pt x="723" y="628"/>
                  <a:pt x="884" y="467"/>
                </a:cubicBezTo>
                <a:cubicBezTo>
                  <a:pt x="1035" y="315"/>
                  <a:pt x="1223" y="191"/>
                  <a:pt x="1419" y="101"/>
                </a:cubicBezTo>
                <a:cubicBezTo>
                  <a:pt x="1549" y="39"/>
                  <a:pt x="1686" y="9"/>
                  <a:pt x="1826" y="9"/>
                </a:cubicBezTo>
                <a:cubicBezTo>
                  <a:pt x="1907" y="9"/>
                  <a:pt x="1989" y="19"/>
                  <a:pt x="2071" y="39"/>
                </a:cubicBezTo>
                <a:cubicBezTo>
                  <a:pt x="2276" y="92"/>
                  <a:pt x="2472" y="217"/>
                  <a:pt x="2624" y="378"/>
                </a:cubicBezTo>
                <a:cubicBezTo>
                  <a:pt x="2472" y="217"/>
                  <a:pt x="2285" y="92"/>
                  <a:pt x="2071" y="30"/>
                </a:cubicBezTo>
                <a:cubicBezTo>
                  <a:pt x="1992" y="10"/>
                  <a:pt x="1911" y="0"/>
                  <a:pt x="183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6" name="Google Shape;3006;p25"/>
          <p:cNvSpPr/>
          <p:nvPr/>
        </p:nvSpPr>
        <p:spPr>
          <a:xfrm>
            <a:off x="7322100" y="616414"/>
            <a:ext cx="298231" cy="209245"/>
          </a:xfrm>
          <a:custGeom>
            <a:avLst/>
            <a:gdLst/>
            <a:ahLst/>
            <a:cxnLst/>
            <a:rect l="l" t="t" r="r" b="b"/>
            <a:pathLst>
              <a:path w="4320" h="3031" extrusionOk="0">
                <a:moveTo>
                  <a:pt x="2747" y="1"/>
                </a:moveTo>
                <a:cubicBezTo>
                  <a:pt x="1585" y="1"/>
                  <a:pt x="0" y="1151"/>
                  <a:pt x="0" y="1151"/>
                </a:cubicBezTo>
                <a:cubicBezTo>
                  <a:pt x="462" y="1898"/>
                  <a:pt x="1932" y="3031"/>
                  <a:pt x="2915" y="3031"/>
                </a:cubicBezTo>
                <a:cubicBezTo>
                  <a:pt x="2978" y="3031"/>
                  <a:pt x="3039" y="3026"/>
                  <a:pt x="3097" y="3016"/>
                </a:cubicBezTo>
                <a:cubicBezTo>
                  <a:pt x="4061" y="2847"/>
                  <a:pt x="4240" y="1669"/>
                  <a:pt x="4240" y="1669"/>
                </a:cubicBezTo>
                <a:cubicBezTo>
                  <a:pt x="4293" y="1267"/>
                  <a:pt x="4320" y="428"/>
                  <a:pt x="3169" y="62"/>
                </a:cubicBezTo>
                <a:cubicBezTo>
                  <a:pt x="3038" y="20"/>
                  <a:pt x="2896" y="1"/>
                  <a:pt x="274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7" name="Google Shape;3007;p25"/>
          <p:cNvSpPr/>
          <p:nvPr/>
        </p:nvSpPr>
        <p:spPr>
          <a:xfrm>
            <a:off x="7325138" y="642233"/>
            <a:ext cx="264404" cy="193574"/>
          </a:xfrm>
          <a:custGeom>
            <a:avLst/>
            <a:gdLst/>
            <a:ahLst/>
            <a:cxnLst/>
            <a:rect l="l" t="t" r="r" b="b"/>
            <a:pathLst>
              <a:path w="3830" h="2804" extrusionOk="0">
                <a:moveTo>
                  <a:pt x="1607" y="10"/>
                </a:moveTo>
                <a:cubicBezTo>
                  <a:pt x="1465" y="10"/>
                  <a:pt x="1322" y="18"/>
                  <a:pt x="1188" y="54"/>
                </a:cubicBezTo>
                <a:cubicBezTo>
                  <a:pt x="840" y="215"/>
                  <a:pt x="510" y="402"/>
                  <a:pt x="197" y="608"/>
                </a:cubicBezTo>
                <a:cubicBezTo>
                  <a:pt x="126" y="679"/>
                  <a:pt x="54" y="759"/>
                  <a:pt x="1" y="849"/>
                </a:cubicBezTo>
                <a:cubicBezTo>
                  <a:pt x="545" y="1643"/>
                  <a:pt x="2107" y="2803"/>
                  <a:pt x="3044" y="2642"/>
                </a:cubicBezTo>
                <a:cubicBezTo>
                  <a:pt x="3205" y="2616"/>
                  <a:pt x="3366" y="2553"/>
                  <a:pt x="3499" y="2464"/>
                </a:cubicBezTo>
                <a:cubicBezTo>
                  <a:pt x="3830" y="1214"/>
                  <a:pt x="2893" y="1"/>
                  <a:pt x="1607" y="10"/>
                </a:cubicBezTo>
                <a:close/>
              </a:path>
            </a:pathLst>
          </a:custGeom>
          <a:gradFill>
            <a:gsLst>
              <a:gs pos="0">
                <a:srgbClr val="FFFFFF">
                  <a:alpha val="0"/>
                </a:srgbClr>
              </a:gs>
              <a:gs pos="100000">
                <a:srgbClr val="FFFFFF">
                  <a:alpha val="2196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8" name="Google Shape;3008;p25"/>
          <p:cNvSpPr/>
          <p:nvPr/>
        </p:nvSpPr>
        <p:spPr>
          <a:xfrm>
            <a:off x="7319615" y="615585"/>
            <a:ext cx="297679" cy="210419"/>
          </a:xfrm>
          <a:custGeom>
            <a:avLst/>
            <a:gdLst/>
            <a:ahLst/>
            <a:cxnLst/>
            <a:rect l="l" t="t" r="r" b="b"/>
            <a:pathLst>
              <a:path w="4312" h="3048" extrusionOk="0">
                <a:moveTo>
                  <a:pt x="2754" y="1"/>
                </a:moveTo>
                <a:cubicBezTo>
                  <a:pt x="2690" y="1"/>
                  <a:pt x="2626" y="4"/>
                  <a:pt x="2562" y="12"/>
                </a:cubicBezTo>
                <a:cubicBezTo>
                  <a:pt x="2098" y="83"/>
                  <a:pt x="1652" y="226"/>
                  <a:pt x="1232" y="440"/>
                </a:cubicBezTo>
                <a:cubicBezTo>
                  <a:pt x="813" y="637"/>
                  <a:pt x="411" y="869"/>
                  <a:pt x="27" y="1136"/>
                </a:cubicBezTo>
                <a:lnTo>
                  <a:pt x="1" y="1154"/>
                </a:lnTo>
                <a:lnTo>
                  <a:pt x="18" y="1172"/>
                </a:lnTo>
                <a:cubicBezTo>
                  <a:pt x="152" y="1368"/>
                  <a:pt x="295" y="1556"/>
                  <a:pt x="474" y="1716"/>
                </a:cubicBezTo>
                <a:cubicBezTo>
                  <a:pt x="634" y="1886"/>
                  <a:pt x="813" y="2038"/>
                  <a:pt x="1000" y="2181"/>
                </a:cubicBezTo>
                <a:cubicBezTo>
                  <a:pt x="1366" y="2475"/>
                  <a:pt x="1777" y="2716"/>
                  <a:pt x="2214" y="2895"/>
                </a:cubicBezTo>
                <a:cubicBezTo>
                  <a:pt x="2437" y="2984"/>
                  <a:pt x="2669" y="3037"/>
                  <a:pt x="2901" y="3046"/>
                </a:cubicBezTo>
                <a:cubicBezTo>
                  <a:pt x="2915" y="3047"/>
                  <a:pt x="2928" y="3047"/>
                  <a:pt x="2942" y="3047"/>
                </a:cubicBezTo>
                <a:cubicBezTo>
                  <a:pt x="3168" y="3047"/>
                  <a:pt x="3385" y="2977"/>
                  <a:pt x="3571" y="2859"/>
                </a:cubicBezTo>
                <a:cubicBezTo>
                  <a:pt x="3764" y="2727"/>
                  <a:pt x="3923" y="2552"/>
                  <a:pt x="4030" y="2350"/>
                </a:cubicBezTo>
                <a:lnTo>
                  <a:pt x="4030" y="2350"/>
                </a:lnTo>
                <a:cubicBezTo>
                  <a:pt x="3923" y="2552"/>
                  <a:pt x="3764" y="2727"/>
                  <a:pt x="3571" y="2850"/>
                </a:cubicBezTo>
                <a:cubicBezTo>
                  <a:pt x="3378" y="2967"/>
                  <a:pt x="3162" y="3029"/>
                  <a:pt x="2945" y="3029"/>
                </a:cubicBezTo>
                <a:cubicBezTo>
                  <a:pt x="2930" y="3029"/>
                  <a:pt x="2916" y="3029"/>
                  <a:pt x="2901" y="3028"/>
                </a:cubicBezTo>
                <a:cubicBezTo>
                  <a:pt x="2660" y="3020"/>
                  <a:pt x="2437" y="2966"/>
                  <a:pt x="2223" y="2877"/>
                </a:cubicBezTo>
                <a:cubicBezTo>
                  <a:pt x="1786" y="2689"/>
                  <a:pt x="1384" y="2448"/>
                  <a:pt x="1018" y="2154"/>
                </a:cubicBezTo>
                <a:cubicBezTo>
                  <a:pt x="839" y="2011"/>
                  <a:pt x="661" y="1850"/>
                  <a:pt x="500" y="1681"/>
                </a:cubicBezTo>
                <a:cubicBezTo>
                  <a:pt x="337" y="1526"/>
                  <a:pt x="198" y="1354"/>
                  <a:pt x="76" y="1165"/>
                </a:cubicBezTo>
                <a:lnTo>
                  <a:pt x="76" y="1165"/>
                </a:lnTo>
                <a:cubicBezTo>
                  <a:pt x="445" y="904"/>
                  <a:pt x="839" y="668"/>
                  <a:pt x="1241" y="467"/>
                </a:cubicBezTo>
                <a:cubicBezTo>
                  <a:pt x="1652" y="253"/>
                  <a:pt x="2098" y="110"/>
                  <a:pt x="2562" y="39"/>
                </a:cubicBezTo>
                <a:cubicBezTo>
                  <a:pt x="2629" y="31"/>
                  <a:pt x="2696" y="27"/>
                  <a:pt x="2762" y="27"/>
                </a:cubicBezTo>
                <a:cubicBezTo>
                  <a:pt x="3157" y="27"/>
                  <a:pt x="3542" y="163"/>
                  <a:pt x="3847" y="422"/>
                </a:cubicBezTo>
                <a:cubicBezTo>
                  <a:pt x="4026" y="574"/>
                  <a:pt x="4160" y="770"/>
                  <a:pt x="4231" y="994"/>
                </a:cubicBezTo>
                <a:cubicBezTo>
                  <a:pt x="4293" y="1217"/>
                  <a:pt x="4311" y="1449"/>
                  <a:pt x="4276" y="1681"/>
                </a:cubicBezTo>
                <a:cubicBezTo>
                  <a:pt x="4311" y="1449"/>
                  <a:pt x="4302" y="1208"/>
                  <a:pt x="4240" y="985"/>
                </a:cubicBezTo>
                <a:cubicBezTo>
                  <a:pt x="4168" y="761"/>
                  <a:pt x="4044" y="565"/>
                  <a:pt x="3865" y="413"/>
                </a:cubicBezTo>
                <a:cubicBezTo>
                  <a:pt x="3549" y="144"/>
                  <a:pt x="3154" y="1"/>
                  <a:pt x="275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9" name="Google Shape;3009;p25"/>
          <p:cNvSpPr/>
          <p:nvPr/>
        </p:nvSpPr>
        <p:spPr>
          <a:xfrm>
            <a:off x="7342465" y="668674"/>
            <a:ext cx="334267" cy="114874"/>
          </a:xfrm>
          <a:custGeom>
            <a:avLst/>
            <a:gdLst/>
            <a:ahLst/>
            <a:cxnLst/>
            <a:rect l="l" t="t" r="r" b="b"/>
            <a:pathLst>
              <a:path w="4842" h="1664" extrusionOk="0">
                <a:moveTo>
                  <a:pt x="2640" y="0"/>
                </a:moveTo>
                <a:cubicBezTo>
                  <a:pt x="2632" y="0"/>
                  <a:pt x="2967" y="516"/>
                  <a:pt x="3141" y="742"/>
                </a:cubicBezTo>
                <a:lnTo>
                  <a:pt x="3168" y="769"/>
                </a:lnTo>
                <a:cubicBezTo>
                  <a:pt x="2927" y="751"/>
                  <a:pt x="2686" y="742"/>
                  <a:pt x="2454" y="715"/>
                </a:cubicBezTo>
                <a:cubicBezTo>
                  <a:pt x="2267" y="698"/>
                  <a:pt x="2079" y="680"/>
                  <a:pt x="1892" y="662"/>
                </a:cubicBezTo>
                <a:lnTo>
                  <a:pt x="1401" y="198"/>
                </a:lnTo>
                <a:lnTo>
                  <a:pt x="1321" y="117"/>
                </a:lnTo>
                <a:lnTo>
                  <a:pt x="1321" y="117"/>
                </a:lnTo>
                <a:cubicBezTo>
                  <a:pt x="1463" y="305"/>
                  <a:pt x="1624" y="483"/>
                  <a:pt x="1785" y="644"/>
                </a:cubicBezTo>
                <a:cubicBezTo>
                  <a:pt x="1365" y="590"/>
                  <a:pt x="955" y="537"/>
                  <a:pt x="535" y="474"/>
                </a:cubicBezTo>
                <a:lnTo>
                  <a:pt x="44" y="394"/>
                </a:lnTo>
                <a:cubicBezTo>
                  <a:pt x="43" y="394"/>
                  <a:pt x="41" y="394"/>
                  <a:pt x="40" y="394"/>
                </a:cubicBezTo>
                <a:cubicBezTo>
                  <a:pt x="0" y="394"/>
                  <a:pt x="797" y="584"/>
                  <a:pt x="1330" y="689"/>
                </a:cubicBezTo>
                <a:lnTo>
                  <a:pt x="1071" y="947"/>
                </a:lnTo>
                <a:lnTo>
                  <a:pt x="1026" y="992"/>
                </a:lnTo>
                <a:cubicBezTo>
                  <a:pt x="1160" y="912"/>
                  <a:pt x="1285" y="814"/>
                  <a:pt x="1401" y="715"/>
                </a:cubicBezTo>
                <a:lnTo>
                  <a:pt x="1410" y="706"/>
                </a:lnTo>
                <a:cubicBezTo>
                  <a:pt x="1731" y="760"/>
                  <a:pt x="1981" y="796"/>
                  <a:pt x="2302" y="831"/>
                </a:cubicBezTo>
                <a:cubicBezTo>
                  <a:pt x="2436" y="840"/>
                  <a:pt x="2570" y="858"/>
                  <a:pt x="2695" y="867"/>
                </a:cubicBezTo>
                <a:lnTo>
                  <a:pt x="2160" y="1447"/>
                </a:lnTo>
                <a:lnTo>
                  <a:pt x="2070" y="1537"/>
                </a:lnTo>
                <a:cubicBezTo>
                  <a:pt x="2069" y="1538"/>
                  <a:pt x="2069" y="1539"/>
                  <a:pt x="2069" y="1539"/>
                </a:cubicBezTo>
                <a:cubicBezTo>
                  <a:pt x="2081" y="1539"/>
                  <a:pt x="2525" y="1144"/>
                  <a:pt x="2713" y="939"/>
                </a:cubicBezTo>
                <a:lnTo>
                  <a:pt x="2775" y="867"/>
                </a:lnTo>
                <a:cubicBezTo>
                  <a:pt x="2972" y="885"/>
                  <a:pt x="3168" y="894"/>
                  <a:pt x="3356" y="912"/>
                </a:cubicBezTo>
                <a:lnTo>
                  <a:pt x="3472" y="930"/>
                </a:lnTo>
                <a:lnTo>
                  <a:pt x="3025" y="1563"/>
                </a:lnTo>
                <a:lnTo>
                  <a:pt x="2954" y="1661"/>
                </a:lnTo>
                <a:cubicBezTo>
                  <a:pt x="2953" y="1663"/>
                  <a:pt x="2953" y="1663"/>
                  <a:pt x="2953" y="1663"/>
                </a:cubicBezTo>
                <a:cubicBezTo>
                  <a:pt x="2956" y="1663"/>
                  <a:pt x="3335" y="1225"/>
                  <a:pt x="3498" y="1001"/>
                </a:cubicBezTo>
                <a:lnTo>
                  <a:pt x="3543" y="930"/>
                </a:lnTo>
                <a:cubicBezTo>
                  <a:pt x="3748" y="956"/>
                  <a:pt x="3945" y="983"/>
                  <a:pt x="4150" y="1028"/>
                </a:cubicBezTo>
                <a:cubicBezTo>
                  <a:pt x="4346" y="1055"/>
                  <a:pt x="4543" y="1117"/>
                  <a:pt x="4739" y="1197"/>
                </a:cubicBezTo>
                <a:cubicBezTo>
                  <a:pt x="4744" y="1199"/>
                  <a:pt x="4750" y="1200"/>
                  <a:pt x="4755" y="1200"/>
                </a:cubicBezTo>
                <a:cubicBezTo>
                  <a:pt x="4809" y="1200"/>
                  <a:pt x="4841" y="1122"/>
                  <a:pt x="4792" y="1081"/>
                </a:cubicBezTo>
                <a:cubicBezTo>
                  <a:pt x="4632" y="1010"/>
                  <a:pt x="4462" y="956"/>
                  <a:pt x="4284" y="921"/>
                </a:cubicBezTo>
                <a:cubicBezTo>
                  <a:pt x="4061" y="876"/>
                  <a:pt x="3837" y="840"/>
                  <a:pt x="3605" y="814"/>
                </a:cubicBezTo>
                <a:cubicBezTo>
                  <a:pt x="3489" y="796"/>
                  <a:pt x="3364" y="787"/>
                  <a:pt x="3248" y="778"/>
                </a:cubicBezTo>
                <a:lnTo>
                  <a:pt x="2713" y="100"/>
                </a:lnTo>
                <a:lnTo>
                  <a:pt x="2642" y="1"/>
                </a:lnTo>
                <a:cubicBezTo>
                  <a:pt x="2641" y="1"/>
                  <a:pt x="2640" y="0"/>
                  <a:pt x="264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0" name="Google Shape;3010;p25"/>
          <p:cNvSpPr/>
          <p:nvPr/>
        </p:nvSpPr>
        <p:spPr>
          <a:xfrm>
            <a:off x="7394240" y="706713"/>
            <a:ext cx="350698" cy="334751"/>
          </a:xfrm>
          <a:custGeom>
            <a:avLst/>
            <a:gdLst/>
            <a:ahLst/>
            <a:cxnLst/>
            <a:rect l="l" t="t" r="r" b="b"/>
            <a:pathLst>
              <a:path w="5080" h="4849" extrusionOk="0">
                <a:moveTo>
                  <a:pt x="4991" y="0"/>
                </a:moveTo>
                <a:cubicBezTo>
                  <a:pt x="4985" y="0"/>
                  <a:pt x="4978" y="1"/>
                  <a:pt x="4971" y="4"/>
                </a:cubicBezTo>
                <a:cubicBezTo>
                  <a:pt x="4025" y="334"/>
                  <a:pt x="3328" y="1191"/>
                  <a:pt x="2980" y="2119"/>
                </a:cubicBezTo>
                <a:cubicBezTo>
                  <a:pt x="2592" y="2011"/>
                  <a:pt x="2194" y="1958"/>
                  <a:pt x="1797" y="1958"/>
                </a:cubicBezTo>
                <a:cubicBezTo>
                  <a:pt x="1210" y="1958"/>
                  <a:pt x="625" y="2074"/>
                  <a:pt x="71" y="2297"/>
                </a:cubicBezTo>
                <a:cubicBezTo>
                  <a:pt x="0" y="2329"/>
                  <a:pt x="19" y="2429"/>
                  <a:pt x="79" y="2429"/>
                </a:cubicBezTo>
                <a:cubicBezTo>
                  <a:pt x="87" y="2429"/>
                  <a:pt x="97" y="2427"/>
                  <a:pt x="107" y="2422"/>
                </a:cubicBezTo>
                <a:cubicBezTo>
                  <a:pt x="643" y="2204"/>
                  <a:pt x="1213" y="2092"/>
                  <a:pt x="1785" y="2092"/>
                </a:cubicBezTo>
                <a:cubicBezTo>
                  <a:pt x="2147" y="2092"/>
                  <a:pt x="2509" y="2136"/>
                  <a:pt x="2864" y="2226"/>
                </a:cubicBezTo>
                <a:cubicBezTo>
                  <a:pt x="2195" y="2592"/>
                  <a:pt x="1624" y="3172"/>
                  <a:pt x="1186" y="3797"/>
                </a:cubicBezTo>
                <a:cubicBezTo>
                  <a:pt x="1156" y="3846"/>
                  <a:pt x="1201" y="3891"/>
                  <a:pt x="1247" y="3891"/>
                </a:cubicBezTo>
                <a:cubicBezTo>
                  <a:pt x="1268" y="3891"/>
                  <a:pt x="1289" y="3882"/>
                  <a:pt x="1302" y="3859"/>
                </a:cubicBezTo>
                <a:cubicBezTo>
                  <a:pt x="1731" y="3226"/>
                  <a:pt x="2302" y="2699"/>
                  <a:pt x="2971" y="2324"/>
                </a:cubicBezTo>
                <a:lnTo>
                  <a:pt x="2971" y="2324"/>
                </a:lnTo>
                <a:cubicBezTo>
                  <a:pt x="2998" y="3083"/>
                  <a:pt x="2847" y="3842"/>
                  <a:pt x="2534" y="4538"/>
                </a:cubicBezTo>
                <a:cubicBezTo>
                  <a:pt x="2510" y="4592"/>
                  <a:pt x="2555" y="4637"/>
                  <a:pt x="2595" y="4637"/>
                </a:cubicBezTo>
                <a:cubicBezTo>
                  <a:pt x="2614" y="4637"/>
                  <a:pt x="2632" y="4627"/>
                  <a:pt x="2641" y="4600"/>
                </a:cubicBezTo>
                <a:cubicBezTo>
                  <a:pt x="2945" y="3913"/>
                  <a:pt x="3141" y="3119"/>
                  <a:pt x="3096" y="2351"/>
                </a:cubicBezTo>
                <a:lnTo>
                  <a:pt x="3096" y="2351"/>
                </a:lnTo>
                <a:cubicBezTo>
                  <a:pt x="3775" y="3011"/>
                  <a:pt x="4230" y="3868"/>
                  <a:pt x="4382" y="4796"/>
                </a:cubicBezTo>
                <a:cubicBezTo>
                  <a:pt x="4389" y="4833"/>
                  <a:pt x="4413" y="4848"/>
                  <a:pt x="4440" y="4848"/>
                </a:cubicBezTo>
                <a:cubicBezTo>
                  <a:pt x="4479" y="4848"/>
                  <a:pt x="4521" y="4814"/>
                  <a:pt x="4515" y="4761"/>
                </a:cubicBezTo>
                <a:cubicBezTo>
                  <a:pt x="4346" y="3770"/>
                  <a:pt x="3846" y="2860"/>
                  <a:pt x="3105" y="2173"/>
                </a:cubicBezTo>
                <a:cubicBezTo>
                  <a:pt x="3436" y="1280"/>
                  <a:pt x="4105" y="450"/>
                  <a:pt x="5006" y="138"/>
                </a:cubicBezTo>
                <a:cubicBezTo>
                  <a:pt x="5079" y="113"/>
                  <a:pt x="5056" y="0"/>
                  <a:pt x="499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1" name="Google Shape;3011;p25"/>
          <p:cNvSpPr/>
          <p:nvPr/>
        </p:nvSpPr>
        <p:spPr>
          <a:xfrm>
            <a:off x="7661538" y="1001358"/>
            <a:ext cx="106038" cy="104036"/>
          </a:xfrm>
          <a:custGeom>
            <a:avLst/>
            <a:gdLst/>
            <a:ahLst/>
            <a:cxnLst/>
            <a:rect l="l" t="t" r="r" b="b"/>
            <a:pathLst>
              <a:path w="1536" h="1507" extrusionOk="0">
                <a:moveTo>
                  <a:pt x="715" y="0"/>
                </a:moveTo>
                <a:cubicBezTo>
                  <a:pt x="621" y="0"/>
                  <a:pt x="527" y="21"/>
                  <a:pt x="438" y="64"/>
                </a:cubicBezTo>
                <a:cubicBezTo>
                  <a:pt x="117" y="225"/>
                  <a:pt x="1" y="653"/>
                  <a:pt x="179" y="1010"/>
                </a:cubicBezTo>
                <a:cubicBezTo>
                  <a:pt x="320" y="1292"/>
                  <a:pt x="632" y="1506"/>
                  <a:pt x="920" y="1506"/>
                </a:cubicBezTo>
                <a:cubicBezTo>
                  <a:pt x="997" y="1506"/>
                  <a:pt x="1073" y="1491"/>
                  <a:pt x="1143" y="1457"/>
                </a:cubicBezTo>
                <a:cubicBezTo>
                  <a:pt x="1465" y="1287"/>
                  <a:pt x="1536" y="769"/>
                  <a:pt x="1357" y="412"/>
                </a:cubicBezTo>
                <a:cubicBezTo>
                  <a:pt x="1221" y="152"/>
                  <a:pt x="969" y="0"/>
                  <a:pt x="71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2" name="Google Shape;3012;p25"/>
          <p:cNvSpPr/>
          <p:nvPr/>
        </p:nvSpPr>
        <p:spPr>
          <a:xfrm>
            <a:off x="7515532" y="994869"/>
            <a:ext cx="104795" cy="105278"/>
          </a:xfrm>
          <a:custGeom>
            <a:avLst/>
            <a:gdLst/>
            <a:ahLst/>
            <a:cxnLst/>
            <a:rect l="l" t="t" r="r" b="b"/>
            <a:pathLst>
              <a:path w="1518" h="1525" extrusionOk="0">
                <a:moveTo>
                  <a:pt x="805" y="0"/>
                </a:moveTo>
                <a:cubicBezTo>
                  <a:pt x="531" y="0"/>
                  <a:pt x="263" y="183"/>
                  <a:pt x="143" y="471"/>
                </a:cubicBezTo>
                <a:cubicBezTo>
                  <a:pt x="1" y="846"/>
                  <a:pt x="117" y="1354"/>
                  <a:pt x="456" y="1488"/>
                </a:cubicBezTo>
                <a:cubicBezTo>
                  <a:pt x="514" y="1513"/>
                  <a:pt x="576" y="1524"/>
                  <a:pt x="638" y="1524"/>
                </a:cubicBezTo>
                <a:cubicBezTo>
                  <a:pt x="935" y="1524"/>
                  <a:pt x="1250" y="1264"/>
                  <a:pt x="1375" y="962"/>
                </a:cubicBezTo>
                <a:cubicBezTo>
                  <a:pt x="1518" y="587"/>
                  <a:pt x="1366" y="176"/>
                  <a:pt x="1027" y="42"/>
                </a:cubicBezTo>
                <a:cubicBezTo>
                  <a:pt x="955" y="14"/>
                  <a:pt x="880" y="0"/>
                  <a:pt x="80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3" name="Google Shape;3013;p25"/>
          <p:cNvSpPr/>
          <p:nvPr/>
        </p:nvSpPr>
        <p:spPr>
          <a:xfrm>
            <a:off x="7326380" y="822555"/>
            <a:ext cx="111630" cy="91057"/>
          </a:xfrm>
          <a:custGeom>
            <a:avLst/>
            <a:gdLst/>
            <a:ahLst/>
            <a:cxnLst/>
            <a:rect l="l" t="t" r="r" b="b"/>
            <a:pathLst>
              <a:path w="1617" h="1319" extrusionOk="0">
                <a:moveTo>
                  <a:pt x="876" y="0"/>
                </a:moveTo>
                <a:cubicBezTo>
                  <a:pt x="852" y="0"/>
                  <a:pt x="828" y="2"/>
                  <a:pt x="804" y="4"/>
                </a:cubicBezTo>
                <a:cubicBezTo>
                  <a:pt x="402" y="39"/>
                  <a:pt x="1" y="370"/>
                  <a:pt x="36" y="736"/>
                </a:cubicBezTo>
                <a:cubicBezTo>
                  <a:pt x="62" y="1070"/>
                  <a:pt x="472" y="1319"/>
                  <a:pt x="846" y="1319"/>
                </a:cubicBezTo>
                <a:cubicBezTo>
                  <a:pt x="871" y="1319"/>
                  <a:pt x="896" y="1318"/>
                  <a:pt x="920" y="1316"/>
                </a:cubicBezTo>
                <a:cubicBezTo>
                  <a:pt x="1322" y="1280"/>
                  <a:pt x="1616" y="959"/>
                  <a:pt x="1589" y="593"/>
                </a:cubicBezTo>
                <a:cubicBezTo>
                  <a:pt x="1556" y="257"/>
                  <a:pt x="1246" y="0"/>
                  <a:pt x="87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4" name="Google Shape;3014;p25"/>
          <p:cNvSpPr/>
          <p:nvPr/>
        </p:nvSpPr>
        <p:spPr>
          <a:xfrm>
            <a:off x="7414467" y="940814"/>
            <a:ext cx="107280" cy="101205"/>
          </a:xfrm>
          <a:custGeom>
            <a:avLst/>
            <a:gdLst/>
            <a:ahLst/>
            <a:cxnLst/>
            <a:rect l="l" t="t" r="r" b="b"/>
            <a:pathLst>
              <a:path w="1554" h="1466" extrusionOk="0">
                <a:moveTo>
                  <a:pt x="843" y="1"/>
                </a:moveTo>
                <a:cubicBezTo>
                  <a:pt x="625" y="1"/>
                  <a:pt x="404" y="107"/>
                  <a:pt x="260" y="308"/>
                </a:cubicBezTo>
                <a:cubicBezTo>
                  <a:pt x="19" y="629"/>
                  <a:pt x="1" y="1156"/>
                  <a:pt x="287" y="1370"/>
                </a:cubicBezTo>
                <a:cubicBezTo>
                  <a:pt x="377" y="1436"/>
                  <a:pt x="487" y="1465"/>
                  <a:pt x="603" y="1465"/>
                </a:cubicBezTo>
                <a:cubicBezTo>
                  <a:pt x="863" y="1465"/>
                  <a:pt x="1152" y="1316"/>
                  <a:pt x="1313" y="1093"/>
                </a:cubicBezTo>
                <a:cubicBezTo>
                  <a:pt x="1554" y="772"/>
                  <a:pt x="1509" y="334"/>
                  <a:pt x="1215" y="120"/>
                </a:cubicBezTo>
                <a:cubicBezTo>
                  <a:pt x="1104" y="40"/>
                  <a:pt x="974" y="1"/>
                  <a:pt x="84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5" name="Google Shape;3015;p25"/>
          <p:cNvSpPr/>
          <p:nvPr/>
        </p:nvSpPr>
        <p:spPr>
          <a:xfrm>
            <a:off x="7432347" y="962146"/>
            <a:ext cx="40731" cy="43975"/>
          </a:xfrm>
          <a:custGeom>
            <a:avLst/>
            <a:gdLst/>
            <a:ahLst/>
            <a:cxnLst/>
            <a:rect l="l" t="t" r="r" b="b"/>
            <a:pathLst>
              <a:path w="590" h="637" extrusionOk="0">
                <a:moveTo>
                  <a:pt x="350" y="1"/>
                </a:moveTo>
                <a:cubicBezTo>
                  <a:pt x="333" y="1"/>
                  <a:pt x="318" y="3"/>
                  <a:pt x="304" y="8"/>
                </a:cubicBezTo>
                <a:lnTo>
                  <a:pt x="242" y="8"/>
                </a:lnTo>
                <a:cubicBezTo>
                  <a:pt x="233" y="17"/>
                  <a:pt x="215" y="17"/>
                  <a:pt x="206" y="25"/>
                </a:cubicBezTo>
                <a:cubicBezTo>
                  <a:pt x="188" y="34"/>
                  <a:pt x="179" y="34"/>
                  <a:pt x="161" y="43"/>
                </a:cubicBezTo>
                <a:cubicBezTo>
                  <a:pt x="153" y="52"/>
                  <a:pt x="126" y="70"/>
                  <a:pt x="108" y="88"/>
                </a:cubicBezTo>
                <a:lnTo>
                  <a:pt x="108" y="97"/>
                </a:lnTo>
                <a:cubicBezTo>
                  <a:pt x="90" y="115"/>
                  <a:pt x="72" y="133"/>
                  <a:pt x="63" y="150"/>
                </a:cubicBezTo>
                <a:cubicBezTo>
                  <a:pt x="54" y="150"/>
                  <a:pt x="54" y="159"/>
                  <a:pt x="54" y="159"/>
                </a:cubicBezTo>
                <a:cubicBezTo>
                  <a:pt x="36" y="186"/>
                  <a:pt x="28" y="213"/>
                  <a:pt x="19" y="240"/>
                </a:cubicBezTo>
                <a:cubicBezTo>
                  <a:pt x="10" y="266"/>
                  <a:pt x="1" y="302"/>
                  <a:pt x="1" y="329"/>
                </a:cubicBezTo>
                <a:cubicBezTo>
                  <a:pt x="1" y="365"/>
                  <a:pt x="1" y="400"/>
                  <a:pt x="10" y="436"/>
                </a:cubicBezTo>
                <a:lnTo>
                  <a:pt x="10" y="445"/>
                </a:lnTo>
                <a:lnTo>
                  <a:pt x="36" y="507"/>
                </a:lnTo>
                <a:lnTo>
                  <a:pt x="36" y="516"/>
                </a:lnTo>
                <a:lnTo>
                  <a:pt x="72" y="561"/>
                </a:lnTo>
                <a:lnTo>
                  <a:pt x="117" y="597"/>
                </a:lnTo>
                <a:cubicBezTo>
                  <a:pt x="144" y="615"/>
                  <a:pt x="161" y="623"/>
                  <a:pt x="188" y="623"/>
                </a:cubicBezTo>
                <a:cubicBezTo>
                  <a:pt x="206" y="632"/>
                  <a:pt x="226" y="637"/>
                  <a:pt x="247" y="637"/>
                </a:cubicBezTo>
                <a:cubicBezTo>
                  <a:pt x="269" y="637"/>
                  <a:pt x="291" y="632"/>
                  <a:pt x="313" y="623"/>
                </a:cubicBezTo>
                <a:cubicBezTo>
                  <a:pt x="322" y="623"/>
                  <a:pt x="340" y="615"/>
                  <a:pt x="349" y="615"/>
                </a:cubicBezTo>
                <a:cubicBezTo>
                  <a:pt x="367" y="606"/>
                  <a:pt x="376" y="606"/>
                  <a:pt x="385" y="597"/>
                </a:cubicBezTo>
                <a:lnTo>
                  <a:pt x="411" y="579"/>
                </a:lnTo>
                <a:cubicBezTo>
                  <a:pt x="420" y="579"/>
                  <a:pt x="420" y="570"/>
                  <a:pt x="429" y="570"/>
                </a:cubicBezTo>
                <a:lnTo>
                  <a:pt x="456" y="552"/>
                </a:lnTo>
                <a:lnTo>
                  <a:pt x="483" y="525"/>
                </a:lnTo>
                <a:lnTo>
                  <a:pt x="501" y="507"/>
                </a:lnTo>
                <a:cubicBezTo>
                  <a:pt x="536" y="472"/>
                  <a:pt x="572" y="418"/>
                  <a:pt x="581" y="365"/>
                </a:cubicBezTo>
                <a:cubicBezTo>
                  <a:pt x="581" y="347"/>
                  <a:pt x="590" y="311"/>
                  <a:pt x="590" y="293"/>
                </a:cubicBezTo>
                <a:cubicBezTo>
                  <a:pt x="590" y="266"/>
                  <a:pt x="590" y="249"/>
                  <a:pt x="581" y="222"/>
                </a:cubicBezTo>
                <a:cubicBezTo>
                  <a:pt x="581" y="195"/>
                  <a:pt x="572" y="177"/>
                  <a:pt x="563" y="150"/>
                </a:cubicBezTo>
                <a:cubicBezTo>
                  <a:pt x="554" y="142"/>
                  <a:pt x="554" y="133"/>
                  <a:pt x="545" y="124"/>
                </a:cubicBezTo>
                <a:cubicBezTo>
                  <a:pt x="527" y="79"/>
                  <a:pt x="492" y="52"/>
                  <a:pt x="456" y="34"/>
                </a:cubicBezTo>
                <a:cubicBezTo>
                  <a:pt x="447" y="34"/>
                  <a:pt x="411" y="17"/>
                  <a:pt x="402" y="8"/>
                </a:cubicBezTo>
                <a:cubicBezTo>
                  <a:pt x="385" y="3"/>
                  <a:pt x="367" y="1"/>
                  <a:pt x="35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6" name="Google Shape;3016;p25"/>
          <p:cNvSpPr/>
          <p:nvPr/>
        </p:nvSpPr>
        <p:spPr>
          <a:xfrm>
            <a:off x="7351025" y="836362"/>
            <a:ext cx="48739" cy="43768"/>
          </a:xfrm>
          <a:custGeom>
            <a:avLst/>
            <a:gdLst/>
            <a:ahLst/>
            <a:cxnLst/>
            <a:rect l="l" t="t" r="r" b="b"/>
            <a:pathLst>
              <a:path w="706" h="634" extrusionOk="0">
                <a:moveTo>
                  <a:pt x="384" y="0"/>
                </a:moveTo>
                <a:lnTo>
                  <a:pt x="304" y="9"/>
                </a:lnTo>
                <a:lnTo>
                  <a:pt x="295" y="9"/>
                </a:lnTo>
                <a:lnTo>
                  <a:pt x="251" y="36"/>
                </a:lnTo>
                <a:cubicBezTo>
                  <a:pt x="224" y="36"/>
                  <a:pt x="206" y="54"/>
                  <a:pt x="188" y="62"/>
                </a:cubicBezTo>
                <a:cubicBezTo>
                  <a:pt x="179" y="62"/>
                  <a:pt x="170" y="71"/>
                  <a:pt x="170" y="80"/>
                </a:cubicBezTo>
                <a:cubicBezTo>
                  <a:pt x="117" y="107"/>
                  <a:pt x="72" y="152"/>
                  <a:pt x="45" y="196"/>
                </a:cubicBezTo>
                <a:cubicBezTo>
                  <a:pt x="19" y="241"/>
                  <a:pt x="1" y="295"/>
                  <a:pt x="1" y="348"/>
                </a:cubicBezTo>
                <a:cubicBezTo>
                  <a:pt x="1" y="384"/>
                  <a:pt x="10" y="419"/>
                  <a:pt x="27" y="455"/>
                </a:cubicBezTo>
                <a:cubicBezTo>
                  <a:pt x="36" y="491"/>
                  <a:pt x="63" y="527"/>
                  <a:pt x="90" y="553"/>
                </a:cubicBezTo>
                <a:cubicBezTo>
                  <a:pt x="126" y="589"/>
                  <a:pt x="170" y="616"/>
                  <a:pt x="215" y="625"/>
                </a:cubicBezTo>
                <a:cubicBezTo>
                  <a:pt x="242" y="634"/>
                  <a:pt x="277" y="634"/>
                  <a:pt x="313" y="634"/>
                </a:cubicBezTo>
                <a:lnTo>
                  <a:pt x="331" y="634"/>
                </a:lnTo>
                <a:cubicBezTo>
                  <a:pt x="358" y="634"/>
                  <a:pt x="393" y="634"/>
                  <a:pt x="420" y="625"/>
                </a:cubicBezTo>
                <a:lnTo>
                  <a:pt x="465" y="625"/>
                </a:lnTo>
                <a:lnTo>
                  <a:pt x="527" y="598"/>
                </a:lnTo>
                <a:cubicBezTo>
                  <a:pt x="536" y="589"/>
                  <a:pt x="545" y="589"/>
                  <a:pt x="554" y="580"/>
                </a:cubicBezTo>
                <a:lnTo>
                  <a:pt x="572" y="580"/>
                </a:lnTo>
                <a:cubicBezTo>
                  <a:pt x="608" y="553"/>
                  <a:pt x="643" y="527"/>
                  <a:pt x="670" y="482"/>
                </a:cubicBezTo>
                <a:cubicBezTo>
                  <a:pt x="670" y="482"/>
                  <a:pt x="670" y="473"/>
                  <a:pt x="670" y="473"/>
                </a:cubicBezTo>
                <a:lnTo>
                  <a:pt x="670" y="464"/>
                </a:lnTo>
                <a:cubicBezTo>
                  <a:pt x="679" y="446"/>
                  <a:pt x="688" y="419"/>
                  <a:pt x="697" y="402"/>
                </a:cubicBezTo>
                <a:cubicBezTo>
                  <a:pt x="697" y="393"/>
                  <a:pt x="697" y="393"/>
                  <a:pt x="697" y="393"/>
                </a:cubicBezTo>
                <a:cubicBezTo>
                  <a:pt x="697" y="384"/>
                  <a:pt x="706" y="330"/>
                  <a:pt x="706" y="321"/>
                </a:cubicBezTo>
                <a:cubicBezTo>
                  <a:pt x="706" y="303"/>
                  <a:pt x="697" y="250"/>
                  <a:pt x="697" y="241"/>
                </a:cubicBezTo>
                <a:lnTo>
                  <a:pt x="706" y="205"/>
                </a:lnTo>
                <a:cubicBezTo>
                  <a:pt x="706" y="205"/>
                  <a:pt x="679" y="143"/>
                  <a:pt x="679" y="143"/>
                </a:cubicBezTo>
                <a:cubicBezTo>
                  <a:pt x="679" y="143"/>
                  <a:pt x="634" y="89"/>
                  <a:pt x="634" y="80"/>
                </a:cubicBezTo>
                <a:cubicBezTo>
                  <a:pt x="625" y="80"/>
                  <a:pt x="581" y="45"/>
                  <a:pt x="572" y="36"/>
                </a:cubicBezTo>
                <a:lnTo>
                  <a:pt x="500" y="9"/>
                </a:lnTo>
                <a:lnTo>
                  <a:pt x="492" y="9"/>
                </a:lnTo>
                <a:cubicBezTo>
                  <a:pt x="465" y="9"/>
                  <a:pt x="438" y="0"/>
                  <a:pt x="41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7" name="Google Shape;3017;p25"/>
          <p:cNvSpPr/>
          <p:nvPr/>
        </p:nvSpPr>
        <p:spPr>
          <a:xfrm>
            <a:off x="7538935" y="1015166"/>
            <a:ext cx="43216" cy="50672"/>
          </a:xfrm>
          <a:custGeom>
            <a:avLst/>
            <a:gdLst/>
            <a:ahLst/>
            <a:cxnLst/>
            <a:rect l="l" t="t" r="r" b="b"/>
            <a:pathLst>
              <a:path w="626" h="734" extrusionOk="0">
                <a:moveTo>
                  <a:pt x="309" y="0"/>
                </a:moveTo>
                <a:cubicBezTo>
                  <a:pt x="289" y="0"/>
                  <a:pt x="269" y="3"/>
                  <a:pt x="251" y="7"/>
                </a:cubicBezTo>
                <a:cubicBezTo>
                  <a:pt x="206" y="25"/>
                  <a:pt x="161" y="43"/>
                  <a:pt x="126" y="79"/>
                </a:cubicBezTo>
                <a:lnTo>
                  <a:pt x="126" y="88"/>
                </a:lnTo>
                <a:cubicBezTo>
                  <a:pt x="108" y="114"/>
                  <a:pt x="90" y="132"/>
                  <a:pt x="72" y="150"/>
                </a:cubicBezTo>
                <a:cubicBezTo>
                  <a:pt x="63" y="159"/>
                  <a:pt x="63" y="168"/>
                  <a:pt x="63" y="177"/>
                </a:cubicBezTo>
                <a:cubicBezTo>
                  <a:pt x="54" y="186"/>
                  <a:pt x="45" y="204"/>
                  <a:pt x="45" y="221"/>
                </a:cubicBezTo>
                <a:cubicBezTo>
                  <a:pt x="28" y="239"/>
                  <a:pt x="19" y="266"/>
                  <a:pt x="10" y="293"/>
                </a:cubicBezTo>
                <a:cubicBezTo>
                  <a:pt x="10" y="302"/>
                  <a:pt x="10" y="311"/>
                  <a:pt x="10" y="320"/>
                </a:cubicBezTo>
                <a:cubicBezTo>
                  <a:pt x="1" y="346"/>
                  <a:pt x="1" y="382"/>
                  <a:pt x="1" y="409"/>
                </a:cubicBezTo>
                <a:cubicBezTo>
                  <a:pt x="1" y="445"/>
                  <a:pt x="1" y="489"/>
                  <a:pt x="10" y="525"/>
                </a:cubicBezTo>
                <a:cubicBezTo>
                  <a:pt x="19" y="569"/>
                  <a:pt x="45" y="614"/>
                  <a:pt x="81" y="650"/>
                </a:cubicBezTo>
                <a:cubicBezTo>
                  <a:pt x="108" y="677"/>
                  <a:pt x="144" y="694"/>
                  <a:pt x="179" y="712"/>
                </a:cubicBezTo>
                <a:cubicBezTo>
                  <a:pt x="199" y="725"/>
                  <a:pt x="228" y="734"/>
                  <a:pt x="256" y="734"/>
                </a:cubicBezTo>
                <a:cubicBezTo>
                  <a:pt x="267" y="734"/>
                  <a:pt x="277" y="733"/>
                  <a:pt x="286" y="730"/>
                </a:cubicBezTo>
                <a:cubicBezTo>
                  <a:pt x="340" y="730"/>
                  <a:pt x="385" y="721"/>
                  <a:pt x="429" y="694"/>
                </a:cubicBezTo>
                <a:cubicBezTo>
                  <a:pt x="492" y="659"/>
                  <a:pt x="536" y="614"/>
                  <a:pt x="572" y="561"/>
                </a:cubicBezTo>
                <a:lnTo>
                  <a:pt x="581" y="534"/>
                </a:lnTo>
                <a:cubicBezTo>
                  <a:pt x="590" y="516"/>
                  <a:pt x="608" y="489"/>
                  <a:pt x="617" y="462"/>
                </a:cubicBezTo>
                <a:lnTo>
                  <a:pt x="617" y="445"/>
                </a:lnTo>
                <a:cubicBezTo>
                  <a:pt x="626" y="418"/>
                  <a:pt x="626" y="382"/>
                  <a:pt x="626" y="355"/>
                </a:cubicBezTo>
                <a:cubicBezTo>
                  <a:pt x="626" y="346"/>
                  <a:pt x="626" y="337"/>
                  <a:pt x="626" y="328"/>
                </a:cubicBezTo>
                <a:lnTo>
                  <a:pt x="617" y="248"/>
                </a:lnTo>
                <a:cubicBezTo>
                  <a:pt x="617" y="239"/>
                  <a:pt x="608" y="221"/>
                  <a:pt x="608" y="212"/>
                </a:cubicBezTo>
                <a:cubicBezTo>
                  <a:pt x="599" y="195"/>
                  <a:pt x="590" y="168"/>
                  <a:pt x="572" y="141"/>
                </a:cubicBezTo>
                <a:cubicBezTo>
                  <a:pt x="545" y="105"/>
                  <a:pt x="510" y="70"/>
                  <a:pt x="474" y="43"/>
                </a:cubicBezTo>
                <a:cubicBezTo>
                  <a:pt x="438" y="25"/>
                  <a:pt x="402" y="7"/>
                  <a:pt x="367" y="7"/>
                </a:cubicBezTo>
                <a:cubicBezTo>
                  <a:pt x="349" y="3"/>
                  <a:pt x="329" y="0"/>
                  <a:pt x="30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8" name="Google Shape;3018;p25"/>
          <p:cNvSpPr/>
          <p:nvPr/>
        </p:nvSpPr>
        <p:spPr>
          <a:xfrm>
            <a:off x="7707791" y="1025728"/>
            <a:ext cx="40731" cy="45908"/>
          </a:xfrm>
          <a:custGeom>
            <a:avLst/>
            <a:gdLst/>
            <a:ahLst/>
            <a:cxnLst/>
            <a:rect l="l" t="t" r="r" b="b"/>
            <a:pathLst>
              <a:path w="590" h="665" extrusionOk="0">
                <a:moveTo>
                  <a:pt x="286" y="0"/>
                </a:moveTo>
                <a:cubicBezTo>
                  <a:pt x="265" y="0"/>
                  <a:pt x="244" y="4"/>
                  <a:pt x="223" y="15"/>
                </a:cubicBezTo>
                <a:lnTo>
                  <a:pt x="152" y="42"/>
                </a:lnTo>
                <a:lnTo>
                  <a:pt x="98" y="77"/>
                </a:lnTo>
                <a:cubicBezTo>
                  <a:pt x="81" y="104"/>
                  <a:pt x="63" y="122"/>
                  <a:pt x="54" y="149"/>
                </a:cubicBezTo>
                <a:lnTo>
                  <a:pt x="45" y="167"/>
                </a:lnTo>
                <a:cubicBezTo>
                  <a:pt x="18" y="211"/>
                  <a:pt x="0" y="265"/>
                  <a:pt x="0" y="309"/>
                </a:cubicBezTo>
                <a:lnTo>
                  <a:pt x="0" y="318"/>
                </a:lnTo>
                <a:cubicBezTo>
                  <a:pt x="0" y="354"/>
                  <a:pt x="9" y="381"/>
                  <a:pt x="9" y="408"/>
                </a:cubicBezTo>
                <a:cubicBezTo>
                  <a:pt x="9" y="416"/>
                  <a:pt x="9" y="416"/>
                  <a:pt x="9" y="425"/>
                </a:cubicBezTo>
                <a:lnTo>
                  <a:pt x="9" y="434"/>
                </a:lnTo>
                <a:lnTo>
                  <a:pt x="45" y="515"/>
                </a:lnTo>
                <a:cubicBezTo>
                  <a:pt x="45" y="515"/>
                  <a:pt x="54" y="524"/>
                  <a:pt x="54" y="532"/>
                </a:cubicBezTo>
                <a:lnTo>
                  <a:pt x="98" y="586"/>
                </a:lnTo>
                <a:lnTo>
                  <a:pt x="152" y="631"/>
                </a:lnTo>
                <a:lnTo>
                  <a:pt x="223" y="657"/>
                </a:lnTo>
                <a:cubicBezTo>
                  <a:pt x="241" y="662"/>
                  <a:pt x="259" y="664"/>
                  <a:pt x="277" y="664"/>
                </a:cubicBezTo>
                <a:cubicBezTo>
                  <a:pt x="295" y="664"/>
                  <a:pt x="313" y="662"/>
                  <a:pt x="330" y="657"/>
                </a:cubicBezTo>
                <a:cubicBezTo>
                  <a:pt x="357" y="657"/>
                  <a:pt x="384" y="649"/>
                  <a:pt x="402" y="640"/>
                </a:cubicBezTo>
                <a:cubicBezTo>
                  <a:pt x="429" y="631"/>
                  <a:pt x="447" y="622"/>
                  <a:pt x="464" y="604"/>
                </a:cubicBezTo>
                <a:cubicBezTo>
                  <a:pt x="482" y="595"/>
                  <a:pt x="500" y="577"/>
                  <a:pt x="518" y="550"/>
                </a:cubicBezTo>
                <a:cubicBezTo>
                  <a:pt x="536" y="524"/>
                  <a:pt x="554" y="497"/>
                  <a:pt x="563" y="461"/>
                </a:cubicBezTo>
                <a:lnTo>
                  <a:pt x="571" y="443"/>
                </a:lnTo>
                <a:cubicBezTo>
                  <a:pt x="589" y="399"/>
                  <a:pt x="589" y="345"/>
                  <a:pt x="580" y="300"/>
                </a:cubicBezTo>
                <a:cubicBezTo>
                  <a:pt x="580" y="292"/>
                  <a:pt x="580" y="283"/>
                  <a:pt x="580" y="283"/>
                </a:cubicBezTo>
                <a:lnTo>
                  <a:pt x="580" y="256"/>
                </a:lnTo>
                <a:cubicBezTo>
                  <a:pt x="580" y="247"/>
                  <a:pt x="571" y="238"/>
                  <a:pt x="571" y="229"/>
                </a:cubicBezTo>
                <a:cubicBezTo>
                  <a:pt x="554" y="193"/>
                  <a:pt x="545" y="167"/>
                  <a:pt x="527" y="140"/>
                </a:cubicBezTo>
                <a:lnTo>
                  <a:pt x="482" y="86"/>
                </a:lnTo>
                <a:cubicBezTo>
                  <a:pt x="464" y="59"/>
                  <a:pt x="429" y="42"/>
                  <a:pt x="402" y="24"/>
                </a:cubicBezTo>
                <a:cubicBezTo>
                  <a:pt x="375" y="15"/>
                  <a:pt x="357" y="6"/>
                  <a:pt x="330" y="6"/>
                </a:cubicBezTo>
                <a:cubicBezTo>
                  <a:pt x="316" y="2"/>
                  <a:pt x="301" y="0"/>
                  <a:pt x="28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9" name="Google Shape;3019;p25"/>
          <p:cNvSpPr/>
          <p:nvPr/>
        </p:nvSpPr>
        <p:spPr>
          <a:xfrm>
            <a:off x="7666509" y="1000116"/>
            <a:ext cx="98030" cy="105555"/>
          </a:xfrm>
          <a:custGeom>
            <a:avLst/>
            <a:gdLst/>
            <a:ahLst/>
            <a:cxnLst/>
            <a:rect l="l" t="t" r="r" b="b"/>
            <a:pathLst>
              <a:path w="1420" h="1529" extrusionOk="0">
                <a:moveTo>
                  <a:pt x="656" y="1"/>
                </a:moveTo>
                <a:cubicBezTo>
                  <a:pt x="570" y="1"/>
                  <a:pt x="484" y="19"/>
                  <a:pt x="402" y="56"/>
                </a:cubicBezTo>
                <a:cubicBezTo>
                  <a:pt x="223" y="136"/>
                  <a:pt x="90" y="288"/>
                  <a:pt x="45" y="475"/>
                </a:cubicBezTo>
                <a:cubicBezTo>
                  <a:pt x="1" y="660"/>
                  <a:pt x="18" y="854"/>
                  <a:pt x="104" y="1022"/>
                </a:cubicBezTo>
                <a:lnTo>
                  <a:pt x="104" y="1022"/>
                </a:lnTo>
                <a:cubicBezTo>
                  <a:pt x="18" y="854"/>
                  <a:pt x="1" y="660"/>
                  <a:pt x="54" y="484"/>
                </a:cubicBezTo>
                <a:cubicBezTo>
                  <a:pt x="132" y="205"/>
                  <a:pt x="379" y="30"/>
                  <a:pt x="641" y="30"/>
                </a:cubicBezTo>
                <a:cubicBezTo>
                  <a:pt x="741" y="30"/>
                  <a:pt x="842" y="55"/>
                  <a:pt x="937" y="109"/>
                </a:cubicBezTo>
                <a:cubicBezTo>
                  <a:pt x="1098" y="198"/>
                  <a:pt x="1223" y="341"/>
                  <a:pt x="1285" y="511"/>
                </a:cubicBezTo>
                <a:cubicBezTo>
                  <a:pt x="1357" y="680"/>
                  <a:pt x="1375" y="868"/>
                  <a:pt x="1339" y="1046"/>
                </a:cubicBezTo>
                <a:cubicBezTo>
                  <a:pt x="1312" y="1234"/>
                  <a:pt x="1196" y="1394"/>
                  <a:pt x="1027" y="1475"/>
                </a:cubicBezTo>
                <a:cubicBezTo>
                  <a:pt x="957" y="1499"/>
                  <a:pt x="885" y="1511"/>
                  <a:pt x="814" y="1511"/>
                </a:cubicBezTo>
                <a:cubicBezTo>
                  <a:pt x="702" y="1511"/>
                  <a:pt x="593" y="1481"/>
                  <a:pt x="500" y="1421"/>
                </a:cubicBezTo>
                <a:cubicBezTo>
                  <a:pt x="333" y="1333"/>
                  <a:pt x="200" y="1192"/>
                  <a:pt x="111" y="1034"/>
                </a:cubicBezTo>
                <a:lnTo>
                  <a:pt x="111" y="1034"/>
                </a:lnTo>
                <a:cubicBezTo>
                  <a:pt x="200" y="1192"/>
                  <a:pt x="332" y="1333"/>
                  <a:pt x="491" y="1421"/>
                </a:cubicBezTo>
                <a:cubicBezTo>
                  <a:pt x="598" y="1493"/>
                  <a:pt x="725" y="1528"/>
                  <a:pt x="851" y="1528"/>
                </a:cubicBezTo>
                <a:cubicBezTo>
                  <a:pt x="914" y="1528"/>
                  <a:pt x="976" y="1519"/>
                  <a:pt x="1036" y="1501"/>
                </a:cubicBezTo>
                <a:cubicBezTo>
                  <a:pt x="1214" y="1412"/>
                  <a:pt x="1348" y="1252"/>
                  <a:pt x="1384" y="1055"/>
                </a:cubicBezTo>
                <a:cubicBezTo>
                  <a:pt x="1419" y="868"/>
                  <a:pt x="1402" y="671"/>
                  <a:pt x="1339" y="493"/>
                </a:cubicBezTo>
                <a:cubicBezTo>
                  <a:pt x="1268" y="306"/>
                  <a:pt x="1125" y="163"/>
                  <a:pt x="955" y="73"/>
                </a:cubicBezTo>
                <a:cubicBezTo>
                  <a:pt x="859" y="25"/>
                  <a:pt x="758" y="1"/>
                  <a:pt x="656" y="1"/>
                </a:cubicBezTo>
                <a:close/>
              </a:path>
            </a:pathLst>
          </a:custGeom>
          <a:solidFill>
            <a:srgbClr val="6B09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0" name="Google Shape;3020;p25"/>
          <p:cNvSpPr/>
          <p:nvPr/>
        </p:nvSpPr>
        <p:spPr>
          <a:xfrm>
            <a:off x="7519882" y="994179"/>
            <a:ext cx="97408" cy="106797"/>
          </a:xfrm>
          <a:custGeom>
            <a:avLst/>
            <a:gdLst/>
            <a:ahLst/>
            <a:cxnLst/>
            <a:rect l="l" t="t" r="r" b="b"/>
            <a:pathLst>
              <a:path w="1411" h="1547" extrusionOk="0">
                <a:moveTo>
                  <a:pt x="740" y="1"/>
                </a:moveTo>
                <a:cubicBezTo>
                  <a:pt x="642" y="1"/>
                  <a:pt x="545" y="23"/>
                  <a:pt x="455" y="70"/>
                </a:cubicBezTo>
                <a:cubicBezTo>
                  <a:pt x="286" y="159"/>
                  <a:pt x="152" y="302"/>
                  <a:pt x="80" y="481"/>
                </a:cubicBezTo>
                <a:cubicBezTo>
                  <a:pt x="152" y="311"/>
                  <a:pt x="286" y="168"/>
                  <a:pt x="455" y="88"/>
                </a:cubicBezTo>
                <a:cubicBezTo>
                  <a:pt x="544" y="44"/>
                  <a:pt x="637" y="23"/>
                  <a:pt x="728" y="23"/>
                </a:cubicBezTo>
                <a:cubicBezTo>
                  <a:pt x="1001" y="23"/>
                  <a:pt x="1254" y="210"/>
                  <a:pt x="1321" y="499"/>
                </a:cubicBezTo>
                <a:cubicBezTo>
                  <a:pt x="1357" y="677"/>
                  <a:pt x="1339" y="865"/>
                  <a:pt x="1250" y="1034"/>
                </a:cubicBezTo>
                <a:cubicBezTo>
                  <a:pt x="1169" y="1195"/>
                  <a:pt x="1044" y="1329"/>
                  <a:pt x="884" y="1427"/>
                </a:cubicBezTo>
                <a:cubicBezTo>
                  <a:pt x="786" y="1487"/>
                  <a:pt x="677" y="1517"/>
                  <a:pt x="567" y="1517"/>
                </a:cubicBezTo>
                <a:cubicBezTo>
                  <a:pt x="497" y="1517"/>
                  <a:pt x="427" y="1505"/>
                  <a:pt x="357" y="1480"/>
                </a:cubicBezTo>
                <a:cubicBezTo>
                  <a:pt x="196" y="1382"/>
                  <a:pt x="80" y="1222"/>
                  <a:pt x="45" y="1043"/>
                </a:cubicBezTo>
                <a:cubicBezTo>
                  <a:pt x="1" y="858"/>
                  <a:pt x="18" y="663"/>
                  <a:pt x="78" y="486"/>
                </a:cubicBezTo>
                <a:lnTo>
                  <a:pt x="78" y="486"/>
                </a:lnTo>
                <a:cubicBezTo>
                  <a:pt x="18" y="663"/>
                  <a:pt x="1" y="858"/>
                  <a:pt x="36" y="1034"/>
                </a:cubicBezTo>
                <a:cubicBezTo>
                  <a:pt x="63" y="1230"/>
                  <a:pt x="179" y="1400"/>
                  <a:pt x="348" y="1489"/>
                </a:cubicBezTo>
                <a:cubicBezTo>
                  <a:pt x="425" y="1528"/>
                  <a:pt x="508" y="1546"/>
                  <a:pt x="590" y="1546"/>
                </a:cubicBezTo>
                <a:cubicBezTo>
                  <a:pt x="698" y="1546"/>
                  <a:pt x="805" y="1514"/>
                  <a:pt x="902" y="1454"/>
                </a:cubicBezTo>
                <a:cubicBezTo>
                  <a:pt x="1071" y="1364"/>
                  <a:pt x="1214" y="1222"/>
                  <a:pt x="1303" y="1052"/>
                </a:cubicBezTo>
                <a:cubicBezTo>
                  <a:pt x="1384" y="873"/>
                  <a:pt x="1410" y="677"/>
                  <a:pt x="1357" y="481"/>
                </a:cubicBezTo>
                <a:cubicBezTo>
                  <a:pt x="1312" y="293"/>
                  <a:pt x="1178" y="142"/>
                  <a:pt x="1000" y="52"/>
                </a:cubicBezTo>
                <a:cubicBezTo>
                  <a:pt x="915" y="19"/>
                  <a:pt x="827" y="1"/>
                  <a:pt x="740" y="1"/>
                </a:cubicBezTo>
                <a:close/>
              </a:path>
            </a:pathLst>
          </a:custGeom>
          <a:solidFill>
            <a:srgbClr val="6B09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1" name="Google Shape;3021;p25"/>
          <p:cNvSpPr/>
          <p:nvPr/>
        </p:nvSpPr>
        <p:spPr>
          <a:xfrm>
            <a:off x="7326380" y="820622"/>
            <a:ext cx="111630" cy="93059"/>
          </a:xfrm>
          <a:custGeom>
            <a:avLst/>
            <a:gdLst/>
            <a:ahLst/>
            <a:cxnLst/>
            <a:rect l="l" t="t" r="r" b="b"/>
            <a:pathLst>
              <a:path w="1617" h="1348" extrusionOk="0">
                <a:moveTo>
                  <a:pt x="870" y="0"/>
                </a:moveTo>
                <a:cubicBezTo>
                  <a:pt x="822" y="0"/>
                  <a:pt x="773" y="5"/>
                  <a:pt x="724" y="14"/>
                </a:cubicBezTo>
                <a:cubicBezTo>
                  <a:pt x="536" y="50"/>
                  <a:pt x="358" y="148"/>
                  <a:pt x="224" y="282"/>
                </a:cubicBezTo>
                <a:cubicBezTo>
                  <a:pt x="72" y="407"/>
                  <a:pt x="1" y="603"/>
                  <a:pt x="27" y="799"/>
                </a:cubicBezTo>
                <a:cubicBezTo>
                  <a:pt x="72" y="987"/>
                  <a:pt x="206" y="1138"/>
                  <a:pt x="376" y="1228"/>
                </a:cubicBezTo>
                <a:cubicBezTo>
                  <a:pt x="520" y="1304"/>
                  <a:pt x="678" y="1348"/>
                  <a:pt x="838" y="1348"/>
                </a:cubicBezTo>
                <a:cubicBezTo>
                  <a:pt x="865" y="1348"/>
                  <a:pt x="893" y="1346"/>
                  <a:pt x="920" y="1344"/>
                </a:cubicBezTo>
                <a:lnTo>
                  <a:pt x="920" y="1344"/>
                </a:lnTo>
                <a:cubicBezTo>
                  <a:pt x="904" y="1344"/>
                  <a:pt x="889" y="1345"/>
                  <a:pt x="873" y="1345"/>
                </a:cubicBezTo>
                <a:cubicBezTo>
                  <a:pt x="701" y="1345"/>
                  <a:pt x="532" y="1300"/>
                  <a:pt x="384" y="1219"/>
                </a:cubicBezTo>
                <a:cubicBezTo>
                  <a:pt x="215" y="1129"/>
                  <a:pt x="99" y="978"/>
                  <a:pt x="54" y="799"/>
                </a:cubicBezTo>
                <a:cubicBezTo>
                  <a:pt x="36" y="612"/>
                  <a:pt x="108" y="433"/>
                  <a:pt x="251" y="308"/>
                </a:cubicBezTo>
                <a:cubicBezTo>
                  <a:pt x="384" y="183"/>
                  <a:pt x="554" y="103"/>
                  <a:pt x="733" y="67"/>
                </a:cubicBezTo>
                <a:cubicBezTo>
                  <a:pt x="783" y="57"/>
                  <a:pt x="833" y="52"/>
                  <a:pt x="884" y="52"/>
                </a:cubicBezTo>
                <a:cubicBezTo>
                  <a:pt x="1014" y="52"/>
                  <a:pt x="1143" y="86"/>
                  <a:pt x="1259" y="157"/>
                </a:cubicBezTo>
                <a:cubicBezTo>
                  <a:pt x="1420" y="246"/>
                  <a:pt x="1536" y="407"/>
                  <a:pt x="1571" y="585"/>
                </a:cubicBezTo>
                <a:cubicBezTo>
                  <a:pt x="1598" y="772"/>
                  <a:pt x="1545" y="960"/>
                  <a:pt x="1411" y="1103"/>
                </a:cubicBezTo>
                <a:cubicBezTo>
                  <a:pt x="1286" y="1237"/>
                  <a:pt x="1107" y="1326"/>
                  <a:pt x="920" y="1344"/>
                </a:cubicBezTo>
                <a:cubicBezTo>
                  <a:pt x="1107" y="1326"/>
                  <a:pt x="1286" y="1245"/>
                  <a:pt x="1420" y="1103"/>
                </a:cubicBezTo>
                <a:cubicBezTo>
                  <a:pt x="1554" y="969"/>
                  <a:pt x="1616" y="772"/>
                  <a:pt x="1589" y="585"/>
                </a:cubicBezTo>
                <a:cubicBezTo>
                  <a:pt x="1563" y="389"/>
                  <a:pt x="1447" y="219"/>
                  <a:pt x="1286" y="121"/>
                </a:cubicBezTo>
                <a:cubicBezTo>
                  <a:pt x="1159" y="41"/>
                  <a:pt x="1016" y="0"/>
                  <a:pt x="870" y="0"/>
                </a:cubicBezTo>
                <a:close/>
              </a:path>
            </a:pathLst>
          </a:custGeom>
          <a:solidFill>
            <a:srgbClr val="6B09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2" name="Google Shape;3022;p25"/>
          <p:cNvSpPr/>
          <p:nvPr/>
        </p:nvSpPr>
        <p:spPr>
          <a:xfrm>
            <a:off x="7417574" y="939571"/>
            <a:ext cx="99272" cy="103345"/>
          </a:xfrm>
          <a:custGeom>
            <a:avLst/>
            <a:gdLst/>
            <a:ahLst/>
            <a:cxnLst/>
            <a:rect l="l" t="t" r="r" b="b"/>
            <a:pathLst>
              <a:path w="1438" h="1497" extrusionOk="0">
                <a:moveTo>
                  <a:pt x="781" y="0"/>
                </a:moveTo>
                <a:cubicBezTo>
                  <a:pt x="717" y="0"/>
                  <a:pt x="652" y="10"/>
                  <a:pt x="590" y="31"/>
                </a:cubicBezTo>
                <a:cubicBezTo>
                  <a:pt x="402" y="94"/>
                  <a:pt x="250" y="219"/>
                  <a:pt x="143" y="379"/>
                </a:cubicBezTo>
                <a:cubicBezTo>
                  <a:pt x="45" y="549"/>
                  <a:pt x="1" y="736"/>
                  <a:pt x="10" y="933"/>
                </a:cubicBezTo>
                <a:cubicBezTo>
                  <a:pt x="10" y="1129"/>
                  <a:pt x="108" y="1316"/>
                  <a:pt x="268" y="1423"/>
                </a:cubicBezTo>
                <a:cubicBezTo>
                  <a:pt x="365" y="1472"/>
                  <a:pt x="466" y="1496"/>
                  <a:pt x="567" y="1496"/>
                </a:cubicBezTo>
                <a:cubicBezTo>
                  <a:pt x="653" y="1496"/>
                  <a:pt x="739" y="1478"/>
                  <a:pt x="822" y="1441"/>
                </a:cubicBezTo>
                <a:cubicBezTo>
                  <a:pt x="1000" y="1379"/>
                  <a:pt x="1161" y="1263"/>
                  <a:pt x="1268" y="1111"/>
                </a:cubicBezTo>
                <a:lnTo>
                  <a:pt x="1268" y="1111"/>
                </a:lnTo>
                <a:cubicBezTo>
                  <a:pt x="1152" y="1263"/>
                  <a:pt x="1000" y="1370"/>
                  <a:pt x="822" y="1432"/>
                </a:cubicBezTo>
                <a:cubicBezTo>
                  <a:pt x="747" y="1462"/>
                  <a:pt x="670" y="1476"/>
                  <a:pt x="593" y="1476"/>
                </a:cubicBezTo>
                <a:cubicBezTo>
                  <a:pt x="485" y="1476"/>
                  <a:pt x="380" y="1449"/>
                  <a:pt x="286" y="1397"/>
                </a:cubicBezTo>
                <a:cubicBezTo>
                  <a:pt x="134" y="1290"/>
                  <a:pt x="45" y="1111"/>
                  <a:pt x="54" y="924"/>
                </a:cubicBezTo>
                <a:cubicBezTo>
                  <a:pt x="45" y="745"/>
                  <a:pt x="99" y="558"/>
                  <a:pt x="188" y="406"/>
                </a:cubicBezTo>
                <a:cubicBezTo>
                  <a:pt x="286" y="245"/>
                  <a:pt x="429" y="129"/>
                  <a:pt x="607" y="67"/>
                </a:cubicBezTo>
                <a:cubicBezTo>
                  <a:pt x="670" y="47"/>
                  <a:pt x="735" y="37"/>
                  <a:pt x="802" y="37"/>
                </a:cubicBezTo>
                <a:cubicBezTo>
                  <a:pt x="916" y="37"/>
                  <a:pt x="1032" y="67"/>
                  <a:pt x="1134" y="129"/>
                </a:cubicBezTo>
                <a:cubicBezTo>
                  <a:pt x="1295" y="228"/>
                  <a:pt x="1393" y="397"/>
                  <a:pt x="1411" y="585"/>
                </a:cubicBezTo>
                <a:cubicBezTo>
                  <a:pt x="1438" y="772"/>
                  <a:pt x="1384" y="959"/>
                  <a:pt x="1268" y="1111"/>
                </a:cubicBezTo>
                <a:cubicBezTo>
                  <a:pt x="1384" y="959"/>
                  <a:pt x="1438" y="772"/>
                  <a:pt x="1429" y="585"/>
                </a:cubicBezTo>
                <a:cubicBezTo>
                  <a:pt x="1411" y="397"/>
                  <a:pt x="1313" y="219"/>
                  <a:pt x="1152" y="112"/>
                </a:cubicBezTo>
                <a:cubicBezTo>
                  <a:pt x="1039" y="40"/>
                  <a:pt x="910" y="0"/>
                  <a:pt x="781" y="0"/>
                </a:cubicBezTo>
                <a:close/>
              </a:path>
            </a:pathLst>
          </a:custGeom>
          <a:solidFill>
            <a:srgbClr val="6B09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3" name="Google Shape;3023;p25"/>
          <p:cNvSpPr/>
          <p:nvPr/>
        </p:nvSpPr>
        <p:spPr>
          <a:xfrm>
            <a:off x="7726844" y="1087584"/>
            <a:ext cx="21677" cy="24231"/>
          </a:xfrm>
          <a:custGeom>
            <a:avLst/>
            <a:gdLst/>
            <a:ahLst/>
            <a:cxnLst/>
            <a:rect l="l" t="t" r="r" b="b"/>
            <a:pathLst>
              <a:path w="314" h="351" extrusionOk="0">
                <a:moveTo>
                  <a:pt x="149" y="0"/>
                </a:moveTo>
                <a:cubicBezTo>
                  <a:pt x="141" y="0"/>
                  <a:pt x="134" y="1"/>
                  <a:pt x="126" y="2"/>
                </a:cubicBezTo>
                <a:lnTo>
                  <a:pt x="99" y="2"/>
                </a:lnTo>
                <a:cubicBezTo>
                  <a:pt x="81" y="2"/>
                  <a:pt x="63" y="11"/>
                  <a:pt x="54" y="20"/>
                </a:cubicBezTo>
                <a:cubicBezTo>
                  <a:pt x="37" y="29"/>
                  <a:pt x="37" y="38"/>
                  <a:pt x="28" y="47"/>
                </a:cubicBezTo>
                <a:cubicBezTo>
                  <a:pt x="19" y="56"/>
                  <a:pt x="10" y="74"/>
                  <a:pt x="1" y="92"/>
                </a:cubicBezTo>
                <a:lnTo>
                  <a:pt x="1" y="127"/>
                </a:lnTo>
                <a:cubicBezTo>
                  <a:pt x="1" y="145"/>
                  <a:pt x="1" y="163"/>
                  <a:pt x="10" y="181"/>
                </a:cubicBezTo>
                <a:cubicBezTo>
                  <a:pt x="10" y="190"/>
                  <a:pt x="19" y="190"/>
                  <a:pt x="19" y="199"/>
                </a:cubicBezTo>
                <a:lnTo>
                  <a:pt x="28" y="217"/>
                </a:lnTo>
                <a:cubicBezTo>
                  <a:pt x="37" y="226"/>
                  <a:pt x="46" y="243"/>
                  <a:pt x="46" y="252"/>
                </a:cubicBezTo>
                <a:cubicBezTo>
                  <a:pt x="54" y="270"/>
                  <a:pt x="54" y="288"/>
                  <a:pt x="72" y="297"/>
                </a:cubicBezTo>
                <a:cubicBezTo>
                  <a:pt x="81" y="315"/>
                  <a:pt x="90" y="324"/>
                  <a:pt x="108" y="333"/>
                </a:cubicBezTo>
                <a:cubicBezTo>
                  <a:pt x="126" y="342"/>
                  <a:pt x="144" y="350"/>
                  <a:pt x="162" y="350"/>
                </a:cubicBezTo>
                <a:lnTo>
                  <a:pt x="215" y="350"/>
                </a:lnTo>
                <a:lnTo>
                  <a:pt x="251" y="333"/>
                </a:lnTo>
                <a:cubicBezTo>
                  <a:pt x="269" y="324"/>
                  <a:pt x="287" y="306"/>
                  <a:pt x="295" y="288"/>
                </a:cubicBezTo>
                <a:lnTo>
                  <a:pt x="313" y="252"/>
                </a:lnTo>
                <a:cubicBezTo>
                  <a:pt x="313" y="234"/>
                  <a:pt x="313" y="217"/>
                  <a:pt x="313" y="199"/>
                </a:cubicBezTo>
                <a:cubicBezTo>
                  <a:pt x="304" y="163"/>
                  <a:pt x="287" y="136"/>
                  <a:pt x="278" y="110"/>
                </a:cubicBezTo>
                <a:cubicBezTo>
                  <a:pt x="278" y="101"/>
                  <a:pt x="269" y="92"/>
                  <a:pt x="260" y="83"/>
                </a:cubicBezTo>
                <a:cubicBezTo>
                  <a:pt x="251" y="65"/>
                  <a:pt x="242" y="47"/>
                  <a:pt x="233" y="38"/>
                </a:cubicBezTo>
                <a:cubicBezTo>
                  <a:pt x="211" y="16"/>
                  <a:pt x="183" y="0"/>
                  <a:pt x="14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4" name="Google Shape;3024;p25"/>
          <p:cNvSpPr/>
          <p:nvPr/>
        </p:nvSpPr>
        <p:spPr>
          <a:xfrm>
            <a:off x="7534033" y="1080336"/>
            <a:ext cx="23472" cy="25336"/>
          </a:xfrm>
          <a:custGeom>
            <a:avLst/>
            <a:gdLst/>
            <a:ahLst/>
            <a:cxnLst/>
            <a:rect l="l" t="t" r="r" b="b"/>
            <a:pathLst>
              <a:path w="340" h="367" extrusionOk="0">
                <a:moveTo>
                  <a:pt x="197" y="0"/>
                </a:moveTo>
                <a:cubicBezTo>
                  <a:pt x="179" y="0"/>
                  <a:pt x="161" y="18"/>
                  <a:pt x="143" y="27"/>
                </a:cubicBezTo>
                <a:cubicBezTo>
                  <a:pt x="134" y="36"/>
                  <a:pt x="125" y="45"/>
                  <a:pt x="116" y="54"/>
                </a:cubicBezTo>
                <a:lnTo>
                  <a:pt x="81" y="81"/>
                </a:lnTo>
                <a:lnTo>
                  <a:pt x="63" y="98"/>
                </a:lnTo>
                <a:lnTo>
                  <a:pt x="54" y="98"/>
                </a:lnTo>
                <a:cubicBezTo>
                  <a:pt x="45" y="98"/>
                  <a:pt x="45" y="107"/>
                  <a:pt x="36" y="116"/>
                </a:cubicBezTo>
                <a:cubicBezTo>
                  <a:pt x="36" y="125"/>
                  <a:pt x="27" y="134"/>
                  <a:pt x="27" y="134"/>
                </a:cubicBezTo>
                <a:lnTo>
                  <a:pt x="18" y="161"/>
                </a:lnTo>
                <a:cubicBezTo>
                  <a:pt x="9" y="161"/>
                  <a:pt x="9" y="170"/>
                  <a:pt x="9" y="179"/>
                </a:cubicBezTo>
                <a:cubicBezTo>
                  <a:pt x="0" y="188"/>
                  <a:pt x="0" y="197"/>
                  <a:pt x="0" y="206"/>
                </a:cubicBezTo>
                <a:cubicBezTo>
                  <a:pt x="0" y="215"/>
                  <a:pt x="0" y="223"/>
                  <a:pt x="0" y="232"/>
                </a:cubicBezTo>
                <a:cubicBezTo>
                  <a:pt x="0" y="259"/>
                  <a:pt x="9" y="286"/>
                  <a:pt x="18" y="304"/>
                </a:cubicBezTo>
                <a:cubicBezTo>
                  <a:pt x="36" y="331"/>
                  <a:pt x="63" y="348"/>
                  <a:pt x="99" y="366"/>
                </a:cubicBezTo>
                <a:lnTo>
                  <a:pt x="170" y="366"/>
                </a:lnTo>
                <a:lnTo>
                  <a:pt x="206" y="348"/>
                </a:lnTo>
                <a:lnTo>
                  <a:pt x="232" y="331"/>
                </a:lnTo>
                <a:lnTo>
                  <a:pt x="250" y="313"/>
                </a:lnTo>
                <a:lnTo>
                  <a:pt x="277" y="286"/>
                </a:lnTo>
                <a:lnTo>
                  <a:pt x="277" y="277"/>
                </a:lnTo>
                <a:lnTo>
                  <a:pt x="286" y="250"/>
                </a:lnTo>
                <a:lnTo>
                  <a:pt x="295" y="215"/>
                </a:lnTo>
                <a:lnTo>
                  <a:pt x="322" y="179"/>
                </a:lnTo>
                <a:cubicBezTo>
                  <a:pt x="331" y="161"/>
                  <a:pt x="331" y="152"/>
                  <a:pt x="331" y="134"/>
                </a:cubicBezTo>
                <a:cubicBezTo>
                  <a:pt x="340" y="116"/>
                  <a:pt x="340" y="98"/>
                  <a:pt x="331" y="90"/>
                </a:cubicBezTo>
                <a:lnTo>
                  <a:pt x="331" y="54"/>
                </a:lnTo>
                <a:cubicBezTo>
                  <a:pt x="322" y="45"/>
                  <a:pt x="313" y="36"/>
                  <a:pt x="295" y="27"/>
                </a:cubicBezTo>
                <a:cubicBezTo>
                  <a:pt x="286" y="18"/>
                  <a:pt x="277" y="9"/>
                  <a:pt x="268" y="9"/>
                </a:cubicBezTo>
                <a:cubicBezTo>
                  <a:pt x="259" y="0"/>
                  <a:pt x="241" y="0"/>
                  <a:pt x="22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5" name="Google Shape;3025;p25"/>
          <p:cNvSpPr/>
          <p:nvPr/>
        </p:nvSpPr>
        <p:spPr>
          <a:xfrm>
            <a:off x="7315335" y="865910"/>
            <a:ext cx="32101" cy="18985"/>
          </a:xfrm>
          <a:custGeom>
            <a:avLst/>
            <a:gdLst/>
            <a:ahLst/>
            <a:cxnLst/>
            <a:rect l="l" t="t" r="r" b="b"/>
            <a:pathLst>
              <a:path w="465" h="275" extrusionOk="0">
                <a:moveTo>
                  <a:pt x="241" y="0"/>
                </a:moveTo>
                <a:cubicBezTo>
                  <a:pt x="205" y="0"/>
                  <a:pt x="179" y="9"/>
                  <a:pt x="152" y="9"/>
                </a:cubicBezTo>
                <a:cubicBezTo>
                  <a:pt x="107" y="9"/>
                  <a:pt x="63" y="27"/>
                  <a:pt x="36" y="63"/>
                </a:cubicBezTo>
                <a:cubicBezTo>
                  <a:pt x="18" y="72"/>
                  <a:pt x="9" y="99"/>
                  <a:pt x="9" y="116"/>
                </a:cubicBezTo>
                <a:cubicBezTo>
                  <a:pt x="0" y="134"/>
                  <a:pt x="0" y="161"/>
                  <a:pt x="9" y="179"/>
                </a:cubicBezTo>
                <a:cubicBezTo>
                  <a:pt x="9" y="206"/>
                  <a:pt x="18" y="224"/>
                  <a:pt x="36" y="241"/>
                </a:cubicBezTo>
                <a:cubicBezTo>
                  <a:pt x="54" y="250"/>
                  <a:pt x="71" y="259"/>
                  <a:pt x="89" y="268"/>
                </a:cubicBezTo>
                <a:cubicBezTo>
                  <a:pt x="108" y="272"/>
                  <a:pt x="125" y="274"/>
                  <a:pt x="141" y="274"/>
                </a:cubicBezTo>
                <a:cubicBezTo>
                  <a:pt x="164" y="274"/>
                  <a:pt x="184" y="270"/>
                  <a:pt x="205" y="259"/>
                </a:cubicBezTo>
                <a:lnTo>
                  <a:pt x="268" y="241"/>
                </a:lnTo>
                <a:cubicBezTo>
                  <a:pt x="304" y="232"/>
                  <a:pt x="339" y="224"/>
                  <a:pt x="375" y="215"/>
                </a:cubicBezTo>
                <a:cubicBezTo>
                  <a:pt x="428" y="206"/>
                  <a:pt x="464" y="152"/>
                  <a:pt x="455" y="99"/>
                </a:cubicBezTo>
                <a:cubicBezTo>
                  <a:pt x="446" y="81"/>
                  <a:pt x="437" y="54"/>
                  <a:pt x="420" y="45"/>
                </a:cubicBezTo>
                <a:lnTo>
                  <a:pt x="411" y="18"/>
                </a:lnTo>
                <a:cubicBezTo>
                  <a:pt x="402" y="9"/>
                  <a:pt x="375" y="0"/>
                  <a:pt x="35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6" name="Google Shape;3026;p25"/>
          <p:cNvSpPr/>
          <p:nvPr/>
        </p:nvSpPr>
        <p:spPr>
          <a:xfrm>
            <a:off x="7421302" y="1013647"/>
            <a:ext cx="33344" cy="34103"/>
          </a:xfrm>
          <a:custGeom>
            <a:avLst/>
            <a:gdLst/>
            <a:ahLst/>
            <a:cxnLst/>
            <a:rect l="l" t="t" r="r" b="b"/>
            <a:pathLst>
              <a:path w="483" h="494" extrusionOk="0">
                <a:moveTo>
                  <a:pt x="367" y="0"/>
                </a:moveTo>
                <a:cubicBezTo>
                  <a:pt x="361" y="0"/>
                  <a:pt x="355" y="1"/>
                  <a:pt x="348" y="2"/>
                </a:cubicBezTo>
                <a:cubicBezTo>
                  <a:pt x="304" y="2"/>
                  <a:pt x="268" y="11"/>
                  <a:pt x="241" y="38"/>
                </a:cubicBezTo>
                <a:lnTo>
                  <a:pt x="45" y="243"/>
                </a:lnTo>
                <a:cubicBezTo>
                  <a:pt x="18" y="270"/>
                  <a:pt x="0" y="306"/>
                  <a:pt x="0" y="350"/>
                </a:cubicBezTo>
                <a:cubicBezTo>
                  <a:pt x="0" y="431"/>
                  <a:pt x="72" y="493"/>
                  <a:pt x="152" y="493"/>
                </a:cubicBezTo>
                <a:cubicBezTo>
                  <a:pt x="188" y="493"/>
                  <a:pt x="223" y="475"/>
                  <a:pt x="250" y="449"/>
                </a:cubicBezTo>
                <a:lnTo>
                  <a:pt x="446" y="243"/>
                </a:lnTo>
                <a:cubicBezTo>
                  <a:pt x="473" y="217"/>
                  <a:pt x="482" y="181"/>
                  <a:pt x="482" y="136"/>
                </a:cubicBezTo>
                <a:cubicBezTo>
                  <a:pt x="482" y="101"/>
                  <a:pt x="473" y="65"/>
                  <a:pt x="446" y="38"/>
                </a:cubicBezTo>
                <a:cubicBezTo>
                  <a:pt x="424" y="16"/>
                  <a:pt x="396" y="0"/>
                  <a:pt x="36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7" name="Google Shape;3027;p25"/>
          <p:cNvSpPr/>
          <p:nvPr/>
        </p:nvSpPr>
        <p:spPr>
          <a:xfrm rot="-10221533">
            <a:off x="767037" y="863249"/>
            <a:ext cx="273633" cy="443536"/>
          </a:xfrm>
          <a:custGeom>
            <a:avLst/>
            <a:gdLst/>
            <a:ahLst/>
            <a:cxnLst/>
            <a:rect l="l" t="t" r="r" b="b"/>
            <a:pathLst>
              <a:path w="2759" h="4472" extrusionOk="0">
                <a:moveTo>
                  <a:pt x="483" y="0"/>
                </a:moveTo>
                <a:lnTo>
                  <a:pt x="483" y="0"/>
                </a:lnTo>
                <a:cubicBezTo>
                  <a:pt x="500" y="205"/>
                  <a:pt x="81" y="1464"/>
                  <a:pt x="45" y="1830"/>
                </a:cubicBezTo>
                <a:cubicBezTo>
                  <a:pt x="1" y="2196"/>
                  <a:pt x="179" y="2874"/>
                  <a:pt x="652" y="3499"/>
                </a:cubicBezTo>
                <a:cubicBezTo>
                  <a:pt x="1134" y="4123"/>
                  <a:pt x="2214" y="4471"/>
                  <a:pt x="2214" y="4471"/>
                </a:cubicBezTo>
                <a:cubicBezTo>
                  <a:pt x="2214" y="4471"/>
                  <a:pt x="2268" y="4454"/>
                  <a:pt x="2410" y="4007"/>
                </a:cubicBezTo>
                <a:cubicBezTo>
                  <a:pt x="2553" y="3570"/>
                  <a:pt x="2758" y="2570"/>
                  <a:pt x="2562" y="2017"/>
                </a:cubicBezTo>
                <a:cubicBezTo>
                  <a:pt x="2357" y="1455"/>
                  <a:pt x="2169" y="1196"/>
                  <a:pt x="1607" y="723"/>
                </a:cubicBezTo>
                <a:cubicBezTo>
                  <a:pt x="1268" y="428"/>
                  <a:pt x="893" y="187"/>
                  <a:pt x="48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8" name="Google Shape;3028;p25"/>
          <p:cNvSpPr/>
          <p:nvPr/>
        </p:nvSpPr>
        <p:spPr>
          <a:xfrm rot="-10221533">
            <a:off x="791672" y="718139"/>
            <a:ext cx="257665" cy="590423"/>
          </a:xfrm>
          <a:custGeom>
            <a:avLst/>
            <a:gdLst/>
            <a:ahLst/>
            <a:cxnLst/>
            <a:rect l="l" t="t" r="r" b="b"/>
            <a:pathLst>
              <a:path w="2598" h="5953" extrusionOk="0">
                <a:moveTo>
                  <a:pt x="438" y="0"/>
                </a:moveTo>
                <a:cubicBezTo>
                  <a:pt x="438" y="18"/>
                  <a:pt x="438" y="27"/>
                  <a:pt x="438" y="36"/>
                </a:cubicBezTo>
                <a:cubicBezTo>
                  <a:pt x="589" y="312"/>
                  <a:pt x="714" y="598"/>
                  <a:pt x="821" y="893"/>
                </a:cubicBezTo>
                <a:cubicBezTo>
                  <a:pt x="652" y="803"/>
                  <a:pt x="482" y="705"/>
                  <a:pt x="313" y="607"/>
                </a:cubicBezTo>
                <a:lnTo>
                  <a:pt x="304" y="634"/>
                </a:lnTo>
                <a:cubicBezTo>
                  <a:pt x="482" y="741"/>
                  <a:pt x="670" y="839"/>
                  <a:pt x="848" y="955"/>
                </a:cubicBezTo>
                <a:cubicBezTo>
                  <a:pt x="929" y="1205"/>
                  <a:pt x="1009" y="1455"/>
                  <a:pt x="1098" y="1714"/>
                </a:cubicBezTo>
                <a:cubicBezTo>
                  <a:pt x="750" y="1624"/>
                  <a:pt x="420" y="1482"/>
                  <a:pt x="125" y="1267"/>
                </a:cubicBezTo>
                <a:lnTo>
                  <a:pt x="125" y="1294"/>
                </a:lnTo>
                <a:cubicBezTo>
                  <a:pt x="232" y="1375"/>
                  <a:pt x="348" y="1446"/>
                  <a:pt x="473" y="1517"/>
                </a:cubicBezTo>
                <a:cubicBezTo>
                  <a:pt x="679" y="1624"/>
                  <a:pt x="902" y="1723"/>
                  <a:pt x="1125" y="1803"/>
                </a:cubicBezTo>
                <a:cubicBezTo>
                  <a:pt x="1161" y="1910"/>
                  <a:pt x="1205" y="2035"/>
                  <a:pt x="1250" y="2151"/>
                </a:cubicBezTo>
                <a:cubicBezTo>
                  <a:pt x="1303" y="2267"/>
                  <a:pt x="1366" y="2401"/>
                  <a:pt x="1419" y="2526"/>
                </a:cubicBezTo>
                <a:cubicBezTo>
                  <a:pt x="902" y="2365"/>
                  <a:pt x="429" y="2106"/>
                  <a:pt x="9" y="1767"/>
                </a:cubicBezTo>
                <a:cubicBezTo>
                  <a:pt x="9" y="1785"/>
                  <a:pt x="9" y="1794"/>
                  <a:pt x="0" y="1803"/>
                </a:cubicBezTo>
                <a:cubicBezTo>
                  <a:pt x="81" y="1865"/>
                  <a:pt x="161" y="1928"/>
                  <a:pt x="241" y="1990"/>
                </a:cubicBezTo>
                <a:cubicBezTo>
                  <a:pt x="473" y="2151"/>
                  <a:pt x="714" y="2285"/>
                  <a:pt x="973" y="2401"/>
                </a:cubicBezTo>
                <a:cubicBezTo>
                  <a:pt x="1125" y="2463"/>
                  <a:pt x="1277" y="2526"/>
                  <a:pt x="1428" y="2570"/>
                </a:cubicBezTo>
                <a:lnTo>
                  <a:pt x="1437" y="2570"/>
                </a:lnTo>
                <a:cubicBezTo>
                  <a:pt x="1518" y="2758"/>
                  <a:pt x="1607" y="2945"/>
                  <a:pt x="1687" y="3124"/>
                </a:cubicBezTo>
                <a:lnTo>
                  <a:pt x="1669" y="3124"/>
                </a:lnTo>
                <a:cubicBezTo>
                  <a:pt x="1579" y="3140"/>
                  <a:pt x="1489" y="3148"/>
                  <a:pt x="1400" y="3148"/>
                </a:cubicBezTo>
                <a:cubicBezTo>
                  <a:pt x="966" y="3148"/>
                  <a:pt x="557" y="2964"/>
                  <a:pt x="179" y="2749"/>
                </a:cubicBezTo>
                <a:lnTo>
                  <a:pt x="179" y="2749"/>
                </a:lnTo>
                <a:lnTo>
                  <a:pt x="215" y="2829"/>
                </a:lnTo>
                <a:cubicBezTo>
                  <a:pt x="574" y="3035"/>
                  <a:pt x="1006" y="3192"/>
                  <a:pt x="1435" y="3192"/>
                </a:cubicBezTo>
                <a:cubicBezTo>
                  <a:pt x="1528" y="3192"/>
                  <a:pt x="1622" y="3184"/>
                  <a:pt x="1714" y="3168"/>
                </a:cubicBezTo>
                <a:cubicBezTo>
                  <a:pt x="1732" y="3222"/>
                  <a:pt x="1750" y="3276"/>
                  <a:pt x="1776" y="3329"/>
                </a:cubicBezTo>
                <a:cubicBezTo>
                  <a:pt x="1857" y="3525"/>
                  <a:pt x="1928" y="3722"/>
                  <a:pt x="1991" y="3927"/>
                </a:cubicBezTo>
                <a:cubicBezTo>
                  <a:pt x="1955" y="3928"/>
                  <a:pt x="1920" y="3928"/>
                  <a:pt x="1885" y="3928"/>
                </a:cubicBezTo>
                <a:cubicBezTo>
                  <a:pt x="1563" y="3928"/>
                  <a:pt x="1242" y="3891"/>
                  <a:pt x="929" y="3811"/>
                </a:cubicBezTo>
                <a:lnTo>
                  <a:pt x="929" y="3811"/>
                </a:lnTo>
                <a:cubicBezTo>
                  <a:pt x="964" y="3847"/>
                  <a:pt x="1000" y="3874"/>
                  <a:pt x="1036" y="3900"/>
                </a:cubicBezTo>
                <a:cubicBezTo>
                  <a:pt x="1205" y="3927"/>
                  <a:pt x="1366" y="3954"/>
                  <a:pt x="1535" y="3963"/>
                </a:cubicBezTo>
                <a:cubicBezTo>
                  <a:pt x="1611" y="3967"/>
                  <a:pt x="1689" y="3969"/>
                  <a:pt x="1767" y="3969"/>
                </a:cubicBezTo>
                <a:cubicBezTo>
                  <a:pt x="1846" y="3969"/>
                  <a:pt x="1924" y="3967"/>
                  <a:pt x="2000" y="3963"/>
                </a:cubicBezTo>
                <a:cubicBezTo>
                  <a:pt x="2017" y="3998"/>
                  <a:pt x="2026" y="4025"/>
                  <a:pt x="2035" y="4061"/>
                </a:cubicBezTo>
                <a:cubicBezTo>
                  <a:pt x="2053" y="4123"/>
                  <a:pt x="2071" y="4195"/>
                  <a:pt x="2089" y="4266"/>
                </a:cubicBezTo>
                <a:cubicBezTo>
                  <a:pt x="2089" y="4275"/>
                  <a:pt x="2098" y="4293"/>
                  <a:pt x="2107" y="4311"/>
                </a:cubicBezTo>
                <a:cubicBezTo>
                  <a:pt x="2124" y="4373"/>
                  <a:pt x="2142" y="4445"/>
                  <a:pt x="2160" y="4516"/>
                </a:cubicBezTo>
                <a:cubicBezTo>
                  <a:pt x="2267" y="4971"/>
                  <a:pt x="2348" y="5435"/>
                  <a:pt x="2383" y="5899"/>
                </a:cubicBezTo>
                <a:cubicBezTo>
                  <a:pt x="2387" y="5936"/>
                  <a:pt x="2414" y="5952"/>
                  <a:pt x="2440" y="5952"/>
                </a:cubicBezTo>
                <a:cubicBezTo>
                  <a:pt x="2472" y="5952"/>
                  <a:pt x="2504" y="5929"/>
                  <a:pt x="2499" y="5891"/>
                </a:cubicBezTo>
                <a:cubicBezTo>
                  <a:pt x="2455" y="5471"/>
                  <a:pt x="2383" y="5061"/>
                  <a:pt x="2285" y="4650"/>
                </a:cubicBezTo>
                <a:cubicBezTo>
                  <a:pt x="2267" y="4570"/>
                  <a:pt x="2249" y="4489"/>
                  <a:pt x="2223" y="4409"/>
                </a:cubicBezTo>
                <a:cubicBezTo>
                  <a:pt x="2223" y="4409"/>
                  <a:pt x="2223" y="4400"/>
                  <a:pt x="2214" y="4391"/>
                </a:cubicBezTo>
                <a:cubicBezTo>
                  <a:pt x="2205" y="4355"/>
                  <a:pt x="2196" y="4329"/>
                  <a:pt x="2187" y="4293"/>
                </a:cubicBezTo>
                <a:lnTo>
                  <a:pt x="2169" y="4222"/>
                </a:lnTo>
                <a:cubicBezTo>
                  <a:pt x="2160" y="4195"/>
                  <a:pt x="2151" y="4177"/>
                  <a:pt x="2151" y="4159"/>
                </a:cubicBezTo>
                <a:cubicBezTo>
                  <a:pt x="2133" y="4123"/>
                  <a:pt x="2124" y="4088"/>
                  <a:pt x="2116" y="4052"/>
                </a:cubicBezTo>
                <a:lnTo>
                  <a:pt x="2116" y="4043"/>
                </a:lnTo>
                <a:cubicBezTo>
                  <a:pt x="2089" y="3954"/>
                  <a:pt x="2062" y="3874"/>
                  <a:pt x="2026" y="3793"/>
                </a:cubicBezTo>
                <a:cubicBezTo>
                  <a:pt x="2214" y="3713"/>
                  <a:pt x="2383" y="3597"/>
                  <a:pt x="2517" y="3445"/>
                </a:cubicBezTo>
                <a:cubicBezTo>
                  <a:pt x="2526" y="3409"/>
                  <a:pt x="2535" y="3374"/>
                  <a:pt x="2535" y="3329"/>
                </a:cubicBezTo>
                <a:lnTo>
                  <a:pt x="2535" y="3329"/>
                </a:lnTo>
                <a:cubicBezTo>
                  <a:pt x="2392" y="3508"/>
                  <a:pt x="2214" y="3641"/>
                  <a:pt x="2008" y="3731"/>
                </a:cubicBezTo>
                <a:cubicBezTo>
                  <a:pt x="1973" y="3641"/>
                  <a:pt x="1937" y="3543"/>
                  <a:pt x="1901" y="3454"/>
                </a:cubicBezTo>
                <a:cubicBezTo>
                  <a:pt x="1875" y="3400"/>
                  <a:pt x="1857" y="3356"/>
                  <a:pt x="1839" y="3302"/>
                </a:cubicBezTo>
                <a:cubicBezTo>
                  <a:pt x="2151" y="3070"/>
                  <a:pt x="2410" y="2785"/>
                  <a:pt x="2597" y="2446"/>
                </a:cubicBezTo>
                <a:cubicBezTo>
                  <a:pt x="2597" y="2419"/>
                  <a:pt x="2597" y="2383"/>
                  <a:pt x="2589" y="2347"/>
                </a:cubicBezTo>
                <a:cubicBezTo>
                  <a:pt x="2571" y="2392"/>
                  <a:pt x="2544" y="2428"/>
                  <a:pt x="2517" y="2472"/>
                </a:cubicBezTo>
                <a:cubicBezTo>
                  <a:pt x="2401" y="2669"/>
                  <a:pt x="2267" y="2856"/>
                  <a:pt x="2107" y="3026"/>
                </a:cubicBezTo>
                <a:cubicBezTo>
                  <a:pt x="2017" y="3115"/>
                  <a:pt x="1928" y="3204"/>
                  <a:pt x="1830" y="3284"/>
                </a:cubicBezTo>
                <a:cubicBezTo>
                  <a:pt x="1750" y="3106"/>
                  <a:pt x="1669" y="2927"/>
                  <a:pt x="1589" y="2749"/>
                </a:cubicBezTo>
                <a:cubicBezTo>
                  <a:pt x="1910" y="2446"/>
                  <a:pt x="2187" y="2097"/>
                  <a:pt x="2401" y="1723"/>
                </a:cubicBezTo>
                <a:cubicBezTo>
                  <a:pt x="2392" y="1705"/>
                  <a:pt x="2392" y="1687"/>
                  <a:pt x="2383" y="1669"/>
                </a:cubicBezTo>
                <a:cubicBezTo>
                  <a:pt x="2348" y="1732"/>
                  <a:pt x="2312" y="1794"/>
                  <a:pt x="2267" y="1856"/>
                </a:cubicBezTo>
                <a:cubicBezTo>
                  <a:pt x="2142" y="2062"/>
                  <a:pt x="2008" y="2249"/>
                  <a:pt x="1848" y="2428"/>
                </a:cubicBezTo>
                <a:cubicBezTo>
                  <a:pt x="1759" y="2517"/>
                  <a:pt x="1660" y="2615"/>
                  <a:pt x="1562" y="2704"/>
                </a:cubicBezTo>
                <a:cubicBezTo>
                  <a:pt x="1500" y="2562"/>
                  <a:pt x="1437" y="2419"/>
                  <a:pt x="1375" y="2285"/>
                </a:cubicBezTo>
                <a:cubicBezTo>
                  <a:pt x="1366" y="2267"/>
                  <a:pt x="1839" y="1705"/>
                  <a:pt x="2071" y="1196"/>
                </a:cubicBezTo>
                <a:lnTo>
                  <a:pt x="2035" y="1151"/>
                </a:lnTo>
                <a:cubicBezTo>
                  <a:pt x="1848" y="1526"/>
                  <a:pt x="1616" y="1883"/>
                  <a:pt x="1339" y="2205"/>
                </a:cubicBezTo>
                <a:cubicBezTo>
                  <a:pt x="1339" y="2205"/>
                  <a:pt x="1339" y="2205"/>
                  <a:pt x="1339" y="2213"/>
                </a:cubicBezTo>
                <a:cubicBezTo>
                  <a:pt x="1277" y="2071"/>
                  <a:pt x="1143" y="1696"/>
                  <a:pt x="1134" y="1687"/>
                </a:cubicBezTo>
                <a:cubicBezTo>
                  <a:pt x="1125" y="1642"/>
                  <a:pt x="1107" y="1607"/>
                  <a:pt x="1098" y="1571"/>
                </a:cubicBezTo>
                <a:cubicBezTo>
                  <a:pt x="1205" y="1357"/>
                  <a:pt x="1303" y="1142"/>
                  <a:pt x="1384" y="919"/>
                </a:cubicBezTo>
                <a:cubicBezTo>
                  <a:pt x="1419" y="830"/>
                  <a:pt x="1455" y="741"/>
                  <a:pt x="1482" y="643"/>
                </a:cubicBezTo>
                <a:lnTo>
                  <a:pt x="1428" y="607"/>
                </a:lnTo>
                <a:cubicBezTo>
                  <a:pt x="1393" y="705"/>
                  <a:pt x="1366" y="803"/>
                  <a:pt x="1330" y="901"/>
                </a:cubicBezTo>
                <a:cubicBezTo>
                  <a:pt x="1250" y="1116"/>
                  <a:pt x="1169" y="1321"/>
                  <a:pt x="1080" y="1526"/>
                </a:cubicBezTo>
                <a:cubicBezTo>
                  <a:pt x="1027" y="1375"/>
                  <a:pt x="982" y="1223"/>
                  <a:pt x="937" y="1071"/>
                </a:cubicBezTo>
                <a:cubicBezTo>
                  <a:pt x="920" y="1026"/>
                  <a:pt x="902" y="973"/>
                  <a:pt x="884" y="928"/>
                </a:cubicBezTo>
                <a:cubicBezTo>
                  <a:pt x="911" y="812"/>
                  <a:pt x="946" y="696"/>
                  <a:pt x="982" y="580"/>
                </a:cubicBezTo>
                <a:cubicBezTo>
                  <a:pt x="1009" y="500"/>
                  <a:pt x="1036" y="420"/>
                  <a:pt x="1062" y="339"/>
                </a:cubicBezTo>
                <a:lnTo>
                  <a:pt x="1009" y="312"/>
                </a:lnTo>
                <a:cubicBezTo>
                  <a:pt x="982" y="402"/>
                  <a:pt x="946" y="500"/>
                  <a:pt x="920" y="589"/>
                </a:cubicBezTo>
                <a:cubicBezTo>
                  <a:pt x="884" y="669"/>
                  <a:pt x="866" y="750"/>
                  <a:pt x="848" y="839"/>
                </a:cubicBezTo>
                <a:cubicBezTo>
                  <a:pt x="795" y="687"/>
                  <a:pt x="741" y="544"/>
                  <a:pt x="661" y="402"/>
                </a:cubicBezTo>
                <a:cubicBezTo>
                  <a:pt x="589" y="259"/>
                  <a:pt x="536" y="143"/>
                  <a:pt x="464" y="18"/>
                </a:cubicBezTo>
                <a:lnTo>
                  <a:pt x="43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9" name="Google Shape;3029;p25"/>
          <p:cNvSpPr/>
          <p:nvPr/>
        </p:nvSpPr>
        <p:spPr>
          <a:xfrm rot="-10221533">
            <a:off x="810757" y="984588"/>
            <a:ext cx="218787" cy="325809"/>
          </a:xfrm>
          <a:custGeom>
            <a:avLst/>
            <a:gdLst/>
            <a:ahLst/>
            <a:cxnLst/>
            <a:rect l="l" t="t" r="r" b="b"/>
            <a:pathLst>
              <a:path w="2206" h="3285" extrusionOk="0">
                <a:moveTo>
                  <a:pt x="1910" y="1000"/>
                </a:moveTo>
                <a:cubicBezTo>
                  <a:pt x="1821" y="910"/>
                  <a:pt x="1723" y="821"/>
                  <a:pt x="1598" y="723"/>
                </a:cubicBezTo>
                <a:cubicBezTo>
                  <a:pt x="1259" y="428"/>
                  <a:pt x="884" y="187"/>
                  <a:pt x="474" y="0"/>
                </a:cubicBezTo>
                <a:cubicBezTo>
                  <a:pt x="491" y="205"/>
                  <a:pt x="72" y="1464"/>
                  <a:pt x="36" y="1830"/>
                </a:cubicBezTo>
                <a:cubicBezTo>
                  <a:pt x="1" y="2151"/>
                  <a:pt x="134" y="2722"/>
                  <a:pt x="491" y="3284"/>
                </a:cubicBezTo>
                <a:cubicBezTo>
                  <a:pt x="625" y="3267"/>
                  <a:pt x="759" y="3231"/>
                  <a:pt x="875" y="3186"/>
                </a:cubicBezTo>
                <a:cubicBezTo>
                  <a:pt x="1750" y="2847"/>
                  <a:pt x="2205" y="1883"/>
                  <a:pt x="1910" y="1000"/>
                </a:cubicBezTo>
                <a:close/>
              </a:path>
            </a:pathLst>
          </a:custGeom>
          <a:gradFill>
            <a:gsLst>
              <a:gs pos="0">
                <a:srgbClr val="FFFFFF">
                  <a:alpha val="0"/>
                </a:srgbClr>
              </a:gs>
              <a:gs pos="100000">
                <a:srgbClr val="FFFFFF">
                  <a:alpha val="2196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0" name="Google Shape;3030;p25"/>
          <p:cNvSpPr/>
          <p:nvPr/>
        </p:nvSpPr>
        <p:spPr>
          <a:xfrm rot="-10221533">
            <a:off x="775509" y="863888"/>
            <a:ext cx="263913" cy="447107"/>
          </a:xfrm>
          <a:custGeom>
            <a:avLst/>
            <a:gdLst/>
            <a:ahLst/>
            <a:cxnLst/>
            <a:rect l="l" t="t" r="r" b="b"/>
            <a:pathLst>
              <a:path w="2661" h="4508" extrusionOk="0">
                <a:moveTo>
                  <a:pt x="447" y="0"/>
                </a:moveTo>
                <a:lnTo>
                  <a:pt x="447" y="45"/>
                </a:lnTo>
                <a:cubicBezTo>
                  <a:pt x="438" y="161"/>
                  <a:pt x="420" y="268"/>
                  <a:pt x="384" y="384"/>
                </a:cubicBezTo>
                <a:cubicBezTo>
                  <a:pt x="358" y="491"/>
                  <a:pt x="331" y="607"/>
                  <a:pt x="295" y="714"/>
                </a:cubicBezTo>
                <a:lnTo>
                  <a:pt x="117" y="1384"/>
                </a:lnTo>
                <a:cubicBezTo>
                  <a:pt x="90" y="1500"/>
                  <a:pt x="63" y="1607"/>
                  <a:pt x="36" y="1723"/>
                </a:cubicBezTo>
                <a:cubicBezTo>
                  <a:pt x="9" y="1830"/>
                  <a:pt x="1" y="1955"/>
                  <a:pt x="9" y="2071"/>
                </a:cubicBezTo>
                <a:cubicBezTo>
                  <a:pt x="36" y="2303"/>
                  <a:pt x="90" y="2535"/>
                  <a:pt x="179" y="2749"/>
                </a:cubicBezTo>
                <a:cubicBezTo>
                  <a:pt x="268" y="2963"/>
                  <a:pt x="375" y="3169"/>
                  <a:pt x="509" y="3365"/>
                </a:cubicBezTo>
                <a:cubicBezTo>
                  <a:pt x="634" y="3561"/>
                  <a:pt x="786" y="3731"/>
                  <a:pt x="973" y="3883"/>
                </a:cubicBezTo>
                <a:cubicBezTo>
                  <a:pt x="1348" y="4150"/>
                  <a:pt x="1768" y="4365"/>
                  <a:pt x="2205" y="4507"/>
                </a:cubicBezTo>
                <a:cubicBezTo>
                  <a:pt x="1768" y="4356"/>
                  <a:pt x="1357" y="4142"/>
                  <a:pt x="991" y="3856"/>
                </a:cubicBezTo>
                <a:cubicBezTo>
                  <a:pt x="813" y="3713"/>
                  <a:pt x="652" y="3544"/>
                  <a:pt x="536" y="3347"/>
                </a:cubicBezTo>
                <a:cubicBezTo>
                  <a:pt x="402" y="3151"/>
                  <a:pt x="295" y="2946"/>
                  <a:pt x="215" y="2731"/>
                </a:cubicBezTo>
                <a:cubicBezTo>
                  <a:pt x="125" y="2517"/>
                  <a:pt x="72" y="2294"/>
                  <a:pt x="54" y="2062"/>
                </a:cubicBezTo>
                <a:cubicBezTo>
                  <a:pt x="45" y="1955"/>
                  <a:pt x="54" y="1839"/>
                  <a:pt x="81" y="1732"/>
                </a:cubicBezTo>
                <a:cubicBezTo>
                  <a:pt x="99" y="1616"/>
                  <a:pt x="125" y="1509"/>
                  <a:pt x="161" y="1393"/>
                </a:cubicBezTo>
                <a:lnTo>
                  <a:pt x="349" y="723"/>
                </a:lnTo>
                <a:cubicBezTo>
                  <a:pt x="375" y="616"/>
                  <a:pt x="411" y="500"/>
                  <a:pt x="438" y="393"/>
                </a:cubicBezTo>
                <a:cubicBezTo>
                  <a:pt x="462" y="288"/>
                  <a:pt x="486" y="183"/>
                  <a:pt x="497" y="78"/>
                </a:cubicBezTo>
                <a:lnTo>
                  <a:pt x="497" y="78"/>
                </a:lnTo>
                <a:cubicBezTo>
                  <a:pt x="896" y="264"/>
                  <a:pt x="1277" y="508"/>
                  <a:pt x="1616" y="795"/>
                </a:cubicBezTo>
                <a:cubicBezTo>
                  <a:pt x="1794" y="937"/>
                  <a:pt x="1955" y="1098"/>
                  <a:pt x="2107" y="1277"/>
                </a:cubicBezTo>
                <a:cubicBezTo>
                  <a:pt x="2250" y="1446"/>
                  <a:pt x="2366" y="1643"/>
                  <a:pt x="2455" y="1857"/>
                </a:cubicBezTo>
                <a:cubicBezTo>
                  <a:pt x="2660" y="2267"/>
                  <a:pt x="2633" y="2749"/>
                  <a:pt x="2580" y="3196"/>
                </a:cubicBezTo>
                <a:cubicBezTo>
                  <a:pt x="2544" y="3419"/>
                  <a:pt x="2500" y="3642"/>
                  <a:pt x="2446" y="3865"/>
                </a:cubicBezTo>
                <a:cubicBezTo>
                  <a:pt x="2419" y="3972"/>
                  <a:pt x="2384" y="4088"/>
                  <a:pt x="2348" y="4195"/>
                </a:cubicBezTo>
                <a:cubicBezTo>
                  <a:pt x="2330" y="4249"/>
                  <a:pt x="2312" y="4311"/>
                  <a:pt x="2285" y="4365"/>
                </a:cubicBezTo>
                <a:cubicBezTo>
                  <a:pt x="2312" y="4311"/>
                  <a:pt x="2330" y="4258"/>
                  <a:pt x="2348" y="4204"/>
                </a:cubicBezTo>
                <a:cubicBezTo>
                  <a:pt x="2392" y="4097"/>
                  <a:pt x="2428" y="3981"/>
                  <a:pt x="2455" y="3874"/>
                </a:cubicBezTo>
                <a:cubicBezTo>
                  <a:pt x="2517" y="3651"/>
                  <a:pt x="2562" y="3428"/>
                  <a:pt x="2598" y="3204"/>
                </a:cubicBezTo>
                <a:cubicBezTo>
                  <a:pt x="2633" y="2972"/>
                  <a:pt x="2651" y="2749"/>
                  <a:pt x="2642" y="2517"/>
                </a:cubicBezTo>
                <a:cubicBezTo>
                  <a:pt x="2633" y="2401"/>
                  <a:pt x="2624" y="2285"/>
                  <a:pt x="2598" y="2169"/>
                </a:cubicBezTo>
                <a:cubicBezTo>
                  <a:pt x="2571" y="2062"/>
                  <a:pt x="2535" y="1946"/>
                  <a:pt x="2491" y="1848"/>
                </a:cubicBezTo>
                <a:cubicBezTo>
                  <a:pt x="2401" y="1625"/>
                  <a:pt x="2285" y="1428"/>
                  <a:pt x="2134" y="1250"/>
                </a:cubicBezTo>
                <a:cubicBezTo>
                  <a:pt x="1982" y="1071"/>
                  <a:pt x="1821" y="911"/>
                  <a:pt x="1643" y="768"/>
                </a:cubicBezTo>
                <a:cubicBezTo>
                  <a:pt x="1295" y="464"/>
                  <a:pt x="902" y="215"/>
                  <a:pt x="482" y="18"/>
                </a:cubicBezTo>
                <a:lnTo>
                  <a:pt x="44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1" name="Google Shape;3031;p25"/>
          <p:cNvSpPr/>
          <p:nvPr/>
        </p:nvSpPr>
        <p:spPr>
          <a:xfrm rot="-10221533">
            <a:off x="919965" y="684498"/>
            <a:ext cx="510768" cy="342372"/>
          </a:xfrm>
          <a:custGeom>
            <a:avLst/>
            <a:gdLst/>
            <a:ahLst/>
            <a:cxnLst/>
            <a:rect l="l" t="t" r="r" b="b"/>
            <a:pathLst>
              <a:path w="5150" h="3452" extrusionOk="0">
                <a:moveTo>
                  <a:pt x="1830" y="1"/>
                </a:moveTo>
                <a:cubicBezTo>
                  <a:pt x="1633" y="1"/>
                  <a:pt x="1517" y="224"/>
                  <a:pt x="1517" y="224"/>
                </a:cubicBezTo>
                <a:cubicBezTo>
                  <a:pt x="1517" y="224"/>
                  <a:pt x="1325" y="52"/>
                  <a:pt x="1157" y="52"/>
                </a:cubicBezTo>
                <a:cubicBezTo>
                  <a:pt x="1134" y="52"/>
                  <a:pt x="1111" y="56"/>
                  <a:pt x="1089" y="63"/>
                </a:cubicBezTo>
                <a:cubicBezTo>
                  <a:pt x="919" y="126"/>
                  <a:pt x="794" y="376"/>
                  <a:pt x="794" y="376"/>
                </a:cubicBezTo>
                <a:cubicBezTo>
                  <a:pt x="719" y="295"/>
                  <a:pt x="657" y="267"/>
                  <a:pt x="605" y="267"/>
                </a:cubicBezTo>
                <a:cubicBezTo>
                  <a:pt x="485" y="267"/>
                  <a:pt x="429" y="420"/>
                  <a:pt x="429" y="420"/>
                </a:cubicBezTo>
                <a:cubicBezTo>
                  <a:pt x="429" y="420"/>
                  <a:pt x="371" y="410"/>
                  <a:pt x="301" y="410"/>
                </a:cubicBezTo>
                <a:cubicBezTo>
                  <a:pt x="207" y="410"/>
                  <a:pt x="89" y="428"/>
                  <a:pt x="54" y="509"/>
                </a:cubicBezTo>
                <a:cubicBezTo>
                  <a:pt x="0" y="643"/>
                  <a:pt x="312" y="866"/>
                  <a:pt x="312" y="866"/>
                </a:cubicBezTo>
                <a:cubicBezTo>
                  <a:pt x="250" y="947"/>
                  <a:pt x="223" y="1045"/>
                  <a:pt x="232" y="1134"/>
                </a:cubicBezTo>
                <a:cubicBezTo>
                  <a:pt x="250" y="1304"/>
                  <a:pt x="562" y="1464"/>
                  <a:pt x="562" y="1464"/>
                </a:cubicBezTo>
                <a:cubicBezTo>
                  <a:pt x="562" y="1464"/>
                  <a:pt x="384" y="1616"/>
                  <a:pt x="437" y="1777"/>
                </a:cubicBezTo>
                <a:cubicBezTo>
                  <a:pt x="500" y="1937"/>
                  <a:pt x="803" y="1937"/>
                  <a:pt x="803" y="1937"/>
                </a:cubicBezTo>
                <a:cubicBezTo>
                  <a:pt x="803" y="1937"/>
                  <a:pt x="696" y="2250"/>
                  <a:pt x="902" y="2402"/>
                </a:cubicBezTo>
                <a:cubicBezTo>
                  <a:pt x="990" y="2465"/>
                  <a:pt x="1093" y="2483"/>
                  <a:pt x="1183" y="2483"/>
                </a:cubicBezTo>
                <a:cubicBezTo>
                  <a:pt x="1309" y="2483"/>
                  <a:pt x="1410" y="2446"/>
                  <a:pt x="1410" y="2446"/>
                </a:cubicBezTo>
                <a:lnTo>
                  <a:pt x="1410" y="2446"/>
                </a:lnTo>
                <a:cubicBezTo>
                  <a:pt x="1410" y="2446"/>
                  <a:pt x="1294" y="2616"/>
                  <a:pt x="1526" y="2839"/>
                </a:cubicBezTo>
                <a:cubicBezTo>
                  <a:pt x="1636" y="2948"/>
                  <a:pt x="1781" y="2976"/>
                  <a:pt x="1902" y="2976"/>
                </a:cubicBezTo>
                <a:cubicBezTo>
                  <a:pt x="2027" y="2976"/>
                  <a:pt x="2124" y="2946"/>
                  <a:pt x="2124" y="2946"/>
                </a:cubicBezTo>
                <a:lnTo>
                  <a:pt x="2124" y="2946"/>
                </a:lnTo>
                <a:cubicBezTo>
                  <a:pt x="2035" y="3062"/>
                  <a:pt x="2062" y="3232"/>
                  <a:pt x="2187" y="3312"/>
                </a:cubicBezTo>
                <a:cubicBezTo>
                  <a:pt x="2251" y="3365"/>
                  <a:pt x="2341" y="3383"/>
                  <a:pt x="2436" y="3383"/>
                </a:cubicBezTo>
                <a:cubicBezTo>
                  <a:pt x="2645" y="3383"/>
                  <a:pt x="2874" y="3294"/>
                  <a:pt x="2874" y="3294"/>
                </a:cubicBezTo>
                <a:cubicBezTo>
                  <a:pt x="2883" y="3399"/>
                  <a:pt x="2960" y="3434"/>
                  <a:pt x="3057" y="3434"/>
                </a:cubicBezTo>
                <a:cubicBezTo>
                  <a:pt x="3239" y="3434"/>
                  <a:pt x="3490" y="3312"/>
                  <a:pt x="3490" y="3312"/>
                </a:cubicBezTo>
                <a:lnTo>
                  <a:pt x="3490" y="3312"/>
                </a:lnTo>
                <a:cubicBezTo>
                  <a:pt x="3474" y="3389"/>
                  <a:pt x="3494" y="3451"/>
                  <a:pt x="3576" y="3451"/>
                </a:cubicBezTo>
                <a:cubicBezTo>
                  <a:pt x="3676" y="3451"/>
                  <a:pt x="3864" y="3361"/>
                  <a:pt x="4186" y="3098"/>
                </a:cubicBezTo>
                <a:cubicBezTo>
                  <a:pt x="4742" y="2658"/>
                  <a:pt x="5097" y="2642"/>
                  <a:pt x="5144" y="2642"/>
                </a:cubicBezTo>
                <a:cubicBezTo>
                  <a:pt x="5148" y="2642"/>
                  <a:pt x="5150" y="2643"/>
                  <a:pt x="5150" y="2643"/>
                </a:cubicBezTo>
                <a:cubicBezTo>
                  <a:pt x="5150" y="2643"/>
                  <a:pt x="4748" y="2187"/>
                  <a:pt x="4730" y="1911"/>
                </a:cubicBezTo>
                <a:cubicBezTo>
                  <a:pt x="4704" y="1634"/>
                  <a:pt x="4605" y="1045"/>
                  <a:pt x="4400" y="902"/>
                </a:cubicBezTo>
                <a:cubicBezTo>
                  <a:pt x="4340" y="861"/>
                  <a:pt x="4292" y="845"/>
                  <a:pt x="4253" y="845"/>
                </a:cubicBezTo>
                <a:cubicBezTo>
                  <a:pt x="4127" y="845"/>
                  <a:pt x="4106" y="1018"/>
                  <a:pt x="4106" y="1018"/>
                </a:cubicBezTo>
                <a:cubicBezTo>
                  <a:pt x="4106" y="1018"/>
                  <a:pt x="4061" y="402"/>
                  <a:pt x="3793" y="349"/>
                </a:cubicBezTo>
                <a:cubicBezTo>
                  <a:pt x="3776" y="346"/>
                  <a:pt x="3761" y="345"/>
                  <a:pt x="3746" y="345"/>
                </a:cubicBezTo>
                <a:cubicBezTo>
                  <a:pt x="3536" y="345"/>
                  <a:pt x="3543" y="626"/>
                  <a:pt x="3543" y="626"/>
                </a:cubicBezTo>
                <a:cubicBezTo>
                  <a:pt x="3543" y="626"/>
                  <a:pt x="3436" y="242"/>
                  <a:pt x="3160" y="188"/>
                </a:cubicBezTo>
                <a:cubicBezTo>
                  <a:pt x="3138" y="183"/>
                  <a:pt x="3117" y="181"/>
                  <a:pt x="3097" y="181"/>
                </a:cubicBezTo>
                <a:cubicBezTo>
                  <a:pt x="2968" y="181"/>
                  <a:pt x="2851" y="272"/>
                  <a:pt x="2820" y="402"/>
                </a:cubicBezTo>
                <a:cubicBezTo>
                  <a:pt x="2820" y="402"/>
                  <a:pt x="2606" y="161"/>
                  <a:pt x="2410" y="144"/>
                </a:cubicBezTo>
                <a:cubicBezTo>
                  <a:pt x="2397" y="142"/>
                  <a:pt x="2383" y="141"/>
                  <a:pt x="2370" y="141"/>
                </a:cubicBezTo>
                <a:cubicBezTo>
                  <a:pt x="2270" y="141"/>
                  <a:pt x="2181" y="199"/>
                  <a:pt x="2133" y="286"/>
                </a:cubicBezTo>
                <a:cubicBezTo>
                  <a:pt x="2133" y="286"/>
                  <a:pt x="2026" y="1"/>
                  <a:pt x="1830"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2" name="Google Shape;3032;p25"/>
          <p:cNvSpPr/>
          <p:nvPr/>
        </p:nvSpPr>
        <p:spPr>
          <a:xfrm rot="-10221533">
            <a:off x="781230" y="680782"/>
            <a:ext cx="647932" cy="325908"/>
          </a:xfrm>
          <a:custGeom>
            <a:avLst/>
            <a:gdLst/>
            <a:ahLst/>
            <a:cxnLst/>
            <a:rect l="l" t="t" r="r" b="b"/>
            <a:pathLst>
              <a:path w="6533" h="3286" extrusionOk="0">
                <a:moveTo>
                  <a:pt x="1259" y="1"/>
                </a:moveTo>
                <a:cubicBezTo>
                  <a:pt x="1473" y="349"/>
                  <a:pt x="1616" y="733"/>
                  <a:pt x="1678" y="1143"/>
                </a:cubicBezTo>
                <a:lnTo>
                  <a:pt x="1286" y="956"/>
                </a:lnTo>
                <a:lnTo>
                  <a:pt x="1054" y="849"/>
                </a:lnTo>
                <a:cubicBezTo>
                  <a:pt x="964" y="643"/>
                  <a:pt x="857" y="456"/>
                  <a:pt x="732" y="278"/>
                </a:cubicBezTo>
                <a:cubicBezTo>
                  <a:pt x="697" y="242"/>
                  <a:pt x="661" y="206"/>
                  <a:pt x="616" y="188"/>
                </a:cubicBezTo>
                <a:lnTo>
                  <a:pt x="616" y="188"/>
                </a:lnTo>
                <a:lnTo>
                  <a:pt x="679" y="269"/>
                </a:lnTo>
                <a:cubicBezTo>
                  <a:pt x="804" y="438"/>
                  <a:pt x="920" y="626"/>
                  <a:pt x="1018" y="822"/>
                </a:cubicBezTo>
                <a:lnTo>
                  <a:pt x="27" y="358"/>
                </a:lnTo>
                <a:cubicBezTo>
                  <a:pt x="18" y="367"/>
                  <a:pt x="1" y="385"/>
                  <a:pt x="1" y="402"/>
                </a:cubicBezTo>
                <a:cubicBezTo>
                  <a:pt x="625" y="706"/>
                  <a:pt x="1259" y="1000"/>
                  <a:pt x="1893" y="1295"/>
                </a:cubicBezTo>
                <a:cubicBezTo>
                  <a:pt x="1866" y="1304"/>
                  <a:pt x="1830" y="1313"/>
                  <a:pt x="1803" y="1322"/>
                </a:cubicBezTo>
                <a:lnTo>
                  <a:pt x="1705" y="1349"/>
                </a:lnTo>
                <a:cubicBezTo>
                  <a:pt x="1634" y="1366"/>
                  <a:pt x="1571" y="1384"/>
                  <a:pt x="1500" y="1402"/>
                </a:cubicBezTo>
                <a:cubicBezTo>
                  <a:pt x="1357" y="1438"/>
                  <a:pt x="1205" y="1473"/>
                  <a:pt x="1063" y="1491"/>
                </a:cubicBezTo>
                <a:cubicBezTo>
                  <a:pt x="831" y="1527"/>
                  <a:pt x="599" y="1545"/>
                  <a:pt x="367" y="1545"/>
                </a:cubicBezTo>
                <a:cubicBezTo>
                  <a:pt x="367" y="1563"/>
                  <a:pt x="367" y="1572"/>
                  <a:pt x="367" y="1581"/>
                </a:cubicBezTo>
                <a:cubicBezTo>
                  <a:pt x="406" y="1582"/>
                  <a:pt x="446" y="1583"/>
                  <a:pt x="486" y="1583"/>
                </a:cubicBezTo>
                <a:cubicBezTo>
                  <a:pt x="678" y="1583"/>
                  <a:pt x="870" y="1566"/>
                  <a:pt x="1063" y="1536"/>
                </a:cubicBezTo>
                <a:cubicBezTo>
                  <a:pt x="1214" y="1518"/>
                  <a:pt x="1357" y="1491"/>
                  <a:pt x="1509" y="1456"/>
                </a:cubicBezTo>
                <a:cubicBezTo>
                  <a:pt x="1580" y="1438"/>
                  <a:pt x="1652" y="1420"/>
                  <a:pt x="1723" y="1402"/>
                </a:cubicBezTo>
                <a:cubicBezTo>
                  <a:pt x="1759" y="1393"/>
                  <a:pt x="1795" y="1375"/>
                  <a:pt x="1830" y="1366"/>
                </a:cubicBezTo>
                <a:lnTo>
                  <a:pt x="1884" y="1349"/>
                </a:lnTo>
                <a:cubicBezTo>
                  <a:pt x="1893" y="1349"/>
                  <a:pt x="1928" y="1331"/>
                  <a:pt x="1946" y="1331"/>
                </a:cubicBezTo>
                <a:cubicBezTo>
                  <a:pt x="1951" y="1335"/>
                  <a:pt x="1955" y="1337"/>
                  <a:pt x="1960" y="1337"/>
                </a:cubicBezTo>
                <a:cubicBezTo>
                  <a:pt x="1964" y="1337"/>
                  <a:pt x="1969" y="1335"/>
                  <a:pt x="1973" y="1331"/>
                </a:cubicBezTo>
                <a:lnTo>
                  <a:pt x="2366" y="1500"/>
                </a:lnTo>
                <a:lnTo>
                  <a:pt x="2669" y="1643"/>
                </a:lnTo>
                <a:cubicBezTo>
                  <a:pt x="2062" y="1929"/>
                  <a:pt x="1411" y="2098"/>
                  <a:pt x="741" y="2143"/>
                </a:cubicBezTo>
                <a:lnTo>
                  <a:pt x="724" y="2143"/>
                </a:lnTo>
                <a:cubicBezTo>
                  <a:pt x="724" y="2152"/>
                  <a:pt x="732" y="2161"/>
                  <a:pt x="741" y="2170"/>
                </a:cubicBezTo>
                <a:cubicBezTo>
                  <a:pt x="1232" y="2143"/>
                  <a:pt x="1723" y="2045"/>
                  <a:pt x="2187" y="1875"/>
                </a:cubicBezTo>
                <a:cubicBezTo>
                  <a:pt x="2366" y="1813"/>
                  <a:pt x="2544" y="1741"/>
                  <a:pt x="2714" y="1652"/>
                </a:cubicBezTo>
                <a:cubicBezTo>
                  <a:pt x="2964" y="1768"/>
                  <a:pt x="3223" y="1875"/>
                  <a:pt x="3481" y="1973"/>
                </a:cubicBezTo>
                <a:cubicBezTo>
                  <a:pt x="2955" y="2357"/>
                  <a:pt x="2375" y="2643"/>
                  <a:pt x="1759" y="2812"/>
                </a:cubicBezTo>
                <a:lnTo>
                  <a:pt x="1661" y="2839"/>
                </a:lnTo>
                <a:cubicBezTo>
                  <a:pt x="1696" y="2848"/>
                  <a:pt x="1732" y="2857"/>
                  <a:pt x="1768" y="2866"/>
                </a:cubicBezTo>
                <a:cubicBezTo>
                  <a:pt x="2223" y="2732"/>
                  <a:pt x="2660" y="2536"/>
                  <a:pt x="3062" y="2286"/>
                </a:cubicBezTo>
                <a:cubicBezTo>
                  <a:pt x="3214" y="2196"/>
                  <a:pt x="3365" y="2098"/>
                  <a:pt x="3508" y="1991"/>
                </a:cubicBezTo>
                <a:cubicBezTo>
                  <a:pt x="3731" y="2071"/>
                  <a:pt x="3945" y="2161"/>
                  <a:pt x="4160" y="2241"/>
                </a:cubicBezTo>
                <a:lnTo>
                  <a:pt x="3972" y="2402"/>
                </a:lnTo>
                <a:cubicBezTo>
                  <a:pt x="3615" y="2723"/>
                  <a:pt x="3231" y="3000"/>
                  <a:pt x="2821" y="3232"/>
                </a:cubicBezTo>
                <a:cubicBezTo>
                  <a:pt x="2830" y="3250"/>
                  <a:pt x="2839" y="3267"/>
                  <a:pt x="2857" y="3285"/>
                </a:cubicBezTo>
                <a:cubicBezTo>
                  <a:pt x="3223" y="3080"/>
                  <a:pt x="3571" y="2830"/>
                  <a:pt x="3883" y="2553"/>
                </a:cubicBezTo>
                <a:cubicBezTo>
                  <a:pt x="3999" y="2455"/>
                  <a:pt x="4106" y="2357"/>
                  <a:pt x="4222" y="2259"/>
                </a:cubicBezTo>
                <a:cubicBezTo>
                  <a:pt x="4454" y="2348"/>
                  <a:pt x="4686" y="2437"/>
                  <a:pt x="4918" y="2518"/>
                </a:cubicBezTo>
                <a:cubicBezTo>
                  <a:pt x="5150" y="2598"/>
                  <a:pt x="5400" y="2678"/>
                  <a:pt x="5650" y="2759"/>
                </a:cubicBezTo>
                <a:cubicBezTo>
                  <a:pt x="5775" y="2794"/>
                  <a:pt x="5891" y="2839"/>
                  <a:pt x="6016" y="2884"/>
                </a:cubicBezTo>
                <a:cubicBezTo>
                  <a:pt x="6141" y="2919"/>
                  <a:pt x="6266" y="2964"/>
                  <a:pt x="6391" y="3009"/>
                </a:cubicBezTo>
                <a:cubicBezTo>
                  <a:pt x="6401" y="3012"/>
                  <a:pt x="6410" y="3013"/>
                  <a:pt x="6418" y="3013"/>
                </a:cubicBezTo>
                <a:cubicBezTo>
                  <a:pt x="6505" y="3013"/>
                  <a:pt x="6533" y="2864"/>
                  <a:pt x="6435" y="2848"/>
                </a:cubicBezTo>
                <a:cubicBezTo>
                  <a:pt x="6337" y="2830"/>
                  <a:pt x="6212" y="2803"/>
                  <a:pt x="6105" y="2777"/>
                </a:cubicBezTo>
                <a:cubicBezTo>
                  <a:pt x="5989" y="2750"/>
                  <a:pt x="5882" y="2723"/>
                  <a:pt x="5766" y="2696"/>
                </a:cubicBezTo>
                <a:cubicBezTo>
                  <a:pt x="5543" y="2634"/>
                  <a:pt x="5320" y="2571"/>
                  <a:pt x="5106" y="2500"/>
                </a:cubicBezTo>
                <a:lnTo>
                  <a:pt x="5061" y="2482"/>
                </a:lnTo>
                <a:lnTo>
                  <a:pt x="5052" y="2482"/>
                </a:lnTo>
                <a:lnTo>
                  <a:pt x="4784" y="2393"/>
                </a:lnTo>
                <a:lnTo>
                  <a:pt x="4740" y="2375"/>
                </a:lnTo>
                <a:lnTo>
                  <a:pt x="4418" y="2268"/>
                </a:lnTo>
                <a:lnTo>
                  <a:pt x="4115" y="2152"/>
                </a:lnTo>
                <a:lnTo>
                  <a:pt x="3945" y="2089"/>
                </a:lnTo>
                <a:cubicBezTo>
                  <a:pt x="3999" y="1706"/>
                  <a:pt x="3990" y="1313"/>
                  <a:pt x="3910" y="929"/>
                </a:cubicBezTo>
                <a:cubicBezTo>
                  <a:pt x="3865" y="697"/>
                  <a:pt x="3803" y="465"/>
                  <a:pt x="3731" y="242"/>
                </a:cubicBezTo>
                <a:lnTo>
                  <a:pt x="3669" y="242"/>
                </a:lnTo>
                <a:lnTo>
                  <a:pt x="3678" y="269"/>
                </a:lnTo>
                <a:cubicBezTo>
                  <a:pt x="3812" y="643"/>
                  <a:pt x="3892" y="1045"/>
                  <a:pt x="3919" y="1447"/>
                </a:cubicBezTo>
                <a:cubicBezTo>
                  <a:pt x="3936" y="1652"/>
                  <a:pt x="3928" y="1866"/>
                  <a:pt x="3910" y="2080"/>
                </a:cubicBezTo>
                <a:lnTo>
                  <a:pt x="3812" y="2045"/>
                </a:lnTo>
                <a:cubicBezTo>
                  <a:pt x="3535" y="1938"/>
                  <a:pt x="3258" y="1822"/>
                  <a:pt x="2973" y="1714"/>
                </a:cubicBezTo>
                <a:cubicBezTo>
                  <a:pt x="2973" y="1233"/>
                  <a:pt x="2901" y="759"/>
                  <a:pt x="2749" y="304"/>
                </a:cubicBezTo>
                <a:cubicBezTo>
                  <a:pt x="2749" y="304"/>
                  <a:pt x="2723" y="269"/>
                  <a:pt x="2678" y="224"/>
                </a:cubicBezTo>
                <a:lnTo>
                  <a:pt x="2678" y="224"/>
                </a:lnTo>
                <a:cubicBezTo>
                  <a:pt x="2767" y="501"/>
                  <a:pt x="2839" y="777"/>
                  <a:pt x="2892" y="1063"/>
                </a:cubicBezTo>
                <a:cubicBezTo>
                  <a:pt x="2928" y="1268"/>
                  <a:pt x="2946" y="1491"/>
                  <a:pt x="2955" y="1706"/>
                </a:cubicBezTo>
                <a:cubicBezTo>
                  <a:pt x="2723" y="1607"/>
                  <a:pt x="2500" y="1509"/>
                  <a:pt x="2268" y="1402"/>
                </a:cubicBezTo>
                <a:cubicBezTo>
                  <a:pt x="2294" y="1090"/>
                  <a:pt x="2250" y="777"/>
                  <a:pt x="2152" y="483"/>
                </a:cubicBezTo>
                <a:cubicBezTo>
                  <a:pt x="2125" y="394"/>
                  <a:pt x="2098" y="295"/>
                  <a:pt x="2071" y="197"/>
                </a:cubicBezTo>
                <a:cubicBezTo>
                  <a:pt x="2062" y="162"/>
                  <a:pt x="2035" y="126"/>
                  <a:pt x="2018" y="90"/>
                </a:cubicBezTo>
                <a:lnTo>
                  <a:pt x="2018" y="90"/>
                </a:lnTo>
                <a:cubicBezTo>
                  <a:pt x="2044" y="197"/>
                  <a:pt x="2071" y="313"/>
                  <a:pt x="2107" y="420"/>
                </a:cubicBezTo>
                <a:cubicBezTo>
                  <a:pt x="2143" y="572"/>
                  <a:pt x="2187" y="724"/>
                  <a:pt x="2214" y="867"/>
                </a:cubicBezTo>
                <a:cubicBezTo>
                  <a:pt x="2250" y="1036"/>
                  <a:pt x="2259" y="1215"/>
                  <a:pt x="2241" y="1393"/>
                </a:cubicBezTo>
                <a:lnTo>
                  <a:pt x="1714" y="1161"/>
                </a:lnTo>
                <a:cubicBezTo>
                  <a:pt x="1661" y="759"/>
                  <a:pt x="1518" y="367"/>
                  <a:pt x="1304" y="28"/>
                </a:cubicBezTo>
                <a:cubicBezTo>
                  <a:pt x="1286" y="19"/>
                  <a:pt x="1277" y="10"/>
                  <a:pt x="125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3" name="Google Shape;3033;p25"/>
          <p:cNvSpPr/>
          <p:nvPr/>
        </p:nvSpPr>
        <p:spPr>
          <a:xfrm rot="-10221533">
            <a:off x="1122719" y="747319"/>
            <a:ext cx="302791" cy="295757"/>
          </a:xfrm>
          <a:custGeom>
            <a:avLst/>
            <a:gdLst/>
            <a:ahLst/>
            <a:cxnLst/>
            <a:rect l="l" t="t" r="r" b="b"/>
            <a:pathLst>
              <a:path w="3053" h="2982" extrusionOk="0">
                <a:moveTo>
                  <a:pt x="1098" y="54"/>
                </a:moveTo>
                <a:cubicBezTo>
                  <a:pt x="919" y="117"/>
                  <a:pt x="794" y="367"/>
                  <a:pt x="794" y="367"/>
                </a:cubicBezTo>
                <a:cubicBezTo>
                  <a:pt x="553" y="99"/>
                  <a:pt x="429" y="411"/>
                  <a:pt x="429" y="411"/>
                </a:cubicBezTo>
                <a:cubicBezTo>
                  <a:pt x="429" y="411"/>
                  <a:pt x="116" y="367"/>
                  <a:pt x="63" y="500"/>
                </a:cubicBezTo>
                <a:cubicBezTo>
                  <a:pt x="0" y="634"/>
                  <a:pt x="312" y="866"/>
                  <a:pt x="312" y="866"/>
                </a:cubicBezTo>
                <a:cubicBezTo>
                  <a:pt x="250" y="938"/>
                  <a:pt x="223" y="1036"/>
                  <a:pt x="232" y="1134"/>
                </a:cubicBezTo>
                <a:cubicBezTo>
                  <a:pt x="250" y="1304"/>
                  <a:pt x="571" y="1455"/>
                  <a:pt x="571" y="1455"/>
                </a:cubicBezTo>
                <a:cubicBezTo>
                  <a:pt x="571" y="1455"/>
                  <a:pt x="384" y="1607"/>
                  <a:pt x="446" y="1777"/>
                </a:cubicBezTo>
                <a:cubicBezTo>
                  <a:pt x="500" y="1937"/>
                  <a:pt x="812" y="1928"/>
                  <a:pt x="812" y="1928"/>
                </a:cubicBezTo>
                <a:cubicBezTo>
                  <a:pt x="812" y="1928"/>
                  <a:pt x="696" y="2241"/>
                  <a:pt x="910" y="2393"/>
                </a:cubicBezTo>
                <a:cubicBezTo>
                  <a:pt x="1116" y="2544"/>
                  <a:pt x="1410" y="2446"/>
                  <a:pt x="1410" y="2446"/>
                </a:cubicBezTo>
                <a:cubicBezTo>
                  <a:pt x="1410" y="2446"/>
                  <a:pt x="1294" y="2616"/>
                  <a:pt x="1526" y="2830"/>
                </a:cubicBezTo>
                <a:cubicBezTo>
                  <a:pt x="1642" y="2928"/>
                  <a:pt x="1794" y="2982"/>
                  <a:pt x="1946" y="2964"/>
                </a:cubicBezTo>
                <a:cubicBezTo>
                  <a:pt x="3052" y="2241"/>
                  <a:pt x="2928" y="572"/>
                  <a:pt x="1723" y="19"/>
                </a:cubicBezTo>
                <a:cubicBezTo>
                  <a:pt x="1633" y="63"/>
                  <a:pt x="1571" y="135"/>
                  <a:pt x="1526" y="224"/>
                </a:cubicBezTo>
                <a:cubicBezTo>
                  <a:pt x="1526" y="224"/>
                  <a:pt x="1267" y="1"/>
                  <a:pt x="1098" y="54"/>
                </a:cubicBezTo>
                <a:close/>
              </a:path>
            </a:pathLst>
          </a:custGeom>
          <a:gradFill>
            <a:gsLst>
              <a:gs pos="0">
                <a:srgbClr val="FFFFFF">
                  <a:alpha val="0"/>
                </a:srgbClr>
              </a:gs>
              <a:gs pos="100000">
                <a:srgbClr val="FFFFFF">
                  <a:alpha val="2196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4" name="Google Shape;3034;p25"/>
          <p:cNvSpPr/>
          <p:nvPr/>
        </p:nvSpPr>
        <p:spPr>
          <a:xfrm rot="-10221533">
            <a:off x="919992" y="682695"/>
            <a:ext cx="508190" cy="345447"/>
          </a:xfrm>
          <a:custGeom>
            <a:avLst/>
            <a:gdLst/>
            <a:ahLst/>
            <a:cxnLst/>
            <a:rect l="l" t="t" r="r" b="b"/>
            <a:pathLst>
              <a:path w="5124" h="3483" extrusionOk="0">
                <a:moveTo>
                  <a:pt x="1788" y="1"/>
                </a:moveTo>
                <a:cubicBezTo>
                  <a:pt x="1728" y="1"/>
                  <a:pt x="1668" y="20"/>
                  <a:pt x="1616" y="60"/>
                </a:cubicBezTo>
                <a:cubicBezTo>
                  <a:pt x="1561" y="108"/>
                  <a:pt x="1520" y="155"/>
                  <a:pt x="1486" y="209"/>
                </a:cubicBezTo>
                <a:lnTo>
                  <a:pt x="1486" y="209"/>
                </a:lnTo>
                <a:cubicBezTo>
                  <a:pt x="1436" y="164"/>
                  <a:pt x="1375" y="127"/>
                  <a:pt x="1313" y="96"/>
                </a:cubicBezTo>
                <a:cubicBezTo>
                  <a:pt x="1264" y="61"/>
                  <a:pt x="1200" y="48"/>
                  <a:pt x="1136" y="48"/>
                </a:cubicBezTo>
                <a:cubicBezTo>
                  <a:pt x="1117" y="48"/>
                  <a:pt x="1099" y="49"/>
                  <a:pt x="1081" y="51"/>
                </a:cubicBezTo>
                <a:cubicBezTo>
                  <a:pt x="1000" y="78"/>
                  <a:pt x="938" y="123"/>
                  <a:pt x="884" y="185"/>
                </a:cubicBezTo>
                <a:cubicBezTo>
                  <a:pt x="838" y="240"/>
                  <a:pt x="798" y="294"/>
                  <a:pt x="765" y="355"/>
                </a:cubicBezTo>
                <a:lnTo>
                  <a:pt x="765" y="355"/>
                </a:lnTo>
                <a:cubicBezTo>
                  <a:pt x="745" y="332"/>
                  <a:pt x="723" y="314"/>
                  <a:pt x="697" y="301"/>
                </a:cubicBezTo>
                <a:cubicBezTo>
                  <a:pt x="652" y="275"/>
                  <a:pt x="617" y="266"/>
                  <a:pt x="563" y="266"/>
                </a:cubicBezTo>
                <a:cubicBezTo>
                  <a:pt x="519" y="266"/>
                  <a:pt x="483" y="292"/>
                  <a:pt x="447" y="328"/>
                </a:cubicBezTo>
                <a:cubicBezTo>
                  <a:pt x="425" y="350"/>
                  <a:pt x="403" y="384"/>
                  <a:pt x="386" y="415"/>
                </a:cubicBezTo>
                <a:lnTo>
                  <a:pt x="386" y="415"/>
                </a:lnTo>
                <a:cubicBezTo>
                  <a:pt x="356" y="412"/>
                  <a:pt x="325" y="411"/>
                  <a:pt x="294" y="411"/>
                </a:cubicBezTo>
                <a:cubicBezTo>
                  <a:pt x="257" y="411"/>
                  <a:pt x="220" y="413"/>
                  <a:pt x="179" y="417"/>
                </a:cubicBezTo>
                <a:cubicBezTo>
                  <a:pt x="144" y="426"/>
                  <a:pt x="108" y="435"/>
                  <a:pt x="72" y="453"/>
                </a:cubicBezTo>
                <a:cubicBezTo>
                  <a:pt x="28" y="480"/>
                  <a:pt x="1" y="516"/>
                  <a:pt x="1" y="569"/>
                </a:cubicBezTo>
                <a:cubicBezTo>
                  <a:pt x="1" y="605"/>
                  <a:pt x="19" y="649"/>
                  <a:pt x="37" y="676"/>
                </a:cubicBezTo>
                <a:cubicBezTo>
                  <a:pt x="54" y="712"/>
                  <a:pt x="81" y="739"/>
                  <a:pt x="108" y="765"/>
                </a:cubicBezTo>
                <a:cubicBezTo>
                  <a:pt x="149" y="814"/>
                  <a:pt x="204" y="863"/>
                  <a:pt x="254" y="905"/>
                </a:cubicBezTo>
                <a:lnTo>
                  <a:pt x="254" y="905"/>
                </a:lnTo>
                <a:cubicBezTo>
                  <a:pt x="226" y="953"/>
                  <a:pt x="205" y="1008"/>
                  <a:pt x="197" y="1069"/>
                </a:cubicBezTo>
                <a:cubicBezTo>
                  <a:pt x="188" y="1105"/>
                  <a:pt x="188" y="1131"/>
                  <a:pt x="197" y="1167"/>
                </a:cubicBezTo>
                <a:cubicBezTo>
                  <a:pt x="197" y="1203"/>
                  <a:pt x="206" y="1238"/>
                  <a:pt x="233" y="1265"/>
                </a:cubicBezTo>
                <a:cubicBezTo>
                  <a:pt x="269" y="1319"/>
                  <a:pt x="313" y="1372"/>
                  <a:pt x="376" y="1408"/>
                </a:cubicBezTo>
                <a:cubicBezTo>
                  <a:pt x="414" y="1438"/>
                  <a:pt x="464" y="1469"/>
                  <a:pt x="511" y="1493"/>
                </a:cubicBezTo>
                <a:lnTo>
                  <a:pt x="511" y="1493"/>
                </a:lnTo>
                <a:cubicBezTo>
                  <a:pt x="471" y="1533"/>
                  <a:pt x="441" y="1579"/>
                  <a:pt x="411" y="1631"/>
                </a:cubicBezTo>
                <a:cubicBezTo>
                  <a:pt x="385" y="1703"/>
                  <a:pt x="385" y="1774"/>
                  <a:pt x="411" y="1845"/>
                </a:cubicBezTo>
                <a:cubicBezTo>
                  <a:pt x="456" y="1899"/>
                  <a:pt x="519" y="1944"/>
                  <a:pt x="590" y="1952"/>
                </a:cubicBezTo>
                <a:cubicBezTo>
                  <a:pt x="644" y="1968"/>
                  <a:pt x="705" y="1977"/>
                  <a:pt x="760" y="1979"/>
                </a:cubicBezTo>
                <a:lnTo>
                  <a:pt x="760" y="1979"/>
                </a:lnTo>
                <a:cubicBezTo>
                  <a:pt x="740" y="2052"/>
                  <a:pt x="734" y="2132"/>
                  <a:pt x="742" y="2211"/>
                </a:cubicBezTo>
                <a:cubicBezTo>
                  <a:pt x="751" y="2301"/>
                  <a:pt x="804" y="2390"/>
                  <a:pt x="876" y="2434"/>
                </a:cubicBezTo>
                <a:cubicBezTo>
                  <a:pt x="956" y="2488"/>
                  <a:pt x="1045" y="2515"/>
                  <a:pt x="1134" y="2515"/>
                </a:cubicBezTo>
                <a:cubicBezTo>
                  <a:pt x="1157" y="2517"/>
                  <a:pt x="1179" y="2518"/>
                  <a:pt x="1201" y="2518"/>
                </a:cubicBezTo>
                <a:cubicBezTo>
                  <a:pt x="1255" y="2518"/>
                  <a:pt x="1307" y="2512"/>
                  <a:pt x="1357" y="2499"/>
                </a:cubicBezTo>
                <a:lnTo>
                  <a:pt x="1357" y="2499"/>
                </a:lnTo>
                <a:cubicBezTo>
                  <a:pt x="1335" y="2577"/>
                  <a:pt x="1347" y="2662"/>
                  <a:pt x="1384" y="2729"/>
                </a:cubicBezTo>
                <a:cubicBezTo>
                  <a:pt x="1429" y="2809"/>
                  <a:pt x="1500" y="2881"/>
                  <a:pt x="1581" y="2925"/>
                </a:cubicBezTo>
                <a:cubicBezTo>
                  <a:pt x="1652" y="2979"/>
                  <a:pt x="1750" y="2997"/>
                  <a:pt x="1839" y="3006"/>
                </a:cubicBezTo>
                <a:cubicBezTo>
                  <a:pt x="1862" y="3008"/>
                  <a:pt x="1884" y="3009"/>
                  <a:pt x="1906" y="3009"/>
                </a:cubicBezTo>
                <a:cubicBezTo>
                  <a:pt x="1959" y="3009"/>
                  <a:pt x="2012" y="3003"/>
                  <a:pt x="2065" y="2990"/>
                </a:cubicBezTo>
                <a:lnTo>
                  <a:pt x="2065" y="2990"/>
                </a:lnTo>
                <a:cubicBezTo>
                  <a:pt x="2026" y="3066"/>
                  <a:pt x="2026" y="3162"/>
                  <a:pt x="2071" y="3238"/>
                </a:cubicBezTo>
                <a:cubicBezTo>
                  <a:pt x="2116" y="3327"/>
                  <a:pt x="2205" y="3380"/>
                  <a:pt x="2304" y="3398"/>
                </a:cubicBezTo>
                <a:cubicBezTo>
                  <a:pt x="2348" y="3407"/>
                  <a:pt x="2395" y="3412"/>
                  <a:pt x="2443" y="3412"/>
                </a:cubicBezTo>
                <a:cubicBezTo>
                  <a:pt x="2491" y="3412"/>
                  <a:pt x="2540" y="3407"/>
                  <a:pt x="2589" y="3398"/>
                </a:cubicBezTo>
                <a:cubicBezTo>
                  <a:pt x="2674" y="3381"/>
                  <a:pt x="2758" y="3365"/>
                  <a:pt x="2843" y="3332"/>
                </a:cubicBezTo>
                <a:lnTo>
                  <a:pt x="2843" y="3332"/>
                </a:lnTo>
                <a:lnTo>
                  <a:pt x="2848" y="3363"/>
                </a:lnTo>
                <a:cubicBezTo>
                  <a:pt x="2857" y="3372"/>
                  <a:pt x="2866" y="3389"/>
                  <a:pt x="2875" y="3398"/>
                </a:cubicBezTo>
                <a:cubicBezTo>
                  <a:pt x="2893" y="3425"/>
                  <a:pt x="2919" y="3443"/>
                  <a:pt x="2955" y="3452"/>
                </a:cubicBezTo>
                <a:cubicBezTo>
                  <a:pt x="2986" y="3461"/>
                  <a:pt x="3018" y="3465"/>
                  <a:pt x="3048" y="3465"/>
                </a:cubicBezTo>
                <a:cubicBezTo>
                  <a:pt x="3078" y="3465"/>
                  <a:pt x="3107" y="3461"/>
                  <a:pt x="3134" y="3452"/>
                </a:cubicBezTo>
                <a:cubicBezTo>
                  <a:pt x="3240" y="3435"/>
                  <a:pt x="3347" y="3404"/>
                  <a:pt x="3447" y="3357"/>
                </a:cubicBezTo>
                <a:lnTo>
                  <a:pt x="3447" y="3357"/>
                </a:lnTo>
                <a:cubicBezTo>
                  <a:pt x="3442" y="3394"/>
                  <a:pt x="3454" y="3433"/>
                  <a:pt x="3482" y="3461"/>
                </a:cubicBezTo>
                <a:cubicBezTo>
                  <a:pt x="3501" y="3476"/>
                  <a:pt x="3526" y="3482"/>
                  <a:pt x="3551" y="3482"/>
                </a:cubicBezTo>
                <a:cubicBezTo>
                  <a:pt x="3571" y="3482"/>
                  <a:pt x="3591" y="3478"/>
                  <a:pt x="3607" y="3470"/>
                </a:cubicBezTo>
                <a:cubicBezTo>
                  <a:pt x="3687" y="3443"/>
                  <a:pt x="3767" y="3407"/>
                  <a:pt x="3830" y="3363"/>
                </a:cubicBezTo>
                <a:cubicBezTo>
                  <a:pt x="3972" y="3273"/>
                  <a:pt x="4106" y="3175"/>
                  <a:pt x="4231" y="3068"/>
                </a:cubicBezTo>
                <a:cubicBezTo>
                  <a:pt x="4365" y="2961"/>
                  <a:pt x="4508" y="2872"/>
                  <a:pt x="4651" y="2800"/>
                </a:cubicBezTo>
                <a:cubicBezTo>
                  <a:pt x="4803" y="2720"/>
                  <a:pt x="4963" y="2667"/>
                  <a:pt x="5124" y="2658"/>
                </a:cubicBezTo>
                <a:lnTo>
                  <a:pt x="5124" y="2658"/>
                </a:lnTo>
                <a:cubicBezTo>
                  <a:pt x="4963" y="2667"/>
                  <a:pt x="4803" y="2711"/>
                  <a:pt x="4660" y="2791"/>
                </a:cubicBezTo>
                <a:cubicBezTo>
                  <a:pt x="4508" y="2863"/>
                  <a:pt x="4365" y="2952"/>
                  <a:pt x="4231" y="3059"/>
                </a:cubicBezTo>
                <a:cubicBezTo>
                  <a:pt x="4106" y="3157"/>
                  <a:pt x="3972" y="3256"/>
                  <a:pt x="3830" y="3345"/>
                </a:cubicBezTo>
                <a:cubicBezTo>
                  <a:pt x="3758" y="3389"/>
                  <a:pt x="3687" y="3425"/>
                  <a:pt x="3607" y="3452"/>
                </a:cubicBezTo>
                <a:cubicBezTo>
                  <a:pt x="3594" y="3455"/>
                  <a:pt x="3579" y="3457"/>
                  <a:pt x="3565" y="3457"/>
                </a:cubicBezTo>
                <a:cubicBezTo>
                  <a:pt x="3541" y="3457"/>
                  <a:pt x="3516" y="3451"/>
                  <a:pt x="3499" y="3434"/>
                </a:cubicBezTo>
                <a:cubicBezTo>
                  <a:pt x="3473" y="3407"/>
                  <a:pt x="3464" y="3372"/>
                  <a:pt x="3482" y="3336"/>
                </a:cubicBezTo>
                <a:lnTo>
                  <a:pt x="3482" y="3309"/>
                </a:lnTo>
                <a:lnTo>
                  <a:pt x="3455" y="3318"/>
                </a:lnTo>
                <a:cubicBezTo>
                  <a:pt x="3348" y="3372"/>
                  <a:pt x="3232" y="3407"/>
                  <a:pt x="3116" y="3434"/>
                </a:cubicBezTo>
                <a:cubicBezTo>
                  <a:pt x="3089" y="3439"/>
                  <a:pt x="3062" y="3441"/>
                  <a:pt x="3034" y="3441"/>
                </a:cubicBezTo>
                <a:cubicBezTo>
                  <a:pt x="3006" y="3441"/>
                  <a:pt x="2977" y="3439"/>
                  <a:pt x="2946" y="3434"/>
                </a:cubicBezTo>
                <a:cubicBezTo>
                  <a:pt x="2902" y="3416"/>
                  <a:pt x="2857" y="3372"/>
                  <a:pt x="2857" y="3309"/>
                </a:cubicBezTo>
                <a:lnTo>
                  <a:pt x="2857" y="3291"/>
                </a:lnTo>
                <a:lnTo>
                  <a:pt x="2839" y="3300"/>
                </a:lnTo>
                <a:cubicBezTo>
                  <a:pt x="2750" y="3336"/>
                  <a:pt x="2661" y="3354"/>
                  <a:pt x="2571" y="3372"/>
                </a:cubicBezTo>
                <a:cubicBezTo>
                  <a:pt x="2527" y="3380"/>
                  <a:pt x="2482" y="3385"/>
                  <a:pt x="2436" y="3385"/>
                </a:cubicBezTo>
                <a:cubicBezTo>
                  <a:pt x="2391" y="3385"/>
                  <a:pt x="2344" y="3380"/>
                  <a:pt x="2295" y="3372"/>
                </a:cubicBezTo>
                <a:cubicBezTo>
                  <a:pt x="2214" y="3354"/>
                  <a:pt x="2134" y="3300"/>
                  <a:pt x="2089" y="3220"/>
                </a:cubicBezTo>
                <a:cubicBezTo>
                  <a:pt x="2045" y="3140"/>
                  <a:pt x="2054" y="3050"/>
                  <a:pt x="2107" y="2979"/>
                </a:cubicBezTo>
                <a:lnTo>
                  <a:pt x="2134" y="2934"/>
                </a:lnTo>
                <a:lnTo>
                  <a:pt x="2089" y="2952"/>
                </a:lnTo>
                <a:cubicBezTo>
                  <a:pt x="2089" y="2952"/>
                  <a:pt x="2089" y="2952"/>
                  <a:pt x="2089" y="2952"/>
                </a:cubicBezTo>
                <a:lnTo>
                  <a:pt x="2089" y="2952"/>
                </a:lnTo>
                <a:cubicBezTo>
                  <a:pt x="2031" y="2965"/>
                  <a:pt x="1967" y="2973"/>
                  <a:pt x="1902" y="2973"/>
                </a:cubicBezTo>
                <a:cubicBezTo>
                  <a:pt x="1878" y="2973"/>
                  <a:pt x="1854" y="2972"/>
                  <a:pt x="1831" y="2970"/>
                </a:cubicBezTo>
                <a:cubicBezTo>
                  <a:pt x="1741" y="2970"/>
                  <a:pt x="1661" y="2943"/>
                  <a:pt x="1590" y="2899"/>
                </a:cubicBezTo>
                <a:cubicBezTo>
                  <a:pt x="1509" y="2854"/>
                  <a:pt x="1456" y="2791"/>
                  <a:pt x="1411" y="2720"/>
                </a:cubicBezTo>
                <a:cubicBezTo>
                  <a:pt x="1368" y="2652"/>
                  <a:pt x="1358" y="2567"/>
                  <a:pt x="1389" y="2489"/>
                </a:cubicBezTo>
                <a:lnTo>
                  <a:pt x="1389" y="2489"/>
                </a:lnTo>
                <a:cubicBezTo>
                  <a:pt x="1390" y="2489"/>
                  <a:pt x="1392" y="2488"/>
                  <a:pt x="1393" y="2488"/>
                </a:cubicBezTo>
                <a:lnTo>
                  <a:pt x="1391" y="2484"/>
                </a:lnTo>
                <a:lnTo>
                  <a:pt x="1391" y="2484"/>
                </a:lnTo>
                <a:cubicBezTo>
                  <a:pt x="1392" y="2482"/>
                  <a:pt x="1392" y="2481"/>
                  <a:pt x="1393" y="2479"/>
                </a:cubicBezTo>
                <a:lnTo>
                  <a:pt x="1420" y="2434"/>
                </a:lnTo>
                <a:lnTo>
                  <a:pt x="1375" y="2452"/>
                </a:lnTo>
                <a:cubicBezTo>
                  <a:pt x="1375" y="2452"/>
                  <a:pt x="1375" y="2452"/>
                  <a:pt x="1375" y="2452"/>
                </a:cubicBezTo>
                <a:lnTo>
                  <a:pt x="1375" y="2452"/>
                </a:lnTo>
                <a:cubicBezTo>
                  <a:pt x="1314" y="2473"/>
                  <a:pt x="1249" y="2483"/>
                  <a:pt x="1185" y="2483"/>
                </a:cubicBezTo>
                <a:cubicBezTo>
                  <a:pt x="1083" y="2483"/>
                  <a:pt x="981" y="2457"/>
                  <a:pt x="893" y="2408"/>
                </a:cubicBezTo>
                <a:cubicBezTo>
                  <a:pt x="831" y="2363"/>
                  <a:pt x="786" y="2283"/>
                  <a:pt x="777" y="2202"/>
                </a:cubicBezTo>
                <a:cubicBezTo>
                  <a:pt x="768" y="2122"/>
                  <a:pt x="768" y="2042"/>
                  <a:pt x="795" y="1961"/>
                </a:cubicBezTo>
                <a:lnTo>
                  <a:pt x="813" y="1935"/>
                </a:lnTo>
                <a:lnTo>
                  <a:pt x="777" y="1935"/>
                </a:lnTo>
                <a:cubicBezTo>
                  <a:pt x="715" y="1935"/>
                  <a:pt x="652" y="1926"/>
                  <a:pt x="590" y="1908"/>
                </a:cubicBezTo>
                <a:cubicBezTo>
                  <a:pt x="536" y="1899"/>
                  <a:pt x="483" y="1863"/>
                  <a:pt x="447" y="1810"/>
                </a:cubicBezTo>
                <a:cubicBezTo>
                  <a:pt x="420" y="1756"/>
                  <a:pt x="420" y="1694"/>
                  <a:pt x="447" y="1649"/>
                </a:cubicBezTo>
                <a:cubicBezTo>
                  <a:pt x="474" y="1587"/>
                  <a:pt x="510" y="1542"/>
                  <a:pt x="554" y="1497"/>
                </a:cubicBezTo>
                <a:lnTo>
                  <a:pt x="581" y="1479"/>
                </a:lnTo>
                <a:lnTo>
                  <a:pt x="554" y="1462"/>
                </a:lnTo>
                <a:cubicBezTo>
                  <a:pt x="492" y="1435"/>
                  <a:pt x="438" y="1399"/>
                  <a:pt x="394" y="1363"/>
                </a:cubicBezTo>
                <a:cubicBezTo>
                  <a:pt x="340" y="1328"/>
                  <a:pt x="295" y="1283"/>
                  <a:pt x="260" y="1238"/>
                </a:cubicBezTo>
                <a:cubicBezTo>
                  <a:pt x="251" y="1212"/>
                  <a:pt x="242" y="1185"/>
                  <a:pt x="233" y="1158"/>
                </a:cubicBezTo>
                <a:cubicBezTo>
                  <a:pt x="233" y="1131"/>
                  <a:pt x="233" y="1096"/>
                  <a:pt x="233" y="1069"/>
                </a:cubicBezTo>
                <a:cubicBezTo>
                  <a:pt x="242" y="1006"/>
                  <a:pt x="269" y="953"/>
                  <a:pt x="304" y="908"/>
                </a:cubicBezTo>
                <a:lnTo>
                  <a:pt x="322" y="890"/>
                </a:lnTo>
                <a:lnTo>
                  <a:pt x="295" y="873"/>
                </a:lnTo>
                <a:cubicBezTo>
                  <a:pt x="242" y="828"/>
                  <a:pt x="188" y="783"/>
                  <a:pt x="144" y="730"/>
                </a:cubicBezTo>
                <a:cubicBezTo>
                  <a:pt x="90" y="685"/>
                  <a:pt x="63" y="623"/>
                  <a:pt x="54" y="560"/>
                </a:cubicBezTo>
                <a:cubicBezTo>
                  <a:pt x="54" y="507"/>
                  <a:pt x="126" y="471"/>
                  <a:pt x="188" y="462"/>
                </a:cubicBezTo>
                <a:cubicBezTo>
                  <a:pt x="224" y="458"/>
                  <a:pt x="260" y="455"/>
                  <a:pt x="295" y="455"/>
                </a:cubicBezTo>
                <a:cubicBezTo>
                  <a:pt x="331" y="455"/>
                  <a:pt x="367" y="458"/>
                  <a:pt x="403" y="462"/>
                </a:cubicBezTo>
                <a:lnTo>
                  <a:pt x="420" y="462"/>
                </a:lnTo>
                <a:lnTo>
                  <a:pt x="429" y="444"/>
                </a:lnTo>
                <a:cubicBezTo>
                  <a:pt x="456" y="382"/>
                  <a:pt x="510" y="319"/>
                  <a:pt x="572" y="310"/>
                </a:cubicBezTo>
                <a:cubicBezTo>
                  <a:pt x="608" y="310"/>
                  <a:pt x="635" y="319"/>
                  <a:pt x="670" y="337"/>
                </a:cubicBezTo>
                <a:cubicBezTo>
                  <a:pt x="697" y="355"/>
                  <a:pt x="724" y="382"/>
                  <a:pt x="751" y="408"/>
                </a:cubicBezTo>
                <a:lnTo>
                  <a:pt x="777" y="435"/>
                </a:lnTo>
                <a:lnTo>
                  <a:pt x="795" y="400"/>
                </a:lnTo>
                <a:cubicBezTo>
                  <a:pt x="822" y="337"/>
                  <a:pt x="867" y="275"/>
                  <a:pt x="920" y="221"/>
                </a:cubicBezTo>
                <a:cubicBezTo>
                  <a:pt x="965" y="159"/>
                  <a:pt x="1018" y="123"/>
                  <a:pt x="1090" y="96"/>
                </a:cubicBezTo>
                <a:cubicBezTo>
                  <a:pt x="1102" y="95"/>
                  <a:pt x="1114" y="94"/>
                  <a:pt x="1126" y="94"/>
                </a:cubicBezTo>
                <a:cubicBezTo>
                  <a:pt x="1185" y="94"/>
                  <a:pt x="1243" y="111"/>
                  <a:pt x="1295" y="141"/>
                </a:cubicBezTo>
                <a:cubicBezTo>
                  <a:pt x="1357" y="167"/>
                  <a:pt x="1420" y="212"/>
                  <a:pt x="1482" y="257"/>
                </a:cubicBezTo>
                <a:lnTo>
                  <a:pt x="1500" y="284"/>
                </a:lnTo>
                <a:lnTo>
                  <a:pt x="1518" y="257"/>
                </a:lnTo>
                <a:cubicBezTo>
                  <a:pt x="1545" y="194"/>
                  <a:pt x="1590" y="141"/>
                  <a:pt x="1643" y="105"/>
                </a:cubicBezTo>
                <a:cubicBezTo>
                  <a:pt x="1680" y="68"/>
                  <a:pt x="1736" y="49"/>
                  <a:pt x="1790" y="49"/>
                </a:cubicBezTo>
                <a:cubicBezTo>
                  <a:pt x="1801" y="49"/>
                  <a:pt x="1811" y="50"/>
                  <a:pt x="1822" y="51"/>
                </a:cubicBezTo>
                <a:cubicBezTo>
                  <a:pt x="1884" y="60"/>
                  <a:pt x="1947" y="96"/>
                  <a:pt x="1991" y="150"/>
                </a:cubicBezTo>
                <a:cubicBezTo>
                  <a:pt x="2031" y="190"/>
                  <a:pt x="2064" y="244"/>
                  <a:pt x="2090" y="300"/>
                </a:cubicBezTo>
                <a:lnTo>
                  <a:pt x="2090" y="300"/>
                </a:lnTo>
                <a:cubicBezTo>
                  <a:pt x="2090" y="301"/>
                  <a:pt x="2090" y="301"/>
                  <a:pt x="2089" y="301"/>
                </a:cubicBezTo>
                <a:lnTo>
                  <a:pt x="2090" y="301"/>
                </a:lnTo>
                <a:cubicBezTo>
                  <a:pt x="2093" y="307"/>
                  <a:pt x="2096" y="313"/>
                  <a:pt x="2098" y="319"/>
                </a:cubicBezTo>
                <a:lnTo>
                  <a:pt x="2116" y="364"/>
                </a:lnTo>
                <a:lnTo>
                  <a:pt x="2134" y="319"/>
                </a:lnTo>
                <a:cubicBezTo>
                  <a:pt x="2161" y="257"/>
                  <a:pt x="2205" y="212"/>
                  <a:pt x="2268" y="194"/>
                </a:cubicBezTo>
                <a:cubicBezTo>
                  <a:pt x="2299" y="181"/>
                  <a:pt x="2330" y="174"/>
                  <a:pt x="2362" y="174"/>
                </a:cubicBezTo>
                <a:cubicBezTo>
                  <a:pt x="2393" y="174"/>
                  <a:pt x="2424" y="181"/>
                  <a:pt x="2455" y="194"/>
                </a:cubicBezTo>
                <a:cubicBezTo>
                  <a:pt x="2580" y="248"/>
                  <a:pt x="2687" y="328"/>
                  <a:pt x="2777" y="426"/>
                </a:cubicBezTo>
                <a:lnTo>
                  <a:pt x="2803" y="453"/>
                </a:lnTo>
                <a:lnTo>
                  <a:pt x="2812" y="417"/>
                </a:lnTo>
                <a:cubicBezTo>
                  <a:pt x="2830" y="337"/>
                  <a:pt x="2884" y="266"/>
                  <a:pt x="2964" y="230"/>
                </a:cubicBezTo>
                <a:cubicBezTo>
                  <a:pt x="2992" y="219"/>
                  <a:pt x="3023" y="214"/>
                  <a:pt x="3055" y="214"/>
                </a:cubicBezTo>
                <a:cubicBezTo>
                  <a:pt x="3104" y="214"/>
                  <a:pt x="3156" y="226"/>
                  <a:pt x="3205" y="248"/>
                </a:cubicBezTo>
                <a:cubicBezTo>
                  <a:pt x="3276" y="284"/>
                  <a:pt x="3339" y="337"/>
                  <a:pt x="3383" y="408"/>
                </a:cubicBezTo>
                <a:cubicBezTo>
                  <a:pt x="3431" y="472"/>
                  <a:pt x="3465" y="544"/>
                  <a:pt x="3491" y="615"/>
                </a:cubicBezTo>
                <a:lnTo>
                  <a:pt x="3491" y="615"/>
                </a:lnTo>
                <a:cubicBezTo>
                  <a:pt x="3491" y="621"/>
                  <a:pt x="3491" y="626"/>
                  <a:pt x="3491" y="632"/>
                </a:cubicBezTo>
                <a:lnTo>
                  <a:pt x="3496" y="632"/>
                </a:lnTo>
                <a:cubicBezTo>
                  <a:pt x="3497" y="635"/>
                  <a:pt x="3498" y="638"/>
                  <a:pt x="3499" y="641"/>
                </a:cubicBezTo>
                <a:lnTo>
                  <a:pt x="3526" y="739"/>
                </a:lnTo>
                <a:lnTo>
                  <a:pt x="3526" y="641"/>
                </a:lnTo>
                <a:cubicBezTo>
                  <a:pt x="3526" y="638"/>
                  <a:pt x="3526" y="635"/>
                  <a:pt x="3526" y="632"/>
                </a:cubicBezTo>
                <a:lnTo>
                  <a:pt x="3526" y="632"/>
                </a:lnTo>
                <a:cubicBezTo>
                  <a:pt x="3526" y="631"/>
                  <a:pt x="3526" y="630"/>
                  <a:pt x="3525" y="629"/>
                </a:cubicBezTo>
                <a:lnTo>
                  <a:pt x="3525" y="629"/>
                </a:lnTo>
                <a:cubicBezTo>
                  <a:pt x="3521" y="535"/>
                  <a:pt x="3565" y="442"/>
                  <a:pt x="3642" y="391"/>
                </a:cubicBezTo>
                <a:cubicBezTo>
                  <a:pt x="3670" y="380"/>
                  <a:pt x="3697" y="372"/>
                  <a:pt x="3725" y="372"/>
                </a:cubicBezTo>
                <a:cubicBezTo>
                  <a:pt x="3742" y="372"/>
                  <a:pt x="3759" y="375"/>
                  <a:pt x="3776" y="382"/>
                </a:cubicBezTo>
                <a:cubicBezTo>
                  <a:pt x="3821" y="400"/>
                  <a:pt x="3865" y="426"/>
                  <a:pt x="3892" y="462"/>
                </a:cubicBezTo>
                <a:cubicBezTo>
                  <a:pt x="3946" y="542"/>
                  <a:pt x="3990" y="641"/>
                  <a:pt x="4008" y="730"/>
                </a:cubicBezTo>
                <a:cubicBezTo>
                  <a:pt x="4032" y="816"/>
                  <a:pt x="4048" y="902"/>
                  <a:pt x="4058" y="994"/>
                </a:cubicBezTo>
                <a:lnTo>
                  <a:pt x="4058" y="994"/>
                </a:lnTo>
                <a:cubicBezTo>
                  <a:pt x="4056" y="1002"/>
                  <a:pt x="4054" y="1009"/>
                  <a:pt x="4053" y="1015"/>
                </a:cubicBezTo>
                <a:lnTo>
                  <a:pt x="4060" y="1015"/>
                </a:lnTo>
                <a:cubicBezTo>
                  <a:pt x="4061" y="1021"/>
                  <a:pt x="4061" y="1027"/>
                  <a:pt x="4062" y="1033"/>
                </a:cubicBezTo>
                <a:lnTo>
                  <a:pt x="4071" y="1131"/>
                </a:lnTo>
                <a:lnTo>
                  <a:pt x="4089" y="1033"/>
                </a:lnTo>
                <a:cubicBezTo>
                  <a:pt x="4097" y="989"/>
                  <a:pt x="4115" y="944"/>
                  <a:pt x="4142" y="908"/>
                </a:cubicBezTo>
                <a:cubicBezTo>
                  <a:pt x="4168" y="882"/>
                  <a:pt x="4199" y="866"/>
                  <a:pt x="4231" y="866"/>
                </a:cubicBezTo>
                <a:cubicBezTo>
                  <a:pt x="4243" y="866"/>
                  <a:pt x="4255" y="868"/>
                  <a:pt x="4267" y="873"/>
                </a:cubicBezTo>
                <a:cubicBezTo>
                  <a:pt x="4356" y="899"/>
                  <a:pt x="4437" y="962"/>
                  <a:pt x="4472" y="1051"/>
                </a:cubicBezTo>
                <a:cubicBezTo>
                  <a:pt x="4562" y="1221"/>
                  <a:pt x="4615" y="1417"/>
                  <a:pt x="4651" y="1604"/>
                </a:cubicBezTo>
                <a:cubicBezTo>
                  <a:pt x="4669" y="1703"/>
                  <a:pt x="4678" y="1801"/>
                  <a:pt x="4686" y="1899"/>
                </a:cubicBezTo>
                <a:cubicBezTo>
                  <a:pt x="4704" y="1997"/>
                  <a:pt x="4731" y="2086"/>
                  <a:pt x="4785" y="2176"/>
                </a:cubicBezTo>
                <a:cubicBezTo>
                  <a:pt x="4883" y="2345"/>
                  <a:pt x="4990" y="2506"/>
                  <a:pt x="5124" y="2658"/>
                </a:cubicBezTo>
                <a:cubicBezTo>
                  <a:pt x="4999" y="2506"/>
                  <a:pt x="4883" y="2336"/>
                  <a:pt x="4785" y="2167"/>
                </a:cubicBezTo>
                <a:cubicBezTo>
                  <a:pt x="4678" y="1988"/>
                  <a:pt x="4695" y="1783"/>
                  <a:pt x="4660" y="1595"/>
                </a:cubicBezTo>
                <a:cubicBezTo>
                  <a:pt x="4633" y="1399"/>
                  <a:pt x="4570" y="1212"/>
                  <a:pt x="4490" y="1033"/>
                </a:cubicBezTo>
                <a:cubicBezTo>
                  <a:pt x="4446" y="935"/>
                  <a:pt x="4365" y="864"/>
                  <a:pt x="4267" y="837"/>
                </a:cubicBezTo>
                <a:cubicBezTo>
                  <a:pt x="4253" y="832"/>
                  <a:pt x="4239" y="830"/>
                  <a:pt x="4226" y="830"/>
                </a:cubicBezTo>
                <a:cubicBezTo>
                  <a:pt x="4186" y="830"/>
                  <a:pt x="4148" y="848"/>
                  <a:pt x="4115" y="881"/>
                </a:cubicBezTo>
                <a:cubicBezTo>
                  <a:pt x="4103" y="898"/>
                  <a:pt x="4091" y="918"/>
                  <a:pt x="4080" y="940"/>
                </a:cubicBezTo>
                <a:lnTo>
                  <a:pt x="4080" y="940"/>
                </a:lnTo>
                <a:cubicBezTo>
                  <a:pt x="4070" y="867"/>
                  <a:pt x="4055" y="794"/>
                  <a:pt x="4035" y="721"/>
                </a:cubicBezTo>
                <a:cubicBezTo>
                  <a:pt x="4008" y="614"/>
                  <a:pt x="3972" y="524"/>
                  <a:pt x="3910" y="435"/>
                </a:cubicBezTo>
                <a:cubicBezTo>
                  <a:pt x="3866" y="372"/>
                  <a:pt x="3790" y="336"/>
                  <a:pt x="3715" y="336"/>
                </a:cubicBezTo>
                <a:cubicBezTo>
                  <a:pt x="3684" y="336"/>
                  <a:pt x="3653" y="342"/>
                  <a:pt x="3624" y="355"/>
                </a:cubicBezTo>
                <a:cubicBezTo>
                  <a:pt x="3571" y="382"/>
                  <a:pt x="3535" y="426"/>
                  <a:pt x="3517" y="471"/>
                </a:cubicBezTo>
                <a:cubicBezTo>
                  <a:pt x="3509" y="497"/>
                  <a:pt x="3502" y="523"/>
                  <a:pt x="3498" y="549"/>
                </a:cubicBezTo>
                <a:lnTo>
                  <a:pt x="3498" y="549"/>
                </a:lnTo>
                <a:cubicBezTo>
                  <a:pt x="3475" y="492"/>
                  <a:pt x="3447" y="439"/>
                  <a:pt x="3410" y="391"/>
                </a:cubicBezTo>
                <a:cubicBezTo>
                  <a:pt x="3366" y="310"/>
                  <a:pt x="3294" y="248"/>
                  <a:pt x="3214" y="203"/>
                </a:cubicBezTo>
                <a:cubicBezTo>
                  <a:pt x="3169" y="183"/>
                  <a:pt x="3118" y="172"/>
                  <a:pt x="3066" y="172"/>
                </a:cubicBezTo>
                <a:cubicBezTo>
                  <a:pt x="3026" y="172"/>
                  <a:pt x="2985" y="179"/>
                  <a:pt x="2946" y="194"/>
                </a:cubicBezTo>
                <a:cubicBezTo>
                  <a:pt x="2865" y="235"/>
                  <a:pt x="2806" y="298"/>
                  <a:pt x="2782" y="376"/>
                </a:cubicBezTo>
                <a:lnTo>
                  <a:pt x="2782" y="376"/>
                </a:lnTo>
                <a:cubicBezTo>
                  <a:pt x="2742" y="332"/>
                  <a:pt x="2697" y="295"/>
                  <a:pt x="2652" y="257"/>
                </a:cubicBezTo>
                <a:cubicBezTo>
                  <a:pt x="2598" y="212"/>
                  <a:pt x="2536" y="176"/>
                  <a:pt x="2464" y="150"/>
                </a:cubicBezTo>
                <a:cubicBezTo>
                  <a:pt x="2428" y="136"/>
                  <a:pt x="2393" y="130"/>
                  <a:pt x="2357" y="130"/>
                </a:cubicBezTo>
                <a:cubicBezTo>
                  <a:pt x="2321" y="130"/>
                  <a:pt x="2286" y="136"/>
                  <a:pt x="2250" y="150"/>
                </a:cubicBezTo>
                <a:cubicBezTo>
                  <a:pt x="2194" y="171"/>
                  <a:pt x="2149" y="208"/>
                  <a:pt x="2116" y="257"/>
                </a:cubicBezTo>
                <a:lnTo>
                  <a:pt x="2116" y="257"/>
                </a:lnTo>
                <a:cubicBezTo>
                  <a:pt x="2091" y="204"/>
                  <a:pt x="2060" y="156"/>
                  <a:pt x="2018" y="114"/>
                </a:cubicBezTo>
                <a:cubicBezTo>
                  <a:pt x="1960" y="40"/>
                  <a:pt x="1874" y="1"/>
                  <a:pt x="178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5" name="Google Shape;3035;p25"/>
          <p:cNvSpPr/>
          <p:nvPr/>
        </p:nvSpPr>
        <p:spPr>
          <a:xfrm rot="6479528" flipH="1">
            <a:off x="639706" y="4086803"/>
            <a:ext cx="423218" cy="379194"/>
          </a:xfrm>
          <a:custGeom>
            <a:avLst/>
            <a:gdLst/>
            <a:ahLst/>
            <a:cxnLst/>
            <a:rect l="l" t="t" r="r" b="b"/>
            <a:pathLst>
              <a:path w="4196" h="3833" extrusionOk="0">
                <a:moveTo>
                  <a:pt x="1187" y="1"/>
                </a:moveTo>
                <a:cubicBezTo>
                  <a:pt x="1184" y="1"/>
                  <a:pt x="1181" y="1"/>
                  <a:pt x="1178" y="1"/>
                </a:cubicBezTo>
                <a:cubicBezTo>
                  <a:pt x="1000" y="10"/>
                  <a:pt x="813" y="206"/>
                  <a:pt x="813" y="206"/>
                </a:cubicBezTo>
                <a:cubicBezTo>
                  <a:pt x="754" y="86"/>
                  <a:pt x="689" y="49"/>
                  <a:pt x="631" y="49"/>
                </a:cubicBezTo>
                <a:cubicBezTo>
                  <a:pt x="539" y="49"/>
                  <a:pt x="464" y="144"/>
                  <a:pt x="464" y="144"/>
                </a:cubicBezTo>
                <a:cubicBezTo>
                  <a:pt x="464" y="144"/>
                  <a:pt x="330" y="79"/>
                  <a:pt x="218" y="79"/>
                </a:cubicBezTo>
                <a:cubicBezTo>
                  <a:pt x="170" y="79"/>
                  <a:pt x="125" y="91"/>
                  <a:pt x="99" y="126"/>
                </a:cubicBezTo>
                <a:cubicBezTo>
                  <a:pt x="0" y="233"/>
                  <a:pt x="223" y="527"/>
                  <a:pt x="223" y="527"/>
                </a:cubicBezTo>
                <a:cubicBezTo>
                  <a:pt x="152" y="581"/>
                  <a:pt x="99" y="661"/>
                  <a:pt x="81" y="751"/>
                </a:cubicBezTo>
                <a:cubicBezTo>
                  <a:pt x="45" y="911"/>
                  <a:pt x="295" y="1143"/>
                  <a:pt x="295" y="1143"/>
                </a:cubicBezTo>
                <a:cubicBezTo>
                  <a:pt x="295" y="1143"/>
                  <a:pt x="81" y="1233"/>
                  <a:pt x="90" y="1402"/>
                </a:cubicBezTo>
                <a:cubicBezTo>
                  <a:pt x="99" y="1563"/>
                  <a:pt x="384" y="1643"/>
                  <a:pt x="384" y="1643"/>
                </a:cubicBezTo>
                <a:cubicBezTo>
                  <a:pt x="384" y="1643"/>
                  <a:pt x="188" y="1902"/>
                  <a:pt x="339" y="2098"/>
                </a:cubicBezTo>
                <a:cubicBezTo>
                  <a:pt x="476" y="2273"/>
                  <a:pt x="710" y="2286"/>
                  <a:pt x="777" y="2286"/>
                </a:cubicBezTo>
                <a:cubicBezTo>
                  <a:pt x="788" y="2286"/>
                  <a:pt x="795" y="2286"/>
                  <a:pt x="795" y="2286"/>
                </a:cubicBezTo>
                <a:lnTo>
                  <a:pt x="795" y="2286"/>
                </a:lnTo>
                <a:cubicBezTo>
                  <a:pt x="795" y="2286"/>
                  <a:pt x="643" y="2411"/>
                  <a:pt x="795" y="2678"/>
                </a:cubicBezTo>
                <a:cubicBezTo>
                  <a:pt x="946" y="2946"/>
                  <a:pt x="1312" y="2946"/>
                  <a:pt x="1312" y="2946"/>
                </a:cubicBezTo>
                <a:cubicBezTo>
                  <a:pt x="1205" y="3026"/>
                  <a:pt x="1187" y="3187"/>
                  <a:pt x="1277" y="3294"/>
                </a:cubicBezTo>
                <a:cubicBezTo>
                  <a:pt x="1384" y="3455"/>
                  <a:pt x="1687" y="3475"/>
                  <a:pt x="1831" y="3475"/>
                </a:cubicBezTo>
                <a:cubicBezTo>
                  <a:pt x="1880" y="3475"/>
                  <a:pt x="1910" y="3473"/>
                  <a:pt x="1910" y="3473"/>
                </a:cubicBezTo>
                <a:lnTo>
                  <a:pt x="1910" y="3473"/>
                </a:lnTo>
                <a:cubicBezTo>
                  <a:pt x="1872" y="3648"/>
                  <a:pt x="2094" y="3682"/>
                  <a:pt x="2270" y="3682"/>
                </a:cubicBezTo>
                <a:cubicBezTo>
                  <a:pt x="2380" y="3682"/>
                  <a:pt x="2473" y="3669"/>
                  <a:pt x="2473" y="3669"/>
                </a:cubicBezTo>
                <a:lnTo>
                  <a:pt x="2473" y="3669"/>
                </a:lnTo>
                <a:cubicBezTo>
                  <a:pt x="2427" y="3755"/>
                  <a:pt x="2439" y="3833"/>
                  <a:pt x="2584" y="3833"/>
                </a:cubicBezTo>
                <a:cubicBezTo>
                  <a:pt x="2694" y="3833"/>
                  <a:pt x="2881" y="3788"/>
                  <a:pt x="3178" y="3669"/>
                </a:cubicBezTo>
                <a:cubicBezTo>
                  <a:pt x="3539" y="3524"/>
                  <a:pt x="3801" y="3489"/>
                  <a:pt x="3969" y="3489"/>
                </a:cubicBezTo>
                <a:cubicBezTo>
                  <a:pt x="4121" y="3489"/>
                  <a:pt x="4195" y="3517"/>
                  <a:pt x="4195" y="3517"/>
                </a:cubicBezTo>
                <a:cubicBezTo>
                  <a:pt x="4195" y="3517"/>
                  <a:pt x="3954" y="2982"/>
                  <a:pt x="4008" y="2714"/>
                </a:cubicBezTo>
                <a:cubicBezTo>
                  <a:pt x="4061" y="2455"/>
                  <a:pt x="4142" y="1884"/>
                  <a:pt x="3990" y="1697"/>
                </a:cubicBezTo>
                <a:cubicBezTo>
                  <a:pt x="3932" y="1622"/>
                  <a:pt x="3880" y="1596"/>
                  <a:pt x="3837" y="1596"/>
                </a:cubicBezTo>
                <a:cubicBezTo>
                  <a:pt x="3742" y="1596"/>
                  <a:pt x="3686" y="1723"/>
                  <a:pt x="3686" y="1723"/>
                </a:cubicBezTo>
                <a:cubicBezTo>
                  <a:pt x="3686" y="1723"/>
                  <a:pt x="3811" y="1134"/>
                  <a:pt x="3588" y="1018"/>
                </a:cubicBezTo>
                <a:cubicBezTo>
                  <a:pt x="3551" y="1000"/>
                  <a:pt x="3518" y="992"/>
                  <a:pt x="3488" y="992"/>
                </a:cubicBezTo>
                <a:cubicBezTo>
                  <a:pt x="3332" y="992"/>
                  <a:pt x="3276" y="1206"/>
                  <a:pt x="3276" y="1206"/>
                </a:cubicBezTo>
                <a:cubicBezTo>
                  <a:pt x="3276" y="1206"/>
                  <a:pt x="3285" y="822"/>
                  <a:pt x="3044" y="688"/>
                </a:cubicBezTo>
                <a:cubicBezTo>
                  <a:pt x="3001" y="665"/>
                  <a:pt x="2955" y="654"/>
                  <a:pt x="2911" y="654"/>
                </a:cubicBezTo>
                <a:cubicBezTo>
                  <a:pt x="2816" y="654"/>
                  <a:pt x="2726" y="704"/>
                  <a:pt x="2678" y="795"/>
                </a:cubicBezTo>
                <a:cubicBezTo>
                  <a:pt x="2678" y="795"/>
                  <a:pt x="2544" y="510"/>
                  <a:pt x="2365" y="438"/>
                </a:cubicBezTo>
                <a:cubicBezTo>
                  <a:pt x="2331" y="424"/>
                  <a:pt x="2296" y="417"/>
                  <a:pt x="2262" y="417"/>
                </a:cubicBezTo>
                <a:cubicBezTo>
                  <a:pt x="2190" y="417"/>
                  <a:pt x="2122" y="449"/>
                  <a:pt x="2080" y="510"/>
                </a:cubicBezTo>
                <a:cubicBezTo>
                  <a:pt x="2080" y="510"/>
                  <a:pt x="2062" y="224"/>
                  <a:pt x="1875" y="162"/>
                </a:cubicBezTo>
                <a:cubicBezTo>
                  <a:pt x="1845" y="150"/>
                  <a:pt x="1815" y="145"/>
                  <a:pt x="1787" y="145"/>
                </a:cubicBezTo>
                <a:cubicBezTo>
                  <a:pt x="1640" y="145"/>
                  <a:pt x="1527" y="278"/>
                  <a:pt x="1527" y="278"/>
                </a:cubicBezTo>
                <a:cubicBezTo>
                  <a:pt x="1527" y="278"/>
                  <a:pt x="1362" y="1"/>
                  <a:pt x="118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6" name="Google Shape;3036;p25"/>
          <p:cNvSpPr/>
          <p:nvPr/>
        </p:nvSpPr>
        <p:spPr>
          <a:xfrm rot="6479528" flipH="1">
            <a:off x="574754" y="3992760"/>
            <a:ext cx="537697" cy="423910"/>
          </a:xfrm>
          <a:custGeom>
            <a:avLst/>
            <a:gdLst/>
            <a:ahLst/>
            <a:cxnLst/>
            <a:rect l="l" t="t" r="r" b="b"/>
            <a:pathLst>
              <a:path w="5331" h="4285" extrusionOk="0">
                <a:moveTo>
                  <a:pt x="634" y="0"/>
                </a:moveTo>
                <a:cubicBezTo>
                  <a:pt x="643" y="36"/>
                  <a:pt x="661" y="72"/>
                  <a:pt x="670" y="98"/>
                </a:cubicBezTo>
                <a:cubicBezTo>
                  <a:pt x="741" y="304"/>
                  <a:pt x="795" y="509"/>
                  <a:pt x="822" y="723"/>
                </a:cubicBezTo>
                <a:lnTo>
                  <a:pt x="45" y="18"/>
                </a:lnTo>
                <a:cubicBezTo>
                  <a:pt x="27" y="27"/>
                  <a:pt x="18" y="36"/>
                  <a:pt x="1" y="54"/>
                </a:cubicBezTo>
                <a:cubicBezTo>
                  <a:pt x="500" y="509"/>
                  <a:pt x="1000" y="964"/>
                  <a:pt x="1509" y="1402"/>
                </a:cubicBezTo>
                <a:lnTo>
                  <a:pt x="1107" y="1402"/>
                </a:lnTo>
                <a:cubicBezTo>
                  <a:pt x="964" y="1393"/>
                  <a:pt x="822" y="1375"/>
                  <a:pt x="679" y="1357"/>
                </a:cubicBezTo>
                <a:cubicBezTo>
                  <a:pt x="465" y="1321"/>
                  <a:pt x="242" y="1277"/>
                  <a:pt x="27" y="1214"/>
                </a:cubicBezTo>
                <a:cubicBezTo>
                  <a:pt x="18" y="1223"/>
                  <a:pt x="18" y="1232"/>
                  <a:pt x="10" y="1250"/>
                </a:cubicBezTo>
                <a:cubicBezTo>
                  <a:pt x="224" y="1312"/>
                  <a:pt x="447" y="1366"/>
                  <a:pt x="670" y="1402"/>
                </a:cubicBezTo>
                <a:cubicBezTo>
                  <a:pt x="813" y="1419"/>
                  <a:pt x="956" y="1437"/>
                  <a:pt x="1107" y="1446"/>
                </a:cubicBezTo>
                <a:cubicBezTo>
                  <a:pt x="1170" y="1446"/>
                  <a:pt x="1241" y="1455"/>
                  <a:pt x="1313" y="1455"/>
                </a:cubicBezTo>
                <a:lnTo>
                  <a:pt x="1536" y="1455"/>
                </a:lnTo>
                <a:cubicBezTo>
                  <a:pt x="1545" y="1464"/>
                  <a:pt x="1562" y="1464"/>
                  <a:pt x="1571" y="1464"/>
                </a:cubicBezTo>
                <a:cubicBezTo>
                  <a:pt x="1670" y="1553"/>
                  <a:pt x="1777" y="1642"/>
                  <a:pt x="1875" y="1732"/>
                </a:cubicBezTo>
                <a:lnTo>
                  <a:pt x="2125" y="1946"/>
                </a:lnTo>
                <a:cubicBezTo>
                  <a:pt x="1881" y="1980"/>
                  <a:pt x="1635" y="1997"/>
                  <a:pt x="1388" y="1997"/>
                </a:cubicBezTo>
                <a:cubicBezTo>
                  <a:pt x="993" y="1997"/>
                  <a:pt x="596" y="1953"/>
                  <a:pt x="206" y="1866"/>
                </a:cubicBezTo>
                <a:lnTo>
                  <a:pt x="197" y="1866"/>
                </a:lnTo>
                <a:lnTo>
                  <a:pt x="197" y="1892"/>
                </a:lnTo>
                <a:cubicBezTo>
                  <a:pt x="582" y="1989"/>
                  <a:pt x="974" y="2037"/>
                  <a:pt x="1369" y="2037"/>
                </a:cubicBezTo>
                <a:cubicBezTo>
                  <a:pt x="1632" y="2037"/>
                  <a:pt x="1896" y="2016"/>
                  <a:pt x="2160" y="1973"/>
                </a:cubicBezTo>
                <a:cubicBezTo>
                  <a:pt x="2357" y="2142"/>
                  <a:pt x="2562" y="2312"/>
                  <a:pt x="2776" y="2481"/>
                </a:cubicBezTo>
                <a:cubicBezTo>
                  <a:pt x="2230" y="2664"/>
                  <a:pt x="1660" y="2769"/>
                  <a:pt x="1082" y="2769"/>
                </a:cubicBezTo>
                <a:cubicBezTo>
                  <a:pt x="1037" y="2769"/>
                  <a:pt x="992" y="2768"/>
                  <a:pt x="947" y="2767"/>
                </a:cubicBezTo>
                <a:lnTo>
                  <a:pt x="848" y="2767"/>
                </a:lnTo>
                <a:cubicBezTo>
                  <a:pt x="884" y="2794"/>
                  <a:pt x="920" y="2812"/>
                  <a:pt x="947" y="2821"/>
                </a:cubicBezTo>
                <a:cubicBezTo>
                  <a:pt x="976" y="2821"/>
                  <a:pt x="1005" y="2821"/>
                  <a:pt x="1034" y="2821"/>
                </a:cubicBezTo>
                <a:cubicBezTo>
                  <a:pt x="1467" y="2821"/>
                  <a:pt x="1885" y="2760"/>
                  <a:pt x="2303" y="2660"/>
                </a:cubicBezTo>
                <a:cubicBezTo>
                  <a:pt x="2473" y="2615"/>
                  <a:pt x="2633" y="2562"/>
                  <a:pt x="2803" y="2499"/>
                </a:cubicBezTo>
                <a:cubicBezTo>
                  <a:pt x="2973" y="2642"/>
                  <a:pt x="3151" y="2785"/>
                  <a:pt x="3330" y="2919"/>
                </a:cubicBezTo>
                <a:lnTo>
                  <a:pt x="3106" y="3017"/>
                </a:lnTo>
                <a:cubicBezTo>
                  <a:pt x="2687" y="3204"/>
                  <a:pt x="2259" y="3356"/>
                  <a:pt x="1812" y="3463"/>
                </a:cubicBezTo>
                <a:cubicBezTo>
                  <a:pt x="1812" y="3481"/>
                  <a:pt x="1821" y="3499"/>
                  <a:pt x="1830" y="3517"/>
                </a:cubicBezTo>
                <a:cubicBezTo>
                  <a:pt x="2223" y="3427"/>
                  <a:pt x="2616" y="3303"/>
                  <a:pt x="2982" y="3133"/>
                </a:cubicBezTo>
                <a:cubicBezTo>
                  <a:pt x="3115" y="3070"/>
                  <a:pt x="3240" y="3017"/>
                  <a:pt x="3374" y="2963"/>
                </a:cubicBezTo>
                <a:cubicBezTo>
                  <a:pt x="3562" y="3106"/>
                  <a:pt x="3749" y="3249"/>
                  <a:pt x="3945" y="3392"/>
                </a:cubicBezTo>
                <a:cubicBezTo>
                  <a:pt x="4142" y="3526"/>
                  <a:pt x="4347" y="3677"/>
                  <a:pt x="4552" y="3820"/>
                </a:cubicBezTo>
                <a:lnTo>
                  <a:pt x="4856" y="4043"/>
                </a:lnTo>
                <a:cubicBezTo>
                  <a:pt x="4963" y="4115"/>
                  <a:pt x="5061" y="4186"/>
                  <a:pt x="5168" y="4266"/>
                </a:cubicBezTo>
                <a:cubicBezTo>
                  <a:pt x="5185" y="4279"/>
                  <a:pt x="5202" y="4284"/>
                  <a:pt x="5218" y="4284"/>
                </a:cubicBezTo>
                <a:cubicBezTo>
                  <a:pt x="5289" y="4284"/>
                  <a:pt x="5331" y="4168"/>
                  <a:pt x="5257" y="4124"/>
                </a:cubicBezTo>
                <a:cubicBezTo>
                  <a:pt x="5168" y="4079"/>
                  <a:pt x="5061" y="4025"/>
                  <a:pt x="4963" y="3972"/>
                </a:cubicBezTo>
                <a:cubicBezTo>
                  <a:pt x="4865" y="3918"/>
                  <a:pt x="4767" y="3865"/>
                  <a:pt x="4677" y="3802"/>
                </a:cubicBezTo>
                <a:cubicBezTo>
                  <a:pt x="4490" y="3686"/>
                  <a:pt x="4302" y="3561"/>
                  <a:pt x="4115" y="3427"/>
                </a:cubicBezTo>
                <a:lnTo>
                  <a:pt x="4079" y="3401"/>
                </a:lnTo>
                <a:lnTo>
                  <a:pt x="4070" y="3401"/>
                </a:lnTo>
                <a:lnTo>
                  <a:pt x="3847" y="3240"/>
                </a:lnTo>
                <a:lnTo>
                  <a:pt x="3829" y="3195"/>
                </a:lnTo>
                <a:lnTo>
                  <a:pt x="3562" y="2999"/>
                </a:lnTo>
                <a:lnTo>
                  <a:pt x="3312" y="2812"/>
                </a:lnTo>
                <a:lnTo>
                  <a:pt x="3178" y="2696"/>
                </a:lnTo>
                <a:cubicBezTo>
                  <a:pt x="3339" y="2356"/>
                  <a:pt x="3437" y="1991"/>
                  <a:pt x="3472" y="1625"/>
                </a:cubicBezTo>
                <a:cubicBezTo>
                  <a:pt x="3490" y="1393"/>
                  <a:pt x="3499" y="1169"/>
                  <a:pt x="3499" y="937"/>
                </a:cubicBezTo>
                <a:cubicBezTo>
                  <a:pt x="3481" y="928"/>
                  <a:pt x="3463" y="920"/>
                  <a:pt x="3446" y="920"/>
                </a:cubicBezTo>
                <a:cubicBezTo>
                  <a:pt x="3446" y="928"/>
                  <a:pt x="3446" y="937"/>
                  <a:pt x="3446" y="946"/>
                </a:cubicBezTo>
                <a:cubicBezTo>
                  <a:pt x="3455" y="1330"/>
                  <a:pt x="3419" y="1714"/>
                  <a:pt x="3339" y="2098"/>
                </a:cubicBezTo>
                <a:cubicBezTo>
                  <a:pt x="3285" y="2294"/>
                  <a:pt x="3223" y="2490"/>
                  <a:pt x="3142" y="2678"/>
                </a:cubicBezTo>
                <a:lnTo>
                  <a:pt x="3071" y="2624"/>
                </a:lnTo>
                <a:cubicBezTo>
                  <a:pt x="2839" y="2446"/>
                  <a:pt x="2616" y="2258"/>
                  <a:pt x="2392" y="2071"/>
                </a:cubicBezTo>
                <a:cubicBezTo>
                  <a:pt x="2517" y="1634"/>
                  <a:pt x="2589" y="1169"/>
                  <a:pt x="2580" y="714"/>
                </a:cubicBezTo>
                <a:cubicBezTo>
                  <a:pt x="2580" y="714"/>
                  <a:pt x="2562" y="670"/>
                  <a:pt x="2535" y="616"/>
                </a:cubicBezTo>
                <a:lnTo>
                  <a:pt x="2535" y="616"/>
                </a:lnTo>
                <a:cubicBezTo>
                  <a:pt x="2544" y="902"/>
                  <a:pt x="2526" y="1178"/>
                  <a:pt x="2500" y="1446"/>
                </a:cubicBezTo>
                <a:cubicBezTo>
                  <a:pt x="2473" y="1651"/>
                  <a:pt x="2428" y="1857"/>
                  <a:pt x="2375" y="2062"/>
                </a:cubicBezTo>
                <a:cubicBezTo>
                  <a:pt x="2187" y="1901"/>
                  <a:pt x="2009" y="1750"/>
                  <a:pt x="1821" y="1589"/>
                </a:cubicBezTo>
                <a:cubicBezTo>
                  <a:pt x="1928" y="1312"/>
                  <a:pt x="1982" y="1009"/>
                  <a:pt x="1973" y="705"/>
                </a:cubicBezTo>
                <a:cubicBezTo>
                  <a:pt x="1973" y="616"/>
                  <a:pt x="1973" y="518"/>
                  <a:pt x="1982" y="429"/>
                </a:cubicBezTo>
                <a:cubicBezTo>
                  <a:pt x="1973" y="384"/>
                  <a:pt x="1964" y="339"/>
                  <a:pt x="1955" y="304"/>
                </a:cubicBezTo>
                <a:cubicBezTo>
                  <a:pt x="1946" y="411"/>
                  <a:pt x="1946" y="527"/>
                  <a:pt x="1946" y="634"/>
                </a:cubicBezTo>
                <a:cubicBezTo>
                  <a:pt x="1946" y="786"/>
                  <a:pt x="1937" y="937"/>
                  <a:pt x="1919" y="1080"/>
                </a:cubicBezTo>
                <a:cubicBezTo>
                  <a:pt x="1911" y="1250"/>
                  <a:pt x="1866" y="1419"/>
                  <a:pt x="1795" y="1571"/>
                </a:cubicBezTo>
                <a:lnTo>
                  <a:pt x="1384" y="1205"/>
                </a:lnTo>
                <a:cubicBezTo>
                  <a:pt x="1438" y="821"/>
                  <a:pt x="1420" y="429"/>
                  <a:pt x="1321" y="45"/>
                </a:cubicBezTo>
                <a:lnTo>
                  <a:pt x="1286" y="18"/>
                </a:lnTo>
                <a:lnTo>
                  <a:pt x="1286" y="18"/>
                </a:lnTo>
                <a:cubicBezTo>
                  <a:pt x="1375" y="393"/>
                  <a:pt x="1402" y="795"/>
                  <a:pt x="1348" y="1187"/>
                </a:cubicBezTo>
                <a:lnTo>
                  <a:pt x="1036" y="911"/>
                </a:lnTo>
                <a:lnTo>
                  <a:pt x="848" y="741"/>
                </a:lnTo>
                <a:cubicBezTo>
                  <a:pt x="831" y="527"/>
                  <a:pt x="786" y="322"/>
                  <a:pt x="715" y="125"/>
                </a:cubicBezTo>
                <a:cubicBezTo>
                  <a:pt x="697" y="81"/>
                  <a:pt x="670" y="36"/>
                  <a:pt x="63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7" name="Google Shape;3037;p25"/>
          <p:cNvSpPr/>
          <p:nvPr/>
        </p:nvSpPr>
        <p:spPr>
          <a:xfrm rot="6479528" flipH="1">
            <a:off x="739248" y="4212226"/>
            <a:ext cx="274648" cy="299457"/>
          </a:xfrm>
          <a:custGeom>
            <a:avLst/>
            <a:gdLst/>
            <a:ahLst/>
            <a:cxnLst/>
            <a:rect l="l" t="t" r="r" b="b"/>
            <a:pathLst>
              <a:path w="2723" h="3027" extrusionOk="0">
                <a:moveTo>
                  <a:pt x="1178" y="108"/>
                </a:moveTo>
                <a:cubicBezTo>
                  <a:pt x="1000" y="117"/>
                  <a:pt x="813" y="313"/>
                  <a:pt x="813" y="313"/>
                </a:cubicBezTo>
                <a:cubicBezTo>
                  <a:pt x="661" y="1"/>
                  <a:pt x="464" y="251"/>
                  <a:pt x="464" y="251"/>
                </a:cubicBezTo>
                <a:cubicBezTo>
                  <a:pt x="464" y="251"/>
                  <a:pt x="179" y="126"/>
                  <a:pt x="90" y="233"/>
                </a:cubicBezTo>
                <a:cubicBezTo>
                  <a:pt x="0" y="340"/>
                  <a:pt x="223" y="634"/>
                  <a:pt x="223" y="634"/>
                </a:cubicBezTo>
                <a:cubicBezTo>
                  <a:pt x="152" y="688"/>
                  <a:pt x="99" y="768"/>
                  <a:pt x="81" y="858"/>
                </a:cubicBezTo>
                <a:cubicBezTo>
                  <a:pt x="45" y="1018"/>
                  <a:pt x="295" y="1250"/>
                  <a:pt x="295" y="1250"/>
                </a:cubicBezTo>
                <a:cubicBezTo>
                  <a:pt x="295" y="1250"/>
                  <a:pt x="81" y="1340"/>
                  <a:pt x="90" y="1509"/>
                </a:cubicBezTo>
                <a:cubicBezTo>
                  <a:pt x="99" y="1670"/>
                  <a:pt x="384" y="1750"/>
                  <a:pt x="384" y="1750"/>
                </a:cubicBezTo>
                <a:cubicBezTo>
                  <a:pt x="384" y="1750"/>
                  <a:pt x="188" y="2009"/>
                  <a:pt x="339" y="2205"/>
                </a:cubicBezTo>
                <a:cubicBezTo>
                  <a:pt x="491" y="2411"/>
                  <a:pt x="795" y="2393"/>
                  <a:pt x="795" y="2393"/>
                </a:cubicBezTo>
                <a:cubicBezTo>
                  <a:pt x="795" y="2393"/>
                  <a:pt x="643" y="2518"/>
                  <a:pt x="795" y="2785"/>
                </a:cubicBezTo>
                <a:cubicBezTo>
                  <a:pt x="875" y="2910"/>
                  <a:pt x="1000" y="3000"/>
                  <a:pt x="1143" y="3026"/>
                </a:cubicBezTo>
                <a:cubicBezTo>
                  <a:pt x="2365" y="2669"/>
                  <a:pt x="2722" y="1099"/>
                  <a:pt x="1767" y="251"/>
                </a:cubicBezTo>
                <a:cubicBezTo>
                  <a:pt x="1669" y="260"/>
                  <a:pt x="1589" y="313"/>
                  <a:pt x="1527" y="376"/>
                </a:cubicBezTo>
                <a:cubicBezTo>
                  <a:pt x="1527" y="376"/>
                  <a:pt x="1357" y="99"/>
                  <a:pt x="1178" y="108"/>
                </a:cubicBezTo>
                <a:close/>
              </a:path>
            </a:pathLst>
          </a:custGeom>
          <a:gradFill>
            <a:gsLst>
              <a:gs pos="0">
                <a:srgbClr val="FFFFFF">
                  <a:alpha val="0"/>
                </a:srgbClr>
              </a:gs>
              <a:gs pos="100000">
                <a:srgbClr val="FFFFFF">
                  <a:alpha val="2196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8" name="Google Shape;3038;p25"/>
          <p:cNvSpPr/>
          <p:nvPr/>
        </p:nvSpPr>
        <p:spPr>
          <a:xfrm rot="6479528" flipH="1">
            <a:off x="642280" y="4082562"/>
            <a:ext cx="418780" cy="383250"/>
          </a:xfrm>
          <a:custGeom>
            <a:avLst/>
            <a:gdLst/>
            <a:ahLst/>
            <a:cxnLst/>
            <a:rect l="l" t="t" r="r" b="b"/>
            <a:pathLst>
              <a:path w="4152" h="3874" extrusionOk="0">
                <a:moveTo>
                  <a:pt x="1152" y="0"/>
                </a:moveTo>
                <a:cubicBezTo>
                  <a:pt x="1072" y="0"/>
                  <a:pt x="1001" y="27"/>
                  <a:pt x="929" y="71"/>
                </a:cubicBezTo>
                <a:cubicBezTo>
                  <a:pt x="878" y="101"/>
                  <a:pt x="826" y="142"/>
                  <a:pt x="780" y="186"/>
                </a:cubicBezTo>
                <a:lnTo>
                  <a:pt x="780" y="186"/>
                </a:lnTo>
                <a:cubicBezTo>
                  <a:pt x="764" y="160"/>
                  <a:pt x="746" y="136"/>
                  <a:pt x="733" y="116"/>
                </a:cubicBezTo>
                <a:cubicBezTo>
                  <a:pt x="697" y="80"/>
                  <a:pt x="661" y="54"/>
                  <a:pt x="617" y="45"/>
                </a:cubicBezTo>
                <a:cubicBezTo>
                  <a:pt x="605" y="42"/>
                  <a:pt x="593" y="41"/>
                  <a:pt x="581" y="41"/>
                </a:cubicBezTo>
                <a:cubicBezTo>
                  <a:pt x="549" y="41"/>
                  <a:pt x="518" y="49"/>
                  <a:pt x="492" y="63"/>
                </a:cubicBezTo>
                <a:cubicBezTo>
                  <a:pt x="461" y="86"/>
                  <a:pt x="430" y="109"/>
                  <a:pt x="405" y="132"/>
                </a:cubicBezTo>
                <a:lnTo>
                  <a:pt x="405" y="132"/>
                </a:lnTo>
                <a:cubicBezTo>
                  <a:pt x="342" y="103"/>
                  <a:pt x="280" y="87"/>
                  <a:pt x="224" y="71"/>
                </a:cubicBezTo>
                <a:lnTo>
                  <a:pt x="108" y="71"/>
                </a:lnTo>
                <a:cubicBezTo>
                  <a:pt x="63" y="80"/>
                  <a:pt x="28" y="116"/>
                  <a:pt x="10" y="152"/>
                </a:cubicBezTo>
                <a:cubicBezTo>
                  <a:pt x="1" y="196"/>
                  <a:pt x="1" y="232"/>
                  <a:pt x="10" y="277"/>
                </a:cubicBezTo>
                <a:cubicBezTo>
                  <a:pt x="19" y="312"/>
                  <a:pt x="37" y="339"/>
                  <a:pt x="55" y="375"/>
                </a:cubicBezTo>
                <a:cubicBezTo>
                  <a:pt x="79" y="431"/>
                  <a:pt x="110" y="487"/>
                  <a:pt x="148" y="543"/>
                </a:cubicBezTo>
                <a:lnTo>
                  <a:pt x="148" y="543"/>
                </a:lnTo>
                <a:cubicBezTo>
                  <a:pt x="105" y="578"/>
                  <a:pt x="69" y="624"/>
                  <a:pt x="46" y="669"/>
                </a:cubicBezTo>
                <a:cubicBezTo>
                  <a:pt x="28" y="705"/>
                  <a:pt x="19" y="732"/>
                  <a:pt x="10" y="768"/>
                </a:cubicBezTo>
                <a:cubicBezTo>
                  <a:pt x="10" y="803"/>
                  <a:pt x="10" y="839"/>
                  <a:pt x="19" y="866"/>
                </a:cubicBezTo>
                <a:cubicBezTo>
                  <a:pt x="37" y="928"/>
                  <a:pt x="72" y="982"/>
                  <a:pt x="108" y="1035"/>
                </a:cubicBezTo>
                <a:cubicBezTo>
                  <a:pt x="137" y="1078"/>
                  <a:pt x="171" y="1115"/>
                  <a:pt x="206" y="1151"/>
                </a:cubicBezTo>
                <a:lnTo>
                  <a:pt x="206" y="1151"/>
                </a:lnTo>
                <a:cubicBezTo>
                  <a:pt x="159" y="1178"/>
                  <a:pt x="117" y="1214"/>
                  <a:pt x="81" y="1250"/>
                </a:cubicBezTo>
                <a:cubicBezTo>
                  <a:pt x="37" y="1303"/>
                  <a:pt x="10" y="1374"/>
                  <a:pt x="28" y="1446"/>
                </a:cubicBezTo>
                <a:cubicBezTo>
                  <a:pt x="46" y="1508"/>
                  <a:pt x="90" y="1562"/>
                  <a:pt x="153" y="1598"/>
                </a:cubicBezTo>
                <a:cubicBezTo>
                  <a:pt x="198" y="1628"/>
                  <a:pt x="250" y="1652"/>
                  <a:pt x="303" y="1669"/>
                </a:cubicBezTo>
                <a:lnTo>
                  <a:pt x="303" y="1669"/>
                </a:lnTo>
                <a:cubicBezTo>
                  <a:pt x="262" y="1734"/>
                  <a:pt x="240" y="1805"/>
                  <a:pt x="224" y="1883"/>
                </a:cubicBezTo>
                <a:cubicBezTo>
                  <a:pt x="206" y="1972"/>
                  <a:pt x="233" y="2062"/>
                  <a:pt x="287" y="2133"/>
                </a:cubicBezTo>
                <a:cubicBezTo>
                  <a:pt x="340" y="2205"/>
                  <a:pt x="412" y="2249"/>
                  <a:pt x="501" y="2276"/>
                </a:cubicBezTo>
                <a:cubicBezTo>
                  <a:pt x="568" y="2306"/>
                  <a:pt x="635" y="2317"/>
                  <a:pt x="707" y="2320"/>
                </a:cubicBezTo>
                <a:lnTo>
                  <a:pt x="707" y="2320"/>
                </a:lnTo>
                <a:cubicBezTo>
                  <a:pt x="666" y="2386"/>
                  <a:pt x="655" y="2468"/>
                  <a:pt x="670" y="2544"/>
                </a:cubicBezTo>
                <a:cubicBezTo>
                  <a:pt x="688" y="2633"/>
                  <a:pt x="733" y="2713"/>
                  <a:pt x="795" y="2785"/>
                </a:cubicBezTo>
                <a:cubicBezTo>
                  <a:pt x="858" y="2847"/>
                  <a:pt x="929" y="2892"/>
                  <a:pt x="1018" y="2927"/>
                </a:cubicBezTo>
                <a:cubicBezTo>
                  <a:pt x="1084" y="2949"/>
                  <a:pt x="1155" y="2965"/>
                  <a:pt x="1227" y="2975"/>
                </a:cubicBezTo>
                <a:lnTo>
                  <a:pt x="1227" y="2975"/>
                </a:lnTo>
                <a:cubicBezTo>
                  <a:pt x="1170" y="3037"/>
                  <a:pt x="1146" y="3120"/>
                  <a:pt x="1161" y="3204"/>
                </a:cubicBezTo>
                <a:cubicBezTo>
                  <a:pt x="1188" y="3293"/>
                  <a:pt x="1250" y="3383"/>
                  <a:pt x="1331" y="3427"/>
                </a:cubicBezTo>
                <a:cubicBezTo>
                  <a:pt x="1420" y="3463"/>
                  <a:pt x="1509" y="3490"/>
                  <a:pt x="1599" y="3499"/>
                </a:cubicBezTo>
                <a:cubicBezTo>
                  <a:pt x="1509" y="3490"/>
                  <a:pt x="1429" y="3463"/>
                  <a:pt x="1349" y="3427"/>
                </a:cubicBezTo>
                <a:cubicBezTo>
                  <a:pt x="1268" y="3383"/>
                  <a:pt x="1215" y="3311"/>
                  <a:pt x="1197" y="3222"/>
                </a:cubicBezTo>
                <a:cubicBezTo>
                  <a:pt x="1179" y="3142"/>
                  <a:pt x="1215" y="3052"/>
                  <a:pt x="1286" y="2999"/>
                </a:cubicBezTo>
                <a:lnTo>
                  <a:pt x="1322" y="2972"/>
                </a:lnTo>
                <a:lnTo>
                  <a:pt x="1273" y="2972"/>
                </a:lnTo>
                <a:lnTo>
                  <a:pt x="1259" y="2945"/>
                </a:lnTo>
                <a:cubicBezTo>
                  <a:pt x="1249" y="2953"/>
                  <a:pt x="1240" y="2962"/>
                  <a:pt x="1231" y="2971"/>
                </a:cubicBezTo>
                <a:lnTo>
                  <a:pt x="1231" y="2971"/>
                </a:lnTo>
                <a:cubicBezTo>
                  <a:pt x="1163" y="2966"/>
                  <a:pt x="1095" y="2950"/>
                  <a:pt x="1027" y="2927"/>
                </a:cubicBezTo>
                <a:cubicBezTo>
                  <a:pt x="947" y="2892"/>
                  <a:pt x="876" y="2847"/>
                  <a:pt x="822" y="2785"/>
                </a:cubicBezTo>
                <a:cubicBezTo>
                  <a:pt x="769" y="2722"/>
                  <a:pt x="724" y="2651"/>
                  <a:pt x="706" y="2562"/>
                </a:cubicBezTo>
                <a:cubicBezTo>
                  <a:pt x="688" y="2481"/>
                  <a:pt x="706" y="2401"/>
                  <a:pt x="760" y="2338"/>
                </a:cubicBezTo>
                <a:lnTo>
                  <a:pt x="795" y="2303"/>
                </a:lnTo>
                <a:lnTo>
                  <a:pt x="751" y="2303"/>
                </a:lnTo>
                <a:cubicBezTo>
                  <a:pt x="748" y="2303"/>
                  <a:pt x="745" y="2303"/>
                  <a:pt x="742" y="2303"/>
                </a:cubicBezTo>
                <a:lnTo>
                  <a:pt x="742" y="2303"/>
                </a:lnTo>
                <a:lnTo>
                  <a:pt x="733" y="2285"/>
                </a:lnTo>
                <a:cubicBezTo>
                  <a:pt x="728" y="2291"/>
                  <a:pt x="723" y="2297"/>
                  <a:pt x="718" y="2304"/>
                </a:cubicBezTo>
                <a:lnTo>
                  <a:pt x="718" y="2304"/>
                </a:lnTo>
                <a:cubicBezTo>
                  <a:pt x="568" y="2303"/>
                  <a:pt x="422" y="2241"/>
                  <a:pt x="322" y="2133"/>
                </a:cubicBezTo>
                <a:cubicBezTo>
                  <a:pt x="269" y="2071"/>
                  <a:pt x="251" y="1990"/>
                  <a:pt x="269" y="1910"/>
                </a:cubicBezTo>
                <a:cubicBezTo>
                  <a:pt x="278" y="1830"/>
                  <a:pt x="313" y="1749"/>
                  <a:pt x="358" y="1687"/>
                </a:cubicBezTo>
                <a:lnTo>
                  <a:pt x="376" y="1660"/>
                </a:lnTo>
                <a:lnTo>
                  <a:pt x="349" y="1651"/>
                </a:lnTo>
                <a:cubicBezTo>
                  <a:pt x="340" y="1649"/>
                  <a:pt x="331" y="1646"/>
                  <a:pt x="322" y="1643"/>
                </a:cubicBezTo>
                <a:lnTo>
                  <a:pt x="322" y="1643"/>
                </a:lnTo>
                <a:lnTo>
                  <a:pt x="322" y="1642"/>
                </a:lnTo>
                <a:cubicBezTo>
                  <a:pt x="322" y="1642"/>
                  <a:pt x="322" y="1643"/>
                  <a:pt x="322" y="1643"/>
                </a:cubicBezTo>
                <a:lnTo>
                  <a:pt x="322" y="1643"/>
                </a:lnTo>
                <a:cubicBezTo>
                  <a:pt x="271" y="1625"/>
                  <a:pt x="225" y="1603"/>
                  <a:pt x="179" y="1580"/>
                </a:cubicBezTo>
                <a:cubicBezTo>
                  <a:pt x="126" y="1544"/>
                  <a:pt x="90" y="1499"/>
                  <a:pt x="72" y="1446"/>
                </a:cubicBezTo>
                <a:cubicBezTo>
                  <a:pt x="55" y="1392"/>
                  <a:pt x="72" y="1339"/>
                  <a:pt x="117" y="1294"/>
                </a:cubicBezTo>
                <a:cubicBezTo>
                  <a:pt x="153" y="1250"/>
                  <a:pt x="206" y="1214"/>
                  <a:pt x="260" y="1187"/>
                </a:cubicBezTo>
                <a:lnTo>
                  <a:pt x="287" y="1178"/>
                </a:lnTo>
                <a:lnTo>
                  <a:pt x="260" y="1151"/>
                </a:lnTo>
                <a:cubicBezTo>
                  <a:pt x="224" y="1107"/>
                  <a:pt x="179" y="1062"/>
                  <a:pt x="144" y="1017"/>
                </a:cubicBezTo>
                <a:cubicBezTo>
                  <a:pt x="108" y="973"/>
                  <a:pt x="81" y="919"/>
                  <a:pt x="63" y="866"/>
                </a:cubicBezTo>
                <a:cubicBezTo>
                  <a:pt x="55" y="839"/>
                  <a:pt x="55" y="812"/>
                  <a:pt x="63" y="785"/>
                </a:cubicBezTo>
                <a:cubicBezTo>
                  <a:pt x="81" y="696"/>
                  <a:pt x="126" y="625"/>
                  <a:pt x="197" y="571"/>
                </a:cubicBezTo>
                <a:lnTo>
                  <a:pt x="215" y="562"/>
                </a:lnTo>
                <a:lnTo>
                  <a:pt x="206" y="536"/>
                </a:lnTo>
                <a:cubicBezTo>
                  <a:pt x="162" y="482"/>
                  <a:pt x="126" y="420"/>
                  <a:pt x="99" y="366"/>
                </a:cubicBezTo>
                <a:cubicBezTo>
                  <a:pt x="72" y="303"/>
                  <a:pt x="55" y="241"/>
                  <a:pt x="63" y="179"/>
                </a:cubicBezTo>
                <a:cubicBezTo>
                  <a:pt x="77" y="144"/>
                  <a:pt x="123" y="131"/>
                  <a:pt x="172" y="131"/>
                </a:cubicBezTo>
                <a:cubicBezTo>
                  <a:pt x="187" y="131"/>
                  <a:pt x="201" y="132"/>
                  <a:pt x="215" y="134"/>
                </a:cubicBezTo>
                <a:cubicBezTo>
                  <a:pt x="287" y="143"/>
                  <a:pt x="349" y="161"/>
                  <a:pt x="412" y="196"/>
                </a:cubicBezTo>
                <a:lnTo>
                  <a:pt x="429" y="196"/>
                </a:lnTo>
                <a:lnTo>
                  <a:pt x="438" y="187"/>
                </a:lnTo>
                <a:cubicBezTo>
                  <a:pt x="483" y="125"/>
                  <a:pt x="545" y="98"/>
                  <a:pt x="617" y="98"/>
                </a:cubicBezTo>
                <a:cubicBezTo>
                  <a:pt x="644" y="107"/>
                  <a:pt x="670" y="125"/>
                  <a:pt x="697" y="152"/>
                </a:cubicBezTo>
                <a:cubicBezTo>
                  <a:pt x="715" y="179"/>
                  <a:pt x="733" y="214"/>
                  <a:pt x="751" y="241"/>
                </a:cubicBezTo>
                <a:lnTo>
                  <a:pt x="769" y="277"/>
                </a:lnTo>
                <a:lnTo>
                  <a:pt x="795" y="250"/>
                </a:lnTo>
                <a:cubicBezTo>
                  <a:pt x="840" y="196"/>
                  <a:pt x="893" y="152"/>
                  <a:pt x="956" y="116"/>
                </a:cubicBezTo>
                <a:cubicBezTo>
                  <a:pt x="1018" y="71"/>
                  <a:pt x="1081" y="54"/>
                  <a:pt x="1152" y="54"/>
                </a:cubicBezTo>
                <a:cubicBezTo>
                  <a:pt x="1215" y="63"/>
                  <a:pt x="1277" y="98"/>
                  <a:pt x="1331" y="143"/>
                </a:cubicBezTo>
                <a:cubicBezTo>
                  <a:pt x="1384" y="196"/>
                  <a:pt x="1429" y="250"/>
                  <a:pt x="1465" y="312"/>
                </a:cubicBezTo>
                <a:lnTo>
                  <a:pt x="1483" y="339"/>
                </a:lnTo>
                <a:lnTo>
                  <a:pt x="1500" y="312"/>
                </a:lnTo>
                <a:cubicBezTo>
                  <a:pt x="1545" y="268"/>
                  <a:pt x="1599" y="223"/>
                  <a:pt x="1661" y="205"/>
                </a:cubicBezTo>
                <a:cubicBezTo>
                  <a:pt x="1688" y="192"/>
                  <a:pt x="1719" y="185"/>
                  <a:pt x="1750" y="185"/>
                </a:cubicBezTo>
                <a:cubicBezTo>
                  <a:pt x="1781" y="185"/>
                  <a:pt x="1813" y="192"/>
                  <a:pt x="1840" y="205"/>
                </a:cubicBezTo>
                <a:cubicBezTo>
                  <a:pt x="1893" y="232"/>
                  <a:pt x="1938" y="277"/>
                  <a:pt x="1964" y="339"/>
                </a:cubicBezTo>
                <a:cubicBezTo>
                  <a:pt x="1991" y="393"/>
                  <a:pt x="2009" y="455"/>
                  <a:pt x="2018" y="527"/>
                </a:cubicBezTo>
                <a:lnTo>
                  <a:pt x="2018" y="571"/>
                </a:lnTo>
                <a:lnTo>
                  <a:pt x="2045" y="536"/>
                </a:lnTo>
                <a:cubicBezTo>
                  <a:pt x="2080" y="491"/>
                  <a:pt x="2143" y="455"/>
                  <a:pt x="2205" y="455"/>
                </a:cubicBezTo>
                <a:cubicBezTo>
                  <a:pt x="2268" y="455"/>
                  <a:pt x="2330" y="473"/>
                  <a:pt x="2375" y="509"/>
                </a:cubicBezTo>
                <a:cubicBezTo>
                  <a:pt x="2473" y="598"/>
                  <a:pt x="2554" y="696"/>
                  <a:pt x="2607" y="821"/>
                </a:cubicBezTo>
                <a:lnTo>
                  <a:pt x="2625" y="848"/>
                </a:lnTo>
                <a:lnTo>
                  <a:pt x="2643" y="821"/>
                </a:lnTo>
                <a:cubicBezTo>
                  <a:pt x="2687" y="750"/>
                  <a:pt x="2750" y="705"/>
                  <a:pt x="2830" y="696"/>
                </a:cubicBezTo>
                <a:cubicBezTo>
                  <a:pt x="2840" y="695"/>
                  <a:pt x="2851" y="695"/>
                  <a:pt x="2861" y="695"/>
                </a:cubicBezTo>
                <a:cubicBezTo>
                  <a:pt x="2931" y="695"/>
                  <a:pt x="2999" y="721"/>
                  <a:pt x="3053" y="768"/>
                </a:cubicBezTo>
                <a:cubicBezTo>
                  <a:pt x="3116" y="830"/>
                  <a:pt x="3160" y="901"/>
                  <a:pt x="3178" y="973"/>
                </a:cubicBezTo>
                <a:cubicBezTo>
                  <a:pt x="3205" y="1053"/>
                  <a:pt x="3214" y="1134"/>
                  <a:pt x="3214" y="1223"/>
                </a:cubicBezTo>
                <a:lnTo>
                  <a:pt x="3214" y="1330"/>
                </a:lnTo>
                <a:lnTo>
                  <a:pt x="3250" y="1223"/>
                </a:lnTo>
                <a:cubicBezTo>
                  <a:pt x="3276" y="1142"/>
                  <a:pt x="3330" y="1044"/>
                  <a:pt x="3419" y="1026"/>
                </a:cubicBezTo>
                <a:cubicBezTo>
                  <a:pt x="3427" y="1025"/>
                  <a:pt x="3435" y="1024"/>
                  <a:pt x="3443" y="1024"/>
                </a:cubicBezTo>
                <a:cubicBezTo>
                  <a:pt x="3480" y="1024"/>
                  <a:pt x="3516" y="1040"/>
                  <a:pt x="3553" y="1062"/>
                </a:cubicBezTo>
                <a:cubicBezTo>
                  <a:pt x="3589" y="1089"/>
                  <a:pt x="3616" y="1125"/>
                  <a:pt x="3633" y="1169"/>
                </a:cubicBezTo>
                <a:cubicBezTo>
                  <a:pt x="3660" y="1258"/>
                  <a:pt x="3669" y="1357"/>
                  <a:pt x="3660" y="1455"/>
                </a:cubicBezTo>
                <a:cubicBezTo>
                  <a:pt x="3660" y="1553"/>
                  <a:pt x="3651" y="1642"/>
                  <a:pt x="3633" y="1740"/>
                </a:cubicBezTo>
                <a:lnTo>
                  <a:pt x="3607" y="1839"/>
                </a:lnTo>
                <a:lnTo>
                  <a:pt x="3651" y="1749"/>
                </a:lnTo>
                <a:cubicBezTo>
                  <a:pt x="3652" y="1749"/>
                  <a:pt x="3652" y="1748"/>
                  <a:pt x="3653" y="1747"/>
                </a:cubicBezTo>
                <a:lnTo>
                  <a:pt x="3653" y="1747"/>
                </a:lnTo>
                <a:lnTo>
                  <a:pt x="3660" y="1749"/>
                </a:lnTo>
                <a:cubicBezTo>
                  <a:pt x="3661" y="1743"/>
                  <a:pt x="3663" y="1736"/>
                  <a:pt x="3664" y="1730"/>
                </a:cubicBezTo>
                <a:lnTo>
                  <a:pt x="3664" y="1730"/>
                </a:lnTo>
                <a:cubicBezTo>
                  <a:pt x="3686" y="1697"/>
                  <a:pt x="3710" y="1674"/>
                  <a:pt x="3741" y="1651"/>
                </a:cubicBezTo>
                <a:cubicBezTo>
                  <a:pt x="3758" y="1638"/>
                  <a:pt x="3778" y="1631"/>
                  <a:pt x="3800" y="1631"/>
                </a:cubicBezTo>
                <a:cubicBezTo>
                  <a:pt x="3821" y="1631"/>
                  <a:pt x="3843" y="1638"/>
                  <a:pt x="3865" y="1651"/>
                </a:cubicBezTo>
                <a:cubicBezTo>
                  <a:pt x="3937" y="1696"/>
                  <a:pt x="3990" y="1785"/>
                  <a:pt x="4008" y="1874"/>
                </a:cubicBezTo>
                <a:cubicBezTo>
                  <a:pt x="4035" y="2053"/>
                  <a:pt x="4035" y="2249"/>
                  <a:pt x="4008" y="2428"/>
                </a:cubicBezTo>
                <a:cubicBezTo>
                  <a:pt x="3990" y="2526"/>
                  <a:pt x="3982" y="2615"/>
                  <a:pt x="3964" y="2713"/>
                </a:cubicBezTo>
                <a:cubicBezTo>
                  <a:pt x="3946" y="2802"/>
                  <a:pt x="3946" y="2901"/>
                  <a:pt x="3973" y="2990"/>
                </a:cubicBezTo>
                <a:cubicBezTo>
                  <a:pt x="4008" y="3177"/>
                  <a:pt x="4071" y="3356"/>
                  <a:pt x="4151" y="3534"/>
                </a:cubicBezTo>
                <a:cubicBezTo>
                  <a:pt x="4080" y="3356"/>
                  <a:pt x="4017" y="3177"/>
                  <a:pt x="3982" y="2990"/>
                </a:cubicBezTo>
                <a:cubicBezTo>
                  <a:pt x="3937" y="2811"/>
                  <a:pt x="4008" y="2624"/>
                  <a:pt x="4026" y="2437"/>
                </a:cubicBezTo>
                <a:cubicBezTo>
                  <a:pt x="4053" y="2249"/>
                  <a:pt x="4053" y="2053"/>
                  <a:pt x="4026" y="1865"/>
                </a:cubicBezTo>
                <a:cubicBezTo>
                  <a:pt x="4008" y="1767"/>
                  <a:pt x="3955" y="1678"/>
                  <a:pt x="3874" y="1624"/>
                </a:cubicBezTo>
                <a:cubicBezTo>
                  <a:pt x="3852" y="1611"/>
                  <a:pt x="3828" y="1604"/>
                  <a:pt x="3802" y="1604"/>
                </a:cubicBezTo>
                <a:cubicBezTo>
                  <a:pt x="3776" y="1604"/>
                  <a:pt x="3749" y="1611"/>
                  <a:pt x="3723" y="1624"/>
                </a:cubicBezTo>
                <a:cubicBezTo>
                  <a:pt x="3705" y="1637"/>
                  <a:pt x="3688" y="1652"/>
                  <a:pt x="3673" y="1671"/>
                </a:cubicBezTo>
                <a:lnTo>
                  <a:pt x="3673" y="1671"/>
                </a:lnTo>
                <a:cubicBezTo>
                  <a:pt x="3683" y="1599"/>
                  <a:pt x="3689" y="1527"/>
                  <a:pt x="3696" y="1455"/>
                </a:cubicBezTo>
                <a:cubicBezTo>
                  <a:pt x="3696" y="1357"/>
                  <a:pt x="3687" y="1250"/>
                  <a:pt x="3660" y="1160"/>
                </a:cubicBezTo>
                <a:cubicBezTo>
                  <a:pt x="3627" y="1060"/>
                  <a:pt x="3539" y="999"/>
                  <a:pt x="3432" y="999"/>
                </a:cubicBezTo>
                <a:cubicBezTo>
                  <a:pt x="3425" y="999"/>
                  <a:pt x="3418" y="999"/>
                  <a:pt x="3410" y="1000"/>
                </a:cubicBezTo>
                <a:cubicBezTo>
                  <a:pt x="3366" y="1009"/>
                  <a:pt x="3312" y="1044"/>
                  <a:pt x="3285" y="1089"/>
                </a:cubicBezTo>
                <a:cubicBezTo>
                  <a:pt x="3272" y="1106"/>
                  <a:pt x="3259" y="1126"/>
                  <a:pt x="3247" y="1147"/>
                </a:cubicBezTo>
                <a:lnTo>
                  <a:pt x="3247" y="1147"/>
                </a:lnTo>
                <a:cubicBezTo>
                  <a:pt x="3243" y="1084"/>
                  <a:pt x="3233" y="1022"/>
                  <a:pt x="3214" y="964"/>
                </a:cubicBezTo>
                <a:cubicBezTo>
                  <a:pt x="3187" y="884"/>
                  <a:pt x="3143" y="803"/>
                  <a:pt x="3080" y="741"/>
                </a:cubicBezTo>
                <a:cubicBezTo>
                  <a:pt x="3009" y="678"/>
                  <a:pt x="2919" y="652"/>
                  <a:pt x="2830" y="652"/>
                </a:cubicBezTo>
                <a:cubicBezTo>
                  <a:pt x="2753" y="667"/>
                  <a:pt x="2682" y="710"/>
                  <a:pt x="2635" y="773"/>
                </a:cubicBezTo>
                <a:lnTo>
                  <a:pt x="2635" y="773"/>
                </a:lnTo>
                <a:cubicBezTo>
                  <a:pt x="2607" y="721"/>
                  <a:pt x="2582" y="670"/>
                  <a:pt x="2545" y="625"/>
                </a:cubicBezTo>
                <a:cubicBezTo>
                  <a:pt x="2509" y="571"/>
                  <a:pt x="2455" y="518"/>
                  <a:pt x="2402" y="482"/>
                </a:cubicBezTo>
                <a:cubicBezTo>
                  <a:pt x="2348" y="437"/>
                  <a:pt x="2277" y="411"/>
                  <a:pt x="2205" y="411"/>
                </a:cubicBezTo>
                <a:cubicBezTo>
                  <a:pt x="2150" y="418"/>
                  <a:pt x="2094" y="441"/>
                  <a:pt x="2052" y="476"/>
                </a:cubicBezTo>
                <a:lnTo>
                  <a:pt x="2052" y="476"/>
                </a:lnTo>
                <a:cubicBezTo>
                  <a:pt x="2046" y="421"/>
                  <a:pt x="2029" y="370"/>
                  <a:pt x="2000" y="312"/>
                </a:cubicBezTo>
                <a:cubicBezTo>
                  <a:pt x="1973" y="250"/>
                  <a:pt x="1920" y="196"/>
                  <a:pt x="1857" y="161"/>
                </a:cubicBezTo>
                <a:cubicBezTo>
                  <a:pt x="1822" y="147"/>
                  <a:pt x="1786" y="141"/>
                  <a:pt x="1750" y="141"/>
                </a:cubicBezTo>
                <a:cubicBezTo>
                  <a:pt x="1715" y="141"/>
                  <a:pt x="1679" y="147"/>
                  <a:pt x="1643" y="161"/>
                </a:cubicBezTo>
                <a:cubicBezTo>
                  <a:pt x="1582" y="184"/>
                  <a:pt x="1533" y="220"/>
                  <a:pt x="1487" y="270"/>
                </a:cubicBezTo>
                <a:lnTo>
                  <a:pt x="1487" y="270"/>
                </a:lnTo>
                <a:cubicBezTo>
                  <a:pt x="1452" y="210"/>
                  <a:pt x="1405" y="163"/>
                  <a:pt x="1358" y="116"/>
                </a:cubicBezTo>
                <a:cubicBezTo>
                  <a:pt x="1304" y="54"/>
                  <a:pt x="1233" y="18"/>
                  <a:pt x="1152" y="0"/>
                </a:cubicBezTo>
                <a:close/>
                <a:moveTo>
                  <a:pt x="1857" y="3490"/>
                </a:moveTo>
                <a:cubicBezTo>
                  <a:pt x="1856" y="3496"/>
                  <a:pt x="1854" y="3502"/>
                  <a:pt x="1853" y="3508"/>
                </a:cubicBezTo>
                <a:lnTo>
                  <a:pt x="1853" y="3508"/>
                </a:lnTo>
                <a:cubicBezTo>
                  <a:pt x="1769" y="3508"/>
                  <a:pt x="1684" y="3507"/>
                  <a:pt x="1599" y="3499"/>
                </a:cubicBezTo>
                <a:lnTo>
                  <a:pt x="1599" y="3499"/>
                </a:lnTo>
                <a:cubicBezTo>
                  <a:pt x="1662" y="3505"/>
                  <a:pt x="1725" y="3511"/>
                  <a:pt x="1791" y="3511"/>
                </a:cubicBezTo>
                <a:cubicBezTo>
                  <a:pt x="1811" y="3511"/>
                  <a:pt x="1832" y="3511"/>
                  <a:pt x="1853" y="3509"/>
                </a:cubicBezTo>
                <a:lnTo>
                  <a:pt x="1853" y="3509"/>
                </a:lnTo>
                <a:cubicBezTo>
                  <a:pt x="1845" y="3567"/>
                  <a:pt x="1872" y="3627"/>
                  <a:pt x="1920" y="3659"/>
                </a:cubicBezTo>
                <a:cubicBezTo>
                  <a:pt x="1973" y="3686"/>
                  <a:pt x="2027" y="3704"/>
                  <a:pt x="2089" y="3713"/>
                </a:cubicBezTo>
                <a:cubicBezTo>
                  <a:pt x="2137" y="3717"/>
                  <a:pt x="2186" y="3719"/>
                  <a:pt x="2233" y="3719"/>
                </a:cubicBezTo>
                <a:cubicBezTo>
                  <a:pt x="2292" y="3719"/>
                  <a:pt x="2351" y="3715"/>
                  <a:pt x="2407" y="3707"/>
                </a:cubicBezTo>
                <a:lnTo>
                  <a:pt x="2407" y="3707"/>
                </a:lnTo>
                <a:cubicBezTo>
                  <a:pt x="2393" y="3739"/>
                  <a:pt x="2396" y="3775"/>
                  <a:pt x="2411" y="3811"/>
                </a:cubicBezTo>
                <a:cubicBezTo>
                  <a:pt x="2416" y="3816"/>
                  <a:pt x="2422" y="3821"/>
                  <a:pt x="2428" y="3826"/>
                </a:cubicBezTo>
                <a:lnTo>
                  <a:pt x="2428" y="3826"/>
                </a:lnTo>
                <a:cubicBezTo>
                  <a:pt x="2420" y="3791"/>
                  <a:pt x="2420" y="3757"/>
                  <a:pt x="2446" y="3731"/>
                </a:cubicBezTo>
                <a:lnTo>
                  <a:pt x="2455" y="3704"/>
                </a:lnTo>
                <a:lnTo>
                  <a:pt x="2429" y="3704"/>
                </a:lnTo>
                <a:lnTo>
                  <a:pt x="2420" y="3686"/>
                </a:lnTo>
                <a:cubicBezTo>
                  <a:pt x="2415" y="3693"/>
                  <a:pt x="2410" y="3700"/>
                  <a:pt x="2407" y="3707"/>
                </a:cubicBezTo>
                <a:lnTo>
                  <a:pt x="2407" y="3707"/>
                </a:lnTo>
                <a:cubicBezTo>
                  <a:pt x="2360" y="3714"/>
                  <a:pt x="2312" y="3717"/>
                  <a:pt x="2263" y="3717"/>
                </a:cubicBezTo>
                <a:cubicBezTo>
                  <a:pt x="2208" y="3717"/>
                  <a:pt x="2152" y="3713"/>
                  <a:pt x="2098" y="3704"/>
                </a:cubicBezTo>
                <a:cubicBezTo>
                  <a:pt x="2036" y="3704"/>
                  <a:pt x="1982" y="3686"/>
                  <a:pt x="1938" y="3659"/>
                </a:cubicBezTo>
                <a:cubicBezTo>
                  <a:pt x="1893" y="3624"/>
                  <a:pt x="1875" y="3570"/>
                  <a:pt x="1884" y="3525"/>
                </a:cubicBezTo>
                <a:lnTo>
                  <a:pt x="1884" y="3508"/>
                </a:lnTo>
                <a:lnTo>
                  <a:pt x="1875" y="3508"/>
                </a:lnTo>
                <a:lnTo>
                  <a:pt x="1857" y="3490"/>
                </a:lnTo>
                <a:close/>
                <a:moveTo>
                  <a:pt x="3911" y="3508"/>
                </a:moveTo>
                <a:cubicBezTo>
                  <a:pt x="3832" y="3508"/>
                  <a:pt x="3754" y="3516"/>
                  <a:pt x="3678" y="3534"/>
                </a:cubicBezTo>
                <a:cubicBezTo>
                  <a:pt x="3517" y="3561"/>
                  <a:pt x="3366" y="3606"/>
                  <a:pt x="3214" y="3659"/>
                </a:cubicBezTo>
                <a:cubicBezTo>
                  <a:pt x="3062" y="3722"/>
                  <a:pt x="2911" y="3775"/>
                  <a:pt x="2759" y="3820"/>
                </a:cubicBezTo>
                <a:cubicBezTo>
                  <a:pt x="2678" y="3847"/>
                  <a:pt x="2598" y="3856"/>
                  <a:pt x="2518" y="3856"/>
                </a:cubicBezTo>
                <a:cubicBezTo>
                  <a:pt x="2482" y="3856"/>
                  <a:pt x="2452" y="3844"/>
                  <a:pt x="2428" y="3826"/>
                </a:cubicBezTo>
                <a:lnTo>
                  <a:pt x="2428" y="3826"/>
                </a:lnTo>
                <a:cubicBezTo>
                  <a:pt x="2428" y="3827"/>
                  <a:pt x="2428" y="3828"/>
                  <a:pt x="2429" y="3829"/>
                </a:cubicBezTo>
                <a:cubicBezTo>
                  <a:pt x="2446" y="3856"/>
                  <a:pt x="2491" y="3865"/>
                  <a:pt x="2527" y="3873"/>
                </a:cubicBezTo>
                <a:cubicBezTo>
                  <a:pt x="2607" y="3873"/>
                  <a:pt x="2687" y="3856"/>
                  <a:pt x="2759" y="3838"/>
                </a:cubicBezTo>
                <a:cubicBezTo>
                  <a:pt x="2919" y="3793"/>
                  <a:pt x="3071" y="3740"/>
                  <a:pt x="3214" y="3686"/>
                </a:cubicBezTo>
                <a:cubicBezTo>
                  <a:pt x="3366" y="3624"/>
                  <a:pt x="3517" y="3588"/>
                  <a:pt x="3678" y="3561"/>
                </a:cubicBezTo>
                <a:cubicBezTo>
                  <a:pt x="3773" y="3533"/>
                  <a:pt x="3871" y="3519"/>
                  <a:pt x="3971" y="3519"/>
                </a:cubicBezTo>
                <a:cubicBezTo>
                  <a:pt x="4031" y="3519"/>
                  <a:pt x="4091" y="3524"/>
                  <a:pt x="4151" y="3534"/>
                </a:cubicBezTo>
                <a:cubicBezTo>
                  <a:pt x="4071" y="3516"/>
                  <a:pt x="3990" y="3508"/>
                  <a:pt x="3911" y="3508"/>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rgbClr val="FFFFFF"/>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ctr" anchorCtr="0">
            <a:noAutofit/>
          </a:bodyPr>
          <a:lstStyle>
            <a:lvl1pPr lvl="0">
              <a:lnSpc>
                <a:spcPct val="100000"/>
              </a:lnSpc>
              <a:spcBef>
                <a:spcPts val="0"/>
              </a:spcBef>
              <a:spcAft>
                <a:spcPts val="0"/>
              </a:spcAft>
              <a:buClr>
                <a:schemeClr val="dk1"/>
              </a:buClr>
              <a:buSzPts val="3500"/>
              <a:buFont typeface="Grand Hotel"/>
              <a:buNone/>
              <a:defRPr sz="3500">
                <a:solidFill>
                  <a:schemeClr val="dk1"/>
                </a:solidFill>
                <a:latin typeface="Grand Hotel"/>
                <a:ea typeface="Grand Hotel"/>
                <a:cs typeface="Grand Hotel"/>
                <a:sym typeface="Grand Hotel"/>
              </a:defRPr>
            </a:lvl1pPr>
            <a:lvl2pPr lvl="1">
              <a:lnSpc>
                <a:spcPct val="100000"/>
              </a:lnSpc>
              <a:spcBef>
                <a:spcPts val="0"/>
              </a:spcBef>
              <a:spcAft>
                <a:spcPts val="0"/>
              </a:spcAft>
              <a:buClr>
                <a:schemeClr val="dk1"/>
              </a:buClr>
              <a:buSzPts val="3500"/>
              <a:buFont typeface="Grand Hotel"/>
              <a:buNone/>
              <a:defRPr sz="3500">
                <a:solidFill>
                  <a:schemeClr val="dk1"/>
                </a:solidFill>
                <a:latin typeface="Grand Hotel"/>
                <a:ea typeface="Grand Hotel"/>
                <a:cs typeface="Grand Hotel"/>
                <a:sym typeface="Grand Hotel"/>
              </a:defRPr>
            </a:lvl2pPr>
            <a:lvl3pPr lvl="2">
              <a:lnSpc>
                <a:spcPct val="100000"/>
              </a:lnSpc>
              <a:spcBef>
                <a:spcPts val="0"/>
              </a:spcBef>
              <a:spcAft>
                <a:spcPts val="0"/>
              </a:spcAft>
              <a:buClr>
                <a:schemeClr val="dk1"/>
              </a:buClr>
              <a:buSzPts val="3500"/>
              <a:buFont typeface="Grand Hotel"/>
              <a:buNone/>
              <a:defRPr sz="3500">
                <a:solidFill>
                  <a:schemeClr val="dk1"/>
                </a:solidFill>
                <a:latin typeface="Grand Hotel"/>
                <a:ea typeface="Grand Hotel"/>
                <a:cs typeface="Grand Hotel"/>
                <a:sym typeface="Grand Hotel"/>
              </a:defRPr>
            </a:lvl3pPr>
            <a:lvl4pPr lvl="3">
              <a:lnSpc>
                <a:spcPct val="100000"/>
              </a:lnSpc>
              <a:spcBef>
                <a:spcPts val="0"/>
              </a:spcBef>
              <a:spcAft>
                <a:spcPts val="0"/>
              </a:spcAft>
              <a:buClr>
                <a:schemeClr val="dk1"/>
              </a:buClr>
              <a:buSzPts val="3500"/>
              <a:buFont typeface="Grand Hotel"/>
              <a:buNone/>
              <a:defRPr sz="3500">
                <a:solidFill>
                  <a:schemeClr val="dk1"/>
                </a:solidFill>
                <a:latin typeface="Grand Hotel"/>
                <a:ea typeface="Grand Hotel"/>
                <a:cs typeface="Grand Hotel"/>
                <a:sym typeface="Grand Hotel"/>
              </a:defRPr>
            </a:lvl4pPr>
            <a:lvl5pPr lvl="4">
              <a:lnSpc>
                <a:spcPct val="100000"/>
              </a:lnSpc>
              <a:spcBef>
                <a:spcPts val="0"/>
              </a:spcBef>
              <a:spcAft>
                <a:spcPts val="0"/>
              </a:spcAft>
              <a:buClr>
                <a:schemeClr val="dk1"/>
              </a:buClr>
              <a:buSzPts val="3500"/>
              <a:buFont typeface="Grand Hotel"/>
              <a:buNone/>
              <a:defRPr sz="3500">
                <a:solidFill>
                  <a:schemeClr val="dk1"/>
                </a:solidFill>
                <a:latin typeface="Grand Hotel"/>
                <a:ea typeface="Grand Hotel"/>
                <a:cs typeface="Grand Hotel"/>
                <a:sym typeface="Grand Hotel"/>
              </a:defRPr>
            </a:lvl5pPr>
            <a:lvl6pPr lvl="5">
              <a:lnSpc>
                <a:spcPct val="100000"/>
              </a:lnSpc>
              <a:spcBef>
                <a:spcPts val="0"/>
              </a:spcBef>
              <a:spcAft>
                <a:spcPts val="0"/>
              </a:spcAft>
              <a:buClr>
                <a:schemeClr val="dk1"/>
              </a:buClr>
              <a:buSzPts val="3500"/>
              <a:buFont typeface="Grand Hotel"/>
              <a:buNone/>
              <a:defRPr sz="3500">
                <a:solidFill>
                  <a:schemeClr val="dk1"/>
                </a:solidFill>
                <a:latin typeface="Grand Hotel"/>
                <a:ea typeface="Grand Hotel"/>
                <a:cs typeface="Grand Hotel"/>
                <a:sym typeface="Grand Hotel"/>
              </a:defRPr>
            </a:lvl6pPr>
            <a:lvl7pPr lvl="6">
              <a:lnSpc>
                <a:spcPct val="100000"/>
              </a:lnSpc>
              <a:spcBef>
                <a:spcPts val="0"/>
              </a:spcBef>
              <a:spcAft>
                <a:spcPts val="0"/>
              </a:spcAft>
              <a:buClr>
                <a:schemeClr val="dk1"/>
              </a:buClr>
              <a:buSzPts val="3500"/>
              <a:buFont typeface="Grand Hotel"/>
              <a:buNone/>
              <a:defRPr sz="3500">
                <a:solidFill>
                  <a:schemeClr val="dk1"/>
                </a:solidFill>
                <a:latin typeface="Grand Hotel"/>
                <a:ea typeface="Grand Hotel"/>
                <a:cs typeface="Grand Hotel"/>
                <a:sym typeface="Grand Hotel"/>
              </a:defRPr>
            </a:lvl7pPr>
            <a:lvl8pPr lvl="7">
              <a:lnSpc>
                <a:spcPct val="100000"/>
              </a:lnSpc>
              <a:spcBef>
                <a:spcPts val="0"/>
              </a:spcBef>
              <a:spcAft>
                <a:spcPts val="0"/>
              </a:spcAft>
              <a:buClr>
                <a:schemeClr val="dk1"/>
              </a:buClr>
              <a:buSzPts val="3500"/>
              <a:buFont typeface="Grand Hotel"/>
              <a:buNone/>
              <a:defRPr sz="3500">
                <a:solidFill>
                  <a:schemeClr val="dk1"/>
                </a:solidFill>
                <a:latin typeface="Grand Hotel"/>
                <a:ea typeface="Grand Hotel"/>
                <a:cs typeface="Grand Hotel"/>
                <a:sym typeface="Grand Hotel"/>
              </a:defRPr>
            </a:lvl8pPr>
            <a:lvl9pPr lvl="8">
              <a:lnSpc>
                <a:spcPct val="100000"/>
              </a:lnSpc>
              <a:spcBef>
                <a:spcPts val="0"/>
              </a:spcBef>
              <a:spcAft>
                <a:spcPts val="0"/>
              </a:spcAft>
              <a:buClr>
                <a:schemeClr val="dk1"/>
              </a:buClr>
              <a:buSzPts val="3500"/>
              <a:buFont typeface="Grand Hotel"/>
              <a:buNone/>
              <a:defRPr sz="3500">
                <a:solidFill>
                  <a:schemeClr val="dk1"/>
                </a:solidFill>
                <a:latin typeface="Grand Hotel"/>
                <a:ea typeface="Grand Hotel"/>
                <a:cs typeface="Grand Hotel"/>
                <a:sym typeface="Grand Hote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ctr" anchorCtr="0">
            <a:noAutofit/>
          </a:bodyPr>
          <a:lstStyle>
            <a:lvl1pPr marL="457200" lvl="0" indent="-317500">
              <a:lnSpc>
                <a:spcPct val="100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1pPr>
            <a:lvl2pPr marL="914400" lvl="1" indent="-317500">
              <a:lnSpc>
                <a:spcPct val="100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2pPr>
            <a:lvl3pPr marL="1371600" lvl="2" indent="-317500">
              <a:lnSpc>
                <a:spcPct val="100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3pPr>
            <a:lvl4pPr marL="1828800" lvl="3" indent="-317500">
              <a:lnSpc>
                <a:spcPct val="100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4pPr>
            <a:lvl5pPr marL="2286000" lvl="4" indent="-317500">
              <a:lnSpc>
                <a:spcPct val="100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5pPr>
            <a:lvl6pPr marL="2743200" lvl="5" indent="-317500">
              <a:lnSpc>
                <a:spcPct val="100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6pPr>
            <a:lvl7pPr marL="3200400" lvl="6" indent="-317500">
              <a:lnSpc>
                <a:spcPct val="100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7pPr>
            <a:lvl8pPr marL="3657600" lvl="7" indent="-317500">
              <a:lnSpc>
                <a:spcPct val="100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8pPr>
            <a:lvl9pPr marL="4114800" lvl="8" indent="-317500">
              <a:lnSpc>
                <a:spcPct val="100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2" r:id="rId2"/>
    <p:sldLayoutId id="2147483653" r:id="rId3"/>
    <p:sldLayoutId id="2147483654" r:id="rId4"/>
    <p:sldLayoutId id="2147483656" r:id="rId5"/>
    <p:sldLayoutId id="2147483657" r:id="rId6"/>
    <p:sldLayoutId id="2147483658" r:id="rId7"/>
    <p:sldLayoutId id="2147483659" r:id="rId8"/>
    <p:sldLayoutId id="2147483669" r:id="rId9"/>
    <p:sldLayoutId id="2147483670" r:id="rId10"/>
    <p:sldLayoutId id="2147483671"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slide" Target="slide17.xml"/><Relationship Id="rId13" Type="http://schemas.openxmlformats.org/officeDocument/2006/relationships/slide" Target="slide32.xml"/><Relationship Id="rId3" Type="http://schemas.openxmlformats.org/officeDocument/2006/relationships/image" Target="../media/image2.jpg"/><Relationship Id="rId7" Type="http://schemas.openxmlformats.org/officeDocument/2006/relationships/slide" Target="slide19.xml"/><Relationship Id="rId12" Type="http://schemas.openxmlformats.org/officeDocument/2006/relationships/slide" Target="slide56.xml"/><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slide" Target="slide15.xml"/><Relationship Id="rId11" Type="http://schemas.openxmlformats.org/officeDocument/2006/relationships/slide" Target="slide27.xml"/><Relationship Id="rId5" Type="http://schemas.openxmlformats.org/officeDocument/2006/relationships/slide" Target="slide12.xml"/><Relationship Id="rId10" Type="http://schemas.openxmlformats.org/officeDocument/2006/relationships/slide" Target="slide41.xml"/><Relationship Id="rId4" Type="http://schemas.openxmlformats.org/officeDocument/2006/relationships/slide" Target="slide9.xml"/><Relationship Id="rId9" Type="http://schemas.openxmlformats.org/officeDocument/2006/relationships/slide" Target="slide22.xml"/><Relationship Id="rId14" Type="http://schemas.openxmlformats.org/officeDocument/2006/relationships/slide" Target="slide62.xml"/></Relationships>
</file>

<file path=ppt/slides/_rels/slide2.xml.rels><?xml version="1.0" encoding="UTF-8" standalone="yes"?>
<Relationships xmlns="http://schemas.openxmlformats.org/package/2006/relationships"><Relationship Id="rId8" Type="http://schemas.openxmlformats.org/officeDocument/2006/relationships/slide" Target="slide22.xml"/><Relationship Id="rId13" Type="http://schemas.openxmlformats.org/officeDocument/2006/relationships/slide" Target="slide62.xml"/><Relationship Id="rId3" Type="http://schemas.openxmlformats.org/officeDocument/2006/relationships/slide" Target="slide9.xml"/><Relationship Id="rId7" Type="http://schemas.openxmlformats.org/officeDocument/2006/relationships/slide" Target="slide17.xml"/><Relationship Id="rId12" Type="http://schemas.openxmlformats.org/officeDocument/2006/relationships/slide" Target="slide32.xml"/><Relationship Id="rId2" Type="http://schemas.openxmlformats.org/officeDocument/2006/relationships/notesSlide" Target="../notesSlides/notesSlide2.xml"/><Relationship Id="rId1" Type="http://schemas.openxmlformats.org/officeDocument/2006/relationships/slideLayout" Target="../slideLayouts/slideLayout8.xml"/><Relationship Id="rId6" Type="http://schemas.openxmlformats.org/officeDocument/2006/relationships/slide" Target="slide19.xml"/><Relationship Id="rId11" Type="http://schemas.openxmlformats.org/officeDocument/2006/relationships/slide" Target="slide56.xml"/><Relationship Id="rId5" Type="http://schemas.openxmlformats.org/officeDocument/2006/relationships/slide" Target="slide15.xml"/><Relationship Id="rId15" Type="http://schemas.openxmlformats.org/officeDocument/2006/relationships/image" Target="../media/image2.jpg"/><Relationship Id="rId10" Type="http://schemas.openxmlformats.org/officeDocument/2006/relationships/slide" Target="slide27.xml"/><Relationship Id="rId4" Type="http://schemas.openxmlformats.org/officeDocument/2006/relationships/slide" Target="slide12.xml"/><Relationship Id="rId9" Type="http://schemas.openxmlformats.org/officeDocument/2006/relationships/slide" Target="slide41.xml"/><Relationship Id="rId14" Type="http://schemas.openxmlformats.org/officeDocument/2006/relationships/slide" Target="slide1.xml"/></Relationships>
</file>

<file path=ppt/slides/_rels/slide3.xml.rels><?xml version="1.0" encoding="UTF-8" standalone="yes"?>
<Relationships xmlns="http://schemas.openxmlformats.org/package/2006/relationships"><Relationship Id="rId8" Type="http://schemas.openxmlformats.org/officeDocument/2006/relationships/slide" Target="slide32.xml"/><Relationship Id="rId13" Type="http://schemas.openxmlformats.org/officeDocument/2006/relationships/slide" Target="slide62.xml"/><Relationship Id="rId3" Type="http://schemas.openxmlformats.org/officeDocument/2006/relationships/slide" Target="slide27.xml"/><Relationship Id="rId7" Type="http://schemas.openxmlformats.org/officeDocument/2006/relationships/slide" Target="slide12.xml"/><Relationship Id="rId12" Type="http://schemas.openxmlformats.org/officeDocument/2006/relationships/slide" Target="slide56.xml"/><Relationship Id="rId2" Type="http://schemas.openxmlformats.org/officeDocument/2006/relationships/notesSlide" Target="../notesSlides/notesSlide3.xml"/><Relationship Id="rId1" Type="http://schemas.openxmlformats.org/officeDocument/2006/relationships/slideLayout" Target="../slideLayouts/slideLayout8.xml"/><Relationship Id="rId6" Type="http://schemas.openxmlformats.org/officeDocument/2006/relationships/slide" Target="slide9.xml"/><Relationship Id="rId11" Type="http://schemas.openxmlformats.org/officeDocument/2006/relationships/slide" Target="slide41.xml"/><Relationship Id="rId5" Type="http://schemas.openxmlformats.org/officeDocument/2006/relationships/slide" Target="slide22.xml"/><Relationship Id="rId10" Type="http://schemas.openxmlformats.org/officeDocument/2006/relationships/slide" Target="slide19.xml"/><Relationship Id="rId4" Type="http://schemas.openxmlformats.org/officeDocument/2006/relationships/slide" Target="slide17.xml"/><Relationship Id="rId9" Type="http://schemas.openxmlformats.org/officeDocument/2006/relationships/slide" Target="slide15.xml"/><Relationship Id="rId14" Type="http://schemas.openxmlformats.org/officeDocument/2006/relationships/slide" Target="slid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hyperlink" Target="https://www.globalknowledge.com/ca-en/course/120609/virtualizing-enterprise-desktops-and-apps-m20694/" TargetMode="Externa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hyperlink" Target="https://searchvirtualdesktop.techtarget.com/definition/app-virtualization" TargetMode="Externa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hyperlink" Target="https://searchvirtualdesktop.techtarget.com/definition/app-virtualization" TargetMode="Externa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hyperlink" Target="https://www.globalknowledge.com/ca-en/resources/resource-library/articles/the-10-most-important-it-skills-for-2020/" TargetMode="Externa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2" Type="http://schemas.openxmlformats.org/officeDocument/2006/relationships/hyperlink" Target="https://www.globalknowledge.com/ca-en/course/133056/introduction-to-storage/" TargetMode="Externa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2" Type="http://schemas.openxmlformats.org/officeDocument/2006/relationships/hyperlink" Target="https://searchdatamanagement.techtarget.com/definition/data-virtualization" TargetMode="Externa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5.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8.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5.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0.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5.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5.xml"/></Relationships>
</file>

<file path=ppt/slides/_rels/slide7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5.xml"/></Relationships>
</file>

<file path=ppt/slides/_rels/slide73.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5.xml"/></Relationships>
</file>

<file path=ppt/slides/_rels/slide74.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5.xml"/></Relationships>
</file>

<file path=ppt/slides/_rels/slide75.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5.xml"/></Relationships>
</file>

<file path=ppt/slides/_rels/slide76.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5.xml"/></Relationships>
</file>

<file path=ppt/slides/_rels/slide7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5.xml"/></Relationships>
</file>

<file path=ppt/slides/_rels/slide7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5.xml"/></Relationships>
</file>

<file path=ppt/slides/_rels/slide79.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5.xml"/></Relationships>
</file>

<file path=ppt/slides/_rels/slide80.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5.xml"/></Relationships>
</file>

<file path=ppt/slides/_rels/slide81.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5.xml"/></Relationships>
</file>

<file path=ppt/slides/_rels/slide82.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5.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5.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5.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3.xml.rels><?xml version="1.0" encoding="UTF-8" standalone="yes"?>
<Relationships xmlns="http://schemas.openxmlformats.org/package/2006/relationships"><Relationship Id="rId2" Type="http://schemas.openxmlformats.org/officeDocument/2006/relationships/image" Target="../media/image22.jpg"/><Relationship Id="rId1" Type="http://schemas.openxmlformats.org/officeDocument/2006/relationships/slideLayout" Target="../slideLayouts/slideLayout5.xml"/></Relationships>
</file>

<file path=ppt/slides/_rels/slide10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5.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5.xml"/></Relationships>
</file>

<file path=ppt/slides/_rels/slide108.xml.rels><?xml version="1.0" encoding="UTF-8" standalone="yes"?>
<Relationships xmlns="http://schemas.openxmlformats.org/package/2006/relationships"><Relationship Id="rId2" Type="http://schemas.openxmlformats.org/officeDocument/2006/relationships/image" Target="../media/image25.jpg"/><Relationship Id="rId1" Type="http://schemas.openxmlformats.org/officeDocument/2006/relationships/slideLayout" Target="../slideLayouts/slideLayout5.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5.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5.xml.rels><?xml version="1.0" encoding="UTF-8" standalone="yes"?>
<Relationships xmlns="http://schemas.openxmlformats.org/package/2006/relationships"><Relationship Id="rId2" Type="http://schemas.openxmlformats.org/officeDocument/2006/relationships/image" Target="../media/image27.jpg"/><Relationship Id="rId1" Type="http://schemas.openxmlformats.org/officeDocument/2006/relationships/slideLayout" Target="../slideLayouts/slideLayout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048"/>
        <p:cNvGrpSpPr/>
        <p:nvPr/>
      </p:nvGrpSpPr>
      <p:grpSpPr>
        <a:xfrm>
          <a:off x="0" y="0"/>
          <a:ext cx="0" cy="0"/>
          <a:chOff x="0" y="0"/>
          <a:chExt cx="0" cy="0"/>
        </a:xfrm>
      </p:grpSpPr>
      <p:sp>
        <p:nvSpPr>
          <p:cNvPr id="3049" name="Google Shape;3049;p29"/>
          <p:cNvSpPr txBox="1">
            <a:spLocks noGrp="1"/>
          </p:cNvSpPr>
          <p:nvPr>
            <p:ph type="subTitle" idx="1"/>
          </p:nvPr>
        </p:nvSpPr>
        <p:spPr>
          <a:xfrm rot="331">
            <a:off x="2934346" y="3646096"/>
            <a:ext cx="3113400" cy="608700"/>
          </a:xfrm>
          <a:prstGeom prst="rect">
            <a:avLst/>
          </a:prstGeom>
        </p:spPr>
        <p:txBody>
          <a:bodyPr spcFirstLastPara="1" wrap="square" lIns="91425" tIns="91425" rIns="91425" bIns="91425" anchor="t" anchorCtr="0">
            <a:noAutofit/>
          </a:bodyPr>
          <a:lstStyle/>
          <a:p>
            <a:pPr marL="0" indent="0"/>
            <a:r>
              <a:rPr lang="en-IN" sz="2000" b="1" spc="250" dirty="0" smtClean="0">
                <a:latin typeface="Times New Roman"/>
                <a:cs typeface="Times New Roman"/>
              </a:rPr>
              <a:t>2</a:t>
            </a:r>
            <a:r>
              <a:rPr lang="en-IN" sz="2000" b="1" spc="220" dirty="0" smtClean="0">
                <a:latin typeface="Times New Roman"/>
                <a:cs typeface="Times New Roman"/>
              </a:rPr>
              <a:t>0MCA</a:t>
            </a:r>
            <a:r>
              <a:rPr lang="en-IN" sz="2000" b="1" spc="240" dirty="0" smtClean="0">
                <a:latin typeface="Times New Roman"/>
                <a:cs typeface="Times New Roman"/>
              </a:rPr>
              <a:t>1</a:t>
            </a:r>
            <a:r>
              <a:rPr lang="en-IN" sz="2000" b="1" spc="215" dirty="0" smtClean="0">
                <a:latin typeface="Times New Roman"/>
                <a:cs typeface="Times New Roman"/>
              </a:rPr>
              <a:t>6</a:t>
            </a:r>
            <a:r>
              <a:rPr lang="en-IN" sz="2000" b="1" spc="245" dirty="0" smtClean="0">
                <a:latin typeface="Times New Roman"/>
                <a:cs typeface="Times New Roman"/>
              </a:rPr>
              <a:t>8</a:t>
            </a:r>
            <a:endParaRPr lang="en-IN" sz="2000" dirty="0">
              <a:latin typeface="Times New Roman"/>
              <a:cs typeface="Times New Roman"/>
            </a:endParaRPr>
          </a:p>
        </p:txBody>
      </p:sp>
      <p:sp>
        <p:nvSpPr>
          <p:cNvPr id="3050" name="Google Shape;3050;p29"/>
          <p:cNvSpPr txBox="1">
            <a:spLocks noGrp="1"/>
          </p:cNvSpPr>
          <p:nvPr>
            <p:ph type="ctrTitle"/>
          </p:nvPr>
        </p:nvSpPr>
        <p:spPr>
          <a:xfrm rot="-250">
            <a:off x="1136017" y="914530"/>
            <a:ext cx="5805985" cy="2281200"/>
          </a:xfrm>
          <a:prstGeom prst="rect">
            <a:avLst/>
          </a:prstGeom>
        </p:spPr>
        <p:txBody>
          <a:bodyPr spcFirstLastPara="1" wrap="square" lIns="91425" tIns="91425" rIns="91425" bIns="91425" anchor="t" anchorCtr="0">
            <a:noAutofit/>
          </a:bodyPr>
          <a:lstStyle/>
          <a:p>
            <a:pPr marL="12700" marR="5080">
              <a:lnSpc>
                <a:spcPts val="5830"/>
              </a:lnSpc>
              <a:spcBef>
                <a:spcPts val="835"/>
              </a:spcBef>
            </a:pPr>
            <a:r>
              <a:rPr lang="en-IN" sz="5400" b="1" spc="-655" dirty="0" smtClean="0">
                <a:latin typeface="Times New Roman"/>
                <a:cs typeface="Times New Roman"/>
              </a:rPr>
              <a:t>V</a:t>
            </a:r>
            <a:r>
              <a:rPr lang="en-IN" sz="5400" b="1" spc="-330" dirty="0" smtClean="0">
                <a:latin typeface="Times New Roman"/>
                <a:cs typeface="Times New Roman"/>
              </a:rPr>
              <a:t>I</a:t>
            </a:r>
            <a:r>
              <a:rPr lang="en-IN" sz="5400" b="1" spc="-465" dirty="0" smtClean="0">
                <a:latin typeface="Times New Roman"/>
                <a:cs typeface="Times New Roman"/>
              </a:rPr>
              <a:t>R</a:t>
            </a:r>
            <a:r>
              <a:rPr lang="en-IN" sz="5400" b="1" spc="-395" dirty="0" smtClean="0">
                <a:latin typeface="Times New Roman"/>
                <a:cs typeface="Times New Roman"/>
              </a:rPr>
              <a:t>TUA</a:t>
            </a:r>
            <a:r>
              <a:rPr lang="en-IN" sz="5400" b="1" spc="-355" dirty="0" smtClean="0">
                <a:latin typeface="Times New Roman"/>
                <a:cs typeface="Times New Roman"/>
              </a:rPr>
              <a:t>L</a:t>
            </a:r>
            <a:r>
              <a:rPr lang="en-IN" sz="5400" b="1" spc="-385" dirty="0" smtClean="0">
                <a:latin typeface="Times New Roman"/>
                <a:cs typeface="Times New Roman"/>
              </a:rPr>
              <a:t>ISATION</a:t>
            </a:r>
            <a:r>
              <a:rPr lang="en-IN" sz="5400" b="1" spc="-20" dirty="0" smtClean="0">
                <a:latin typeface="Times New Roman"/>
                <a:cs typeface="Times New Roman"/>
              </a:rPr>
              <a:t> </a:t>
            </a:r>
            <a:r>
              <a:rPr lang="en-IN" sz="5400" b="1" spc="195" dirty="0">
                <a:latin typeface="Times New Roman"/>
                <a:cs typeface="Times New Roman"/>
              </a:rPr>
              <a:t>A</a:t>
            </a:r>
            <a:r>
              <a:rPr lang="en-IN" sz="5400" b="1" spc="-440" dirty="0">
                <a:latin typeface="Times New Roman"/>
                <a:cs typeface="Times New Roman"/>
              </a:rPr>
              <a:t>ND  </a:t>
            </a:r>
            <a:r>
              <a:rPr lang="en-IN" sz="5400" b="1" spc="-434" dirty="0">
                <a:latin typeface="Times New Roman"/>
                <a:cs typeface="Times New Roman"/>
              </a:rPr>
              <a:t>CONTAINERS</a:t>
            </a:r>
            <a:endParaRPr lang="en-IN" sz="5400" dirty="0">
              <a:latin typeface="Times New Roman"/>
              <a:cs typeface="Times New Roman"/>
            </a:endParaRPr>
          </a:p>
        </p:txBody>
      </p:sp>
      <p:sp>
        <p:nvSpPr>
          <p:cNvPr id="3051" name="Google Shape;3051;p29"/>
          <p:cNvSpPr/>
          <p:nvPr/>
        </p:nvSpPr>
        <p:spPr>
          <a:xfrm rot="517218">
            <a:off x="660879" y="570950"/>
            <a:ext cx="794686" cy="686740"/>
          </a:xfrm>
          <a:custGeom>
            <a:avLst/>
            <a:gdLst/>
            <a:ahLst/>
            <a:cxnLst/>
            <a:rect l="l" t="t" r="r" b="b"/>
            <a:pathLst>
              <a:path w="25370" h="21060" extrusionOk="0">
                <a:moveTo>
                  <a:pt x="20833" y="1"/>
                </a:moveTo>
                <a:lnTo>
                  <a:pt x="1" y="14443"/>
                </a:lnTo>
                <a:cubicBezTo>
                  <a:pt x="1" y="14443"/>
                  <a:pt x="1097" y="14443"/>
                  <a:pt x="1513" y="14972"/>
                </a:cubicBezTo>
                <a:cubicBezTo>
                  <a:pt x="1891" y="15540"/>
                  <a:pt x="1551" y="16371"/>
                  <a:pt x="1551" y="16371"/>
                </a:cubicBezTo>
                <a:cubicBezTo>
                  <a:pt x="1551" y="16371"/>
                  <a:pt x="2647" y="16371"/>
                  <a:pt x="3063" y="16938"/>
                </a:cubicBezTo>
                <a:cubicBezTo>
                  <a:pt x="3479" y="17543"/>
                  <a:pt x="3139" y="18867"/>
                  <a:pt x="3139" y="18867"/>
                </a:cubicBezTo>
                <a:cubicBezTo>
                  <a:pt x="3139" y="18867"/>
                  <a:pt x="4349" y="19018"/>
                  <a:pt x="4613" y="19396"/>
                </a:cubicBezTo>
                <a:cubicBezTo>
                  <a:pt x="4878" y="19774"/>
                  <a:pt x="4727" y="21060"/>
                  <a:pt x="4727" y="21060"/>
                </a:cubicBezTo>
                <a:lnTo>
                  <a:pt x="25370" y="6768"/>
                </a:lnTo>
                <a:cubicBezTo>
                  <a:pt x="23442" y="6579"/>
                  <a:pt x="23782" y="4575"/>
                  <a:pt x="23782" y="4575"/>
                </a:cubicBezTo>
                <a:cubicBezTo>
                  <a:pt x="23782" y="4575"/>
                  <a:pt x="22912" y="4235"/>
                  <a:pt x="22459" y="3819"/>
                </a:cubicBezTo>
                <a:cubicBezTo>
                  <a:pt x="22043" y="3403"/>
                  <a:pt x="22345" y="2156"/>
                  <a:pt x="22345" y="2156"/>
                </a:cubicBezTo>
                <a:cubicBezTo>
                  <a:pt x="22345" y="2156"/>
                  <a:pt x="21173" y="2118"/>
                  <a:pt x="20795" y="1626"/>
                </a:cubicBezTo>
                <a:cubicBezTo>
                  <a:pt x="20455" y="1135"/>
                  <a:pt x="20833" y="1"/>
                  <a:pt x="2083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4" name="Google Shape;3054;p29"/>
          <p:cNvSpPr/>
          <p:nvPr/>
        </p:nvSpPr>
        <p:spPr>
          <a:xfrm rot="2822828">
            <a:off x="738571" y="647992"/>
            <a:ext cx="794725" cy="686720"/>
          </a:xfrm>
          <a:custGeom>
            <a:avLst/>
            <a:gdLst/>
            <a:ahLst/>
            <a:cxnLst/>
            <a:rect l="l" t="t" r="r" b="b"/>
            <a:pathLst>
              <a:path w="25370" h="21060" extrusionOk="0">
                <a:moveTo>
                  <a:pt x="20833" y="1"/>
                </a:moveTo>
                <a:lnTo>
                  <a:pt x="1" y="14443"/>
                </a:lnTo>
                <a:cubicBezTo>
                  <a:pt x="1" y="14443"/>
                  <a:pt x="1097" y="14443"/>
                  <a:pt x="1513" y="14972"/>
                </a:cubicBezTo>
                <a:cubicBezTo>
                  <a:pt x="1891" y="15540"/>
                  <a:pt x="1551" y="16371"/>
                  <a:pt x="1551" y="16371"/>
                </a:cubicBezTo>
                <a:cubicBezTo>
                  <a:pt x="1551" y="16371"/>
                  <a:pt x="2647" y="16371"/>
                  <a:pt x="3063" y="16938"/>
                </a:cubicBezTo>
                <a:cubicBezTo>
                  <a:pt x="3479" y="17543"/>
                  <a:pt x="3139" y="18867"/>
                  <a:pt x="3139" y="18867"/>
                </a:cubicBezTo>
                <a:cubicBezTo>
                  <a:pt x="3139" y="18867"/>
                  <a:pt x="4349" y="19018"/>
                  <a:pt x="4613" y="19396"/>
                </a:cubicBezTo>
                <a:cubicBezTo>
                  <a:pt x="4878" y="19774"/>
                  <a:pt x="4727" y="21060"/>
                  <a:pt x="4727" y="21060"/>
                </a:cubicBezTo>
                <a:lnTo>
                  <a:pt x="25370" y="6768"/>
                </a:lnTo>
                <a:cubicBezTo>
                  <a:pt x="23442" y="6579"/>
                  <a:pt x="23782" y="4575"/>
                  <a:pt x="23782" y="4575"/>
                </a:cubicBezTo>
                <a:cubicBezTo>
                  <a:pt x="23782" y="4575"/>
                  <a:pt x="22912" y="4235"/>
                  <a:pt x="22459" y="3819"/>
                </a:cubicBezTo>
                <a:cubicBezTo>
                  <a:pt x="22043" y="3403"/>
                  <a:pt x="22345" y="2156"/>
                  <a:pt x="22345" y="2156"/>
                </a:cubicBezTo>
                <a:cubicBezTo>
                  <a:pt x="22345" y="2156"/>
                  <a:pt x="21173" y="2118"/>
                  <a:pt x="20795" y="1626"/>
                </a:cubicBezTo>
                <a:cubicBezTo>
                  <a:pt x="20455" y="1135"/>
                  <a:pt x="20833" y="1"/>
                  <a:pt x="2083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8" name="object 4"/>
          <p:cNvPicPr/>
          <p:nvPr/>
        </p:nvPicPr>
        <p:blipFill>
          <a:blip r:embed="rId3" cstate="print"/>
          <a:stretch>
            <a:fillRect/>
          </a:stretch>
        </p:blipFill>
        <p:spPr>
          <a:xfrm>
            <a:off x="6118698" y="3195942"/>
            <a:ext cx="2516186" cy="1388334"/>
          </a:xfrm>
          <a:prstGeom prst="rect">
            <a:avLst/>
          </a:prstGeom>
        </p:spPr>
      </p:pic>
      <p:sp>
        <p:nvSpPr>
          <p:cNvPr id="7" name="Google Shape;3084;p31"/>
          <p:cNvSpPr/>
          <p:nvPr/>
        </p:nvSpPr>
        <p:spPr>
          <a:xfrm rot="5400000">
            <a:off x="8728427" y="4398462"/>
            <a:ext cx="268062" cy="394800"/>
          </a:xfrm>
          <a:prstGeom prst="round2SameRect">
            <a:avLst>
              <a:gd name="adj1" fmla="val 50000"/>
              <a:gd name="adj2" fmla="val 0"/>
            </a:avLst>
          </a:prstGeom>
          <a:solidFill>
            <a:schemeClr val="accent5"/>
          </a:solidFill>
          <a:ln>
            <a:noFill/>
          </a:ln>
          <a:effectLst>
            <a:outerShdw blurRad="14288" dist="38100" dir="4920000" algn="bl" rotWithShape="0">
              <a:srgbClr val="000000">
                <a:alpha val="18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3085;p31"/>
          <p:cNvSpPr/>
          <p:nvPr/>
        </p:nvSpPr>
        <p:spPr>
          <a:xfrm rot="5400000">
            <a:off x="8719808" y="361505"/>
            <a:ext cx="285300" cy="394800"/>
          </a:xfrm>
          <a:prstGeom prst="round2SameRect">
            <a:avLst>
              <a:gd name="adj1" fmla="val 50000"/>
              <a:gd name="adj2" fmla="val 0"/>
            </a:avLst>
          </a:prstGeom>
          <a:solidFill>
            <a:schemeClr val="lt2"/>
          </a:solidFill>
          <a:ln>
            <a:noFill/>
          </a:ln>
          <a:effectLst>
            <a:outerShdw blurRad="14288" dist="38100" dir="4920000" algn="bl" rotWithShape="0">
              <a:srgbClr val="000000">
                <a:alpha val="18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3086;p31">
            <a:hlinkClick r:id="rId4" action="ppaction://hlinksldjump"/>
          </p:cNvPr>
          <p:cNvSpPr txBox="1"/>
          <p:nvPr/>
        </p:nvSpPr>
        <p:spPr>
          <a:xfrm>
            <a:off x="8696075" y="315379"/>
            <a:ext cx="229811" cy="554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400" dirty="0">
                <a:solidFill>
                  <a:srgbClr val="FFFFFF"/>
                </a:solidFill>
                <a:uFill>
                  <a:noFill/>
                </a:uFill>
                <a:latin typeface="Grand Hotel"/>
                <a:ea typeface="Grand Hotel"/>
                <a:cs typeface="Grand Hotel"/>
                <a:sym typeface="Grand Hotel"/>
                <a:hlinkClick r:id="rId4" action="ppaction://hlinksldjump">
                  <a:extLst>
                    <a:ext uri="{A12FA001-AC4F-418D-AE19-62706E023703}">
                      <ahyp:hlinkClr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val="tx"/>
                    </a:ext>
                  </a:extLst>
                </a:hlinkClick>
              </a:rPr>
              <a:t>1</a:t>
            </a:r>
            <a:endParaRPr sz="2400" dirty="0">
              <a:solidFill>
                <a:srgbClr val="FFFFFF"/>
              </a:solidFill>
              <a:latin typeface="Grand Hotel"/>
              <a:ea typeface="Grand Hotel"/>
              <a:cs typeface="Grand Hotel"/>
              <a:sym typeface="Grand Hotel"/>
            </a:endParaRPr>
          </a:p>
        </p:txBody>
      </p:sp>
      <p:sp>
        <p:nvSpPr>
          <p:cNvPr id="11" name="Google Shape;3087;p31"/>
          <p:cNvSpPr/>
          <p:nvPr/>
        </p:nvSpPr>
        <p:spPr>
          <a:xfrm rot="5400000">
            <a:off x="8730060" y="716763"/>
            <a:ext cx="285300" cy="394800"/>
          </a:xfrm>
          <a:prstGeom prst="round2SameRect">
            <a:avLst>
              <a:gd name="adj1" fmla="val 50000"/>
              <a:gd name="adj2" fmla="val 0"/>
            </a:avLst>
          </a:prstGeom>
          <a:solidFill>
            <a:schemeClr val="accent4"/>
          </a:solidFill>
          <a:ln>
            <a:noFill/>
          </a:ln>
          <a:effectLst>
            <a:outerShdw blurRad="14288" dist="38100" dir="4920000" algn="bl" rotWithShape="0">
              <a:srgbClr val="000000">
                <a:alpha val="18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3088;p31">
            <a:hlinkClick r:id="rId5" action="ppaction://hlinksldjump"/>
          </p:cNvPr>
          <p:cNvSpPr txBox="1"/>
          <p:nvPr/>
        </p:nvSpPr>
        <p:spPr>
          <a:xfrm>
            <a:off x="8686347" y="675675"/>
            <a:ext cx="289042" cy="554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400" dirty="0">
                <a:solidFill>
                  <a:srgbClr val="FFFFFF"/>
                </a:solidFill>
                <a:uFill>
                  <a:noFill/>
                </a:uFill>
                <a:latin typeface="Grand Hotel"/>
                <a:ea typeface="Grand Hotel"/>
                <a:cs typeface="Grand Hotel"/>
                <a:sym typeface="Grand Hotel"/>
                <a:hlinkClick r:id="rId6" action="ppaction://hlinksldjump"/>
              </a:rPr>
              <a:t>2</a:t>
            </a:r>
            <a:endParaRPr sz="2400" dirty="0">
              <a:solidFill>
                <a:srgbClr val="FFFFFF"/>
              </a:solidFill>
              <a:latin typeface="Grand Hotel"/>
              <a:ea typeface="Grand Hotel"/>
              <a:cs typeface="Grand Hotel"/>
              <a:sym typeface="Grand Hotel"/>
            </a:endParaRPr>
          </a:p>
        </p:txBody>
      </p:sp>
      <p:sp>
        <p:nvSpPr>
          <p:cNvPr id="13" name="Google Shape;3089;p31"/>
          <p:cNvSpPr/>
          <p:nvPr/>
        </p:nvSpPr>
        <p:spPr>
          <a:xfrm rot="5400000">
            <a:off x="8730605" y="1233951"/>
            <a:ext cx="285300" cy="394800"/>
          </a:xfrm>
          <a:prstGeom prst="round2SameRect">
            <a:avLst>
              <a:gd name="adj1" fmla="val 50000"/>
              <a:gd name="adj2" fmla="val 0"/>
            </a:avLst>
          </a:prstGeom>
          <a:solidFill>
            <a:schemeClr val="accent1"/>
          </a:solidFill>
          <a:ln>
            <a:noFill/>
          </a:ln>
          <a:effectLst>
            <a:outerShdw blurRad="14288" dist="38100" dir="4920000" algn="bl" rotWithShape="0">
              <a:srgbClr val="000000">
                <a:alpha val="18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3090;p31">
            <a:hlinkClick r:id="rId7" action="ppaction://hlinksldjump"/>
          </p:cNvPr>
          <p:cNvSpPr txBox="1"/>
          <p:nvPr/>
        </p:nvSpPr>
        <p:spPr>
          <a:xfrm>
            <a:off x="8666127" y="1180151"/>
            <a:ext cx="309262" cy="554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400" dirty="0" smtClean="0">
                <a:solidFill>
                  <a:srgbClr val="FFFFFF"/>
                </a:solidFill>
                <a:uFill>
                  <a:noFill/>
                </a:uFill>
                <a:latin typeface="Grand Hotel"/>
                <a:ea typeface="Grand Hotel"/>
                <a:cs typeface="Grand Hotel"/>
                <a:sym typeface="Grand Hotel"/>
                <a:hlinkClick r:id="rId8" action="ppaction://hlinksldjump">
                  <a:extLst>
                    <a:ext uri="{A12FA001-AC4F-418D-AE19-62706E023703}">
                      <ahyp:hlinkClr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val="tx"/>
                    </a:ext>
                  </a:extLst>
                </a:hlinkClick>
              </a:rPr>
              <a:t>3</a:t>
            </a:r>
            <a:endParaRPr sz="2400" dirty="0">
              <a:solidFill>
                <a:srgbClr val="FFFFFF"/>
              </a:solidFill>
              <a:latin typeface="Grand Hotel"/>
              <a:ea typeface="Grand Hotel"/>
              <a:cs typeface="Grand Hotel"/>
              <a:sym typeface="Grand Hotel"/>
            </a:endParaRPr>
          </a:p>
        </p:txBody>
      </p:sp>
      <p:sp>
        <p:nvSpPr>
          <p:cNvPr id="15" name="Google Shape;3091;p31"/>
          <p:cNvSpPr/>
          <p:nvPr/>
        </p:nvSpPr>
        <p:spPr>
          <a:xfrm rot="5400000">
            <a:off x="8730825" y="1727346"/>
            <a:ext cx="285300" cy="394800"/>
          </a:xfrm>
          <a:prstGeom prst="round2SameRect">
            <a:avLst>
              <a:gd name="adj1" fmla="val 50000"/>
              <a:gd name="adj2" fmla="val 0"/>
            </a:avLst>
          </a:prstGeom>
          <a:solidFill>
            <a:schemeClr val="accent3"/>
          </a:solidFill>
          <a:ln>
            <a:noFill/>
          </a:ln>
          <a:effectLst>
            <a:outerShdw blurRad="14288" dist="38100" dir="4920000" algn="bl" rotWithShape="0">
              <a:srgbClr val="000000">
                <a:alpha val="18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3092;p31">
            <a:hlinkClick r:id="rId9" action="ppaction://hlinksldjump"/>
          </p:cNvPr>
          <p:cNvSpPr txBox="1"/>
          <p:nvPr/>
        </p:nvSpPr>
        <p:spPr>
          <a:xfrm>
            <a:off x="8672588" y="1668536"/>
            <a:ext cx="279314" cy="554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400" dirty="0" smtClean="0">
                <a:solidFill>
                  <a:srgbClr val="FFFFFF"/>
                </a:solidFill>
                <a:uFill>
                  <a:noFill/>
                </a:uFill>
                <a:latin typeface="Grand Hotel"/>
                <a:ea typeface="Grand Hotel"/>
                <a:cs typeface="Grand Hotel"/>
                <a:sym typeface="Grand Hotel"/>
                <a:hlinkClick r:id="rId10" action="ppaction://hlinksldjump"/>
              </a:rPr>
              <a:t>4</a:t>
            </a:r>
            <a:endParaRPr sz="2400" dirty="0">
              <a:solidFill>
                <a:srgbClr val="FFFFFF"/>
              </a:solidFill>
              <a:latin typeface="Grand Hotel"/>
              <a:ea typeface="Grand Hotel"/>
              <a:cs typeface="Grand Hotel"/>
              <a:sym typeface="Grand Hotel"/>
            </a:endParaRPr>
          </a:p>
        </p:txBody>
      </p:sp>
      <p:sp>
        <p:nvSpPr>
          <p:cNvPr id="17" name="Google Shape;3093;p31"/>
          <p:cNvSpPr/>
          <p:nvPr/>
        </p:nvSpPr>
        <p:spPr>
          <a:xfrm rot="5400000">
            <a:off x="8719808" y="2245658"/>
            <a:ext cx="285300" cy="394800"/>
          </a:xfrm>
          <a:prstGeom prst="round2SameRect">
            <a:avLst>
              <a:gd name="adj1" fmla="val 50000"/>
              <a:gd name="adj2" fmla="val 0"/>
            </a:avLst>
          </a:prstGeom>
          <a:solidFill>
            <a:schemeClr val="dk2"/>
          </a:solidFill>
          <a:ln>
            <a:noFill/>
          </a:ln>
          <a:effectLst>
            <a:outerShdw blurRad="14288" dist="38100" dir="4920000" algn="bl" rotWithShape="0">
              <a:srgbClr val="000000">
                <a:alpha val="18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3094;p31">
            <a:hlinkClick r:id="rId11" action="ppaction://hlinksldjump"/>
          </p:cNvPr>
          <p:cNvSpPr txBox="1"/>
          <p:nvPr/>
        </p:nvSpPr>
        <p:spPr>
          <a:xfrm>
            <a:off x="8696075" y="2164452"/>
            <a:ext cx="249502" cy="554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400" dirty="0">
                <a:solidFill>
                  <a:srgbClr val="FFFFFF"/>
                </a:solidFill>
                <a:uFill>
                  <a:noFill/>
                </a:uFill>
                <a:latin typeface="Grand Hotel"/>
                <a:ea typeface="Grand Hotel"/>
                <a:cs typeface="Grand Hotel"/>
                <a:sym typeface="Grand Hotel"/>
                <a:hlinkClick r:id="rId12" action="ppaction://hlinksldjump"/>
              </a:rPr>
              <a:t>5</a:t>
            </a:r>
            <a:endParaRPr sz="2400" dirty="0">
              <a:solidFill>
                <a:srgbClr val="FFFFFF"/>
              </a:solidFill>
              <a:latin typeface="Grand Hotel"/>
              <a:ea typeface="Grand Hotel"/>
              <a:cs typeface="Grand Hotel"/>
              <a:sym typeface="Grand Hotel"/>
            </a:endParaRPr>
          </a:p>
        </p:txBody>
      </p:sp>
      <p:sp>
        <p:nvSpPr>
          <p:cNvPr id="19" name="Google Shape;3095;p31"/>
          <p:cNvSpPr/>
          <p:nvPr/>
        </p:nvSpPr>
        <p:spPr>
          <a:xfrm rot="5400000">
            <a:off x="8719808" y="2772409"/>
            <a:ext cx="285300" cy="394800"/>
          </a:xfrm>
          <a:prstGeom prst="round2SameRect">
            <a:avLst>
              <a:gd name="adj1" fmla="val 50000"/>
              <a:gd name="adj2" fmla="val 0"/>
            </a:avLst>
          </a:prstGeom>
          <a:solidFill>
            <a:schemeClr val="accent4"/>
          </a:solidFill>
          <a:ln>
            <a:noFill/>
          </a:ln>
          <a:effectLst>
            <a:outerShdw blurRad="14288" dist="38100" dir="4920000" algn="bl" rotWithShape="0">
              <a:srgbClr val="000000">
                <a:alpha val="18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3096;p31">
            <a:hlinkClick r:id="rId13" action="ppaction://hlinksldjump"/>
          </p:cNvPr>
          <p:cNvSpPr txBox="1"/>
          <p:nvPr/>
        </p:nvSpPr>
        <p:spPr>
          <a:xfrm>
            <a:off x="8676384" y="2725031"/>
            <a:ext cx="249502" cy="554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400" dirty="0" smtClean="0">
                <a:solidFill>
                  <a:srgbClr val="FFFFFF"/>
                </a:solidFill>
                <a:uFill>
                  <a:noFill/>
                </a:uFill>
                <a:latin typeface="Grand Hotel"/>
                <a:ea typeface="Grand Hotel"/>
                <a:cs typeface="Grand Hotel"/>
                <a:sym typeface="Grand Hotel"/>
                <a:hlinkClick r:id="rId14" action="ppaction://hlinksldjump"/>
              </a:rPr>
              <a:t>6</a:t>
            </a:r>
            <a:endParaRPr sz="2400" dirty="0">
              <a:solidFill>
                <a:srgbClr val="FFFFFF"/>
              </a:solidFill>
              <a:latin typeface="Grand Hotel"/>
              <a:ea typeface="Grand Hotel"/>
              <a:cs typeface="Grand Hotel"/>
              <a:sym typeface="Grand Hotel"/>
            </a:endParaRPr>
          </a:p>
        </p:txBody>
      </p:sp>
      <p:sp>
        <p:nvSpPr>
          <p:cNvPr id="21" name="Google Shape;3097;p31"/>
          <p:cNvSpPr/>
          <p:nvPr/>
        </p:nvSpPr>
        <p:spPr>
          <a:xfrm>
            <a:off x="8751268" y="4478788"/>
            <a:ext cx="181722" cy="195700"/>
          </a:xfrm>
          <a:custGeom>
            <a:avLst/>
            <a:gdLst/>
            <a:ahLst/>
            <a:cxnLst/>
            <a:rect l="l" t="t" r="r" b="b"/>
            <a:pathLst>
              <a:path w="10820" h="11654" extrusionOk="0">
                <a:moveTo>
                  <a:pt x="5410" y="1"/>
                </a:moveTo>
                <a:cubicBezTo>
                  <a:pt x="5383" y="1"/>
                  <a:pt x="5357" y="9"/>
                  <a:pt x="5336" y="26"/>
                </a:cubicBezTo>
                <a:lnTo>
                  <a:pt x="1" y="4673"/>
                </a:lnTo>
                <a:lnTo>
                  <a:pt x="1" y="11335"/>
                </a:lnTo>
                <a:cubicBezTo>
                  <a:pt x="1" y="11510"/>
                  <a:pt x="145" y="11653"/>
                  <a:pt x="320" y="11653"/>
                </a:cubicBezTo>
                <a:lnTo>
                  <a:pt x="10501" y="11653"/>
                </a:lnTo>
                <a:cubicBezTo>
                  <a:pt x="10675" y="11653"/>
                  <a:pt x="10819" y="11510"/>
                  <a:pt x="10819" y="11335"/>
                </a:cubicBezTo>
                <a:lnTo>
                  <a:pt x="10819" y="4673"/>
                </a:lnTo>
                <a:lnTo>
                  <a:pt x="5484" y="26"/>
                </a:lnTo>
                <a:cubicBezTo>
                  <a:pt x="5463" y="9"/>
                  <a:pt x="5437" y="1"/>
                  <a:pt x="5410"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3085;p31"/>
          <p:cNvSpPr/>
          <p:nvPr/>
        </p:nvSpPr>
        <p:spPr>
          <a:xfrm rot="5400000">
            <a:off x="8720352" y="3282081"/>
            <a:ext cx="285300" cy="394800"/>
          </a:xfrm>
          <a:prstGeom prst="round2SameRect">
            <a:avLst>
              <a:gd name="adj1" fmla="val 50000"/>
              <a:gd name="adj2" fmla="val 0"/>
            </a:avLst>
          </a:prstGeom>
          <a:solidFill>
            <a:schemeClr val="lt2"/>
          </a:solidFill>
          <a:ln>
            <a:noFill/>
          </a:ln>
          <a:effectLst>
            <a:outerShdw blurRad="14288" dist="38100" dir="4920000" algn="bl" rotWithShape="0">
              <a:srgbClr val="000000">
                <a:alpha val="18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3087;p31"/>
          <p:cNvSpPr/>
          <p:nvPr/>
        </p:nvSpPr>
        <p:spPr>
          <a:xfrm rot="5400000">
            <a:off x="8720352" y="3633925"/>
            <a:ext cx="285300" cy="394800"/>
          </a:xfrm>
          <a:prstGeom prst="round2SameRect">
            <a:avLst>
              <a:gd name="adj1" fmla="val 50000"/>
              <a:gd name="adj2" fmla="val 0"/>
            </a:avLst>
          </a:prstGeom>
          <a:solidFill>
            <a:schemeClr val="accent4"/>
          </a:solidFill>
          <a:ln>
            <a:noFill/>
          </a:ln>
          <a:effectLst>
            <a:outerShdw blurRad="14288" dist="38100" dir="4920000" algn="bl" rotWithShape="0">
              <a:srgbClr val="000000">
                <a:alpha val="18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3089;p31"/>
          <p:cNvSpPr/>
          <p:nvPr/>
        </p:nvSpPr>
        <p:spPr>
          <a:xfrm rot="5400000">
            <a:off x="8729140" y="3995902"/>
            <a:ext cx="285300" cy="394800"/>
          </a:xfrm>
          <a:prstGeom prst="round2SameRect">
            <a:avLst>
              <a:gd name="adj1" fmla="val 50000"/>
              <a:gd name="adj2" fmla="val 0"/>
            </a:avLst>
          </a:prstGeom>
          <a:solidFill>
            <a:schemeClr val="accent1"/>
          </a:solidFill>
          <a:ln>
            <a:noFill/>
          </a:ln>
          <a:effectLst>
            <a:outerShdw blurRad="14288" dist="38100" dir="4920000" algn="bl" rotWithShape="0">
              <a:srgbClr val="000000">
                <a:alpha val="18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3096;p31">
            <a:hlinkClick r:id="rId13" action="ppaction://hlinksldjump"/>
          </p:cNvPr>
          <p:cNvSpPr txBox="1"/>
          <p:nvPr/>
        </p:nvSpPr>
        <p:spPr>
          <a:xfrm>
            <a:off x="8683370" y="3221066"/>
            <a:ext cx="249502" cy="49423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400" dirty="0" smtClean="0">
                <a:solidFill>
                  <a:schemeClr val="tx1"/>
                </a:solidFill>
                <a:uFill>
                  <a:noFill/>
                </a:uFill>
                <a:latin typeface="Grand Hotel"/>
                <a:ea typeface="Grand Hotel"/>
                <a:cs typeface="Grand Hotel"/>
                <a:sym typeface="Grand Hotel"/>
              </a:rPr>
              <a:t>7</a:t>
            </a:r>
            <a:endParaRPr sz="2400" dirty="0">
              <a:solidFill>
                <a:schemeClr val="tx1"/>
              </a:solidFill>
              <a:latin typeface="Grand Hotel"/>
              <a:ea typeface="Grand Hotel"/>
              <a:cs typeface="Grand Hotel"/>
              <a:sym typeface="Grand Hotel"/>
            </a:endParaRPr>
          </a:p>
        </p:txBody>
      </p:sp>
      <p:sp>
        <p:nvSpPr>
          <p:cNvPr id="26" name="Google Shape;3096;p31">
            <a:hlinkClick r:id="rId13" action="ppaction://hlinksldjump"/>
          </p:cNvPr>
          <p:cNvSpPr txBox="1"/>
          <p:nvPr/>
        </p:nvSpPr>
        <p:spPr>
          <a:xfrm>
            <a:off x="8683605" y="3595392"/>
            <a:ext cx="249502" cy="554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400" dirty="0" smtClean="0">
                <a:solidFill>
                  <a:schemeClr val="tx1"/>
                </a:solidFill>
                <a:uFill>
                  <a:noFill/>
                </a:uFill>
                <a:latin typeface="Grand Hotel"/>
                <a:ea typeface="Grand Hotel"/>
                <a:cs typeface="Grand Hotel"/>
                <a:sym typeface="Grand Hotel"/>
              </a:rPr>
              <a:t>8</a:t>
            </a:r>
            <a:endParaRPr sz="2400" dirty="0">
              <a:solidFill>
                <a:schemeClr val="tx1"/>
              </a:solidFill>
              <a:latin typeface="Grand Hotel"/>
              <a:ea typeface="Grand Hotel"/>
              <a:cs typeface="Grand Hotel"/>
              <a:sym typeface="Grand Hotel"/>
            </a:endParaRPr>
          </a:p>
        </p:txBody>
      </p:sp>
      <p:sp>
        <p:nvSpPr>
          <p:cNvPr id="27" name="Google Shape;3096;p31">
            <a:hlinkClick r:id="rId13" action="ppaction://hlinksldjump"/>
          </p:cNvPr>
          <p:cNvSpPr txBox="1"/>
          <p:nvPr/>
        </p:nvSpPr>
        <p:spPr>
          <a:xfrm>
            <a:off x="8683370" y="3917842"/>
            <a:ext cx="249502" cy="554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400" dirty="0" smtClean="0">
                <a:solidFill>
                  <a:schemeClr val="tx1"/>
                </a:solidFill>
                <a:uFill>
                  <a:noFill/>
                </a:uFill>
                <a:latin typeface="Grand Hotel"/>
                <a:ea typeface="Grand Hotel"/>
                <a:cs typeface="Grand Hotel"/>
                <a:sym typeface="Grand Hotel"/>
              </a:rPr>
              <a:t>9</a:t>
            </a:r>
            <a:endParaRPr sz="2400" dirty="0">
              <a:solidFill>
                <a:schemeClr val="tx1"/>
              </a:solidFill>
              <a:latin typeface="Grand Hotel"/>
              <a:ea typeface="Grand Hotel"/>
              <a:cs typeface="Grand Hotel"/>
              <a:sym typeface="Grand Hotel"/>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064"/>
        <p:cNvGrpSpPr/>
        <p:nvPr/>
      </p:nvGrpSpPr>
      <p:grpSpPr>
        <a:xfrm>
          <a:off x="0" y="0"/>
          <a:ext cx="0" cy="0"/>
          <a:chOff x="0" y="0"/>
          <a:chExt cx="0" cy="0"/>
        </a:xfrm>
      </p:grpSpPr>
      <p:sp>
        <p:nvSpPr>
          <p:cNvPr id="3084" name="Google Shape;3084;p31"/>
          <p:cNvSpPr/>
          <p:nvPr/>
        </p:nvSpPr>
        <p:spPr>
          <a:xfrm rot="5400000">
            <a:off x="8719808" y="4246622"/>
            <a:ext cx="285300" cy="394800"/>
          </a:xfrm>
          <a:prstGeom prst="round2SameRect">
            <a:avLst>
              <a:gd name="adj1" fmla="val 50000"/>
              <a:gd name="adj2" fmla="val 0"/>
            </a:avLst>
          </a:prstGeom>
          <a:solidFill>
            <a:schemeClr val="accent5"/>
          </a:solidFill>
          <a:ln>
            <a:noFill/>
          </a:ln>
          <a:effectLst>
            <a:outerShdw blurRad="14288" dist="38100" dir="4920000" algn="bl" rotWithShape="0">
              <a:srgbClr val="000000">
                <a:alpha val="18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5" name="Google Shape;3085;p31"/>
          <p:cNvSpPr/>
          <p:nvPr/>
        </p:nvSpPr>
        <p:spPr>
          <a:xfrm rot="5400000">
            <a:off x="8719808" y="361505"/>
            <a:ext cx="285300" cy="394800"/>
          </a:xfrm>
          <a:prstGeom prst="round2SameRect">
            <a:avLst>
              <a:gd name="adj1" fmla="val 50000"/>
              <a:gd name="adj2" fmla="val 0"/>
            </a:avLst>
          </a:prstGeom>
          <a:solidFill>
            <a:schemeClr val="lt2"/>
          </a:solidFill>
          <a:ln>
            <a:noFill/>
          </a:ln>
          <a:effectLst>
            <a:outerShdw blurRad="14288" dist="38100" dir="4920000" algn="bl" rotWithShape="0">
              <a:srgbClr val="000000">
                <a:alpha val="18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6" name="Google Shape;3086;p31">
            <a:hlinkClick r:id="rId3" action="ppaction://hlinksldjump"/>
          </p:cNvPr>
          <p:cNvSpPr txBox="1"/>
          <p:nvPr/>
        </p:nvSpPr>
        <p:spPr>
          <a:xfrm>
            <a:off x="8696075" y="315379"/>
            <a:ext cx="229811" cy="554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400" dirty="0">
                <a:solidFill>
                  <a:srgbClr val="FFFFFF"/>
                </a:solidFill>
                <a:uFill>
                  <a:noFill/>
                </a:uFill>
                <a:latin typeface="Grand Hotel"/>
                <a:ea typeface="Grand Hotel"/>
                <a:cs typeface="Grand Hotel"/>
                <a:sym typeface="Grand Hotel"/>
                <a:hlinkClick r:id="rId3" action="ppaction://hlinksldjump">
                  <a:extLst>
                    <a:ext uri="{A12FA001-AC4F-418D-AE19-62706E023703}">
                      <ahyp:hlinkClr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val="tx"/>
                    </a:ext>
                  </a:extLst>
                </a:hlinkClick>
              </a:rPr>
              <a:t>1</a:t>
            </a:r>
            <a:endParaRPr sz="2400" dirty="0">
              <a:solidFill>
                <a:srgbClr val="FFFFFF"/>
              </a:solidFill>
              <a:latin typeface="Grand Hotel"/>
              <a:ea typeface="Grand Hotel"/>
              <a:cs typeface="Grand Hotel"/>
              <a:sym typeface="Grand Hotel"/>
            </a:endParaRPr>
          </a:p>
        </p:txBody>
      </p:sp>
      <p:sp>
        <p:nvSpPr>
          <p:cNvPr id="3087" name="Google Shape;3087;p31"/>
          <p:cNvSpPr/>
          <p:nvPr/>
        </p:nvSpPr>
        <p:spPr>
          <a:xfrm rot="5400000">
            <a:off x="8730060" y="782865"/>
            <a:ext cx="285300" cy="394800"/>
          </a:xfrm>
          <a:prstGeom prst="round2SameRect">
            <a:avLst>
              <a:gd name="adj1" fmla="val 50000"/>
              <a:gd name="adj2" fmla="val 0"/>
            </a:avLst>
          </a:prstGeom>
          <a:solidFill>
            <a:schemeClr val="accent4"/>
          </a:solidFill>
          <a:ln>
            <a:noFill/>
          </a:ln>
          <a:effectLst>
            <a:outerShdw blurRad="14288" dist="38100" dir="4920000" algn="bl" rotWithShape="0">
              <a:srgbClr val="000000">
                <a:alpha val="18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8" name="Google Shape;3088;p31">
            <a:hlinkClick r:id="rId4" action="ppaction://hlinksldjump"/>
          </p:cNvPr>
          <p:cNvSpPr txBox="1"/>
          <p:nvPr/>
        </p:nvSpPr>
        <p:spPr>
          <a:xfrm>
            <a:off x="8686347" y="741777"/>
            <a:ext cx="289042" cy="554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400" dirty="0">
                <a:solidFill>
                  <a:srgbClr val="FFFFFF"/>
                </a:solidFill>
                <a:uFill>
                  <a:noFill/>
                </a:uFill>
                <a:latin typeface="Grand Hotel"/>
                <a:ea typeface="Grand Hotel"/>
                <a:cs typeface="Grand Hotel"/>
                <a:sym typeface="Grand Hotel"/>
                <a:hlinkClick r:id="rId5" action="ppaction://hlinksldjump"/>
              </a:rPr>
              <a:t>2</a:t>
            </a:r>
            <a:endParaRPr sz="2400" dirty="0">
              <a:solidFill>
                <a:srgbClr val="FFFFFF"/>
              </a:solidFill>
              <a:latin typeface="Grand Hotel"/>
              <a:ea typeface="Grand Hotel"/>
              <a:cs typeface="Grand Hotel"/>
              <a:sym typeface="Grand Hotel"/>
            </a:endParaRPr>
          </a:p>
        </p:txBody>
      </p:sp>
      <p:sp>
        <p:nvSpPr>
          <p:cNvPr id="3089" name="Google Shape;3089;p31"/>
          <p:cNvSpPr/>
          <p:nvPr/>
        </p:nvSpPr>
        <p:spPr>
          <a:xfrm rot="5400000">
            <a:off x="8730605" y="1211917"/>
            <a:ext cx="285300" cy="394800"/>
          </a:xfrm>
          <a:prstGeom prst="round2SameRect">
            <a:avLst>
              <a:gd name="adj1" fmla="val 50000"/>
              <a:gd name="adj2" fmla="val 0"/>
            </a:avLst>
          </a:prstGeom>
          <a:solidFill>
            <a:schemeClr val="accent1"/>
          </a:solidFill>
          <a:ln>
            <a:noFill/>
          </a:ln>
          <a:effectLst>
            <a:outerShdw blurRad="14288" dist="38100" dir="4920000" algn="bl" rotWithShape="0">
              <a:srgbClr val="000000">
                <a:alpha val="18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0" name="Google Shape;3090;p31">
            <a:hlinkClick r:id="rId6" action="ppaction://hlinksldjump"/>
          </p:cNvPr>
          <p:cNvSpPr txBox="1"/>
          <p:nvPr/>
        </p:nvSpPr>
        <p:spPr>
          <a:xfrm>
            <a:off x="8666127" y="1158117"/>
            <a:ext cx="309262" cy="554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400" smtClean="0">
                <a:solidFill>
                  <a:srgbClr val="FFFFFF"/>
                </a:solidFill>
                <a:uFill>
                  <a:noFill/>
                </a:uFill>
                <a:latin typeface="Grand Hotel"/>
                <a:ea typeface="Grand Hotel"/>
                <a:cs typeface="Grand Hotel"/>
                <a:sym typeface="Grand Hotel"/>
                <a:hlinkClick r:id="rId7" action="ppaction://hlinksldjump">
                  <a:extLst>
                    <a:ext uri="{A12FA001-AC4F-418D-AE19-62706E023703}">
                      <ahyp:hlinkClr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val="tx"/>
                    </a:ext>
                  </a:extLst>
                </a:hlinkClick>
              </a:rPr>
              <a:t>3</a:t>
            </a:r>
            <a:endParaRPr sz="2400" dirty="0">
              <a:solidFill>
                <a:srgbClr val="FFFFFF"/>
              </a:solidFill>
              <a:latin typeface="Grand Hotel"/>
              <a:ea typeface="Grand Hotel"/>
              <a:cs typeface="Grand Hotel"/>
              <a:sym typeface="Grand Hotel"/>
            </a:endParaRPr>
          </a:p>
        </p:txBody>
      </p:sp>
      <p:sp>
        <p:nvSpPr>
          <p:cNvPr id="3091" name="Google Shape;3091;p31"/>
          <p:cNvSpPr/>
          <p:nvPr/>
        </p:nvSpPr>
        <p:spPr>
          <a:xfrm rot="5400000">
            <a:off x="8730825" y="1639210"/>
            <a:ext cx="285300" cy="394800"/>
          </a:xfrm>
          <a:prstGeom prst="round2SameRect">
            <a:avLst>
              <a:gd name="adj1" fmla="val 50000"/>
              <a:gd name="adj2" fmla="val 0"/>
            </a:avLst>
          </a:prstGeom>
          <a:solidFill>
            <a:schemeClr val="accent3"/>
          </a:solidFill>
          <a:ln>
            <a:noFill/>
          </a:ln>
          <a:effectLst>
            <a:outerShdw blurRad="14288" dist="38100" dir="4920000" algn="bl" rotWithShape="0">
              <a:srgbClr val="000000">
                <a:alpha val="18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2" name="Google Shape;3092;p31">
            <a:hlinkClick r:id="rId8" action="ppaction://hlinksldjump"/>
          </p:cNvPr>
          <p:cNvSpPr txBox="1"/>
          <p:nvPr/>
        </p:nvSpPr>
        <p:spPr>
          <a:xfrm>
            <a:off x="8672588" y="1580400"/>
            <a:ext cx="279314" cy="554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400" dirty="0" smtClean="0">
                <a:solidFill>
                  <a:srgbClr val="FFFFFF"/>
                </a:solidFill>
                <a:uFill>
                  <a:noFill/>
                </a:uFill>
                <a:latin typeface="Grand Hotel"/>
                <a:ea typeface="Grand Hotel"/>
                <a:cs typeface="Grand Hotel"/>
                <a:sym typeface="Grand Hotel"/>
                <a:hlinkClick r:id="rId9" action="ppaction://hlinksldjump"/>
              </a:rPr>
              <a:t>4</a:t>
            </a:r>
            <a:endParaRPr sz="2400" dirty="0">
              <a:solidFill>
                <a:srgbClr val="FFFFFF"/>
              </a:solidFill>
              <a:latin typeface="Grand Hotel"/>
              <a:ea typeface="Grand Hotel"/>
              <a:cs typeface="Grand Hotel"/>
              <a:sym typeface="Grand Hotel"/>
            </a:endParaRPr>
          </a:p>
        </p:txBody>
      </p:sp>
      <p:sp>
        <p:nvSpPr>
          <p:cNvPr id="3093" name="Google Shape;3093;p31"/>
          <p:cNvSpPr/>
          <p:nvPr/>
        </p:nvSpPr>
        <p:spPr>
          <a:xfrm rot="5400000">
            <a:off x="8719808" y="2047352"/>
            <a:ext cx="285300" cy="394800"/>
          </a:xfrm>
          <a:prstGeom prst="round2SameRect">
            <a:avLst>
              <a:gd name="adj1" fmla="val 50000"/>
              <a:gd name="adj2" fmla="val 0"/>
            </a:avLst>
          </a:prstGeom>
          <a:solidFill>
            <a:schemeClr val="dk2"/>
          </a:solidFill>
          <a:ln>
            <a:noFill/>
          </a:ln>
          <a:effectLst>
            <a:outerShdw blurRad="14288" dist="38100" dir="4920000" algn="bl" rotWithShape="0">
              <a:srgbClr val="000000">
                <a:alpha val="18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4" name="Google Shape;3094;p31">
            <a:hlinkClick r:id="rId10" action="ppaction://hlinksldjump"/>
          </p:cNvPr>
          <p:cNvSpPr txBox="1"/>
          <p:nvPr/>
        </p:nvSpPr>
        <p:spPr>
          <a:xfrm>
            <a:off x="8696075" y="1966146"/>
            <a:ext cx="249502" cy="554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400" dirty="0">
                <a:solidFill>
                  <a:srgbClr val="FFFFFF"/>
                </a:solidFill>
                <a:uFill>
                  <a:noFill/>
                </a:uFill>
                <a:latin typeface="Grand Hotel"/>
                <a:ea typeface="Grand Hotel"/>
                <a:cs typeface="Grand Hotel"/>
                <a:sym typeface="Grand Hotel"/>
                <a:hlinkClick r:id="rId11" action="ppaction://hlinksldjump"/>
              </a:rPr>
              <a:t>5</a:t>
            </a:r>
            <a:endParaRPr sz="2400" dirty="0">
              <a:solidFill>
                <a:srgbClr val="FFFFFF"/>
              </a:solidFill>
              <a:latin typeface="Grand Hotel"/>
              <a:ea typeface="Grand Hotel"/>
              <a:cs typeface="Grand Hotel"/>
              <a:sym typeface="Grand Hotel"/>
            </a:endParaRPr>
          </a:p>
        </p:txBody>
      </p:sp>
      <p:sp>
        <p:nvSpPr>
          <p:cNvPr id="3095" name="Google Shape;3095;p31"/>
          <p:cNvSpPr/>
          <p:nvPr/>
        </p:nvSpPr>
        <p:spPr>
          <a:xfrm rot="5400000">
            <a:off x="8719808" y="2474950"/>
            <a:ext cx="285300" cy="394800"/>
          </a:xfrm>
          <a:prstGeom prst="round2SameRect">
            <a:avLst>
              <a:gd name="adj1" fmla="val 50000"/>
              <a:gd name="adj2" fmla="val 0"/>
            </a:avLst>
          </a:prstGeom>
          <a:solidFill>
            <a:schemeClr val="accent4"/>
          </a:solidFill>
          <a:ln>
            <a:noFill/>
          </a:ln>
          <a:effectLst>
            <a:outerShdw blurRad="14288" dist="38100" dir="4920000" algn="bl" rotWithShape="0">
              <a:srgbClr val="000000">
                <a:alpha val="18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6" name="Google Shape;3096;p31">
            <a:hlinkClick r:id="rId12" action="ppaction://hlinksldjump"/>
          </p:cNvPr>
          <p:cNvSpPr txBox="1"/>
          <p:nvPr/>
        </p:nvSpPr>
        <p:spPr>
          <a:xfrm>
            <a:off x="8676384" y="2427572"/>
            <a:ext cx="249502" cy="554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400" dirty="0" smtClean="0">
                <a:solidFill>
                  <a:srgbClr val="FFFFFF"/>
                </a:solidFill>
                <a:uFill>
                  <a:noFill/>
                </a:uFill>
                <a:latin typeface="Grand Hotel"/>
                <a:ea typeface="Grand Hotel"/>
                <a:cs typeface="Grand Hotel"/>
                <a:sym typeface="Grand Hotel"/>
                <a:hlinkClick r:id="rId13" action="ppaction://hlinksldjump"/>
              </a:rPr>
              <a:t>6</a:t>
            </a:r>
            <a:endParaRPr sz="2400" dirty="0">
              <a:solidFill>
                <a:srgbClr val="FFFFFF"/>
              </a:solidFill>
              <a:latin typeface="Grand Hotel"/>
              <a:ea typeface="Grand Hotel"/>
              <a:cs typeface="Grand Hotel"/>
              <a:sym typeface="Grand Hotel"/>
            </a:endParaRPr>
          </a:p>
        </p:txBody>
      </p:sp>
      <p:sp>
        <p:nvSpPr>
          <p:cNvPr id="3097" name="Google Shape;3097;p31"/>
          <p:cNvSpPr/>
          <p:nvPr/>
        </p:nvSpPr>
        <p:spPr>
          <a:xfrm>
            <a:off x="8752151" y="4332479"/>
            <a:ext cx="181722" cy="195700"/>
          </a:xfrm>
          <a:custGeom>
            <a:avLst/>
            <a:gdLst/>
            <a:ahLst/>
            <a:cxnLst/>
            <a:rect l="l" t="t" r="r" b="b"/>
            <a:pathLst>
              <a:path w="10820" h="11654" extrusionOk="0">
                <a:moveTo>
                  <a:pt x="5410" y="1"/>
                </a:moveTo>
                <a:cubicBezTo>
                  <a:pt x="5383" y="1"/>
                  <a:pt x="5357" y="9"/>
                  <a:pt x="5336" y="26"/>
                </a:cubicBezTo>
                <a:lnTo>
                  <a:pt x="1" y="4673"/>
                </a:lnTo>
                <a:lnTo>
                  <a:pt x="1" y="11335"/>
                </a:lnTo>
                <a:cubicBezTo>
                  <a:pt x="1" y="11510"/>
                  <a:pt x="145" y="11653"/>
                  <a:pt x="320" y="11653"/>
                </a:cubicBezTo>
                <a:lnTo>
                  <a:pt x="10501" y="11653"/>
                </a:lnTo>
                <a:cubicBezTo>
                  <a:pt x="10675" y="11653"/>
                  <a:pt x="10819" y="11510"/>
                  <a:pt x="10819" y="11335"/>
                </a:cubicBezTo>
                <a:lnTo>
                  <a:pt x="10819" y="4673"/>
                </a:lnTo>
                <a:lnTo>
                  <a:pt x="5484" y="26"/>
                </a:lnTo>
                <a:cubicBezTo>
                  <a:pt x="5463" y="9"/>
                  <a:pt x="5437" y="1"/>
                  <a:pt x="5410"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8" name="Google Shape;3098;p31"/>
          <p:cNvSpPr/>
          <p:nvPr/>
        </p:nvSpPr>
        <p:spPr>
          <a:xfrm>
            <a:off x="8826644" y="4329592"/>
            <a:ext cx="99242" cy="195700"/>
          </a:xfrm>
          <a:custGeom>
            <a:avLst/>
            <a:gdLst/>
            <a:ahLst/>
            <a:cxnLst/>
            <a:rect l="l" t="t" r="r" b="b"/>
            <a:pathLst>
              <a:path w="5909" h="11654" extrusionOk="0">
                <a:moveTo>
                  <a:pt x="499" y="1"/>
                </a:moveTo>
                <a:cubicBezTo>
                  <a:pt x="472" y="1"/>
                  <a:pt x="446" y="9"/>
                  <a:pt x="425" y="26"/>
                </a:cubicBezTo>
                <a:lnTo>
                  <a:pt x="0" y="396"/>
                </a:lnTo>
                <a:cubicBezTo>
                  <a:pt x="1916" y="2031"/>
                  <a:pt x="4959" y="4670"/>
                  <a:pt x="4959" y="4670"/>
                </a:cubicBezTo>
                <a:lnTo>
                  <a:pt x="4959" y="11331"/>
                </a:lnTo>
                <a:cubicBezTo>
                  <a:pt x="4959" y="11510"/>
                  <a:pt x="4815" y="11653"/>
                  <a:pt x="4640" y="11653"/>
                </a:cubicBezTo>
                <a:lnTo>
                  <a:pt x="5590" y="11653"/>
                </a:lnTo>
                <a:cubicBezTo>
                  <a:pt x="5764" y="11653"/>
                  <a:pt x="5908" y="11510"/>
                  <a:pt x="5908" y="11331"/>
                </a:cubicBezTo>
                <a:lnTo>
                  <a:pt x="5908" y="4673"/>
                </a:lnTo>
                <a:lnTo>
                  <a:pt x="573" y="26"/>
                </a:lnTo>
                <a:cubicBezTo>
                  <a:pt x="552" y="9"/>
                  <a:pt x="526" y="1"/>
                  <a:pt x="49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9" name="Google Shape;3099;p31"/>
          <p:cNvSpPr/>
          <p:nvPr/>
        </p:nvSpPr>
        <p:spPr>
          <a:xfrm>
            <a:off x="8733865" y="4313571"/>
            <a:ext cx="241395" cy="106616"/>
          </a:xfrm>
          <a:custGeom>
            <a:avLst/>
            <a:gdLst/>
            <a:ahLst/>
            <a:cxnLst/>
            <a:rect l="l" t="t" r="r" b="b"/>
            <a:pathLst>
              <a:path w="14373" h="6349" extrusionOk="0">
                <a:moveTo>
                  <a:pt x="7187" y="0"/>
                </a:moveTo>
                <a:cubicBezTo>
                  <a:pt x="7161" y="0"/>
                  <a:pt x="7135" y="9"/>
                  <a:pt x="7114" y="26"/>
                </a:cubicBezTo>
                <a:lnTo>
                  <a:pt x="83" y="6149"/>
                </a:lnTo>
                <a:cubicBezTo>
                  <a:pt x="0" y="6218"/>
                  <a:pt x="52" y="6348"/>
                  <a:pt x="158" y="6348"/>
                </a:cubicBezTo>
                <a:lnTo>
                  <a:pt x="1779" y="6348"/>
                </a:lnTo>
                <a:lnTo>
                  <a:pt x="7114" y="1705"/>
                </a:lnTo>
                <a:cubicBezTo>
                  <a:pt x="7135" y="1686"/>
                  <a:pt x="7161" y="1677"/>
                  <a:pt x="7187" y="1677"/>
                </a:cubicBezTo>
                <a:cubicBezTo>
                  <a:pt x="7213" y="1677"/>
                  <a:pt x="7239" y="1686"/>
                  <a:pt x="7262" y="1705"/>
                </a:cubicBezTo>
                <a:lnTo>
                  <a:pt x="12597" y="6348"/>
                </a:lnTo>
                <a:lnTo>
                  <a:pt x="14218" y="6348"/>
                </a:lnTo>
                <a:cubicBezTo>
                  <a:pt x="14324" y="6348"/>
                  <a:pt x="14372" y="6218"/>
                  <a:pt x="14293" y="6149"/>
                </a:cubicBezTo>
                <a:lnTo>
                  <a:pt x="7262" y="26"/>
                </a:lnTo>
                <a:cubicBezTo>
                  <a:pt x="7239" y="9"/>
                  <a:pt x="7213" y="0"/>
                  <a:pt x="7187"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0" name="Google Shape;3100;p31">
            <a:hlinkClick r:id="rId14" action="ppaction://hlinksldjump"/>
          </p:cNvPr>
          <p:cNvSpPr/>
          <p:nvPr/>
        </p:nvSpPr>
        <p:spPr>
          <a:xfrm>
            <a:off x="8717537" y="4338254"/>
            <a:ext cx="250951" cy="184150"/>
          </a:xfrm>
          <a:custGeom>
            <a:avLst/>
            <a:gdLst/>
            <a:ahLst/>
            <a:cxnLst/>
            <a:rect l="l" t="t" r="r" b="b"/>
            <a:pathLst>
              <a:path w="14942" h="13610" extrusionOk="0">
                <a:moveTo>
                  <a:pt x="4548" y="1571"/>
                </a:moveTo>
                <a:lnTo>
                  <a:pt x="4548" y="2006"/>
                </a:lnTo>
                <a:lnTo>
                  <a:pt x="2272" y="2006"/>
                </a:lnTo>
                <a:lnTo>
                  <a:pt x="2272" y="1571"/>
                </a:lnTo>
                <a:close/>
                <a:moveTo>
                  <a:pt x="4164" y="2424"/>
                </a:moveTo>
                <a:lnTo>
                  <a:pt x="4164" y="2774"/>
                </a:lnTo>
                <a:lnTo>
                  <a:pt x="2728" y="4021"/>
                </a:lnTo>
                <a:lnTo>
                  <a:pt x="2728" y="2424"/>
                </a:lnTo>
                <a:close/>
                <a:moveTo>
                  <a:pt x="8937" y="7822"/>
                </a:moveTo>
                <a:cubicBezTo>
                  <a:pt x="8985" y="7822"/>
                  <a:pt x="9023" y="7859"/>
                  <a:pt x="9023" y="7907"/>
                </a:cubicBezTo>
                <a:lnTo>
                  <a:pt x="9023" y="13191"/>
                </a:lnTo>
                <a:lnTo>
                  <a:pt x="6175" y="13191"/>
                </a:lnTo>
                <a:lnTo>
                  <a:pt x="6175" y="7907"/>
                </a:lnTo>
                <a:cubicBezTo>
                  <a:pt x="6175" y="7859"/>
                  <a:pt x="6213" y="7822"/>
                  <a:pt x="6261" y="7822"/>
                </a:cubicBezTo>
                <a:close/>
                <a:moveTo>
                  <a:pt x="7469" y="1"/>
                </a:moveTo>
                <a:cubicBezTo>
                  <a:pt x="7394" y="1"/>
                  <a:pt x="7318" y="27"/>
                  <a:pt x="7258" y="80"/>
                </a:cubicBezTo>
                <a:lnTo>
                  <a:pt x="4966" y="2075"/>
                </a:lnTo>
                <a:lnTo>
                  <a:pt x="4966" y="1482"/>
                </a:lnTo>
                <a:cubicBezTo>
                  <a:pt x="4962" y="1300"/>
                  <a:pt x="4818" y="1153"/>
                  <a:pt x="4637" y="1153"/>
                </a:cubicBezTo>
                <a:lnTo>
                  <a:pt x="2180" y="1153"/>
                </a:lnTo>
                <a:cubicBezTo>
                  <a:pt x="1998" y="1153"/>
                  <a:pt x="1854" y="1300"/>
                  <a:pt x="1851" y="1482"/>
                </a:cubicBezTo>
                <a:lnTo>
                  <a:pt x="1851" y="2099"/>
                </a:lnTo>
                <a:cubicBezTo>
                  <a:pt x="1854" y="2277"/>
                  <a:pt x="1998" y="2424"/>
                  <a:pt x="2180" y="2424"/>
                </a:cubicBezTo>
                <a:lnTo>
                  <a:pt x="2310" y="2424"/>
                </a:lnTo>
                <a:lnTo>
                  <a:pt x="2310" y="4385"/>
                </a:lnTo>
                <a:lnTo>
                  <a:pt x="226" y="6201"/>
                </a:lnTo>
                <a:cubicBezTo>
                  <a:pt x="0" y="6396"/>
                  <a:pt x="141" y="6766"/>
                  <a:pt x="439" y="6766"/>
                </a:cubicBezTo>
                <a:lnTo>
                  <a:pt x="1851" y="6766"/>
                </a:lnTo>
                <a:lnTo>
                  <a:pt x="1851" y="10484"/>
                </a:lnTo>
                <a:cubicBezTo>
                  <a:pt x="1847" y="10604"/>
                  <a:pt x="1940" y="10704"/>
                  <a:pt x="2060" y="10704"/>
                </a:cubicBezTo>
                <a:cubicBezTo>
                  <a:pt x="2180" y="10704"/>
                  <a:pt x="2276" y="10604"/>
                  <a:pt x="2269" y="10484"/>
                </a:cubicBezTo>
                <a:lnTo>
                  <a:pt x="2269" y="6653"/>
                </a:lnTo>
                <a:lnTo>
                  <a:pt x="7471" y="2126"/>
                </a:lnTo>
                <a:lnTo>
                  <a:pt x="12669" y="6653"/>
                </a:lnTo>
                <a:lnTo>
                  <a:pt x="12669" y="13082"/>
                </a:lnTo>
                <a:cubicBezTo>
                  <a:pt x="12669" y="13140"/>
                  <a:pt x="12618" y="13191"/>
                  <a:pt x="12560" y="13191"/>
                </a:cubicBezTo>
                <a:lnTo>
                  <a:pt x="9441" y="13191"/>
                </a:lnTo>
                <a:lnTo>
                  <a:pt x="9441" y="7907"/>
                </a:lnTo>
                <a:cubicBezTo>
                  <a:pt x="9441" y="7630"/>
                  <a:pt x="9215" y="7404"/>
                  <a:pt x="8937" y="7404"/>
                </a:cubicBezTo>
                <a:lnTo>
                  <a:pt x="6261" y="7404"/>
                </a:lnTo>
                <a:cubicBezTo>
                  <a:pt x="5983" y="7404"/>
                  <a:pt x="5757" y="7630"/>
                  <a:pt x="5757" y="7907"/>
                </a:cubicBezTo>
                <a:lnTo>
                  <a:pt x="5757" y="13191"/>
                </a:lnTo>
                <a:lnTo>
                  <a:pt x="2379" y="13191"/>
                </a:lnTo>
                <a:cubicBezTo>
                  <a:pt x="2320" y="13191"/>
                  <a:pt x="2269" y="13140"/>
                  <a:pt x="2269" y="13082"/>
                </a:cubicBezTo>
                <a:lnTo>
                  <a:pt x="2269" y="11492"/>
                </a:lnTo>
                <a:cubicBezTo>
                  <a:pt x="2264" y="11358"/>
                  <a:pt x="2163" y="11291"/>
                  <a:pt x="2061" y="11291"/>
                </a:cubicBezTo>
                <a:cubicBezTo>
                  <a:pt x="1960" y="11291"/>
                  <a:pt x="1858" y="11358"/>
                  <a:pt x="1851" y="11492"/>
                </a:cubicBezTo>
                <a:lnTo>
                  <a:pt x="1851" y="13082"/>
                </a:lnTo>
                <a:cubicBezTo>
                  <a:pt x="1851" y="13373"/>
                  <a:pt x="2087" y="13609"/>
                  <a:pt x="2379" y="13609"/>
                </a:cubicBezTo>
                <a:lnTo>
                  <a:pt x="12560" y="13609"/>
                </a:lnTo>
                <a:cubicBezTo>
                  <a:pt x="12851" y="13609"/>
                  <a:pt x="13087" y="13373"/>
                  <a:pt x="13087" y="13082"/>
                </a:cubicBezTo>
                <a:lnTo>
                  <a:pt x="13087" y="6766"/>
                </a:lnTo>
                <a:lnTo>
                  <a:pt x="14499" y="6766"/>
                </a:lnTo>
                <a:cubicBezTo>
                  <a:pt x="14801" y="6766"/>
                  <a:pt x="14941" y="6396"/>
                  <a:pt x="14715" y="6201"/>
                </a:cubicBezTo>
                <a:lnTo>
                  <a:pt x="14712" y="6201"/>
                </a:lnTo>
                <a:lnTo>
                  <a:pt x="11675" y="3555"/>
                </a:lnTo>
                <a:cubicBezTo>
                  <a:pt x="11631" y="3517"/>
                  <a:pt x="11583" y="3501"/>
                  <a:pt x="11538" y="3501"/>
                </a:cubicBezTo>
                <a:cubicBezTo>
                  <a:pt x="11369" y="3501"/>
                  <a:pt x="11234" y="3727"/>
                  <a:pt x="11401" y="3871"/>
                </a:cubicBezTo>
                <a:lnTo>
                  <a:pt x="14245" y="6348"/>
                </a:lnTo>
                <a:lnTo>
                  <a:pt x="12954" y="6348"/>
                </a:lnTo>
                <a:lnTo>
                  <a:pt x="7680" y="1756"/>
                </a:lnTo>
                <a:cubicBezTo>
                  <a:pt x="7620" y="1703"/>
                  <a:pt x="7544" y="1677"/>
                  <a:pt x="7469" y="1677"/>
                </a:cubicBezTo>
                <a:cubicBezTo>
                  <a:pt x="7394" y="1677"/>
                  <a:pt x="7318" y="1703"/>
                  <a:pt x="7258" y="1756"/>
                </a:cubicBezTo>
                <a:lnTo>
                  <a:pt x="1981" y="6348"/>
                </a:lnTo>
                <a:lnTo>
                  <a:pt x="693" y="6348"/>
                </a:lnTo>
                <a:lnTo>
                  <a:pt x="2656" y="4638"/>
                </a:lnTo>
                <a:lnTo>
                  <a:pt x="4510" y="3024"/>
                </a:lnTo>
                <a:lnTo>
                  <a:pt x="7467" y="451"/>
                </a:lnTo>
                <a:lnTo>
                  <a:pt x="10644" y="3216"/>
                </a:lnTo>
                <a:cubicBezTo>
                  <a:pt x="10689" y="3254"/>
                  <a:pt x="10736" y="3271"/>
                  <a:pt x="10782" y="3271"/>
                </a:cubicBezTo>
                <a:cubicBezTo>
                  <a:pt x="10951" y="3271"/>
                  <a:pt x="11086" y="3044"/>
                  <a:pt x="10921" y="2901"/>
                </a:cubicBezTo>
                <a:lnTo>
                  <a:pt x="7680" y="80"/>
                </a:lnTo>
                <a:cubicBezTo>
                  <a:pt x="7620" y="27"/>
                  <a:pt x="7544" y="1"/>
                  <a:pt x="746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3085;p31"/>
          <p:cNvSpPr/>
          <p:nvPr/>
        </p:nvSpPr>
        <p:spPr>
          <a:xfrm rot="5400000">
            <a:off x="8720352" y="2885469"/>
            <a:ext cx="285300" cy="394800"/>
          </a:xfrm>
          <a:prstGeom prst="round2SameRect">
            <a:avLst>
              <a:gd name="adj1" fmla="val 50000"/>
              <a:gd name="adj2" fmla="val 0"/>
            </a:avLst>
          </a:prstGeom>
          <a:solidFill>
            <a:schemeClr val="lt2"/>
          </a:solidFill>
          <a:ln>
            <a:noFill/>
          </a:ln>
          <a:effectLst>
            <a:outerShdw blurRad="14288" dist="38100" dir="4920000" algn="bl" rotWithShape="0">
              <a:srgbClr val="000000">
                <a:alpha val="18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3087;p31"/>
          <p:cNvSpPr/>
          <p:nvPr/>
        </p:nvSpPr>
        <p:spPr>
          <a:xfrm rot="5400000">
            <a:off x="8720352" y="3347483"/>
            <a:ext cx="285300" cy="394800"/>
          </a:xfrm>
          <a:prstGeom prst="round2SameRect">
            <a:avLst>
              <a:gd name="adj1" fmla="val 50000"/>
              <a:gd name="adj2" fmla="val 0"/>
            </a:avLst>
          </a:prstGeom>
          <a:solidFill>
            <a:schemeClr val="accent4"/>
          </a:solidFill>
          <a:ln>
            <a:noFill/>
          </a:ln>
          <a:effectLst>
            <a:outerShdw blurRad="14288" dist="38100" dir="4920000" algn="bl" rotWithShape="0">
              <a:srgbClr val="000000">
                <a:alpha val="18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3089;p31"/>
          <p:cNvSpPr/>
          <p:nvPr/>
        </p:nvSpPr>
        <p:spPr>
          <a:xfrm rot="5400000">
            <a:off x="8729140" y="3786579"/>
            <a:ext cx="285300" cy="394800"/>
          </a:xfrm>
          <a:prstGeom prst="round2SameRect">
            <a:avLst>
              <a:gd name="adj1" fmla="val 50000"/>
              <a:gd name="adj2" fmla="val 0"/>
            </a:avLst>
          </a:prstGeom>
          <a:solidFill>
            <a:schemeClr val="accent1"/>
          </a:solidFill>
          <a:ln>
            <a:noFill/>
          </a:ln>
          <a:effectLst>
            <a:outerShdw blurRad="14288" dist="38100" dir="4920000" algn="bl" rotWithShape="0">
              <a:srgbClr val="000000">
                <a:alpha val="18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3096;p31">
            <a:hlinkClick r:id="rId12" action="ppaction://hlinksldjump"/>
          </p:cNvPr>
          <p:cNvSpPr txBox="1"/>
          <p:nvPr/>
        </p:nvSpPr>
        <p:spPr>
          <a:xfrm>
            <a:off x="8683370" y="2824454"/>
            <a:ext cx="249502" cy="49423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400" dirty="0" smtClean="0">
                <a:solidFill>
                  <a:schemeClr val="tx1"/>
                </a:solidFill>
                <a:uFill>
                  <a:noFill/>
                </a:uFill>
                <a:latin typeface="Grand Hotel"/>
                <a:ea typeface="Grand Hotel"/>
                <a:cs typeface="Grand Hotel"/>
                <a:sym typeface="Grand Hotel"/>
              </a:rPr>
              <a:t>7</a:t>
            </a:r>
            <a:endParaRPr sz="2400" dirty="0">
              <a:solidFill>
                <a:schemeClr val="tx1"/>
              </a:solidFill>
              <a:latin typeface="Grand Hotel"/>
              <a:ea typeface="Grand Hotel"/>
              <a:cs typeface="Grand Hotel"/>
              <a:sym typeface="Grand Hotel"/>
            </a:endParaRPr>
          </a:p>
        </p:txBody>
      </p:sp>
      <p:sp>
        <p:nvSpPr>
          <p:cNvPr id="44" name="Google Shape;3096;p31">
            <a:hlinkClick r:id="rId12" action="ppaction://hlinksldjump"/>
          </p:cNvPr>
          <p:cNvSpPr txBox="1"/>
          <p:nvPr/>
        </p:nvSpPr>
        <p:spPr>
          <a:xfrm>
            <a:off x="8683605" y="3308950"/>
            <a:ext cx="249502" cy="554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400" dirty="0" smtClean="0">
                <a:solidFill>
                  <a:schemeClr val="tx1"/>
                </a:solidFill>
                <a:uFill>
                  <a:noFill/>
                </a:uFill>
                <a:latin typeface="Grand Hotel"/>
                <a:ea typeface="Grand Hotel"/>
                <a:cs typeface="Grand Hotel"/>
                <a:sym typeface="Grand Hotel"/>
              </a:rPr>
              <a:t>8</a:t>
            </a:r>
            <a:endParaRPr sz="2400" dirty="0">
              <a:solidFill>
                <a:schemeClr val="tx1"/>
              </a:solidFill>
              <a:latin typeface="Grand Hotel"/>
              <a:ea typeface="Grand Hotel"/>
              <a:cs typeface="Grand Hotel"/>
              <a:sym typeface="Grand Hotel"/>
            </a:endParaRPr>
          </a:p>
        </p:txBody>
      </p:sp>
      <p:sp>
        <p:nvSpPr>
          <p:cNvPr id="45" name="Google Shape;3096;p31">
            <a:hlinkClick r:id="rId12" action="ppaction://hlinksldjump"/>
          </p:cNvPr>
          <p:cNvSpPr txBox="1"/>
          <p:nvPr/>
        </p:nvSpPr>
        <p:spPr>
          <a:xfrm>
            <a:off x="8674390" y="3745623"/>
            <a:ext cx="249502" cy="554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400" dirty="0" smtClean="0">
                <a:solidFill>
                  <a:schemeClr val="tx1"/>
                </a:solidFill>
                <a:uFill>
                  <a:noFill/>
                </a:uFill>
                <a:latin typeface="Grand Hotel"/>
                <a:ea typeface="Grand Hotel"/>
                <a:cs typeface="Grand Hotel"/>
                <a:sym typeface="Grand Hotel"/>
              </a:rPr>
              <a:t>9</a:t>
            </a:r>
            <a:endParaRPr sz="2400" dirty="0">
              <a:solidFill>
                <a:schemeClr val="tx1"/>
              </a:solidFill>
              <a:latin typeface="Grand Hotel"/>
              <a:ea typeface="Grand Hotel"/>
              <a:cs typeface="Grand Hotel"/>
              <a:sym typeface="Grand Hotel"/>
            </a:endParaRPr>
          </a:p>
        </p:txBody>
      </p:sp>
      <p:pic>
        <p:nvPicPr>
          <p:cNvPr id="62" name="object 4"/>
          <p:cNvPicPr/>
          <p:nvPr/>
        </p:nvPicPr>
        <p:blipFill>
          <a:blip r:embed="rId15" cstate="print"/>
          <a:stretch>
            <a:fillRect/>
          </a:stretch>
        </p:blipFill>
        <p:spPr>
          <a:xfrm>
            <a:off x="6118698" y="3195942"/>
            <a:ext cx="2516186" cy="1388334"/>
          </a:xfrm>
          <a:prstGeom prst="rect">
            <a:avLst/>
          </a:prstGeom>
        </p:spPr>
      </p:pic>
      <p:sp>
        <p:nvSpPr>
          <p:cNvPr id="64" name="Google Shape;3049;p29"/>
          <p:cNvSpPr txBox="1">
            <a:spLocks noGrp="1"/>
          </p:cNvSpPr>
          <p:nvPr>
            <p:ph type="subTitle" idx="1"/>
          </p:nvPr>
        </p:nvSpPr>
        <p:spPr>
          <a:xfrm rot="331">
            <a:off x="2934346" y="3646096"/>
            <a:ext cx="3113400" cy="608700"/>
          </a:xfrm>
          <a:prstGeom prst="rect">
            <a:avLst/>
          </a:prstGeom>
        </p:spPr>
        <p:txBody>
          <a:bodyPr spcFirstLastPara="1" wrap="square" lIns="91425" tIns="91425" rIns="91425" bIns="91425" anchor="t" anchorCtr="0">
            <a:noAutofit/>
          </a:bodyPr>
          <a:lstStyle/>
          <a:p>
            <a:pPr marL="0" indent="0"/>
            <a:r>
              <a:rPr lang="en-IN" sz="2000" b="1" spc="250" dirty="0" smtClean="0">
                <a:latin typeface="Times New Roman"/>
                <a:cs typeface="Times New Roman"/>
              </a:rPr>
              <a:t>2</a:t>
            </a:r>
            <a:r>
              <a:rPr lang="en-IN" sz="2000" b="1" spc="220" dirty="0" smtClean="0">
                <a:latin typeface="Times New Roman"/>
                <a:cs typeface="Times New Roman"/>
              </a:rPr>
              <a:t>0MCA</a:t>
            </a:r>
            <a:r>
              <a:rPr lang="en-IN" sz="2000" b="1" spc="240" dirty="0" smtClean="0">
                <a:latin typeface="Times New Roman"/>
                <a:cs typeface="Times New Roman"/>
              </a:rPr>
              <a:t>1</a:t>
            </a:r>
            <a:r>
              <a:rPr lang="en-IN" sz="2000" b="1" spc="215" dirty="0" smtClean="0">
                <a:latin typeface="Times New Roman"/>
                <a:cs typeface="Times New Roman"/>
              </a:rPr>
              <a:t>6</a:t>
            </a:r>
            <a:r>
              <a:rPr lang="en-IN" sz="2000" b="1" spc="245" dirty="0" smtClean="0">
                <a:latin typeface="Times New Roman"/>
                <a:cs typeface="Times New Roman"/>
              </a:rPr>
              <a:t>8</a:t>
            </a:r>
            <a:endParaRPr lang="en-IN" sz="2000" dirty="0">
              <a:latin typeface="Times New Roman"/>
              <a:cs typeface="Times New Roman"/>
            </a:endParaRPr>
          </a:p>
        </p:txBody>
      </p:sp>
      <p:sp>
        <p:nvSpPr>
          <p:cNvPr id="65" name="Google Shape;3050;p29"/>
          <p:cNvSpPr txBox="1">
            <a:spLocks/>
          </p:cNvSpPr>
          <p:nvPr/>
        </p:nvSpPr>
        <p:spPr>
          <a:xfrm rot="21599750">
            <a:off x="1136017" y="914530"/>
            <a:ext cx="5805985" cy="22812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600"/>
              <a:buFont typeface="Grand Hotel"/>
              <a:buNone/>
              <a:defRPr sz="3500" b="0" i="0" u="none" strike="noStrike" cap="none">
                <a:solidFill>
                  <a:schemeClr val="dk1"/>
                </a:solidFill>
                <a:latin typeface="Grand Hotel"/>
                <a:ea typeface="Grand Hotel"/>
                <a:cs typeface="Grand Hotel"/>
                <a:sym typeface="Grand Hotel"/>
              </a:defRPr>
            </a:lvl1pPr>
            <a:lvl2pPr marR="0" lvl="1" algn="ctr" rtl="0">
              <a:lnSpc>
                <a:spcPct val="100000"/>
              </a:lnSpc>
              <a:spcBef>
                <a:spcPts val="0"/>
              </a:spcBef>
              <a:spcAft>
                <a:spcPts val="0"/>
              </a:spcAft>
              <a:buClr>
                <a:schemeClr val="dk1"/>
              </a:buClr>
              <a:buSzPts val="3600"/>
              <a:buFont typeface="Grand Hotel"/>
              <a:buNone/>
              <a:defRPr sz="3600" b="0" i="0" u="none" strike="noStrike" cap="none">
                <a:solidFill>
                  <a:schemeClr val="dk1"/>
                </a:solidFill>
                <a:latin typeface="Grand Hotel"/>
                <a:ea typeface="Grand Hotel"/>
                <a:cs typeface="Grand Hotel"/>
                <a:sym typeface="Grand Hotel"/>
              </a:defRPr>
            </a:lvl2pPr>
            <a:lvl3pPr marR="0" lvl="2" algn="ctr" rtl="0">
              <a:lnSpc>
                <a:spcPct val="100000"/>
              </a:lnSpc>
              <a:spcBef>
                <a:spcPts val="0"/>
              </a:spcBef>
              <a:spcAft>
                <a:spcPts val="0"/>
              </a:spcAft>
              <a:buClr>
                <a:schemeClr val="dk1"/>
              </a:buClr>
              <a:buSzPts val="3600"/>
              <a:buFont typeface="Grand Hotel"/>
              <a:buNone/>
              <a:defRPr sz="3600" b="0" i="0" u="none" strike="noStrike" cap="none">
                <a:solidFill>
                  <a:schemeClr val="dk1"/>
                </a:solidFill>
                <a:latin typeface="Grand Hotel"/>
                <a:ea typeface="Grand Hotel"/>
                <a:cs typeface="Grand Hotel"/>
                <a:sym typeface="Grand Hotel"/>
              </a:defRPr>
            </a:lvl3pPr>
            <a:lvl4pPr marR="0" lvl="3" algn="ctr" rtl="0">
              <a:lnSpc>
                <a:spcPct val="100000"/>
              </a:lnSpc>
              <a:spcBef>
                <a:spcPts val="0"/>
              </a:spcBef>
              <a:spcAft>
                <a:spcPts val="0"/>
              </a:spcAft>
              <a:buClr>
                <a:schemeClr val="dk1"/>
              </a:buClr>
              <a:buSzPts val="3600"/>
              <a:buFont typeface="Grand Hotel"/>
              <a:buNone/>
              <a:defRPr sz="3600" b="0" i="0" u="none" strike="noStrike" cap="none">
                <a:solidFill>
                  <a:schemeClr val="dk1"/>
                </a:solidFill>
                <a:latin typeface="Grand Hotel"/>
                <a:ea typeface="Grand Hotel"/>
                <a:cs typeface="Grand Hotel"/>
                <a:sym typeface="Grand Hotel"/>
              </a:defRPr>
            </a:lvl4pPr>
            <a:lvl5pPr marR="0" lvl="4" algn="ctr" rtl="0">
              <a:lnSpc>
                <a:spcPct val="100000"/>
              </a:lnSpc>
              <a:spcBef>
                <a:spcPts val="0"/>
              </a:spcBef>
              <a:spcAft>
                <a:spcPts val="0"/>
              </a:spcAft>
              <a:buClr>
                <a:schemeClr val="dk1"/>
              </a:buClr>
              <a:buSzPts val="3600"/>
              <a:buFont typeface="Grand Hotel"/>
              <a:buNone/>
              <a:defRPr sz="3600" b="0" i="0" u="none" strike="noStrike" cap="none">
                <a:solidFill>
                  <a:schemeClr val="dk1"/>
                </a:solidFill>
                <a:latin typeface="Grand Hotel"/>
                <a:ea typeface="Grand Hotel"/>
                <a:cs typeface="Grand Hotel"/>
                <a:sym typeface="Grand Hotel"/>
              </a:defRPr>
            </a:lvl5pPr>
            <a:lvl6pPr marR="0" lvl="5" algn="ctr" rtl="0">
              <a:lnSpc>
                <a:spcPct val="100000"/>
              </a:lnSpc>
              <a:spcBef>
                <a:spcPts val="0"/>
              </a:spcBef>
              <a:spcAft>
                <a:spcPts val="0"/>
              </a:spcAft>
              <a:buClr>
                <a:schemeClr val="dk1"/>
              </a:buClr>
              <a:buSzPts val="3600"/>
              <a:buFont typeface="Grand Hotel"/>
              <a:buNone/>
              <a:defRPr sz="3600" b="0" i="0" u="none" strike="noStrike" cap="none">
                <a:solidFill>
                  <a:schemeClr val="dk1"/>
                </a:solidFill>
                <a:latin typeface="Grand Hotel"/>
                <a:ea typeface="Grand Hotel"/>
                <a:cs typeface="Grand Hotel"/>
                <a:sym typeface="Grand Hotel"/>
              </a:defRPr>
            </a:lvl6pPr>
            <a:lvl7pPr marR="0" lvl="6" algn="ctr" rtl="0">
              <a:lnSpc>
                <a:spcPct val="100000"/>
              </a:lnSpc>
              <a:spcBef>
                <a:spcPts val="0"/>
              </a:spcBef>
              <a:spcAft>
                <a:spcPts val="0"/>
              </a:spcAft>
              <a:buClr>
                <a:schemeClr val="dk1"/>
              </a:buClr>
              <a:buSzPts val="3600"/>
              <a:buFont typeface="Grand Hotel"/>
              <a:buNone/>
              <a:defRPr sz="3600" b="0" i="0" u="none" strike="noStrike" cap="none">
                <a:solidFill>
                  <a:schemeClr val="dk1"/>
                </a:solidFill>
                <a:latin typeface="Grand Hotel"/>
                <a:ea typeface="Grand Hotel"/>
                <a:cs typeface="Grand Hotel"/>
                <a:sym typeface="Grand Hotel"/>
              </a:defRPr>
            </a:lvl7pPr>
            <a:lvl8pPr marR="0" lvl="7" algn="ctr" rtl="0">
              <a:lnSpc>
                <a:spcPct val="100000"/>
              </a:lnSpc>
              <a:spcBef>
                <a:spcPts val="0"/>
              </a:spcBef>
              <a:spcAft>
                <a:spcPts val="0"/>
              </a:spcAft>
              <a:buClr>
                <a:schemeClr val="dk1"/>
              </a:buClr>
              <a:buSzPts val="3600"/>
              <a:buFont typeface="Grand Hotel"/>
              <a:buNone/>
              <a:defRPr sz="3600" b="0" i="0" u="none" strike="noStrike" cap="none">
                <a:solidFill>
                  <a:schemeClr val="dk1"/>
                </a:solidFill>
                <a:latin typeface="Grand Hotel"/>
                <a:ea typeface="Grand Hotel"/>
                <a:cs typeface="Grand Hotel"/>
                <a:sym typeface="Grand Hotel"/>
              </a:defRPr>
            </a:lvl8pPr>
            <a:lvl9pPr marR="0" lvl="8" algn="ctr" rtl="0">
              <a:lnSpc>
                <a:spcPct val="100000"/>
              </a:lnSpc>
              <a:spcBef>
                <a:spcPts val="0"/>
              </a:spcBef>
              <a:spcAft>
                <a:spcPts val="0"/>
              </a:spcAft>
              <a:buClr>
                <a:schemeClr val="dk1"/>
              </a:buClr>
              <a:buSzPts val="3600"/>
              <a:buFont typeface="Grand Hotel"/>
              <a:buNone/>
              <a:defRPr sz="3600" b="0" i="0" u="none" strike="noStrike" cap="none">
                <a:solidFill>
                  <a:schemeClr val="dk1"/>
                </a:solidFill>
                <a:latin typeface="Grand Hotel"/>
                <a:ea typeface="Grand Hotel"/>
                <a:cs typeface="Grand Hotel"/>
                <a:sym typeface="Grand Hotel"/>
              </a:defRPr>
            </a:lvl9pPr>
          </a:lstStyle>
          <a:p>
            <a:pPr marL="12700" marR="5080">
              <a:lnSpc>
                <a:spcPts val="5830"/>
              </a:lnSpc>
              <a:spcBef>
                <a:spcPts val="835"/>
              </a:spcBef>
            </a:pPr>
            <a:r>
              <a:rPr lang="en-IN" sz="5400" b="1" spc="-655" smtClean="0">
                <a:latin typeface="Times New Roman"/>
                <a:cs typeface="Times New Roman"/>
              </a:rPr>
              <a:t>V</a:t>
            </a:r>
            <a:r>
              <a:rPr lang="en-IN" sz="5400" b="1" spc="-330" smtClean="0">
                <a:latin typeface="Times New Roman"/>
                <a:cs typeface="Times New Roman"/>
              </a:rPr>
              <a:t>I</a:t>
            </a:r>
            <a:r>
              <a:rPr lang="en-IN" sz="5400" b="1" spc="-465" smtClean="0">
                <a:latin typeface="Times New Roman"/>
                <a:cs typeface="Times New Roman"/>
              </a:rPr>
              <a:t>R</a:t>
            </a:r>
            <a:r>
              <a:rPr lang="en-IN" sz="5400" b="1" spc="-395" smtClean="0">
                <a:latin typeface="Times New Roman"/>
                <a:cs typeface="Times New Roman"/>
              </a:rPr>
              <a:t>TUA</a:t>
            </a:r>
            <a:r>
              <a:rPr lang="en-IN" sz="5400" b="1" spc="-355" smtClean="0">
                <a:latin typeface="Times New Roman"/>
                <a:cs typeface="Times New Roman"/>
              </a:rPr>
              <a:t>L</a:t>
            </a:r>
            <a:r>
              <a:rPr lang="en-IN" sz="5400" b="1" spc="-385" smtClean="0">
                <a:latin typeface="Times New Roman"/>
                <a:cs typeface="Times New Roman"/>
              </a:rPr>
              <a:t>ISATION</a:t>
            </a:r>
            <a:r>
              <a:rPr lang="en-IN" sz="5400" b="1" spc="-20" smtClean="0">
                <a:latin typeface="Times New Roman"/>
                <a:cs typeface="Times New Roman"/>
              </a:rPr>
              <a:t> </a:t>
            </a:r>
            <a:r>
              <a:rPr lang="en-IN" sz="5400" b="1" spc="195" smtClean="0">
                <a:latin typeface="Times New Roman"/>
                <a:cs typeface="Times New Roman"/>
              </a:rPr>
              <a:t>A</a:t>
            </a:r>
            <a:r>
              <a:rPr lang="en-IN" sz="5400" b="1" spc="-440" smtClean="0">
                <a:latin typeface="Times New Roman"/>
                <a:cs typeface="Times New Roman"/>
              </a:rPr>
              <a:t>ND  </a:t>
            </a:r>
            <a:r>
              <a:rPr lang="en-IN" sz="5400" b="1" spc="-434" smtClean="0">
                <a:latin typeface="Times New Roman"/>
                <a:cs typeface="Times New Roman"/>
              </a:rPr>
              <a:t>CONTAINERS</a:t>
            </a:r>
            <a:endParaRPr lang="en-IN" sz="5400" dirty="0">
              <a:latin typeface="Times New Roman"/>
              <a:cs typeface="Times New Roman"/>
            </a:endParaRPr>
          </a:p>
        </p:txBody>
      </p:sp>
      <p:sp>
        <p:nvSpPr>
          <p:cNvPr id="66" name="Google Shape;3051;p29"/>
          <p:cNvSpPr/>
          <p:nvPr/>
        </p:nvSpPr>
        <p:spPr>
          <a:xfrm rot="517218">
            <a:off x="870201" y="1959987"/>
            <a:ext cx="794686" cy="686740"/>
          </a:xfrm>
          <a:custGeom>
            <a:avLst/>
            <a:gdLst/>
            <a:ahLst/>
            <a:cxnLst/>
            <a:rect l="l" t="t" r="r" b="b"/>
            <a:pathLst>
              <a:path w="25370" h="21060" extrusionOk="0">
                <a:moveTo>
                  <a:pt x="20833" y="1"/>
                </a:moveTo>
                <a:lnTo>
                  <a:pt x="1" y="14443"/>
                </a:lnTo>
                <a:cubicBezTo>
                  <a:pt x="1" y="14443"/>
                  <a:pt x="1097" y="14443"/>
                  <a:pt x="1513" y="14972"/>
                </a:cubicBezTo>
                <a:cubicBezTo>
                  <a:pt x="1891" y="15540"/>
                  <a:pt x="1551" y="16371"/>
                  <a:pt x="1551" y="16371"/>
                </a:cubicBezTo>
                <a:cubicBezTo>
                  <a:pt x="1551" y="16371"/>
                  <a:pt x="2647" y="16371"/>
                  <a:pt x="3063" y="16938"/>
                </a:cubicBezTo>
                <a:cubicBezTo>
                  <a:pt x="3479" y="17543"/>
                  <a:pt x="3139" y="18867"/>
                  <a:pt x="3139" y="18867"/>
                </a:cubicBezTo>
                <a:cubicBezTo>
                  <a:pt x="3139" y="18867"/>
                  <a:pt x="4349" y="19018"/>
                  <a:pt x="4613" y="19396"/>
                </a:cubicBezTo>
                <a:cubicBezTo>
                  <a:pt x="4878" y="19774"/>
                  <a:pt x="4727" y="21060"/>
                  <a:pt x="4727" y="21060"/>
                </a:cubicBezTo>
                <a:lnTo>
                  <a:pt x="25370" y="6768"/>
                </a:lnTo>
                <a:cubicBezTo>
                  <a:pt x="23442" y="6579"/>
                  <a:pt x="23782" y="4575"/>
                  <a:pt x="23782" y="4575"/>
                </a:cubicBezTo>
                <a:cubicBezTo>
                  <a:pt x="23782" y="4575"/>
                  <a:pt x="22912" y="4235"/>
                  <a:pt x="22459" y="3819"/>
                </a:cubicBezTo>
                <a:cubicBezTo>
                  <a:pt x="22043" y="3403"/>
                  <a:pt x="22345" y="2156"/>
                  <a:pt x="22345" y="2156"/>
                </a:cubicBezTo>
                <a:cubicBezTo>
                  <a:pt x="22345" y="2156"/>
                  <a:pt x="21173" y="2118"/>
                  <a:pt x="20795" y="1626"/>
                </a:cubicBezTo>
                <a:cubicBezTo>
                  <a:pt x="20455" y="1135"/>
                  <a:pt x="20833" y="1"/>
                  <a:pt x="2083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3054;p29"/>
          <p:cNvSpPr/>
          <p:nvPr/>
        </p:nvSpPr>
        <p:spPr>
          <a:xfrm rot="2822828">
            <a:off x="947893" y="2037029"/>
            <a:ext cx="794725" cy="686720"/>
          </a:xfrm>
          <a:custGeom>
            <a:avLst/>
            <a:gdLst/>
            <a:ahLst/>
            <a:cxnLst/>
            <a:rect l="l" t="t" r="r" b="b"/>
            <a:pathLst>
              <a:path w="25370" h="21060" extrusionOk="0">
                <a:moveTo>
                  <a:pt x="20833" y="1"/>
                </a:moveTo>
                <a:lnTo>
                  <a:pt x="1" y="14443"/>
                </a:lnTo>
                <a:cubicBezTo>
                  <a:pt x="1" y="14443"/>
                  <a:pt x="1097" y="14443"/>
                  <a:pt x="1513" y="14972"/>
                </a:cubicBezTo>
                <a:cubicBezTo>
                  <a:pt x="1891" y="15540"/>
                  <a:pt x="1551" y="16371"/>
                  <a:pt x="1551" y="16371"/>
                </a:cubicBezTo>
                <a:cubicBezTo>
                  <a:pt x="1551" y="16371"/>
                  <a:pt x="2647" y="16371"/>
                  <a:pt x="3063" y="16938"/>
                </a:cubicBezTo>
                <a:cubicBezTo>
                  <a:pt x="3479" y="17543"/>
                  <a:pt x="3139" y="18867"/>
                  <a:pt x="3139" y="18867"/>
                </a:cubicBezTo>
                <a:cubicBezTo>
                  <a:pt x="3139" y="18867"/>
                  <a:pt x="4349" y="19018"/>
                  <a:pt x="4613" y="19396"/>
                </a:cubicBezTo>
                <a:cubicBezTo>
                  <a:pt x="4878" y="19774"/>
                  <a:pt x="4727" y="21060"/>
                  <a:pt x="4727" y="21060"/>
                </a:cubicBezTo>
                <a:lnTo>
                  <a:pt x="25370" y="6768"/>
                </a:lnTo>
                <a:cubicBezTo>
                  <a:pt x="23442" y="6579"/>
                  <a:pt x="23782" y="4575"/>
                  <a:pt x="23782" y="4575"/>
                </a:cubicBezTo>
                <a:cubicBezTo>
                  <a:pt x="23782" y="4575"/>
                  <a:pt x="22912" y="4235"/>
                  <a:pt x="22459" y="3819"/>
                </a:cubicBezTo>
                <a:cubicBezTo>
                  <a:pt x="22043" y="3403"/>
                  <a:pt x="22345" y="2156"/>
                  <a:pt x="22345" y="2156"/>
                </a:cubicBezTo>
                <a:cubicBezTo>
                  <a:pt x="22345" y="2156"/>
                  <a:pt x="21173" y="2118"/>
                  <a:pt x="20795" y="1626"/>
                </a:cubicBezTo>
                <a:cubicBezTo>
                  <a:pt x="20455" y="1135"/>
                  <a:pt x="20833" y="1"/>
                  <a:pt x="2083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064"/>
        <p:cNvGrpSpPr/>
        <p:nvPr/>
      </p:nvGrpSpPr>
      <p:grpSpPr>
        <a:xfrm>
          <a:off x="0" y="0"/>
          <a:ext cx="0" cy="0"/>
          <a:chOff x="0" y="0"/>
          <a:chExt cx="0" cy="0"/>
        </a:xfrm>
      </p:grpSpPr>
      <p:sp>
        <p:nvSpPr>
          <p:cNvPr id="3065" name="Google Shape;3065;p31"/>
          <p:cNvSpPr txBox="1">
            <a:spLocks noGrp="1"/>
          </p:cNvSpPr>
          <p:nvPr>
            <p:ph type="title"/>
          </p:nvPr>
        </p:nvSpPr>
        <p:spPr>
          <a:xfrm>
            <a:off x="483152" y="466293"/>
            <a:ext cx="7550700" cy="569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smtClean="0">
                <a:latin typeface="Segoe Print" panose="02000600000000000000" pitchFamily="2" charset="0"/>
              </a:rPr>
              <a:t>Module 1</a:t>
            </a:r>
            <a:endParaRPr dirty="0">
              <a:latin typeface="Segoe Print" panose="02000600000000000000" pitchFamily="2" charset="0"/>
            </a:endParaRPr>
          </a:p>
        </p:txBody>
      </p:sp>
      <p:sp>
        <p:nvSpPr>
          <p:cNvPr id="3066" name="Google Shape;3066;p31"/>
          <p:cNvSpPr txBox="1">
            <a:spLocks noGrp="1"/>
          </p:cNvSpPr>
          <p:nvPr>
            <p:ph type="subTitle" idx="16"/>
          </p:nvPr>
        </p:nvSpPr>
        <p:spPr>
          <a:xfrm>
            <a:off x="3938913" y="1126775"/>
            <a:ext cx="1785812" cy="159450"/>
          </a:xfrm>
          <a:prstGeom prst="rect">
            <a:avLst/>
          </a:prstGeom>
        </p:spPr>
        <p:txBody>
          <a:bodyPr spcFirstLastPara="1" wrap="square" lIns="91425" tIns="91425" rIns="91425" bIns="91425" anchor="t" anchorCtr="0">
            <a:noAutofit/>
          </a:bodyPr>
          <a:lstStyle/>
          <a:p>
            <a:pPr marL="0" lvl="0" indent="0">
              <a:spcAft>
                <a:spcPts val="1200"/>
              </a:spcAft>
            </a:pPr>
            <a:r>
              <a:rPr lang="en-IN" sz="1800" b="1" dirty="0">
                <a:latin typeface="Times New Roman" panose="02020603050405020304" pitchFamily="18" charset="0"/>
                <a:cs typeface="Times New Roman" panose="02020603050405020304" pitchFamily="18" charset="0"/>
              </a:rPr>
              <a:t>Need, Applications and Limitations</a:t>
            </a:r>
            <a:endParaRPr sz="1800" b="1" dirty="0">
              <a:latin typeface="Times New Roman" panose="02020603050405020304" pitchFamily="18" charset="0"/>
              <a:cs typeface="Times New Roman" panose="02020603050405020304" pitchFamily="18" charset="0"/>
            </a:endParaRPr>
          </a:p>
        </p:txBody>
      </p:sp>
      <p:sp>
        <p:nvSpPr>
          <p:cNvPr id="3068" name="Google Shape;3068;p31"/>
          <p:cNvSpPr txBox="1">
            <a:spLocks noGrp="1"/>
          </p:cNvSpPr>
          <p:nvPr>
            <p:ph type="title" idx="18"/>
          </p:nvPr>
        </p:nvSpPr>
        <p:spPr>
          <a:xfrm>
            <a:off x="3201379" y="2386096"/>
            <a:ext cx="410893" cy="258939"/>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800" dirty="0">
                <a:uFill>
                  <a:noFill/>
                </a:uFill>
                <a:hlinkClick r:id="rId3" action="ppaction://hlinksldjump"/>
              </a:rPr>
              <a:t>05</a:t>
            </a:r>
            <a:endParaRPr sz="1800" dirty="0"/>
          </a:p>
        </p:txBody>
      </p:sp>
      <p:sp>
        <p:nvSpPr>
          <p:cNvPr id="3069" name="Google Shape;3069;p31"/>
          <p:cNvSpPr txBox="1">
            <a:spLocks noGrp="1"/>
          </p:cNvSpPr>
          <p:nvPr>
            <p:ph type="subTitle" idx="4"/>
          </p:nvPr>
        </p:nvSpPr>
        <p:spPr>
          <a:xfrm>
            <a:off x="1167121" y="3477791"/>
            <a:ext cx="1782490" cy="159450"/>
          </a:xfrm>
          <a:prstGeom prst="rect">
            <a:avLst/>
          </a:prstGeom>
        </p:spPr>
        <p:txBody>
          <a:bodyPr spcFirstLastPara="1" wrap="square" lIns="91425" tIns="91425" rIns="91425" bIns="91425" anchor="t" anchorCtr="0">
            <a:noAutofit/>
          </a:bodyPr>
          <a:lstStyle/>
          <a:p>
            <a:pPr marL="0" lvl="0" indent="0">
              <a:spcAft>
                <a:spcPts val="1200"/>
              </a:spcAft>
            </a:pPr>
            <a:r>
              <a:rPr lang="en-IN" sz="1800" b="1" spc="-5" dirty="0">
                <a:latin typeface="Times New Roman"/>
                <a:cs typeface="Times New Roman"/>
              </a:rPr>
              <a:t>Understanding virtualization</a:t>
            </a:r>
            <a:endParaRPr sz="1800" dirty="0"/>
          </a:p>
        </p:txBody>
      </p:sp>
      <p:sp>
        <p:nvSpPr>
          <p:cNvPr id="3070" name="Google Shape;3070;p31"/>
          <p:cNvSpPr txBox="1">
            <a:spLocks noGrp="1"/>
          </p:cNvSpPr>
          <p:nvPr>
            <p:ph type="subTitle" idx="1"/>
          </p:nvPr>
        </p:nvSpPr>
        <p:spPr>
          <a:xfrm>
            <a:off x="1172397" y="1104851"/>
            <a:ext cx="1777214" cy="160910"/>
          </a:xfrm>
          <a:prstGeom prst="rect">
            <a:avLst/>
          </a:prstGeom>
        </p:spPr>
        <p:txBody>
          <a:bodyPr spcFirstLastPara="1" wrap="square" lIns="91425" tIns="91425" rIns="91425" bIns="91425" anchor="t" anchorCtr="0">
            <a:noAutofit/>
          </a:bodyPr>
          <a:lstStyle/>
          <a:p>
            <a:pPr marL="0" lvl="0" indent="0">
              <a:spcAft>
                <a:spcPts val="1200"/>
              </a:spcAft>
            </a:pPr>
            <a:r>
              <a:rPr lang="en-IN" sz="1800" b="1" spc="-5" dirty="0">
                <a:latin typeface="Times New Roman"/>
                <a:cs typeface="Times New Roman"/>
              </a:rPr>
              <a:t>Physical</a:t>
            </a:r>
            <a:r>
              <a:rPr lang="en-IN" sz="1800" b="1" dirty="0">
                <a:latin typeface="Times New Roman"/>
                <a:cs typeface="Times New Roman"/>
              </a:rPr>
              <a:t> </a:t>
            </a:r>
            <a:r>
              <a:rPr lang="en-IN" sz="1800" b="1" spc="-5" dirty="0">
                <a:latin typeface="Times New Roman"/>
                <a:cs typeface="Times New Roman"/>
              </a:rPr>
              <a:t>and</a:t>
            </a:r>
            <a:r>
              <a:rPr lang="en-IN" sz="1800" b="1" dirty="0">
                <a:latin typeface="Times New Roman"/>
                <a:cs typeface="Times New Roman"/>
              </a:rPr>
              <a:t> virtual</a:t>
            </a:r>
            <a:r>
              <a:rPr lang="en-IN" sz="1800" b="1" spc="5" dirty="0">
                <a:latin typeface="Times New Roman"/>
                <a:cs typeface="Times New Roman"/>
              </a:rPr>
              <a:t> </a:t>
            </a:r>
            <a:r>
              <a:rPr lang="en-IN" sz="1800" b="1" dirty="0">
                <a:latin typeface="Times New Roman"/>
                <a:cs typeface="Times New Roman"/>
              </a:rPr>
              <a:t>machines</a:t>
            </a:r>
            <a:endParaRPr sz="1800" dirty="0"/>
          </a:p>
        </p:txBody>
      </p:sp>
      <p:sp>
        <p:nvSpPr>
          <p:cNvPr id="3073" name="Google Shape;3073;p31"/>
          <p:cNvSpPr txBox="1">
            <a:spLocks noGrp="1"/>
          </p:cNvSpPr>
          <p:nvPr>
            <p:ph type="subTitle" idx="7"/>
          </p:nvPr>
        </p:nvSpPr>
        <p:spPr>
          <a:xfrm>
            <a:off x="3955846" y="2316525"/>
            <a:ext cx="1777996" cy="159450"/>
          </a:xfrm>
          <a:prstGeom prst="rect">
            <a:avLst/>
          </a:prstGeom>
        </p:spPr>
        <p:txBody>
          <a:bodyPr spcFirstLastPara="1" wrap="square" lIns="91425" tIns="91425" rIns="91425" bIns="91425" anchor="t" anchorCtr="0">
            <a:noAutofit/>
          </a:bodyPr>
          <a:lstStyle/>
          <a:p>
            <a:pPr marL="0" lvl="0" indent="0">
              <a:spcAft>
                <a:spcPts val="1200"/>
              </a:spcAft>
              <a:buSzPts val="1100"/>
            </a:pPr>
            <a:r>
              <a:rPr lang="en-IN" sz="1800" b="1" dirty="0">
                <a:latin typeface="Times New Roman" panose="02020603050405020304" pitchFamily="18" charset="0"/>
                <a:cs typeface="Times New Roman" panose="02020603050405020304" pitchFamily="18" charset="0"/>
              </a:rPr>
              <a:t>Simulations and Emulations</a:t>
            </a:r>
            <a:endParaRPr sz="1800" b="1" dirty="0">
              <a:latin typeface="Times New Roman" panose="02020603050405020304" pitchFamily="18" charset="0"/>
              <a:cs typeface="Times New Roman" panose="02020603050405020304" pitchFamily="18" charset="0"/>
            </a:endParaRPr>
          </a:p>
        </p:txBody>
      </p:sp>
      <p:sp>
        <p:nvSpPr>
          <p:cNvPr id="3075" name="Google Shape;3075;p31"/>
          <p:cNvSpPr txBox="1">
            <a:spLocks noGrp="1"/>
          </p:cNvSpPr>
          <p:nvPr>
            <p:ph type="title" idx="9"/>
          </p:nvPr>
        </p:nvSpPr>
        <p:spPr>
          <a:xfrm>
            <a:off x="484052" y="3632125"/>
            <a:ext cx="410893" cy="258939"/>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800">
                <a:uFill>
                  <a:noFill/>
                </a:uFill>
                <a:hlinkClick r:id="rId4" action="ppaction://hlinksldjump"/>
              </a:rPr>
              <a:t>03</a:t>
            </a:r>
            <a:endParaRPr sz="1800"/>
          </a:p>
        </p:txBody>
      </p:sp>
      <p:sp>
        <p:nvSpPr>
          <p:cNvPr id="3078" name="Google Shape;3078;p31"/>
          <p:cNvSpPr txBox="1">
            <a:spLocks noGrp="1"/>
          </p:cNvSpPr>
          <p:nvPr>
            <p:ph type="title" idx="15"/>
          </p:nvPr>
        </p:nvSpPr>
        <p:spPr>
          <a:xfrm>
            <a:off x="3201381" y="1253263"/>
            <a:ext cx="410893" cy="257844"/>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800" dirty="0">
                <a:uFill>
                  <a:noFill/>
                </a:uFill>
                <a:hlinkClick r:id="rId5" action="ppaction://hlinksldjump"/>
              </a:rPr>
              <a:t>04</a:t>
            </a:r>
            <a:endParaRPr sz="1800" dirty="0"/>
          </a:p>
        </p:txBody>
      </p:sp>
      <p:sp>
        <p:nvSpPr>
          <p:cNvPr id="3079" name="Google Shape;3079;p31"/>
          <p:cNvSpPr txBox="1">
            <a:spLocks noGrp="1"/>
          </p:cNvSpPr>
          <p:nvPr>
            <p:ph type="title" idx="3"/>
          </p:nvPr>
        </p:nvSpPr>
        <p:spPr>
          <a:xfrm>
            <a:off x="483152" y="1251901"/>
            <a:ext cx="412065" cy="258939"/>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800" dirty="0">
                <a:uFill>
                  <a:noFill/>
                </a:uFill>
                <a:hlinkClick r:id="rId6" action="ppaction://hlinksldjump"/>
              </a:rPr>
              <a:t>01</a:t>
            </a:r>
            <a:endParaRPr sz="1800" dirty="0"/>
          </a:p>
        </p:txBody>
      </p:sp>
      <p:sp>
        <p:nvSpPr>
          <p:cNvPr id="3080" name="Google Shape;3080;p31"/>
          <p:cNvSpPr txBox="1">
            <a:spLocks noGrp="1"/>
          </p:cNvSpPr>
          <p:nvPr>
            <p:ph type="title" idx="6"/>
          </p:nvPr>
        </p:nvSpPr>
        <p:spPr>
          <a:xfrm>
            <a:off x="484052" y="2386096"/>
            <a:ext cx="410893" cy="258939"/>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800">
                <a:uFill>
                  <a:noFill/>
                </a:uFill>
                <a:hlinkClick r:id="rId7" action="ppaction://hlinksldjump"/>
              </a:rPr>
              <a:t>02</a:t>
            </a:r>
            <a:endParaRPr sz="1800"/>
          </a:p>
        </p:txBody>
      </p:sp>
      <p:sp>
        <p:nvSpPr>
          <p:cNvPr id="3081" name="Google Shape;3081;p31"/>
          <p:cNvSpPr txBox="1">
            <a:spLocks noGrp="1"/>
          </p:cNvSpPr>
          <p:nvPr>
            <p:ph type="subTitle" idx="19"/>
          </p:nvPr>
        </p:nvSpPr>
        <p:spPr>
          <a:xfrm>
            <a:off x="3841512" y="3426550"/>
            <a:ext cx="2006663" cy="159450"/>
          </a:xfrm>
          <a:prstGeom prst="rect">
            <a:avLst/>
          </a:prstGeom>
        </p:spPr>
        <p:txBody>
          <a:bodyPr spcFirstLastPara="1" wrap="square" lIns="91425" tIns="91425" rIns="91425" bIns="91425" anchor="t" anchorCtr="0">
            <a:noAutofit/>
          </a:bodyPr>
          <a:lstStyle/>
          <a:p>
            <a:r>
              <a:rPr lang="en-IN" sz="1800" b="1" dirty="0">
                <a:latin typeface="Times New Roman" panose="02020603050405020304" pitchFamily="18" charset="0"/>
                <a:cs typeface="Times New Roman" panose="02020603050405020304" pitchFamily="18" charset="0"/>
              </a:rPr>
              <a:t>Challenges </a:t>
            </a:r>
            <a:r>
              <a:rPr lang="en-IN" sz="1800" b="1" dirty="0" smtClean="0">
                <a:latin typeface="Times New Roman" panose="02020603050405020304" pitchFamily="18" charset="0"/>
                <a:cs typeface="Times New Roman" panose="02020603050405020304" pitchFamily="18" charset="0"/>
              </a:rPr>
              <a:t>in Virtualized</a:t>
            </a:r>
            <a:r>
              <a:rPr lang="en-IN" sz="1800" b="1" dirty="0">
                <a:latin typeface="Times New Roman" panose="02020603050405020304" pitchFamily="18" charset="0"/>
                <a:cs typeface="Times New Roman" panose="02020603050405020304" pitchFamily="18" charset="0"/>
              </a:rPr>
              <a:t> </a:t>
            </a:r>
            <a:r>
              <a:rPr lang="en-IN" sz="1800" b="1" dirty="0" smtClean="0">
                <a:latin typeface="Times New Roman" panose="02020603050405020304" pitchFamily="18" charset="0"/>
                <a:cs typeface="Times New Roman" panose="02020603050405020304" pitchFamily="18" charset="0"/>
              </a:rPr>
              <a:t>environment</a:t>
            </a:r>
            <a:endParaRPr sz="1800" b="1" dirty="0">
              <a:latin typeface="Times New Roman" panose="02020603050405020304" pitchFamily="18" charset="0"/>
              <a:cs typeface="Times New Roman" panose="02020603050405020304" pitchFamily="18" charset="0"/>
            </a:endParaRPr>
          </a:p>
        </p:txBody>
      </p:sp>
      <p:sp>
        <p:nvSpPr>
          <p:cNvPr id="3083" name="Google Shape;3083;p31"/>
          <p:cNvSpPr txBox="1">
            <a:spLocks noGrp="1"/>
          </p:cNvSpPr>
          <p:nvPr>
            <p:ph type="title" idx="21"/>
          </p:nvPr>
        </p:nvSpPr>
        <p:spPr>
          <a:xfrm>
            <a:off x="3201381" y="3632125"/>
            <a:ext cx="410893" cy="258939"/>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800">
                <a:uFill>
                  <a:noFill/>
                </a:uFill>
                <a:hlinkClick r:id="rId8" action="ppaction://hlinksldjump"/>
              </a:rPr>
              <a:t>06</a:t>
            </a:r>
            <a:endParaRPr sz="1800"/>
          </a:p>
        </p:txBody>
      </p:sp>
      <p:sp>
        <p:nvSpPr>
          <p:cNvPr id="3084" name="Google Shape;3084;p31"/>
          <p:cNvSpPr/>
          <p:nvPr/>
        </p:nvSpPr>
        <p:spPr>
          <a:xfrm rot="5400000">
            <a:off x="8719808" y="4246622"/>
            <a:ext cx="285300" cy="394800"/>
          </a:xfrm>
          <a:prstGeom prst="round2SameRect">
            <a:avLst>
              <a:gd name="adj1" fmla="val 50000"/>
              <a:gd name="adj2" fmla="val 0"/>
            </a:avLst>
          </a:prstGeom>
          <a:solidFill>
            <a:schemeClr val="accent5"/>
          </a:solidFill>
          <a:ln>
            <a:noFill/>
          </a:ln>
          <a:effectLst>
            <a:outerShdw blurRad="14288" dist="38100" dir="4920000" algn="bl" rotWithShape="0">
              <a:srgbClr val="000000">
                <a:alpha val="18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5" name="Google Shape;3085;p31"/>
          <p:cNvSpPr/>
          <p:nvPr/>
        </p:nvSpPr>
        <p:spPr>
          <a:xfrm rot="5400000">
            <a:off x="8719808" y="361505"/>
            <a:ext cx="285300" cy="394800"/>
          </a:xfrm>
          <a:prstGeom prst="round2SameRect">
            <a:avLst>
              <a:gd name="adj1" fmla="val 50000"/>
              <a:gd name="adj2" fmla="val 0"/>
            </a:avLst>
          </a:prstGeom>
          <a:solidFill>
            <a:schemeClr val="lt2"/>
          </a:solidFill>
          <a:ln>
            <a:noFill/>
          </a:ln>
          <a:effectLst>
            <a:outerShdw blurRad="14288" dist="38100" dir="4920000" algn="bl" rotWithShape="0">
              <a:srgbClr val="000000">
                <a:alpha val="18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6" name="Google Shape;3086;p31">
            <a:hlinkClick r:id="rId6" action="ppaction://hlinksldjump"/>
          </p:cNvPr>
          <p:cNvSpPr txBox="1"/>
          <p:nvPr/>
        </p:nvSpPr>
        <p:spPr>
          <a:xfrm>
            <a:off x="8696075" y="315379"/>
            <a:ext cx="229811" cy="554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400" dirty="0">
                <a:solidFill>
                  <a:srgbClr val="FFFFFF"/>
                </a:solidFill>
                <a:uFill>
                  <a:noFill/>
                </a:uFill>
                <a:latin typeface="Grand Hotel"/>
                <a:ea typeface="Grand Hotel"/>
                <a:cs typeface="Grand Hotel"/>
                <a:sym typeface="Grand Hotel"/>
                <a:hlinkClick r:id="rId6" action="ppaction://hlinksldjump">
                  <a:extLst>
                    <a:ext uri="{A12FA001-AC4F-418D-AE19-62706E023703}">
                      <ahyp:hlinkClr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val="tx"/>
                    </a:ext>
                  </a:extLst>
                </a:hlinkClick>
              </a:rPr>
              <a:t>1</a:t>
            </a:r>
            <a:endParaRPr sz="2400" dirty="0">
              <a:solidFill>
                <a:srgbClr val="FFFFFF"/>
              </a:solidFill>
              <a:latin typeface="Grand Hotel"/>
              <a:ea typeface="Grand Hotel"/>
              <a:cs typeface="Grand Hotel"/>
              <a:sym typeface="Grand Hotel"/>
            </a:endParaRPr>
          </a:p>
        </p:txBody>
      </p:sp>
      <p:sp>
        <p:nvSpPr>
          <p:cNvPr id="3087" name="Google Shape;3087;p31"/>
          <p:cNvSpPr/>
          <p:nvPr/>
        </p:nvSpPr>
        <p:spPr>
          <a:xfrm rot="5400000">
            <a:off x="8730060" y="782865"/>
            <a:ext cx="285300" cy="394800"/>
          </a:xfrm>
          <a:prstGeom prst="round2SameRect">
            <a:avLst>
              <a:gd name="adj1" fmla="val 50000"/>
              <a:gd name="adj2" fmla="val 0"/>
            </a:avLst>
          </a:prstGeom>
          <a:solidFill>
            <a:schemeClr val="accent4"/>
          </a:solidFill>
          <a:ln>
            <a:noFill/>
          </a:ln>
          <a:effectLst>
            <a:outerShdw blurRad="14288" dist="38100" dir="4920000" algn="bl" rotWithShape="0">
              <a:srgbClr val="000000">
                <a:alpha val="18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8" name="Google Shape;3088;p31">
            <a:hlinkClick r:id="rId7" action="ppaction://hlinksldjump"/>
          </p:cNvPr>
          <p:cNvSpPr txBox="1"/>
          <p:nvPr/>
        </p:nvSpPr>
        <p:spPr>
          <a:xfrm>
            <a:off x="8686347" y="741777"/>
            <a:ext cx="289042" cy="554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400" dirty="0">
                <a:solidFill>
                  <a:srgbClr val="FFFFFF"/>
                </a:solidFill>
                <a:uFill>
                  <a:noFill/>
                </a:uFill>
                <a:latin typeface="Grand Hotel"/>
                <a:ea typeface="Grand Hotel"/>
                <a:cs typeface="Grand Hotel"/>
                <a:sym typeface="Grand Hotel"/>
                <a:hlinkClick r:id="rId9" action="ppaction://hlinksldjump"/>
              </a:rPr>
              <a:t>2</a:t>
            </a:r>
            <a:endParaRPr sz="2400" dirty="0">
              <a:solidFill>
                <a:srgbClr val="FFFFFF"/>
              </a:solidFill>
              <a:latin typeface="Grand Hotel"/>
              <a:ea typeface="Grand Hotel"/>
              <a:cs typeface="Grand Hotel"/>
              <a:sym typeface="Grand Hotel"/>
            </a:endParaRPr>
          </a:p>
        </p:txBody>
      </p:sp>
      <p:sp>
        <p:nvSpPr>
          <p:cNvPr id="3089" name="Google Shape;3089;p31"/>
          <p:cNvSpPr/>
          <p:nvPr/>
        </p:nvSpPr>
        <p:spPr>
          <a:xfrm rot="5400000">
            <a:off x="8730605" y="1211917"/>
            <a:ext cx="285300" cy="394800"/>
          </a:xfrm>
          <a:prstGeom prst="round2SameRect">
            <a:avLst>
              <a:gd name="adj1" fmla="val 50000"/>
              <a:gd name="adj2" fmla="val 0"/>
            </a:avLst>
          </a:prstGeom>
          <a:solidFill>
            <a:schemeClr val="accent1"/>
          </a:solidFill>
          <a:ln>
            <a:noFill/>
          </a:ln>
          <a:effectLst>
            <a:outerShdw blurRad="14288" dist="38100" dir="4920000" algn="bl" rotWithShape="0">
              <a:srgbClr val="000000">
                <a:alpha val="18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0" name="Google Shape;3090;p31">
            <a:hlinkClick r:id="rId10" action="ppaction://hlinksldjump"/>
          </p:cNvPr>
          <p:cNvSpPr txBox="1"/>
          <p:nvPr/>
        </p:nvSpPr>
        <p:spPr>
          <a:xfrm>
            <a:off x="8666127" y="1158117"/>
            <a:ext cx="309262" cy="554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400" smtClean="0">
                <a:solidFill>
                  <a:srgbClr val="FFFFFF"/>
                </a:solidFill>
                <a:uFill>
                  <a:noFill/>
                </a:uFill>
                <a:latin typeface="Grand Hotel"/>
                <a:ea typeface="Grand Hotel"/>
                <a:cs typeface="Grand Hotel"/>
                <a:sym typeface="Grand Hotel"/>
                <a:hlinkClick r:id="rId4" action="ppaction://hlinksldjump">
                  <a:extLst>
                    <a:ext uri="{A12FA001-AC4F-418D-AE19-62706E023703}">
                      <ahyp:hlinkClr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val="tx"/>
                    </a:ext>
                  </a:extLst>
                </a:hlinkClick>
              </a:rPr>
              <a:t>3</a:t>
            </a:r>
            <a:endParaRPr sz="2400" dirty="0">
              <a:solidFill>
                <a:srgbClr val="FFFFFF"/>
              </a:solidFill>
              <a:latin typeface="Grand Hotel"/>
              <a:ea typeface="Grand Hotel"/>
              <a:cs typeface="Grand Hotel"/>
              <a:sym typeface="Grand Hotel"/>
            </a:endParaRPr>
          </a:p>
        </p:txBody>
      </p:sp>
      <p:sp>
        <p:nvSpPr>
          <p:cNvPr id="3091" name="Google Shape;3091;p31"/>
          <p:cNvSpPr/>
          <p:nvPr/>
        </p:nvSpPr>
        <p:spPr>
          <a:xfrm rot="5400000">
            <a:off x="8730825" y="1639210"/>
            <a:ext cx="285300" cy="394800"/>
          </a:xfrm>
          <a:prstGeom prst="round2SameRect">
            <a:avLst>
              <a:gd name="adj1" fmla="val 50000"/>
              <a:gd name="adj2" fmla="val 0"/>
            </a:avLst>
          </a:prstGeom>
          <a:solidFill>
            <a:schemeClr val="accent3"/>
          </a:solidFill>
          <a:ln>
            <a:noFill/>
          </a:ln>
          <a:effectLst>
            <a:outerShdw blurRad="14288" dist="38100" dir="4920000" algn="bl" rotWithShape="0">
              <a:srgbClr val="000000">
                <a:alpha val="18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2" name="Google Shape;3092;p31">
            <a:hlinkClick r:id="rId5" action="ppaction://hlinksldjump"/>
          </p:cNvPr>
          <p:cNvSpPr txBox="1"/>
          <p:nvPr/>
        </p:nvSpPr>
        <p:spPr>
          <a:xfrm>
            <a:off x="8672588" y="1580400"/>
            <a:ext cx="279314" cy="554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400" dirty="0" smtClean="0">
                <a:solidFill>
                  <a:srgbClr val="FFFFFF"/>
                </a:solidFill>
                <a:uFill>
                  <a:noFill/>
                </a:uFill>
                <a:latin typeface="Grand Hotel"/>
                <a:ea typeface="Grand Hotel"/>
                <a:cs typeface="Grand Hotel"/>
                <a:sym typeface="Grand Hotel"/>
                <a:hlinkClick r:id="rId11" action="ppaction://hlinksldjump"/>
              </a:rPr>
              <a:t>4</a:t>
            </a:r>
            <a:endParaRPr sz="2400" dirty="0">
              <a:solidFill>
                <a:srgbClr val="FFFFFF"/>
              </a:solidFill>
              <a:latin typeface="Grand Hotel"/>
              <a:ea typeface="Grand Hotel"/>
              <a:cs typeface="Grand Hotel"/>
              <a:sym typeface="Grand Hotel"/>
            </a:endParaRPr>
          </a:p>
        </p:txBody>
      </p:sp>
      <p:sp>
        <p:nvSpPr>
          <p:cNvPr id="3093" name="Google Shape;3093;p31"/>
          <p:cNvSpPr/>
          <p:nvPr/>
        </p:nvSpPr>
        <p:spPr>
          <a:xfrm rot="5400000">
            <a:off x="8719808" y="2047352"/>
            <a:ext cx="285300" cy="394800"/>
          </a:xfrm>
          <a:prstGeom prst="round2SameRect">
            <a:avLst>
              <a:gd name="adj1" fmla="val 50000"/>
              <a:gd name="adj2" fmla="val 0"/>
            </a:avLst>
          </a:prstGeom>
          <a:solidFill>
            <a:schemeClr val="dk2"/>
          </a:solidFill>
          <a:ln>
            <a:noFill/>
          </a:ln>
          <a:effectLst>
            <a:outerShdw blurRad="14288" dist="38100" dir="4920000" algn="bl" rotWithShape="0">
              <a:srgbClr val="000000">
                <a:alpha val="18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4" name="Google Shape;3094;p31">
            <a:hlinkClick r:id="rId3" action="ppaction://hlinksldjump"/>
          </p:cNvPr>
          <p:cNvSpPr txBox="1"/>
          <p:nvPr/>
        </p:nvSpPr>
        <p:spPr>
          <a:xfrm>
            <a:off x="8696075" y="1966146"/>
            <a:ext cx="249502" cy="554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400" dirty="0">
                <a:solidFill>
                  <a:srgbClr val="FFFFFF"/>
                </a:solidFill>
                <a:uFill>
                  <a:noFill/>
                </a:uFill>
                <a:latin typeface="Grand Hotel"/>
                <a:ea typeface="Grand Hotel"/>
                <a:cs typeface="Grand Hotel"/>
                <a:sym typeface="Grand Hotel"/>
                <a:hlinkClick r:id="rId12" action="ppaction://hlinksldjump"/>
              </a:rPr>
              <a:t>5</a:t>
            </a:r>
            <a:endParaRPr sz="2400" dirty="0">
              <a:solidFill>
                <a:srgbClr val="FFFFFF"/>
              </a:solidFill>
              <a:latin typeface="Grand Hotel"/>
              <a:ea typeface="Grand Hotel"/>
              <a:cs typeface="Grand Hotel"/>
              <a:sym typeface="Grand Hotel"/>
            </a:endParaRPr>
          </a:p>
        </p:txBody>
      </p:sp>
      <p:sp>
        <p:nvSpPr>
          <p:cNvPr id="3095" name="Google Shape;3095;p31"/>
          <p:cNvSpPr/>
          <p:nvPr/>
        </p:nvSpPr>
        <p:spPr>
          <a:xfrm rot="5400000">
            <a:off x="8719808" y="2474950"/>
            <a:ext cx="285300" cy="394800"/>
          </a:xfrm>
          <a:prstGeom prst="round2SameRect">
            <a:avLst>
              <a:gd name="adj1" fmla="val 50000"/>
              <a:gd name="adj2" fmla="val 0"/>
            </a:avLst>
          </a:prstGeom>
          <a:solidFill>
            <a:schemeClr val="accent4"/>
          </a:solidFill>
          <a:ln>
            <a:noFill/>
          </a:ln>
          <a:effectLst>
            <a:outerShdw blurRad="14288" dist="38100" dir="4920000" algn="bl" rotWithShape="0">
              <a:srgbClr val="000000">
                <a:alpha val="18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6" name="Google Shape;3096;p31">
            <a:hlinkClick r:id="rId8" action="ppaction://hlinksldjump"/>
          </p:cNvPr>
          <p:cNvSpPr txBox="1"/>
          <p:nvPr/>
        </p:nvSpPr>
        <p:spPr>
          <a:xfrm>
            <a:off x="8676384" y="2427572"/>
            <a:ext cx="249502" cy="554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400" dirty="0" smtClean="0">
                <a:solidFill>
                  <a:srgbClr val="FFFFFF"/>
                </a:solidFill>
                <a:uFill>
                  <a:noFill/>
                </a:uFill>
                <a:latin typeface="Grand Hotel"/>
                <a:ea typeface="Grand Hotel"/>
                <a:cs typeface="Grand Hotel"/>
                <a:sym typeface="Grand Hotel"/>
                <a:hlinkClick r:id="rId13" action="ppaction://hlinksldjump"/>
              </a:rPr>
              <a:t>6</a:t>
            </a:r>
            <a:endParaRPr sz="2400" dirty="0">
              <a:solidFill>
                <a:srgbClr val="FFFFFF"/>
              </a:solidFill>
              <a:latin typeface="Grand Hotel"/>
              <a:ea typeface="Grand Hotel"/>
              <a:cs typeface="Grand Hotel"/>
              <a:sym typeface="Grand Hotel"/>
            </a:endParaRPr>
          </a:p>
        </p:txBody>
      </p:sp>
      <p:sp>
        <p:nvSpPr>
          <p:cNvPr id="3097" name="Google Shape;3097;p31"/>
          <p:cNvSpPr/>
          <p:nvPr/>
        </p:nvSpPr>
        <p:spPr>
          <a:xfrm>
            <a:off x="8752151" y="4332479"/>
            <a:ext cx="181722" cy="195700"/>
          </a:xfrm>
          <a:custGeom>
            <a:avLst/>
            <a:gdLst/>
            <a:ahLst/>
            <a:cxnLst/>
            <a:rect l="l" t="t" r="r" b="b"/>
            <a:pathLst>
              <a:path w="10820" h="11654" extrusionOk="0">
                <a:moveTo>
                  <a:pt x="5410" y="1"/>
                </a:moveTo>
                <a:cubicBezTo>
                  <a:pt x="5383" y="1"/>
                  <a:pt x="5357" y="9"/>
                  <a:pt x="5336" y="26"/>
                </a:cubicBezTo>
                <a:lnTo>
                  <a:pt x="1" y="4673"/>
                </a:lnTo>
                <a:lnTo>
                  <a:pt x="1" y="11335"/>
                </a:lnTo>
                <a:cubicBezTo>
                  <a:pt x="1" y="11510"/>
                  <a:pt x="145" y="11653"/>
                  <a:pt x="320" y="11653"/>
                </a:cubicBezTo>
                <a:lnTo>
                  <a:pt x="10501" y="11653"/>
                </a:lnTo>
                <a:cubicBezTo>
                  <a:pt x="10675" y="11653"/>
                  <a:pt x="10819" y="11510"/>
                  <a:pt x="10819" y="11335"/>
                </a:cubicBezTo>
                <a:lnTo>
                  <a:pt x="10819" y="4673"/>
                </a:lnTo>
                <a:lnTo>
                  <a:pt x="5484" y="26"/>
                </a:lnTo>
                <a:cubicBezTo>
                  <a:pt x="5463" y="9"/>
                  <a:pt x="5437" y="1"/>
                  <a:pt x="5410"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8" name="Google Shape;3098;p31"/>
          <p:cNvSpPr/>
          <p:nvPr/>
        </p:nvSpPr>
        <p:spPr>
          <a:xfrm>
            <a:off x="8826644" y="4329592"/>
            <a:ext cx="99242" cy="195700"/>
          </a:xfrm>
          <a:custGeom>
            <a:avLst/>
            <a:gdLst/>
            <a:ahLst/>
            <a:cxnLst/>
            <a:rect l="l" t="t" r="r" b="b"/>
            <a:pathLst>
              <a:path w="5909" h="11654" extrusionOk="0">
                <a:moveTo>
                  <a:pt x="499" y="1"/>
                </a:moveTo>
                <a:cubicBezTo>
                  <a:pt x="472" y="1"/>
                  <a:pt x="446" y="9"/>
                  <a:pt x="425" y="26"/>
                </a:cubicBezTo>
                <a:lnTo>
                  <a:pt x="0" y="396"/>
                </a:lnTo>
                <a:cubicBezTo>
                  <a:pt x="1916" y="2031"/>
                  <a:pt x="4959" y="4670"/>
                  <a:pt x="4959" y="4670"/>
                </a:cubicBezTo>
                <a:lnTo>
                  <a:pt x="4959" y="11331"/>
                </a:lnTo>
                <a:cubicBezTo>
                  <a:pt x="4959" y="11510"/>
                  <a:pt x="4815" y="11653"/>
                  <a:pt x="4640" y="11653"/>
                </a:cubicBezTo>
                <a:lnTo>
                  <a:pt x="5590" y="11653"/>
                </a:lnTo>
                <a:cubicBezTo>
                  <a:pt x="5764" y="11653"/>
                  <a:pt x="5908" y="11510"/>
                  <a:pt x="5908" y="11331"/>
                </a:cubicBezTo>
                <a:lnTo>
                  <a:pt x="5908" y="4673"/>
                </a:lnTo>
                <a:lnTo>
                  <a:pt x="573" y="26"/>
                </a:lnTo>
                <a:cubicBezTo>
                  <a:pt x="552" y="9"/>
                  <a:pt x="526" y="1"/>
                  <a:pt x="49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9" name="Google Shape;3099;p31"/>
          <p:cNvSpPr/>
          <p:nvPr/>
        </p:nvSpPr>
        <p:spPr>
          <a:xfrm>
            <a:off x="8733865" y="4313571"/>
            <a:ext cx="241395" cy="106616"/>
          </a:xfrm>
          <a:custGeom>
            <a:avLst/>
            <a:gdLst/>
            <a:ahLst/>
            <a:cxnLst/>
            <a:rect l="l" t="t" r="r" b="b"/>
            <a:pathLst>
              <a:path w="14373" h="6349" extrusionOk="0">
                <a:moveTo>
                  <a:pt x="7187" y="0"/>
                </a:moveTo>
                <a:cubicBezTo>
                  <a:pt x="7161" y="0"/>
                  <a:pt x="7135" y="9"/>
                  <a:pt x="7114" y="26"/>
                </a:cubicBezTo>
                <a:lnTo>
                  <a:pt x="83" y="6149"/>
                </a:lnTo>
                <a:cubicBezTo>
                  <a:pt x="0" y="6218"/>
                  <a:pt x="52" y="6348"/>
                  <a:pt x="158" y="6348"/>
                </a:cubicBezTo>
                <a:lnTo>
                  <a:pt x="1779" y="6348"/>
                </a:lnTo>
                <a:lnTo>
                  <a:pt x="7114" y="1705"/>
                </a:lnTo>
                <a:cubicBezTo>
                  <a:pt x="7135" y="1686"/>
                  <a:pt x="7161" y="1677"/>
                  <a:pt x="7187" y="1677"/>
                </a:cubicBezTo>
                <a:cubicBezTo>
                  <a:pt x="7213" y="1677"/>
                  <a:pt x="7239" y="1686"/>
                  <a:pt x="7262" y="1705"/>
                </a:cubicBezTo>
                <a:lnTo>
                  <a:pt x="12597" y="6348"/>
                </a:lnTo>
                <a:lnTo>
                  <a:pt x="14218" y="6348"/>
                </a:lnTo>
                <a:cubicBezTo>
                  <a:pt x="14324" y="6348"/>
                  <a:pt x="14372" y="6218"/>
                  <a:pt x="14293" y="6149"/>
                </a:cubicBezTo>
                <a:lnTo>
                  <a:pt x="7262" y="26"/>
                </a:lnTo>
                <a:cubicBezTo>
                  <a:pt x="7239" y="9"/>
                  <a:pt x="7213" y="0"/>
                  <a:pt x="7187"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0" name="Google Shape;3100;p31">
            <a:hlinkClick r:id="rId14" action="ppaction://hlinksldjump"/>
          </p:cNvPr>
          <p:cNvSpPr/>
          <p:nvPr/>
        </p:nvSpPr>
        <p:spPr>
          <a:xfrm>
            <a:off x="8717537" y="4338254"/>
            <a:ext cx="250951" cy="184150"/>
          </a:xfrm>
          <a:custGeom>
            <a:avLst/>
            <a:gdLst/>
            <a:ahLst/>
            <a:cxnLst/>
            <a:rect l="l" t="t" r="r" b="b"/>
            <a:pathLst>
              <a:path w="14942" h="13610" extrusionOk="0">
                <a:moveTo>
                  <a:pt x="4548" y="1571"/>
                </a:moveTo>
                <a:lnTo>
                  <a:pt x="4548" y="2006"/>
                </a:lnTo>
                <a:lnTo>
                  <a:pt x="2272" y="2006"/>
                </a:lnTo>
                <a:lnTo>
                  <a:pt x="2272" y="1571"/>
                </a:lnTo>
                <a:close/>
                <a:moveTo>
                  <a:pt x="4164" y="2424"/>
                </a:moveTo>
                <a:lnTo>
                  <a:pt x="4164" y="2774"/>
                </a:lnTo>
                <a:lnTo>
                  <a:pt x="2728" y="4021"/>
                </a:lnTo>
                <a:lnTo>
                  <a:pt x="2728" y="2424"/>
                </a:lnTo>
                <a:close/>
                <a:moveTo>
                  <a:pt x="8937" y="7822"/>
                </a:moveTo>
                <a:cubicBezTo>
                  <a:pt x="8985" y="7822"/>
                  <a:pt x="9023" y="7859"/>
                  <a:pt x="9023" y="7907"/>
                </a:cubicBezTo>
                <a:lnTo>
                  <a:pt x="9023" y="13191"/>
                </a:lnTo>
                <a:lnTo>
                  <a:pt x="6175" y="13191"/>
                </a:lnTo>
                <a:lnTo>
                  <a:pt x="6175" y="7907"/>
                </a:lnTo>
                <a:cubicBezTo>
                  <a:pt x="6175" y="7859"/>
                  <a:pt x="6213" y="7822"/>
                  <a:pt x="6261" y="7822"/>
                </a:cubicBezTo>
                <a:close/>
                <a:moveTo>
                  <a:pt x="7469" y="1"/>
                </a:moveTo>
                <a:cubicBezTo>
                  <a:pt x="7394" y="1"/>
                  <a:pt x="7318" y="27"/>
                  <a:pt x="7258" y="80"/>
                </a:cubicBezTo>
                <a:lnTo>
                  <a:pt x="4966" y="2075"/>
                </a:lnTo>
                <a:lnTo>
                  <a:pt x="4966" y="1482"/>
                </a:lnTo>
                <a:cubicBezTo>
                  <a:pt x="4962" y="1300"/>
                  <a:pt x="4818" y="1153"/>
                  <a:pt x="4637" y="1153"/>
                </a:cubicBezTo>
                <a:lnTo>
                  <a:pt x="2180" y="1153"/>
                </a:lnTo>
                <a:cubicBezTo>
                  <a:pt x="1998" y="1153"/>
                  <a:pt x="1854" y="1300"/>
                  <a:pt x="1851" y="1482"/>
                </a:cubicBezTo>
                <a:lnTo>
                  <a:pt x="1851" y="2099"/>
                </a:lnTo>
                <a:cubicBezTo>
                  <a:pt x="1854" y="2277"/>
                  <a:pt x="1998" y="2424"/>
                  <a:pt x="2180" y="2424"/>
                </a:cubicBezTo>
                <a:lnTo>
                  <a:pt x="2310" y="2424"/>
                </a:lnTo>
                <a:lnTo>
                  <a:pt x="2310" y="4385"/>
                </a:lnTo>
                <a:lnTo>
                  <a:pt x="226" y="6201"/>
                </a:lnTo>
                <a:cubicBezTo>
                  <a:pt x="0" y="6396"/>
                  <a:pt x="141" y="6766"/>
                  <a:pt x="439" y="6766"/>
                </a:cubicBezTo>
                <a:lnTo>
                  <a:pt x="1851" y="6766"/>
                </a:lnTo>
                <a:lnTo>
                  <a:pt x="1851" y="10484"/>
                </a:lnTo>
                <a:cubicBezTo>
                  <a:pt x="1847" y="10604"/>
                  <a:pt x="1940" y="10704"/>
                  <a:pt x="2060" y="10704"/>
                </a:cubicBezTo>
                <a:cubicBezTo>
                  <a:pt x="2180" y="10704"/>
                  <a:pt x="2276" y="10604"/>
                  <a:pt x="2269" y="10484"/>
                </a:cubicBezTo>
                <a:lnTo>
                  <a:pt x="2269" y="6653"/>
                </a:lnTo>
                <a:lnTo>
                  <a:pt x="7471" y="2126"/>
                </a:lnTo>
                <a:lnTo>
                  <a:pt x="12669" y="6653"/>
                </a:lnTo>
                <a:lnTo>
                  <a:pt x="12669" y="13082"/>
                </a:lnTo>
                <a:cubicBezTo>
                  <a:pt x="12669" y="13140"/>
                  <a:pt x="12618" y="13191"/>
                  <a:pt x="12560" y="13191"/>
                </a:cubicBezTo>
                <a:lnTo>
                  <a:pt x="9441" y="13191"/>
                </a:lnTo>
                <a:lnTo>
                  <a:pt x="9441" y="7907"/>
                </a:lnTo>
                <a:cubicBezTo>
                  <a:pt x="9441" y="7630"/>
                  <a:pt x="9215" y="7404"/>
                  <a:pt x="8937" y="7404"/>
                </a:cubicBezTo>
                <a:lnTo>
                  <a:pt x="6261" y="7404"/>
                </a:lnTo>
                <a:cubicBezTo>
                  <a:pt x="5983" y="7404"/>
                  <a:pt x="5757" y="7630"/>
                  <a:pt x="5757" y="7907"/>
                </a:cubicBezTo>
                <a:lnTo>
                  <a:pt x="5757" y="13191"/>
                </a:lnTo>
                <a:lnTo>
                  <a:pt x="2379" y="13191"/>
                </a:lnTo>
                <a:cubicBezTo>
                  <a:pt x="2320" y="13191"/>
                  <a:pt x="2269" y="13140"/>
                  <a:pt x="2269" y="13082"/>
                </a:cubicBezTo>
                <a:lnTo>
                  <a:pt x="2269" y="11492"/>
                </a:lnTo>
                <a:cubicBezTo>
                  <a:pt x="2264" y="11358"/>
                  <a:pt x="2163" y="11291"/>
                  <a:pt x="2061" y="11291"/>
                </a:cubicBezTo>
                <a:cubicBezTo>
                  <a:pt x="1960" y="11291"/>
                  <a:pt x="1858" y="11358"/>
                  <a:pt x="1851" y="11492"/>
                </a:cubicBezTo>
                <a:lnTo>
                  <a:pt x="1851" y="13082"/>
                </a:lnTo>
                <a:cubicBezTo>
                  <a:pt x="1851" y="13373"/>
                  <a:pt x="2087" y="13609"/>
                  <a:pt x="2379" y="13609"/>
                </a:cubicBezTo>
                <a:lnTo>
                  <a:pt x="12560" y="13609"/>
                </a:lnTo>
                <a:cubicBezTo>
                  <a:pt x="12851" y="13609"/>
                  <a:pt x="13087" y="13373"/>
                  <a:pt x="13087" y="13082"/>
                </a:cubicBezTo>
                <a:lnTo>
                  <a:pt x="13087" y="6766"/>
                </a:lnTo>
                <a:lnTo>
                  <a:pt x="14499" y="6766"/>
                </a:lnTo>
                <a:cubicBezTo>
                  <a:pt x="14801" y="6766"/>
                  <a:pt x="14941" y="6396"/>
                  <a:pt x="14715" y="6201"/>
                </a:cubicBezTo>
                <a:lnTo>
                  <a:pt x="14712" y="6201"/>
                </a:lnTo>
                <a:lnTo>
                  <a:pt x="11675" y="3555"/>
                </a:lnTo>
                <a:cubicBezTo>
                  <a:pt x="11631" y="3517"/>
                  <a:pt x="11583" y="3501"/>
                  <a:pt x="11538" y="3501"/>
                </a:cubicBezTo>
                <a:cubicBezTo>
                  <a:pt x="11369" y="3501"/>
                  <a:pt x="11234" y="3727"/>
                  <a:pt x="11401" y="3871"/>
                </a:cubicBezTo>
                <a:lnTo>
                  <a:pt x="14245" y="6348"/>
                </a:lnTo>
                <a:lnTo>
                  <a:pt x="12954" y="6348"/>
                </a:lnTo>
                <a:lnTo>
                  <a:pt x="7680" y="1756"/>
                </a:lnTo>
                <a:cubicBezTo>
                  <a:pt x="7620" y="1703"/>
                  <a:pt x="7544" y="1677"/>
                  <a:pt x="7469" y="1677"/>
                </a:cubicBezTo>
                <a:cubicBezTo>
                  <a:pt x="7394" y="1677"/>
                  <a:pt x="7318" y="1703"/>
                  <a:pt x="7258" y="1756"/>
                </a:cubicBezTo>
                <a:lnTo>
                  <a:pt x="1981" y="6348"/>
                </a:lnTo>
                <a:lnTo>
                  <a:pt x="693" y="6348"/>
                </a:lnTo>
                <a:lnTo>
                  <a:pt x="2656" y="4638"/>
                </a:lnTo>
                <a:lnTo>
                  <a:pt x="4510" y="3024"/>
                </a:lnTo>
                <a:lnTo>
                  <a:pt x="7467" y="451"/>
                </a:lnTo>
                <a:lnTo>
                  <a:pt x="10644" y="3216"/>
                </a:lnTo>
                <a:cubicBezTo>
                  <a:pt x="10689" y="3254"/>
                  <a:pt x="10736" y="3271"/>
                  <a:pt x="10782" y="3271"/>
                </a:cubicBezTo>
                <a:cubicBezTo>
                  <a:pt x="10951" y="3271"/>
                  <a:pt x="11086" y="3044"/>
                  <a:pt x="10921" y="2901"/>
                </a:cubicBezTo>
                <a:lnTo>
                  <a:pt x="7680" y="80"/>
                </a:lnTo>
                <a:cubicBezTo>
                  <a:pt x="7620" y="27"/>
                  <a:pt x="7544" y="1"/>
                  <a:pt x="746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066;p31"/>
          <p:cNvSpPr txBox="1">
            <a:spLocks noGrp="1"/>
          </p:cNvSpPr>
          <p:nvPr>
            <p:ph type="subTitle" idx="16"/>
          </p:nvPr>
        </p:nvSpPr>
        <p:spPr>
          <a:xfrm>
            <a:off x="6654111" y="2331686"/>
            <a:ext cx="1785812" cy="159450"/>
          </a:xfrm>
          <a:prstGeom prst="rect">
            <a:avLst/>
          </a:prstGeom>
        </p:spPr>
        <p:txBody>
          <a:bodyPr spcFirstLastPara="1" wrap="square" lIns="91425" tIns="91425" rIns="91425" bIns="91425" anchor="t" anchorCtr="0">
            <a:noAutofit/>
          </a:bodyPr>
          <a:lstStyle/>
          <a:p>
            <a:pPr marL="0" lvl="0" indent="0">
              <a:spcAft>
                <a:spcPts val="1200"/>
              </a:spcAft>
            </a:pPr>
            <a:r>
              <a:rPr lang="en-IN" sz="1800" b="1" dirty="0">
                <a:latin typeface="Times New Roman" panose="02020603050405020304" pitchFamily="18" charset="0"/>
                <a:cs typeface="Times New Roman" panose="02020603050405020304" pitchFamily="18" charset="0"/>
              </a:rPr>
              <a:t>Types of Hypervisors</a:t>
            </a:r>
            <a:endParaRPr sz="1800" b="1" dirty="0">
              <a:latin typeface="Times New Roman" panose="02020603050405020304" pitchFamily="18" charset="0"/>
              <a:cs typeface="Times New Roman" panose="02020603050405020304" pitchFamily="18" charset="0"/>
            </a:endParaRPr>
          </a:p>
        </p:txBody>
      </p:sp>
      <p:sp>
        <p:nvSpPr>
          <p:cNvPr id="33" name="Google Shape;3068;p31"/>
          <p:cNvSpPr txBox="1">
            <a:spLocks/>
          </p:cNvSpPr>
          <p:nvPr/>
        </p:nvSpPr>
        <p:spPr>
          <a:xfrm>
            <a:off x="5960875" y="2421760"/>
            <a:ext cx="410893" cy="258939"/>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400"/>
              <a:buFont typeface="Grand Hotel"/>
              <a:buNone/>
              <a:defRPr sz="4000" b="0" i="0" u="none" strike="noStrike" cap="none">
                <a:solidFill>
                  <a:schemeClr val="dk1"/>
                </a:solidFill>
                <a:latin typeface="Grand Hotel"/>
                <a:ea typeface="Grand Hotel"/>
                <a:cs typeface="Grand Hotel"/>
                <a:sym typeface="Grand Hotel"/>
              </a:defRPr>
            </a:lvl1pPr>
            <a:lvl2pPr marR="0" lvl="1" algn="l" rtl="0">
              <a:lnSpc>
                <a:spcPct val="100000"/>
              </a:lnSpc>
              <a:spcBef>
                <a:spcPts val="0"/>
              </a:spcBef>
              <a:spcAft>
                <a:spcPts val="0"/>
              </a:spcAft>
              <a:buClr>
                <a:schemeClr val="dk1"/>
              </a:buClr>
              <a:buSzPts val="2400"/>
              <a:buFont typeface="Grand Hotel"/>
              <a:buNone/>
              <a:defRPr sz="2400" b="0" i="0" u="none" strike="noStrike" cap="none">
                <a:solidFill>
                  <a:schemeClr val="dk1"/>
                </a:solidFill>
                <a:latin typeface="Grand Hotel"/>
                <a:ea typeface="Grand Hotel"/>
                <a:cs typeface="Grand Hotel"/>
                <a:sym typeface="Grand Hotel"/>
              </a:defRPr>
            </a:lvl2pPr>
            <a:lvl3pPr marR="0" lvl="2" algn="l" rtl="0">
              <a:lnSpc>
                <a:spcPct val="100000"/>
              </a:lnSpc>
              <a:spcBef>
                <a:spcPts val="0"/>
              </a:spcBef>
              <a:spcAft>
                <a:spcPts val="0"/>
              </a:spcAft>
              <a:buClr>
                <a:schemeClr val="dk1"/>
              </a:buClr>
              <a:buSzPts val="2400"/>
              <a:buFont typeface="Grand Hotel"/>
              <a:buNone/>
              <a:defRPr sz="2400" b="0" i="0" u="none" strike="noStrike" cap="none">
                <a:solidFill>
                  <a:schemeClr val="dk1"/>
                </a:solidFill>
                <a:latin typeface="Grand Hotel"/>
                <a:ea typeface="Grand Hotel"/>
                <a:cs typeface="Grand Hotel"/>
                <a:sym typeface="Grand Hotel"/>
              </a:defRPr>
            </a:lvl3pPr>
            <a:lvl4pPr marR="0" lvl="3" algn="l" rtl="0">
              <a:lnSpc>
                <a:spcPct val="100000"/>
              </a:lnSpc>
              <a:spcBef>
                <a:spcPts val="0"/>
              </a:spcBef>
              <a:spcAft>
                <a:spcPts val="0"/>
              </a:spcAft>
              <a:buClr>
                <a:schemeClr val="dk1"/>
              </a:buClr>
              <a:buSzPts val="2400"/>
              <a:buFont typeface="Grand Hotel"/>
              <a:buNone/>
              <a:defRPr sz="2400" b="0" i="0" u="none" strike="noStrike" cap="none">
                <a:solidFill>
                  <a:schemeClr val="dk1"/>
                </a:solidFill>
                <a:latin typeface="Grand Hotel"/>
                <a:ea typeface="Grand Hotel"/>
                <a:cs typeface="Grand Hotel"/>
                <a:sym typeface="Grand Hotel"/>
              </a:defRPr>
            </a:lvl4pPr>
            <a:lvl5pPr marR="0" lvl="4" algn="l" rtl="0">
              <a:lnSpc>
                <a:spcPct val="100000"/>
              </a:lnSpc>
              <a:spcBef>
                <a:spcPts val="0"/>
              </a:spcBef>
              <a:spcAft>
                <a:spcPts val="0"/>
              </a:spcAft>
              <a:buClr>
                <a:schemeClr val="dk1"/>
              </a:buClr>
              <a:buSzPts val="2400"/>
              <a:buFont typeface="Grand Hotel"/>
              <a:buNone/>
              <a:defRPr sz="2400" b="0" i="0" u="none" strike="noStrike" cap="none">
                <a:solidFill>
                  <a:schemeClr val="dk1"/>
                </a:solidFill>
                <a:latin typeface="Grand Hotel"/>
                <a:ea typeface="Grand Hotel"/>
                <a:cs typeface="Grand Hotel"/>
                <a:sym typeface="Grand Hotel"/>
              </a:defRPr>
            </a:lvl5pPr>
            <a:lvl6pPr marR="0" lvl="5" algn="l" rtl="0">
              <a:lnSpc>
                <a:spcPct val="100000"/>
              </a:lnSpc>
              <a:spcBef>
                <a:spcPts val="0"/>
              </a:spcBef>
              <a:spcAft>
                <a:spcPts val="0"/>
              </a:spcAft>
              <a:buClr>
                <a:schemeClr val="dk1"/>
              </a:buClr>
              <a:buSzPts val="2400"/>
              <a:buFont typeface="Grand Hotel"/>
              <a:buNone/>
              <a:defRPr sz="2400" b="0" i="0" u="none" strike="noStrike" cap="none">
                <a:solidFill>
                  <a:schemeClr val="dk1"/>
                </a:solidFill>
                <a:latin typeface="Grand Hotel"/>
                <a:ea typeface="Grand Hotel"/>
                <a:cs typeface="Grand Hotel"/>
                <a:sym typeface="Grand Hotel"/>
              </a:defRPr>
            </a:lvl6pPr>
            <a:lvl7pPr marR="0" lvl="6" algn="l" rtl="0">
              <a:lnSpc>
                <a:spcPct val="100000"/>
              </a:lnSpc>
              <a:spcBef>
                <a:spcPts val="0"/>
              </a:spcBef>
              <a:spcAft>
                <a:spcPts val="0"/>
              </a:spcAft>
              <a:buClr>
                <a:schemeClr val="dk1"/>
              </a:buClr>
              <a:buSzPts val="2400"/>
              <a:buFont typeface="Grand Hotel"/>
              <a:buNone/>
              <a:defRPr sz="2400" b="0" i="0" u="none" strike="noStrike" cap="none">
                <a:solidFill>
                  <a:schemeClr val="dk1"/>
                </a:solidFill>
                <a:latin typeface="Grand Hotel"/>
                <a:ea typeface="Grand Hotel"/>
                <a:cs typeface="Grand Hotel"/>
                <a:sym typeface="Grand Hotel"/>
              </a:defRPr>
            </a:lvl7pPr>
            <a:lvl8pPr marR="0" lvl="7" algn="l" rtl="0">
              <a:lnSpc>
                <a:spcPct val="100000"/>
              </a:lnSpc>
              <a:spcBef>
                <a:spcPts val="0"/>
              </a:spcBef>
              <a:spcAft>
                <a:spcPts val="0"/>
              </a:spcAft>
              <a:buClr>
                <a:schemeClr val="dk1"/>
              </a:buClr>
              <a:buSzPts val="2400"/>
              <a:buFont typeface="Grand Hotel"/>
              <a:buNone/>
              <a:defRPr sz="2400" b="0" i="0" u="none" strike="noStrike" cap="none">
                <a:solidFill>
                  <a:schemeClr val="dk1"/>
                </a:solidFill>
                <a:latin typeface="Grand Hotel"/>
                <a:ea typeface="Grand Hotel"/>
                <a:cs typeface="Grand Hotel"/>
                <a:sym typeface="Grand Hotel"/>
              </a:defRPr>
            </a:lvl8pPr>
            <a:lvl9pPr marR="0" lvl="8" algn="l" rtl="0">
              <a:lnSpc>
                <a:spcPct val="100000"/>
              </a:lnSpc>
              <a:spcBef>
                <a:spcPts val="0"/>
              </a:spcBef>
              <a:spcAft>
                <a:spcPts val="0"/>
              </a:spcAft>
              <a:buClr>
                <a:schemeClr val="dk1"/>
              </a:buClr>
              <a:buSzPts val="2400"/>
              <a:buFont typeface="Grand Hotel"/>
              <a:buNone/>
              <a:defRPr sz="2400" b="0" i="0" u="none" strike="noStrike" cap="none">
                <a:solidFill>
                  <a:schemeClr val="dk1"/>
                </a:solidFill>
                <a:latin typeface="Grand Hotel"/>
                <a:ea typeface="Grand Hotel"/>
                <a:cs typeface="Grand Hotel"/>
                <a:sym typeface="Grand Hotel"/>
              </a:defRPr>
            </a:lvl9pPr>
          </a:lstStyle>
          <a:p>
            <a:r>
              <a:rPr lang="en" sz="1800" dirty="0" smtClean="0">
                <a:uFill>
                  <a:noFill/>
                </a:uFill>
                <a:hlinkClick r:id="rId3" action="ppaction://hlinksldjump"/>
              </a:rPr>
              <a:t>0</a:t>
            </a:r>
            <a:r>
              <a:rPr lang="en" sz="1800" dirty="0" smtClean="0">
                <a:uFill>
                  <a:noFill/>
                </a:uFill>
              </a:rPr>
              <a:t>8</a:t>
            </a:r>
            <a:endParaRPr lang="en" sz="1800" dirty="0"/>
          </a:p>
        </p:txBody>
      </p:sp>
      <p:sp>
        <p:nvSpPr>
          <p:cNvPr id="34" name="Google Shape;3076;p31"/>
          <p:cNvSpPr txBox="1">
            <a:spLocks noGrp="1"/>
          </p:cNvSpPr>
          <p:nvPr>
            <p:ph type="subTitle" idx="13"/>
          </p:nvPr>
        </p:nvSpPr>
        <p:spPr>
          <a:xfrm>
            <a:off x="6654111" y="1140514"/>
            <a:ext cx="1785812" cy="159450"/>
          </a:xfrm>
          <a:prstGeom prst="rect">
            <a:avLst/>
          </a:prstGeom>
        </p:spPr>
        <p:txBody>
          <a:bodyPr spcFirstLastPara="1" wrap="square" lIns="91425" tIns="91425" rIns="91425" bIns="91425" anchor="t" anchorCtr="0">
            <a:noAutofit/>
          </a:bodyPr>
          <a:lstStyle/>
          <a:p>
            <a:pPr marL="0" lvl="0" indent="0">
              <a:spcAft>
                <a:spcPts val="1200"/>
              </a:spcAft>
            </a:pPr>
            <a:r>
              <a:rPr lang="en-IN" sz="1800" b="1" dirty="0">
                <a:latin typeface="Times New Roman" panose="02020603050405020304" pitchFamily="18" charset="0"/>
                <a:cs typeface="Times New Roman" panose="02020603050405020304" pitchFamily="18" charset="0"/>
              </a:rPr>
              <a:t>T</a:t>
            </a:r>
            <a:r>
              <a:rPr lang="en-IN" sz="1800" b="1" dirty="0" smtClean="0">
                <a:latin typeface="Times New Roman" panose="02020603050405020304" pitchFamily="18" charset="0"/>
                <a:cs typeface="Times New Roman" panose="02020603050405020304" pitchFamily="18" charset="0"/>
              </a:rPr>
              <a:t>ools </a:t>
            </a:r>
            <a:r>
              <a:rPr lang="en-IN" sz="1800" b="1" dirty="0">
                <a:latin typeface="Times New Roman" panose="02020603050405020304" pitchFamily="18" charset="0"/>
                <a:cs typeface="Times New Roman" panose="02020603050405020304" pitchFamily="18" charset="0"/>
              </a:rPr>
              <a:t>and technologies</a:t>
            </a:r>
            <a:endParaRPr sz="1800" b="1" dirty="0">
              <a:latin typeface="Times New Roman" panose="02020603050405020304" pitchFamily="18" charset="0"/>
              <a:cs typeface="Times New Roman" panose="02020603050405020304" pitchFamily="18" charset="0"/>
            </a:endParaRPr>
          </a:p>
        </p:txBody>
      </p:sp>
      <p:sp>
        <p:nvSpPr>
          <p:cNvPr id="35" name="Google Shape;3078;p31"/>
          <p:cNvSpPr txBox="1">
            <a:spLocks/>
          </p:cNvSpPr>
          <p:nvPr/>
        </p:nvSpPr>
        <p:spPr>
          <a:xfrm>
            <a:off x="5960877" y="1288927"/>
            <a:ext cx="410893" cy="257844"/>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400"/>
              <a:buFont typeface="Grand Hotel"/>
              <a:buNone/>
              <a:defRPr sz="4000" b="0" i="0" u="none" strike="noStrike" cap="none">
                <a:solidFill>
                  <a:schemeClr val="dk1"/>
                </a:solidFill>
                <a:latin typeface="Grand Hotel"/>
                <a:ea typeface="Grand Hotel"/>
                <a:cs typeface="Grand Hotel"/>
                <a:sym typeface="Grand Hotel"/>
              </a:defRPr>
            </a:lvl1pPr>
            <a:lvl2pPr marR="0" lvl="1" algn="l" rtl="0">
              <a:lnSpc>
                <a:spcPct val="100000"/>
              </a:lnSpc>
              <a:spcBef>
                <a:spcPts val="0"/>
              </a:spcBef>
              <a:spcAft>
                <a:spcPts val="0"/>
              </a:spcAft>
              <a:buClr>
                <a:schemeClr val="dk1"/>
              </a:buClr>
              <a:buSzPts val="2400"/>
              <a:buFont typeface="Grand Hotel"/>
              <a:buNone/>
              <a:defRPr sz="2400" b="0" i="0" u="none" strike="noStrike" cap="none">
                <a:solidFill>
                  <a:schemeClr val="dk1"/>
                </a:solidFill>
                <a:latin typeface="Grand Hotel"/>
                <a:ea typeface="Grand Hotel"/>
                <a:cs typeface="Grand Hotel"/>
                <a:sym typeface="Grand Hotel"/>
              </a:defRPr>
            </a:lvl2pPr>
            <a:lvl3pPr marR="0" lvl="2" algn="l" rtl="0">
              <a:lnSpc>
                <a:spcPct val="100000"/>
              </a:lnSpc>
              <a:spcBef>
                <a:spcPts val="0"/>
              </a:spcBef>
              <a:spcAft>
                <a:spcPts val="0"/>
              </a:spcAft>
              <a:buClr>
                <a:schemeClr val="dk1"/>
              </a:buClr>
              <a:buSzPts val="2400"/>
              <a:buFont typeface="Grand Hotel"/>
              <a:buNone/>
              <a:defRPr sz="2400" b="0" i="0" u="none" strike="noStrike" cap="none">
                <a:solidFill>
                  <a:schemeClr val="dk1"/>
                </a:solidFill>
                <a:latin typeface="Grand Hotel"/>
                <a:ea typeface="Grand Hotel"/>
                <a:cs typeface="Grand Hotel"/>
                <a:sym typeface="Grand Hotel"/>
              </a:defRPr>
            </a:lvl3pPr>
            <a:lvl4pPr marR="0" lvl="3" algn="l" rtl="0">
              <a:lnSpc>
                <a:spcPct val="100000"/>
              </a:lnSpc>
              <a:spcBef>
                <a:spcPts val="0"/>
              </a:spcBef>
              <a:spcAft>
                <a:spcPts val="0"/>
              </a:spcAft>
              <a:buClr>
                <a:schemeClr val="dk1"/>
              </a:buClr>
              <a:buSzPts val="2400"/>
              <a:buFont typeface="Grand Hotel"/>
              <a:buNone/>
              <a:defRPr sz="2400" b="0" i="0" u="none" strike="noStrike" cap="none">
                <a:solidFill>
                  <a:schemeClr val="dk1"/>
                </a:solidFill>
                <a:latin typeface="Grand Hotel"/>
                <a:ea typeface="Grand Hotel"/>
                <a:cs typeface="Grand Hotel"/>
                <a:sym typeface="Grand Hotel"/>
              </a:defRPr>
            </a:lvl4pPr>
            <a:lvl5pPr marR="0" lvl="4" algn="l" rtl="0">
              <a:lnSpc>
                <a:spcPct val="100000"/>
              </a:lnSpc>
              <a:spcBef>
                <a:spcPts val="0"/>
              </a:spcBef>
              <a:spcAft>
                <a:spcPts val="0"/>
              </a:spcAft>
              <a:buClr>
                <a:schemeClr val="dk1"/>
              </a:buClr>
              <a:buSzPts val="2400"/>
              <a:buFont typeface="Grand Hotel"/>
              <a:buNone/>
              <a:defRPr sz="2400" b="0" i="0" u="none" strike="noStrike" cap="none">
                <a:solidFill>
                  <a:schemeClr val="dk1"/>
                </a:solidFill>
                <a:latin typeface="Grand Hotel"/>
                <a:ea typeface="Grand Hotel"/>
                <a:cs typeface="Grand Hotel"/>
                <a:sym typeface="Grand Hotel"/>
              </a:defRPr>
            </a:lvl5pPr>
            <a:lvl6pPr marR="0" lvl="5" algn="l" rtl="0">
              <a:lnSpc>
                <a:spcPct val="100000"/>
              </a:lnSpc>
              <a:spcBef>
                <a:spcPts val="0"/>
              </a:spcBef>
              <a:spcAft>
                <a:spcPts val="0"/>
              </a:spcAft>
              <a:buClr>
                <a:schemeClr val="dk1"/>
              </a:buClr>
              <a:buSzPts val="2400"/>
              <a:buFont typeface="Grand Hotel"/>
              <a:buNone/>
              <a:defRPr sz="2400" b="0" i="0" u="none" strike="noStrike" cap="none">
                <a:solidFill>
                  <a:schemeClr val="dk1"/>
                </a:solidFill>
                <a:latin typeface="Grand Hotel"/>
                <a:ea typeface="Grand Hotel"/>
                <a:cs typeface="Grand Hotel"/>
                <a:sym typeface="Grand Hotel"/>
              </a:defRPr>
            </a:lvl6pPr>
            <a:lvl7pPr marR="0" lvl="6" algn="l" rtl="0">
              <a:lnSpc>
                <a:spcPct val="100000"/>
              </a:lnSpc>
              <a:spcBef>
                <a:spcPts val="0"/>
              </a:spcBef>
              <a:spcAft>
                <a:spcPts val="0"/>
              </a:spcAft>
              <a:buClr>
                <a:schemeClr val="dk1"/>
              </a:buClr>
              <a:buSzPts val="2400"/>
              <a:buFont typeface="Grand Hotel"/>
              <a:buNone/>
              <a:defRPr sz="2400" b="0" i="0" u="none" strike="noStrike" cap="none">
                <a:solidFill>
                  <a:schemeClr val="dk1"/>
                </a:solidFill>
                <a:latin typeface="Grand Hotel"/>
                <a:ea typeface="Grand Hotel"/>
                <a:cs typeface="Grand Hotel"/>
                <a:sym typeface="Grand Hotel"/>
              </a:defRPr>
            </a:lvl7pPr>
            <a:lvl8pPr marR="0" lvl="7" algn="l" rtl="0">
              <a:lnSpc>
                <a:spcPct val="100000"/>
              </a:lnSpc>
              <a:spcBef>
                <a:spcPts val="0"/>
              </a:spcBef>
              <a:spcAft>
                <a:spcPts val="0"/>
              </a:spcAft>
              <a:buClr>
                <a:schemeClr val="dk1"/>
              </a:buClr>
              <a:buSzPts val="2400"/>
              <a:buFont typeface="Grand Hotel"/>
              <a:buNone/>
              <a:defRPr sz="2400" b="0" i="0" u="none" strike="noStrike" cap="none">
                <a:solidFill>
                  <a:schemeClr val="dk1"/>
                </a:solidFill>
                <a:latin typeface="Grand Hotel"/>
                <a:ea typeface="Grand Hotel"/>
                <a:cs typeface="Grand Hotel"/>
                <a:sym typeface="Grand Hotel"/>
              </a:defRPr>
            </a:lvl8pPr>
            <a:lvl9pPr marR="0" lvl="8" algn="l" rtl="0">
              <a:lnSpc>
                <a:spcPct val="100000"/>
              </a:lnSpc>
              <a:spcBef>
                <a:spcPts val="0"/>
              </a:spcBef>
              <a:spcAft>
                <a:spcPts val="0"/>
              </a:spcAft>
              <a:buClr>
                <a:schemeClr val="dk1"/>
              </a:buClr>
              <a:buSzPts val="2400"/>
              <a:buFont typeface="Grand Hotel"/>
              <a:buNone/>
              <a:defRPr sz="2400" b="0" i="0" u="none" strike="noStrike" cap="none">
                <a:solidFill>
                  <a:schemeClr val="dk1"/>
                </a:solidFill>
                <a:latin typeface="Grand Hotel"/>
                <a:ea typeface="Grand Hotel"/>
                <a:cs typeface="Grand Hotel"/>
                <a:sym typeface="Grand Hotel"/>
              </a:defRPr>
            </a:lvl9pPr>
          </a:lstStyle>
          <a:p>
            <a:r>
              <a:rPr lang="en" sz="1800" dirty="0" smtClean="0">
                <a:uFill>
                  <a:noFill/>
                </a:uFill>
                <a:hlinkClick r:id="rId5" action="ppaction://hlinksldjump"/>
              </a:rPr>
              <a:t>0</a:t>
            </a:r>
            <a:r>
              <a:rPr lang="en" sz="1800" dirty="0" smtClean="0">
                <a:uFill>
                  <a:noFill/>
                </a:uFill>
              </a:rPr>
              <a:t>7</a:t>
            </a:r>
            <a:endParaRPr lang="en" sz="1800" dirty="0"/>
          </a:p>
        </p:txBody>
      </p:sp>
      <p:sp>
        <p:nvSpPr>
          <p:cNvPr id="36" name="Google Shape;3081;p31"/>
          <p:cNvSpPr txBox="1">
            <a:spLocks noGrp="1"/>
          </p:cNvSpPr>
          <p:nvPr>
            <p:ph type="subTitle" idx="19"/>
          </p:nvPr>
        </p:nvSpPr>
        <p:spPr>
          <a:xfrm>
            <a:off x="6621409" y="3524303"/>
            <a:ext cx="2006663" cy="159450"/>
          </a:xfrm>
          <a:prstGeom prst="rect">
            <a:avLst/>
          </a:prstGeom>
        </p:spPr>
        <p:txBody>
          <a:bodyPr spcFirstLastPara="1" wrap="square" lIns="91425" tIns="91425" rIns="91425" bIns="91425" anchor="t" anchorCtr="0">
            <a:noAutofit/>
          </a:bodyPr>
          <a:lstStyle/>
          <a:p>
            <a:r>
              <a:rPr lang="en-IN" sz="1800" b="1" dirty="0">
                <a:latin typeface="Times New Roman" panose="02020603050405020304" pitchFamily="18" charset="0"/>
                <a:cs typeface="Times New Roman" panose="02020603050405020304" pitchFamily="18" charset="0"/>
              </a:rPr>
              <a:t>Hypervisor architecture</a:t>
            </a:r>
            <a:endParaRPr sz="1400" b="1" dirty="0">
              <a:latin typeface="Times New Roman" panose="02020603050405020304" pitchFamily="18" charset="0"/>
              <a:cs typeface="Times New Roman" panose="02020603050405020304" pitchFamily="18" charset="0"/>
            </a:endParaRPr>
          </a:p>
        </p:txBody>
      </p:sp>
      <p:sp>
        <p:nvSpPr>
          <p:cNvPr id="37" name="Google Shape;3083;p31"/>
          <p:cNvSpPr txBox="1">
            <a:spLocks/>
          </p:cNvSpPr>
          <p:nvPr/>
        </p:nvSpPr>
        <p:spPr>
          <a:xfrm>
            <a:off x="5960877" y="3667789"/>
            <a:ext cx="410893" cy="258939"/>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400"/>
              <a:buFont typeface="Grand Hotel"/>
              <a:buNone/>
              <a:defRPr sz="4000" b="0" i="0" u="none" strike="noStrike" cap="none">
                <a:solidFill>
                  <a:schemeClr val="dk1"/>
                </a:solidFill>
                <a:latin typeface="Grand Hotel"/>
                <a:ea typeface="Grand Hotel"/>
                <a:cs typeface="Grand Hotel"/>
                <a:sym typeface="Grand Hotel"/>
              </a:defRPr>
            </a:lvl1pPr>
            <a:lvl2pPr marR="0" lvl="1" algn="l" rtl="0">
              <a:lnSpc>
                <a:spcPct val="100000"/>
              </a:lnSpc>
              <a:spcBef>
                <a:spcPts val="0"/>
              </a:spcBef>
              <a:spcAft>
                <a:spcPts val="0"/>
              </a:spcAft>
              <a:buClr>
                <a:schemeClr val="dk1"/>
              </a:buClr>
              <a:buSzPts val="2400"/>
              <a:buFont typeface="Grand Hotel"/>
              <a:buNone/>
              <a:defRPr sz="2400" b="0" i="0" u="none" strike="noStrike" cap="none">
                <a:solidFill>
                  <a:schemeClr val="dk1"/>
                </a:solidFill>
                <a:latin typeface="Grand Hotel"/>
                <a:ea typeface="Grand Hotel"/>
                <a:cs typeface="Grand Hotel"/>
                <a:sym typeface="Grand Hotel"/>
              </a:defRPr>
            </a:lvl2pPr>
            <a:lvl3pPr marR="0" lvl="2" algn="l" rtl="0">
              <a:lnSpc>
                <a:spcPct val="100000"/>
              </a:lnSpc>
              <a:spcBef>
                <a:spcPts val="0"/>
              </a:spcBef>
              <a:spcAft>
                <a:spcPts val="0"/>
              </a:spcAft>
              <a:buClr>
                <a:schemeClr val="dk1"/>
              </a:buClr>
              <a:buSzPts val="2400"/>
              <a:buFont typeface="Grand Hotel"/>
              <a:buNone/>
              <a:defRPr sz="2400" b="0" i="0" u="none" strike="noStrike" cap="none">
                <a:solidFill>
                  <a:schemeClr val="dk1"/>
                </a:solidFill>
                <a:latin typeface="Grand Hotel"/>
                <a:ea typeface="Grand Hotel"/>
                <a:cs typeface="Grand Hotel"/>
                <a:sym typeface="Grand Hotel"/>
              </a:defRPr>
            </a:lvl3pPr>
            <a:lvl4pPr marR="0" lvl="3" algn="l" rtl="0">
              <a:lnSpc>
                <a:spcPct val="100000"/>
              </a:lnSpc>
              <a:spcBef>
                <a:spcPts val="0"/>
              </a:spcBef>
              <a:spcAft>
                <a:spcPts val="0"/>
              </a:spcAft>
              <a:buClr>
                <a:schemeClr val="dk1"/>
              </a:buClr>
              <a:buSzPts val="2400"/>
              <a:buFont typeface="Grand Hotel"/>
              <a:buNone/>
              <a:defRPr sz="2400" b="0" i="0" u="none" strike="noStrike" cap="none">
                <a:solidFill>
                  <a:schemeClr val="dk1"/>
                </a:solidFill>
                <a:latin typeface="Grand Hotel"/>
                <a:ea typeface="Grand Hotel"/>
                <a:cs typeface="Grand Hotel"/>
                <a:sym typeface="Grand Hotel"/>
              </a:defRPr>
            </a:lvl4pPr>
            <a:lvl5pPr marR="0" lvl="4" algn="l" rtl="0">
              <a:lnSpc>
                <a:spcPct val="100000"/>
              </a:lnSpc>
              <a:spcBef>
                <a:spcPts val="0"/>
              </a:spcBef>
              <a:spcAft>
                <a:spcPts val="0"/>
              </a:spcAft>
              <a:buClr>
                <a:schemeClr val="dk1"/>
              </a:buClr>
              <a:buSzPts val="2400"/>
              <a:buFont typeface="Grand Hotel"/>
              <a:buNone/>
              <a:defRPr sz="2400" b="0" i="0" u="none" strike="noStrike" cap="none">
                <a:solidFill>
                  <a:schemeClr val="dk1"/>
                </a:solidFill>
                <a:latin typeface="Grand Hotel"/>
                <a:ea typeface="Grand Hotel"/>
                <a:cs typeface="Grand Hotel"/>
                <a:sym typeface="Grand Hotel"/>
              </a:defRPr>
            </a:lvl5pPr>
            <a:lvl6pPr marR="0" lvl="5" algn="l" rtl="0">
              <a:lnSpc>
                <a:spcPct val="100000"/>
              </a:lnSpc>
              <a:spcBef>
                <a:spcPts val="0"/>
              </a:spcBef>
              <a:spcAft>
                <a:spcPts val="0"/>
              </a:spcAft>
              <a:buClr>
                <a:schemeClr val="dk1"/>
              </a:buClr>
              <a:buSzPts val="2400"/>
              <a:buFont typeface="Grand Hotel"/>
              <a:buNone/>
              <a:defRPr sz="2400" b="0" i="0" u="none" strike="noStrike" cap="none">
                <a:solidFill>
                  <a:schemeClr val="dk1"/>
                </a:solidFill>
                <a:latin typeface="Grand Hotel"/>
                <a:ea typeface="Grand Hotel"/>
                <a:cs typeface="Grand Hotel"/>
                <a:sym typeface="Grand Hotel"/>
              </a:defRPr>
            </a:lvl6pPr>
            <a:lvl7pPr marR="0" lvl="6" algn="l" rtl="0">
              <a:lnSpc>
                <a:spcPct val="100000"/>
              </a:lnSpc>
              <a:spcBef>
                <a:spcPts val="0"/>
              </a:spcBef>
              <a:spcAft>
                <a:spcPts val="0"/>
              </a:spcAft>
              <a:buClr>
                <a:schemeClr val="dk1"/>
              </a:buClr>
              <a:buSzPts val="2400"/>
              <a:buFont typeface="Grand Hotel"/>
              <a:buNone/>
              <a:defRPr sz="2400" b="0" i="0" u="none" strike="noStrike" cap="none">
                <a:solidFill>
                  <a:schemeClr val="dk1"/>
                </a:solidFill>
                <a:latin typeface="Grand Hotel"/>
                <a:ea typeface="Grand Hotel"/>
                <a:cs typeface="Grand Hotel"/>
                <a:sym typeface="Grand Hotel"/>
              </a:defRPr>
            </a:lvl7pPr>
            <a:lvl8pPr marR="0" lvl="7" algn="l" rtl="0">
              <a:lnSpc>
                <a:spcPct val="100000"/>
              </a:lnSpc>
              <a:spcBef>
                <a:spcPts val="0"/>
              </a:spcBef>
              <a:spcAft>
                <a:spcPts val="0"/>
              </a:spcAft>
              <a:buClr>
                <a:schemeClr val="dk1"/>
              </a:buClr>
              <a:buSzPts val="2400"/>
              <a:buFont typeface="Grand Hotel"/>
              <a:buNone/>
              <a:defRPr sz="2400" b="0" i="0" u="none" strike="noStrike" cap="none">
                <a:solidFill>
                  <a:schemeClr val="dk1"/>
                </a:solidFill>
                <a:latin typeface="Grand Hotel"/>
                <a:ea typeface="Grand Hotel"/>
                <a:cs typeface="Grand Hotel"/>
                <a:sym typeface="Grand Hotel"/>
              </a:defRPr>
            </a:lvl8pPr>
            <a:lvl9pPr marR="0" lvl="8" algn="l" rtl="0">
              <a:lnSpc>
                <a:spcPct val="100000"/>
              </a:lnSpc>
              <a:spcBef>
                <a:spcPts val="0"/>
              </a:spcBef>
              <a:spcAft>
                <a:spcPts val="0"/>
              </a:spcAft>
              <a:buClr>
                <a:schemeClr val="dk1"/>
              </a:buClr>
              <a:buSzPts val="2400"/>
              <a:buFont typeface="Grand Hotel"/>
              <a:buNone/>
              <a:defRPr sz="2400" b="0" i="0" u="none" strike="noStrike" cap="none">
                <a:solidFill>
                  <a:schemeClr val="dk1"/>
                </a:solidFill>
                <a:latin typeface="Grand Hotel"/>
                <a:ea typeface="Grand Hotel"/>
                <a:cs typeface="Grand Hotel"/>
                <a:sym typeface="Grand Hotel"/>
              </a:defRPr>
            </a:lvl9pPr>
          </a:lstStyle>
          <a:p>
            <a:r>
              <a:rPr lang="en" sz="1800" dirty="0" smtClean="0">
                <a:uFill>
                  <a:noFill/>
                </a:uFill>
                <a:hlinkClick r:id="rId8" action="ppaction://hlinksldjump"/>
              </a:rPr>
              <a:t>0</a:t>
            </a:r>
            <a:r>
              <a:rPr lang="en" sz="1800" dirty="0" smtClean="0">
                <a:uFill>
                  <a:noFill/>
                </a:uFill>
              </a:rPr>
              <a:t>9</a:t>
            </a:r>
            <a:endParaRPr lang="en" sz="1800" dirty="0"/>
          </a:p>
        </p:txBody>
      </p:sp>
      <p:sp>
        <p:nvSpPr>
          <p:cNvPr id="39" name="Google Shape;3076;p31"/>
          <p:cNvSpPr txBox="1">
            <a:spLocks noGrp="1"/>
          </p:cNvSpPr>
          <p:nvPr>
            <p:ph type="subTitle" idx="13"/>
          </p:nvPr>
        </p:nvSpPr>
        <p:spPr>
          <a:xfrm>
            <a:off x="1172397" y="2316525"/>
            <a:ext cx="1785812" cy="159450"/>
          </a:xfrm>
          <a:prstGeom prst="rect">
            <a:avLst/>
          </a:prstGeom>
        </p:spPr>
        <p:txBody>
          <a:bodyPr spcFirstLastPara="1" wrap="square" lIns="91425" tIns="91425" rIns="91425" bIns="91425" anchor="t" anchorCtr="0">
            <a:noAutofit/>
          </a:bodyPr>
          <a:lstStyle/>
          <a:p>
            <a:pPr marL="0" lvl="0" indent="0">
              <a:spcAft>
                <a:spcPts val="1200"/>
              </a:spcAft>
            </a:pPr>
            <a:r>
              <a:rPr lang="en-IN" sz="1800" b="1" spc="-20" dirty="0">
                <a:latin typeface="Times New Roman"/>
                <a:cs typeface="Times New Roman"/>
              </a:rPr>
              <a:t>Traditional</a:t>
            </a:r>
            <a:r>
              <a:rPr lang="en-IN" sz="1800" b="1" spc="-15" dirty="0">
                <a:latin typeface="Times New Roman"/>
                <a:cs typeface="Times New Roman"/>
              </a:rPr>
              <a:t> </a:t>
            </a:r>
            <a:r>
              <a:rPr lang="en-IN" sz="1800" b="1" spc="-5" dirty="0">
                <a:latin typeface="Times New Roman"/>
                <a:cs typeface="Times New Roman"/>
              </a:rPr>
              <a:t>and</a:t>
            </a:r>
            <a:r>
              <a:rPr lang="en-IN" sz="1800" b="1" dirty="0">
                <a:latin typeface="Times New Roman"/>
                <a:cs typeface="Times New Roman"/>
              </a:rPr>
              <a:t> virtual</a:t>
            </a:r>
            <a:r>
              <a:rPr lang="en-IN" sz="1800" b="1" spc="5" dirty="0">
                <a:latin typeface="Times New Roman"/>
                <a:cs typeface="Times New Roman"/>
              </a:rPr>
              <a:t> </a:t>
            </a:r>
            <a:r>
              <a:rPr lang="en-IN" sz="1800" b="1" spc="-5" dirty="0">
                <a:latin typeface="Times New Roman"/>
                <a:cs typeface="Times New Roman"/>
              </a:rPr>
              <a:t>computing</a:t>
            </a:r>
            <a:endParaRPr sz="1800" dirty="0"/>
          </a:p>
        </p:txBody>
      </p:sp>
      <p:sp>
        <p:nvSpPr>
          <p:cNvPr id="40" name="Google Shape;3085;p31"/>
          <p:cNvSpPr/>
          <p:nvPr/>
        </p:nvSpPr>
        <p:spPr>
          <a:xfrm rot="5400000">
            <a:off x="8720352" y="2885469"/>
            <a:ext cx="285300" cy="394800"/>
          </a:xfrm>
          <a:prstGeom prst="round2SameRect">
            <a:avLst>
              <a:gd name="adj1" fmla="val 50000"/>
              <a:gd name="adj2" fmla="val 0"/>
            </a:avLst>
          </a:prstGeom>
          <a:solidFill>
            <a:schemeClr val="lt2"/>
          </a:solidFill>
          <a:ln>
            <a:noFill/>
          </a:ln>
          <a:effectLst>
            <a:outerShdw blurRad="14288" dist="38100" dir="4920000" algn="bl" rotWithShape="0">
              <a:srgbClr val="000000">
                <a:alpha val="18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3087;p31"/>
          <p:cNvSpPr/>
          <p:nvPr/>
        </p:nvSpPr>
        <p:spPr>
          <a:xfrm rot="5400000">
            <a:off x="8720352" y="3347483"/>
            <a:ext cx="285300" cy="394800"/>
          </a:xfrm>
          <a:prstGeom prst="round2SameRect">
            <a:avLst>
              <a:gd name="adj1" fmla="val 50000"/>
              <a:gd name="adj2" fmla="val 0"/>
            </a:avLst>
          </a:prstGeom>
          <a:solidFill>
            <a:schemeClr val="accent4"/>
          </a:solidFill>
          <a:ln>
            <a:noFill/>
          </a:ln>
          <a:effectLst>
            <a:outerShdw blurRad="14288" dist="38100" dir="4920000" algn="bl" rotWithShape="0">
              <a:srgbClr val="000000">
                <a:alpha val="18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3089;p31"/>
          <p:cNvSpPr/>
          <p:nvPr/>
        </p:nvSpPr>
        <p:spPr>
          <a:xfrm rot="5400000">
            <a:off x="8729140" y="3786579"/>
            <a:ext cx="285300" cy="394800"/>
          </a:xfrm>
          <a:prstGeom prst="round2SameRect">
            <a:avLst>
              <a:gd name="adj1" fmla="val 50000"/>
              <a:gd name="adj2" fmla="val 0"/>
            </a:avLst>
          </a:prstGeom>
          <a:solidFill>
            <a:schemeClr val="accent1"/>
          </a:solidFill>
          <a:ln>
            <a:noFill/>
          </a:ln>
          <a:effectLst>
            <a:outerShdw blurRad="14288" dist="38100" dir="4920000" algn="bl" rotWithShape="0">
              <a:srgbClr val="000000">
                <a:alpha val="18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3096;p31">
            <a:hlinkClick r:id="rId8" action="ppaction://hlinksldjump"/>
          </p:cNvPr>
          <p:cNvSpPr txBox="1"/>
          <p:nvPr/>
        </p:nvSpPr>
        <p:spPr>
          <a:xfrm>
            <a:off x="8683370" y="2824454"/>
            <a:ext cx="249502" cy="49423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400" dirty="0" smtClean="0">
                <a:solidFill>
                  <a:schemeClr val="tx1"/>
                </a:solidFill>
                <a:uFill>
                  <a:noFill/>
                </a:uFill>
                <a:latin typeface="Grand Hotel"/>
                <a:ea typeface="Grand Hotel"/>
                <a:cs typeface="Grand Hotel"/>
                <a:sym typeface="Grand Hotel"/>
              </a:rPr>
              <a:t>7</a:t>
            </a:r>
            <a:endParaRPr sz="2400" dirty="0">
              <a:solidFill>
                <a:schemeClr val="tx1"/>
              </a:solidFill>
              <a:latin typeface="Grand Hotel"/>
              <a:ea typeface="Grand Hotel"/>
              <a:cs typeface="Grand Hotel"/>
              <a:sym typeface="Grand Hotel"/>
            </a:endParaRPr>
          </a:p>
        </p:txBody>
      </p:sp>
      <p:sp>
        <p:nvSpPr>
          <p:cNvPr id="44" name="Google Shape;3096;p31">
            <a:hlinkClick r:id="rId8" action="ppaction://hlinksldjump"/>
          </p:cNvPr>
          <p:cNvSpPr txBox="1"/>
          <p:nvPr/>
        </p:nvSpPr>
        <p:spPr>
          <a:xfrm>
            <a:off x="8683605" y="3308950"/>
            <a:ext cx="249502" cy="554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400" dirty="0" smtClean="0">
                <a:solidFill>
                  <a:schemeClr val="tx1"/>
                </a:solidFill>
                <a:uFill>
                  <a:noFill/>
                </a:uFill>
                <a:latin typeface="Grand Hotel"/>
                <a:ea typeface="Grand Hotel"/>
                <a:cs typeface="Grand Hotel"/>
                <a:sym typeface="Grand Hotel"/>
              </a:rPr>
              <a:t>8</a:t>
            </a:r>
            <a:endParaRPr sz="2400" dirty="0">
              <a:solidFill>
                <a:schemeClr val="tx1"/>
              </a:solidFill>
              <a:latin typeface="Grand Hotel"/>
              <a:ea typeface="Grand Hotel"/>
              <a:cs typeface="Grand Hotel"/>
              <a:sym typeface="Grand Hotel"/>
            </a:endParaRPr>
          </a:p>
        </p:txBody>
      </p:sp>
      <p:sp>
        <p:nvSpPr>
          <p:cNvPr id="45" name="Google Shape;3096;p31">
            <a:hlinkClick r:id="rId8" action="ppaction://hlinksldjump"/>
          </p:cNvPr>
          <p:cNvSpPr txBox="1"/>
          <p:nvPr/>
        </p:nvSpPr>
        <p:spPr>
          <a:xfrm>
            <a:off x="8674390" y="3745623"/>
            <a:ext cx="249502" cy="554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400" dirty="0" smtClean="0">
                <a:solidFill>
                  <a:schemeClr val="tx1"/>
                </a:solidFill>
                <a:uFill>
                  <a:noFill/>
                </a:uFill>
                <a:latin typeface="Grand Hotel"/>
                <a:ea typeface="Grand Hotel"/>
                <a:cs typeface="Grand Hotel"/>
                <a:sym typeface="Grand Hotel"/>
              </a:rPr>
              <a:t>9</a:t>
            </a:r>
            <a:endParaRPr sz="2400" dirty="0">
              <a:solidFill>
                <a:schemeClr val="tx1"/>
              </a:solidFill>
              <a:latin typeface="Grand Hotel"/>
              <a:ea typeface="Grand Hotel"/>
              <a:cs typeface="Grand Hotel"/>
              <a:sym typeface="Grand Hotel"/>
            </a:endParaRPr>
          </a:p>
        </p:txBody>
      </p:sp>
    </p:spTree>
    <p:extLst>
      <p:ext uri="{BB962C8B-B14F-4D97-AF65-F5344CB8AC3E}">
        <p14:creationId xmlns:p14="http://schemas.microsoft.com/office/powerpoint/2010/main" val="56125628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48241" y="696797"/>
            <a:ext cx="4934269" cy="392255"/>
          </a:xfrm>
          <a:prstGeom prst="rect">
            <a:avLst/>
          </a:prstGeom>
        </p:spPr>
        <p:txBody>
          <a:bodyPr spcFirstLastPara="1" vert="horz" wrap="square" lIns="0" tIns="10001" rIns="0" bIns="0" rtlCol="0" anchor="ctr" anchorCtr="0">
            <a:spAutoFit/>
          </a:bodyPr>
          <a:lstStyle/>
          <a:p>
            <a:pPr marL="9525">
              <a:spcBef>
                <a:spcPts val="79"/>
              </a:spcBef>
            </a:pPr>
            <a:r>
              <a:rPr lang="en-IN" sz="2400" b="1" spc="338" dirty="0"/>
              <a:t>Und</a:t>
            </a:r>
            <a:r>
              <a:rPr lang="en-IN" sz="2400" b="1" spc="278" dirty="0"/>
              <a:t>e</a:t>
            </a:r>
            <a:r>
              <a:rPr lang="en-IN" sz="2400" b="1" spc="191" dirty="0"/>
              <a:t>rs</a:t>
            </a:r>
            <a:r>
              <a:rPr lang="en-IN" sz="2400" b="1" spc="-34" dirty="0"/>
              <a:t>t</a:t>
            </a:r>
            <a:r>
              <a:rPr lang="en-IN" sz="2400" b="1" spc="382" dirty="0"/>
              <a:t>a</a:t>
            </a:r>
            <a:r>
              <a:rPr lang="en-IN" sz="2400" b="1" spc="390" dirty="0"/>
              <a:t>n</a:t>
            </a:r>
            <a:r>
              <a:rPr lang="en-IN" sz="2400" b="1" spc="315" dirty="0"/>
              <a:t>din</a:t>
            </a:r>
            <a:r>
              <a:rPr lang="en-IN" sz="2400" b="1" spc="341" dirty="0"/>
              <a:t>g </a:t>
            </a:r>
            <a:r>
              <a:rPr lang="en-IN" sz="2400" b="1" spc="180" dirty="0"/>
              <a:t>Vi</a:t>
            </a:r>
            <a:r>
              <a:rPr lang="en-IN" sz="2400" b="1" spc="15" dirty="0"/>
              <a:t>r</a:t>
            </a:r>
            <a:r>
              <a:rPr lang="en-IN" sz="2400" b="1" spc="255" dirty="0"/>
              <a:t>t</a:t>
            </a:r>
            <a:r>
              <a:rPr lang="en-IN" sz="2400" b="1" spc="240" dirty="0"/>
              <a:t>u</a:t>
            </a:r>
            <a:r>
              <a:rPr lang="en-IN" sz="2400" b="1" spc="270" dirty="0"/>
              <a:t>a</a:t>
            </a:r>
            <a:r>
              <a:rPr lang="en-IN" sz="2400" b="1" spc="225" dirty="0"/>
              <a:t>l</a:t>
            </a:r>
            <a:r>
              <a:rPr lang="en-IN" sz="2400" b="1" spc="233" dirty="0"/>
              <a:t>iz</a:t>
            </a:r>
            <a:r>
              <a:rPr lang="en-IN" sz="2400" b="1" spc="56" dirty="0"/>
              <a:t>a</a:t>
            </a:r>
            <a:r>
              <a:rPr lang="en-IN" sz="2400" b="1" spc="304" dirty="0"/>
              <a:t>tion</a:t>
            </a:r>
            <a:endParaRPr lang="en-IN" sz="2400" b="1" dirty="0"/>
          </a:p>
        </p:txBody>
      </p:sp>
      <p:sp>
        <p:nvSpPr>
          <p:cNvPr id="3" name="object 3"/>
          <p:cNvSpPr txBox="1"/>
          <p:nvPr/>
        </p:nvSpPr>
        <p:spPr>
          <a:xfrm>
            <a:off x="950977" y="1215009"/>
            <a:ext cx="7283006" cy="2694969"/>
          </a:xfrm>
          <a:prstGeom prst="rect">
            <a:avLst/>
          </a:prstGeom>
        </p:spPr>
        <p:txBody>
          <a:bodyPr vert="horz" wrap="square" lIns="0" tIns="9525" rIns="0" bIns="0" rtlCol="0">
            <a:spAutoFit/>
          </a:bodyPr>
          <a:lstStyle/>
          <a:p>
            <a:pPr marL="180499" marR="5715" indent="-171450" algn="just">
              <a:lnSpc>
                <a:spcPct val="150000"/>
              </a:lnSpc>
              <a:spcBef>
                <a:spcPts val="75"/>
              </a:spcBef>
              <a:buClr>
                <a:srgbClr val="B71E42"/>
              </a:buClr>
              <a:buFont typeface="Arial MT"/>
              <a:buChar char="•"/>
              <a:tabLst>
                <a:tab pos="180975" algn="l"/>
              </a:tabLst>
            </a:pPr>
            <a:r>
              <a:rPr sz="1800" spc="30" dirty="0">
                <a:cs typeface="Trebuchet MS"/>
              </a:rPr>
              <a:t>We</a:t>
            </a:r>
            <a:r>
              <a:rPr sz="1800" spc="34" dirty="0">
                <a:cs typeface="Trebuchet MS"/>
              </a:rPr>
              <a:t> </a:t>
            </a:r>
            <a:r>
              <a:rPr sz="1800" spc="-131" dirty="0">
                <a:cs typeface="Trebuchet MS"/>
              </a:rPr>
              <a:t>are</a:t>
            </a:r>
            <a:r>
              <a:rPr sz="1800" spc="-127" dirty="0">
                <a:cs typeface="Trebuchet MS"/>
              </a:rPr>
              <a:t> </a:t>
            </a:r>
            <a:r>
              <a:rPr sz="1800" spc="-116" dirty="0">
                <a:cs typeface="Trebuchet MS"/>
              </a:rPr>
              <a:t>in</a:t>
            </a:r>
            <a:r>
              <a:rPr sz="1800" spc="-113" dirty="0">
                <a:cs typeface="Trebuchet MS"/>
              </a:rPr>
              <a:t> </a:t>
            </a:r>
            <a:r>
              <a:rPr sz="1800" spc="-124" dirty="0">
                <a:cs typeface="Trebuchet MS"/>
              </a:rPr>
              <a:t>the</a:t>
            </a:r>
            <a:r>
              <a:rPr sz="1800" spc="-120" dirty="0">
                <a:cs typeface="Trebuchet MS"/>
              </a:rPr>
              <a:t> </a:t>
            </a:r>
            <a:r>
              <a:rPr sz="1800" spc="-113" dirty="0">
                <a:cs typeface="Trebuchet MS"/>
              </a:rPr>
              <a:t>midst</a:t>
            </a:r>
            <a:r>
              <a:rPr sz="1800" spc="-109" dirty="0">
                <a:cs typeface="Trebuchet MS"/>
              </a:rPr>
              <a:t> </a:t>
            </a:r>
            <a:r>
              <a:rPr sz="1800" spc="-113" dirty="0">
                <a:cs typeface="Trebuchet MS"/>
              </a:rPr>
              <a:t>of</a:t>
            </a:r>
            <a:r>
              <a:rPr sz="1800" spc="-109" dirty="0">
                <a:cs typeface="Trebuchet MS"/>
              </a:rPr>
              <a:t> </a:t>
            </a:r>
            <a:r>
              <a:rPr sz="1800" spc="-210" dirty="0">
                <a:cs typeface="Trebuchet MS"/>
              </a:rPr>
              <a:t>a</a:t>
            </a:r>
            <a:r>
              <a:rPr sz="1800" spc="-206" dirty="0">
                <a:cs typeface="Trebuchet MS"/>
              </a:rPr>
              <a:t> </a:t>
            </a:r>
            <a:r>
              <a:rPr sz="1800" spc="-127" dirty="0">
                <a:cs typeface="Trebuchet MS"/>
              </a:rPr>
              <a:t>substantial</a:t>
            </a:r>
            <a:r>
              <a:rPr sz="1800" spc="-124" dirty="0">
                <a:cs typeface="Trebuchet MS"/>
              </a:rPr>
              <a:t> </a:t>
            </a:r>
            <a:r>
              <a:rPr sz="1800" spc="-139" dirty="0">
                <a:cs typeface="Trebuchet MS"/>
              </a:rPr>
              <a:t>change</a:t>
            </a:r>
            <a:r>
              <a:rPr sz="1800" spc="-135" dirty="0">
                <a:cs typeface="Trebuchet MS"/>
              </a:rPr>
              <a:t> </a:t>
            </a:r>
            <a:r>
              <a:rPr sz="1800" spc="-124" dirty="0">
                <a:cs typeface="Trebuchet MS"/>
              </a:rPr>
              <a:t>in</a:t>
            </a:r>
            <a:r>
              <a:rPr sz="1800" spc="-120" dirty="0">
                <a:cs typeface="Trebuchet MS"/>
              </a:rPr>
              <a:t> </a:t>
            </a:r>
            <a:r>
              <a:rPr sz="1800" spc="-124" dirty="0">
                <a:cs typeface="Trebuchet MS"/>
              </a:rPr>
              <a:t>the</a:t>
            </a:r>
            <a:r>
              <a:rPr sz="1800" spc="382" dirty="0">
                <a:cs typeface="Trebuchet MS"/>
              </a:rPr>
              <a:t> </a:t>
            </a:r>
            <a:r>
              <a:rPr sz="1800" spc="-158" dirty="0">
                <a:cs typeface="Trebuchet MS"/>
              </a:rPr>
              <a:t>way </a:t>
            </a:r>
            <a:r>
              <a:rPr sz="1800" spc="-153" dirty="0">
                <a:cs typeface="Trebuchet MS"/>
              </a:rPr>
              <a:t> </a:t>
            </a:r>
            <a:r>
              <a:rPr sz="1800" spc="-90" dirty="0">
                <a:cs typeface="Trebuchet MS"/>
              </a:rPr>
              <a:t>com</a:t>
            </a:r>
            <a:r>
              <a:rPr sz="1800" spc="-71" dirty="0">
                <a:cs typeface="Trebuchet MS"/>
              </a:rPr>
              <a:t>p</a:t>
            </a:r>
            <a:r>
              <a:rPr sz="1800" spc="-139" dirty="0">
                <a:cs typeface="Trebuchet MS"/>
              </a:rPr>
              <a:t>u</a:t>
            </a:r>
            <a:r>
              <a:rPr sz="1800" spc="-98" dirty="0">
                <a:cs typeface="Trebuchet MS"/>
              </a:rPr>
              <a:t>t</a:t>
            </a:r>
            <a:r>
              <a:rPr sz="1800" spc="-131" dirty="0">
                <a:cs typeface="Trebuchet MS"/>
              </a:rPr>
              <a:t>in</a:t>
            </a:r>
            <a:r>
              <a:rPr sz="1800" spc="-150" dirty="0">
                <a:cs typeface="Trebuchet MS"/>
              </a:rPr>
              <a:t>g</a:t>
            </a:r>
            <a:r>
              <a:rPr sz="1800" spc="-41" dirty="0">
                <a:cs typeface="Trebuchet MS"/>
              </a:rPr>
              <a:t> </a:t>
            </a:r>
            <a:r>
              <a:rPr sz="1800" spc="-64" dirty="0">
                <a:cs typeface="Trebuchet MS"/>
              </a:rPr>
              <a:t>se</a:t>
            </a:r>
            <a:r>
              <a:rPr sz="1800" spc="11" dirty="0">
                <a:cs typeface="Trebuchet MS"/>
              </a:rPr>
              <a:t>r</a:t>
            </a:r>
            <a:r>
              <a:rPr sz="1800" spc="-113" dirty="0">
                <a:cs typeface="Trebuchet MS"/>
              </a:rPr>
              <a:t>vices</a:t>
            </a:r>
            <a:r>
              <a:rPr sz="1800" spc="-53" dirty="0">
                <a:cs typeface="Trebuchet MS"/>
              </a:rPr>
              <a:t> </a:t>
            </a:r>
            <a:r>
              <a:rPr sz="1800" spc="-113" dirty="0">
                <a:cs typeface="Trebuchet MS"/>
              </a:rPr>
              <a:t>a</a:t>
            </a:r>
            <a:r>
              <a:rPr sz="1800" spc="-139" dirty="0">
                <a:cs typeface="Trebuchet MS"/>
              </a:rPr>
              <a:t>r</a:t>
            </a:r>
            <a:r>
              <a:rPr sz="1800" spc="-143" dirty="0">
                <a:cs typeface="Trebuchet MS"/>
              </a:rPr>
              <a:t>e</a:t>
            </a:r>
            <a:r>
              <a:rPr sz="1800" spc="-34" dirty="0">
                <a:cs typeface="Trebuchet MS"/>
              </a:rPr>
              <a:t> </a:t>
            </a:r>
            <a:r>
              <a:rPr sz="1800" spc="-64" dirty="0">
                <a:cs typeface="Trebuchet MS"/>
              </a:rPr>
              <a:t>p</a:t>
            </a:r>
            <a:r>
              <a:rPr sz="1800" spc="-98" dirty="0">
                <a:cs typeface="Trebuchet MS"/>
              </a:rPr>
              <a:t>r</a:t>
            </a:r>
            <a:r>
              <a:rPr sz="1800" spc="15" dirty="0">
                <a:cs typeface="Trebuchet MS"/>
              </a:rPr>
              <a:t>o</a:t>
            </a:r>
            <a:r>
              <a:rPr sz="1800" spc="-116" dirty="0">
                <a:cs typeface="Trebuchet MS"/>
              </a:rPr>
              <a:t>vide</a:t>
            </a:r>
            <a:r>
              <a:rPr sz="1800" spc="-135" dirty="0">
                <a:cs typeface="Trebuchet MS"/>
              </a:rPr>
              <a:t>d</a:t>
            </a:r>
            <a:r>
              <a:rPr sz="1800" spc="-315" dirty="0">
                <a:cs typeface="Trebuchet MS"/>
              </a:rPr>
              <a:t>.</a:t>
            </a:r>
            <a:endParaRPr sz="1800" dirty="0">
              <a:cs typeface="Trebuchet MS"/>
            </a:endParaRPr>
          </a:p>
          <a:p>
            <a:pPr marL="180499" marR="3810" indent="-171450" algn="just">
              <a:lnSpc>
                <a:spcPct val="150000"/>
              </a:lnSpc>
              <a:spcBef>
                <a:spcPts val="746"/>
              </a:spcBef>
              <a:buClr>
                <a:srgbClr val="B71E42"/>
              </a:buClr>
              <a:buFont typeface="Arial MT"/>
              <a:buChar char="•"/>
              <a:tabLst>
                <a:tab pos="180975" algn="l"/>
              </a:tabLst>
            </a:pPr>
            <a:r>
              <a:rPr sz="1800" spc="56" dirty="0">
                <a:cs typeface="Trebuchet MS"/>
              </a:rPr>
              <a:t>As </a:t>
            </a:r>
            <a:r>
              <a:rPr sz="1800" spc="-210" dirty="0">
                <a:cs typeface="Trebuchet MS"/>
              </a:rPr>
              <a:t>a</a:t>
            </a:r>
            <a:r>
              <a:rPr sz="1800" spc="-206" dirty="0">
                <a:cs typeface="Trebuchet MS"/>
              </a:rPr>
              <a:t> </a:t>
            </a:r>
            <a:r>
              <a:rPr sz="1800" spc="-124" dirty="0">
                <a:cs typeface="Trebuchet MS"/>
              </a:rPr>
              <a:t>consumer, </a:t>
            </a:r>
            <a:r>
              <a:rPr sz="1800" spc="-79" dirty="0">
                <a:cs typeface="Trebuchet MS"/>
              </a:rPr>
              <a:t>you</a:t>
            </a:r>
            <a:r>
              <a:rPr sz="1800" spc="-75" dirty="0">
                <a:cs typeface="Trebuchet MS"/>
              </a:rPr>
              <a:t> </a:t>
            </a:r>
            <a:r>
              <a:rPr sz="1800" spc="-98" dirty="0">
                <a:cs typeface="Trebuchet MS"/>
              </a:rPr>
              <a:t>surf</a:t>
            </a:r>
            <a:r>
              <a:rPr sz="1800" spc="-94" dirty="0">
                <a:cs typeface="Trebuchet MS"/>
              </a:rPr>
              <a:t> </a:t>
            </a:r>
            <a:r>
              <a:rPr sz="1800" spc="-127" dirty="0">
                <a:cs typeface="Trebuchet MS"/>
              </a:rPr>
              <a:t>the</a:t>
            </a:r>
            <a:r>
              <a:rPr sz="1800" spc="-124" dirty="0">
                <a:cs typeface="Trebuchet MS"/>
              </a:rPr>
              <a:t> </a:t>
            </a:r>
            <a:r>
              <a:rPr sz="1800" spc="-19" dirty="0">
                <a:cs typeface="Trebuchet MS"/>
              </a:rPr>
              <a:t>Web </a:t>
            </a:r>
            <a:r>
              <a:rPr sz="1800" spc="-41" dirty="0">
                <a:cs typeface="Trebuchet MS"/>
              </a:rPr>
              <a:t>on </a:t>
            </a:r>
            <a:r>
              <a:rPr sz="1800" spc="-56" dirty="0">
                <a:cs typeface="Trebuchet MS"/>
              </a:rPr>
              <a:t>your</a:t>
            </a:r>
            <a:r>
              <a:rPr sz="1800" spc="-53" dirty="0">
                <a:cs typeface="Trebuchet MS"/>
              </a:rPr>
              <a:t> </a:t>
            </a:r>
            <a:r>
              <a:rPr sz="1800" spc="-150" dirty="0">
                <a:cs typeface="Trebuchet MS"/>
              </a:rPr>
              <a:t>cell</a:t>
            </a:r>
            <a:r>
              <a:rPr sz="1800" spc="-146" dirty="0">
                <a:cs typeface="Trebuchet MS"/>
              </a:rPr>
              <a:t> </a:t>
            </a:r>
            <a:r>
              <a:rPr sz="1800" spc="-120" dirty="0">
                <a:cs typeface="Trebuchet MS"/>
              </a:rPr>
              <a:t>phone, </a:t>
            </a:r>
            <a:r>
              <a:rPr sz="1800" spc="-146" dirty="0">
                <a:cs typeface="Trebuchet MS"/>
              </a:rPr>
              <a:t>get </a:t>
            </a:r>
            <a:r>
              <a:rPr sz="1800" spc="-143" dirty="0">
                <a:cs typeface="Trebuchet MS"/>
              </a:rPr>
              <a:t> </a:t>
            </a:r>
            <a:r>
              <a:rPr sz="1800" spc="-94" dirty="0">
                <a:cs typeface="Trebuchet MS"/>
              </a:rPr>
              <a:t>directions </a:t>
            </a:r>
            <a:r>
              <a:rPr sz="1800" spc="-98" dirty="0">
                <a:cs typeface="Trebuchet MS"/>
              </a:rPr>
              <a:t>from </a:t>
            </a:r>
            <a:r>
              <a:rPr sz="1800" spc="-210" dirty="0">
                <a:cs typeface="Trebuchet MS"/>
              </a:rPr>
              <a:t>a</a:t>
            </a:r>
            <a:r>
              <a:rPr sz="1800" spc="-206" dirty="0">
                <a:cs typeface="Trebuchet MS"/>
              </a:rPr>
              <a:t> </a:t>
            </a:r>
            <a:r>
              <a:rPr sz="1800" spc="-11" dirty="0">
                <a:cs typeface="Trebuchet MS"/>
              </a:rPr>
              <a:t>GPS </a:t>
            </a:r>
            <a:r>
              <a:rPr sz="1800" spc="-150" dirty="0">
                <a:cs typeface="Trebuchet MS"/>
              </a:rPr>
              <a:t>device, </a:t>
            </a:r>
            <a:r>
              <a:rPr sz="1800" spc="-139" dirty="0">
                <a:cs typeface="Trebuchet MS"/>
              </a:rPr>
              <a:t>and</a:t>
            </a:r>
            <a:r>
              <a:rPr sz="1800" spc="-135" dirty="0">
                <a:cs typeface="Trebuchet MS"/>
              </a:rPr>
              <a:t> </a:t>
            </a:r>
            <a:r>
              <a:rPr sz="1800" spc="-116" dirty="0">
                <a:cs typeface="Trebuchet MS"/>
              </a:rPr>
              <a:t>stream</a:t>
            </a:r>
            <a:r>
              <a:rPr sz="1800" spc="-113" dirty="0">
                <a:cs typeface="Trebuchet MS"/>
              </a:rPr>
              <a:t> </a:t>
            </a:r>
            <a:r>
              <a:rPr sz="1800" spc="-90" dirty="0">
                <a:cs typeface="Trebuchet MS"/>
              </a:rPr>
              <a:t>movies </a:t>
            </a:r>
            <a:r>
              <a:rPr sz="1800" spc="-139" dirty="0">
                <a:cs typeface="Trebuchet MS"/>
              </a:rPr>
              <a:t>and</a:t>
            </a:r>
            <a:r>
              <a:rPr sz="1800" spc="353" dirty="0">
                <a:cs typeface="Trebuchet MS"/>
              </a:rPr>
              <a:t> </a:t>
            </a:r>
            <a:r>
              <a:rPr sz="1800" spc="-113" dirty="0">
                <a:cs typeface="Trebuchet MS"/>
              </a:rPr>
              <a:t>music </a:t>
            </a:r>
            <a:r>
              <a:rPr sz="1800" spc="-109" dirty="0">
                <a:cs typeface="Trebuchet MS"/>
              </a:rPr>
              <a:t> </a:t>
            </a:r>
            <a:r>
              <a:rPr sz="1800" spc="-116" dirty="0">
                <a:cs typeface="Trebuchet MS"/>
              </a:rPr>
              <a:t>f</a:t>
            </a:r>
            <a:r>
              <a:rPr sz="1800" spc="-184" dirty="0">
                <a:cs typeface="Trebuchet MS"/>
              </a:rPr>
              <a:t>r</a:t>
            </a:r>
            <a:r>
              <a:rPr sz="1800" spc="-49" dirty="0">
                <a:cs typeface="Trebuchet MS"/>
              </a:rPr>
              <a:t>om</a:t>
            </a:r>
            <a:r>
              <a:rPr sz="1800" spc="-30" dirty="0">
                <a:cs typeface="Trebuchet MS"/>
              </a:rPr>
              <a:t> </a:t>
            </a:r>
            <a:r>
              <a:rPr sz="1800" spc="-101" dirty="0">
                <a:cs typeface="Trebuchet MS"/>
              </a:rPr>
              <a:t>t</a:t>
            </a:r>
            <a:r>
              <a:rPr sz="1800" spc="-135" dirty="0">
                <a:cs typeface="Trebuchet MS"/>
              </a:rPr>
              <a:t>h</a:t>
            </a:r>
            <a:r>
              <a:rPr sz="1800" spc="-143" dirty="0">
                <a:cs typeface="Trebuchet MS"/>
              </a:rPr>
              <a:t>e</a:t>
            </a:r>
            <a:r>
              <a:rPr sz="1800" spc="-53" dirty="0">
                <a:cs typeface="Trebuchet MS"/>
              </a:rPr>
              <a:t> </a:t>
            </a:r>
            <a:r>
              <a:rPr sz="1800" spc="-86" dirty="0">
                <a:cs typeface="Trebuchet MS"/>
              </a:rPr>
              <a:t>clo</a:t>
            </a:r>
            <a:r>
              <a:rPr sz="1800" spc="-101" dirty="0">
                <a:cs typeface="Trebuchet MS"/>
              </a:rPr>
              <a:t>u</a:t>
            </a:r>
            <a:r>
              <a:rPr sz="1800" spc="-98" dirty="0">
                <a:cs typeface="Trebuchet MS"/>
              </a:rPr>
              <a:t>d</a:t>
            </a:r>
            <a:r>
              <a:rPr sz="1800" spc="-315" dirty="0">
                <a:cs typeface="Trebuchet MS"/>
              </a:rPr>
              <a:t>.</a:t>
            </a:r>
            <a:endParaRPr sz="1800" dirty="0">
              <a:cs typeface="Trebuchet MS"/>
            </a:endParaRPr>
          </a:p>
          <a:p>
            <a:pPr marL="180499" marR="4286" indent="-171450" algn="just">
              <a:lnSpc>
                <a:spcPct val="150000"/>
              </a:lnSpc>
              <a:spcBef>
                <a:spcPts val="761"/>
              </a:spcBef>
              <a:buClr>
                <a:srgbClr val="B71E42"/>
              </a:buClr>
              <a:buFont typeface="Arial MT"/>
              <a:buChar char="•"/>
              <a:tabLst>
                <a:tab pos="180975" algn="l"/>
              </a:tabLst>
            </a:pPr>
            <a:r>
              <a:rPr sz="1800" spc="8" dirty="0">
                <a:cs typeface="Trebuchet MS"/>
              </a:rPr>
              <a:t>At </a:t>
            </a:r>
            <a:r>
              <a:rPr sz="1800" spc="-124" dirty="0">
                <a:cs typeface="Trebuchet MS"/>
              </a:rPr>
              <a:t>the </a:t>
            </a:r>
            <a:r>
              <a:rPr sz="1800" spc="-109" dirty="0">
                <a:cs typeface="Trebuchet MS"/>
              </a:rPr>
              <a:t>heart </a:t>
            </a:r>
            <a:r>
              <a:rPr sz="1800" spc="-113" dirty="0">
                <a:cs typeface="Trebuchet MS"/>
              </a:rPr>
              <a:t>of these </a:t>
            </a:r>
            <a:r>
              <a:rPr sz="1800" spc="-86" dirty="0">
                <a:cs typeface="Trebuchet MS"/>
              </a:rPr>
              <a:t>services </a:t>
            </a:r>
            <a:r>
              <a:rPr sz="1800" spc="-94" dirty="0">
                <a:cs typeface="Trebuchet MS"/>
              </a:rPr>
              <a:t>is </a:t>
            </a:r>
            <a:r>
              <a:rPr sz="1800" b="1" i="1" spc="-75" dirty="0">
                <a:uFill>
                  <a:solidFill>
                    <a:srgbClr val="000000"/>
                  </a:solidFill>
                </a:uFill>
                <a:cs typeface="Trebuchet MS"/>
              </a:rPr>
              <a:t>virtualization</a:t>
            </a:r>
            <a:r>
              <a:rPr sz="1800" spc="-75" dirty="0">
                <a:cs typeface="Trebuchet MS"/>
              </a:rPr>
              <a:t>—the </a:t>
            </a:r>
            <a:r>
              <a:rPr sz="1800" spc="-146" dirty="0">
                <a:cs typeface="Trebuchet MS"/>
              </a:rPr>
              <a:t>ability </a:t>
            </a:r>
            <a:r>
              <a:rPr sz="1800" spc="-53" dirty="0">
                <a:cs typeface="Trebuchet MS"/>
              </a:rPr>
              <a:t>to </a:t>
            </a:r>
            <a:r>
              <a:rPr sz="1800" spc="-49" dirty="0">
                <a:cs typeface="Trebuchet MS"/>
              </a:rPr>
              <a:t> </a:t>
            </a:r>
            <a:r>
              <a:rPr sz="1800" spc="-124" dirty="0">
                <a:cs typeface="Trebuchet MS"/>
              </a:rPr>
              <a:t>abstract</a:t>
            </a:r>
            <a:r>
              <a:rPr sz="1800" spc="-26" dirty="0">
                <a:cs typeface="Trebuchet MS"/>
              </a:rPr>
              <a:t> </a:t>
            </a:r>
            <a:r>
              <a:rPr sz="1800" spc="-210" dirty="0">
                <a:cs typeface="Trebuchet MS"/>
              </a:rPr>
              <a:t>a</a:t>
            </a:r>
            <a:r>
              <a:rPr sz="1800" spc="-53" dirty="0">
                <a:cs typeface="Trebuchet MS"/>
              </a:rPr>
              <a:t> </a:t>
            </a:r>
            <a:r>
              <a:rPr sz="1800" spc="-135" dirty="0">
                <a:cs typeface="Trebuchet MS"/>
              </a:rPr>
              <a:t>physical</a:t>
            </a:r>
            <a:r>
              <a:rPr sz="1800" spc="-53" dirty="0">
                <a:cs typeface="Trebuchet MS"/>
              </a:rPr>
              <a:t> </a:t>
            </a:r>
            <a:r>
              <a:rPr sz="1800" spc="-68" dirty="0">
                <a:cs typeface="Trebuchet MS"/>
              </a:rPr>
              <a:t>server</a:t>
            </a:r>
            <a:r>
              <a:rPr sz="1800" spc="-45" dirty="0">
                <a:cs typeface="Trebuchet MS"/>
              </a:rPr>
              <a:t> </a:t>
            </a:r>
            <a:r>
              <a:rPr sz="1800" spc="-90" dirty="0">
                <a:cs typeface="Trebuchet MS"/>
              </a:rPr>
              <a:t>into</a:t>
            </a:r>
            <a:r>
              <a:rPr sz="1800" spc="-53" dirty="0">
                <a:cs typeface="Trebuchet MS"/>
              </a:rPr>
              <a:t> </a:t>
            </a:r>
            <a:r>
              <a:rPr sz="1800" spc="-210" dirty="0">
                <a:cs typeface="Trebuchet MS"/>
              </a:rPr>
              <a:t>a</a:t>
            </a:r>
            <a:r>
              <a:rPr sz="1800" spc="-45" dirty="0">
                <a:cs typeface="Trebuchet MS"/>
              </a:rPr>
              <a:t> </a:t>
            </a:r>
            <a:r>
              <a:rPr sz="1800" spc="-116" dirty="0">
                <a:cs typeface="Trebuchet MS"/>
              </a:rPr>
              <a:t>virtual</a:t>
            </a:r>
            <a:r>
              <a:rPr sz="1800" spc="-38" dirty="0">
                <a:cs typeface="Trebuchet MS"/>
              </a:rPr>
              <a:t> </a:t>
            </a:r>
            <a:r>
              <a:rPr sz="1800" spc="-150" dirty="0">
                <a:cs typeface="Trebuchet MS"/>
              </a:rPr>
              <a:t>machine.</a:t>
            </a:r>
            <a:endParaRPr sz="1800" dirty="0">
              <a:cs typeface="Trebuchet MS"/>
            </a:endParaRPr>
          </a:p>
        </p:txBody>
      </p:sp>
    </p:spTree>
    <p:extLst>
      <p:ext uri="{BB962C8B-B14F-4D97-AF65-F5344CB8AC3E}">
        <p14:creationId xmlns:p14="http://schemas.microsoft.com/office/powerpoint/2010/main" val="60543651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84428" y="774618"/>
            <a:ext cx="5712482" cy="392255"/>
          </a:xfrm>
          <a:prstGeom prst="rect">
            <a:avLst/>
          </a:prstGeom>
        </p:spPr>
        <p:txBody>
          <a:bodyPr spcFirstLastPara="1" vert="horz" wrap="square" lIns="0" tIns="10001" rIns="0" bIns="0" rtlCol="0" anchor="ctr" anchorCtr="0">
            <a:spAutoFit/>
          </a:bodyPr>
          <a:lstStyle/>
          <a:p>
            <a:pPr marL="9525">
              <a:spcBef>
                <a:spcPts val="79"/>
              </a:spcBef>
            </a:pPr>
            <a:r>
              <a:rPr sz="2400" spc="289" dirty="0"/>
              <a:t>D</a:t>
            </a:r>
            <a:r>
              <a:rPr sz="2400" spc="244" dirty="0"/>
              <a:t>E</a:t>
            </a:r>
            <a:r>
              <a:rPr sz="2400" spc="229" dirty="0"/>
              <a:t>SCRIBI</a:t>
            </a:r>
            <a:r>
              <a:rPr sz="2400" spc="307" dirty="0"/>
              <a:t>N</a:t>
            </a:r>
            <a:r>
              <a:rPr sz="2400" spc="341" dirty="0"/>
              <a:t>G</a:t>
            </a:r>
            <a:r>
              <a:rPr sz="2400" spc="-439" dirty="0"/>
              <a:t> </a:t>
            </a:r>
            <a:r>
              <a:rPr sz="2400" spc="180" dirty="0"/>
              <a:t>VI</a:t>
            </a:r>
            <a:r>
              <a:rPr sz="2400" spc="15" dirty="0"/>
              <a:t>R</a:t>
            </a:r>
            <a:r>
              <a:rPr sz="2400" spc="255" dirty="0"/>
              <a:t>T</a:t>
            </a:r>
            <a:r>
              <a:rPr sz="2400" spc="240" dirty="0"/>
              <a:t>U</a:t>
            </a:r>
            <a:r>
              <a:rPr sz="2400" spc="270" dirty="0"/>
              <a:t>A</a:t>
            </a:r>
            <a:r>
              <a:rPr sz="2400" spc="225" dirty="0"/>
              <a:t>L</a:t>
            </a:r>
            <a:r>
              <a:rPr sz="2400" spc="233" dirty="0"/>
              <a:t>IZ</a:t>
            </a:r>
            <a:r>
              <a:rPr sz="2400" spc="56" dirty="0"/>
              <a:t>A</a:t>
            </a:r>
            <a:r>
              <a:rPr sz="2400" spc="304" dirty="0"/>
              <a:t>TION</a:t>
            </a:r>
            <a:endParaRPr sz="2400" dirty="0"/>
          </a:p>
        </p:txBody>
      </p:sp>
      <p:sp>
        <p:nvSpPr>
          <p:cNvPr id="3" name="object 3"/>
          <p:cNvSpPr txBox="1"/>
          <p:nvPr/>
        </p:nvSpPr>
        <p:spPr>
          <a:xfrm>
            <a:off x="823156" y="1487785"/>
            <a:ext cx="7688546" cy="2087110"/>
          </a:xfrm>
          <a:prstGeom prst="rect">
            <a:avLst/>
          </a:prstGeom>
        </p:spPr>
        <p:txBody>
          <a:bodyPr vert="horz" wrap="square" lIns="0" tIns="9525" rIns="0" bIns="0" rtlCol="0">
            <a:spAutoFit/>
          </a:bodyPr>
          <a:lstStyle/>
          <a:p>
            <a:pPr marL="257175" indent="-257175">
              <a:lnSpc>
                <a:spcPct val="150000"/>
              </a:lnSpc>
              <a:buFont typeface="Arial" panose="020B0604020202020204" pitchFamily="34" charset="0"/>
              <a:buChar char="•"/>
            </a:pPr>
            <a:r>
              <a:rPr lang="en-US" sz="1800" dirty="0"/>
              <a:t>Consider </a:t>
            </a:r>
            <a:r>
              <a:rPr lang="en-US" sz="1800" i="1" dirty="0"/>
              <a:t>virtualization </a:t>
            </a:r>
            <a:r>
              <a:rPr lang="en-US" sz="1800" dirty="0"/>
              <a:t>to be the act of abstracting the physical boundaries of a technology.</a:t>
            </a:r>
          </a:p>
          <a:p>
            <a:pPr marL="257175" indent="-257175">
              <a:lnSpc>
                <a:spcPct val="150000"/>
              </a:lnSpc>
              <a:buFont typeface="Arial" panose="020B0604020202020204" pitchFamily="34" charset="0"/>
              <a:buChar char="•"/>
            </a:pPr>
            <a:r>
              <a:rPr lang="en-IN" sz="1800" dirty="0"/>
              <a:t>For example, workstations </a:t>
            </a:r>
            <a:r>
              <a:rPr lang="en-US" sz="1800" dirty="0"/>
              <a:t>and servers no longer need dedicated physical hardware such as a CPU or motherboard in order to run as independent entities. Instead, they can run inside a virtual machine (VM). </a:t>
            </a:r>
          </a:p>
        </p:txBody>
      </p:sp>
    </p:spTree>
    <p:extLst>
      <p:ext uri="{BB962C8B-B14F-4D97-AF65-F5344CB8AC3E}">
        <p14:creationId xmlns:p14="http://schemas.microsoft.com/office/powerpoint/2010/main" val="424781710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spcFirstLastPara="1" vert="horz" wrap="square" lIns="0" tIns="10001" rIns="0" bIns="0" rtlCol="0" anchor="ctr" anchorCtr="0">
            <a:spAutoFit/>
          </a:bodyPr>
          <a:lstStyle/>
          <a:p>
            <a:pPr marL="9525">
              <a:spcBef>
                <a:spcPts val="79"/>
              </a:spcBef>
            </a:pPr>
            <a:r>
              <a:rPr sz="2400" spc="289" dirty="0"/>
              <a:t>D</a:t>
            </a:r>
            <a:r>
              <a:rPr sz="2400" spc="244" dirty="0"/>
              <a:t>E</a:t>
            </a:r>
            <a:r>
              <a:rPr sz="2400" spc="229" dirty="0"/>
              <a:t>SCRIBI</a:t>
            </a:r>
            <a:r>
              <a:rPr sz="2400" spc="307" dirty="0"/>
              <a:t>N</a:t>
            </a:r>
            <a:r>
              <a:rPr sz="2400" spc="341" dirty="0"/>
              <a:t>G</a:t>
            </a:r>
            <a:r>
              <a:rPr sz="2400" spc="-439" dirty="0"/>
              <a:t> </a:t>
            </a:r>
            <a:r>
              <a:rPr sz="2400" spc="180" dirty="0"/>
              <a:t>VI</a:t>
            </a:r>
            <a:r>
              <a:rPr sz="2400" spc="15" dirty="0"/>
              <a:t>R</a:t>
            </a:r>
            <a:r>
              <a:rPr sz="2400" spc="255" dirty="0"/>
              <a:t>T</a:t>
            </a:r>
            <a:r>
              <a:rPr sz="2400" spc="240" dirty="0"/>
              <a:t>U</a:t>
            </a:r>
            <a:r>
              <a:rPr sz="2400" spc="270" dirty="0"/>
              <a:t>A</a:t>
            </a:r>
            <a:r>
              <a:rPr sz="2400" spc="225" dirty="0"/>
              <a:t>L</a:t>
            </a:r>
            <a:r>
              <a:rPr sz="2400" spc="233" dirty="0"/>
              <a:t>IZ</a:t>
            </a:r>
            <a:r>
              <a:rPr sz="2400" spc="56" dirty="0"/>
              <a:t>A</a:t>
            </a:r>
            <a:r>
              <a:rPr sz="2400" spc="304" dirty="0"/>
              <a:t>TION</a:t>
            </a:r>
            <a:endParaRPr sz="2400" dirty="0"/>
          </a:p>
        </p:txBody>
      </p:sp>
      <p:sp>
        <p:nvSpPr>
          <p:cNvPr id="3" name="object 3"/>
          <p:cNvSpPr txBox="1"/>
          <p:nvPr/>
        </p:nvSpPr>
        <p:spPr>
          <a:xfrm>
            <a:off x="933113" y="1284440"/>
            <a:ext cx="7670453" cy="3333605"/>
          </a:xfrm>
          <a:prstGeom prst="rect">
            <a:avLst/>
          </a:prstGeom>
        </p:spPr>
        <p:txBody>
          <a:bodyPr vert="horz" wrap="square" lIns="0" tIns="9525" rIns="0" bIns="0" rtlCol="0">
            <a:spAutoFit/>
          </a:bodyPr>
          <a:lstStyle/>
          <a:p>
            <a:pPr marL="257175" indent="-257175">
              <a:lnSpc>
                <a:spcPct val="150000"/>
              </a:lnSpc>
              <a:buFont typeface="Arial" panose="020B0604020202020204" pitchFamily="34" charset="0"/>
              <a:buChar char="•"/>
            </a:pPr>
            <a:r>
              <a:rPr lang="en-US" sz="1800" dirty="0"/>
              <a:t>In running as a virtual machine, a computer’s hardware is emulated and presented to an operating system as if the hardware truly existed. With this technology, you have the ability to remove the traditional dependence that all operating systems had with hardware. </a:t>
            </a:r>
          </a:p>
          <a:p>
            <a:pPr marL="257175" indent="-257175">
              <a:lnSpc>
                <a:spcPct val="150000"/>
              </a:lnSpc>
              <a:buFont typeface="Arial" panose="020B0604020202020204" pitchFamily="34" charset="0"/>
              <a:buChar char="•"/>
            </a:pPr>
            <a:r>
              <a:rPr lang="en-US" sz="1800" dirty="0"/>
              <a:t>In being able to emulate hardware, a virtual machine can essentially run on any x86-class host system, regardless of hardware makeup. </a:t>
            </a:r>
          </a:p>
          <a:p>
            <a:pPr marL="257175" indent="-257175">
              <a:lnSpc>
                <a:spcPct val="150000"/>
              </a:lnSpc>
              <a:buFont typeface="Arial" panose="020B0604020202020204" pitchFamily="34" charset="0"/>
              <a:buChar char="•"/>
            </a:pPr>
            <a:r>
              <a:rPr lang="en-US" sz="1800" dirty="0"/>
              <a:t>Furthermore, you can run multiple VMs running different operating systems on the same system at the same time!</a:t>
            </a:r>
            <a:endParaRPr sz="2700" dirty="0">
              <a:latin typeface="Trebuchet MS"/>
              <a:cs typeface="Trebuchet MS"/>
            </a:endParaRPr>
          </a:p>
        </p:txBody>
      </p:sp>
    </p:spTree>
    <p:extLst>
      <p:ext uri="{BB962C8B-B14F-4D97-AF65-F5344CB8AC3E}">
        <p14:creationId xmlns:p14="http://schemas.microsoft.com/office/powerpoint/2010/main" val="27531296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spcFirstLastPara="1" vert="horz" wrap="square" lIns="0" tIns="10001" rIns="0" bIns="0" rtlCol="0" anchor="ctr" anchorCtr="0">
            <a:spAutoFit/>
          </a:bodyPr>
          <a:lstStyle/>
          <a:p>
            <a:pPr marL="9525">
              <a:spcBef>
                <a:spcPts val="79"/>
              </a:spcBef>
            </a:pPr>
            <a:r>
              <a:rPr sz="2400" spc="289" dirty="0"/>
              <a:t>D</a:t>
            </a:r>
            <a:r>
              <a:rPr sz="2400" spc="244" dirty="0"/>
              <a:t>E</a:t>
            </a:r>
            <a:r>
              <a:rPr sz="2400" spc="229" dirty="0"/>
              <a:t>SCRIBI</a:t>
            </a:r>
            <a:r>
              <a:rPr sz="2400" spc="307" dirty="0"/>
              <a:t>N</a:t>
            </a:r>
            <a:r>
              <a:rPr sz="2400" spc="341" dirty="0"/>
              <a:t>G</a:t>
            </a:r>
            <a:r>
              <a:rPr sz="2400" spc="-439" dirty="0"/>
              <a:t> </a:t>
            </a:r>
            <a:r>
              <a:rPr sz="2400" spc="180" dirty="0"/>
              <a:t>VI</a:t>
            </a:r>
            <a:r>
              <a:rPr sz="2400" spc="15" dirty="0"/>
              <a:t>R</a:t>
            </a:r>
            <a:r>
              <a:rPr sz="2400" spc="255" dirty="0"/>
              <a:t>T</a:t>
            </a:r>
            <a:r>
              <a:rPr sz="2400" spc="240" dirty="0"/>
              <a:t>U</a:t>
            </a:r>
            <a:r>
              <a:rPr sz="2400" spc="270" dirty="0"/>
              <a:t>A</a:t>
            </a:r>
            <a:r>
              <a:rPr sz="2400" spc="225" dirty="0"/>
              <a:t>L</a:t>
            </a:r>
            <a:r>
              <a:rPr sz="2400" spc="233" dirty="0"/>
              <a:t>IZ</a:t>
            </a:r>
            <a:r>
              <a:rPr sz="2400" spc="56" dirty="0"/>
              <a:t>A</a:t>
            </a:r>
            <a:r>
              <a:rPr sz="2400" spc="304" dirty="0"/>
              <a:t>TION</a:t>
            </a:r>
            <a:endParaRPr sz="2400" dirty="0"/>
          </a:p>
        </p:txBody>
      </p:sp>
      <p:sp>
        <p:nvSpPr>
          <p:cNvPr id="3" name="object 3"/>
          <p:cNvSpPr txBox="1"/>
          <p:nvPr/>
        </p:nvSpPr>
        <p:spPr>
          <a:xfrm>
            <a:off x="708946" y="1229224"/>
            <a:ext cx="7630382" cy="2275431"/>
          </a:xfrm>
          <a:prstGeom prst="rect">
            <a:avLst/>
          </a:prstGeom>
        </p:spPr>
        <p:txBody>
          <a:bodyPr vert="horz" wrap="square" lIns="0" tIns="9525" rIns="0" bIns="0" rtlCol="0">
            <a:spAutoFit/>
          </a:bodyPr>
          <a:lstStyle/>
          <a:p>
            <a:pPr marL="180499" marR="3810" indent="-171450" algn="just">
              <a:lnSpc>
                <a:spcPct val="150000"/>
              </a:lnSpc>
              <a:spcBef>
                <a:spcPts val="75"/>
              </a:spcBef>
              <a:buClr>
                <a:srgbClr val="B71E42"/>
              </a:buClr>
              <a:buFont typeface="Arial MT"/>
              <a:buChar char="•"/>
              <a:tabLst>
                <a:tab pos="180975" algn="l"/>
              </a:tabLst>
            </a:pPr>
            <a:r>
              <a:rPr sz="2000" spc="158" dirty="0">
                <a:latin typeface="Times New Roman" panose="02020603050405020304" pitchFamily="18" charset="0"/>
                <a:cs typeface="Times New Roman" panose="02020603050405020304" pitchFamily="18" charset="0"/>
              </a:rPr>
              <a:t>A </a:t>
            </a:r>
            <a:r>
              <a:rPr sz="2000" spc="-116" dirty="0">
                <a:latin typeface="Times New Roman" panose="02020603050405020304" pitchFamily="18" charset="0"/>
                <a:cs typeface="Times New Roman" panose="02020603050405020304" pitchFamily="18" charset="0"/>
              </a:rPr>
              <a:t>virtual </a:t>
            </a:r>
            <a:r>
              <a:rPr sz="2000" spc="-135" dirty="0">
                <a:latin typeface="Times New Roman" panose="02020603050405020304" pitchFamily="18" charset="0"/>
                <a:cs typeface="Times New Roman" panose="02020603050405020304" pitchFamily="18" charset="0"/>
              </a:rPr>
              <a:t>machine </a:t>
            </a:r>
            <a:r>
              <a:rPr sz="2000" spc="26" dirty="0">
                <a:latin typeface="Times New Roman" panose="02020603050405020304" pitchFamily="18" charset="0"/>
                <a:cs typeface="Times New Roman" panose="02020603050405020304" pitchFamily="18" charset="0"/>
              </a:rPr>
              <a:t>(VM</a:t>
            </a:r>
            <a:r>
              <a:rPr sz="2000" b="1" spc="26" dirty="0">
                <a:latin typeface="Times New Roman" panose="02020603050405020304" pitchFamily="18" charset="0"/>
                <a:cs typeface="Times New Roman" panose="02020603050405020304" pitchFamily="18" charset="0"/>
              </a:rPr>
              <a:t>) </a:t>
            </a:r>
            <a:r>
              <a:rPr sz="2000" b="1" spc="-19" dirty="0">
                <a:latin typeface="Times New Roman" panose="02020603050405020304" pitchFamily="18" charset="0"/>
                <a:cs typeface="Times New Roman" panose="02020603050405020304" pitchFamily="18" charset="0"/>
              </a:rPr>
              <a:t>can </a:t>
            </a:r>
            <a:r>
              <a:rPr sz="2000" b="1" spc="-26" dirty="0">
                <a:latin typeface="Times New Roman" panose="02020603050405020304" pitchFamily="18" charset="0"/>
                <a:cs typeface="Times New Roman" panose="02020603050405020304" pitchFamily="18" charset="0"/>
              </a:rPr>
              <a:t>virtualize </a:t>
            </a:r>
            <a:r>
              <a:rPr sz="2000" b="1" spc="-38" dirty="0">
                <a:latin typeface="Times New Roman" panose="02020603050405020304" pitchFamily="18" charset="0"/>
                <a:cs typeface="Times New Roman" panose="02020603050405020304" pitchFamily="18" charset="0"/>
              </a:rPr>
              <a:t>all </a:t>
            </a:r>
            <a:r>
              <a:rPr sz="2000" b="1" spc="-41" dirty="0">
                <a:latin typeface="Times New Roman" panose="02020603050405020304" pitchFamily="18" charset="0"/>
                <a:cs typeface="Times New Roman" panose="02020603050405020304" pitchFamily="18" charset="0"/>
              </a:rPr>
              <a:t>of </a:t>
            </a:r>
            <a:r>
              <a:rPr sz="2000" b="1" spc="-15" dirty="0">
                <a:latin typeface="Times New Roman" panose="02020603050405020304" pitchFamily="18" charset="0"/>
                <a:cs typeface="Times New Roman" panose="02020603050405020304" pitchFamily="18" charset="0"/>
              </a:rPr>
              <a:t>the </a:t>
            </a:r>
            <a:r>
              <a:rPr sz="2000" b="1" spc="-11" dirty="0">
                <a:latin typeface="Times New Roman" panose="02020603050405020304" pitchFamily="18" charset="0"/>
                <a:cs typeface="Times New Roman" panose="02020603050405020304" pitchFamily="18" charset="0"/>
              </a:rPr>
              <a:t>hardware</a:t>
            </a:r>
            <a:r>
              <a:rPr lang="en-IN" sz="2000" b="1" spc="-11" dirty="0">
                <a:latin typeface="Times New Roman" panose="02020603050405020304" pitchFamily="18" charset="0"/>
                <a:cs typeface="Times New Roman" panose="02020603050405020304" pitchFamily="18" charset="0"/>
              </a:rPr>
              <a:t> </a:t>
            </a:r>
            <a:r>
              <a:rPr sz="2000" b="1" spc="-45" dirty="0">
                <a:latin typeface="Times New Roman" panose="02020603050405020304" pitchFamily="18" charset="0"/>
                <a:cs typeface="Times New Roman" panose="02020603050405020304" pitchFamily="18" charset="0"/>
              </a:rPr>
              <a:t>resources</a:t>
            </a:r>
            <a:r>
              <a:rPr sz="2000" spc="-45" dirty="0">
                <a:latin typeface="Times New Roman" panose="02020603050405020304" pitchFamily="18" charset="0"/>
                <a:cs typeface="Times New Roman" panose="02020603050405020304" pitchFamily="18" charset="0"/>
              </a:rPr>
              <a:t>,</a:t>
            </a:r>
            <a:r>
              <a:rPr sz="2000" spc="-41" dirty="0">
                <a:latin typeface="Times New Roman" panose="02020603050405020304" pitchFamily="18" charset="0"/>
                <a:cs typeface="Times New Roman" panose="02020603050405020304" pitchFamily="18" charset="0"/>
              </a:rPr>
              <a:t> </a:t>
            </a:r>
            <a:r>
              <a:rPr sz="2000" b="1" i="1" spc="-86" dirty="0">
                <a:latin typeface="Times New Roman" panose="02020603050405020304" pitchFamily="18" charset="0"/>
                <a:cs typeface="Times New Roman" panose="02020603050405020304" pitchFamily="18" charset="0"/>
              </a:rPr>
              <a:t>including</a:t>
            </a:r>
            <a:r>
              <a:rPr sz="2000" b="1" i="1" spc="461" dirty="0">
                <a:latin typeface="Times New Roman" panose="02020603050405020304" pitchFamily="18" charset="0"/>
                <a:cs typeface="Times New Roman" panose="02020603050405020304" pitchFamily="18" charset="0"/>
              </a:rPr>
              <a:t> </a:t>
            </a:r>
            <a:r>
              <a:rPr sz="2000" b="1" i="1" spc="-116" dirty="0">
                <a:latin typeface="Times New Roman" panose="02020603050405020304" pitchFamily="18" charset="0"/>
                <a:cs typeface="Times New Roman" panose="02020603050405020304" pitchFamily="18" charset="0"/>
              </a:rPr>
              <a:t>processors,</a:t>
            </a:r>
            <a:r>
              <a:rPr sz="2000" b="1" i="1" spc="-113" dirty="0">
                <a:latin typeface="Times New Roman" panose="02020603050405020304" pitchFamily="18" charset="0"/>
                <a:cs typeface="Times New Roman" panose="02020603050405020304" pitchFamily="18" charset="0"/>
              </a:rPr>
              <a:t> </a:t>
            </a:r>
            <a:r>
              <a:rPr sz="2000" b="1" i="1" spc="-101" dirty="0">
                <a:latin typeface="Times New Roman" panose="02020603050405020304" pitchFamily="18" charset="0"/>
                <a:cs typeface="Times New Roman" panose="02020603050405020304" pitchFamily="18" charset="0"/>
              </a:rPr>
              <a:t>memory,</a:t>
            </a:r>
            <a:r>
              <a:rPr sz="2000" b="1" i="1" spc="-98" dirty="0">
                <a:latin typeface="Times New Roman" panose="02020603050405020304" pitchFamily="18" charset="0"/>
                <a:cs typeface="Times New Roman" panose="02020603050405020304" pitchFamily="18" charset="0"/>
              </a:rPr>
              <a:t> </a:t>
            </a:r>
            <a:r>
              <a:rPr sz="2000" b="1" i="1" spc="-127" dirty="0">
                <a:latin typeface="Times New Roman" panose="02020603050405020304" pitchFamily="18" charset="0"/>
                <a:cs typeface="Times New Roman" panose="02020603050405020304" pitchFamily="18" charset="0"/>
              </a:rPr>
              <a:t>storage,</a:t>
            </a:r>
            <a:r>
              <a:rPr sz="2000" b="1" i="1" spc="-124" dirty="0">
                <a:latin typeface="Times New Roman" panose="02020603050405020304" pitchFamily="18" charset="0"/>
                <a:cs typeface="Times New Roman" panose="02020603050405020304" pitchFamily="18" charset="0"/>
              </a:rPr>
              <a:t> </a:t>
            </a:r>
            <a:r>
              <a:rPr sz="2000" b="1" i="1" spc="-75" dirty="0">
                <a:latin typeface="Times New Roman" panose="02020603050405020304" pitchFamily="18" charset="0"/>
                <a:cs typeface="Times New Roman" panose="02020603050405020304" pitchFamily="18" charset="0"/>
              </a:rPr>
              <a:t>and </a:t>
            </a:r>
            <a:r>
              <a:rPr sz="2000" b="1" i="1" spc="-90" dirty="0">
                <a:latin typeface="Times New Roman" panose="02020603050405020304" pitchFamily="18" charset="0"/>
                <a:cs typeface="Times New Roman" panose="02020603050405020304" pitchFamily="18" charset="0"/>
              </a:rPr>
              <a:t>network</a:t>
            </a:r>
            <a:r>
              <a:rPr sz="2000" b="1" i="1" spc="-86" dirty="0">
                <a:latin typeface="Times New Roman" panose="02020603050405020304" pitchFamily="18" charset="0"/>
                <a:cs typeface="Times New Roman" panose="02020603050405020304" pitchFamily="18" charset="0"/>
              </a:rPr>
              <a:t> </a:t>
            </a:r>
            <a:r>
              <a:rPr sz="2000" b="1" i="1" spc="-120" dirty="0">
                <a:latin typeface="Times New Roman" panose="02020603050405020304" pitchFamily="18" charset="0"/>
                <a:cs typeface="Times New Roman" panose="02020603050405020304" pitchFamily="18" charset="0"/>
              </a:rPr>
              <a:t>connectivity</a:t>
            </a:r>
            <a:r>
              <a:rPr sz="2000" spc="-120" dirty="0">
                <a:latin typeface="Times New Roman" panose="02020603050405020304" pitchFamily="18" charset="0"/>
                <a:cs typeface="Times New Roman" panose="02020603050405020304" pitchFamily="18" charset="0"/>
              </a:rPr>
              <a:t>.</a:t>
            </a:r>
            <a:r>
              <a:rPr sz="2000" spc="-116" dirty="0">
                <a:latin typeface="Times New Roman" panose="02020603050405020304" pitchFamily="18" charset="0"/>
                <a:cs typeface="Times New Roman" panose="02020603050405020304" pitchFamily="18" charset="0"/>
              </a:rPr>
              <a:t> </a:t>
            </a:r>
            <a:endParaRPr lang="en-IN" sz="2000" spc="-116" dirty="0" smtClean="0">
              <a:latin typeface="Times New Roman" panose="02020603050405020304" pitchFamily="18" charset="0"/>
              <a:cs typeface="Times New Roman" panose="02020603050405020304" pitchFamily="18" charset="0"/>
            </a:endParaRPr>
          </a:p>
          <a:p>
            <a:pPr marL="180499" marR="3810" indent="-171450" algn="just">
              <a:lnSpc>
                <a:spcPct val="150000"/>
              </a:lnSpc>
              <a:spcBef>
                <a:spcPts val="75"/>
              </a:spcBef>
              <a:buClr>
                <a:srgbClr val="B71E42"/>
              </a:buClr>
              <a:buFont typeface="Arial MT"/>
              <a:buChar char="•"/>
              <a:tabLst>
                <a:tab pos="180975" algn="l"/>
              </a:tabLst>
            </a:pPr>
            <a:r>
              <a:rPr sz="2000" spc="158" dirty="0" smtClean="0">
                <a:latin typeface="Times New Roman" panose="02020603050405020304" pitchFamily="18" charset="0"/>
                <a:cs typeface="Times New Roman" panose="02020603050405020304" pitchFamily="18" charset="0"/>
              </a:rPr>
              <a:t>A </a:t>
            </a:r>
            <a:r>
              <a:rPr sz="2000" spc="-116" dirty="0">
                <a:latin typeface="Times New Roman" panose="02020603050405020304" pitchFamily="18" charset="0"/>
                <a:cs typeface="Times New Roman" panose="02020603050405020304" pitchFamily="18" charset="0"/>
              </a:rPr>
              <a:t>virtual</a:t>
            </a:r>
            <a:r>
              <a:rPr sz="2000" spc="-113" dirty="0">
                <a:latin typeface="Times New Roman" panose="02020603050405020304" pitchFamily="18" charset="0"/>
                <a:cs typeface="Times New Roman" panose="02020603050405020304" pitchFamily="18" charset="0"/>
              </a:rPr>
              <a:t> </a:t>
            </a:r>
            <a:r>
              <a:rPr sz="2000" spc="-135" dirty="0">
                <a:latin typeface="Times New Roman" panose="02020603050405020304" pitchFamily="18" charset="0"/>
                <a:cs typeface="Times New Roman" panose="02020603050405020304" pitchFamily="18" charset="0"/>
              </a:rPr>
              <a:t>machine</a:t>
            </a:r>
            <a:r>
              <a:rPr sz="2000" spc="-131" dirty="0">
                <a:latin typeface="Times New Roman" panose="02020603050405020304" pitchFamily="18" charset="0"/>
                <a:cs typeface="Times New Roman" panose="02020603050405020304" pitchFamily="18" charset="0"/>
              </a:rPr>
              <a:t> </a:t>
            </a:r>
            <a:r>
              <a:rPr sz="2000" spc="-64" dirty="0">
                <a:latin typeface="Times New Roman" panose="02020603050405020304" pitchFamily="18" charset="0"/>
                <a:cs typeface="Times New Roman" panose="02020603050405020304" pitchFamily="18" charset="0"/>
              </a:rPr>
              <a:t>monitor</a:t>
            </a:r>
            <a:r>
              <a:rPr lang="en-IN" sz="2000" spc="503" dirty="0">
                <a:latin typeface="Times New Roman" panose="02020603050405020304" pitchFamily="18" charset="0"/>
                <a:cs typeface="Times New Roman" panose="02020603050405020304" pitchFamily="18" charset="0"/>
              </a:rPr>
              <a:t> </a:t>
            </a:r>
            <a:r>
              <a:rPr sz="2000" spc="-34" dirty="0">
                <a:latin typeface="Times New Roman" panose="02020603050405020304" pitchFamily="18" charset="0"/>
                <a:cs typeface="Times New Roman" panose="02020603050405020304" pitchFamily="18" charset="0"/>
              </a:rPr>
              <a:t>(VMM), </a:t>
            </a:r>
            <a:r>
              <a:rPr sz="2000" spc="-30" dirty="0">
                <a:latin typeface="Times New Roman" panose="02020603050405020304" pitchFamily="18" charset="0"/>
                <a:cs typeface="Times New Roman" panose="02020603050405020304" pitchFamily="18" charset="0"/>
              </a:rPr>
              <a:t> </a:t>
            </a:r>
            <a:r>
              <a:rPr sz="2000" spc="-105" dirty="0">
                <a:latin typeface="Times New Roman" panose="02020603050405020304" pitchFamily="18" charset="0"/>
                <a:cs typeface="Times New Roman" panose="02020603050405020304" pitchFamily="18" charset="0"/>
              </a:rPr>
              <a:t>which </a:t>
            </a:r>
            <a:r>
              <a:rPr sz="2000" spc="-127" dirty="0">
                <a:latin typeface="Times New Roman" panose="02020603050405020304" pitchFamily="18" charset="0"/>
                <a:cs typeface="Times New Roman" panose="02020603050405020304" pitchFamily="18" charset="0"/>
              </a:rPr>
              <a:t>today </a:t>
            </a:r>
            <a:r>
              <a:rPr sz="2000" spc="-94" dirty="0">
                <a:latin typeface="Times New Roman" panose="02020603050405020304" pitchFamily="18" charset="0"/>
                <a:cs typeface="Times New Roman" panose="02020603050405020304" pitchFamily="18" charset="0"/>
              </a:rPr>
              <a:t>is </a:t>
            </a:r>
            <a:r>
              <a:rPr sz="2000" spc="-86" dirty="0">
                <a:latin typeface="Times New Roman" panose="02020603050405020304" pitchFamily="18" charset="0"/>
                <a:cs typeface="Times New Roman" panose="02020603050405020304" pitchFamily="18" charset="0"/>
              </a:rPr>
              <a:t>commonly </a:t>
            </a:r>
            <a:r>
              <a:rPr sz="2000" spc="-150" dirty="0">
                <a:latin typeface="Times New Roman" panose="02020603050405020304" pitchFamily="18" charset="0"/>
                <a:cs typeface="Times New Roman" panose="02020603050405020304" pitchFamily="18" charset="0"/>
              </a:rPr>
              <a:t>called</a:t>
            </a:r>
            <a:r>
              <a:rPr sz="2000" spc="330" dirty="0">
                <a:latin typeface="Times New Roman" panose="02020603050405020304" pitchFamily="18" charset="0"/>
                <a:cs typeface="Times New Roman" panose="02020603050405020304" pitchFamily="18" charset="0"/>
              </a:rPr>
              <a:t> </a:t>
            </a:r>
            <a:r>
              <a:rPr sz="2000" spc="-210" dirty="0">
                <a:latin typeface="Times New Roman" panose="02020603050405020304" pitchFamily="18" charset="0"/>
                <a:cs typeface="Times New Roman" panose="02020603050405020304" pitchFamily="18" charset="0"/>
              </a:rPr>
              <a:t>a</a:t>
            </a:r>
            <a:r>
              <a:rPr sz="2000" spc="214" dirty="0">
                <a:latin typeface="Times New Roman" panose="02020603050405020304" pitchFamily="18" charset="0"/>
                <a:cs typeface="Times New Roman" panose="02020603050405020304" pitchFamily="18" charset="0"/>
              </a:rPr>
              <a:t> </a:t>
            </a:r>
            <a:r>
              <a:rPr sz="2000" spc="-116" dirty="0">
                <a:latin typeface="Times New Roman" panose="02020603050405020304" pitchFamily="18" charset="0"/>
                <a:cs typeface="Times New Roman" panose="02020603050405020304" pitchFamily="18" charset="0"/>
              </a:rPr>
              <a:t>hypervisor, </a:t>
            </a:r>
            <a:r>
              <a:rPr sz="2000" spc="-94" dirty="0">
                <a:latin typeface="Times New Roman" panose="02020603050405020304" pitchFamily="18" charset="0"/>
                <a:cs typeface="Times New Roman" panose="02020603050405020304" pitchFamily="18" charset="0"/>
              </a:rPr>
              <a:t>is </a:t>
            </a:r>
            <a:r>
              <a:rPr sz="2000" spc="-124" dirty="0">
                <a:latin typeface="Times New Roman" panose="02020603050405020304" pitchFamily="18" charset="0"/>
                <a:cs typeface="Times New Roman" panose="02020603050405020304" pitchFamily="18" charset="0"/>
              </a:rPr>
              <a:t>the </a:t>
            </a:r>
            <a:r>
              <a:rPr sz="2000" spc="-109" dirty="0">
                <a:latin typeface="Times New Roman" panose="02020603050405020304" pitchFamily="18" charset="0"/>
                <a:cs typeface="Times New Roman" panose="02020603050405020304" pitchFamily="18" charset="0"/>
              </a:rPr>
              <a:t>software </a:t>
            </a:r>
            <a:r>
              <a:rPr sz="2000" spc="-105" dirty="0">
                <a:latin typeface="Times New Roman" panose="02020603050405020304" pitchFamily="18" charset="0"/>
                <a:cs typeface="Times New Roman" panose="02020603050405020304" pitchFamily="18" charset="0"/>
              </a:rPr>
              <a:t> </a:t>
            </a:r>
            <a:r>
              <a:rPr sz="2000" spc="-101" dirty="0">
                <a:latin typeface="Times New Roman" panose="02020603050405020304" pitchFamily="18" charset="0"/>
                <a:cs typeface="Times New Roman" panose="02020603050405020304" pitchFamily="18" charset="0"/>
              </a:rPr>
              <a:t>t</a:t>
            </a:r>
            <a:r>
              <a:rPr sz="2000" spc="-135" dirty="0">
                <a:latin typeface="Times New Roman" panose="02020603050405020304" pitchFamily="18" charset="0"/>
                <a:cs typeface="Times New Roman" panose="02020603050405020304" pitchFamily="18" charset="0"/>
              </a:rPr>
              <a:t>h</a:t>
            </a:r>
            <a:r>
              <a:rPr sz="2000" spc="-172" dirty="0">
                <a:latin typeface="Times New Roman" panose="02020603050405020304" pitchFamily="18" charset="0"/>
                <a:cs typeface="Times New Roman" panose="02020603050405020304" pitchFamily="18" charset="0"/>
              </a:rPr>
              <a:t>at</a:t>
            </a:r>
            <a:r>
              <a:rPr sz="2000" spc="-49" dirty="0">
                <a:latin typeface="Times New Roman" panose="02020603050405020304" pitchFamily="18" charset="0"/>
                <a:cs typeface="Times New Roman" panose="02020603050405020304" pitchFamily="18" charset="0"/>
              </a:rPr>
              <a:t> </a:t>
            </a:r>
            <a:r>
              <a:rPr sz="2000" spc="-120" dirty="0">
                <a:latin typeface="Times New Roman" panose="02020603050405020304" pitchFamily="18" charset="0"/>
                <a:cs typeface="Times New Roman" panose="02020603050405020304" pitchFamily="18" charset="0"/>
              </a:rPr>
              <a:t>p</a:t>
            </a:r>
            <a:r>
              <a:rPr sz="2000" spc="-49" dirty="0">
                <a:latin typeface="Times New Roman" panose="02020603050405020304" pitchFamily="18" charset="0"/>
                <a:cs typeface="Times New Roman" panose="02020603050405020304" pitchFamily="18" charset="0"/>
              </a:rPr>
              <a:t>r</a:t>
            </a:r>
            <a:r>
              <a:rPr sz="2000" spc="15" dirty="0">
                <a:latin typeface="Times New Roman" panose="02020603050405020304" pitchFamily="18" charset="0"/>
                <a:cs typeface="Times New Roman" panose="02020603050405020304" pitchFamily="18" charset="0"/>
              </a:rPr>
              <a:t>o</a:t>
            </a:r>
            <a:r>
              <a:rPr sz="2000" spc="-116" dirty="0">
                <a:latin typeface="Times New Roman" panose="02020603050405020304" pitchFamily="18" charset="0"/>
                <a:cs typeface="Times New Roman" panose="02020603050405020304" pitchFamily="18" charset="0"/>
              </a:rPr>
              <a:t>vid</a:t>
            </a:r>
            <a:r>
              <a:rPr sz="2000" spc="-139" dirty="0">
                <a:latin typeface="Times New Roman" panose="02020603050405020304" pitchFamily="18" charset="0"/>
                <a:cs typeface="Times New Roman" panose="02020603050405020304" pitchFamily="18" charset="0"/>
              </a:rPr>
              <a:t>e</a:t>
            </a:r>
            <a:r>
              <a:rPr sz="2000" spc="-45" dirty="0">
                <a:latin typeface="Times New Roman" panose="02020603050405020304" pitchFamily="18" charset="0"/>
                <a:cs typeface="Times New Roman" panose="02020603050405020304" pitchFamily="18" charset="0"/>
              </a:rPr>
              <a:t>s</a:t>
            </a:r>
            <a:r>
              <a:rPr sz="2000" spc="-60" dirty="0">
                <a:latin typeface="Times New Roman" panose="02020603050405020304" pitchFamily="18" charset="0"/>
                <a:cs typeface="Times New Roman" panose="02020603050405020304" pitchFamily="18" charset="0"/>
              </a:rPr>
              <a:t> </a:t>
            </a:r>
            <a:r>
              <a:rPr sz="2000" spc="-101" dirty="0">
                <a:latin typeface="Times New Roman" panose="02020603050405020304" pitchFamily="18" charset="0"/>
                <a:cs typeface="Times New Roman" panose="02020603050405020304" pitchFamily="18" charset="0"/>
              </a:rPr>
              <a:t>t</a:t>
            </a:r>
            <a:r>
              <a:rPr sz="2000" spc="-135" dirty="0">
                <a:latin typeface="Times New Roman" panose="02020603050405020304" pitchFamily="18" charset="0"/>
                <a:cs typeface="Times New Roman" panose="02020603050405020304" pitchFamily="18" charset="0"/>
              </a:rPr>
              <a:t>h</a:t>
            </a:r>
            <a:r>
              <a:rPr sz="2000" spc="-143" dirty="0">
                <a:latin typeface="Times New Roman" panose="02020603050405020304" pitchFamily="18" charset="0"/>
                <a:cs typeface="Times New Roman" panose="02020603050405020304" pitchFamily="18" charset="0"/>
              </a:rPr>
              <a:t>e</a:t>
            </a:r>
            <a:r>
              <a:rPr sz="2000" spc="-53" dirty="0">
                <a:latin typeface="Times New Roman" panose="02020603050405020304" pitchFamily="18" charset="0"/>
                <a:cs typeface="Times New Roman" panose="02020603050405020304" pitchFamily="18" charset="0"/>
              </a:rPr>
              <a:t> </a:t>
            </a:r>
            <a:r>
              <a:rPr sz="2000" spc="-120" dirty="0">
                <a:latin typeface="Times New Roman" panose="02020603050405020304" pitchFamily="18" charset="0"/>
                <a:cs typeface="Times New Roman" panose="02020603050405020304" pitchFamily="18" charset="0"/>
              </a:rPr>
              <a:t>e</a:t>
            </a:r>
            <a:r>
              <a:rPr sz="2000" spc="-150" dirty="0">
                <a:latin typeface="Times New Roman" panose="02020603050405020304" pitchFamily="18" charset="0"/>
                <a:cs typeface="Times New Roman" panose="02020603050405020304" pitchFamily="18" charset="0"/>
              </a:rPr>
              <a:t>n</a:t>
            </a:r>
            <a:r>
              <a:rPr sz="2000" spc="-79" dirty="0">
                <a:latin typeface="Times New Roman" panose="02020603050405020304" pitchFamily="18" charset="0"/>
                <a:cs typeface="Times New Roman" panose="02020603050405020304" pitchFamily="18" charset="0"/>
              </a:rPr>
              <a:t>vi</a:t>
            </a:r>
            <a:r>
              <a:rPr sz="2000" spc="-139" dirty="0">
                <a:latin typeface="Times New Roman" panose="02020603050405020304" pitchFamily="18" charset="0"/>
                <a:cs typeface="Times New Roman" panose="02020603050405020304" pitchFamily="18" charset="0"/>
              </a:rPr>
              <a:t>r</a:t>
            </a:r>
            <a:r>
              <a:rPr sz="2000" spc="-38" dirty="0">
                <a:latin typeface="Times New Roman" panose="02020603050405020304" pitchFamily="18" charset="0"/>
                <a:cs typeface="Times New Roman" panose="02020603050405020304" pitchFamily="18" charset="0"/>
              </a:rPr>
              <a:t>o</a:t>
            </a:r>
            <a:r>
              <a:rPr sz="2000" spc="-34" dirty="0">
                <a:latin typeface="Times New Roman" panose="02020603050405020304" pitchFamily="18" charset="0"/>
                <a:cs typeface="Times New Roman" panose="02020603050405020304" pitchFamily="18" charset="0"/>
              </a:rPr>
              <a:t>n</a:t>
            </a:r>
            <a:r>
              <a:rPr sz="2000" spc="-165" dirty="0">
                <a:latin typeface="Times New Roman" panose="02020603050405020304" pitchFamily="18" charset="0"/>
                <a:cs typeface="Times New Roman" panose="02020603050405020304" pitchFamily="18" charset="0"/>
              </a:rPr>
              <a:t>m</a:t>
            </a:r>
            <a:r>
              <a:rPr sz="2000" spc="-105" dirty="0">
                <a:latin typeface="Times New Roman" panose="02020603050405020304" pitchFamily="18" charset="0"/>
                <a:cs typeface="Times New Roman" panose="02020603050405020304" pitchFamily="18" charset="0"/>
              </a:rPr>
              <a:t>e</a:t>
            </a:r>
            <a:r>
              <a:rPr sz="2000" spc="-120" dirty="0">
                <a:latin typeface="Times New Roman" panose="02020603050405020304" pitchFamily="18" charset="0"/>
                <a:cs typeface="Times New Roman" panose="02020603050405020304" pitchFamily="18" charset="0"/>
              </a:rPr>
              <a:t>nt</a:t>
            </a:r>
            <a:r>
              <a:rPr sz="2000" spc="-38" dirty="0">
                <a:latin typeface="Times New Roman" panose="02020603050405020304" pitchFamily="18" charset="0"/>
                <a:cs typeface="Times New Roman" panose="02020603050405020304" pitchFamily="18" charset="0"/>
              </a:rPr>
              <a:t> </a:t>
            </a:r>
            <a:r>
              <a:rPr sz="2000" spc="-86" dirty="0">
                <a:latin typeface="Times New Roman" panose="02020603050405020304" pitchFamily="18" charset="0"/>
                <a:cs typeface="Times New Roman" panose="02020603050405020304" pitchFamily="18" charset="0"/>
              </a:rPr>
              <a:t>i</a:t>
            </a:r>
            <a:r>
              <a:rPr sz="2000" spc="-158" dirty="0">
                <a:latin typeface="Times New Roman" panose="02020603050405020304" pitchFamily="18" charset="0"/>
                <a:cs typeface="Times New Roman" panose="02020603050405020304" pitchFamily="18" charset="0"/>
              </a:rPr>
              <a:t>n</a:t>
            </a:r>
            <a:r>
              <a:rPr sz="2000" spc="-53" dirty="0">
                <a:latin typeface="Times New Roman" panose="02020603050405020304" pitchFamily="18" charset="0"/>
                <a:cs typeface="Times New Roman" panose="02020603050405020304" pitchFamily="18" charset="0"/>
              </a:rPr>
              <a:t> </a:t>
            </a:r>
            <a:r>
              <a:rPr sz="2000" spc="-94" dirty="0">
                <a:latin typeface="Times New Roman" panose="02020603050405020304" pitchFamily="18" charset="0"/>
                <a:cs typeface="Times New Roman" panose="02020603050405020304" pitchFamily="18" charset="0"/>
              </a:rPr>
              <a:t>w</a:t>
            </a:r>
            <a:r>
              <a:rPr sz="2000" spc="-64" dirty="0">
                <a:latin typeface="Times New Roman" panose="02020603050405020304" pitchFamily="18" charset="0"/>
                <a:cs typeface="Times New Roman" panose="02020603050405020304" pitchFamily="18" charset="0"/>
              </a:rPr>
              <a:t>h</a:t>
            </a:r>
            <a:r>
              <a:rPr sz="2000" spc="-113" dirty="0">
                <a:latin typeface="Times New Roman" panose="02020603050405020304" pitchFamily="18" charset="0"/>
                <a:cs typeface="Times New Roman" panose="02020603050405020304" pitchFamily="18" charset="0"/>
              </a:rPr>
              <a:t>ic</a:t>
            </a:r>
            <a:r>
              <a:rPr sz="2000" spc="-150" dirty="0">
                <a:latin typeface="Times New Roman" panose="02020603050405020304" pitchFamily="18" charset="0"/>
                <a:cs typeface="Times New Roman" panose="02020603050405020304" pitchFamily="18" charset="0"/>
              </a:rPr>
              <a:t>h</a:t>
            </a:r>
            <a:r>
              <a:rPr sz="2000" spc="-49" dirty="0">
                <a:latin typeface="Times New Roman" panose="02020603050405020304" pitchFamily="18" charset="0"/>
                <a:cs typeface="Times New Roman" panose="02020603050405020304" pitchFamily="18" charset="0"/>
              </a:rPr>
              <a:t> </a:t>
            </a:r>
            <a:r>
              <a:rPr sz="2000" spc="-101" dirty="0">
                <a:latin typeface="Times New Roman" panose="02020603050405020304" pitchFamily="18" charset="0"/>
                <a:cs typeface="Times New Roman" panose="02020603050405020304" pitchFamily="18" charset="0"/>
              </a:rPr>
              <a:t>t</a:t>
            </a:r>
            <a:r>
              <a:rPr sz="2000" spc="-135" dirty="0">
                <a:latin typeface="Times New Roman" panose="02020603050405020304" pitchFamily="18" charset="0"/>
                <a:cs typeface="Times New Roman" panose="02020603050405020304" pitchFamily="18" charset="0"/>
              </a:rPr>
              <a:t>h</a:t>
            </a:r>
            <a:r>
              <a:rPr sz="2000" spc="-143" dirty="0">
                <a:latin typeface="Times New Roman" panose="02020603050405020304" pitchFamily="18" charset="0"/>
                <a:cs typeface="Times New Roman" panose="02020603050405020304" pitchFamily="18" charset="0"/>
              </a:rPr>
              <a:t>e</a:t>
            </a:r>
            <a:r>
              <a:rPr sz="2000" spc="-368" dirty="0">
                <a:latin typeface="Times New Roman" panose="02020603050405020304" pitchFamily="18" charset="0"/>
                <a:cs typeface="Times New Roman" panose="02020603050405020304" pitchFamily="18" charset="0"/>
              </a:rPr>
              <a:t> </a:t>
            </a:r>
            <a:r>
              <a:rPr lang="en-IN" sz="2000" spc="-368" dirty="0">
                <a:latin typeface="Times New Roman" panose="02020603050405020304" pitchFamily="18" charset="0"/>
                <a:cs typeface="Times New Roman" panose="02020603050405020304" pitchFamily="18" charset="0"/>
              </a:rPr>
              <a:t> </a:t>
            </a:r>
            <a:r>
              <a:rPr sz="2000" spc="45" dirty="0">
                <a:latin typeface="Times New Roman" panose="02020603050405020304" pitchFamily="18" charset="0"/>
                <a:cs typeface="Times New Roman" panose="02020603050405020304" pitchFamily="18" charset="0"/>
              </a:rPr>
              <a:t>VMs</a:t>
            </a:r>
            <a:r>
              <a:rPr sz="2000" spc="-53" dirty="0">
                <a:latin typeface="Times New Roman" panose="02020603050405020304" pitchFamily="18" charset="0"/>
                <a:cs typeface="Times New Roman" panose="02020603050405020304" pitchFamily="18" charset="0"/>
              </a:rPr>
              <a:t> </a:t>
            </a:r>
            <a:r>
              <a:rPr sz="2000" spc="-45" dirty="0">
                <a:latin typeface="Times New Roman" panose="02020603050405020304" pitchFamily="18" charset="0"/>
                <a:cs typeface="Times New Roman" panose="02020603050405020304" pitchFamily="18" charset="0"/>
              </a:rPr>
              <a:t>op</a:t>
            </a:r>
            <a:r>
              <a:rPr sz="2000" spc="-120" dirty="0">
                <a:latin typeface="Times New Roman" panose="02020603050405020304" pitchFamily="18" charset="0"/>
                <a:cs typeface="Times New Roman" panose="02020603050405020304" pitchFamily="18" charset="0"/>
              </a:rPr>
              <a:t>erat</a:t>
            </a:r>
            <a:r>
              <a:rPr sz="2000" spc="-86" dirty="0">
                <a:latin typeface="Times New Roman" panose="02020603050405020304" pitchFamily="18" charset="0"/>
                <a:cs typeface="Times New Roman" panose="02020603050405020304" pitchFamily="18" charset="0"/>
              </a:rPr>
              <a:t>e</a:t>
            </a:r>
            <a:r>
              <a:rPr sz="2000" spc="-315" dirty="0">
                <a:latin typeface="Times New Roman" panose="02020603050405020304" pitchFamily="18" charset="0"/>
                <a:cs typeface="Times New Roman" panose="02020603050405020304" pitchFamily="18" charset="0"/>
              </a:rPr>
              <a:t>.</a:t>
            </a:r>
            <a:endParaRPr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2073552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47224" y="598737"/>
            <a:ext cx="6597110" cy="392255"/>
          </a:xfrm>
          <a:prstGeom prst="rect">
            <a:avLst/>
          </a:prstGeom>
        </p:spPr>
        <p:txBody>
          <a:bodyPr spcFirstLastPara="1" vert="horz" wrap="square" lIns="0" tIns="10001" rIns="0" bIns="0" rtlCol="0" anchor="t" anchorCtr="0">
            <a:spAutoFit/>
          </a:bodyPr>
          <a:lstStyle/>
          <a:p>
            <a:pPr marL="9525">
              <a:spcBef>
                <a:spcPts val="79"/>
              </a:spcBef>
            </a:pPr>
            <a:r>
              <a:rPr sz="2400" spc="289" dirty="0">
                <a:latin typeface="Times New Roman" panose="02020603050405020304" pitchFamily="18" charset="0"/>
                <a:cs typeface="Times New Roman" panose="02020603050405020304" pitchFamily="18" charset="0"/>
              </a:rPr>
              <a:t>D</a:t>
            </a:r>
            <a:r>
              <a:rPr sz="2400" spc="244" dirty="0">
                <a:latin typeface="Times New Roman" panose="02020603050405020304" pitchFamily="18" charset="0"/>
                <a:cs typeface="Times New Roman" panose="02020603050405020304" pitchFamily="18" charset="0"/>
              </a:rPr>
              <a:t>E</a:t>
            </a:r>
            <a:r>
              <a:rPr sz="2400" spc="229" dirty="0">
                <a:latin typeface="Times New Roman" panose="02020603050405020304" pitchFamily="18" charset="0"/>
                <a:cs typeface="Times New Roman" panose="02020603050405020304" pitchFamily="18" charset="0"/>
              </a:rPr>
              <a:t>SCRIBI</a:t>
            </a:r>
            <a:r>
              <a:rPr sz="2400" spc="307" dirty="0">
                <a:latin typeface="Times New Roman" panose="02020603050405020304" pitchFamily="18" charset="0"/>
                <a:cs typeface="Times New Roman" panose="02020603050405020304" pitchFamily="18" charset="0"/>
              </a:rPr>
              <a:t>N</a:t>
            </a:r>
            <a:r>
              <a:rPr sz="2400" spc="341" dirty="0">
                <a:latin typeface="Times New Roman" panose="02020603050405020304" pitchFamily="18" charset="0"/>
                <a:cs typeface="Times New Roman" panose="02020603050405020304" pitchFamily="18" charset="0"/>
              </a:rPr>
              <a:t>G</a:t>
            </a:r>
            <a:r>
              <a:rPr sz="2400" spc="-439" dirty="0">
                <a:latin typeface="Times New Roman" panose="02020603050405020304" pitchFamily="18" charset="0"/>
                <a:cs typeface="Times New Roman" panose="02020603050405020304" pitchFamily="18" charset="0"/>
              </a:rPr>
              <a:t> </a:t>
            </a:r>
            <a:r>
              <a:rPr sz="2400" spc="180" dirty="0">
                <a:latin typeface="Times New Roman" panose="02020603050405020304" pitchFamily="18" charset="0"/>
                <a:cs typeface="Times New Roman" panose="02020603050405020304" pitchFamily="18" charset="0"/>
              </a:rPr>
              <a:t>VI</a:t>
            </a:r>
            <a:r>
              <a:rPr sz="2400" spc="15" dirty="0">
                <a:latin typeface="Times New Roman" panose="02020603050405020304" pitchFamily="18" charset="0"/>
                <a:cs typeface="Times New Roman" panose="02020603050405020304" pitchFamily="18" charset="0"/>
              </a:rPr>
              <a:t>R</a:t>
            </a:r>
            <a:r>
              <a:rPr sz="2400" spc="255" dirty="0">
                <a:latin typeface="Times New Roman" panose="02020603050405020304" pitchFamily="18" charset="0"/>
                <a:cs typeface="Times New Roman" panose="02020603050405020304" pitchFamily="18" charset="0"/>
              </a:rPr>
              <a:t>T</a:t>
            </a:r>
            <a:r>
              <a:rPr sz="2400" spc="240" dirty="0">
                <a:latin typeface="Times New Roman" panose="02020603050405020304" pitchFamily="18" charset="0"/>
                <a:cs typeface="Times New Roman" panose="02020603050405020304" pitchFamily="18" charset="0"/>
              </a:rPr>
              <a:t>U</a:t>
            </a:r>
            <a:r>
              <a:rPr sz="2400" spc="270" dirty="0">
                <a:latin typeface="Times New Roman" panose="02020603050405020304" pitchFamily="18" charset="0"/>
                <a:cs typeface="Times New Roman" panose="02020603050405020304" pitchFamily="18" charset="0"/>
              </a:rPr>
              <a:t>A</a:t>
            </a:r>
            <a:r>
              <a:rPr sz="2400" spc="225" dirty="0">
                <a:latin typeface="Times New Roman" panose="02020603050405020304" pitchFamily="18" charset="0"/>
                <a:cs typeface="Times New Roman" panose="02020603050405020304" pitchFamily="18" charset="0"/>
              </a:rPr>
              <a:t>L</a:t>
            </a:r>
            <a:r>
              <a:rPr sz="2400" spc="233" dirty="0">
                <a:latin typeface="Times New Roman" panose="02020603050405020304" pitchFamily="18" charset="0"/>
                <a:cs typeface="Times New Roman" panose="02020603050405020304" pitchFamily="18" charset="0"/>
              </a:rPr>
              <a:t>IZ</a:t>
            </a:r>
            <a:r>
              <a:rPr sz="2400" spc="56" dirty="0">
                <a:latin typeface="Times New Roman" panose="02020603050405020304" pitchFamily="18" charset="0"/>
                <a:cs typeface="Times New Roman" panose="02020603050405020304" pitchFamily="18" charset="0"/>
              </a:rPr>
              <a:t>A</a:t>
            </a:r>
            <a:r>
              <a:rPr sz="2400" spc="304" dirty="0">
                <a:latin typeface="Times New Roman" panose="02020603050405020304" pitchFamily="18" charset="0"/>
                <a:cs typeface="Times New Roman" panose="02020603050405020304" pitchFamily="18" charset="0"/>
              </a:rPr>
              <a:t>TION</a:t>
            </a:r>
            <a:endParaRPr sz="2400"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25581" y="1218248"/>
            <a:ext cx="5240396" cy="3303906"/>
          </a:xfrm>
          <a:prstGeom prst="rect">
            <a:avLst/>
          </a:prstGeom>
        </p:spPr>
      </p:pic>
    </p:spTree>
    <p:extLst>
      <p:ext uri="{BB962C8B-B14F-4D97-AF65-F5344CB8AC3E}">
        <p14:creationId xmlns:p14="http://schemas.microsoft.com/office/powerpoint/2010/main" val="186777257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spcFirstLastPara="1" vert="horz" wrap="square" lIns="0" tIns="10001" rIns="0" bIns="0" rtlCol="0" anchor="ctr" anchorCtr="0">
            <a:spAutoFit/>
          </a:bodyPr>
          <a:lstStyle/>
          <a:p>
            <a:pPr marL="9525">
              <a:spcBef>
                <a:spcPts val="79"/>
              </a:spcBef>
            </a:pPr>
            <a:r>
              <a:rPr lang="en-IN" sz="2400" spc="244" dirty="0"/>
              <a:t>P</a:t>
            </a:r>
            <a:r>
              <a:rPr lang="en-IN" sz="2400" spc="278" dirty="0"/>
              <a:t>H</a:t>
            </a:r>
            <a:r>
              <a:rPr lang="en-IN" sz="2400" spc="146" dirty="0"/>
              <a:t>Y</a:t>
            </a:r>
            <a:r>
              <a:rPr lang="en-IN" sz="2400" spc="251" dirty="0"/>
              <a:t>SIC</a:t>
            </a:r>
            <a:r>
              <a:rPr lang="en-IN" sz="2400" spc="330" dirty="0"/>
              <a:t>A</a:t>
            </a:r>
            <a:r>
              <a:rPr lang="en-IN" sz="2400" spc="150" dirty="0"/>
              <a:t>L</a:t>
            </a:r>
            <a:r>
              <a:rPr lang="en-IN" sz="2400" spc="-315" dirty="0"/>
              <a:t>     </a:t>
            </a:r>
            <a:r>
              <a:rPr lang="en-IN" sz="2400" spc="382" dirty="0"/>
              <a:t>A</a:t>
            </a:r>
            <a:r>
              <a:rPr lang="en-IN" sz="2400" spc="390" dirty="0"/>
              <a:t>N</a:t>
            </a:r>
            <a:r>
              <a:rPr lang="en-IN" sz="2400" spc="382" dirty="0"/>
              <a:t>D</a:t>
            </a:r>
            <a:r>
              <a:rPr lang="en-IN" sz="2400" spc="-420" dirty="0"/>
              <a:t>     </a:t>
            </a:r>
            <a:r>
              <a:rPr lang="en-IN" sz="2400" spc="180" dirty="0"/>
              <a:t>VI</a:t>
            </a:r>
            <a:r>
              <a:rPr lang="en-IN" sz="2400" spc="15" dirty="0"/>
              <a:t>R</a:t>
            </a:r>
            <a:r>
              <a:rPr lang="en-IN" sz="2400" spc="255" dirty="0"/>
              <a:t>T</a:t>
            </a:r>
            <a:r>
              <a:rPr lang="en-IN" sz="2400" spc="240" dirty="0"/>
              <a:t>U</a:t>
            </a:r>
            <a:r>
              <a:rPr lang="en-IN" sz="2400" spc="356" dirty="0"/>
              <a:t>A</a:t>
            </a:r>
            <a:r>
              <a:rPr lang="en-IN" sz="2400" spc="150" dirty="0"/>
              <a:t>L</a:t>
            </a:r>
            <a:r>
              <a:rPr lang="en-IN" sz="2400" spc="-79" dirty="0"/>
              <a:t>  </a:t>
            </a:r>
            <a:r>
              <a:rPr lang="en-IN" sz="2400" spc="338" dirty="0"/>
              <a:t>M</a:t>
            </a:r>
            <a:r>
              <a:rPr lang="en-IN" sz="2400" spc="248" dirty="0"/>
              <a:t>A</a:t>
            </a:r>
            <a:r>
              <a:rPr lang="en-IN" sz="2400" spc="304" dirty="0"/>
              <a:t>CHI</a:t>
            </a:r>
            <a:r>
              <a:rPr lang="en-IN" sz="2400" spc="379" dirty="0"/>
              <a:t>N</a:t>
            </a:r>
            <a:r>
              <a:rPr lang="en-IN" sz="2400" spc="191" dirty="0"/>
              <a:t>ES</a:t>
            </a:r>
            <a:endParaRPr lang="en-IN" sz="2400" dirty="0"/>
          </a:p>
        </p:txBody>
      </p:sp>
      <p:sp>
        <p:nvSpPr>
          <p:cNvPr id="3" name="object 3"/>
          <p:cNvSpPr txBox="1"/>
          <p:nvPr/>
        </p:nvSpPr>
        <p:spPr>
          <a:xfrm>
            <a:off x="1147858" y="1235202"/>
            <a:ext cx="7108984" cy="2176878"/>
          </a:xfrm>
          <a:prstGeom prst="rect">
            <a:avLst/>
          </a:prstGeom>
        </p:spPr>
        <p:txBody>
          <a:bodyPr vert="horz" wrap="square" lIns="0" tIns="9525" rIns="0" bIns="0" rtlCol="0">
            <a:spAutoFit/>
          </a:bodyPr>
          <a:lstStyle/>
          <a:p>
            <a:pPr marL="180499" marR="3810" indent="-171450" algn="just">
              <a:lnSpc>
                <a:spcPct val="150000"/>
              </a:lnSpc>
              <a:spcBef>
                <a:spcPts val="75"/>
              </a:spcBef>
              <a:buClr>
                <a:srgbClr val="B71E42"/>
              </a:buClr>
              <a:buFont typeface="Arial MT"/>
              <a:buChar char="•"/>
              <a:tabLst>
                <a:tab pos="180975" algn="l"/>
              </a:tabLst>
            </a:pPr>
            <a:r>
              <a:rPr sz="1800" spc="139" dirty="0">
                <a:latin typeface="Times New Roman" panose="02020603050405020304" pitchFamily="18" charset="0"/>
                <a:cs typeface="Times New Roman" panose="02020603050405020304" pitchFamily="18" charset="0"/>
              </a:rPr>
              <a:t>A </a:t>
            </a:r>
            <a:r>
              <a:rPr sz="1800" spc="-120" dirty="0">
                <a:latin typeface="Times New Roman" panose="02020603050405020304" pitchFamily="18" charset="0"/>
                <a:cs typeface="Times New Roman" panose="02020603050405020304" pitchFamily="18" charset="0"/>
              </a:rPr>
              <a:t>physical </a:t>
            </a:r>
            <a:r>
              <a:rPr sz="1800" spc="-60" dirty="0">
                <a:latin typeface="Times New Roman" panose="02020603050405020304" pitchFamily="18" charset="0"/>
                <a:cs typeface="Times New Roman" panose="02020603050405020304" pitchFamily="18" charset="0"/>
              </a:rPr>
              <a:t>server </a:t>
            </a:r>
            <a:r>
              <a:rPr sz="1800" spc="-90" dirty="0">
                <a:latin typeface="Times New Roman" panose="02020603050405020304" pitchFamily="18" charset="0"/>
                <a:cs typeface="Times New Roman" panose="02020603050405020304" pitchFamily="18" charset="0"/>
              </a:rPr>
              <a:t>refers </a:t>
            </a:r>
            <a:r>
              <a:rPr sz="1800" spc="-45" dirty="0">
                <a:latin typeface="Times New Roman" panose="02020603050405020304" pitchFamily="18" charset="0"/>
                <a:cs typeface="Times New Roman" panose="02020603050405020304" pitchFamily="18" charset="0"/>
              </a:rPr>
              <a:t>to </a:t>
            </a:r>
            <a:r>
              <a:rPr sz="1800" spc="-180" dirty="0">
                <a:latin typeface="Times New Roman" panose="02020603050405020304" pitchFamily="18" charset="0"/>
                <a:cs typeface="Times New Roman" panose="02020603050405020304" pitchFamily="18" charset="0"/>
              </a:rPr>
              <a:t>a </a:t>
            </a:r>
            <a:r>
              <a:rPr sz="1800" spc="-94" dirty="0">
                <a:latin typeface="Times New Roman" panose="02020603050405020304" pitchFamily="18" charset="0"/>
                <a:cs typeface="Times New Roman" panose="02020603050405020304" pitchFamily="18" charset="0"/>
              </a:rPr>
              <a:t>hardware </a:t>
            </a:r>
            <a:r>
              <a:rPr sz="1800" spc="-56" dirty="0">
                <a:latin typeface="Times New Roman" panose="02020603050405020304" pitchFamily="18" charset="0"/>
                <a:cs typeface="Times New Roman" panose="02020603050405020304" pitchFamily="18" charset="0"/>
              </a:rPr>
              <a:t>server </a:t>
            </a:r>
            <a:r>
              <a:rPr sz="1800" spc="-94" dirty="0">
                <a:latin typeface="Times New Roman" panose="02020603050405020304" pitchFamily="18" charset="0"/>
                <a:cs typeface="Times New Roman" panose="02020603050405020304" pitchFamily="18" charset="0"/>
              </a:rPr>
              <a:t>with </a:t>
            </a:r>
            <a:r>
              <a:rPr sz="1800" spc="-109" dirty="0">
                <a:latin typeface="Times New Roman" panose="02020603050405020304" pitchFamily="18" charset="0"/>
                <a:cs typeface="Times New Roman" panose="02020603050405020304" pitchFamily="18" charset="0"/>
              </a:rPr>
              <a:t>the </a:t>
            </a:r>
            <a:r>
              <a:rPr sz="1800" spc="-86" dirty="0">
                <a:latin typeface="Times New Roman" panose="02020603050405020304" pitchFamily="18" charset="0"/>
                <a:cs typeface="Times New Roman" panose="02020603050405020304" pitchFamily="18" charset="0"/>
              </a:rPr>
              <a:t>motherboard, </a:t>
            </a:r>
            <a:r>
              <a:rPr sz="1800" spc="-23" dirty="0">
                <a:latin typeface="Times New Roman" panose="02020603050405020304" pitchFamily="18" charset="0"/>
                <a:cs typeface="Times New Roman" panose="02020603050405020304" pitchFamily="18" charset="0"/>
              </a:rPr>
              <a:t>CPU, </a:t>
            </a:r>
            <a:r>
              <a:rPr sz="1800" spc="-533" dirty="0">
                <a:latin typeface="Times New Roman" panose="02020603050405020304" pitchFamily="18" charset="0"/>
                <a:cs typeface="Times New Roman" panose="02020603050405020304" pitchFamily="18" charset="0"/>
              </a:rPr>
              <a:t> </a:t>
            </a:r>
            <a:r>
              <a:rPr sz="1800" spc="-60" dirty="0">
                <a:latin typeface="Times New Roman" panose="02020603050405020304" pitchFamily="18" charset="0"/>
                <a:cs typeface="Times New Roman" panose="02020603050405020304" pitchFamily="18" charset="0"/>
              </a:rPr>
              <a:t>memory </a:t>
            </a:r>
            <a:r>
              <a:rPr sz="1800" spc="-116" dirty="0">
                <a:latin typeface="Times New Roman" panose="02020603050405020304" pitchFamily="18" charset="0"/>
                <a:cs typeface="Times New Roman" panose="02020603050405020304" pitchFamily="18" charset="0"/>
              </a:rPr>
              <a:t>and</a:t>
            </a:r>
            <a:r>
              <a:rPr sz="1800" spc="-113" dirty="0">
                <a:latin typeface="Times New Roman" panose="02020603050405020304" pitchFamily="18" charset="0"/>
                <a:cs typeface="Times New Roman" panose="02020603050405020304" pitchFamily="18" charset="0"/>
              </a:rPr>
              <a:t> </a:t>
            </a:r>
            <a:r>
              <a:rPr sz="1800" spc="-56" dirty="0">
                <a:latin typeface="Times New Roman" panose="02020603050405020304" pitchFamily="18" charset="0"/>
                <a:cs typeface="Times New Roman" panose="02020603050405020304" pitchFamily="18" charset="0"/>
              </a:rPr>
              <a:t>IO-controllers. </a:t>
            </a:r>
            <a:r>
              <a:rPr sz="1800" spc="-38" dirty="0">
                <a:latin typeface="Times New Roman" panose="02020603050405020304" pitchFamily="18" charset="0"/>
                <a:cs typeface="Times New Roman" panose="02020603050405020304" pitchFamily="18" charset="0"/>
              </a:rPr>
              <a:t>It's </a:t>
            </a:r>
            <a:r>
              <a:rPr sz="1800" spc="-75" dirty="0">
                <a:latin typeface="Times New Roman" panose="02020603050405020304" pitchFamily="18" charset="0"/>
                <a:cs typeface="Times New Roman" panose="02020603050405020304" pitchFamily="18" charset="0"/>
              </a:rPr>
              <a:t>considered </a:t>
            </a:r>
            <a:r>
              <a:rPr sz="1800" spc="-180" dirty="0">
                <a:latin typeface="Times New Roman" panose="02020603050405020304" pitchFamily="18" charset="0"/>
                <a:cs typeface="Times New Roman" panose="02020603050405020304" pitchFamily="18" charset="0"/>
              </a:rPr>
              <a:t>a</a:t>
            </a:r>
            <a:r>
              <a:rPr sz="1800" spc="180" dirty="0">
                <a:latin typeface="Times New Roman" panose="02020603050405020304" pitchFamily="18" charset="0"/>
                <a:cs typeface="Times New Roman" panose="02020603050405020304" pitchFamily="18" charset="0"/>
              </a:rPr>
              <a:t> </a:t>
            </a:r>
            <a:r>
              <a:rPr sz="1800" spc="-120" dirty="0">
                <a:latin typeface="Times New Roman" panose="02020603050405020304" pitchFamily="18" charset="0"/>
                <a:cs typeface="Times New Roman" panose="02020603050405020304" pitchFamily="18" charset="0"/>
              </a:rPr>
              <a:t>bare-metal</a:t>
            </a:r>
            <a:r>
              <a:rPr sz="1800" spc="304" dirty="0">
                <a:latin typeface="Times New Roman" panose="02020603050405020304" pitchFamily="18" charset="0"/>
                <a:cs typeface="Times New Roman" panose="02020603050405020304" pitchFamily="18" charset="0"/>
              </a:rPr>
              <a:t> </a:t>
            </a:r>
            <a:r>
              <a:rPr sz="1800" spc="-60" dirty="0">
                <a:latin typeface="Times New Roman" panose="02020603050405020304" pitchFamily="18" charset="0"/>
                <a:cs typeface="Times New Roman" panose="02020603050405020304" pitchFamily="18" charset="0"/>
              </a:rPr>
              <a:t>server </a:t>
            </a:r>
            <a:r>
              <a:rPr sz="1800" spc="-109" dirty="0">
                <a:latin typeface="Times New Roman" panose="02020603050405020304" pitchFamily="18" charset="0"/>
                <a:cs typeface="Times New Roman" panose="02020603050405020304" pitchFamily="18" charset="0"/>
              </a:rPr>
              <a:t>because </a:t>
            </a:r>
            <a:r>
              <a:rPr sz="1800" spc="-105" dirty="0">
                <a:latin typeface="Times New Roman" panose="02020603050405020304" pitchFamily="18" charset="0"/>
                <a:cs typeface="Times New Roman" panose="02020603050405020304" pitchFamily="18" charset="0"/>
              </a:rPr>
              <a:t> </a:t>
            </a:r>
            <a:r>
              <a:rPr sz="1800" spc="-94" dirty="0">
                <a:latin typeface="Times New Roman" panose="02020603050405020304" pitchFamily="18" charset="0"/>
                <a:cs typeface="Times New Roman" panose="02020603050405020304" pitchFamily="18" charset="0"/>
              </a:rPr>
              <a:t>its</a:t>
            </a:r>
            <a:r>
              <a:rPr sz="1800" spc="-45" dirty="0">
                <a:latin typeface="Times New Roman" panose="02020603050405020304" pitchFamily="18" charset="0"/>
                <a:cs typeface="Times New Roman" panose="02020603050405020304" pitchFamily="18" charset="0"/>
              </a:rPr>
              <a:t> </a:t>
            </a:r>
            <a:r>
              <a:rPr sz="1800" spc="-94" dirty="0">
                <a:latin typeface="Times New Roman" panose="02020603050405020304" pitchFamily="18" charset="0"/>
                <a:cs typeface="Times New Roman" panose="02020603050405020304" pitchFamily="18" charset="0"/>
              </a:rPr>
              <a:t>hardware</a:t>
            </a:r>
            <a:r>
              <a:rPr sz="1800" spc="-34" dirty="0">
                <a:latin typeface="Times New Roman" panose="02020603050405020304" pitchFamily="18" charset="0"/>
                <a:cs typeface="Times New Roman" panose="02020603050405020304" pitchFamily="18" charset="0"/>
              </a:rPr>
              <a:t> </a:t>
            </a:r>
            <a:r>
              <a:rPr sz="1800" spc="-79" dirty="0">
                <a:latin typeface="Times New Roman" panose="02020603050405020304" pitchFamily="18" charset="0"/>
                <a:cs typeface="Times New Roman" panose="02020603050405020304" pitchFamily="18" charset="0"/>
              </a:rPr>
              <a:t>is</a:t>
            </a:r>
            <a:r>
              <a:rPr sz="1800" spc="-45" dirty="0">
                <a:latin typeface="Times New Roman" panose="02020603050405020304" pitchFamily="18" charset="0"/>
                <a:cs typeface="Times New Roman" panose="02020603050405020304" pitchFamily="18" charset="0"/>
              </a:rPr>
              <a:t> </a:t>
            </a:r>
            <a:r>
              <a:rPr sz="1800" spc="-83" dirty="0">
                <a:latin typeface="Times New Roman" panose="02020603050405020304" pitchFamily="18" charset="0"/>
                <a:cs typeface="Times New Roman" panose="02020603050405020304" pitchFamily="18" charset="0"/>
              </a:rPr>
              <a:t>used</a:t>
            </a:r>
            <a:r>
              <a:rPr sz="1800" spc="-49" dirty="0">
                <a:latin typeface="Times New Roman" panose="02020603050405020304" pitchFamily="18" charset="0"/>
                <a:cs typeface="Times New Roman" panose="02020603050405020304" pitchFamily="18" charset="0"/>
              </a:rPr>
              <a:t> </a:t>
            </a:r>
            <a:r>
              <a:rPr sz="1800" spc="-101" dirty="0">
                <a:latin typeface="Times New Roman" panose="02020603050405020304" pitchFamily="18" charset="0"/>
                <a:cs typeface="Times New Roman" panose="02020603050405020304" pitchFamily="18" charset="0"/>
              </a:rPr>
              <a:t>directly</a:t>
            </a:r>
            <a:r>
              <a:rPr sz="1800" spc="-60" dirty="0">
                <a:latin typeface="Times New Roman" panose="02020603050405020304" pitchFamily="18" charset="0"/>
                <a:cs typeface="Times New Roman" panose="02020603050405020304" pitchFamily="18" charset="0"/>
              </a:rPr>
              <a:t> </a:t>
            </a:r>
            <a:r>
              <a:rPr sz="1800" spc="-113" dirty="0">
                <a:latin typeface="Times New Roman" panose="02020603050405020304" pitchFamily="18" charset="0"/>
                <a:cs typeface="Times New Roman" panose="02020603050405020304" pitchFamily="18" charset="0"/>
              </a:rPr>
              <a:t>by</a:t>
            </a:r>
            <a:r>
              <a:rPr sz="1800" spc="-41" dirty="0">
                <a:latin typeface="Times New Roman" panose="02020603050405020304" pitchFamily="18" charset="0"/>
                <a:cs typeface="Times New Roman" panose="02020603050405020304" pitchFamily="18" charset="0"/>
              </a:rPr>
              <a:t> </a:t>
            </a:r>
            <a:r>
              <a:rPr sz="1800" spc="-135" dirty="0">
                <a:latin typeface="Times New Roman" panose="02020603050405020304" pitchFamily="18" charset="0"/>
                <a:cs typeface="Times New Roman" panose="02020603050405020304" pitchFamily="18" charset="0"/>
              </a:rPr>
              <a:t>an</a:t>
            </a:r>
            <a:r>
              <a:rPr sz="1800" spc="-38" dirty="0">
                <a:latin typeface="Times New Roman" panose="02020603050405020304" pitchFamily="18" charset="0"/>
                <a:cs typeface="Times New Roman" panose="02020603050405020304" pitchFamily="18" charset="0"/>
              </a:rPr>
              <a:t> </a:t>
            </a:r>
            <a:r>
              <a:rPr sz="1800" spc="113" dirty="0">
                <a:latin typeface="Times New Roman" panose="02020603050405020304" pitchFamily="18" charset="0"/>
                <a:cs typeface="Times New Roman" panose="02020603050405020304" pitchFamily="18" charset="0"/>
              </a:rPr>
              <a:t>OS</a:t>
            </a:r>
            <a:r>
              <a:rPr sz="1800" spc="-56" dirty="0">
                <a:latin typeface="Times New Roman" panose="02020603050405020304" pitchFamily="18" charset="0"/>
                <a:cs typeface="Times New Roman" panose="02020603050405020304" pitchFamily="18" charset="0"/>
              </a:rPr>
              <a:t> </a:t>
            </a:r>
            <a:r>
              <a:rPr sz="1800" spc="-109" dirty="0">
                <a:latin typeface="Times New Roman" panose="02020603050405020304" pitchFamily="18" charset="0"/>
                <a:cs typeface="Times New Roman" panose="02020603050405020304" pitchFamily="18" charset="0"/>
              </a:rPr>
              <a:t>instead</a:t>
            </a:r>
            <a:r>
              <a:rPr sz="1800" spc="-41" dirty="0">
                <a:latin typeface="Times New Roman" panose="02020603050405020304" pitchFamily="18" charset="0"/>
                <a:cs typeface="Times New Roman" panose="02020603050405020304" pitchFamily="18" charset="0"/>
              </a:rPr>
              <a:t> </a:t>
            </a:r>
            <a:r>
              <a:rPr sz="1800" spc="-98" dirty="0">
                <a:latin typeface="Times New Roman" panose="02020603050405020304" pitchFamily="18" charset="0"/>
                <a:cs typeface="Times New Roman" panose="02020603050405020304" pitchFamily="18" charset="0"/>
              </a:rPr>
              <a:t>of</a:t>
            </a:r>
            <a:r>
              <a:rPr sz="1800" spc="-38" dirty="0">
                <a:latin typeface="Times New Roman" panose="02020603050405020304" pitchFamily="18" charset="0"/>
                <a:cs typeface="Times New Roman" panose="02020603050405020304" pitchFamily="18" charset="0"/>
              </a:rPr>
              <a:t> </a:t>
            </a:r>
            <a:r>
              <a:rPr sz="1800" spc="-180" dirty="0">
                <a:latin typeface="Times New Roman" panose="02020603050405020304" pitchFamily="18" charset="0"/>
                <a:cs typeface="Times New Roman" panose="02020603050405020304" pitchFamily="18" charset="0"/>
              </a:rPr>
              <a:t>a</a:t>
            </a:r>
            <a:r>
              <a:rPr sz="1800" spc="-45" dirty="0">
                <a:latin typeface="Times New Roman" panose="02020603050405020304" pitchFamily="18" charset="0"/>
                <a:cs typeface="Times New Roman" panose="02020603050405020304" pitchFamily="18" charset="0"/>
              </a:rPr>
              <a:t> </a:t>
            </a:r>
            <a:r>
              <a:rPr sz="1800" spc="-101" dirty="0">
                <a:latin typeface="Times New Roman" panose="02020603050405020304" pitchFamily="18" charset="0"/>
                <a:cs typeface="Times New Roman" panose="02020603050405020304" pitchFamily="18" charset="0"/>
              </a:rPr>
              <a:t>virtualization</a:t>
            </a:r>
            <a:r>
              <a:rPr sz="1800" spc="-53" dirty="0">
                <a:latin typeface="Times New Roman" panose="02020603050405020304" pitchFamily="18" charset="0"/>
                <a:cs typeface="Times New Roman" panose="02020603050405020304" pitchFamily="18" charset="0"/>
              </a:rPr>
              <a:t> </a:t>
            </a:r>
            <a:r>
              <a:rPr sz="1800" spc="-124" dirty="0">
                <a:latin typeface="Times New Roman" panose="02020603050405020304" pitchFamily="18" charset="0"/>
                <a:cs typeface="Times New Roman" panose="02020603050405020304" pitchFamily="18" charset="0"/>
              </a:rPr>
              <a:t>platform.</a:t>
            </a:r>
            <a:endParaRPr sz="1800" dirty="0">
              <a:latin typeface="Times New Roman" panose="02020603050405020304" pitchFamily="18" charset="0"/>
              <a:cs typeface="Times New Roman" panose="02020603050405020304" pitchFamily="18" charset="0"/>
            </a:endParaRPr>
          </a:p>
          <a:p>
            <a:pPr marL="180499" marR="26670" indent="-171450" algn="just">
              <a:lnSpc>
                <a:spcPct val="150000"/>
              </a:lnSpc>
              <a:spcBef>
                <a:spcPts val="746"/>
              </a:spcBef>
              <a:buClr>
                <a:srgbClr val="B71E42"/>
              </a:buClr>
              <a:buFont typeface="Arial MT"/>
              <a:buChar char="•"/>
              <a:tabLst>
                <a:tab pos="180975" algn="l"/>
              </a:tabLst>
            </a:pPr>
            <a:r>
              <a:rPr sz="1800" b="1" i="1" spc="19" dirty="0">
                <a:uFill>
                  <a:solidFill>
                    <a:srgbClr val="000000"/>
                  </a:solidFill>
                </a:uFill>
                <a:latin typeface="Times New Roman" panose="02020603050405020304" pitchFamily="18" charset="0"/>
                <a:cs typeface="Times New Roman" panose="02020603050405020304" pitchFamily="18" charset="0"/>
              </a:rPr>
              <a:t>A </a:t>
            </a:r>
            <a:r>
              <a:rPr sz="1800" b="1" i="1" spc="-94" dirty="0">
                <a:uFill>
                  <a:solidFill>
                    <a:srgbClr val="000000"/>
                  </a:solidFill>
                </a:uFill>
                <a:latin typeface="Times New Roman" panose="02020603050405020304" pitchFamily="18" charset="0"/>
                <a:cs typeface="Times New Roman" panose="02020603050405020304" pitchFamily="18" charset="0"/>
              </a:rPr>
              <a:t>physical </a:t>
            </a:r>
            <a:r>
              <a:rPr sz="1800" b="1" i="1" spc="-124" dirty="0">
                <a:uFill>
                  <a:solidFill>
                    <a:srgbClr val="000000"/>
                  </a:solidFill>
                </a:uFill>
                <a:latin typeface="Times New Roman" panose="02020603050405020304" pitchFamily="18" charset="0"/>
                <a:cs typeface="Times New Roman" panose="02020603050405020304" pitchFamily="18" charset="0"/>
              </a:rPr>
              <a:t>server </a:t>
            </a:r>
            <a:r>
              <a:rPr sz="1800" b="1" i="1" spc="-139" dirty="0">
                <a:uFill>
                  <a:solidFill>
                    <a:srgbClr val="000000"/>
                  </a:solidFill>
                </a:uFill>
                <a:latin typeface="Times New Roman" panose="02020603050405020304" pitchFamily="18" charset="0"/>
                <a:cs typeface="Times New Roman" panose="02020603050405020304" pitchFamily="18" charset="0"/>
              </a:rPr>
              <a:t>is </a:t>
            </a:r>
            <a:r>
              <a:rPr sz="1800" b="1" i="1" spc="-86" dirty="0">
                <a:uFill>
                  <a:solidFill>
                    <a:srgbClr val="000000"/>
                  </a:solidFill>
                </a:uFill>
                <a:latin typeface="Times New Roman" panose="02020603050405020304" pitchFamily="18" charset="0"/>
                <a:cs typeface="Times New Roman" panose="02020603050405020304" pitchFamily="18" charset="0"/>
              </a:rPr>
              <a:t>used </a:t>
            </a:r>
            <a:r>
              <a:rPr sz="1800" b="1" i="1" spc="-75" dirty="0">
                <a:uFill>
                  <a:solidFill>
                    <a:srgbClr val="000000"/>
                  </a:solidFill>
                </a:uFill>
                <a:latin typeface="Times New Roman" panose="02020603050405020304" pitchFamily="18" charset="0"/>
                <a:cs typeface="Times New Roman" panose="02020603050405020304" pitchFamily="18" charset="0"/>
              </a:rPr>
              <a:t>to </a:t>
            </a:r>
            <a:r>
              <a:rPr sz="1800" b="1" i="1" spc="-64" dirty="0">
                <a:uFill>
                  <a:solidFill>
                    <a:srgbClr val="000000"/>
                  </a:solidFill>
                </a:uFill>
                <a:latin typeface="Times New Roman" panose="02020603050405020304" pitchFamily="18" charset="0"/>
                <a:cs typeface="Times New Roman" panose="02020603050405020304" pitchFamily="18" charset="0"/>
              </a:rPr>
              <a:t>run </a:t>
            </a:r>
            <a:r>
              <a:rPr sz="1800" b="1" i="1" spc="-75" dirty="0">
                <a:uFill>
                  <a:solidFill>
                    <a:srgbClr val="000000"/>
                  </a:solidFill>
                </a:uFill>
                <a:latin typeface="Times New Roman" panose="02020603050405020304" pitchFamily="18" charset="0"/>
                <a:cs typeface="Times New Roman" panose="02020603050405020304" pitchFamily="18" charset="0"/>
              </a:rPr>
              <a:t>a </a:t>
            </a:r>
            <a:r>
              <a:rPr sz="1800" b="1" i="1" spc="-94" dirty="0">
                <a:uFill>
                  <a:solidFill>
                    <a:srgbClr val="000000"/>
                  </a:solidFill>
                </a:uFill>
                <a:latin typeface="Times New Roman" panose="02020603050405020304" pitchFamily="18" charset="0"/>
                <a:cs typeface="Times New Roman" panose="02020603050405020304" pitchFamily="18" charset="0"/>
              </a:rPr>
              <a:t>single </a:t>
            </a:r>
            <a:r>
              <a:rPr sz="1800" b="1" i="1" spc="-83" dirty="0">
                <a:uFill>
                  <a:solidFill>
                    <a:srgbClr val="000000"/>
                  </a:solidFill>
                </a:uFill>
                <a:latin typeface="Times New Roman" panose="02020603050405020304" pitchFamily="18" charset="0"/>
                <a:cs typeface="Times New Roman" panose="02020603050405020304" pitchFamily="18" charset="0"/>
              </a:rPr>
              <a:t>instance </a:t>
            </a:r>
            <a:r>
              <a:rPr sz="1800" b="1" i="1" spc="-79" dirty="0">
                <a:uFill>
                  <a:solidFill>
                    <a:srgbClr val="000000"/>
                  </a:solidFill>
                </a:uFill>
                <a:latin typeface="Times New Roman" panose="02020603050405020304" pitchFamily="18" charset="0"/>
                <a:cs typeface="Times New Roman" panose="02020603050405020304" pitchFamily="18" charset="0"/>
              </a:rPr>
              <a:t>of </a:t>
            </a:r>
            <a:r>
              <a:rPr sz="1800" b="1" i="1" spc="-56" dirty="0">
                <a:uFill>
                  <a:solidFill>
                    <a:srgbClr val="000000"/>
                  </a:solidFill>
                </a:uFill>
                <a:latin typeface="Times New Roman" panose="02020603050405020304" pitchFamily="18" charset="0"/>
                <a:cs typeface="Times New Roman" panose="02020603050405020304" pitchFamily="18" charset="0"/>
              </a:rPr>
              <a:t>an </a:t>
            </a:r>
            <a:r>
              <a:rPr sz="1800" b="1" i="1" dirty="0">
                <a:uFill>
                  <a:solidFill>
                    <a:srgbClr val="000000"/>
                  </a:solidFill>
                </a:uFill>
                <a:latin typeface="Times New Roman" panose="02020603050405020304" pitchFamily="18" charset="0"/>
                <a:cs typeface="Times New Roman" panose="02020603050405020304" pitchFamily="18" charset="0"/>
              </a:rPr>
              <a:t>OS</a:t>
            </a:r>
            <a:r>
              <a:rPr sz="1800" dirty="0">
                <a:latin typeface="Times New Roman" panose="02020603050405020304" pitchFamily="18" charset="0"/>
                <a:cs typeface="Times New Roman" panose="02020603050405020304" pitchFamily="18" charset="0"/>
              </a:rPr>
              <a:t>. </a:t>
            </a:r>
            <a:r>
              <a:rPr sz="1800" spc="-86" dirty="0">
                <a:latin typeface="Times New Roman" panose="02020603050405020304" pitchFamily="18" charset="0"/>
                <a:cs typeface="Times New Roman" panose="02020603050405020304" pitchFamily="18" charset="0"/>
              </a:rPr>
              <a:t>It </a:t>
            </a:r>
            <a:r>
              <a:rPr sz="1800" spc="-53" dirty="0">
                <a:latin typeface="Times New Roman" panose="02020603050405020304" pitchFamily="18" charset="0"/>
                <a:cs typeface="Times New Roman" panose="02020603050405020304" pitchFamily="18" charset="0"/>
              </a:rPr>
              <a:t>runs</a:t>
            </a:r>
            <a:r>
              <a:rPr sz="1800" spc="-49" dirty="0">
                <a:latin typeface="Times New Roman" panose="02020603050405020304" pitchFamily="18" charset="0"/>
                <a:cs typeface="Times New Roman" panose="02020603050405020304" pitchFamily="18" charset="0"/>
              </a:rPr>
              <a:t> </a:t>
            </a:r>
            <a:r>
              <a:rPr sz="1800" spc="-38" dirty="0">
                <a:latin typeface="Times New Roman" panose="02020603050405020304" pitchFamily="18" charset="0"/>
                <a:cs typeface="Times New Roman" panose="02020603050405020304" pitchFamily="18" charset="0"/>
              </a:rPr>
              <a:t>Windows, </a:t>
            </a:r>
            <a:r>
              <a:rPr sz="1800" spc="-71" dirty="0">
                <a:latin typeface="Times New Roman" panose="02020603050405020304" pitchFamily="18" charset="0"/>
                <a:cs typeface="Times New Roman" panose="02020603050405020304" pitchFamily="18" charset="0"/>
              </a:rPr>
              <a:t>Linux </a:t>
            </a:r>
            <a:r>
              <a:rPr sz="1800" spc="15" dirty="0">
                <a:latin typeface="Times New Roman" panose="02020603050405020304" pitchFamily="18" charset="0"/>
                <a:cs typeface="Times New Roman" panose="02020603050405020304" pitchFamily="18" charset="0"/>
              </a:rPr>
              <a:t>or </a:t>
            </a:r>
            <a:r>
              <a:rPr sz="1800" spc="-79" dirty="0">
                <a:latin typeface="Times New Roman" panose="02020603050405020304" pitchFamily="18" charset="0"/>
                <a:cs typeface="Times New Roman" panose="02020603050405020304" pitchFamily="18" charset="0"/>
              </a:rPr>
              <a:t>another </a:t>
            </a:r>
            <a:r>
              <a:rPr sz="1800" spc="113" dirty="0">
                <a:latin typeface="Times New Roman" panose="02020603050405020304" pitchFamily="18" charset="0"/>
                <a:cs typeface="Times New Roman" panose="02020603050405020304" pitchFamily="18" charset="0"/>
              </a:rPr>
              <a:t>OS </a:t>
            </a:r>
            <a:r>
              <a:rPr sz="1800" spc="-153" dirty="0">
                <a:latin typeface="Times New Roman" panose="02020603050405020304" pitchFamily="18" charset="0"/>
                <a:cs typeface="Times New Roman" panose="02020603050405020304" pitchFamily="18" charset="0"/>
              </a:rPr>
              <a:t>and, </a:t>
            </a:r>
            <a:r>
              <a:rPr sz="1800" spc="-75" dirty="0">
                <a:latin typeface="Times New Roman" panose="02020603050405020304" pitchFamily="18" charset="0"/>
                <a:cs typeface="Times New Roman" panose="02020603050405020304" pitchFamily="18" charset="0"/>
              </a:rPr>
              <a:t>very </a:t>
            </a:r>
            <a:r>
              <a:rPr sz="1800" spc="-131" dirty="0">
                <a:latin typeface="Times New Roman" panose="02020603050405020304" pitchFamily="18" charset="0"/>
                <a:cs typeface="Times New Roman" panose="02020603050405020304" pitchFamily="18" charset="0"/>
              </a:rPr>
              <a:t>often, </a:t>
            </a:r>
            <a:r>
              <a:rPr sz="1800" spc="-60" dirty="0">
                <a:latin typeface="Times New Roman" panose="02020603050405020304" pitchFamily="18" charset="0"/>
                <a:cs typeface="Times New Roman" panose="02020603050405020304" pitchFamily="18" charset="0"/>
              </a:rPr>
              <a:t>it's </a:t>
            </a:r>
            <a:r>
              <a:rPr sz="1800" spc="-83" dirty="0">
                <a:latin typeface="Times New Roman" panose="02020603050405020304" pitchFamily="18" charset="0"/>
                <a:cs typeface="Times New Roman" panose="02020603050405020304" pitchFamily="18" charset="0"/>
              </a:rPr>
              <a:t>used </a:t>
            </a:r>
            <a:r>
              <a:rPr sz="1800" spc="-49" dirty="0">
                <a:latin typeface="Times New Roman" panose="02020603050405020304" pitchFamily="18" charset="0"/>
                <a:cs typeface="Times New Roman" panose="02020603050405020304" pitchFamily="18" charset="0"/>
              </a:rPr>
              <a:t>to </a:t>
            </a:r>
            <a:r>
              <a:rPr sz="1800" spc="-53" dirty="0">
                <a:latin typeface="Times New Roman" panose="02020603050405020304" pitchFamily="18" charset="0"/>
                <a:cs typeface="Times New Roman" panose="02020603050405020304" pitchFamily="18" charset="0"/>
              </a:rPr>
              <a:t>run </a:t>
            </a:r>
            <a:r>
              <a:rPr sz="1800" spc="-180" dirty="0">
                <a:latin typeface="Times New Roman" panose="02020603050405020304" pitchFamily="18" charset="0"/>
                <a:cs typeface="Times New Roman" panose="02020603050405020304" pitchFamily="18" charset="0"/>
              </a:rPr>
              <a:t>a </a:t>
            </a:r>
            <a:r>
              <a:rPr sz="1800" spc="-113" dirty="0">
                <a:latin typeface="Times New Roman" panose="02020603050405020304" pitchFamily="18" charset="0"/>
                <a:cs typeface="Times New Roman" panose="02020603050405020304" pitchFamily="18" charset="0"/>
              </a:rPr>
              <a:t>single </a:t>
            </a:r>
            <a:r>
              <a:rPr sz="1800" spc="-109" dirty="0">
                <a:latin typeface="Times New Roman" panose="02020603050405020304" pitchFamily="18" charset="0"/>
                <a:cs typeface="Times New Roman" panose="02020603050405020304" pitchFamily="18" charset="0"/>
              </a:rPr>
              <a:t> </a:t>
            </a:r>
            <a:r>
              <a:rPr sz="1800" spc="-127" dirty="0">
                <a:latin typeface="Times New Roman" panose="02020603050405020304" pitchFamily="18" charset="0"/>
                <a:cs typeface="Times New Roman" panose="02020603050405020304" pitchFamily="18" charset="0"/>
              </a:rPr>
              <a:t>application.</a:t>
            </a:r>
            <a:endParaRPr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080482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spcFirstLastPara="1" vert="horz" wrap="square" lIns="0" tIns="10001" rIns="0" bIns="0" rtlCol="0" anchor="ctr" anchorCtr="0">
            <a:spAutoFit/>
          </a:bodyPr>
          <a:lstStyle/>
          <a:p>
            <a:pPr marL="9525">
              <a:spcBef>
                <a:spcPts val="79"/>
              </a:spcBef>
            </a:pPr>
            <a:r>
              <a:rPr sz="2400" spc="236" dirty="0"/>
              <a:t>PHYSICAL</a:t>
            </a:r>
            <a:r>
              <a:rPr sz="2400" spc="-98" dirty="0"/>
              <a:t> </a:t>
            </a:r>
            <a:r>
              <a:rPr lang="en-IN" sz="2400" spc="-98" dirty="0"/>
              <a:t> </a:t>
            </a:r>
            <a:r>
              <a:rPr sz="2400" spc="153" dirty="0"/>
              <a:t>SERVER</a:t>
            </a:r>
            <a:endParaRPr sz="2400" dirty="0"/>
          </a:p>
        </p:txBody>
      </p:sp>
      <p:sp>
        <p:nvSpPr>
          <p:cNvPr id="3" name="object 3"/>
          <p:cNvSpPr txBox="1"/>
          <p:nvPr/>
        </p:nvSpPr>
        <p:spPr>
          <a:xfrm>
            <a:off x="786184" y="1147458"/>
            <a:ext cx="7717631" cy="3110467"/>
          </a:xfrm>
          <a:prstGeom prst="rect">
            <a:avLst/>
          </a:prstGeom>
        </p:spPr>
        <p:txBody>
          <a:bodyPr vert="horz" wrap="square" lIns="0" tIns="9525" rIns="0" bIns="0" rtlCol="0">
            <a:spAutoFit/>
          </a:bodyPr>
          <a:lstStyle/>
          <a:p>
            <a:pPr marL="180499" marR="5239" indent="-171450" algn="just">
              <a:lnSpc>
                <a:spcPct val="150000"/>
              </a:lnSpc>
              <a:spcBef>
                <a:spcPts val="75"/>
              </a:spcBef>
              <a:buClr>
                <a:srgbClr val="B71E42"/>
              </a:buClr>
              <a:buFont typeface="Arial MT"/>
              <a:buChar char="•"/>
              <a:tabLst>
                <a:tab pos="180975" algn="l"/>
              </a:tabLst>
            </a:pPr>
            <a:r>
              <a:rPr sz="1800" spc="139" dirty="0">
                <a:latin typeface="Times New Roman" panose="02020603050405020304" pitchFamily="18" charset="0"/>
                <a:cs typeface="Times New Roman" panose="02020603050405020304" pitchFamily="18" charset="0"/>
              </a:rPr>
              <a:t>A </a:t>
            </a:r>
            <a:r>
              <a:rPr sz="1800" b="1" spc="-116" dirty="0">
                <a:latin typeface="Times New Roman" panose="02020603050405020304" pitchFamily="18" charset="0"/>
                <a:cs typeface="Times New Roman" panose="02020603050405020304" pitchFamily="18" charset="0"/>
              </a:rPr>
              <a:t>physical </a:t>
            </a:r>
            <a:r>
              <a:rPr sz="1800" b="1" spc="-113" dirty="0">
                <a:latin typeface="Times New Roman" panose="02020603050405020304" pitchFamily="18" charset="0"/>
                <a:cs typeface="Times New Roman" panose="02020603050405020304" pitchFamily="18" charset="0"/>
              </a:rPr>
              <a:t>server</a:t>
            </a:r>
            <a:r>
              <a:rPr sz="1800" spc="-113" dirty="0">
                <a:latin typeface="Times New Roman" panose="02020603050405020304" pitchFamily="18" charset="0"/>
                <a:cs typeface="Times New Roman" panose="02020603050405020304" pitchFamily="18" charset="0"/>
              </a:rPr>
              <a:t>, </a:t>
            </a:r>
            <a:r>
              <a:rPr sz="1800" spc="-83" dirty="0">
                <a:latin typeface="Times New Roman" panose="02020603050405020304" pitchFamily="18" charset="0"/>
                <a:cs typeface="Times New Roman" panose="02020603050405020304" pitchFamily="18" charset="0"/>
              </a:rPr>
              <a:t>also </a:t>
            </a:r>
            <a:r>
              <a:rPr sz="1800" spc="-56" dirty="0">
                <a:latin typeface="Times New Roman" panose="02020603050405020304" pitchFamily="18" charset="0"/>
                <a:cs typeface="Times New Roman" panose="02020603050405020304" pitchFamily="18" charset="0"/>
              </a:rPr>
              <a:t>known </a:t>
            </a:r>
            <a:r>
              <a:rPr sz="1800" spc="-109" dirty="0">
                <a:latin typeface="Times New Roman" panose="02020603050405020304" pitchFamily="18" charset="0"/>
                <a:cs typeface="Times New Roman" panose="02020603050405020304" pitchFamily="18" charset="0"/>
              </a:rPr>
              <a:t>as </a:t>
            </a:r>
            <a:r>
              <a:rPr sz="1800" spc="-180" dirty="0">
                <a:latin typeface="Times New Roman" panose="02020603050405020304" pitchFamily="18" charset="0"/>
                <a:cs typeface="Times New Roman" panose="02020603050405020304" pitchFamily="18" charset="0"/>
              </a:rPr>
              <a:t>a </a:t>
            </a:r>
            <a:r>
              <a:rPr sz="1800" spc="-131" dirty="0">
                <a:latin typeface="Times New Roman" panose="02020603050405020304" pitchFamily="18" charset="0"/>
                <a:cs typeface="Times New Roman" panose="02020603050405020304" pitchFamily="18" charset="0"/>
              </a:rPr>
              <a:t>‘</a:t>
            </a:r>
            <a:r>
              <a:rPr sz="1800" b="1" spc="-131" dirty="0">
                <a:latin typeface="Times New Roman" panose="02020603050405020304" pitchFamily="18" charset="0"/>
                <a:cs typeface="Times New Roman" panose="02020603050405020304" pitchFamily="18" charset="0"/>
              </a:rPr>
              <a:t>bare-metal </a:t>
            </a:r>
            <a:r>
              <a:rPr sz="1800" b="1" spc="-153" dirty="0">
                <a:latin typeface="Times New Roman" panose="02020603050405020304" pitchFamily="18" charset="0"/>
                <a:cs typeface="Times New Roman" panose="02020603050405020304" pitchFamily="18" charset="0"/>
              </a:rPr>
              <a:t>server</a:t>
            </a:r>
            <a:r>
              <a:rPr sz="1800" spc="-153" dirty="0">
                <a:latin typeface="Times New Roman" panose="02020603050405020304" pitchFamily="18" charset="0"/>
                <a:cs typeface="Times New Roman" panose="02020603050405020304" pitchFamily="18" charset="0"/>
              </a:rPr>
              <a:t>,’ </a:t>
            </a:r>
            <a:r>
              <a:rPr sz="1800" spc="-79" dirty="0">
                <a:latin typeface="Times New Roman" panose="02020603050405020304" pitchFamily="18" charset="0"/>
                <a:cs typeface="Times New Roman" panose="02020603050405020304" pitchFamily="18" charset="0"/>
              </a:rPr>
              <a:t>is </a:t>
            </a:r>
            <a:r>
              <a:rPr sz="1800" spc="-180" dirty="0">
                <a:latin typeface="Times New Roman" panose="02020603050405020304" pitchFamily="18" charset="0"/>
                <a:cs typeface="Times New Roman" panose="02020603050405020304" pitchFamily="18" charset="0"/>
              </a:rPr>
              <a:t>a </a:t>
            </a:r>
            <a:r>
              <a:rPr sz="1800" spc="-109" dirty="0">
                <a:latin typeface="Times New Roman" panose="02020603050405020304" pitchFamily="18" charset="0"/>
                <a:cs typeface="Times New Roman" panose="02020603050405020304" pitchFamily="18" charset="0"/>
              </a:rPr>
              <a:t>single-tenant </a:t>
            </a:r>
            <a:r>
              <a:rPr sz="1800" spc="-79" dirty="0">
                <a:latin typeface="Times New Roman" panose="02020603050405020304" pitchFamily="18" charset="0"/>
                <a:cs typeface="Times New Roman" panose="02020603050405020304" pitchFamily="18" charset="0"/>
              </a:rPr>
              <a:t>computer</a:t>
            </a:r>
            <a:r>
              <a:rPr lang="en-IN" sz="1800" spc="-79" dirty="0">
                <a:latin typeface="Times New Roman" panose="02020603050405020304" pitchFamily="18" charset="0"/>
                <a:cs typeface="Times New Roman" panose="02020603050405020304" pitchFamily="18" charset="0"/>
              </a:rPr>
              <a:t> </a:t>
            </a:r>
            <a:r>
              <a:rPr sz="1800" spc="-113" dirty="0">
                <a:latin typeface="Times New Roman" panose="02020603050405020304" pitchFamily="18" charset="0"/>
                <a:cs typeface="Times New Roman" panose="02020603050405020304" pitchFamily="18" charset="0"/>
              </a:rPr>
              <a:t>server,</a:t>
            </a:r>
            <a:r>
              <a:rPr sz="1800" spc="-233" dirty="0">
                <a:latin typeface="Times New Roman" panose="02020603050405020304" pitchFamily="18" charset="0"/>
                <a:cs typeface="Times New Roman" panose="02020603050405020304" pitchFamily="18" charset="0"/>
              </a:rPr>
              <a:t> </a:t>
            </a:r>
            <a:r>
              <a:rPr sz="1800" spc="-120" dirty="0">
                <a:latin typeface="Times New Roman" panose="02020603050405020304" pitchFamily="18" charset="0"/>
                <a:cs typeface="Times New Roman" panose="02020603050405020304" pitchFamily="18" charset="0"/>
              </a:rPr>
              <a:t>meaning</a:t>
            </a:r>
            <a:r>
              <a:rPr sz="1800" spc="-45" dirty="0">
                <a:latin typeface="Times New Roman" panose="02020603050405020304" pitchFamily="18" charset="0"/>
                <a:cs typeface="Times New Roman" panose="02020603050405020304" pitchFamily="18" charset="0"/>
              </a:rPr>
              <a:t> </a:t>
            </a:r>
            <a:r>
              <a:rPr sz="1800" spc="-124" dirty="0">
                <a:latin typeface="Times New Roman" panose="02020603050405020304" pitchFamily="18" charset="0"/>
                <a:cs typeface="Times New Roman" panose="02020603050405020304" pitchFamily="18" charset="0"/>
              </a:rPr>
              <a:t>that</a:t>
            </a:r>
            <a:r>
              <a:rPr sz="1800" spc="-45" dirty="0">
                <a:latin typeface="Times New Roman" panose="02020603050405020304" pitchFamily="18" charset="0"/>
                <a:cs typeface="Times New Roman" panose="02020603050405020304" pitchFamily="18" charset="0"/>
              </a:rPr>
              <a:t> </a:t>
            </a:r>
            <a:r>
              <a:rPr sz="1800" spc="-180" dirty="0">
                <a:latin typeface="Times New Roman" panose="02020603050405020304" pitchFamily="18" charset="0"/>
                <a:cs typeface="Times New Roman" panose="02020603050405020304" pitchFamily="18" charset="0"/>
              </a:rPr>
              <a:t>a</a:t>
            </a:r>
            <a:r>
              <a:rPr sz="1800" spc="-45" dirty="0">
                <a:latin typeface="Times New Roman" panose="02020603050405020304" pitchFamily="18" charset="0"/>
                <a:cs typeface="Times New Roman" panose="02020603050405020304" pitchFamily="18" charset="0"/>
              </a:rPr>
              <a:t> </a:t>
            </a:r>
            <a:r>
              <a:rPr sz="1800" spc="-116" dirty="0">
                <a:latin typeface="Times New Roman" panose="02020603050405020304" pitchFamily="18" charset="0"/>
                <a:cs typeface="Times New Roman" panose="02020603050405020304" pitchFamily="18" charset="0"/>
              </a:rPr>
              <a:t>specific</a:t>
            </a:r>
            <a:r>
              <a:rPr sz="1800" spc="-45" dirty="0">
                <a:latin typeface="Times New Roman" panose="02020603050405020304" pitchFamily="18" charset="0"/>
                <a:cs typeface="Times New Roman" panose="02020603050405020304" pitchFamily="18" charset="0"/>
              </a:rPr>
              <a:t> </a:t>
            </a:r>
            <a:r>
              <a:rPr sz="1800" spc="-116" dirty="0">
                <a:latin typeface="Times New Roman" panose="02020603050405020304" pitchFamily="18" charset="0"/>
                <a:cs typeface="Times New Roman" panose="02020603050405020304" pitchFamily="18" charset="0"/>
              </a:rPr>
              <a:t>physical</a:t>
            </a:r>
            <a:r>
              <a:rPr sz="1800" spc="-56" dirty="0">
                <a:latin typeface="Times New Roman" panose="02020603050405020304" pitchFamily="18" charset="0"/>
                <a:cs typeface="Times New Roman" panose="02020603050405020304" pitchFamily="18" charset="0"/>
              </a:rPr>
              <a:t> server </a:t>
            </a:r>
            <a:r>
              <a:rPr sz="1800" spc="-79" dirty="0">
                <a:latin typeface="Times New Roman" panose="02020603050405020304" pitchFamily="18" charset="0"/>
                <a:cs typeface="Times New Roman" panose="02020603050405020304" pitchFamily="18" charset="0"/>
              </a:rPr>
              <a:t>is</a:t>
            </a:r>
            <a:r>
              <a:rPr sz="1800" spc="-49" dirty="0">
                <a:latin typeface="Times New Roman" panose="02020603050405020304" pitchFamily="18" charset="0"/>
                <a:cs typeface="Times New Roman" panose="02020603050405020304" pitchFamily="18" charset="0"/>
              </a:rPr>
              <a:t> </a:t>
            </a:r>
            <a:r>
              <a:rPr sz="1800" spc="-109" dirty="0">
                <a:latin typeface="Times New Roman" panose="02020603050405020304" pitchFamily="18" charset="0"/>
                <a:cs typeface="Times New Roman" panose="02020603050405020304" pitchFamily="18" charset="0"/>
              </a:rPr>
              <a:t>designated</a:t>
            </a:r>
            <a:r>
              <a:rPr sz="1800" spc="-38" dirty="0">
                <a:latin typeface="Times New Roman" panose="02020603050405020304" pitchFamily="18" charset="0"/>
                <a:cs typeface="Times New Roman" panose="02020603050405020304" pitchFamily="18" charset="0"/>
              </a:rPr>
              <a:t> </a:t>
            </a:r>
            <a:r>
              <a:rPr sz="1800" spc="-45" dirty="0">
                <a:latin typeface="Times New Roman" panose="02020603050405020304" pitchFamily="18" charset="0"/>
                <a:cs typeface="Times New Roman" panose="02020603050405020304" pitchFamily="18" charset="0"/>
              </a:rPr>
              <a:t>to</a:t>
            </a:r>
            <a:r>
              <a:rPr sz="1800" spc="-53" dirty="0">
                <a:latin typeface="Times New Roman" panose="02020603050405020304" pitchFamily="18" charset="0"/>
                <a:cs typeface="Times New Roman" panose="02020603050405020304" pitchFamily="18" charset="0"/>
              </a:rPr>
              <a:t> </a:t>
            </a:r>
            <a:r>
              <a:rPr sz="1800" spc="-180" dirty="0">
                <a:latin typeface="Times New Roman" panose="02020603050405020304" pitchFamily="18" charset="0"/>
                <a:cs typeface="Times New Roman" panose="02020603050405020304" pitchFamily="18" charset="0"/>
              </a:rPr>
              <a:t>a</a:t>
            </a:r>
            <a:r>
              <a:rPr sz="1800" spc="-45" dirty="0">
                <a:latin typeface="Times New Roman" panose="02020603050405020304" pitchFamily="18" charset="0"/>
                <a:cs typeface="Times New Roman" panose="02020603050405020304" pitchFamily="18" charset="0"/>
              </a:rPr>
              <a:t> </a:t>
            </a:r>
            <a:r>
              <a:rPr sz="1800" spc="-105" dirty="0">
                <a:latin typeface="Times New Roman" panose="02020603050405020304" pitchFamily="18" charset="0"/>
                <a:cs typeface="Times New Roman" panose="02020603050405020304" pitchFamily="18" charset="0"/>
              </a:rPr>
              <a:t>single</a:t>
            </a:r>
            <a:r>
              <a:rPr sz="1800" spc="-49" dirty="0">
                <a:latin typeface="Times New Roman" panose="02020603050405020304" pitchFamily="18" charset="0"/>
                <a:cs typeface="Times New Roman" panose="02020603050405020304" pitchFamily="18" charset="0"/>
              </a:rPr>
              <a:t> </a:t>
            </a:r>
            <a:r>
              <a:rPr sz="1800" spc="-135" dirty="0">
                <a:latin typeface="Times New Roman" panose="02020603050405020304" pitchFamily="18" charset="0"/>
                <a:cs typeface="Times New Roman" panose="02020603050405020304" pitchFamily="18" charset="0"/>
              </a:rPr>
              <a:t>user.</a:t>
            </a:r>
            <a:endParaRPr sz="1800" dirty="0">
              <a:latin typeface="Times New Roman" panose="02020603050405020304" pitchFamily="18" charset="0"/>
              <a:cs typeface="Times New Roman" panose="02020603050405020304" pitchFamily="18" charset="0"/>
            </a:endParaRPr>
          </a:p>
          <a:p>
            <a:pPr marL="180499" marR="3810" indent="-171450" algn="just">
              <a:lnSpc>
                <a:spcPct val="150000"/>
              </a:lnSpc>
              <a:spcBef>
                <a:spcPts val="746"/>
              </a:spcBef>
              <a:buClr>
                <a:srgbClr val="B71E42"/>
              </a:buClr>
              <a:buFont typeface="Arial MT"/>
              <a:buChar char="•"/>
              <a:tabLst>
                <a:tab pos="180975" algn="l"/>
              </a:tabLst>
            </a:pPr>
            <a:r>
              <a:rPr sz="1800" spc="-56" dirty="0">
                <a:latin typeface="Times New Roman" panose="02020603050405020304" pitchFamily="18" charset="0"/>
                <a:cs typeface="Times New Roman" panose="02020603050405020304" pitchFamily="18" charset="0"/>
              </a:rPr>
              <a:t>The </a:t>
            </a:r>
            <a:r>
              <a:rPr sz="1800" spc="-60" dirty="0">
                <a:latin typeface="Times New Roman" panose="02020603050405020304" pitchFamily="18" charset="0"/>
                <a:cs typeface="Times New Roman" panose="02020603050405020304" pitchFamily="18" charset="0"/>
              </a:rPr>
              <a:t>resources </a:t>
            </a:r>
            <a:r>
              <a:rPr sz="1800" spc="-116" dirty="0">
                <a:latin typeface="Times New Roman" panose="02020603050405020304" pitchFamily="18" charset="0"/>
                <a:cs typeface="Times New Roman" panose="02020603050405020304" pitchFamily="18" charset="0"/>
              </a:rPr>
              <a:t>and</a:t>
            </a:r>
            <a:r>
              <a:rPr sz="1800" spc="-113" dirty="0">
                <a:latin typeface="Times New Roman" panose="02020603050405020304" pitchFamily="18" charset="0"/>
                <a:cs typeface="Times New Roman" panose="02020603050405020304" pitchFamily="18" charset="0"/>
              </a:rPr>
              <a:t> </a:t>
            </a:r>
            <a:r>
              <a:rPr sz="1800" spc="-75" dirty="0">
                <a:latin typeface="Times New Roman" panose="02020603050405020304" pitchFamily="18" charset="0"/>
                <a:cs typeface="Times New Roman" panose="02020603050405020304" pitchFamily="18" charset="0"/>
              </a:rPr>
              <a:t>components </a:t>
            </a:r>
            <a:r>
              <a:rPr sz="1800" spc="-98" dirty="0">
                <a:latin typeface="Times New Roman" panose="02020603050405020304" pitchFamily="18" charset="0"/>
                <a:cs typeface="Times New Roman" panose="02020603050405020304" pitchFamily="18" charset="0"/>
              </a:rPr>
              <a:t>of </a:t>
            </a:r>
            <a:r>
              <a:rPr sz="1800" spc="-180" dirty="0">
                <a:latin typeface="Times New Roman" panose="02020603050405020304" pitchFamily="18" charset="0"/>
                <a:cs typeface="Times New Roman" panose="02020603050405020304" pitchFamily="18" charset="0"/>
              </a:rPr>
              <a:t>a</a:t>
            </a:r>
            <a:r>
              <a:rPr sz="1800" spc="-176" dirty="0">
                <a:latin typeface="Times New Roman" panose="02020603050405020304" pitchFamily="18" charset="0"/>
                <a:cs typeface="Times New Roman" panose="02020603050405020304" pitchFamily="18" charset="0"/>
              </a:rPr>
              <a:t> </a:t>
            </a:r>
            <a:r>
              <a:rPr sz="1800" spc="-116" dirty="0">
                <a:latin typeface="Times New Roman" panose="02020603050405020304" pitchFamily="18" charset="0"/>
                <a:cs typeface="Times New Roman" panose="02020603050405020304" pitchFamily="18" charset="0"/>
              </a:rPr>
              <a:t>physical</a:t>
            </a:r>
            <a:r>
              <a:rPr sz="1800" spc="-113" dirty="0">
                <a:latin typeface="Times New Roman" panose="02020603050405020304" pitchFamily="18" charset="0"/>
                <a:cs typeface="Times New Roman" panose="02020603050405020304" pitchFamily="18" charset="0"/>
              </a:rPr>
              <a:t> </a:t>
            </a:r>
            <a:r>
              <a:rPr sz="1800" spc="-56" dirty="0">
                <a:latin typeface="Times New Roman" panose="02020603050405020304" pitchFamily="18" charset="0"/>
                <a:cs typeface="Times New Roman" panose="02020603050405020304" pitchFamily="18" charset="0"/>
              </a:rPr>
              <a:t>server </a:t>
            </a:r>
            <a:r>
              <a:rPr sz="1800" spc="-109" dirty="0">
                <a:latin typeface="Times New Roman" panose="02020603050405020304" pitchFamily="18" charset="0"/>
                <a:cs typeface="Times New Roman" panose="02020603050405020304" pitchFamily="18" charset="0"/>
              </a:rPr>
              <a:t>are</a:t>
            </a:r>
            <a:r>
              <a:rPr sz="1800" spc="-105" dirty="0">
                <a:latin typeface="Times New Roman" panose="02020603050405020304" pitchFamily="18" charset="0"/>
                <a:cs typeface="Times New Roman" panose="02020603050405020304" pitchFamily="18" charset="0"/>
              </a:rPr>
              <a:t> </a:t>
            </a:r>
            <a:r>
              <a:rPr sz="1800" spc="-60" dirty="0">
                <a:latin typeface="Times New Roman" panose="02020603050405020304" pitchFamily="18" charset="0"/>
                <a:cs typeface="Times New Roman" panose="02020603050405020304" pitchFamily="18" charset="0"/>
              </a:rPr>
              <a:t>not </a:t>
            </a:r>
            <a:r>
              <a:rPr sz="1800" spc="-90" dirty="0">
                <a:latin typeface="Times New Roman" panose="02020603050405020304" pitchFamily="18" charset="0"/>
                <a:cs typeface="Times New Roman" panose="02020603050405020304" pitchFamily="18" charset="0"/>
              </a:rPr>
              <a:t>shared </a:t>
            </a:r>
            <a:r>
              <a:rPr sz="1800" spc="-109" dirty="0">
                <a:latin typeface="Times New Roman" panose="02020603050405020304" pitchFamily="18" charset="0"/>
                <a:cs typeface="Times New Roman" panose="02020603050405020304" pitchFamily="18" charset="0"/>
              </a:rPr>
              <a:t>between </a:t>
            </a:r>
            <a:r>
              <a:rPr sz="1800" spc="-105" dirty="0">
                <a:latin typeface="Times New Roman" panose="02020603050405020304" pitchFamily="18" charset="0"/>
                <a:cs typeface="Times New Roman" panose="02020603050405020304" pitchFamily="18" charset="0"/>
              </a:rPr>
              <a:t> </a:t>
            </a:r>
            <a:r>
              <a:rPr sz="1800" spc="-120" dirty="0">
                <a:latin typeface="Times New Roman" panose="02020603050405020304" pitchFamily="18" charset="0"/>
                <a:cs typeface="Times New Roman" panose="02020603050405020304" pitchFamily="18" charset="0"/>
              </a:rPr>
              <a:t>multiple</a:t>
            </a:r>
            <a:r>
              <a:rPr sz="1800" spc="-116" dirty="0">
                <a:latin typeface="Times New Roman" panose="02020603050405020304" pitchFamily="18" charset="0"/>
                <a:cs typeface="Times New Roman" panose="02020603050405020304" pitchFamily="18" charset="0"/>
              </a:rPr>
              <a:t> </a:t>
            </a:r>
            <a:r>
              <a:rPr sz="1800" spc="-90" dirty="0">
                <a:latin typeface="Times New Roman" panose="02020603050405020304" pitchFamily="18" charset="0"/>
                <a:cs typeface="Times New Roman" panose="02020603050405020304" pitchFamily="18" charset="0"/>
              </a:rPr>
              <a:t>users.</a:t>
            </a:r>
            <a:r>
              <a:rPr sz="1800" spc="-86" dirty="0">
                <a:latin typeface="Times New Roman" panose="02020603050405020304" pitchFamily="18" charset="0"/>
                <a:cs typeface="Times New Roman" panose="02020603050405020304" pitchFamily="18" charset="0"/>
              </a:rPr>
              <a:t> </a:t>
            </a:r>
            <a:r>
              <a:rPr sz="1800" spc="-109" dirty="0">
                <a:latin typeface="Times New Roman" panose="02020603050405020304" pitchFamily="18" charset="0"/>
                <a:cs typeface="Times New Roman" panose="02020603050405020304" pitchFamily="18" charset="0"/>
              </a:rPr>
              <a:t>Each</a:t>
            </a:r>
            <a:r>
              <a:rPr sz="1800" spc="-105" dirty="0">
                <a:latin typeface="Times New Roman" panose="02020603050405020304" pitchFamily="18" charset="0"/>
                <a:cs typeface="Times New Roman" panose="02020603050405020304" pitchFamily="18" charset="0"/>
              </a:rPr>
              <a:t> </a:t>
            </a:r>
            <a:r>
              <a:rPr sz="1800" spc="-116" dirty="0">
                <a:latin typeface="Times New Roman" panose="02020603050405020304" pitchFamily="18" charset="0"/>
                <a:cs typeface="Times New Roman" panose="02020603050405020304" pitchFamily="18" charset="0"/>
              </a:rPr>
              <a:t>physical</a:t>
            </a:r>
            <a:r>
              <a:rPr sz="1800" spc="-113" dirty="0">
                <a:latin typeface="Times New Roman" panose="02020603050405020304" pitchFamily="18" charset="0"/>
                <a:cs typeface="Times New Roman" panose="02020603050405020304" pitchFamily="18" charset="0"/>
              </a:rPr>
              <a:t> </a:t>
            </a:r>
            <a:r>
              <a:rPr sz="1800" spc="-56" dirty="0">
                <a:latin typeface="Times New Roman" panose="02020603050405020304" pitchFamily="18" charset="0"/>
                <a:cs typeface="Times New Roman" panose="02020603050405020304" pitchFamily="18" charset="0"/>
              </a:rPr>
              <a:t>server</a:t>
            </a:r>
            <a:r>
              <a:rPr sz="1800" spc="-53" dirty="0">
                <a:latin typeface="Times New Roman" panose="02020603050405020304" pitchFamily="18" charset="0"/>
                <a:cs typeface="Times New Roman" panose="02020603050405020304" pitchFamily="18" charset="0"/>
              </a:rPr>
              <a:t> </a:t>
            </a:r>
            <a:r>
              <a:rPr sz="1800" spc="-101" dirty="0">
                <a:latin typeface="Times New Roman" panose="02020603050405020304" pitchFamily="18" charset="0"/>
                <a:cs typeface="Times New Roman" panose="02020603050405020304" pitchFamily="18" charset="0"/>
              </a:rPr>
              <a:t>includes</a:t>
            </a:r>
            <a:r>
              <a:rPr sz="1800" spc="-98" dirty="0">
                <a:latin typeface="Times New Roman" panose="02020603050405020304" pitchFamily="18" charset="0"/>
                <a:cs typeface="Times New Roman" panose="02020603050405020304" pitchFamily="18" charset="0"/>
              </a:rPr>
              <a:t> </a:t>
            </a:r>
            <a:r>
              <a:rPr sz="1800" spc="-109" dirty="0">
                <a:latin typeface="Times New Roman" panose="02020603050405020304" pitchFamily="18" charset="0"/>
                <a:cs typeface="Times New Roman" panose="02020603050405020304" pitchFamily="18" charset="0"/>
              </a:rPr>
              <a:t>memory,</a:t>
            </a:r>
            <a:r>
              <a:rPr sz="1800" spc="-105" dirty="0">
                <a:latin typeface="Times New Roman" panose="02020603050405020304" pitchFamily="18" charset="0"/>
                <a:cs typeface="Times New Roman" panose="02020603050405020304" pitchFamily="18" charset="0"/>
              </a:rPr>
              <a:t> </a:t>
            </a:r>
            <a:r>
              <a:rPr sz="1800" spc="-83" dirty="0">
                <a:latin typeface="Times New Roman" panose="02020603050405020304" pitchFamily="18" charset="0"/>
                <a:cs typeface="Times New Roman" panose="02020603050405020304" pitchFamily="18" charset="0"/>
              </a:rPr>
              <a:t>processor,</a:t>
            </a:r>
            <a:r>
              <a:rPr sz="1800" spc="-79" dirty="0">
                <a:latin typeface="Times New Roman" panose="02020603050405020304" pitchFamily="18" charset="0"/>
                <a:cs typeface="Times New Roman" panose="02020603050405020304" pitchFamily="18" charset="0"/>
              </a:rPr>
              <a:t> </a:t>
            </a:r>
            <a:r>
              <a:rPr sz="1800" spc="-60" dirty="0">
                <a:latin typeface="Times New Roman" panose="02020603050405020304" pitchFamily="18" charset="0"/>
                <a:cs typeface="Times New Roman" panose="02020603050405020304" pitchFamily="18" charset="0"/>
              </a:rPr>
              <a:t>network </a:t>
            </a:r>
            <a:r>
              <a:rPr sz="1800" spc="-56" dirty="0">
                <a:latin typeface="Times New Roman" panose="02020603050405020304" pitchFamily="18" charset="0"/>
                <a:cs typeface="Times New Roman" panose="02020603050405020304" pitchFamily="18" charset="0"/>
              </a:rPr>
              <a:t> </a:t>
            </a:r>
            <a:r>
              <a:rPr sz="1800" spc="-94" dirty="0">
                <a:latin typeface="Times New Roman" panose="02020603050405020304" pitchFamily="18" charset="0"/>
                <a:cs typeface="Times New Roman" panose="02020603050405020304" pitchFamily="18" charset="0"/>
              </a:rPr>
              <a:t>connection, hard </a:t>
            </a:r>
            <a:r>
              <a:rPr sz="1800" spc="-113" dirty="0">
                <a:latin typeface="Times New Roman" panose="02020603050405020304" pitchFamily="18" charset="0"/>
                <a:cs typeface="Times New Roman" panose="02020603050405020304" pitchFamily="18" charset="0"/>
              </a:rPr>
              <a:t>drive, </a:t>
            </a:r>
            <a:r>
              <a:rPr sz="1800" spc="-124" dirty="0">
                <a:latin typeface="Times New Roman" panose="02020603050405020304" pitchFamily="18" charset="0"/>
                <a:cs typeface="Times New Roman" panose="02020603050405020304" pitchFamily="18" charset="0"/>
              </a:rPr>
              <a:t>and </a:t>
            </a:r>
            <a:r>
              <a:rPr sz="1800" spc="-135" dirty="0">
                <a:latin typeface="Times New Roman" panose="02020603050405020304" pitchFamily="18" charset="0"/>
                <a:cs typeface="Times New Roman" panose="02020603050405020304" pitchFamily="18" charset="0"/>
              </a:rPr>
              <a:t>an </a:t>
            </a:r>
            <a:r>
              <a:rPr sz="1800" spc="-94" dirty="0">
                <a:latin typeface="Times New Roman" panose="02020603050405020304" pitchFamily="18" charset="0"/>
                <a:cs typeface="Times New Roman" panose="02020603050405020304" pitchFamily="18" charset="0"/>
              </a:rPr>
              <a:t>operating </a:t>
            </a:r>
            <a:r>
              <a:rPr sz="1800" spc="-90" dirty="0">
                <a:latin typeface="Times New Roman" panose="02020603050405020304" pitchFamily="18" charset="0"/>
                <a:cs typeface="Times New Roman" panose="02020603050405020304" pitchFamily="18" charset="0"/>
              </a:rPr>
              <a:t>system </a:t>
            </a:r>
            <a:r>
              <a:rPr sz="1800" spc="15" dirty="0">
                <a:latin typeface="Times New Roman" panose="02020603050405020304" pitchFamily="18" charset="0"/>
                <a:cs typeface="Times New Roman" panose="02020603050405020304" pitchFamily="18" charset="0"/>
              </a:rPr>
              <a:t>(OS) </a:t>
            </a:r>
            <a:r>
              <a:rPr sz="1800" spc="-68" dirty="0">
                <a:latin typeface="Times New Roman" panose="02020603050405020304" pitchFamily="18" charset="0"/>
                <a:cs typeface="Times New Roman" panose="02020603050405020304" pitchFamily="18" charset="0"/>
              </a:rPr>
              <a:t>for </a:t>
            </a:r>
            <a:r>
              <a:rPr sz="1800" spc="-86" dirty="0">
                <a:latin typeface="Times New Roman" panose="02020603050405020304" pitchFamily="18" charset="0"/>
                <a:cs typeface="Times New Roman" panose="02020603050405020304" pitchFamily="18" charset="0"/>
              </a:rPr>
              <a:t>running </a:t>
            </a:r>
            <a:r>
              <a:rPr sz="1800" spc="-71" dirty="0">
                <a:latin typeface="Times New Roman" panose="02020603050405020304" pitchFamily="18" charset="0"/>
                <a:cs typeface="Times New Roman" panose="02020603050405020304" pitchFamily="18" charset="0"/>
              </a:rPr>
              <a:t>programs </a:t>
            </a:r>
            <a:r>
              <a:rPr sz="1800" spc="-116" dirty="0">
                <a:latin typeface="Times New Roman" panose="02020603050405020304" pitchFamily="18" charset="0"/>
                <a:cs typeface="Times New Roman" panose="02020603050405020304" pitchFamily="18" charset="0"/>
              </a:rPr>
              <a:t>and </a:t>
            </a:r>
            <a:r>
              <a:rPr sz="1800" spc="-113" dirty="0">
                <a:latin typeface="Times New Roman" panose="02020603050405020304" pitchFamily="18" charset="0"/>
                <a:cs typeface="Times New Roman" panose="02020603050405020304" pitchFamily="18" charset="0"/>
              </a:rPr>
              <a:t> </a:t>
            </a:r>
            <a:r>
              <a:rPr sz="1800" spc="-120" dirty="0">
                <a:latin typeface="Times New Roman" panose="02020603050405020304" pitchFamily="18" charset="0"/>
                <a:cs typeface="Times New Roman" panose="02020603050405020304" pitchFamily="18" charset="0"/>
              </a:rPr>
              <a:t>applications.</a:t>
            </a:r>
            <a:endParaRPr sz="1800" dirty="0">
              <a:latin typeface="Times New Roman" panose="02020603050405020304" pitchFamily="18" charset="0"/>
              <a:cs typeface="Times New Roman" panose="02020603050405020304" pitchFamily="18" charset="0"/>
            </a:endParaRPr>
          </a:p>
          <a:p>
            <a:pPr marL="180499" marR="5715" indent="-171450" algn="just">
              <a:lnSpc>
                <a:spcPct val="150000"/>
              </a:lnSpc>
              <a:spcBef>
                <a:spcPts val="761"/>
              </a:spcBef>
              <a:buClr>
                <a:srgbClr val="B71E42"/>
              </a:buClr>
              <a:buFont typeface="Arial MT"/>
              <a:buChar char="•"/>
              <a:tabLst>
                <a:tab pos="180975" algn="l"/>
              </a:tabLst>
            </a:pPr>
            <a:r>
              <a:rPr sz="1800" spc="139" dirty="0">
                <a:latin typeface="Times New Roman" panose="02020603050405020304" pitchFamily="18" charset="0"/>
                <a:cs typeface="Times New Roman" panose="02020603050405020304" pitchFamily="18" charset="0"/>
              </a:rPr>
              <a:t>A </a:t>
            </a:r>
            <a:r>
              <a:rPr sz="1800" spc="-120" dirty="0">
                <a:latin typeface="Times New Roman" panose="02020603050405020304" pitchFamily="18" charset="0"/>
                <a:cs typeface="Times New Roman" panose="02020603050405020304" pitchFamily="18" charset="0"/>
              </a:rPr>
              <a:t>bare-metal </a:t>
            </a:r>
            <a:r>
              <a:rPr sz="1800" spc="-56" dirty="0">
                <a:latin typeface="Times New Roman" panose="02020603050405020304" pitchFamily="18" charset="0"/>
                <a:cs typeface="Times New Roman" panose="02020603050405020304" pitchFamily="18" charset="0"/>
              </a:rPr>
              <a:t>server </a:t>
            </a:r>
            <a:r>
              <a:rPr sz="1800" spc="-79" dirty="0">
                <a:latin typeface="Times New Roman" panose="02020603050405020304" pitchFamily="18" charset="0"/>
                <a:cs typeface="Times New Roman" panose="02020603050405020304" pitchFamily="18" charset="0"/>
              </a:rPr>
              <a:t>is </a:t>
            </a:r>
            <a:r>
              <a:rPr sz="1800" spc="-116" dirty="0">
                <a:latin typeface="Times New Roman" panose="02020603050405020304" pitchFamily="18" charset="0"/>
                <a:cs typeface="Times New Roman" panose="02020603050405020304" pitchFamily="18" charset="0"/>
              </a:rPr>
              <a:t>large </a:t>
            </a:r>
            <a:r>
              <a:rPr sz="1800" spc="-101" dirty="0">
                <a:latin typeface="Times New Roman" panose="02020603050405020304" pitchFamily="18" charset="0"/>
                <a:cs typeface="Times New Roman" panose="02020603050405020304" pitchFamily="18" charset="0"/>
              </a:rPr>
              <a:t>in </a:t>
            </a:r>
            <a:r>
              <a:rPr sz="1800" spc="-98" dirty="0">
                <a:latin typeface="Times New Roman" panose="02020603050405020304" pitchFamily="18" charset="0"/>
                <a:cs typeface="Times New Roman" panose="02020603050405020304" pitchFamily="18" charset="0"/>
              </a:rPr>
              <a:t>size </a:t>
            </a:r>
            <a:r>
              <a:rPr sz="1800" spc="-101" dirty="0">
                <a:latin typeface="Times New Roman" panose="02020603050405020304" pitchFamily="18" charset="0"/>
                <a:cs typeface="Times New Roman" panose="02020603050405020304" pitchFamily="18" charset="0"/>
              </a:rPr>
              <a:t>due </a:t>
            </a:r>
            <a:r>
              <a:rPr sz="1800" spc="-45" dirty="0">
                <a:latin typeface="Times New Roman" panose="02020603050405020304" pitchFamily="18" charset="0"/>
                <a:cs typeface="Times New Roman" panose="02020603050405020304" pitchFamily="18" charset="0"/>
              </a:rPr>
              <a:t>to </a:t>
            </a:r>
            <a:r>
              <a:rPr sz="1800" spc="-109" dirty="0">
                <a:latin typeface="Times New Roman" panose="02020603050405020304" pitchFamily="18" charset="0"/>
                <a:cs typeface="Times New Roman" panose="02020603050405020304" pitchFamily="18" charset="0"/>
              </a:rPr>
              <a:t>the </a:t>
            </a:r>
            <a:r>
              <a:rPr sz="1800" spc="-94" dirty="0">
                <a:latin typeface="Times New Roman" panose="02020603050405020304" pitchFamily="18" charset="0"/>
                <a:cs typeface="Times New Roman" panose="02020603050405020304" pitchFamily="18" charset="0"/>
              </a:rPr>
              <a:t>powerful </a:t>
            </a:r>
            <a:r>
              <a:rPr sz="1800" spc="-75" dirty="0">
                <a:latin typeface="Times New Roman" panose="02020603050405020304" pitchFamily="18" charset="0"/>
                <a:cs typeface="Times New Roman" panose="02020603050405020304" pitchFamily="18" charset="0"/>
              </a:rPr>
              <a:t>processing </a:t>
            </a:r>
            <a:r>
              <a:rPr sz="1800" spc="-71" dirty="0">
                <a:latin typeface="Times New Roman" panose="02020603050405020304" pitchFamily="18" charset="0"/>
                <a:cs typeface="Times New Roman" panose="02020603050405020304" pitchFamily="18" charset="0"/>
              </a:rPr>
              <a:t>components</a:t>
            </a:r>
            <a:r>
              <a:rPr lang="en-IN" sz="1800" spc="-71" dirty="0">
                <a:latin typeface="Times New Roman" panose="02020603050405020304" pitchFamily="18" charset="0"/>
                <a:cs typeface="Times New Roman" panose="02020603050405020304" pitchFamily="18" charset="0"/>
              </a:rPr>
              <a:t> </a:t>
            </a:r>
            <a:r>
              <a:rPr sz="1800" spc="-124" dirty="0">
                <a:latin typeface="Times New Roman" panose="02020603050405020304" pitchFamily="18" charset="0"/>
                <a:cs typeface="Times New Roman" panose="02020603050405020304" pitchFamily="18" charset="0"/>
              </a:rPr>
              <a:t>that</a:t>
            </a:r>
            <a:r>
              <a:rPr sz="1800" spc="-45" dirty="0">
                <a:latin typeface="Times New Roman" panose="02020603050405020304" pitchFamily="18" charset="0"/>
                <a:cs typeface="Times New Roman" panose="02020603050405020304" pitchFamily="18" charset="0"/>
              </a:rPr>
              <a:t> </a:t>
            </a:r>
            <a:r>
              <a:rPr sz="1800" spc="-120" dirty="0">
                <a:latin typeface="Times New Roman" panose="02020603050405020304" pitchFamily="18" charset="0"/>
                <a:cs typeface="Times New Roman" panose="02020603050405020304" pitchFamily="18" charset="0"/>
              </a:rPr>
              <a:t>it</a:t>
            </a:r>
            <a:r>
              <a:rPr sz="1800" spc="-45" dirty="0">
                <a:latin typeface="Times New Roman" panose="02020603050405020304" pitchFamily="18" charset="0"/>
                <a:cs typeface="Times New Roman" panose="02020603050405020304" pitchFamily="18" charset="0"/>
              </a:rPr>
              <a:t> </a:t>
            </a:r>
            <a:r>
              <a:rPr sz="1800" spc="-86" dirty="0">
                <a:latin typeface="Times New Roman" panose="02020603050405020304" pitchFamily="18" charset="0"/>
                <a:cs typeface="Times New Roman" panose="02020603050405020304" pitchFamily="18" charset="0"/>
              </a:rPr>
              <a:t>contains</a:t>
            </a:r>
            <a:r>
              <a:rPr sz="1800" spc="-270" dirty="0">
                <a:latin typeface="Times New Roman" panose="02020603050405020304" pitchFamily="18" charset="0"/>
                <a:cs typeface="Times New Roman" panose="02020603050405020304" pitchFamily="18" charset="0"/>
              </a:rPr>
              <a:t>.</a:t>
            </a:r>
            <a:endParaRPr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1598680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892889" y="390565"/>
            <a:ext cx="5262086" cy="392255"/>
          </a:xfrm>
          <a:prstGeom prst="rect">
            <a:avLst/>
          </a:prstGeom>
        </p:spPr>
        <p:txBody>
          <a:bodyPr spcFirstLastPara="1" vert="horz" wrap="square" lIns="0" tIns="10001" rIns="0" bIns="0" rtlCol="0" anchor="t" anchorCtr="0">
            <a:spAutoFit/>
          </a:bodyPr>
          <a:lstStyle/>
          <a:p>
            <a:pPr marL="9525">
              <a:spcBef>
                <a:spcPts val="79"/>
              </a:spcBef>
            </a:pPr>
            <a:r>
              <a:rPr sz="2400" spc="236" dirty="0">
                <a:latin typeface="Times New Roman" panose="02020603050405020304" pitchFamily="18" charset="0"/>
                <a:cs typeface="Times New Roman" panose="02020603050405020304" pitchFamily="18" charset="0"/>
              </a:rPr>
              <a:t>PHYSICAL</a:t>
            </a:r>
            <a:r>
              <a:rPr sz="2400" spc="-98" dirty="0">
                <a:latin typeface="Times New Roman" panose="02020603050405020304" pitchFamily="18" charset="0"/>
                <a:cs typeface="Times New Roman" panose="02020603050405020304" pitchFamily="18" charset="0"/>
              </a:rPr>
              <a:t> </a:t>
            </a:r>
            <a:r>
              <a:rPr lang="en-IN" sz="2400" spc="-98" dirty="0">
                <a:latin typeface="Times New Roman" panose="02020603050405020304" pitchFamily="18" charset="0"/>
                <a:cs typeface="Times New Roman" panose="02020603050405020304" pitchFamily="18" charset="0"/>
              </a:rPr>
              <a:t> </a:t>
            </a:r>
            <a:r>
              <a:rPr sz="2400" spc="153" dirty="0">
                <a:latin typeface="Times New Roman" panose="02020603050405020304" pitchFamily="18" charset="0"/>
                <a:cs typeface="Times New Roman" panose="02020603050405020304" pitchFamily="18" charset="0"/>
              </a:rPr>
              <a:t>SERVER</a:t>
            </a:r>
            <a:endParaRPr sz="2400" dirty="0">
              <a:latin typeface="Times New Roman" panose="02020603050405020304" pitchFamily="18" charset="0"/>
              <a:cs typeface="Times New Roman" panose="02020603050405020304" pitchFamily="18" charset="0"/>
            </a:endParaRPr>
          </a:p>
        </p:txBody>
      </p:sp>
      <p:pic>
        <p:nvPicPr>
          <p:cNvPr id="3" name="object 3"/>
          <p:cNvPicPr/>
          <p:nvPr/>
        </p:nvPicPr>
        <p:blipFill>
          <a:blip r:embed="rId2" cstate="print"/>
          <a:stretch>
            <a:fillRect/>
          </a:stretch>
        </p:blipFill>
        <p:spPr>
          <a:xfrm>
            <a:off x="1781303" y="864401"/>
            <a:ext cx="5485259" cy="3778757"/>
          </a:xfrm>
          <a:prstGeom prst="rect">
            <a:avLst/>
          </a:prstGeom>
        </p:spPr>
      </p:pic>
    </p:spTree>
    <p:extLst>
      <p:ext uri="{BB962C8B-B14F-4D97-AF65-F5344CB8AC3E}">
        <p14:creationId xmlns:p14="http://schemas.microsoft.com/office/powerpoint/2010/main" val="241466341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spcFirstLastPara="1" vert="horz" wrap="square" lIns="0" tIns="10001" rIns="0" bIns="0" rtlCol="0" anchor="ctr" anchorCtr="0">
            <a:spAutoFit/>
          </a:bodyPr>
          <a:lstStyle/>
          <a:p>
            <a:pPr marL="9525">
              <a:spcBef>
                <a:spcPts val="79"/>
              </a:spcBef>
            </a:pPr>
            <a:r>
              <a:rPr sz="2400" spc="195" dirty="0"/>
              <a:t>VIRTUAL</a:t>
            </a:r>
            <a:r>
              <a:rPr sz="2400" spc="-127" dirty="0"/>
              <a:t> </a:t>
            </a:r>
            <a:r>
              <a:rPr lang="en-IN" sz="2400" spc="-127" dirty="0"/>
              <a:t> </a:t>
            </a:r>
            <a:r>
              <a:rPr sz="2400" spc="293" dirty="0"/>
              <a:t>MACHINE</a:t>
            </a:r>
            <a:endParaRPr sz="2400" dirty="0"/>
          </a:p>
        </p:txBody>
      </p:sp>
      <p:sp>
        <p:nvSpPr>
          <p:cNvPr id="3" name="object 3"/>
          <p:cNvSpPr txBox="1"/>
          <p:nvPr/>
        </p:nvSpPr>
        <p:spPr>
          <a:xfrm>
            <a:off x="826845" y="1268276"/>
            <a:ext cx="7651909" cy="2861168"/>
          </a:xfrm>
          <a:prstGeom prst="rect">
            <a:avLst/>
          </a:prstGeom>
        </p:spPr>
        <p:txBody>
          <a:bodyPr vert="horz" wrap="square" lIns="0" tIns="9525" rIns="0" bIns="0" rtlCol="0">
            <a:spAutoFit/>
          </a:bodyPr>
          <a:lstStyle/>
          <a:p>
            <a:pPr marL="180499" marR="3810" indent="-171450" algn="just">
              <a:lnSpc>
                <a:spcPct val="120000"/>
              </a:lnSpc>
              <a:spcBef>
                <a:spcPts val="75"/>
              </a:spcBef>
              <a:buClr>
                <a:srgbClr val="B71E42"/>
              </a:buClr>
              <a:buFont typeface="Arial MT"/>
              <a:buChar char="•"/>
              <a:tabLst>
                <a:tab pos="180975" algn="l"/>
              </a:tabLst>
            </a:pPr>
            <a:r>
              <a:rPr sz="1800" spc="139" dirty="0">
                <a:latin typeface="Times New Roman" panose="02020603050405020304" pitchFamily="18" charset="0"/>
                <a:cs typeface="Times New Roman" panose="02020603050405020304" pitchFamily="18" charset="0"/>
              </a:rPr>
              <a:t>A </a:t>
            </a:r>
            <a:r>
              <a:rPr sz="1800" b="1" spc="-101" dirty="0">
                <a:latin typeface="Times New Roman" panose="02020603050405020304" pitchFamily="18" charset="0"/>
                <a:cs typeface="Times New Roman" panose="02020603050405020304" pitchFamily="18" charset="0"/>
              </a:rPr>
              <a:t>virtual </a:t>
            </a:r>
            <a:r>
              <a:rPr sz="1800" b="1" spc="-116" dirty="0">
                <a:latin typeface="Times New Roman" panose="02020603050405020304" pitchFamily="18" charset="0"/>
                <a:cs typeface="Times New Roman" panose="02020603050405020304" pitchFamily="18" charset="0"/>
              </a:rPr>
              <a:t>machine </a:t>
            </a:r>
            <a:r>
              <a:rPr sz="1800" spc="-4" dirty="0">
                <a:latin typeface="Times New Roman" panose="02020603050405020304" pitchFamily="18" charset="0"/>
                <a:cs typeface="Times New Roman" panose="02020603050405020304" pitchFamily="18" charset="0"/>
              </a:rPr>
              <a:t>(VM) </a:t>
            </a:r>
            <a:r>
              <a:rPr sz="1800" spc="-79" dirty="0">
                <a:latin typeface="Times New Roman" panose="02020603050405020304" pitchFamily="18" charset="0"/>
                <a:cs typeface="Times New Roman" panose="02020603050405020304" pitchFamily="18" charset="0"/>
              </a:rPr>
              <a:t>is </a:t>
            </a:r>
            <a:r>
              <a:rPr sz="1800" b="1" spc="-180" dirty="0">
                <a:latin typeface="Times New Roman" panose="02020603050405020304" pitchFamily="18" charset="0"/>
                <a:cs typeface="Times New Roman" panose="02020603050405020304" pitchFamily="18" charset="0"/>
              </a:rPr>
              <a:t>a </a:t>
            </a:r>
            <a:r>
              <a:rPr sz="1800" b="1" spc="-90" dirty="0">
                <a:latin typeface="Times New Roman" panose="02020603050405020304" pitchFamily="18" charset="0"/>
                <a:cs typeface="Times New Roman" panose="02020603050405020304" pitchFamily="18" charset="0"/>
              </a:rPr>
              <a:t>software </a:t>
            </a:r>
            <a:r>
              <a:rPr sz="1800" b="1" spc="-75" dirty="0">
                <a:latin typeface="Times New Roman" panose="02020603050405020304" pitchFamily="18" charset="0"/>
                <a:cs typeface="Times New Roman" panose="02020603050405020304" pitchFamily="18" charset="0"/>
              </a:rPr>
              <a:t>computer </a:t>
            </a:r>
            <a:r>
              <a:rPr sz="1800" spc="-83" dirty="0">
                <a:latin typeface="Times New Roman" panose="02020603050405020304" pitchFamily="18" charset="0"/>
                <a:cs typeface="Times New Roman" panose="02020603050405020304" pitchFamily="18" charset="0"/>
              </a:rPr>
              <a:t>used </a:t>
            </a:r>
            <a:r>
              <a:rPr sz="1800" spc="-109" dirty="0">
                <a:latin typeface="Times New Roman" panose="02020603050405020304" pitchFamily="18" charset="0"/>
                <a:cs typeface="Times New Roman" panose="02020603050405020304" pitchFamily="18" charset="0"/>
              </a:rPr>
              <a:t>as </a:t>
            </a:r>
            <a:r>
              <a:rPr sz="1800" spc="-105" dirty="0">
                <a:latin typeface="Times New Roman" panose="02020603050405020304" pitchFamily="18" charset="0"/>
                <a:cs typeface="Times New Roman" panose="02020603050405020304" pitchFamily="18" charset="0"/>
              </a:rPr>
              <a:t>emulation </a:t>
            </a:r>
            <a:r>
              <a:rPr sz="1800" spc="-98" dirty="0">
                <a:latin typeface="Times New Roman" panose="02020603050405020304" pitchFamily="18" charset="0"/>
                <a:cs typeface="Times New Roman" panose="02020603050405020304" pitchFamily="18" charset="0"/>
              </a:rPr>
              <a:t>of </a:t>
            </a:r>
            <a:r>
              <a:rPr sz="1800" spc="-135" dirty="0">
                <a:latin typeface="Times New Roman" panose="02020603050405020304" pitchFamily="18" charset="0"/>
                <a:cs typeface="Times New Roman" panose="02020603050405020304" pitchFamily="18" charset="0"/>
              </a:rPr>
              <a:t>an </a:t>
            </a:r>
            <a:r>
              <a:rPr sz="1800" spc="-139" dirty="0">
                <a:latin typeface="Times New Roman" panose="02020603050405020304" pitchFamily="18" charset="0"/>
                <a:cs typeface="Times New Roman" panose="02020603050405020304" pitchFamily="18" charset="0"/>
              </a:rPr>
              <a:t>actual </a:t>
            </a:r>
            <a:r>
              <a:rPr sz="1800" spc="-135" dirty="0">
                <a:latin typeface="Times New Roman" panose="02020603050405020304" pitchFamily="18" charset="0"/>
                <a:cs typeface="Times New Roman" panose="02020603050405020304" pitchFamily="18" charset="0"/>
              </a:rPr>
              <a:t> </a:t>
            </a:r>
            <a:r>
              <a:rPr sz="1800" spc="-116" dirty="0">
                <a:latin typeface="Times New Roman" panose="02020603050405020304" pitchFamily="18" charset="0"/>
                <a:cs typeface="Times New Roman" panose="02020603050405020304" pitchFamily="18" charset="0"/>
              </a:rPr>
              <a:t>physical computer. </a:t>
            </a:r>
            <a:r>
              <a:rPr sz="1800" spc="139" dirty="0">
                <a:latin typeface="Times New Roman" panose="02020603050405020304" pitchFamily="18" charset="0"/>
                <a:cs typeface="Times New Roman" panose="02020603050405020304" pitchFamily="18" charset="0"/>
              </a:rPr>
              <a:t>A </a:t>
            </a:r>
            <a:r>
              <a:rPr sz="1800" spc="-101" dirty="0">
                <a:latin typeface="Times New Roman" panose="02020603050405020304" pitchFamily="18" charset="0"/>
                <a:cs typeface="Times New Roman" panose="02020603050405020304" pitchFamily="18" charset="0"/>
              </a:rPr>
              <a:t>virtual </a:t>
            </a:r>
            <a:r>
              <a:rPr sz="1800" spc="-56" dirty="0">
                <a:latin typeface="Times New Roman" panose="02020603050405020304" pitchFamily="18" charset="0"/>
                <a:cs typeface="Times New Roman" panose="02020603050405020304" pitchFamily="18" charset="0"/>
              </a:rPr>
              <a:t>server </a:t>
            </a:r>
            <a:r>
              <a:rPr sz="1800" spc="-83" dirty="0">
                <a:latin typeface="Times New Roman" panose="02020603050405020304" pitchFamily="18" charset="0"/>
                <a:cs typeface="Times New Roman" panose="02020603050405020304" pitchFamily="18" charset="0"/>
              </a:rPr>
              <a:t>operates </a:t>
            </a:r>
            <a:r>
              <a:rPr sz="1800" spc="-109" dirty="0">
                <a:latin typeface="Times New Roman" panose="02020603050405020304" pitchFamily="18" charset="0"/>
                <a:cs typeface="Times New Roman" panose="02020603050405020304" pitchFamily="18" charset="0"/>
              </a:rPr>
              <a:t>in </a:t>
            </a:r>
            <a:r>
              <a:rPr sz="1800" spc="-180" dirty="0">
                <a:latin typeface="Times New Roman" panose="02020603050405020304" pitchFamily="18" charset="0"/>
                <a:cs typeface="Times New Roman" panose="02020603050405020304" pitchFamily="18" charset="0"/>
              </a:rPr>
              <a:t>a</a:t>
            </a:r>
            <a:r>
              <a:rPr sz="1800" spc="-176" dirty="0">
                <a:latin typeface="Times New Roman" panose="02020603050405020304" pitchFamily="18" charset="0"/>
                <a:cs typeface="Times New Roman" panose="02020603050405020304" pitchFamily="18" charset="0"/>
              </a:rPr>
              <a:t> </a:t>
            </a:r>
            <a:r>
              <a:rPr sz="1800" spc="-124" dirty="0">
                <a:latin typeface="Times New Roman" panose="02020603050405020304" pitchFamily="18" charset="0"/>
                <a:cs typeface="Times New Roman" panose="02020603050405020304" pitchFamily="18" charset="0"/>
              </a:rPr>
              <a:t>“multi-tenant” </a:t>
            </a:r>
            <a:r>
              <a:rPr sz="1800" spc="-105" dirty="0">
                <a:latin typeface="Times New Roman" panose="02020603050405020304" pitchFamily="18" charset="0"/>
                <a:cs typeface="Times New Roman" panose="02020603050405020304" pitchFamily="18" charset="0"/>
              </a:rPr>
              <a:t>environment, </a:t>
            </a:r>
            <a:r>
              <a:rPr sz="1800" spc="-120" dirty="0">
                <a:latin typeface="Times New Roman" panose="02020603050405020304" pitchFamily="18" charset="0"/>
                <a:cs typeface="Times New Roman" panose="02020603050405020304" pitchFamily="18" charset="0"/>
              </a:rPr>
              <a:t>meaning</a:t>
            </a:r>
            <a:r>
              <a:rPr sz="1800" spc="-41" dirty="0">
                <a:latin typeface="Times New Roman" panose="02020603050405020304" pitchFamily="18" charset="0"/>
                <a:cs typeface="Times New Roman" panose="02020603050405020304" pitchFamily="18" charset="0"/>
              </a:rPr>
              <a:t> </a:t>
            </a:r>
            <a:r>
              <a:rPr sz="1800" spc="-124" dirty="0">
                <a:latin typeface="Times New Roman" panose="02020603050405020304" pitchFamily="18" charset="0"/>
                <a:cs typeface="Times New Roman" panose="02020603050405020304" pitchFamily="18" charset="0"/>
              </a:rPr>
              <a:t>that</a:t>
            </a:r>
            <a:r>
              <a:rPr sz="1800" spc="-49" dirty="0">
                <a:latin typeface="Times New Roman" panose="02020603050405020304" pitchFamily="18" charset="0"/>
                <a:cs typeface="Times New Roman" panose="02020603050405020304" pitchFamily="18" charset="0"/>
              </a:rPr>
              <a:t> </a:t>
            </a:r>
            <a:r>
              <a:rPr sz="1800" spc="-120" dirty="0">
                <a:latin typeface="Times New Roman" panose="02020603050405020304" pitchFamily="18" charset="0"/>
                <a:cs typeface="Times New Roman" panose="02020603050405020304" pitchFamily="18" charset="0"/>
              </a:rPr>
              <a:t>multiple</a:t>
            </a:r>
            <a:r>
              <a:rPr sz="1800" spc="-326" dirty="0">
                <a:latin typeface="Times New Roman" panose="02020603050405020304" pitchFamily="18" charset="0"/>
                <a:cs typeface="Times New Roman" panose="02020603050405020304" pitchFamily="18" charset="0"/>
              </a:rPr>
              <a:t> </a:t>
            </a:r>
            <a:r>
              <a:rPr sz="1800" spc="41" dirty="0">
                <a:latin typeface="Times New Roman" panose="02020603050405020304" pitchFamily="18" charset="0"/>
                <a:cs typeface="Times New Roman" panose="02020603050405020304" pitchFamily="18" charset="0"/>
              </a:rPr>
              <a:t>VMs</a:t>
            </a:r>
            <a:r>
              <a:rPr sz="1800" spc="-49" dirty="0">
                <a:latin typeface="Times New Roman" panose="02020603050405020304" pitchFamily="18" charset="0"/>
                <a:cs typeface="Times New Roman" panose="02020603050405020304" pitchFamily="18" charset="0"/>
              </a:rPr>
              <a:t> </a:t>
            </a:r>
            <a:r>
              <a:rPr sz="1800" spc="-53" dirty="0">
                <a:latin typeface="Times New Roman" panose="02020603050405020304" pitchFamily="18" charset="0"/>
                <a:cs typeface="Times New Roman" panose="02020603050405020304" pitchFamily="18" charset="0"/>
              </a:rPr>
              <a:t>run</a:t>
            </a:r>
            <a:r>
              <a:rPr sz="1800" spc="-45" dirty="0">
                <a:latin typeface="Times New Roman" panose="02020603050405020304" pitchFamily="18" charset="0"/>
                <a:cs typeface="Times New Roman" panose="02020603050405020304" pitchFamily="18" charset="0"/>
              </a:rPr>
              <a:t> </a:t>
            </a:r>
            <a:r>
              <a:rPr sz="1800" spc="-34" dirty="0">
                <a:latin typeface="Times New Roman" panose="02020603050405020304" pitchFamily="18" charset="0"/>
                <a:cs typeface="Times New Roman" panose="02020603050405020304" pitchFamily="18" charset="0"/>
              </a:rPr>
              <a:t>on</a:t>
            </a:r>
            <a:r>
              <a:rPr sz="1800" spc="-49" dirty="0">
                <a:latin typeface="Times New Roman" panose="02020603050405020304" pitchFamily="18" charset="0"/>
                <a:cs typeface="Times New Roman" panose="02020603050405020304" pitchFamily="18" charset="0"/>
              </a:rPr>
              <a:t> </a:t>
            </a:r>
            <a:r>
              <a:rPr sz="1800" spc="-105" dirty="0">
                <a:latin typeface="Times New Roman" panose="02020603050405020304" pitchFamily="18" charset="0"/>
                <a:cs typeface="Times New Roman" panose="02020603050405020304" pitchFamily="18" charset="0"/>
              </a:rPr>
              <a:t>the</a:t>
            </a:r>
            <a:r>
              <a:rPr sz="1800" spc="-45" dirty="0">
                <a:latin typeface="Times New Roman" panose="02020603050405020304" pitchFamily="18" charset="0"/>
                <a:cs typeface="Times New Roman" panose="02020603050405020304" pitchFamily="18" charset="0"/>
              </a:rPr>
              <a:t> </a:t>
            </a:r>
            <a:r>
              <a:rPr sz="1800" spc="-113" dirty="0">
                <a:latin typeface="Times New Roman" panose="02020603050405020304" pitchFamily="18" charset="0"/>
                <a:cs typeface="Times New Roman" panose="02020603050405020304" pitchFamily="18" charset="0"/>
              </a:rPr>
              <a:t>same</a:t>
            </a:r>
            <a:r>
              <a:rPr sz="1800" spc="-38" dirty="0">
                <a:latin typeface="Times New Roman" panose="02020603050405020304" pitchFamily="18" charset="0"/>
                <a:cs typeface="Times New Roman" panose="02020603050405020304" pitchFamily="18" charset="0"/>
              </a:rPr>
              <a:t> </a:t>
            </a:r>
            <a:r>
              <a:rPr sz="1800" spc="-116" dirty="0">
                <a:latin typeface="Times New Roman" panose="02020603050405020304" pitchFamily="18" charset="0"/>
                <a:cs typeface="Times New Roman" panose="02020603050405020304" pitchFamily="18" charset="0"/>
              </a:rPr>
              <a:t>physical</a:t>
            </a:r>
            <a:r>
              <a:rPr sz="1800" spc="-56" dirty="0">
                <a:latin typeface="Times New Roman" panose="02020603050405020304" pitchFamily="18" charset="0"/>
                <a:cs typeface="Times New Roman" panose="02020603050405020304" pitchFamily="18" charset="0"/>
              </a:rPr>
              <a:t> </a:t>
            </a:r>
            <a:r>
              <a:rPr sz="1800" spc="-109" dirty="0">
                <a:latin typeface="Times New Roman" panose="02020603050405020304" pitchFamily="18" charset="0"/>
                <a:cs typeface="Times New Roman" panose="02020603050405020304" pitchFamily="18" charset="0"/>
              </a:rPr>
              <a:t>hardware.</a:t>
            </a:r>
            <a:endParaRPr sz="1800" dirty="0">
              <a:latin typeface="Times New Roman" panose="02020603050405020304" pitchFamily="18" charset="0"/>
              <a:cs typeface="Times New Roman" panose="02020603050405020304" pitchFamily="18" charset="0"/>
            </a:endParaRPr>
          </a:p>
          <a:p>
            <a:pPr marL="180499" marR="25718" indent="-171450" algn="just">
              <a:lnSpc>
                <a:spcPct val="120000"/>
              </a:lnSpc>
              <a:spcBef>
                <a:spcPts val="746"/>
              </a:spcBef>
              <a:buClr>
                <a:srgbClr val="B71E42"/>
              </a:buClr>
              <a:buFont typeface="Arial MT"/>
              <a:buChar char="•"/>
              <a:tabLst>
                <a:tab pos="180975" algn="l"/>
              </a:tabLst>
            </a:pPr>
            <a:r>
              <a:rPr sz="1800" spc="-68" dirty="0">
                <a:latin typeface="Times New Roman" panose="02020603050405020304" pitchFamily="18" charset="0"/>
                <a:cs typeface="Times New Roman" panose="02020603050405020304" pitchFamily="18" charset="0"/>
              </a:rPr>
              <a:t>In </a:t>
            </a:r>
            <a:r>
              <a:rPr sz="1800" spc="-90" dirty="0">
                <a:latin typeface="Times New Roman" panose="02020603050405020304" pitchFamily="18" charset="0"/>
                <a:cs typeface="Times New Roman" panose="02020603050405020304" pitchFamily="18" charset="0"/>
              </a:rPr>
              <a:t>this </a:t>
            </a:r>
            <a:r>
              <a:rPr sz="1800" spc="-135" dirty="0">
                <a:latin typeface="Times New Roman" panose="02020603050405020304" pitchFamily="18" charset="0"/>
                <a:cs typeface="Times New Roman" panose="02020603050405020304" pitchFamily="18" charset="0"/>
              </a:rPr>
              <a:t>case, </a:t>
            </a:r>
            <a:r>
              <a:rPr sz="1800" spc="-109" dirty="0">
                <a:latin typeface="Times New Roman" panose="02020603050405020304" pitchFamily="18" charset="0"/>
                <a:cs typeface="Times New Roman" panose="02020603050405020304" pitchFamily="18" charset="0"/>
              </a:rPr>
              <a:t>the </a:t>
            </a:r>
            <a:r>
              <a:rPr sz="1800" spc="-94" dirty="0">
                <a:latin typeface="Times New Roman" panose="02020603050405020304" pitchFamily="18" charset="0"/>
                <a:cs typeface="Times New Roman" panose="02020603050405020304" pitchFamily="18" charset="0"/>
              </a:rPr>
              <a:t>computing </a:t>
            </a:r>
            <a:r>
              <a:rPr sz="1800" spc="-64" dirty="0">
                <a:latin typeface="Times New Roman" panose="02020603050405020304" pitchFamily="18" charset="0"/>
                <a:cs typeface="Times New Roman" panose="02020603050405020304" pitchFamily="18" charset="0"/>
              </a:rPr>
              <a:t>resources </a:t>
            </a:r>
            <a:r>
              <a:rPr sz="1800" spc="-98" dirty="0">
                <a:latin typeface="Times New Roman" panose="02020603050405020304" pitchFamily="18" charset="0"/>
                <a:cs typeface="Times New Roman" panose="02020603050405020304" pitchFamily="18" charset="0"/>
              </a:rPr>
              <a:t>of </a:t>
            </a:r>
            <a:r>
              <a:rPr sz="1800" spc="-180" dirty="0">
                <a:latin typeface="Times New Roman" panose="02020603050405020304" pitchFamily="18" charset="0"/>
                <a:cs typeface="Times New Roman" panose="02020603050405020304" pitchFamily="18" charset="0"/>
              </a:rPr>
              <a:t>a</a:t>
            </a:r>
            <a:r>
              <a:rPr sz="1800" spc="-176" dirty="0">
                <a:latin typeface="Times New Roman" panose="02020603050405020304" pitchFamily="18" charset="0"/>
                <a:cs typeface="Times New Roman" panose="02020603050405020304" pitchFamily="18" charset="0"/>
              </a:rPr>
              <a:t> </a:t>
            </a:r>
            <a:r>
              <a:rPr sz="1800" spc="-120" dirty="0">
                <a:latin typeface="Times New Roman" panose="02020603050405020304" pitchFamily="18" charset="0"/>
                <a:cs typeface="Times New Roman" panose="02020603050405020304" pitchFamily="18" charset="0"/>
              </a:rPr>
              <a:t>physical </a:t>
            </a:r>
            <a:r>
              <a:rPr sz="1800" spc="-56" dirty="0">
                <a:latin typeface="Times New Roman" panose="02020603050405020304" pitchFamily="18" charset="0"/>
                <a:cs typeface="Times New Roman" panose="02020603050405020304" pitchFamily="18" charset="0"/>
              </a:rPr>
              <a:t>server </a:t>
            </a:r>
            <a:r>
              <a:rPr sz="1800" spc="-109" dirty="0">
                <a:latin typeface="Times New Roman" panose="02020603050405020304" pitchFamily="18" charset="0"/>
                <a:cs typeface="Times New Roman" panose="02020603050405020304" pitchFamily="18" charset="0"/>
              </a:rPr>
              <a:t>are </a:t>
            </a:r>
            <a:r>
              <a:rPr sz="1800" spc="-101" dirty="0">
                <a:latin typeface="Times New Roman" panose="02020603050405020304" pitchFamily="18" charset="0"/>
                <a:cs typeface="Times New Roman" panose="02020603050405020304" pitchFamily="18" charset="0"/>
              </a:rPr>
              <a:t>virtualized </a:t>
            </a:r>
            <a:r>
              <a:rPr sz="1800" spc="-116" dirty="0">
                <a:latin typeface="Times New Roman" panose="02020603050405020304" pitchFamily="18" charset="0"/>
                <a:cs typeface="Times New Roman" panose="02020603050405020304" pitchFamily="18" charset="0"/>
              </a:rPr>
              <a:t>and </a:t>
            </a:r>
            <a:r>
              <a:rPr sz="1800" spc="-75" dirty="0">
                <a:latin typeface="Times New Roman" panose="02020603050405020304" pitchFamily="18" charset="0"/>
                <a:cs typeface="Times New Roman" panose="02020603050405020304" pitchFamily="18" charset="0"/>
              </a:rPr>
              <a:t>sha</a:t>
            </a:r>
            <a:r>
              <a:rPr sz="1800" spc="-101" dirty="0">
                <a:latin typeface="Times New Roman" panose="02020603050405020304" pitchFamily="18" charset="0"/>
                <a:cs typeface="Times New Roman" panose="02020603050405020304" pitchFamily="18" charset="0"/>
              </a:rPr>
              <a:t>r</a:t>
            </a:r>
            <a:r>
              <a:rPr sz="1800" spc="-105" dirty="0">
                <a:latin typeface="Times New Roman" panose="02020603050405020304" pitchFamily="18" charset="0"/>
                <a:cs typeface="Times New Roman" panose="02020603050405020304" pitchFamily="18" charset="0"/>
              </a:rPr>
              <a:t>ed</a:t>
            </a:r>
            <a:r>
              <a:rPr sz="1800" spc="-38" dirty="0">
                <a:latin typeface="Times New Roman" panose="02020603050405020304" pitchFamily="18" charset="0"/>
                <a:cs typeface="Times New Roman" panose="02020603050405020304" pitchFamily="18" charset="0"/>
              </a:rPr>
              <a:t> </a:t>
            </a:r>
            <a:r>
              <a:rPr sz="1800" spc="-113" dirty="0">
                <a:latin typeface="Times New Roman" panose="02020603050405020304" pitchFamily="18" charset="0"/>
                <a:cs typeface="Times New Roman" panose="02020603050405020304" pitchFamily="18" charset="0"/>
              </a:rPr>
              <a:t>a</a:t>
            </a:r>
            <a:r>
              <a:rPr sz="1800" spc="-184" dirty="0">
                <a:latin typeface="Times New Roman" panose="02020603050405020304" pitchFamily="18" charset="0"/>
                <a:cs typeface="Times New Roman" panose="02020603050405020304" pitchFamily="18" charset="0"/>
              </a:rPr>
              <a:t>m</a:t>
            </a:r>
            <a:r>
              <a:rPr sz="1800" spc="-68" dirty="0">
                <a:latin typeface="Times New Roman" panose="02020603050405020304" pitchFamily="18" charset="0"/>
                <a:cs typeface="Times New Roman" panose="02020603050405020304" pitchFamily="18" charset="0"/>
              </a:rPr>
              <a:t>ong</a:t>
            </a:r>
            <a:r>
              <a:rPr sz="1800" spc="-49" dirty="0">
                <a:latin typeface="Times New Roman" panose="02020603050405020304" pitchFamily="18" charset="0"/>
                <a:cs typeface="Times New Roman" panose="02020603050405020304" pitchFamily="18" charset="0"/>
              </a:rPr>
              <a:t> </a:t>
            </a:r>
            <a:r>
              <a:rPr sz="1800" spc="-150" dirty="0">
                <a:latin typeface="Times New Roman" panose="02020603050405020304" pitchFamily="18" charset="0"/>
                <a:cs typeface="Times New Roman" panose="02020603050405020304" pitchFamily="18" charset="0"/>
              </a:rPr>
              <a:t>all</a:t>
            </a:r>
            <a:r>
              <a:rPr lang="en-IN" sz="1800" spc="-311" dirty="0">
                <a:latin typeface="Times New Roman" panose="02020603050405020304" pitchFamily="18" charset="0"/>
                <a:cs typeface="Times New Roman" panose="02020603050405020304" pitchFamily="18" charset="0"/>
              </a:rPr>
              <a:t>     </a:t>
            </a:r>
            <a:r>
              <a:rPr sz="1800" spc="38" dirty="0">
                <a:latin typeface="Times New Roman" panose="02020603050405020304" pitchFamily="18" charset="0"/>
                <a:cs typeface="Times New Roman" panose="02020603050405020304" pitchFamily="18" charset="0"/>
              </a:rPr>
              <a:t>VMs</a:t>
            </a:r>
            <a:r>
              <a:rPr sz="1800" spc="-49" dirty="0">
                <a:latin typeface="Times New Roman" panose="02020603050405020304" pitchFamily="18" charset="0"/>
                <a:cs typeface="Times New Roman" panose="02020603050405020304" pitchFamily="18" charset="0"/>
              </a:rPr>
              <a:t> </a:t>
            </a:r>
            <a:r>
              <a:rPr sz="1800" spc="-83" dirty="0">
                <a:latin typeface="Times New Roman" panose="02020603050405020304" pitchFamily="18" charset="0"/>
                <a:cs typeface="Times New Roman" panose="02020603050405020304" pitchFamily="18" charset="0"/>
              </a:rPr>
              <a:t>running</a:t>
            </a:r>
            <a:r>
              <a:rPr sz="1800" spc="-53" dirty="0">
                <a:latin typeface="Times New Roman" panose="02020603050405020304" pitchFamily="18" charset="0"/>
                <a:cs typeface="Times New Roman" panose="02020603050405020304" pitchFamily="18" charset="0"/>
              </a:rPr>
              <a:t> </a:t>
            </a:r>
            <a:r>
              <a:rPr sz="1800" spc="-34" dirty="0">
                <a:latin typeface="Times New Roman" panose="02020603050405020304" pitchFamily="18" charset="0"/>
                <a:cs typeface="Times New Roman" panose="02020603050405020304" pitchFamily="18" charset="0"/>
              </a:rPr>
              <a:t>o</a:t>
            </a:r>
            <a:r>
              <a:rPr sz="1800" spc="-30" dirty="0">
                <a:latin typeface="Times New Roman" panose="02020603050405020304" pitchFamily="18" charset="0"/>
                <a:cs typeface="Times New Roman" panose="02020603050405020304" pitchFamily="18" charset="0"/>
              </a:rPr>
              <a:t>n</a:t>
            </a:r>
            <a:r>
              <a:rPr sz="1800" spc="-41" dirty="0">
                <a:latin typeface="Times New Roman" panose="02020603050405020304" pitchFamily="18" charset="0"/>
                <a:cs typeface="Times New Roman" panose="02020603050405020304" pitchFamily="18" charset="0"/>
              </a:rPr>
              <a:t> </a:t>
            </a:r>
            <a:r>
              <a:rPr sz="1800" spc="-120" dirty="0">
                <a:latin typeface="Times New Roman" panose="02020603050405020304" pitchFamily="18" charset="0"/>
                <a:cs typeface="Times New Roman" panose="02020603050405020304" pitchFamily="18" charset="0"/>
              </a:rPr>
              <a:t>it</a:t>
            </a:r>
            <a:r>
              <a:rPr sz="1800" spc="-270" dirty="0">
                <a:latin typeface="Times New Roman" panose="02020603050405020304" pitchFamily="18" charset="0"/>
                <a:cs typeface="Times New Roman" panose="02020603050405020304" pitchFamily="18" charset="0"/>
              </a:rPr>
              <a:t>.</a:t>
            </a:r>
            <a:endParaRPr sz="1800" dirty="0">
              <a:latin typeface="Times New Roman" panose="02020603050405020304" pitchFamily="18" charset="0"/>
              <a:cs typeface="Times New Roman" panose="02020603050405020304" pitchFamily="18" charset="0"/>
            </a:endParaRPr>
          </a:p>
          <a:p>
            <a:pPr marL="180499" marR="24765" indent="-171450" algn="just">
              <a:lnSpc>
                <a:spcPct val="120000"/>
              </a:lnSpc>
              <a:spcBef>
                <a:spcPts val="758"/>
              </a:spcBef>
              <a:buClr>
                <a:srgbClr val="B71E42"/>
              </a:buClr>
              <a:buFont typeface="Arial MT"/>
              <a:buChar char="•"/>
              <a:tabLst>
                <a:tab pos="180975" algn="l"/>
              </a:tabLst>
            </a:pPr>
            <a:r>
              <a:rPr sz="1800" spc="-56" dirty="0">
                <a:latin typeface="Times New Roman" panose="02020603050405020304" pitchFamily="18" charset="0"/>
                <a:cs typeface="Times New Roman" panose="02020603050405020304" pitchFamily="18" charset="0"/>
              </a:rPr>
              <a:t>The </a:t>
            </a:r>
            <a:r>
              <a:rPr sz="1800" spc="-101" dirty="0">
                <a:latin typeface="Times New Roman" panose="02020603050405020304" pitchFamily="18" charset="0"/>
                <a:cs typeface="Times New Roman" panose="02020603050405020304" pitchFamily="18" charset="0"/>
              </a:rPr>
              <a:t>architecture</a:t>
            </a:r>
            <a:r>
              <a:rPr sz="1800" spc="-98" dirty="0">
                <a:latin typeface="Times New Roman" panose="02020603050405020304" pitchFamily="18" charset="0"/>
                <a:cs typeface="Times New Roman" panose="02020603050405020304" pitchFamily="18" charset="0"/>
              </a:rPr>
              <a:t> of </a:t>
            </a:r>
            <a:r>
              <a:rPr sz="1800" spc="-180" dirty="0">
                <a:latin typeface="Times New Roman" panose="02020603050405020304" pitchFamily="18" charset="0"/>
                <a:cs typeface="Times New Roman" panose="02020603050405020304" pitchFamily="18" charset="0"/>
              </a:rPr>
              <a:t>a</a:t>
            </a:r>
            <a:r>
              <a:rPr sz="1800" spc="-176" dirty="0">
                <a:latin typeface="Times New Roman" panose="02020603050405020304" pitchFamily="18" charset="0"/>
                <a:cs typeface="Times New Roman" panose="02020603050405020304" pitchFamily="18" charset="0"/>
              </a:rPr>
              <a:t> </a:t>
            </a:r>
            <a:r>
              <a:rPr sz="1800" spc="-98" dirty="0">
                <a:latin typeface="Times New Roman" panose="02020603050405020304" pitchFamily="18" charset="0"/>
                <a:cs typeface="Times New Roman" panose="02020603050405020304" pitchFamily="18" charset="0"/>
              </a:rPr>
              <a:t>virtual </a:t>
            </a:r>
            <a:r>
              <a:rPr sz="1800" spc="-56" dirty="0">
                <a:latin typeface="Times New Roman" panose="02020603050405020304" pitchFamily="18" charset="0"/>
                <a:cs typeface="Times New Roman" panose="02020603050405020304" pitchFamily="18" charset="0"/>
              </a:rPr>
              <a:t>server </a:t>
            </a:r>
            <a:r>
              <a:rPr sz="1800" spc="-79" dirty="0">
                <a:latin typeface="Times New Roman" panose="02020603050405020304" pitchFamily="18" charset="0"/>
                <a:cs typeface="Times New Roman" panose="02020603050405020304" pitchFamily="18" charset="0"/>
              </a:rPr>
              <a:t>is </a:t>
            </a:r>
            <a:r>
              <a:rPr sz="1800" spc="-180" dirty="0">
                <a:latin typeface="Times New Roman" panose="02020603050405020304" pitchFamily="18" charset="0"/>
                <a:cs typeface="Times New Roman" panose="02020603050405020304" pitchFamily="18" charset="0"/>
              </a:rPr>
              <a:t>a</a:t>
            </a:r>
            <a:r>
              <a:rPr sz="1800" spc="-176" dirty="0">
                <a:latin typeface="Times New Roman" panose="02020603050405020304" pitchFamily="18" charset="0"/>
                <a:cs typeface="Times New Roman" panose="02020603050405020304" pitchFamily="18" charset="0"/>
              </a:rPr>
              <a:t> </a:t>
            </a:r>
            <a:r>
              <a:rPr sz="1800" spc="-127" dirty="0">
                <a:latin typeface="Times New Roman" panose="02020603050405020304" pitchFamily="18" charset="0"/>
                <a:cs typeface="Times New Roman" panose="02020603050405020304" pitchFamily="18" charset="0"/>
              </a:rPr>
              <a:t>little</a:t>
            </a:r>
            <a:r>
              <a:rPr sz="1800" spc="-124" dirty="0">
                <a:latin typeface="Times New Roman" panose="02020603050405020304" pitchFamily="18" charset="0"/>
                <a:cs typeface="Times New Roman" panose="02020603050405020304" pitchFamily="18" charset="0"/>
              </a:rPr>
              <a:t> </a:t>
            </a:r>
            <a:r>
              <a:rPr sz="1800" spc="-60" dirty="0">
                <a:latin typeface="Times New Roman" panose="02020603050405020304" pitchFamily="18" charset="0"/>
                <a:cs typeface="Times New Roman" panose="02020603050405020304" pitchFamily="18" charset="0"/>
              </a:rPr>
              <a:t>more </a:t>
            </a:r>
            <a:r>
              <a:rPr sz="1800" spc="-79" dirty="0">
                <a:latin typeface="Times New Roman" panose="02020603050405020304" pitchFamily="18" charset="0"/>
                <a:cs typeface="Times New Roman" panose="02020603050405020304" pitchFamily="18" charset="0"/>
              </a:rPr>
              <a:t>complex </a:t>
            </a:r>
            <a:r>
              <a:rPr sz="1800" spc="-116" dirty="0">
                <a:latin typeface="Times New Roman" panose="02020603050405020304" pitchFamily="18" charset="0"/>
                <a:cs typeface="Times New Roman" panose="02020603050405020304" pitchFamily="18" charset="0"/>
              </a:rPr>
              <a:t>than</a:t>
            </a:r>
            <a:r>
              <a:rPr sz="1800" spc="307" dirty="0">
                <a:latin typeface="Times New Roman" panose="02020603050405020304" pitchFamily="18" charset="0"/>
                <a:cs typeface="Times New Roman" panose="02020603050405020304" pitchFamily="18" charset="0"/>
              </a:rPr>
              <a:t> </a:t>
            </a:r>
            <a:r>
              <a:rPr sz="1800" spc="-124" dirty="0">
                <a:latin typeface="Times New Roman" panose="02020603050405020304" pitchFamily="18" charset="0"/>
                <a:cs typeface="Times New Roman" panose="02020603050405020304" pitchFamily="18" charset="0"/>
              </a:rPr>
              <a:t>that</a:t>
            </a:r>
            <a:r>
              <a:rPr sz="1800" spc="296" dirty="0">
                <a:latin typeface="Times New Roman" panose="02020603050405020304" pitchFamily="18" charset="0"/>
                <a:cs typeface="Times New Roman" panose="02020603050405020304" pitchFamily="18" charset="0"/>
              </a:rPr>
              <a:t> </a:t>
            </a:r>
            <a:r>
              <a:rPr sz="1800" spc="-98" dirty="0">
                <a:latin typeface="Times New Roman" panose="02020603050405020304" pitchFamily="18" charset="0"/>
                <a:cs typeface="Times New Roman" panose="02020603050405020304" pitchFamily="18" charset="0"/>
              </a:rPr>
              <a:t>of </a:t>
            </a:r>
            <a:r>
              <a:rPr sz="1800" spc="-180" dirty="0">
                <a:latin typeface="Times New Roman" panose="02020603050405020304" pitchFamily="18" charset="0"/>
                <a:cs typeface="Times New Roman" panose="02020603050405020304" pitchFamily="18" charset="0"/>
              </a:rPr>
              <a:t>a </a:t>
            </a:r>
            <a:r>
              <a:rPr sz="1800" spc="-116" dirty="0">
                <a:latin typeface="Times New Roman" panose="02020603050405020304" pitchFamily="18" charset="0"/>
                <a:cs typeface="Times New Roman" panose="02020603050405020304" pitchFamily="18" charset="0"/>
              </a:rPr>
              <a:t>physical server. </a:t>
            </a:r>
            <a:r>
              <a:rPr sz="1800" spc="-86" dirty="0">
                <a:latin typeface="Times New Roman" panose="02020603050405020304" pitchFamily="18" charset="0"/>
                <a:cs typeface="Times New Roman" panose="02020603050405020304" pitchFamily="18" charset="0"/>
              </a:rPr>
              <a:t>Thus, </a:t>
            </a:r>
            <a:r>
              <a:rPr sz="1800" spc="-180" dirty="0">
                <a:latin typeface="Times New Roman" panose="02020603050405020304" pitchFamily="18" charset="0"/>
                <a:cs typeface="Times New Roman" panose="02020603050405020304" pitchFamily="18" charset="0"/>
              </a:rPr>
              <a:t>a </a:t>
            </a:r>
            <a:r>
              <a:rPr sz="1800" spc="-98" dirty="0">
                <a:latin typeface="Times New Roman" panose="02020603050405020304" pitchFamily="18" charset="0"/>
                <a:cs typeface="Times New Roman" panose="02020603050405020304" pitchFamily="18" charset="0"/>
              </a:rPr>
              <a:t>hypervisor, </a:t>
            </a:r>
            <a:r>
              <a:rPr sz="1800" spc="-83" dirty="0">
                <a:latin typeface="Times New Roman" panose="02020603050405020304" pitchFamily="18" charset="0"/>
                <a:cs typeface="Times New Roman" panose="02020603050405020304" pitchFamily="18" charset="0"/>
              </a:rPr>
              <a:t>such </a:t>
            </a:r>
            <a:r>
              <a:rPr sz="1800" spc="-109" dirty="0">
                <a:latin typeface="Times New Roman" panose="02020603050405020304" pitchFamily="18" charset="0"/>
                <a:cs typeface="Times New Roman" panose="02020603050405020304" pitchFamily="18" charset="0"/>
              </a:rPr>
              <a:t>as </a:t>
            </a:r>
            <a:r>
              <a:rPr sz="1800" spc="-38" dirty="0">
                <a:latin typeface="Times New Roman" panose="02020603050405020304" pitchFamily="18" charset="0"/>
                <a:cs typeface="Times New Roman" panose="02020603050405020304" pitchFamily="18" charset="0"/>
              </a:rPr>
              <a:t>VMware </a:t>
            </a:r>
            <a:r>
              <a:rPr sz="1800" b="1" spc="-86" dirty="0">
                <a:latin typeface="Times New Roman" panose="02020603050405020304" pitchFamily="18" charset="0"/>
                <a:cs typeface="Times New Roman" panose="02020603050405020304" pitchFamily="18" charset="0"/>
              </a:rPr>
              <a:t>vSphere</a:t>
            </a:r>
            <a:r>
              <a:rPr sz="1800" spc="-86" dirty="0">
                <a:latin typeface="Times New Roman" panose="02020603050405020304" pitchFamily="18" charset="0"/>
                <a:cs typeface="Times New Roman" panose="02020603050405020304" pitchFamily="18" charset="0"/>
              </a:rPr>
              <a:t> </a:t>
            </a:r>
            <a:r>
              <a:rPr sz="1800" spc="15" dirty="0">
                <a:latin typeface="Times New Roman" panose="02020603050405020304" pitchFamily="18" charset="0"/>
                <a:cs typeface="Times New Roman" panose="02020603050405020304" pitchFamily="18" charset="0"/>
              </a:rPr>
              <a:t>or </a:t>
            </a:r>
            <a:r>
              <a:rPr sz="1800" spc="-49" dirty="0">
                <a:latin typeface="Times New Roman" panose="02020603050405020304" pitchFamily="18" charset="0"/>
                <a:cs typeface="Times New Roman" panose="02020603050405020304" pitchFamily="18" charset="0"/>
              </a:rPr>
              <a:t>Microsoft </a:t>
            </a:r>
            <a:r>
              <a:rPr sz="1800" b="1" spc="-71" dirty="0">
                <a:latin typeface="Times New Roman" panose="02020603050405020304" pitchFamily="18" charset="0"/>
                <a:cs typeface="Times New Roman" panose="02020603050405020304" pitchFamily="18" charset="0"/>
              </a:rPr>
              <a:t>Hyper-</a:t>
            </a:r>
            <a:r>
              <a:rPr sz="1800" b="1" spc="-379" dirty="0">
                <a:latin typeface="Times New Roman" panose="02020603050405020304" pitchFamily="18" charset="0"/>
                <a:cs typeface="Times New Roman" panose="02020603050405020304" pitchFamily="18" charset="0"/>
              </a:rPr>
              <a:t>V</a:t>
            </a:r>
            <a:r>
              <a:rPr sz="1800" b="1" spc="-94" dirty="0">
                <a:latin typeface="Times New Roman" panose="02020603050405020304" pitchFamily="18" charset="0"/>
                <a:cs typeface="Times New Roman" panose="02020603050405020304" pitchFamily="18" charset="0"/>
              </a:rPr>
              <a:t>,</a:t>
            </a:r>
            <a:r>
              <a:rPr sz="1800" spc="-229" dirty="0">
                <a:latin typeface="Times New Roman" panose="02020603050405020304" pitchFamily="18" charset="0"/>
                <a:cs typeface="Times New Roman" panose="02020603050405020304" pitchFamily="18" charset="0"/>
              </a:rPr>
              <a:t> </a:t>
            </a:r>
            <a:r>
              <a:rPr sz="1800" spc="-79" dirty="0">
                <a:latin typeface="Times New Roman" panose="02020603050405020304" pitchFamily="18" charset="0"/>
                <a:cs typeface="Times New Roman" panose="02020603050405020304" pitchFamily="18" charset="0"/>
              </a:rPr>
              <a:t>is</a:t>
            </a:r>
            <a:r>
              <a:rPr sz="1800" spc="-49" dirty="0">
                <a:latin typeface="Times New Roman" panose="02020603050405020304" pitchFamily="18" charset="0"/>
                <a:cs typeface="Times New Roman" panose="02020603050405020304" pitchFamily="18" charset="0"/>
              </a:rPr>
              <a:t> </a:t>
            </a:r>
            <a:r>
              <a:rPr sz="1800" spc="-94" dirty="0">
                <a:latin typeface="Times New Roman" panose="02020603050405020304" pitchFamily="18" charset="0"/>
                <a:cs typeface="Times New Roman" panose="02020603050405020304" pitchFamily="18" charset="0"/>
              </a:rPr>
              <a:t>ins</a:t>
            </a:r>
            <a:r>
              <a:rPr sz="1800" spc="-86" dirty="0">
                <a:latin typeface="Times New Roman" panose="02020603050405020304" pitchFamily="18" charset="0"/>
                <a:cs typeface="Times New Roman" panose="02020603050405020304" pitchFamily="18" charset="0"/>
              </a:rPr>
              <a:t>t</a:t>
            </a:r>
            <a:r>
              <a:rPr sz="1800" spc="-131" dirty="0">
                <a:latin typeface="Times New Roman" panose="02020603050405020304" pitchFamily="18" charset="0"/>
                <a:cs typeface="Times New Roman" panose="02020603050405020304" pitchFamily="18" charset="0"/>
              </a:rPr>
              <a:t>alled</a:t>
            </a:r>
            <a:r>
              <a:rPr sz="1800" spc="-53" dirty="0">
                <a:latin typeface="Times New Roman" panose="02020603050405020304" pitchFamily="18" charset="0"/>
                <a:cs typeface="Times New Roman" panose="02020603050405020304" pitchFamily="18" charset="0"/>
              </a:rPr>
              <a:t> </a:t>
            </a:r>
            <a:r>
              <a:rPr sz="1800" spc="-34" dirty="0">
                <a:latin typeface="Times New Roman" panose="02020603050405020304" pitchFamily="18" charset="0"/>
                <a:cs typeface="Times New Roman" panose="02020603050405020304" pitchFamily="18" charset="0"/>
              </a:rPr>
              <a:t>o</a:t>
            </a:r>
            <a:r>
              <a:rPr sz="1800" spc="-30" dirty="0">
                <a:latin typeface="Times New Roman" panose="02020603050405020304" pitchFamily="18" charset="0"/>
                <a:cs typeface="Times New Roman" panose="02020603050405020304" pitchFamily="18" charset="0"/>
              </a:rPr>
              <a:t>n</a:t>
            </a:r>
            <a:r>
              <a:rPr sz="1800" spc="-41" dirty="0">
                <a:latin typeface="Times New Roman" panose="02020603050405020304" pitchFamily="18" charset="0"/>
                <a:cs typeface="Times New Roman" panose="02020603050405020304" pitchFamily="18" charset="0"/>
              </a:rPr>
              <a:t> </a:t>
            </a:r>
            <a:r>
              <a:rPr sz="1800" spc="-64" dirty="0">
                <a:latin typeface="Times New Roman" panose="02020603050405020304" pitchFamily="18" charset="0"/>
                <a:cs typeface="Times New Roman" panose="02020603050405020304" pitchFamily="18" charset="0"/>
              </a:rPr>
              <a:t>top</a:t>
            </a:r>
            <a:r>
              <a:rPr sz="1800" spc="-49" dirty="0">
                <a:latin typeface="Times New Roman" panose="02020603050405020304" pitchFamily="18" charset="0"/>
                <a:cs typeface="Times New Roman" panose="02020603050405020304" pitchFamily="18" charset="0"/>
              </a:rPr>
              <a:t> </a:t>
            </a:r>
            <a:r>
              <a:rPr sz="1800" spc="-116" dirty="0">
                <a:latin typeface="Times New Roman" panose="02020603050405020304" pitchFamily="18" charset="0"/>
                <a:cs typeface="Times New Roman" panose="02020603050405020304" pitchFamily="18" charset="0"/>
              </a:rPr>
              <a:t>o</a:t>
            </a:r>
            <a:r>
              <a:rPr sz="1800" spc="-79" dirty="0">
                <a:latin typeface="Times New Roman" panose="02020603050405020304" pitchFamily="18" charset="0"/>
                <a:cs typeface="Times New Roman" panose="02020603050405020304" pitchFamily="18" charset="0"/>
              </a:rPr>
              <a:t>f</a:t>
            </a:r>
            <a:r>
              <a:rPr sz="1800" spc="-41" dirty="0">
                <a:latin typeface="Times New Roman" panose="02020603050405020304" pitchFamily="18" charset="0"/>
                <a:cs typeface="Times New Roman" panose="02020603050405020304" pitchFamily="18" charset="0"/>
              </a:rPr>
              <a:t> </a:t>
            </a:r>
            <a:r>
              <a:rPr sz="1800" spc="-98" dirty="0">
                <a:latin typeface="Times New Roman" panose="02020603050405020304" pitchFamily="18" charset="0"/>
                <a:cs typeface="Times New Roman" panose="02020603050405020304" pitchFamily="18" charset="0"/>
              </a:rPr>
              <a:t>p</a:t>
            </a:r>
            <a:r>
              <a:rPr sz="1800" spc="-158" dirty="0">
                <a:latin typeface="Times New Roman" panose="02020603050405020304" pitchFamily="18" charset="0"/>
                <a:cs typeface="Times New Roman" panose="02020603050405020304" pitchFamily="18" charset="0"/>
              </a:rPr>
              <a:t>h</a:t>
            </a:r>
            <a:r>
              <a:rPr sz="1800" spc="-86" dirty="0">
                <a:latin typeface="Times New Roman" panose="02020603050405020304" pitchFamily="18" charset="0"/>
                <a:cs typeface="Times New Roman" panose="02020603050405020304" pitchFamily="18" charset="0"/>
              </a:rPr>
              <a:t>ysi</a:t>
            </a:r>
            <a:r>
              <a:rPr sz="1800" spc="-143" dirty="0">
                <a:latin typeface="Times New Roman" panose="02020603050405020304" pitchFamily="18" charset="0"/>
                <a:cs typeface="Times New Roman" panose="02020603050405020304" pitchFamily="18" charset="0"/>
              </a:rPr>
              <a:t>cal</a:t>
            </a:r>
            <a:r>
              <a:rPr sz="1800" spc="-53" dirty="0">
                <a:latin typeface="Times New Roman" panose="02020603050405020304" pitchFamily="18" charset="0"/>
                <a:cs typeface="Times New Roman" panose="02020603050405020304" pitchFamily="18" charset="0"/>
              </a:rPr>
              <a:t> </a:t>
            </a:r>
            <a:r>
              <a:rPr sz="1800" spc="-94" dirty="0">
                <a:latin typeface="Times New Roman" panose="02020603050405020304" pitchFamily="18" charset="0"/>
                <a:cs typeface="Times New Roman" panose="02020603050405020304" pitchFamily="18" charset="0"/>
              </a:rPr>
              <a:t>ha</a:t>
            </a:r>
            <a:r>
              <a:rPr sz="1800" spc="-101" dirty="0">
                <a:latin typeface="Times New Roman" panose="02020603050405020304" pitchFamily="18" charset="0"/>
                <a:cs typeface="Times New Roman" panose="02020603050405020304" pitchFamily="18" charset="0"/>
              </a:rPr>
              <a:t>r</a:t>
            </a:r>
            <a:r>
              <a:rPr sz="1800" spc="-83" dirty="0">
                <a:latin typeface="Times New Roman" panose="02020603050405020304" pitchFamily="18" charset="0"/>
                <a:cs typeface="Times New Roman" panose="02020603050405020304" pitchFamily="18" charset="0"/>
              </a:rPr>
              <a:t>dwa</a:t>
            </a:r>
            <a:r>
              <a:rPr sz="1800" spc="-94" dirty="0">
                <a:latin typeface="Times New Roman" panose="02020603050405020304" pitchFamily="18" charset="0"/>
                <a:cs typeface="Times New Roman" panose="02020603050405020304" pitchFamily="18" charset="0"/>
              </a:rPr>
              <a:t>r</a:t>
            </a:r>
            <a:r>
              <a:rPr sz="1800" spc="-86" dirty="0">
                <a:latin typeface="Times New Roman" panose="02020603050405020304" pitchFamily="18" charset="0"/>
                <a:cs typeface="Times New Roman" panose="02020603050405020304" pitchFamily="18" charset="0"/>
              </a:rPr>
              <a:t>e</a:t>
            </a:r>
            <a:r>
              <a:rPr sz="1800" spc="-270" dirty="0">
                <a:latin typeface="Times New Roman" panose="02020603050405020304" pitchFamily="18" charset="0"/>
                <a:cs typeface="Times New Roman" panose="02020603050405020304" pitchFamily="18" charset="0"/>
              </a:rPr>
              <a:t>.</a:t>
            </a:r>
            <a:endParaRPr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4926892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spcFirstLastPara="1" vert="horz" wrap="square" lIns="0" tIns="10001" rIns="0" bIns="0" rtlCol="0" anchor="ctr" anchorCtr="0">
            <a:spAutoFit/>
          </a:bodyPr>
          <a:lstStyle/>
          <a:p>
            <a:pPr marL="9525">
              <a:spcBef>
                <a:spcPts val="79"/>
              </a:spcBef>
            </a:pPr>
            <a:r>
              <a:rPr sz="2400" spc="195" dirty="0"/>
              <a:t>VIRTUAL</a:t>
            </a:r>
            <a:r>
              <a:rPr lang="en-IN" sz="2400" spc="195" dirty="0"/>
              <a:t> </a:t>
            </a:r>
            <a:r>
              <a:rPr sz="2400" spc="-127" dirty="0"/>
              <a:t> </a:t>
            </a:r>
            <a:r>
              <a:rPr sz="2400" spc="293" dirty="0"/>
              <a:t>MACHINE</a:t>
            </a:r>
            <a:endParaRPr sz="2400" dirty="0"/>
          </a:p>
        </p:txBody>
      </p:sp>
      <p:sp>
        <p:nvSpPr>
          <p:cNvPr id="3" name="object 3"/>
          <p:cNvSpPr txBox="1"/>
          <p:nvPr/>
        </p:nvSpPr>
        <p:spPr>
          <a:xfrm>
            <a:off x="1197352" y="1149764"/>
            <a:ext cx="7086124" cy="3340017"/>
          </a:xfrm>
          <a:prstGeom prst="rect">
            <a:avLst/>
          </a:prstGeom>
        </p:spPr>
        <p:txBody>
          <a:bodyPr vert="horz" wrap="square" lIns="0" tIns="9525" rIns="0" bIns="0" rtlCol="0">
            <a:spAutoFit/>
          </a:bodyPr>
          <a:lstStyle/>
          <a:p>
            <a:pPr marL="180499" marR="3810" indent="-171450" algn="just">
              <a:lnSpc>
                <a:spcPct val="150000"/>
              </a:lnSpc>
              <a:spcBef>
                <a:spcPts val="75"/>
              </a:spcBef>
              <a:buClr>
                <a:srgbClr val="B71E42"/>
              </a:buClr>
              <a:buFont typeface="Arial MT"/>
              <a:buChar char="•"/>
              <a:tabLst>
                <a:tab pos="180975" algn="l"/>
              </a:tabLst>
            </a:pPr>
            <a:r>
              <a:rPr sz="1950" spc="150" dirty="0">
                <a:latin typeface="Times New Roman" panose="02020603050405020304" pitchFamily="18" charset="0"/>
                <a:cs typeface="Times New Roman" panose="02020603050405020304" pitchFamily="18" charset="0"/>
              </a:rPr>
              <a:t>A </a:t>
            </a:r>
            <a:r>
              <a:rPr sz="1950" spc="-68" dirty="0">
                <a:latin typeface="Times New Roman" panose="02020603050405020304" pitchFamily="18" charset="0"/>
                <a:cs typeface="Times New Roman" panose="02020603050405020304" pitchFamily="18" charset="0"/>
              </a:rPr>
              <a:t>hypervisor </a:t>
            </a:r>
            <a:r>
              <a:rPr sz="1950" spc="-83" dirty="0">
                <a:latin typeface="Times New Roman" panose="02020603050405020304" pitchFamily="18" charset="0"/>
                <a:cs typeface="Times New Roman" panose="02020603050405020304" pitchFamily="18" charset="0"/>
              </a:rPr>
              <a:t>is </a:t>
            </a:r>
            <a:r>
              <a:rPr sz="1950" spc="-113" dirty="0">
                <a:latin typeface="Times New Roman" panose="02020603050405020304" pitchFamily="18" charset="0"/>
                <a:cs typeface="Times New Roman" panose="02020603050405020304" pitchFamily="18" charset="0"/>
              </a:rPr>
              <a:t>then </a:t>
            </a:r>
            <a:r>
              <a:rPr sz="1950" spc="-86" dirty="0">
                <a:latin typeface="Times New Roman" panose="02020603050405020304" pitchFamily="18" charset="0"/>
                <a:cs typeface="Times New Roman" panose="02020603050405020304" pitchFamily="18" charset="0"/>
              </a:rPr>
              <a:t>used </a:t>
            </a:r>
            <a:r>
              <a:rPr sz="1950" spc="-49" dirty="0">
                <a:latin typeface="Times New Roman" panose="02020603050405020304" pitchFamily="18" charset="0"/>
                <a:cs typeface="Times New Roman" panose="02020603050405020304" pitchFamily="18" charset="0"/>
              </a:rPr>
              <a:t>to </a:t>
            </a:r>
            <a:r>
              <a:rPr sz="1950" spc="-124" dirty="0">
                <a:latin typeface="Times New Roman" panose="02020603050405020304" pitchFamily="18" charset="0"/>
                <a:cs typeface="Times New Roman" panose="02020603050405020304" pitchFamily="18" charset="0"/>
              </a:rPr>
              <a:t>create and </a:t>
            </a:r>
            <a:r>
              <a:rPr sz="1950" spc="-146" dirty="0">
                <a:latin typeface="Times New Roman" panose="02020603050405020304" pitchFamily="18" charset="0"/>
                <a:cs typeface="Times New Roman" panose="02020603050405020304" pitchFamily="18" charset="0"/>
              </a:rPr>
              <a:t>manage </a:t>
            </a:r>
            <a:r>
              <a:rPr sz="1950" spc="-41" dirty="0">
                <a:latin typeface="Times New Roman" panose="02020603050405020304" pitchFamily="18" charset="0"/>
                <a:cs typeface="Times New Roman" panose="02020603050405020304" pitchFamily="18" charset="0"/>
              </a:rPr>
              <a:t>VMs, </a:t>
            </a:r>
            <a:r>
              <a:rPr sz="1950" spc="-94" dirty="0">
                <a:latin typeface="Times New Roman" panose="02020603050405020304" pitchFamily="18" charset="0"/>
                <a:cs typeface="Times New Roman" panose="02020603050405020304" pitchFamily="18" charset="0"/>
              </a:rPr>
              <a:t>which </a:t>
            </a:r>
            <a:r>
              <a:rPr sz="1950" spc="-158" dirty="0">
                <a:latin typeface="Times New Roman" panose="02020603050405020304" pitchFamily="18" charset="0"/>
                <a:cs typeface="Times New Roman" panose="02020603050405020304" pitchFamily="18" charset="0"/>
              </a:rPr>
              <a:t>have </a:t>
            </a:r>
            <a:r>
              <a:rPr sz="1950" spc="-153" dirty="0">
                <a:latin typeface="Times New Roman" panose="02020603050405020304" pitchFamily="18" charset="0"/>
                <a:cs typeface="Times New Roman" panose="02020603050405020304" pitchFamily="18" charset="0"/>
              </a:rPr>
              <a:t> </a:t>
            </a:r>
            <a:r>
              <a:rPr sz="1950" spc="-131" dirty="0">
                <a:latin typeface="Times New Roman" panose="02020603050405020304" pitchFamily="18" charset="0"/>
                <a:cs typeface="Times New Roman" panose="02020603050405020304" pitchFamily="18" charset="0"/>
              </a:rPr>
              <a:t>the</a:t>
            </a:r>
            <a:r>
              <a:rPr sz="1950" spc="-75" dirty="0">
                <a:latin typeface="Times New Roman" panose="02020603050405020304" pitchFamily="18" charset="0"/>
                <a:cs typeface="Times New Roman" panose="02020603050405020304" pitchFamily="18" charset="0"/>
              </a:rPr>
              <a:t>i</a:t>
            </a:r>
            <a:r>
              <a:rPr sz="1950" spc="15" dirty="0">
                <a:latin typeface="Times New Roman" panose="02020603050405020304" pitchFamily="18" charset="0"/>
                <a:cs typeface="Times New Roman" panose="02020603050405020304" pitchFamily="18" charset="0"/>
              </a:rPr>
              <a:t>r</a:t>
            </a:r>
            <a:r>
              <a:rPr sz="1950" spc="-56" dirty="0">
                <a:latin typeface="Times New Roman" panose="02020603050405020304" pitchFamily="18" charset="0"/>
                <a:cs typeface="Times New Roman" panose="02020603050405020304" pitchFamily="18" charset="0"/>
              </a:rPr>
              <a:t> </a:t>
            </a:r>
            <a:r>
              <a:rPr sz="1950" spc="15" dirty="0">
                <a:latin typeface="Times New Roman" panose="02020603050405020304" pitchFamily="18" charset="0"/>
                <a:cs typeface="Times New Roman" panose="02020603050405020304" pitchFamily="18" charset="0"/>
              </a:rPr>
              <a:t>o</a:t>
            </a:r>
            <a:r>
              <a:rPr sz="1950" spc="-83" dirty="0">
                <a:latin typeface="Times New Roman" panose="02020603050405020304" pitchFamily="18" charset="0"/>
                <a:cs typeface="Times New Roman" panose="02020603050405020304" pitchFamily="18" charset="0"/>
              </a:rPr>
              <a:t>w</a:t>
            </a:r>
            <a:r>
              <a:rPr sz="1950" spc="-60" dirty="0">
                <a:latin typeface="Times New Roman" panose="02020603050405020304" pitchFamily="18" charset="0"/>
                <a:cs typeface="Times New Roman" panose="02020603050405020304" pitchFamily="18" charset="0"/>
              </a:rPr>
              <a:t>n</a:t>
            </a:r>
            <a:r>
              <a:rPr sz="1950" spc="-45" dirty="0">
                <a:latin typeface="Times New Roman" panose="02020603050405020304" pitchFamily="18" charset="0"/>
                <a:cs typeface="Times New Roman" panose="02020603050405020304" pitchFamily="18" charset="0"/>
              </a:rPr>
              <a:t> </a:t>
            </a:r>
            <a:r>
              <a:rPr sz="1950" spc="-71" dirty="0">
                <a:latin typeface="Times New Roman" panose="02020603050405020304" pitchFamily="18" charset="0"/>
                <a:cs typeface="Times New Roman" panose="02020603050405020304" pitchFamily="18" charset="0"/>
              </a:rPr>
              <a:t>vi</a:t>
            </a:r>
            <a:r>
              <a:rPr sz="1950" spc="-34" dirty="0">
                <a:latin typeface="Times New Roman" panose="02020603050405020304" pitchFamily="18" charset="0"/>
                <a:cs typeface="Times New Roman" panose="02020603050405020304" pitchFamily="18" charset="0"/>
              </a:rPr>
              <a:t>r</a:t>
            </a:r>
            <a:r>
              <a:rPr sz="1950" spc="-139" dirty="0">
                <a:latin typeface="Times New Roman" panose="02020603050405020304" pitchFamily="18" charset="0"/>
                <a:cs typeface="Times New Roman" panose="02020603050405020304" pitchFamily="18" charset="0"/>
              </a:rPr>
              <a:t>tual</a:t>
            </a:r>
            <a:r>
              <a:rPr sz="1950" spc="-49" dirty="0">
                <a:latin typeface="Times New Roman" panose="02020603050405020304" pitchFamily="18" charset="0"/>
                <a:cs typeface="Times New Roman" panose="02020603050405020304" pitchFamily="18" charset="0"/>
              </a:rPr>
              <a:t> </a:t>
            </a:r>
            <a:r>
              <a:rPr sz="1950" spc="-83" dirty="0">
                <a:latin typeface="Times New Roman" panose="02020603050405020304" pitchFamily="18" charset="0"/>
                <a:cs typeface="Times New Roman" panose="02020603050405020304" pitchFamily="18" charset="0"/>
              </a:rPr>
              <a:t>comp</a:t>
            </a:r>
            <a:r>
              <a:rPr sz="1950" spc="-71" dirty="0">
                <a:latin typeface="Times New Roman" panose="02020603050405020304" pitchFamily="18" charset="0"/>
                <a:cs typeface="Times New Roman" panose="02020603050405020304" pitchFamily="18" charset="0"/>
              </a:rPr>
              <a:t>u</a:t>
            </a:r>
            <a:r>
              <a:rPr sz="1950" spc="-98" dirty="0">
                <a:latin typeface="Times New Roman" panose="02020603050405020304" pitchFamily="18" charset="0"/>
                <a:cs typeface="Times New Roman" panose="02020603050405020304" pitchFamily="18" charset="0"/>
              </a:rPr>
              <a:t>ti</a:t>
            </a:r>
            <a:r>
              <a:rPr sz="1950" spc="-150" dirty="0">
                <a:latin typeface="Times New Roman" panose="02020603050405020304" pitchFamily="18" charset="0"/>
                <a:cs typeface="Times New Roman" panose="02020603050405020304" pitchFamily="18" charset="0"/>
              </a:rPr>
              <a:t>n</a:t>
            </a:r>
            <a:r>
              <a:rPr sz="1950" spc="-146" dirty="0">
                <a:latin typeface="Times New Roman" panose="02020603050405020304" pitchFamily="18" charset="0"/>
                <a:cs typeface="Times New Roman" panose="02020603050405020304" pitchFamily="18" charset="0"/>
              </a:rPr>
              <a:t>g</a:t>
            </a:r>
            <a:r>
              <a:rPr sz="1950" spc="-49" dirty="0">
                <a:latin typeface="Times New Roman" panose="02020603050405020304" pitchFamily="18" charset="0"/>
                <a:cs typeface="Times New Roman" panose="02020603050405020304" pitchFamily="18" charset="0"/>
              </a:rPr>
              <a:t> </a:t>
            </a:r>
            <a:r>
              <a:rPr sz="1950" spc="-23" dirty="0">
                <a:latin typeface="Times New Roman" panose="02020603050405020304" pitchFamily="18" charset="0"/>
                <a:cs typeface="Times New Roman" panose="02020603050405020304" pitchFamily="18" charset="0"/>
              </a:rPr>
              <a:t>r</a:t>
            </a:r>
            <a:r>
              <a:rPr sz="1950" spc="-56" dirty="0">
                <a:latin typeface="Times New Roman" panose="02020603050405020304" pitchFamily="18" charset="0"/>
                <a:cs typeface="Times New Roman" panose="02020603050405020304" pitchFamily="18" charset="0"/>
              </a:rPr>
              <a:t>eso</a:t>
            </a:r>
            <a:r>
              <a:rPr sz="1950" spc="-75" dirty="0">
                <a:latin typeface="Times New Roman" panose="02020603050405020304" pitchFamily="18" charset="0"/>
                <a:cs typeface="Times New Roman" panose="02020603050405020304" pitchFamily="18" charset="0"/>
              </a:rPr>
              <a:t>u</a:t>
            </a:r>
            <a:r>
              <a:rPr sz="1950" spc="-41" dirty="0">
                <a:latin typeface="Times New Roman" panose="02020603050405020304" pitchFamily="18" charset="0"/>
                <a:cs typeface="Times New Roman" panose="02020603050405020304" pitchFamily="18" charset="0"/>
              </a:rPr>
              <a:t>r</a:t>
            </a:r>
            <a:r>
              <a:rPr sz="1950" spc="-101" dirty="0">
                <a:latin typeface="Times New Roman" panose="02020603050405020304" pitchFamily="18" charset="0"/>
                <a:cs typeface="Times New Roman" panose="02020603050405020304" pitchFamily="18" charset="0"/>
              </a:rPr>
              <a:t>ce</a:t>
            </a:r>
            <a:r>
              <a:rPr sz="1950" spc="-83" dirty="0">
                <a:latin typeface="Times New Roman" panose="02020603050405020304" pitchFamily="18" charset="0"/>
                <a:cs typeface="Times New Roman" panose="02020603050405020304" pitchFamily="18" charset="0"/>
              </a:rPr>
              <a:t>s</a:t>
            </a:r>
            <a:r>
              <a:rPr sz="1950" spc="-289" dirty="0">
                <a:latin typeface="Times New Roman" panose="02020603050405020304" pitchFamily="18" charset="0"/>
                <a:cs typeface="Times New Roman" panose="02020603050405020304" pitchFamily="18" charset="0"/>
              </a:rPr>
              <a:t>.</a:t>
            </a:r>
            <a:endParaRPr sz="1950" dirty="0">
              <a:latin typeface="Times New Roman" panose="02020603050405020304" pitchFamily="18" charset="0"/>
              <a:cs typeface="Times New Roman" panose="02020603050405020304" pitchFamily="18" charset="0"/>
            </a:endParaRPr>
          </a:p>
          <a:p>
            <a:pPr marL="180499" marR="3810" indent="-171450" algn="just">
              <a:lnSpc>
                <a:spcPct val="150000"/>
              </a:lnSpc>
              <a:spcBef>
                <a:spcPts val="746"/>
              </a:spcBef>
              <a:buClr>
                <a:srgbClr val="B71E42"/>
              </a:buClr>
              <a:buFont typeface="Arial MT"/>
              <a:buChar char="•"/>
              <a:tabLst>
                <a:tab pos="180975" algn="l"/>
              </a:tabLst>
            </a:pPr>
            <a:r>
              <a:rPr sz="1950" spc="-64" dirty="0">
                <a:latin typeface="Times New Roman" panose="02020603050405020304" pitchFamily="18" charset="0"/>
                <a:cs typeface="Times New Roman" panose="02020603050405020304" pitchFamily="18" charset="0"/>
              </a:rPr>
              <a:t>After </a:t>
            </a:r>
            <a:r>
              <a:rPr sz="1950" spc="-165" dirty="0">
                <a:latin typeface="Times New Roman" panose="02020603050405020304" pitchFamily="18" charset="0"/>
                <a:cs typeface="Times New Roman" panose="02020603050405020304" pitchFamily="18" charset="0"/>
              </a:rPr>
              <a:t>that, </a:t>
            </a:r>
            <a:r>
              <a:rPr sz="1950" spc="-68" dirty="0">
                <a:latin typeface="Times New Roman" panose="02020603050405020304" pitchFamily="18" charset="0"/>
                <a:cs typeface="Times New Roman" panose="02020603050405020304" pitchFamily="18" charset="0"/>
              </a:rPr>
              <a:t>you </a:t>
            </a:r>
            <a:r>
              <a:rPr sz="1950" spc="-135" dirty="0">
                <a:latin typeface="Times New Roman" panose="02020603050405020304" pitchFamily="18" charset="0"/>
                <a:cs typeface="Times New Roman" panose="02020603050405020304" pitchFamily="18" charset="0"/>
              </a:rPr>
              <a:t>can </a:t>
            </a:r>
            <a:r>
              <a:rPr sz="1950" spc="-105" dirty="0">
                <a:latin typeface="Times New Roman" panose="02020603050405020304" pitchFamily="18" charset="0"/>
                <a:cs typeface="Times New Roman" panose="02020603050405020304" pitchFamily="18" charset="0"/>
              </a:rPr>
              <a:t>load </a:t>
            </a:r>
            <a:r>
              <a:rPr sz="1950" spc="-127" dirty="0">
                <a:latin typeface="Times New Roman" panose="02020603050405020304" pitchFamily="18" charset="0"/>
                <a:cs typeface="Times New Roman" panose="02020603050405020304" pitchFamily="18" charset="0"/>
              </a:rPr>
              <a:t>multiple </a:t>
            </a:r>
            <a:r>
              <a:rPr sz="1950" spc="-105" dirty="0">
                <a:latin typeface="Times New Roman" panose="02020603050405020304" pitchFamily="18" charset="0"/>
                <a:cs typeface="Times New Roman" panose="02020603050405020304" pitchFamily="18" charset="0"/>
              </a:rPr>
              <a:t>guest </a:t>
            </a:r>
            <a:r>
              <a:rPr sz="1950" spc="15" dirty="0">
                <a:latin typeface="Times New Roman" panose="02020603050405020304" pitchFamily="18" charset="0"/>
                <a:cs typeface="Times New Roman" panose="02020603050405020304" pitchFamily="18" charset="0"/>
              </a:rPr>
              <a:t>OSes </a:t>
            </a:r>
            <a:r>
              <a:rPr sz="1950" spc="-124" dirty="0">
                <a:latin typeface="Times New Roman" panose="02020603050405020304" pitchFamily="18" charset="0"/>
                <a:cs typeface="Times New Roman" panose="02020603050405020304" pitchFamily="18" charset="0"/>
              </a:rPr>
              <a:t>and </a:t>
            </a:r>
            <a:r>
              <a:rPr sz="1950" spc="-60" dirty="0">
                <a:latin typeface="Times New Roman" panose="02020603050405020304" pitchFamily="18" charset="0"/>
                <a:cs typeface="Times New Roman" panose="02020603050405020304" pitchFamily="18" charset="0"/>
              </a:rPr>
              <a:t>server </a:t>
            </a:r>
            <a:r>
              <a:rPr sz="1950" spc="-116" dirty="0">
                <a:latin typeface="Times New Roman" panose="02020603050405020304" pitchFamily="18" charset="0"/>
                <a:cs typeface="Times New Roman" panose="02020603050405020304" pitchFamily="18" charset="0"/>
              </a:rPr>
              <a:t>applications </a:t>
            </a:r>
            <a:r>
              <a:rPr sz="1950" spc="-113" dirty="0">
                <a:latin typeface="Times New Roman" panose="02020603050405020304" pitchFamily="18" charset="0"/>
                <a:cs typeface="Times New Roman" panose="02020603050405020304" pitchFamily="18" charset="0"/>
              </a:rPr>
              <a:t> </a:t>
            </a:r>
            <a:r>
              <a:rPr sz="1950" spc="-30" dirty="0">
                <a:latin typeface="Times New Roman" panose="02020603050405020304" pitchFamily="18" charset="0"/>
                <a:cs typeface="Times New Roman" panose="02020603050405020304" pitchFamily="18" charset="0"/>
              </a:rPr>
              <a:t>on</a:t>
            </a:r>
            <a:r>
              <a:rPr sz="1950" spc="-45" dirty="0">
                <a:latin typeface="Times New Roman" panose="02020603050405020304" pitchFamily="18" charset="0"/>
                <a:cs typeface="Times New Roman" panose="02020603050405020304" pitchFamily="18" charset="0"/>
              </a:rPr>
              <a:t> </a:t>
            </a:r>
            <a:r>
              <a:rPr sz="1950" spc="-68" dirty="0">
                <a:latin typeface="Times New Roman" panose="02020603050405020304" pitchFamily="18" charset="0"/>
                <a:cs typeface="Times New Roman" panose="02020603050405020304" pitchFamily="18" charset="0"/>
              </a:rPr>
              <a:t>top</a:t>
            </a:r>
            <a:r>
              <a:rPr sz="1950" spc="-53" dirty="0">
                <a:latin typeface="Times New Roman" panose="02020603050405020304" pitchFamily="18" charset="0"/>
                <a:cs typeface="Times New Roman" panose="02020603050405020304" pitchFamily="18" charset="0"/>
              </a:rPr>
              <a:t> </a:t>
            </a:r>
            <a:r>
              <a:rPr sz="1950" spc="-101" dirty="0">
                <a:latin typeface="Times New Roman" panose="02020603050405020304" pitchFamily="18" charset="0"/>
                <a:cs typeface="Times New Roman" panose="02020603050405020304" pitchFamily="18" charset="0"/>
              </a:rPr>
              <a:t>of</a:t>
            </a:r>
            <a:r>
              <a:rPr sz="1950" spc="-53" dirty="0">
                <a:latin typeface="Times New Roman" panose="02020603050405020304" pitchFamily="18" charset="0"/>
                <a:cs typeface="Times New Roman" panose="02020603050405020304" pitchFamily="18" charset="0"/>
              </a:rPr>
              <a:t> </a:t>
            </a:r>
            <a:r>
              <a:rPr sz="1950" spc="-116" dirty="0">
                <a:latin typeface="Times New Roman" panose="02020603050405020304" pitchFamily="18" charset="0"/>
                <a:cs typeface="Times New Roman" panose="02020603050405020304" pitchFamily="18" charset="0"/>
              </a:rPr>
              <a:t>the</a:t>
            </a:r>
            <a:r>
              <a:rPr sz="1950" spc="-45" dirty="0">
                <a:latin typeface="Times New Roman" panose="02020603050405020304" pitchFamily="18" charset="0"/>
                <a:cs typeface="Times New Roman" panose="02020603050405020304" pitchFamily="18" charset="0"/>
              </a:rPr>
              <a:t> </a:t>
            </a:r>
            <a:r>
              <a:rPr sz="1950" spc="-71" dirty="0">
                <a:latin typeface="Times New Roman" panose="02020603050405020304" pitchFamily="18" charset="0"/>
                <a:cs typeface="Times New Roman" panose="02020603050405020304" pitchFamily="18" charset="0"/>
              </a:rPr>
              <a:t>vi</a:t>
            </a:r>
            <a:r>
              <a:rPr sz="1950" spc="-34" dirty="0">
                <a:latin typeface="Times New Roman" panose="02020603050405020304" pitchFamily="18" charset="0"/>
                <a:cs typeface="Times New Roman" panose="02020603050405020304" pitchFamily="18" charset="0"/>
              </a:rPr>
              <a:t>r</a:t>
            </a:r>
            <a:r>
              <a:rPr sz="1950" spc="-139" dirty="0">
                <a:latin typeface="Times New Roman" panose="02020603050405020304" pitchFamily="18" charset="0"/>
                <a:cs typeface="Times New Roman" panose="02020603050405020304" pitchFamily="18" charset="0"/>
              </a:rPr>
              <a:t>tual</a:t>
            </a:r>
            <a:r>
              <a:rPr sz="1950" spc="-49" dirty="0">
                <a:latin typeface="Times New Roman" panose="02020603050405020304" pitchFamily="18" charset="0"/>
                <a:cs typeface="Times New Roman" panose="02020603050405020304" pitchFamily="18" charset="0"/>
              </a:rPr>
              <a:t> </a:t>
            </a:r>
            <a:r>
              <a:rPr sz="1950" spc="-146" dirty="0">
                <a:latin typeface="Times New Roman" panose="02020603050405020304" pitchFamily="18" charset="0"/>
                <a:cs typeface="Times New Roman" panose="02020603050405020304" pitchFamily="18" charset="0"/>
              </a:rPr>
              <a:t>h</a:t>
            </a:r>
            <a:r>
              <a:rPr sz="1950" spc="-135" dirty="0">
                <a:latin typeface="Times New Roman" panose="02020603050405020304" pitchFamily="18" charset="0"/>
                <a:cs typeface="Times New Roman" panose="02020603050405020304" pitchFamily="18" charset="0"/>
              </a:rPr>
              <a:t>a</a:t>
            </a:r>
            <a:r>
              <a:rPr sz="1950" spc="-15" dirty="0">
                <a:latin typeface="Times New Roman" panose="02020603050405020304" pitchFamily="18" charset="0"/>
                <a:cs typeface="Times New Roman" panose="02020603050405020304" pitchFamily="18" charset="0"/>
              </a:rPr>
              <a:t>r</a:t>
            </a:r>
            <a:r>
              <a:rPr sz="1950" spc="-86" dirty="0">
                <a:latin typeface="Times New Roman" panose="02020603050405020304" pitchFamily="18" charset="0"/>
                <a:cs typeface="Times New Roman" panose="02020603050405020304" pitchFamily="18" charset="0"/>
              </a:rPr>
              <a:t>dwa</a:t>
            </a:r>
            <a:r>
              <a:rPr sz="1950" spc="-98" dirty="0">
                <a:latin typeface="Times New Roman" panose="02020603050405020304" pitchFamily="18" charset="0"/>
                <a:cs typeface="Times New Roman" panose="02020603050405020304" pitchFamily="18" charset="0"/>
              </a:rPr>
              <a:t>r</a:t>
            </a:r>
            <a:r>
              <a:rPr sz="1950" spc="-94" dirty="0">
                <a:latin typeface="Times New Roman" panose="02020603050405020304" pitchFamily="18" charset="0"/>
                <a:cs typeface="Times New Roman" panose="02020603050405020304" pitchFamily="18" charset="0"/>
              </a:rPr>
              <a:t>e</a:t>
            </a:r>
            <a:r>
              <a:rPr sz="1950" spc="-289" dirty="0">
                <a:latin typeface="Times New Roman" panose="02020603050405020304" pitchFamily="18" charset="0"/>
                <a:cs typeface="Times New Roman" panose="02020603050405020304" pitchFamily="18" charset="0"/>
              </a:rPr>
              <a:t>.</a:t>
            </a:r>
            <a:endParaRPr sz="1950" dirty="0">
              <a:latin typeface="Times New Roman" panose="02020603050405020304" pitchFamily="18" charset="0"/>
              <a:cs typeface="Times New Roman" panose="02020603050405020304" pitchFamily="18" charset="0"/>
            </a:endParaRPr>
          </a:p>
          <a:p>
            <a:pPr marL="180499" marR="3810" indent="-171450" algn="just">
              <a:lnSpc>
                <a:spcPct val="150000"/>
              </a:lnSpc>
              <a:spcBef>
                <a:spcPts val="746"/>
              </a:spcBef>
              <a:buClr>
                <a:srgbClr val="B71E42"/>
              </a:buClr>
              <a:buFont typeface="Arial MT"/>
              <a:buChar char="•"/>
              <a:tabLst>
                <a:tab pos="180975" algn="l"/>
              </a:tabLst>
            </a:pPr>
            <a:r>
              <a:rPr sz="1950" spc="-94" dirty="0">
                <a:latin typeface="Times New Roman" panose="02020603050405020304" pitchFamily="18" charset="0"/>
                <a:cs typeface="Times New Roman" panose="02020603050405020304" pitchFamily="18" charset="0"/>
              </a:rPr>
              <a:t>Thus, </a:t>
            </a:r>
            <a:r>
              <a:rPr sz="1950" spc="-109" dirty="0">
                <a:latin typeface="Times New Roman" panose="02020603050405020304" pitchFamily="18" charset="0"/>
                <a:cs typeface="Times New Roman" panose="02020603050405020304" pitchFamily="18" charset="0"/>
              </a:rPr>
              <a:t>virtual </a:t>
            </a:r>
            <a:r>
              <a:rPr sz="1950" spc="-56" dirty="0">
                <a:latin typeface="Times New Roman" panose="02020603050405020304" pitchFamily="18" charset="0"/>
                <a:cs typeface="Times New Roman" panose="02020603050405020304" pitchFamily="18" charset="0"/>
              </a:rPr>
              <a:t>servers </a:t>
            </a:r>
            <a:r>
              <a:rPr sz="1950" spc="-109" dirty="0">
                <a:latin typeface="Times New Roman" panose="02020603050405020304" pitchFamily="18" charset="0"/>
                <a:cs typeface="Times New Roman" panose="02020603050405020304" pitchFamily="18" charset="0"/>
              </a:rPr>
              <a:t>allow </a:t>
            </a:r>
            <a:r>
              <a:rPr sz="1950" spc="-71" dirty="0">
                <a:latin typeface="Times New Roman" panose="02020603050405020304" pitchFamily="18" charset="0"/>
                <a:cs typeface="Times New Roman" panose="02020603050405020304" pitchFamily="18" charset="0"/>
              </a:rPr>
              <a:t>you </a:t>
            </a:r>
            <a:r>
              <a:rPr sz="1950" spc="-49" dirty="0">
                <a:latin typeface="Times New Roman" panose="02020603050405020304" pitchFamily="18" charset="0"/>
                <a:cs typeface="Times New Roman" panose="02020603050405020304" pitchFamily="18" charset="0"/>
              </a:rPr>
              <a:t>to </a:t>
            </a:r>
            <a:r>
              <a:rPr sz="1950" spc="-56" dirty="0">
                <a:latin typeface="Times New Roman" panose="02020603050405020304" pitchFamily="18" charset="0"/>
                <a:cs typeface="Times New Roman" panose="02020603050405020304" pitchFamily="18" charset="0"/>
              </a:rPr>
              <a:t>run </a:t>
            </a:r>
            <a:r>
              <a:rPr sz="1950" spc="-116" dirty="0">
                <a:latin typeface="Times New Roman" panose="02020603050405020304" pitchFamily="18" charset="0"/>
                <a:cs typeface="Times New Roman" panose="02020603050405020304" pitchFamily="18" charset="0"/>
              </a:rPr>
              <a:t>several </a:t>
            </a:r>
            <a:r>
              <a:rPr sz="1950" spc="15" dirty="0">
                <a:latin typeface="Times New Roman" panose="02020603050405020304" pitchFamily="18" charset="0"/>
                <a:cs typeface="Times New Roman" panose="02020603050405020304" pitchFamily="18" charset="0"/>
              </a:rPr>
              <a:t>OSes </a:t>
            </a:r>
            <a:r>
              <a:rPr sz="1950" spc="-124" dirty="0">
                <a:latin typeface="Times New Roman" panose="02020603050405020304" pitchFamily="18" charset="0"/>
                <a:cs typeface="Times New Roman" panose="02020603050405020304" pitchFamily="18" charset="0"/>
              </a:rPr>
              <a:t>and </a:t>
            </a:r>
            <a:r>
              <a:rPr sz="1950" spc="-116" dirty="0">
                <a:latin typeface="Times New Roman" panose="02020603050405020304" pitchFamily="18" charset="0"/>
                <a:cs typeface="Times New Roman" panose="02020603050405020304" pitchFamily="18" charset="0"/>
              </a:rPr>
              <a:t>applications </a:t>
            </a:r>
            <a:r>
              <a:rPr sz="1950" spc="-30" dirty="0">
                <a:latin typeface="Times New Roman" panose="02020603050405020304" pitchFamily="18" charset="0"/>
                <a:cs typeface="Times New Roman" panose="02020603050405020304" pitchFamily="18" charset="0"/>
              </a:rPr>
              <a:t>on </a:t>
            </a:r>
            <a:r>
              <a:rPr sz="1950" spc="-120" dirty="0">
                <a:latin typeface="Times New Roman" panose="02020603050405020304" pitchFamily="18" charset="0"/>
                <a:cs typeface="Times New Roman" panose="02020603050405020304" pitchFamily="18" charset="0"/>
              </a:rPr>
              <a:t>the </a:t>
            </a:r>
            <a:r>
              <a:rPr sz="1950" spc="-105" dirty="0">
                <a:latin typeface="Times New Roman" panose="02020603050405020304" pitchFamily="18" charset="0"/>
                <a:cs typeface="Times New Roman" panose="02020603050405020304" pitchFamily="18" charset="0"/>
              </a:rPr>
              <a:t>basis </a:t>
            </a:r>
            <a:r>
              <a:rPr sz="1950" spc="-101" dirty="0">
                <a:latin typeface="Times New Roman" panose="02020603050405020304" pitchFamily="18" charset="0"/>
                <a:cs typeface="Times New Roman" panose="02020603050405020304" pitchFamily="18" charset="0"/>
              </a:rPr>
              <a:t>of </a:t>
            </a:r>
            <a:r>
              <a:rPr sz="1950" spc="-113" dirty="0">
                <a:latin typeface="Times New Roman" panose="02020603050405020304" pitchFamily="18" charset="0"/>
                <a:cs typeface="Times New Roman" panose="02020603050405020304" pitchFamily="18" charset="0"/>
              </a:rPr>
              <a:t>the </a:t>
            </a:r>
            <a:r>
              <a:rPr sz="1950" spc="-98" dirty="0">
                <a:latin typeface="Times New Roman" panose="02020603050405020304" pitchFamily="18" charset="0"/>
                <a:cs typeface="Times New Roman" panose="02020603050405020304" pitchFamily="18" charset="0"/>
              </a:rPr>
              <a:t>shared </a:t>
            </a:r>
            <a:r>
              <a:rPr sz="1950" spc="-127" dirty="0">
                <a:latin typeface="Times New Roman" panose="02020603050405020304" pitchFamily="18" charset="0"/>
                <a:cs typeface="Times New Roman" panose="02020603050405020304" pitchFamily="18" charset="0"/>
              </a:rPr>
              <a:t>physical </a:t>
            </a:r>
            <a:r>
              <a:rPr sz="1950" spc="-120" dirty="0">
                <a:latin typeface="Times New Roman" panose="02020603050405020304" pitchFamily="18" charset="0"/>
                <a:cs typeface="Times New Roman" panose="02020603050405020304" pitchFamily="18" charset="0"/>
              </a:rPr>
              <a:t>hardware, </a:t>
            </a:r>
            <a:r>
              <a:rPr sz="1950" spc="-94" dirty="0">
                <a:latin typeface="Times New Roman" panose="02020603050405020304" pitchFamily="18" charset="0"/>
                <a:cs typeface="Times New Roman" panose="02020603050405020304" pitchFamily="18" charset="0"/>
              </a:rPr>
              <a:t>which </a:t>
            </a:r>
            <a:r>
              <a:rPr sz="1950" spc="-116" dirty="0">
                <a:latin typeface="Times New Roman" panose="02020603050405020304" pitchFamily="18" charset="0"/>
                <a:cs typeface="Times New Roman" panose="02020603050405020304" pitchFamily="18" charset="0"/>
              </a:rPr>
              <a:t>makes </a:t>
            </a:r>
            <a:r>
              <a:rPr sz="1950" spc="-127" dirty="0">
                <a:latin typeface="Times New Roman" panose="02020603050405020304" pitchFamily="18" charset="0"/>
                <a:cs typeface="Times New Roman" panose="02020603050405020304" pitchFamily="18" charset="0"/>
              </a:rPr>
              <a:t>it </a:t>
            </a:r>
            <a:r>
              <a:rPr sz="1950" spc="-191" dirty="0">
                <a:latin typeface="Times New Roman" panose="02020603050405020304" pitchFamily="18" charset="0"/>
                <a:cs typeface="Times New Roman" panose="02020603050405020304" pitchFamily="18" charset="0"/>
              </a:rPr>
              <a:t>a </a:t>
            </a:r>
            <a:r>
              <a:rPr sz="1950" spc="-64" dirty="0">
                <a:latin typeface="Times New Roman" panose="02020603050405020304" pitchFamily="18" charset="0"/>
                <a:cs typeface="Times New Roman" panose="02020603050405020304" pitchFamily="18" charset="0"/>
              </a:rPr>
              <a:t>more cos</a:t>
            </a:r>
            <a:r>
              <a:rPr sz="1950" spc="-60" dirty="0">
                <a:latin typeface="Times New Roman" panose="02020603050405020304" pitchFamily="18" charset="0"/>
                <a:cs typeface="Times New Roman" panose="02020603050405020304" pitchFamily="18" charset="0"/>
              </a:rPr>
              <a:t>t</a:t>
            </a:r>
            <a:r>
              <a:rPr sz="1950" spc="-90" dirty="0">
                <a:latin typeface="Times New Roman" panose="02020603050405020304" pitchFamily="18" charset="0"/>
                <a:cs typeface="Times New Roman" panose="02020603050405020304" pitchFamily="18" charset="0"/>
              </a:rPr>
              <a:t>-</a:t>
            </a:r>
            <a:r>
              <a:rPr sz="1950" spc="-214" dirty="0">
                <a:latin typeface="Times New Roman" panose="02020603050405020304" pitchFamily="18" charset="0"/>
                <a:cs typeface="Times New Roman" panose="02020603050405020304" pitchFamily="18" charset="0"/>
              </a:rPr>
              <a:t>ef</a:t>
            </a:r>
            <a:r>
              <a:rPr sz="1950" spc="-195" dirty="0">
                <a:latin typeface="Times New Roman" panose="02020603050405020304" pitchFamily="18" charset="0"/>
                <a:cs typeface="Times New Roman" panose="02020603050405020304" pitchFamily="18" charset="0"/>
              </a:rPr>
              <a:t>f</a:t>
            </a:r>
            <a:r>
              <a:rPr sz="1950" spc="-116" dirty="0">
                <a:latin typeface="Times New Roman" panose="02020603050405020304" pitchFamily="18" charset="0"/>
                <a:cs typeface="Times New Roman" panose="02020603050405020304" pitchFamily="18" charset="0"/>
              </a:rPr>
              <a:t>ecti</a:t>
            </a:r>
            <a:r>
              <a:rPr sz="1950" spc="-165" dirty="0">
                <a:latin typeface="Times New Roman" panose="02020603050405020304" pitchFamily="18" charset="0"/>
                <a:cs typeface="Times New Roman" panose="02020603050405020304" pitchFamily="18" charset="0"/>
              </a:rPr>
              <a:t>v</a:t>
            </a:r>
            <a:r>
              <a:rPr sz="1950" spc="-131" dirty="0">
                <a:latin typeface="Times New Roman" panose="02020603050405020304" pitchFamily="18" charset="0"/>
                <a:cs typeface="Times New Roman" panose="02020603050405020304" pitchFamily="18" charset="0"/>
              </a:rPr>
              <a:t>e</a:t>
            </a:r>
            <a:r>
              <a:rPr sz="1950" spc="-49" dirty="0">
                <a:latin typeface="Times New Roman" panose="02020603050405020304" pitchFamily="18" charset="0"/>
                <a:cs typeface="Times New Roman" panose="02020603050405020304" pitchFamily="18" charset="0"/>
              </a:rPr>
              <a:t> </a:t>
            </a:r>
            <a:r>
              <a:rPr sz="1950" spc="-41" dirty="0">
                <a:latin typeface="Times New Roman" panose="02020603050405020304" pitchFamily="18" charset="0"/>
                <a:cs typeface="Times New Roman" panose="02020603050405020304" pitchFamily="18" charset="0"/>
              </a:rPr>
              <a:t>o</a:t>
            </a:r>
            <a:r>
              <a:rPr sz="1950" spc="-38" dirty="0">
                <a:latin typeface="Times New Roman" panose="02020603050405020304" pitchFamily="18" charset="0"/>
                <a:cs typeface="Times New Roman" panose="02020603050405020304" pitchFamily="18" charset="0"/>
              </a:rPr>
              <a:t>p</a:t>
            </a:r>
            <a:r>
              <a:rPr sz="1950" spc="-79" dirty="0">
                <a:latin typeface="Times New Roman" panose="02020603050405020304" pitchFamily="18" charset="0"/>
                <a:cs typeface="Times New Roman" panose="02020603050405020304" pitchFamily="18" charset="0"/>
              </a:rPr>
              <a:t>tion</a:t>
            </a:r>
            <a:r>
              <a:rPr sz="1950" spc="-56" dirty="0">
                <a:latin typeface="Times New Roman" panose="02020603050405020304" pitchFamily="18" charset="0"/>
                <a:cs typeface="Times New Roman" panose="02020603050405020304" pitchFamily="18" charset="0"/>
              </a:rPr>
              <a:t> </a:t>
            </a:r>
            <a:r>
              <a:rPr sz="1950" spc="-124" dirty="0">
                <a:latin typeface="Times New Roman" panose="02020603050405020304" pitchFamily="18" charset="0"/>
                <a:cs typeface="Times New Roman" panose="02020603050405020304" pitchFamily="18" charset="0"/>
              </a:rPr>
              <a:t>than</a:t>
            </a:r>
            <a:r>
              <a:rPr sz="1950" spc="-45" dirty="0">
                <a:latin typeface="Times New Roman" panose="02020603050405020304" pitchFamily="18" charset="0"/>
                <a:cs typeface="Times New Roman" panose="02020603050405020304" pitchFamily="18" charset="0"/>
              </a:rPr>
              <a:t> </a:t>
            </a:r>
            <a:r>
              <a:rPr sz="1950" spc="-191" dirty="0">
                <a:latin typeface="Times New Roman" panose="02020603050405020304" pitchFamily="18" charset="0"/>
                <a:cs typeface="Times New Roman" panose="02020603050405020304" pitchFamily="18" charset="0"/>
              </a:rPr>
              <a:t>a</a:t>
            </a:r>
            <a:r>
              <a:rPr sz="1950" spc="-45" dirty="0">
                <a:latin typeface="Times New Roman" panose="02020603050405020304" pitchFamily="18" charset="0"/>
                <a:cs typeface="Times New Roman" panose="02020603050405020304" pitchFamily="18" charset="0"/>
              </a:rPr>
              <a:t> </a:t>
            </a:r>
            <a:r>
              <a:rPr sz="1950" spc="-101" dirty="0">
                <a:latin typeface="Times New Roman" panose="02020603050405020304" pitchFamily="18" charset="0"/>
                <a:cs typeface="Times New Roman" panose="02020603050405020304" pitchFamily="18" charset="0"/>
              </a:rPr>
              <a:t>p</a:t>
            </a:r>
            <a:r>
              <a:rPr sz="1950" spc="-165" dirty="0">
                <a:latin typeface="Times New Roman" panose="02020603050405020304" pitchFamily="18" charset="0"/>
                <a:cs typeface="Times New Roman" panose="02020603050405020304" pitchFamily="18" charset="0"/>
              </a:rPr>
              <a:t>h</a:t>
            </a:r>
            <a:r>
              <a:rPr sz="1950" spc="-120" dirty="0">
                <a:latin typeface="Times New Roman" panose="02020603050405020304" pitchFamily="18" charset="0"/>
                <a:cs typeface="Times New Roman" panose="02020603050405020304" pitchFamily="18" charset="0"/>
              </a:rPr>
              <a:t>ysical</a:t>
            </a:r>
            <a:r>
              <a:rPr sz="1950" spc="-53" dirty="0">
                <a:latin typeface="Times New Roman" panose="02020603050405020304" pitchFamily="18" charset="0"/>
                <a:cs typeface="Times New Roman" panose="02020603050405020304" pitchFamily="18" charset="0"/>
              </a:rPr>
              <a:t> </a:t>
            </a:r>
            <a:r>
              <a:rPr sz="1950" spc="-56" dirty="0">
                <a:latin typeface="Times New Roman" panose="02020603050405020304" pitchFamily="18" charset="0"/>
                <a:cs typeface="Times New Roman" panose="02020603050405020304" pitchFamily="18" charset="0"/>
              </a:rPr>
              <a:t>se</a:t>
            </a:r>
            <a:r>
              <a:rPr sz="1950" spc="4" dirty="0">
                <a:latin typeface="Times New Roman" panose="02020603050405020304" pitchFamily="18" charset="0"/>
                <a:cs typeface="Times New Roman" panose="02020603050405020304" pitchFamily="18" charset="0"/>
              </a:rPr>
              <a:t>r</a:t>
            </a:r>
            <a:r>
              <a:rPr sz="1950" spc="-139" dirty="0">
                <a:latin typeface="Times New Roman" panose="02020603050405020304" pitchFamily="18" charset="0"/>
                <a:cs typeface="Times New Roman" panose="02020603050405020304" pitchFamily="18" charset="0"/>
              </a:rPr>
              <a:t>v</a:t>
            </a:r>
            <a:r>
              <a:rPr sz="1950" spc="-131" dirty="0">
                <a:latin typeface="Times New Roman" panose="02020603050405020304" pitchFamily="18" charset="0"/>
                <a:cs typeface="Times New Roman" panose="02020603050405020304" pitchFamily="18" charset="0"/>
              </a:rPr>
              <a:t>e</a:t>
            </a:r>
            <a:r>
              <a:rPr sz="1950" spc="-180" dirty="0">
                <a:latin typeface="Times New Roman" panose="02020603050405020304" pitchFamily="18" charset="0"/>
                <a:cs typeface="Times New Roman" panose="02020603050405020304" pitchFamily="18" charset="0"/>
              </a:rPr>
              <a:t>r</a:t>
            </a:r>
            <a:r>
              <a:rPr sz="1950" spc="-289" dirty="0">
                <a:latin typeface="Times New Roman" panose="02020603050405020304" pitchFamily="18" charset="0"/>
                <a:cs typeface="Times New Roman" panose="02020603050405020304" pitchFamily="18" charset="0"/>
              </a:rPr>
              <a:t>.</a:t>
            </a:r>
            <a:endParaRPr sz="195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2328056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2573379" y="412095"/>
            <a:ext cx="3713608" cy="392255"/>
          </a:xfrm>
          <a:prstGeom prst="rect">
            <a:avLst/>
          </a:prstGeom>
        </p:spPr>
        <p:txBody>
          <a:bodyPr spcFirstLastPara="1" vert="horz" wrap="square" lIns="0" tIns="10001" rIns="0" bIns="0" rtlCol="0" anchor="t" anchorCtr="0">
            <a:spAutoFit/>
          </a:bodyPr>
          <a:lstStyle/>
          <a:p>
            <a:pPr marL="9525">
              <a:spcBef>
                <a:spcPts val="79"/>
              </a:spcBef>
            </a:pPr>
            <a:r>
              <a:rPr sz="2400" spc="195" dirty="0">
                <a:latin typeface="Times New Roman" panose="02020603050405020304" pitchFamily="18" charset="0"/>
                <a:cs typeface="Times New Roman" panose="02020603050405020304" pitchFamily="18" charset="0"/>
              </a:rPr>
              <a:t>VIRTUAL</a:t>
            </a:r>
            <a:r>
              <a:rPr sz="2400" spc="-127" dirty="0">
                <a:latin typeface="Times New Roman" panose="02020603050405020304" pitchFamily="18" charset="0"/>
                <a:cs typeface="Times New Roman" panose="02020603050405020304" pitchFamily="18" charset="0"/>
              </a:rPr>
              <a:t> </a:t>
            </a:r>
            <a:r>
              <a:rPr lang="en-IN" sz="2400" spc="-127" dirty="0">
                <a:latin typeface="Times New Roman" panose="02020603050405020304" pitchFamily="18" charset="0"/>
                <a:cs typeface="Times New Roman" panose="02020603050405020304" pitchFamily="18" charset="0"/>
              </a:rPr>
              <a:t> </a:t>
            </a:r>
            <a:r>
              <a:rPr sz="2400" spc="293" dirty="0">
                <a:latin typeface="Times New Roman" panose="02020603050405020304" pitchFamily="18" charset="0"/>
                <a:cs typeface="Times New Roman" panose="02020603050405020304" pitchFamily="18" charset="0"/>
              </a:rPr>
              <a:t>MACHINE</a:t>
            </a:r>
            <a:endParaRPr sz="2400" dirty="0">
              <a:latin typeface="Times New Roman" panose="02020603050405020304" pitchFamily="18" charset="0"/>
              <a:cs typeface="Times New Roman" panose="02020603050405020304" pitchFamily="18" charset="0"/>
            </a:endParaRPr>
          </a:p>
        </p:txBody>
      </p:sp>
      <p:pic>
        <p:nvPicPr>
          <p:cNvPr id="5" name="object 5"/>
          <p:cNvPicPr/>
          <p:nvPr/>
        </p:nvPicPr>
        <p:blipFill>
          <a:blip r:embed="rId2" cstate="print"/>
          <a:stretch>
            <a:fillRect/>
          </a:stretch>
        </p:blipFill>
        <p:spPr>
          <a:xfrm>
            <a:off x="1611095" y="875762"/>
            <a:ext cx="6099048" cy="3776394"/>
          </a:xfrm>
          <a:prstGeom prst="rect">
            <a:avLst/>
          </a:prstGeom>
        </p:spPr>
      </p:pic>
    </p:spTree>
    <p:extLst>
      <p:ext uri="{BB962C8B-B14F-4D97-AF65-F5344CB8AC3E}">
        <p14:creationId xmlns:p14="http://schemas.microsoft.com/office/powerpoint/2010/main" val="308804166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57663" y="674526"/>
            <a:ext cx="7421354" cy="392255"/>
          </a:xfrm>
          <a:prstGeom prst="rect">
            <a:avLst/>
          </a:prstGeom>
        </p:spPr>
        <p:txBody>
          <a:bodyPr spcFirstLastPara="1" vert="horz" wrap="square" lIns="0" tIns="10001" rIns="0" bIns="0" rtlCol="0" anchor="ctr" anchorCtr="0">
            <a:spAutoFit/>
          </a:bodyPr>
          <a:lstStyle/>
          <a:p>
            <a:pPr marL="9525">
              <a:spcBef>
                <a:spcPts val="79"/>
              </a:spcBef>
            </a:pPr>
            <a:r>
              <a:rPr sz="2400" spc="285" dirty="0"/>
              <a:t>TRAD</a:t>
            </a:r>
            <a:r>
              <a:rPr sz="2400" spc="274" dirty="0"/>
              <a:t>ITION</a:t>
            </a:r>
            <a:r>
              <a:rPr sz="2400" spc="334" dirty="0"/>
              <a:t>A</a:t>
            </a:r>
            <a:r>
              <a:rPr sz="2400" spc="150" dirty="0"/>
              <a:t>L</a:t>
            </a:r>
            <a:r>
              <a:rPr sz="2400" spc="-326" dirty="0"/>
              <a:t> </a:t>
            </a:r>
            <a:r>
              <a:rPr lang="en-IN" sz="2400" spc="-326" dirty="0"/>
              <a:t>   </a:t>
            </a:r>
            <a:r>
              <a:rPr sz="2400" spc="382" dirty="0"/>
              <a:t>A</a:t>
            </a:r>
            <a:r>
              <a:rPr sz="2400" spc="390" dirty="0"/>
              <a:t>N</a:t>
            </a:r>
            <a:r>
              <a:rPr sz="2400" spc="382" dirty="0"/>
              <a:t>D</a:t>
            </a:r>
            <a:r>
              <a:rPr sz="2400" spc="-420" dirty="0"/>
              <a:t> </a:t>
            </a:r>
            <a:r>
              <a:rPr lang="en-IN" sz="2400" spc="-420" dirty="0"/>
              <a:t>  </a:t>
            </a:r>
            <a:r>
              <a:rPr sz="2400" spc="180" dirty="0"/>
              <a:t>VI</a:t>
            </a:r>
            <a:r>
              <a:rPr sz="2400" spc="15" dirty="0"/>
              <a:t>R</a:t>
            </a:r>
            <a:r>
              <a:rPr sz="2400" spc="255" dirty="0"/>
              <a:t>T</a:t>
            </a:r>
            <a:r>
              <a:rPr sz="2400" spc="240" dirty="0"/>
              <a:t>U</a:t>
            </a:r>
            <a:r>
              <a:rPr sz="2400" spc="356" dirty="0"/>
              <a:t>A</a:t>
            </a:r>
            <a:r>
              <a:rPr sz="2400" spc="150" dirty="0"/>
              <a:t>L</a:t>
            </a:r>
            <a:r>
              <a:rPr sz="2400" spc="-79" dirty="0"/>
              <a:t> </a:t>
            </a:r>
            <a:r>
              <a:rPr sz="2400" spc="304" dirty="0"/>
              <a:t>COMPUTI</a:t>
            </a:r>
            <a:r>
              <a:rPr sz="2400" spc="326" dirty="0"/>
              <a:t>N</a:t>
            </a:r>
            <a:r>
              <a:rPr sz="2400" spc="341" dirty="0"/>
              <a:t>G</a:t>
            </a:r>
            <a:endParaRPr sz="2400" dirty="0"/>
          </a:p>
        </p:txBody>
      </p:sp>
      <p:sp>
        <p:nvSpPr>
          <p:cNvPr id="3" name="object 3"/>
          <p:cNvSpPr txBox="1"/>
          <p:nvPr/>
        </p:nvSpPr>
        <p:spPr>
          <a:xfrm>
            <a:off x="1156698" y="1289429"/>
            <a:ext cx="7223284" cy="3423373"/>
          </a:xfrm>
          <a:prstGeom prst="rect">
            <a:avLst/>
          </a:prstGeom>
        </p:spPr>
        <p:txBody>
          <a:bodyPr vert="horz" wrap="square" lIns="0" tIns="9525" rIns="0" bIns="0" rtlCol="0">
            <a:spAutoFit/>
          </a:bodyPr>
          <a:lstStyle/>
          <a:p>
            <a:pPr marL="180499" marR="4763" indent="-171450" algn="just">
              <a:lnSpc>
                <a:spcPct val="150000"/>
              </a:lnSpc>
              <a:spcBef>
                <a:spcPts val="75"/>
              </a:spcBef>
              <a:buClr>
                <a:srgbClr val="B71E42"/>
              </a:buClr>
              <a:buFont typeface="Arial MT"/>
              <a:buChar char="•"/>
              <a:tabLst>
                <a:tab pos="180975" algn="l"/>
              </a:tabLst>
            </a:pPr>
            <a:r>
              <a:rPr sz="1800" b="1" spc="-11" dirty="0">
                <a:latin typeface="Times New Roman" panose="02020603050405020304" pitchFamily="18" charset="0"/>
                <a:cs typeface="Times New Roman" panose="02020603050405020304" pitchFamily="18" charset="0"/>
              </a:rPr>
              <a:t>Traditional </a:t>
            </a:r>
            <a:r>
              <a:rPr sz="1800" b="1" spc="19" dirty="0">
                <a:latin typeface="Times New Roman" panose="02020603050405020304" pitchFamily="18" charset="0"/>
                <a:cs typeface="Times New Roman" panose="02020603050405020304" pitchFamily="18" charset="0"/>
              </a:rPr>
              <a:t>Computing</a:t>
            </a:r>
            <a:r>
              <a:rPr sz="1800" spc="19" dirty="0">
                <a:latin typeface="Times New Roman" panose="02020603050405020304" pitchFamily="18" charset="0"/>
                <a:cs typeface="Times New Roman" panose="02020603050405020304" pitchFamily="18" charset="0"/>
              </a:rPr>
              <a:t>, </a:t>
            </a:r>
            <a:r>
              <a:rPr sz="1800" spc="-90" dirty="0">
                <a:latin typeface="Times New Roman" panose="02020603050405020304" pitchFamily="18" charset="0"/>
                <a:cs typeface="Times New Roman" panose="02020603050405020304" pitchFamily="18" charset="0"/>
              </a:rPr>
              <a:t>as </a:t>
            </a:r>
            <a:r>
              <a:rPr sz="1800" spc="-101" dirty="0">
                <a:latin typeface="Times New Roman" panose="02020603050405020304" pitchFamily="18" charset="0"/>
                <a:cs typeface="Times New Roman" panose="02020603050405020304" pitchFamily="18" charset="0"/>
              </a:rPr>
              <a:t>name </a:t>
            </a:r>
            <a:r>
              <a:rPr sz="1800" spc="-90" dirty="0">
                <a:latin typeface="Times New Roman" panose="02020603050405020304" pitchFamily="18" charset="0"/>
                <a:cs typeface="Times New Roman" panose="02020603050405020304" pitchFamily="18" charset="0"/>
              </a:rPr>
              <a:t>suggests, </a:t>
            </a:r>
            <a:r>
              <a:rPr sz="1800" spc="-64" dirty="0">
                <a:latin typeface="Times New Roman" panose="02020603050405020304" pitchFamily="18" charset="0"/>
                <a:cs typeface="Times New Roman" panose="02020603050405020304" pitchFamily="18" charset="0"/>
              </a:rPr>
              <a:t>is </a:t>
            </a:r>
            <a:r>
              <a:rPr sz="1800" spc="-150" dirty="0">
                <a:latin typeface="Times New Roman" panose="02020603050405020304" pitchFamily="18" charset="0"/>
                <a:cs typeface="Times New Roman" panose="02020603050405020304" pitchFamily="18" charset="0"/>
              </a:rPr>
              <a:t>a</a:t>
            </a:r>
            <a:r>
              <a:rPr sz="1800" spc="150" dirty="0">
                <a:latin typeface="Times New Roman" panose="02020603050405020304" pitchFamily="18" charset="0"/>
                <a:cs typeface="Times New Roman" panose="02020603050405020304" pitchFamily="18" charset="0"/>
              </a:rPr>
              <a:t> </a:t>
            </a:r>
            <a:r>
              <a:rPr sz="1800" spc="-41" dirty="0">
                <a:latin typeface="Times New Roman" panose="02020603050405020304" pitchFamily="18" charset="0"/>
                <a:cs typeface="Times New Roman" panose="02020603050405020304" pitchFamily="18" charset="0"/>
              </a:rPr>
              <a:t>possess </a:t>
            </a:r>
            <a:r>
              <a:rPr sz="1800" spc="-83" dirty="0">
                <a:latin typeface="Times New Roman" panose="02020603050405020304" pitchFamily="18" charset="0"/>
                <a:cs typeface="Times New Roman" panose="02020603050405020304" pitchFamily="18" charset="0"/>
              </a:rPr>
              <a:t>of </a:t>
            </a:r>
            <a:r>
              <a:rPr sz="1800" spc="-75" dirty="0">
                <a:latin typeface="Times New Roman" panose="02020603050405020304" pitchFamily="18" charset="0"/>
                <a:cs typeface="Times New Roman" panose="02020603050405020304" pitchFamily="18" charset="0"/>
              </a:rPr>
              <a:t>using </a:t>
            </a:r>
            <a:r>
              <a:rPr sz="1800" spc="-98" dirty="0">
                <a:latin typeface="Times New Roman" panose="02020603050405020304" pitchFamily="18" charset="0"/>
                <a:cs typeface="Times New Roman" panose="02020603050405020304" pitchFamily="18" charset="0"/>
              </a:rPr>
              <a:t>physical </a:t>
            </a:r>
            <a:r>
              <a:rPr sz="1800" spc="-116" dirty="0">
                <a:latin typeface="Times New Roman" panose="02020603050405020304" pitchFamily="18" charset="0"/>
                <a:cs typeface="Times New Roman" panose="02020603050405020304" pitchFamily="18" charset="0"/>
              </a:rPr>
              <a:t>data</a:t>
            </a:r>
            <a:r>
              <a:rPr sz="1800" spc="221" dirty="0">
                <a:latin typeface="Times New Roman" panose="02020603050405020304" pitchFamily="18" charset="0"/>
                <a:cs typeface="Times New Roman" panose="02020603050405020304" pitchFamily="18" charset="0"/>
              </a:rPr>
              <a:t> </a:t>
            </a:r>
            <a:r>
              <a:rPr sz="1800" spc="-71" dirty="0">
                <a:latin typeface="Times New Roman" panose="02020603050405020304" pitchFamily="18" charset="0"/>
                <a:cs typeface="Times New Roman" panose="02020603050405020304" pitchFamily="18" charset="0"/>
              </a:rPr>
              <a:t>centers </a:t>
            </a:r>
            <a:r>
              <a:rPr sz="1800" spc="-68" dirty="0">
                <a:latin typeface="Times New Roman" panose="02020603050405020304" pitchFamily="18" charset="0"/>
                <a:cs typeface="Times New Roman" panose="02020603050405020304" pitchFamily="18" charset="0"/>
              </a:rPr>
              <a:t> </a:t>
            </a:r>
            <a:r>
              <a:rPr sz="1800" spc="-53" dirty="0">
                <a:latin typeface="Times New Roman" panose="02020603050405020304" pitchFamily="18" charset="0"/>
                <a:cs typeface="Times New Roman" panose="02020603050405020304" pitchFamily="18" charset="0"/>
              </a:rPr>
              <a:t>for </a:t>
            </a:r>
            <a:r>
              <a:rPr sz="1800" spc="-56" dirty="0">
                <a:latin typeface="Times New Roman" panose="02020603050405020304" pitchFamily="18" charset="0"/>
                <a:cs typeface="Times New Roman" panose="02020603050405020304" pitchFamily="18" charset="0"/>
              </a:rPr>
              <a:t>storing </a:t>
            </a:r>
            <a:r>
              <a:rPr sz="1800" spc="-109" dirty="0">
                <a:latin typeface="Times New Roman" panose="02020603050405020304" pitchFamily="18" charset="0"/>
                <a:cs typeface="Times New Roman" panose="02020603050405020304" pitchFamily="18" charset="0"/>
              </a:rPr>
              <a:t>digital </a:t>
            </a:r>
            <a:r>
              <a:rPr sz="1800" spc="-75" dirty="0">
                <a:latin typeface="Times New Roman" panose="02020603050405020304" pitchFamily="18" charset="0"/>
                <a:cs typeface="Times New Roman" panose="02020603050405020304" pitchFamily="18" charset="0"/>
              </a:rPr>
              <a:t>assets </a:t>
            </a:r>
            <a:r>
              <a:rPr sz="1800" spc="-98" dirty="0">
                <a:latin typeface="Times New Roman" panose="02020603050405020304" pitchFamily="18" charset="0"/>
                <a:cs typeface="Times New Roman" panose="02020603050405020304" pitchFamily="18" charset="0"/>
              </a:rPr>
              <a:t>and </a:t>
            </a:r>
            <a:r>
              <a:rPr sz="1800" spc="-71" dirty="0">
                <a:latin typeface="Times New Roman" panose="02020603050405020304" pitchFamily="18" charset="0"/>
                <a:cs typeface="Times New Roman" panose="02020603050405020304" pitchFamily="18" charset="0"/>
              </a:rPr>
              <a:t>running </a:t>
            </a:r>
            <a:r>
              <a:rPr sz="1800" spc="-83" dirty="0">
                <a:latin typeface="Times New Roman" panose="02020603050405020304" pitchFamily="18" charset="0"/>
                <a:cs typeface="Times New Roman" panose="02020603050405020304" pitchFamily="18" charset="0"/>
              </a:rPr>
              <a:t>complete </a:t>
            </a:r>
            <a:r>
              <a:rPr sz="1800" spc="-64" dirty="0">
                <a:latin typeface="Times New Roman" panose="02020603050405020304" pitchFamily="18" charset="0"/>
                <a:cs typeface="Times New Roman" panose="02020603050405020304" pitchFamily="18" charset="0"/>
              </a:rPr>
              <a:t>networking </a:t>
            </a:r>
            <a:r>
              <a:rPr sz="1800" spc="-71" dirty="0">
                <a:latin typeface="Times New Roman" panose="02020603050405020304" pitchFamily="18" charset="0"/>
                <a:cs typeface="Times New Roman" panose="02020603050405020304" pitchFamily="18" charset="0"/>
              </a:rPr>
              <a:t>system </a:t>
            </a:r>
            <a:r>
              <a:rPr sz="1800" spc="-56" dirty="0">
                <a:latin typeface="Times New Roman" panose="02020603050405020304" pitchFamily="18" charset="0"/>
                <a:cs typeface="Times New Roman" panose="02020603050405020304" pitchFamily="18" charset="0"/>
              </a:rPr>
              <a:t>for </a:t>
            </a:r>
            <a:r>
              <a:rPr sz="1800" spc="-109" dirty="0">
                <a:latin typeface="Times New Roman" panose="02020603050405020304" pitchFamily="18" charset="0"/>
                <a:cs typeface="Times New Roman" panose="02020603050405020304" pitchFamily="18" charset="0"/>
              </a:rPr>
              <a:t>daily </a:t>
            </a:r>
            <a:r>
              <a:rPr sz="1800" spc="-75" dirty="0">
                <a:latin typeface="Times New Roman" panose="02020603050405020304" pitchFamily="18" charset="0"/>
                <a:cs typeface="Times New Roman" panose="02020603050405020304" pitchFamily="18" charset="0"/>
              </a:rPr>
              <a:t>operations. </a:t>
            </a:r>
            <a:r>
              <a:rPr sz="1800" spc="-64" dirty="0">
                <a:latin typeface="Times New Roman" panose="02020603050405020304" pitchFamily="18" charset="0"/>
                <a:cs typeface="Times New Roman" panose="02020603050405020304" pitchFamily="18" charset="0"/>
              </a:rPr>
              <a:t>In </a:t>
            </a:r>
            <a:r>
              <a:rPr sz="1800" spc="-60" dirty="0">
                <a:latin typeface="Times New Roman" panose="02020603050405020304" pitchFamily="18" charset="0"/>
                <a:cs typeface="Times New Roman" panose="02020603050405020304" pitchFamily="18" charset="0"/>
              </a:rPr>
              <a:t> </a:t>
            </a:r>
            <a:r>
              <a:rPr sz="1800" spc="-105" dirty="0">
                <a:latin typeface="Times New Roman" panose="02020603050405020304" pitchFamily="18" charset="0"/>
                <a:cs typeface="Times New Roman" panose="02020603050405020304" pitchFamily="18" charset="0"/>
              </a:rPr>
              <a:t>this, </a:t>
            </a:r>
            <a:r>
              <a:rPr sz="1800" spc="-83" dirty="0">
                <a:latin typeface="Times New Roman" panose="02020603050405020304" pitchFamily="18" charset="0"/>
                <a:cs typeface="Times New Roman" panose="02020603050405020304" pitchFamily="18" charset="0"/>
              </a:rPr>
              <a:t>access</a:t>
            </a:r>
            <a:r>
              <a:rPr sz="1800" spc="-79" dirty="0">
                <a:latin typeface="Times New Roman" panose="02020603050405020304" pitchFamily="18" charset="0"/>
                <a:cs typeface="Times New Roman" panose="02020603050405020304" pitchFamily="18" charset="0"/>
              </a:rPr>
              <a:t> </a:t>
            </a:r>
            <a:r>
              <a:rPr sz="1800" spc="-38" dirty="0">
                <a:latin typeface="Times New Roman" panose="02020603050405020304" pitchFamily="18" charset="0"/>
                <a:cs typeface="Times New Roman" panose="02020603050405020304" pitchFamily="18" charset="0"/>
              </a:rPr>
              <a:t>to </a:t>
            </a:r>
            <a:r>
              <a:rPr sz="1800" spc="-139" dirty="0">
                <a:latin typeface="Times New Roman" panose="02020603050405020304" pitchFamily="18" charset="0"/>
                <a:cs typeface="Times New Roman" panose="02020603050405020304" pitchFamily="18" charset="0"/>
              </a:rPr>
              <a:t>data, </a:t>
            </a:r>
            <a:r>
              <a:rPr sz="1800" spc="11" dirty="0">
                <a:latin typeface="Times New Roman" panose="02020603050405020304" pitchFamily="18" charset="0"/>
                <a:cs typeface="Times New Roman" panose="02020603050405020304" pitchFamily="18" charset="0"/>
              </a:rPr>
              <a:t>or </a:t>
            </a:r>
            <a:r>
              <a:rPr sz="1800" spc="-90" dirty="0">
                <a:latin typeface="Times New Roman" panose="02020603050405020304" pitchFamily="18" charset="0"/>
                <a:cs typeface="Times New Roman" panose="02020603050405020304" pitchFamily="18" charset="0"/>
              </a:rPr>
              <a:t>software, </a:t>
            </a:r>
            <a:r>
              <a:rPr sz="1800" spc="11" dirty="0">
                <a:latin typeface="Times New Roman" panose="02020603050405020304" pitchFamily="18" charset="0"/>
                <a:cs typeface="Times New Roman" panose="02020603050405020304" pitchFamily="18" charset="0"/>
              </a:rPr>
              <a:t>or </a:t>
            </a:r>
            <a:r>
              <a:rPr sz="1800" spc="-71" dirty="0">
                <a:latin typeface="Times New Roman" panose="02020603050405020304" pitchFamily="18" charset="0"/>
                <a:cs typeface="Times New Roman" panose="02020603050405020304" pitchFamily="18" charset="0"/>
              </a:rPr>
              <a:t>storage</a:t>
            </a:r>
            <a:r>
              <a:rPr sz="1800" spc="-68" dirty="0">
                <a:latin typeface="Times New Roman" panose="02020603050405020304" pitchFamily="18" charset="0"/>
                <a:cs typeface="Times New Roman" panose="02020603050405020304" pitchFamily="18" charset="0"/>
              </a:rPr>
              <a:t> </a:t>
            </a:r>
            <a:r>
              <a:rPr sz="1800" spc="-94" dirty="0">
                <a:latin typeface="Times New Roman" panose="02020603050405020304" pitchFamily="18" charset="0"/>
                <a:cs typeface="Times New Roman" panose="02020603050405020304" pitchFamily="18" charset="0"/>
              </a:rPr>
              <a:t>by</a:t>
            </a:r>
            <a:r>
              <a:rPr sz="1800" spc="-90" dirty="0">
                <a:latin typeface="Times New Roman" panose="02020603050405020304" pitchFamily="18" charset="0"/>
                <a:cs typeface="Times New Roman" panose="02020603050405020304" pitchFamily="18" charset="0"/>
              </a:rPr>
              <a:t> </a:t>
            </a:r>
            <a:r>
              <a:rPr sz="1800" spc="-45" dirty="0">
                <a:latin typeface="Times New Roman" panose="02020603050405020304" pitchFamily="18" charset="0"/>
                <a:cs typeface="Times New Roman" panose="02020603050405020304" pitchFamily="18" charset="0"/>
              </a:rPr>
              <a:t>users </a:t>
            </a:r>
            <a:r>
              <a:rPr sz="1800" spc="-68" dirty="0">
                <a:latin typeface="Times New Roman" panose="02020603050405020304" pitchFamily="18" charset="0"/>
                <a:cs typeface="Times New Roman" panose="02020603050405020304" pitchFamily="18" charset="0"/>
              </a:rPr>
              <a:t>is</a:t>
            </a:r>
            <a:r>
              <a:rPr sz="1800" spc="-64" dirty="0">
                <a:latin typeface="Times New Roman" panose="02020603050405020304" pitchFamily="18" charset="0"/>
                <a:cs typeface="Times New Roman" panose="02020603050405020304" pitchFamily="18" charset="0"/>
              </a:rPr>
              <a:t> </a:t>
            </a:r>
            <a:r>
              <a:rPr sz="1800" spc="-98" dirty="0">
                <a:latin typeface="Times New Roman" panose="02020603050405020304" pitchFamily="18" charset="0"/>
                <a:cs typeface="Times New Roman" panose="02020603050405020304" pitchFamily="18" charset="0"/>
              </a:rPr>
              <a:t>limited</a:t>
            </a:r>
            <a:r>
              <a:rPr sz="1800" spc="-94" dirty="0">
                <a:latin typeface="Times New Roman" panose="02020603050405020304" pitchFamily="18" charset="0"/>
                <a:cs typeface="Times New Roman" panose="02020603050405020304" pitchFamily="18" charset="0"/>
              </a:rPr>
              <a:t> </a:t>
            </a:r>
            <a:r>
              <a:rPr sz="1800" spc="-38" dirty="0">
                <a:latin typeface="Times New Roman" panose="02020603050405020304" pitchFamily="18" charset="0"/>
                <a:cs typeface="Times New Roman" panose="02020603050405020304" pitchFamily="18" charset="0"/>
              </a:rPr>
              <a:t>to </a:t>
            </a:r>
            <a:r>
              <a:rPr sz="1800" spc="-98" dirty="0">
                <a:latin typeface="Times New Roman" panose="02020603050405020304" pitchFamily="18" charset="0"/>
                <a:cs typeface="Times New Roman" panose="02020603050405020304" pitchFamily="18" charset="0"/>
              </a:rPr>
              <a:t>device</a:t>
            </a:r>
            <a:r>
              <a:rPr sz="1800" spc="-94" dirty="0">
                <a:latin typeface="Times New Roman" panose="02020603050405020304" pitchFamily="18" charset="0"/>
                <a:cs typeface="Times New Roman" panose="02020603050405020304" pitchFamily="18" charset="0"/>
              </a:rPr>
              <a:t> </a:t>
            </a:r>
            <a:r>
              <a:rPr sz="1800" spc="15" dirty="0">
                <a:latin typeface="Times New Roman" panose="02020603050405020304" pitchFamily="18" charset="0"/>
                <a:cs typeface="Times New Roman" panose="02020603050405020304" pitchFamily="18" charset="0"/>
              </a:rPr>
              <a:t>or </a:t>
            </a:r>
            <a:r>
              <a:rPr sz="1800" spc="-113" dirty="0">
                <a:latin typeface="Times New Roman" panose="02020603050405020304" pitchFamily="18" charset="0"/>
                <a:cs typeface="Times New Roman" panose="02020603050405020304" pitchFamily="18" charset="0"/>
              </a:rPr>
              <a:t>official </a:t>
            </a:r>
            <a:r>
              <a:rPr sz="1800" spc="-109" dirty="0">
                <a:latin typeface="Times New Roman" panose="02020603050405020304" pitchFamily="18" charset="0"/>
                <a:cs typeface="Times New Roman" panose="02020603050405020304" pitchFamily="18" charset="0"/>
              </a:rPr>
              <a:t> </a:t>
            </a:r>
            <a:r>
              <a:rPr sz="1800" spc="-86" dirty="0">
                <a:latin typeface="Times New Roman" panose="02020603050405020304" pitchFamily="18" charset="0"/>
                <a:cs typeface="Times New Roman" panose="02020603050405020304" pitchFamily="18" charset="0"/>
              </a:rPr>
              <a:t>ne</a:t>
            </a:r>
            <a:r>
              <a:rPr sz="1800" spc="-45" dirty="0">
                <a:latin typeface="Times New Roman" panose="02020603050405020304" pitchFamily="18" charset="0"/>
                <a:cs typeface="Times New Roman" panose="02020603050405020304" pitchFamily="18" charset="0"/>
              </a:rPr>
              <a:t>t</a:t>
            </a:r>
            <a:r>
              <a:rPr sz="1800" spc="-113" dirty="0">
                <a:latin typeface="Times New Roman" panose="02020603050405020304" pitchFamily="18" charset="0"/>
                <a:cs typeface="Times New Roman" panose="02020603050405020304" pitchFamily="18" charset="0"/>
              </a:rPr>
              <a:t>w</a:t>
            </a:r>
            <a:r>
              <a:rPr sz="1800" dirty="0">
                <a:latin typeface="Times New Roman" panose="02020603050405020304" pitchFamily="18" charset="0"/>
                <a:cs typeface="Times New Roman" panose="02020603050405020304" pitchFamily="18" charset="0"/>
              </a:rPr>
              <a:t>ork</a:t>
            </a:r>
            <a:r>
              <a:rPr sz="1800" spc="-56" dirty="0">
                <a:latin typeface="Times New Roman" panose="02020603050405020304" pitchFamily="18" charset="0"/>
                <a:cs typeface="Times New Roman" panose="02020603050405020304" pitchFamily="18" charset="0"/>
              </a:rPr>
              <a:t> </a:t>
            </a:r>
            <a:r>
              <a:rPr sz="1800" spc="-71" dirty="0">
                <a:latin typeface="Times New Roman" panose="02020603050405020304" pitchFamily="18" charset="0"/>
                <a:cs typeface="Times New Roman" panose="02020603050405020304" pitchFamily="18" charset="0"/>
              </a:rPr>
              <a:t>t</a:t>
            </a:r>
            <a:r>
              <a:rPr sz="1800" spc="-94" dirty="0">
                <a:latin typeface="Times New Roman" panose="02020603050405020304" pitchFamily="18" charset="0"/>
                <a:cs typeface="Times New Roman" panose="02020603050405020304" pitchFamily="18" charset="0"/>
              </a:rPr>
              <a:t>h</a:t>
            </a:r>
            <a:r>
              <a:rPr sz="1800" spc="-131" dirty="0">
                <a:latin typeface="Times New Roman" panose="02020603050405020304" pitchFamily="18" charset="0"/>
                <a:cs typeface="Times New Roman" panose="02020603050405020304" pitchFamily="18" charset="0"/>
              </a:rPr>
              <a:t>e</a:t>
            </a:r>
            <a:r>
              <a:rPr sz="1800" spc="-83" dirty="0">
                <a:latin typeface="Times New Roman" panose="02020603050405020304" pitchFamily="18" charset="0"/>
                <a:cs typeface="Times New Roman" panose="02020603050405020304" pitchFamily="18" charset="0"/>
              </a:rPr>
              <a:t>y</a:t>
            </a:r>
            <a:r>
              <a:rPr sz="1800" spc="-56" dirty="0">
                <a:latin typeface="Times New Roman" panose="02020603050405020304" pitchFamily="18" charset="0"/>
                <a:cs typeface="Times New Roman" panose="02020603050405020304" pitchFamily="18" charset="0"/>
              </a:rPr>
              <a:t> </a:t>
            </a:r>
            <a:r>
              <a:rPr sz="1800" spc="-79" dirty="0">
                <a:latin typeface="Times New Roman" panose="02020603050405020304" pitchFamily="18" charset="0"/>
                <a:cs typeface="Times New Roman" panose="02020603050405020304" pitchFamily="18" charset="0"/>
              </a:rPr>
              <a:t>a</a:t>
            </a:r>
            <a:r>
              <a:rPr sz="1800" spc="-94" dirty="0">
                <a:latin typeface="Times New Roman" panose="02020603050405020304" pitchFamily="18" charset="0"/>
                <a:cs typeface="Times New Roman" panose="02020603050405020304" pitchFamily="18" charset="0"/>
              </a:rPr>
              <a:t>r</a:t>
            </a:r>
            <a:r>
              <a:rPr sz="1800" spc="-101" dirty="0">
                <a:latin typeface="Times New Roman" panose="02020603050405020304" pitchFamily="18" charset="0"/>
                <a:cs typeface="Times New Roman" panose="02020603050405020304" pitchFamily="18" charset="0"/>
              </a:rPr>
              <a:t>e</a:t>
            </a:r>
            <a:r>
              <a:rPr sz="1800" spc="-41" dirty="0">
                <a:latin typeface="Times New Roman" panose="02020603050405020304" pitchFamily="18" charset="0"/>
                <a:cs typeface="Times New Roman" panose="02020603050405020304" pitchFamily="18" charset="0"/>
              </a:rPr>
              <a:t> </a:t>
            </a:r>
            <a:r>
              <a:rPr sz="1800" spc="-49" dirty="0">
                <a:latin typeface="Times New Roman" panose="02020603050405020304" pitchFamily="18" charset="0"/>
                <a:cs typeface="Times New Roman" panose="02020603050405020304" pitchFamily="18" charset="0"/>
              </a:rPr>
              <a:t>conn</a:t>
            </a:r>
            <a:r>
              <a:rPr sz="1800" spc="-90" dirty="0">
                <a:latin typeface="Times New Roman" panose="02020603050405020304" pitchFamily="18" charset="0"/>
                <a:cs typeface="Times New Roman" panose="02020603050405020304" pitchFamily="18" charset="0"/>
              </a:rPr>
              <a:t>ected</a:t>
            </a:r>
            <a:r>
              <a:rPr sz="1800" spc="-56" dirty="0">
                <a:latin typeface="Times New Roman" panose="02020603050405020304" pitchFamily="18" charset="0"/>
                <a:cs typeface="Times New Roman" panose="02020603050405020304" pitchFamily="18" charset="0"/>
              </a:rPr>
              <a:t> </a:t>
            </a:r>
            <a:r>
              <a:rPr sz="1800" spc="-101" dirty="0">
                <a:latin typeface="Times New Roman" panose="02020603050405020304" pitchFamily="18" charset="0"/>
                <a:cs typeface="Times New Roman" panose="02020603050405020304" pitchFamily="18" charset="0"/>
              </a:rPr>
              <a:t>w</a:t>
            </a:r>
            <a:r>
              <a:rPr sz="1800" spc="-38" dirty="0">
                <a:latin typeface="Times New Roman" panose="02020603050405020304" pitchFamily="18" charset="0"/>
                <a:cs typeface="Times New Roman" panose="02020603050405020304" pitchFamily="18" charset="0"/>
              </a:rPr>
              <a:t>i</a:t>
            </a:r>
            <a:r>
              <a:rPr sz="1800" spc="-71" dirty="0">
                <a:latin typeface="Times New Roman" panose="02020603050405020304" pitchFamily="18" charset="0"/>
                <a:cs typeface="Times New Roman" panose="02020603050405020304" pitchFamily="18" charset="0"/>
              </a:rPr>
              <a:t>t</a:t>
            </a:r>
            <a:r>
              <a:rPr sz="1800" spc="-90" dirty="0">
                <a:latin typeface="Times New Roman" panose="02020603050405020304" pitchFamily="18" charset="0"/>
                <a:cs typeface="Times New Roman" panose="02020603050405020304" pitchFamily="18" charset="0"/>
              </a:rPr>
              <a:t>h</a:t>
            </a:r>
            <a:r>
              <a:rPr sz="1800" spc="-221" dirty="0">
                <a:latin typeface="Times New Roman" panose="02020603050405020304" pitchFamily="18" charset="0"/>
                <a:cs typeface="Times New Roman" panose="02020603050405020304" pitchFamily="18" charset="0"/>
              </a:rPr>
              <a:t>.</a:t>
            </a:r>
            <a:endParaRPr sz="1800" dirty="0">
              <a:latin typeface="Times New Roman" panose="02020603050405020304" pitchFamily="18" charset="0"/>
              <a:cs typeface="Times New Roman" panose="02020603050405020304" pitchFamily="18" charset="0"/>
            </a:endParaRPr>
          </a:p>
          <a:p>
            <a:pPr marL="180499" marR="3810" indent="-171450" algn="just">
              <a:lnSpc>
                <a:spcPct val="150000"/>
              </a:lnSpc>
              <a:spcBef>
                <a:spcPts val="746"/>
              </a:spcBef>
              <a:buClr>
                <a:srgbClr val="B71E42"/>
              </a:buClr>
              <a:buFont typeface="Arial MT"/>
              <a:buChar char="•"/>
              <a:tabLst>
                <a:tab pos="180975" algn="l"/>
              </a:tabLst>
            </a:pPr>
            <a:r>
              <a:rPr sz="1800" b="1" dirty="0">
                <a:latin typeface="Times New Roman" panose="02020603050405020304" pitchFamily="18" charset="0"/>
                <a:cs typeface="Times New Roman" panose="02020603050405020304" pitchFamily="18" charset="0"/>
              </a:rPr>
              <a:t>Virtualization </a:t>
            </a:r>
            <a:r>
              <a:rPr sz="1800" spc="-56" dirty="0">
                <a:latin typeface="Times New Roman" panose="02020603050405020304" pitchFamily="18" charset="0"/>
                <a:cs typeface="Times New Roman" panose="02020603050405020304" pitchFamily="18" charset="0"/>
              </a:rPr>
              <a:t>uses </a:t>
            </a:r>
            <a:r>
              <a:rPr sz="1800" spc="-75" dirty="0">
                <a:latin typeface="Times New Roman" panose="02020603050405020304" pitchFamily="18" charset="0"/>
                <a:cs typeface="Times New Roman" panose="02020603050405020304" pitchFamily="18" charset="0"/>
              </a:rPr>
              <a:t>software </a:t>
            </a:r>
            <a:r>
              <a:rPr sz="1800" spc="-38" dirty="0">
                <a:latin typeface="Times New Roman" panose="02020603050405020304" pitchFamily="18" charset="0"/>
                <a:cs typeface="Times New Roman" panose="02020603050405020304" pitchFamily="18" charset="0"/>
              </a:rPr>
              <a:t>to </a:t>
            </a:r>
            <a:r>
              <a:rPr sz="1800" spc="-94" dirty="0">
                <a:latin typeface="Times New Roman" panose="02020603050405020304" pitchFamily="18" charset="0"/>
                <a:cs typeface="Times New Roman" panose="02020603050405020304" pitchFamily="18" charset="0"/>
              </a:rPr>
              <a:t>create </a:t>
            </a:r>
            <a:r>
              <a:rPr sz="1800" spc="-113" dirty="0">
                <a:latin typeface="Times New Roman" panose="02020603050405020304" pitchFamily="18" charset="0"/>
                <a:cs typeface="Times New Roman" panose="02020603050405020304" pitchFamily="18" charset="0"/>
              </a:rPr>
              <a:t>an </a:t>
            </a:r>
            <a:r>
              <a:rPr sz="1800" spc="-79" dirty="0">
                <a:latin typeface="Times New Roman" panose="02020603050405020304" pitchFamily="18" charset="0"/>
                <a:cs typeface="Times New Roman" panose="02020603050405020304" pitchFamily="18" charset="0"/>
              </a:rPr>
              <a:t>abstraction </a:t>
            </a:r>
            <a:r>
              <a:rPr sz="1800" spc="-109" dirty="0">
                <a:latin typeface="Times New Roman" panose="02020603050405020304" pitchFamily="18" charset="0"/>
                <a:cs typeface="Times New Roman" panose="02020603050405020304" pitchFamily="18" charset="0"/>
              </a:rPr>
              <a:t>layer </a:t>
            </a:r>
            <a:r>
              <a:rPr sz="1800" spc="-53" dirty="0">
                <a:latin typeface="Times New Roman" panose="02020603050405020304" pitchFamily="18" charset="0"/>
                <a:cs typeface="Times New Roman" panose="02020603050405020304" pitchFamily="18" charset="0"/>
              </a:rPr>
              <a:t>over </a:t>
            </a:r>
            <a:r>
              <a:rPr sz="1800" b="1" spc="19" dirty="0">
                <a:latin typeface="Times New Roman" panose="02020603050405020304" pitchFamily="18" charset="0"/>
                <a:cs typeface="Times New Roman" panose="02020603050405020304" pitchFamily="18" charset="0"/>
              </a:rPr>
              <a:t>computer </a:t>
            </a:r>
            <a:r>
              <a:rPr sz="1800" spc="-79" dirty="0">
                <a:latin typeface="Times New Roman" panose="02020603050405020304" pitchFamily="18" charset="0"/>
                <a:cs typeface="Times New Roman" panose="02020603050405020304" pitchFamily="18" charset="0"/>
              </a:rPr>
              <a:t>hardware </a:t>
            </a:r>
            <a:r>
              <a:rPr sz="1800" spc="-101" dirty="0">
                <a:latin typeface="Times New Roman" panose="02020603050405020304" pitchFamily="18" charset="0"/>
                <a:cs typeface="Times New Roman" panose="02020603050405020304" pitchFamily="18" charset="0"/>
              </a:rPr>
              <a:t>that </a:t>
            </a:r>
            <a:r>
              <a:rPr sz="1800" spc="-79" dirty="0">
                <a:latin typeface="Times New Roman" panose="02020603050405020304" pitchFamily="18" charset="0"/>
                <a:cs typeface="Times New Roman" panose="02020603050405020304" pitchFamily="18" charset="0"/>
              </a:rPr>
              <a:t>allows </a:t>
            </a:r>
            <a:r>
              <a:rPr sz="1800" spc="-90" dirty="0">
                <a:latin typeface="Times New Roman" panose="02020603050405020304" pitchFamily="18" charset="0"/>
                <a:cs typeface="Times New Roman" panose="02020603050405020304" pitchFamily="18" charset="0"/>
              </a:rPr>
              <a:t>the </a:t>
            </a:r>
            <a:r>
              <a:rPr sz="1800" spc="-79" dirty="0">
                <a:latin typeface="Times New Roman" panose="02020603050405020304" pitchFamily="18" charset="0"/>
                <a:cs typeface="Times New Roman" panose="02020603050405020304" pitchFamily="18" charset="0"/>
              </a:rPr>
              <a:t>hardware </a:t>
            </a:r>
            <a:r>
              <a:rPr sz="1800" spc="-90" dirty="0">
                <a:latin typeface="Times New Roman" panose="02020603050405020304" pitchFamily="18" charset="0"/>
                <a:cs typeface="Times New Roman" panose="02020603050405020304" pitchFamily="18" charset="0"/>
              </a:rPr>
              <a:t>elements </a:t>
            </a:r>
            <a:r>
              <a:rPr sz="1800" spc="-86" dirty="0">
                <a:latin typeface="Times New Roman" panose="02020603050405020304" pitchFamily="18" charset="0"/>
                <a:cs typeface="Times New Roman" panose="02020603050405020304" pitchFamily="18" charset="0"/>
              </a:rPr>
              <a:t>of </a:t>
            </a:r>
            <a:r>
              <a:rPr sz="1800" spc="-150" dirty="0">
                <a:latin typeface="Times New Roman" panose="02020603050405020304" pitchFamily="18" charset="0"/>
                <a:cs typeface="Times New Roman" panose="02020603050405020304" pitchFamily="18" charset="0"/>
              </a:rPr>
              <a:t>a </a:t>
            </a:r>
            <a:r>
              <a:rPr sz="1800" spc="-90" dirty="0">
                <a:latin typeface="Times New Roman" panose="02020603050405020304" pitchFamily="18" charset="0"/>
                <a:cs typeface="Times New Roman" panose="02020603050405020304" pitchFamily="18" charset="0"/>
              </a:rPr>
              <a:t>single </a:t>
            </a:r>
            <a:r>
              <a:rPr sz="1800" b="1" dirty="0">
                <a:latin typeface="Times New Roman" panose="02020603050405020304" pitchFamily="18" charset="0"/>
                <a:cs typeface="Times New Roman" panose="02020603050405020304" pitchFamily="18" charset="0"/>
              </a:rPr>
              <a:t>computer</a:t>
            </a:r>
            <a:r>
              <a:rPr sz="1800" dirty="0">
                <a:latin typeface="Times New Roman" panose="02020603050405020304" pitchFamily="18" charset="0"/>
                <a:cs typeface="Times New Roman" panose="02020603050405020304" pitchFamily="18" charset="0"/>
              </a:rPr>
              <a:t>—processors, </a:t>
            </a:r>
            <a:r>
              <a:rPr sz="1800" spc="-94" dirty="0">
                <a:latin typeface="Times New Roman" panose="02020603050405020304" pitchFamily="18" charset="0"/>
                <a:cs typeface="Times New Roman" panose="02020603050405020304" pitchFamily="18" charset="0"/>
              </a:rPr>
              <a:t>memory, </a:t>
            </a:r>
            <a:r>
              <a:rPr sz="1800" spc="-71" dirty="0">
                <a:latin typeface="Times New Roman" panose="02020603050405020304" pitchFamily="18" charset="0"/>
                <a:cs typeface="Times New Roman" panose="02020603050405020304" pitchFamily="18" charset="0"/>
              </a:rPr>
              <a:t>storage </a:t>
            </a:r>
            <a:r>
              <a:rPr sz="1800" spc="-98" dirty="0">
                <a:latin typeface="Times New Roman" panose="02020603050405020304" pitchFamily="18" charset="0"/>
                <a:cs typeface="Times New Roman" panose="02020603050405020304" pitchFamily="18" charset="0"/>
              </a:rPr>
              <a:t>and</a:t>
            </a:r>
            <a:r>
              <a:rPr sz="1800" spc="-94" dirty="0">
                <a:latin typeface="Times New Roman" panose="02020603050405020304" pitchFamily="18" charset="0"/>
                <a:cs typeface="Times New Roman" panose="02020603050405020304" pitchFamily="18" charset="0"/>
              </a:rPr>
              <a:t> </a:t>
            </a:r>
            <a:r>
              <a:rPr sz="1800" spc="15" dirty="0">
                <a:latin typeface="Times New Roman" panose="02020603050405020304" pitchFamily="18" charset="0"/>
                <a:cs typeface="Times New Roman" panose="02020603050405020304" pitchFamily="18" charset="0"/>
              </a:rPr>
              <a:t>more—to </a:t>
            </a:r>
            <a:r>
              <a:rPr sz="1800" spc="-90" dirty="0">
                <a:latin typeface="Times New Roman" panose="02020603050405020304" pitchFamily="18" charset="0"/>
                <a:cs typeface="Times New Roman" panose="02020603050405020304" pitchFamily="18" charset="0"/>
              </a:rPr>
              <a:t>be</a:t>
            </a:r>
            <a:r>
              <a:rPr sz="1800" spc="-86" dirty="0">
                <a:latin typeface="Times New Roman" panose="02020603050405020304" pitchFamily="18" charset="0"/>
                <a:cs typeface="Times New Roman" panose="02020603050405020304" pitchFamily="18" charset="0"/>
              </a:rPr>
              <a:t> divided</a:t>
            </a:r>
            <a:r>
              <a:rPr sz="1800" spc="-83" dirty="0">
                <a:latin typeface="Times New Roman" panose="02020603050405020304" pitchFamily="18" charset="0"/>
                <a:cs typeface="Times New Roman" panose="02020603050405020304" pitchFamily="18" charset="0"/>
              </a:rPr>
              <a:t> </a:t>
            </a:r>
            <a:r>
              <a:rPr sz="1800" spc="-64" dirty="0">
                <a:latin typeface="Times New Roman" panose="02020603050405020304" pitchFamily="18" charset="0"/>
                <a:cs typeface="Times New Roman" panose="02020603050405020304" pitchFamily="18" charset="0"/>
              </a:rPr>
              <a:t>into</a:t>
            </a:r>
            <a:r>
              <a:rPr sz="1800" spc="-60" dirty="0">
                <a:latin typeface="Times New Roman" panose="02020603050405020304" pitchFamily="18" charset="0"/>
                <a:cs typeface="Times New Roman" panose="02020603050405020304" pitchFamily="18" charset="0"/>
              </a:rPr>
              <a:t> </a:t>
            </a:r>
            <a:r>
              <a:rPr sz="1800" spc="-101" dirty="0">
                <a:latin typeface="Times New Roman" panose="02020603050405020304" pitchFamily="18" charset="0"/>
                <a:cs typeface="Times New Roman" panose="02020603050405020304" pitchFamily="18" charset="0"/>
              </a:rPr>
              <a:t>multiple</a:t>
            </a:r>
            <a:r>
              <a:rPr sz="1800" spc="-98" dirty="0">
                <a:latin typeface="Times New Roman" panose="02020603050405020304" pitchFamily="18" charset="0"/>
                <a:cs typeface="Times New Roman" panose="02020603050405020304" pitchFamily="18" charset="0"/>
              </a:rPr>
              <a:t> </a:t>
            </a:r>
            <a:r>
              <a:rPr sz="1800" spc="-86" dirty="0">
                <a:latin typeface="Times New Roman" panose="02020603050405020304" pitchFamily="18" charset="0"/>
                <a:cs typeface="Times New Roman" panose="02020603050405020304" pitchFamily="18" charset="0"/>
              </a:rPr>
              <a:t>virtual</a:t>
            </a:r>
            <a:r>
              <a:rPr sz="1800" spc="-83" dirty="0">
                <a:latin typeface="Times New Roman" panose="02020603050405020304" pitchFamily="18" charset="0"/>
                <a:cs typeface="Times New Roman" panose="02020603050405020304" pitchFamily="18" charset="0"/>
              </a:rPr>
              <a:t> </a:t>
            </a:r>
            <a:r>
              <a:rPr sz="1800" b="1" spc="-8" dirty="0">
                <a:latin typeface="Times New Roman" panose="02020603050405020304" pitchFamily="18" charset="0"/>
                <a:cs typeface="Times New Roman" panose="02020603050405020304" pitchFamily="18" charset="0"/>
              </a:rPr>
              <a:t>computers</a:t>
            </a:r>
            <a:r>
              <a:rPr sz="1800" spc="-8" dirty="0">
                <a:latin typeface="Times New Roman" panose="02020603050405020304" pitchFamily="18" charset="0"/>
                <a:cs typeface="Times New Roman" panose="02020603050405020304" pitchFamily="18" charset="0"/>
              </a:rPr>
              <a:t>, </a:t>
            </a:r>
            <a:r>
              <a:rPr sz="1800" spc="-68" dirty="0">
                <a:latin typeface="Times New Roman" panose="02020603050405020304" pitchFamily="18" charset="0"/>
                <a:cs typeface="Times New Roman" panose="02020603050405020304" pitchFamily="18" charset="0"/>
              </a:rPr>
              <a:t>commonly</a:t>
            </a:r>
            <a:r>
              <a:rPr sz="1800" spc="-64" dirty="0">
                <a:latin typeface="Times New Roman" panose="02020603050405020304" pitchFamily="18" charset="0"/>
                <a:cs typeface="Times New Roman" panose="02020603050405020304" pitchFamily="18" charset="0"/>
              </a:rPr>
              <a:t> </a:t>
            </a:r>
            <a:r>
              <a:rPr sz="1800" spc="-109" dirty="0">
                <a:latin typeface="Times New Roman" panose="02020603050405020304" pitchFamily="18" charset="0"/>
                <a:cs typeface="Times New Roman" panose="02020603050405020304" pitchFamily="18" charset="0"/>
              </a:rPr>
              <a:t>called</a:t>
            </a:r>
            <a:r>
              <a:rPr sz="1800" spc="-105" dirty="0">
                <a:latin typeface="Times New Roman" panose="02020603050405020304" pitchFamily="18" charset="0"/>
                <a:cs typeface="Times New Roman" panose="02020603050405020304" pitchFamily="18" charset="0"/>
              </a:rPr>
              <a:t> </a:t>
            </a:r>
            <a:r>
              <a:rPr sz="1800" spc="-83" dirty="0">
                <a:latin typeface="Times New Roman" panose="02020603050405020304" pitchFamily="18" charset="0"/>
                <a:cs typeface="Times New Roman" panose="02020603050405020304" pitchFamily="18" charset="0"/>
              </a:rPr>
              <a:t>virtual </a:t>
            </a:r>
            <a:r>
              <a:rPr sz="1800" spc="-79" dirty="0">
                <a:latin typeface="Times New Roman" panose="02020603050405020304" pitchFamily="18" charset="0"/>
                <a:cs typeface="Times New Roman" panose="02020603050405020304" pitchFamily="18" charset="0"/>
              </a:rPr>
              <a:t> </a:t>
            </a:r>
            <a:r>
              <a:rPr sz="1800" spc="-86" dirty="0">
                <a:latin typeface="Times New Roman" panose="02020603050405020304" pitchFamily="18" charset="0"/>
                <a:cs typeface="Times New Roman" panose="02020603050405020304" pitchFamily="18" charset="0"/>
              </a:rPr>
              <a:t>machines</a:t>
            </a:r>
            <a:r>
              <a:rPr sz="1800" spc="-56" dirty="0">
                <a:latin typeface="Times New Roman" panose="02020603050405020304" pitchFamily="18" charset="0"/>
                <a:cs typeface="Times New Roman" panose="02020603050405020304" pitchFamily="18" charset="0"/>
              </a:rPr>
              <a:t> </a:t>
            </a:r>
            <a:r>
              <a:rPr sz="1800" spc="-45" dirty="0">
                <a:latin typeface="Times New Roman" panose="02020603050405020304" pitchFamily="18" charset="0"/>
                <a:cs typeface="Times New Roman" panose="02020603050405020304" pitchFamily="18" charset="0"/>
              </a:rPr>
              <a:t>(VMs).</a:t>
            </a:r>
            <a:endParaRPr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97388625"/>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rotWithShape="1">
          <a:blip r:embed="rId2" cstate="print"/>
          <a:srcRect l="8114" t="5923" r="7489" b="10554"/>
          <a:stretch/>
        </p:blipFill>
        <p:spPr>
          <a:xfrm>
            <a:off x="1147863" y="706229"/>
            <a:ext cx="7052553" cy="3642035"/>
          </a:xfrm>
          <a:prstGeom prst="rect">
            <a:avLst/>
          </a:prstGeom>
        </p:spPr>
      </p:pic>
    </p:spTree>
    <p:extLst>
      <p:ext uri="{BB962C8B-B14F-4D97-AF65-F5344CB8AC3E}">
        <p14:creationId xmlns:p14="http://schemas.microsoft.com/office/powerpoint/2010/main" val="85269640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0"/>
            <a:ext cx="9144000" cy="5143500"/>
          </a:xfrm>
          <a:prstGeom prst="rect">
            <a:avLst/>
          </a:prstGeom>
        </p:spPr>
      </p:pic>
    </p:spTree>
    <p:extLst>
      <p:ext uri="{BB962C8B-B14F-4D97-AF65-F5344CB8AC3E}">
        <p14:creationId xmlns:p14="http://schemas.microsoft.com/office/powerpoint/2010/main" val="1799504244"/>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77897" y="369318"/>
            <a:ext cx="7141976" cy="496832"/>
          </a:xfrm>
          <a:prstGeom prst="rect">
            <a:avLst/>
          </a:prstGeom>
        </p:spPr>
        <p:txBody>
          <a:bodyPr spcFirstLastPara="1" vert="horz" wrap="square" lIns="0" tIns="10001" rIns="0" bIns="0" rtlCol="0" anchor="ctr" anchorCtr="0">
            <a:spAutoFit/>
          </a:bodyPr>
          <a:lstStyle/>
          <a:p>
            <a:pPr marL="9525">
              <a:spcBef>
                <a:spcPts val="79"/>
              </a:spcBef>
            </a:pPr>
            <a:r>
              <a:rPr sz="2400" spc="307" dirty="0"/>
              <a:t>TH</a:t>
            </a:r>
            <a:r>
              <a:rPr sz="2400" spc="161" dirty="0"/>
              <a:t>E</a:t>
            </a:r>
            <a:r>
              <a:rPr lang="en-IN" sz="2400" spc="161" dirty="0"/>
              <a:t> </a:t>
            </a:r>
            <a:r>
              <a:rPr sz="2400" spc="-68" dirty="0"/>
              <a:t> </a:t>
            </a:r>
            <a:r>
              <a:rPr sz="2400" spc="206" dirty="0"/>
              <a:t>B</a:t>
            </a:r>
            <a:r>
              <a:rPr sz="2400" spc="184" dirty="0"/>
              <a:t>E</a:t>
            </a:r>
            <a:r>
              <a:rPr sz="2400" spc="311" dirty="0"/>
              <a:t>N</a:t>
            </a:r>
            <a:r>
              <a:rPr sz="2400" spc="259" dirty="0"/>
              <a:t>E</a:t>
            </a:r>
            <a:r>
              <a:rPr sz="2400" spc="146" dirty="0"/>
              <a:t>FIT</a:t>
            </a:r>
            <a:r>
              <a:rPr sz="2400" spc="225" dirty="0"/>
              <a:t>S</a:t>
            </a:r>
            <a:r>
              <a:rPr sz="2400" spc="-53" dirty="0"/>
              <a:t> </a:t>
            </a:r>
            <a:r>
              <a:rPr sz="2400" spc="416" dirty="0"/>
              <a:t>O</a:t>
            </a:r>
            <a:r>
              <a:rPr sz="2400" spc="49" dirty="0"/>
              <a:t>F</a:t>
            </a:r>
            <a:r>
              <a:rPr sz="2400" spc="-420" dirty="0"/>
              <a:t> </a:t>
            </a:r>
            <a:r>
              <a:rPr lang="en-IN" sz="2400" spc="-420" dirty="0"/>
              <a:t>    </a:t>
            </a:r>
            <a:r>
              <a:rPr sz="2400" spc="180" dirty="0"/>
              <a:t>VI</a:t>
            </a:r>
            <a:r>
              <a:rPr sz="2400" spc="15" dirty="0"/>
              <a:t>R</a:t>
            </a:r>
            <a:r>
              <a:rPr sz="2400" spc="255" dirty="0"/>
              <a:t>T</a:t>
            </a:r>
            <a:r>
              <a:rPr sz="2400" spc="240" dirty="0"/>
              <a:t>U</a:t>
            </a:r>
            <a:r>
              <a:rPr sz="2400" spc="270" dirty="0"/>
              <a:t>A</a:t>
            </a:r>
            <a:r>
              <a:rPr sz="2400" spc="225" dirty="0"/>
              <a:t>L</a:t>
            </a:r>
            <a:r>
              <a:rPr sz="2400" spc="233" dirty="0"/>
              <a:t>IZ</a:t>
            </a:r>
            <a:r>
              <a:rPr sz="2400" spc="56" dirty="0"/>
              <a:t>A</a:t>
            </a:r>
            <a:r>
              <a:rPr sz="2400" spc="304" dirty="0"/>
              <a:t>TION</a:t>
            </a:r>
            <a:endParaRPr sz="2400" dirty="0"/>
          </a:p>
        </p:txBody>
      </p:sp>
      <p:sp>
        <p:nvSpPr>
          <p:cNvPr id="3" name="object 3"/>
          <p:cNvSpPr txBox="1"/>
          <p:nvPr/>
        </p:nvSpPr>
        <p:spPr>
          <a:xfrm>
            <a:off x="664724" y="866150"/>
            <a:ext cx="7856706" cy="3838871"/>
          </a:xfrm>
          <a:prstGeom prst="rect">
            <a:avLst/>
          </a:prstGeom>
        </p:spPr>
        <p:txBody>
          <a:bodyPr vert="horz" wrap="square" lIns="0" tIns="9525" rIns="0" bIns="0" rtlCol="0">
            <a:spAutoFit/>
          </a:bodyPr>
          <a:lstStyle/>
          <a:p>
            <a:pPr marL="180499" marR="3810" indent="-171450" algn="just">
              <a:lnSpc>
                <a:spcPct val="150000"/>
              </a:lnSpc>
              <a:spcBef>
                <a:spcPts val="75"/>
              </a:spcBef>
              <a:buClr>
                <a:srgbClr val="B71E42"/>
              </a:buClr>
              <a:buFont typeface="Arial MT"/>
              <a:buChar char="•"/>
              <a:tabLst>
                <a:tab pos="180975" algn="l"/>
              </a:tabLst>
            </a:pPr>
            <a:r>
              <a:rPr sz="1800" spc="15" dirty="0">
                <a:latin typeface="Times New Roman" panose="02020603050405020304" pitchFamily="18" charset="0"/>
                <a:cs typeface="Times New Roman" panose="02020603050405020304" pitchFamily="18" charset="0"/>
              </a:rPr>
              <a:t>One </a:t>
            </a:r>
            <a:r>
              <a:rPr sz="1800" spc="-83" dirty="0">
                <a:latin typeface="Times New Roman" panose="02020603050405020304" pitchFamily="18" charset="0"/>
                <a:cs typeface="Times New Roman" panose="02020603050405020304" pitchFamily="18" charset="0"/>
              </a:rPr>
              <a:t>of </a:t>
            </a:r>
            <a:r>
              <a:rPr sz="1800" spc="-86" dirty="0">
                <a:latin typeface="Times New Roman" panose="02020603050405020304" pitchFamily="18" charset="0"/>
                <a:cs typeface="Times New Roman" panose="02020603050405020304" pitchFamily="18" charset="0"/>
              </a:rPr>
              <a:t>the </a:t>
            </a:r>
            <a:r>
              <a:rPr sz="1800" spc="-105" dirty="0">
                <a:latin typeface="Times New Roman" panose="02020603050405020304" pitchFamily="18" charset="0"/>
                <a:cs typeface="Times New Roman" panose="02020603050405020304" pitchFamily="18" charset="0"/>
              </a:rPr>
              <a:t>big</a:t>
            </a:r>
            <a:r>
              <a:rPr sz="1800" spc="240" dirty="0">
                <a:latin typeface="Times New Roman" panose="02020603050405020304" pitchFamily="18" charset="0"/>
                <a:cs typeface="Times New Roman" panose="02020603050405020304" pitchFamily="18" charset="0"/>
              </a:rPr>
              <a:t> </a:t>
            </a:r>
            <a:r>
              <a:rPr sz="1800" spc="-56" dirty="0">
                <a:latin typeface="Times New Roman" panose="02020603050405020304" pitchFamily="18" charset="0"/>
                <a:cs typeface="Times New Roman" panose="02020603050405020304" pitchFamily="18" charset="0"/>
              </a:rPr>
              <a:t>drivers for </a:t>
            </a:r>
            <a:r>
              <a:rPr sz="1800" spc="-86" dirty="0">
                <a:latin typeface="Times New Roman" panose="02020603050405020304" pitchFamily="18" charset="0"/>
                <a:cs typeface="Times New Roman" panose="02020603050405020304" pitchFamily="18" charset="0"/>
              </a:rPr>
              <a:t>virtualization</a:t>
            </a:r>
            <a:r>
              <a:rPr sz="1800" spc="281" dirty="0">
                <a:latin typeface="Times New Roman" panose="02020603050405020304" pitchFamily="18" charset="0"/>
                <a:cs typeface="Times New Roman" panose="02020603050405020304" pitchFamily="18" charset="0"/>
              </a:rPr>
              <a:t> </a:t>
            </a:r>
            <a:r>
              <a:rPr sz="1800" spc="-68" dirty="0">
                <a:latin typeface="Times New Roman" panose="02020603050405020304" pitchFamily="18" charset="0"/>
                <a:cs typeface="Times New Roman" panose="02020603050405020304" pitchFamily="18" charset="0"/>
              </a:rPr>
              <a:t>adoption </a:t>
            </a:r>
            <a:r>
              <a:rPr sz="1800" spc="-75" dirty="0">
                <a:latin typeface="Times New Roman" panose="02020603050405020304" pitchFamily="18" charset="0"/>
                <a:cs typeface="Times New Roman" panose="02020603050405020304" pitchFamily="18" charset="0"/>
              </a:rPr>
              <a:t>was </a:t>
            </a:r>
            <a:r>
              <a:rPr sz="1800" spc="-45" dirty="0">
                <a:latin typeface="Times New Roman" panose="02020603050405020304" pitchFamily="18" charset="0"/>
                <a:cs typeface="Times New Roman" panose="02020603050405020304" pitchFamily="18" charset="0"/>
              </a:rPr>
              <a:t>server </a:t>
            </a:r>
            <a:r>
              <a:rPr sz="1800" spc="-75" dirty="0">
                <a:latin typeface="Times New Roman" panose="02020603050405020304" pitchFamily="18" charset="0"/>
                <a:cs typeface="Times New Roman" panose="02020603050405020304" pitchFamily="18" charset="0"/>
              </a:rPr>
              <a:t>consolidation. </a:t>
            </a:r>
            <a:r>
              <a:rPr sz="1800" spc="-4" dirty="0">
                <a:latin typeface="Times New Roman" panose="02020603050405020304" pitchFamily="18" charset="0"/>
                <a:cs typeface="Times New Roman" panose="02020603050405020304" pitchFamily="18" charset="0"/>
              </a:rPr>
              <a:t>Where </a:t>
            </a:r>
            <a:r>
              <a:rPr sz="1800" spc="-86" dirty="0">
                <a:latin typeface="Times New Roman" panose="02020603050405020304" pitchFamily="18" charset="0"/>
                <a:cs typeface="Times New Roman" panose="02020603050405020304" pitchFamily="18" charset="0"/>
              </a:rPr>
              <a:t>originally </a:t>
            </a:r>
            <a:r>
              <a:rPr sz="1800" spc="-34" dirty="0">
                <a:latin typeface="Times New Roman" panose="02020603050405020304" pitchFamily="18" charset="0"/>
                <a:cs typeface="Times New Roman" panose="02020603050405020304" pitchFamily="18" charset="0"/>
              </a:rPr>
              <a:t>10 </a:t>
            </a:r>
            <a:r>
              <a:rPr sz="1800" spc="15" dirty="0">
                <a:latin typeface="Times New Roman" panose="02020603050405020304" pitchFamily="18" charset="0"/>
                <a:cs typeface="Times New Roman" panose="02020603050405020304" pitchFamily="18" charset="0"/>
              </a:rPr>
              <a:t>or </a:t>
            </a:r>
            <a:r>
              <a:rPr sz="1800" spc="-41" dirty="0">
                <a:latin typeface="Times New Roman" panose="02020603050405020304" pitchFamily="18" charset="0"/>
                <a:cs typeface="Times New Roman" panose="02020603050405020304" pitchFamily="18" charset="0"/>
              </a:rPr>
              <a:t>15 </a:t>
            </a:r>
            <a:r>
              <a:rPr sz="1800" spc="-45" dirty="0">
                <a:latin typeface="Times New Roman" panose="02020603050405020304" pitchFamily="18" charset="0"/>
                <a:cs typeface="Times New Roman" panose="02020603050405020304" pitchFamily="18" charset="0"/>
              </a:rPr>
              <a:t>servers </a:t>
            </a:r>
            <a:r>
              <a:rPr sz="1800" spc="-71" dirty="0">
                <a:latin typeface="Times New Roman" panose="02020603050405020304" pitchFamily="18" charset="0"/>
                <a:cs typeface="Times New Roman" panose="02020603050405020304" pitchFamily="18" charset="0"/>
              </a:rPr>
              <a:t>were </a:t>
            </a:r>
            <a:r>
              <a:rPr sz="1800" spc="-105" dirty="0">
                <a:latin typeface="Times New Roman" panose="02020603050405020304" pitchFamily="18" charset="0"/>
                <a:cs typeface="Times New Roman" panose="02020603050405020304" pitchFamily="18" charset="0"/>
              </a:rPr>
              <a:t>needed, </a:t>
            </a:r>
            <a:r>
              <a:rPr sz="1800" b="1" i="1" u="sng" spc="-60" dirty="0">
                <a:uFill>
                  <a:solidFill>
                    <a:srgbClr val="000000"/>
                  </a:solidFill>
                </a:uFill>
                <a:latin typeface="Times New Roman" panose="02020603050405020304" pitchFamily="18" charset="0"/>
                <a:cs typeface="Times New Roman" panose="02020603050405020304" pitchFamily="18" charset="0"/>
              </a:rPr>
              <a:t>a </a:t>
            </a:r>
            <a:r>
              <a:rPr sz="1800" b="1" i="1" u="sng" spc="-79" dirty="0">
                <a:uFill>
                  <a:solidFill>
                    <a:srgbClr val="000000"/>
                  </a:solidFill>
                </a:uFill>
                <a:latin typeface="Times New Roman" panose="02020603050405020304" pitchFamily="18" charset="0"/>
                <a:cs typeface="Times New Roman" panose="02020603050405020304" pitchFamily="18" charset="0"/>
              </a:rPr>
              <a:t>single </a:t>
            </a:r>
            <a:r>
              <a:rPr sz="1800" b="1" i="1" u="sng" spc="-75" dirty="0">
                <a:uFill>
                  <a:solidFill>
                    <a:srgbClr val="000000"/>
                  </a:solidFill>
                </a:uFill>
                <a:latin typeface="Times New Roman" panose="02020603050405020304" pitchFamily="18" charset="0"/>
                <a:cs typeface="Times New Roman" panose="02020603050405020304" pitchFamily="18" charset="0"/>
              </a:rPr>
              <a:t>physical </a:t>
            </a:r>
            <a:r>
              <a:rPr sz="1800" b="1" i="1" u="sng" spc="-105" dirty="0">
                <a:uFill>
                  <a:solidFill>
                    <a:srgbClr val="000000"/>
                  </a:solidFill>
                </a:uFill>
                <a:latin typeface="Times New Roman" panose="02020603050405020304" pitchFamily="18" charset="0"/>
                <a:cs typeface="Times New Roman" panose="02020603050405020304" pitchFamily="18" charset="0"/>
              </a:rPr>
              <a:t>server </a:t>
            </a:r>
            <a:r>
              <a:rPr sz="1800" b="1" i="1" u="sng" spc="-49" dirty="0">
                <a:uFill>
                  <a:solidFill>
                    <a:srgbClr val="000000"/>
                  </a:solidFill>
                </a:uFill>
                <a:latin typeface="Times New Roman" panose="02020603050405020304" pitchFamily="18" charset="0"/>
                <a:cs typeface="Times New Roman" panose="02020603050405020304" pitchFamily="18" charset="0"/>
              </a:rPr>
              <a:t>could </a:t>
            </a:r>
            <a:r>
              <a:rPr sz="1800" b="1" i="1" u="sng" spc="-53" dirty="0">
                <a:uFill>
                  <a:solidFill>
                    <a:srgbClr val="000000"/>
                  </a:solidFill>
                </a:uFill>
                <a:latin typeface="Times New Roman" panose="02020603050405020304" pitchFamily="18" charset="0"/>
                <a:cs typeface="Times New Roman" panose="02020603050405020304" pitchFamily="18" charset="0"/>
              </a:rPr>
              <a:t>run </a:t>
            </a:r>
            <a:r>
              <a:rPr sz="1800" b="1" i="1" u="sng" spc="-83" dirty="0">
                <a:uFill>
                  <a:solidFill>
                    <a:srgbClr val="000000"/>
                  </a:solidFill>
                </a:uFill>
                <a:latin typeface="Times New Roman" panose="02020603050405020304" pitchFamily="18" charset="0"/>
                <a:cs typeface="Times New Roman" panose="02020603050405020304" pitchFamily="18" charset="0"/>
              </a:rPr>
              <a:t>10 </a:t>
            </a:r>
            <a:r>
              <a:rPr sz="1800" b="1" i="1" u="sng" spc="-71" dirty="0">
                <a:uFill>
                  <a:solidFill>
                    <a:srgbClr val="000000"/>
                  </a:solidFill>
                </a:uFill>
                <a:latin typeface="Times New Roman" panose="02020603050405020304" pitchFamily="18" charset="0"/>
                <a:cs typeface="Times New Roman" panose="02020603050405020304" pitchFamily="18" charset="0"/>
              </a:rPr>
              <a:t>or </a:t>
            </a:r>
            <a:r>
              <a:rPr sz="1800" b="1" i="1" u="sng" spc="-83" dirty="0">
                <a:uFill>
                  <a:solidFill>
                    <a:srgbClr val="000000"/>
                  </a:solidFill>
                </a:uFill>
                <a:latin typeface="Times New Roman" panose="02020603050405020304" pitchFamily="18" charset="0"/>
                <a:cs typeface="Times New Roman" panose="02020603050405020304" pitchFamily="18" charset="0"/>
              </a:rPr>
              <a:t>15 </a:t>
            </a:r>
            <a:r>
              <a:rPr sz="1800" b="1" i="1" u="sng" spc="-79" dirty="0">
                <a:uFill>
                  <a:solidFill>
                    <a:srgbClr val="000000"/>
                  </a:solidFill>
                </a:uFill>
                <a:latin typeface="Times New Roman" panose="02020603050405020304" pitchFamily="18" charset="0"/>
                <a:cs typeface="Times New Roman" panose="02020603050405020304" pitchFamily="18" charset="0"/>
              </a:rPr>
              <a:t>VMs</a:t>
            </a:r>
            <a:r>
              <a:rPr sz="1800" spc="-79" dirty="0">
                <a:latin typeface="Times New Roman" panose="02020603050405020304" pitchFamily="18" charset="0"/>
                <a:cs typeface="Times New Roman" panose="02020603050405020304" pitchFamily="18" charset="0"/>
              </a:rPr>
              <a:t>. </a:t>
            </a:r>
            <a:r>
              <a:rPr sz="1800" spc="-41" dirty="0">
                <a:latin typeface="Times New Roman" panose="02020603050405020304" pitchFamily="18" charset="0"/>
                <a:cs typeface="Times New Roman" panose="02020603050405020304" pitchFamily="18" charset="0"/>
              </a:rPr>
              <a:t>This </a:t>
            </a:r>
            <a:r>
              <a:rPr sz="1800" spc="-64" dirty="0">
                <a:latin typeface="Times New Roman" panose="02020603050405020304" pitchFamily="18" charset="0"/>
                <a:cs typeface="Times New Roman" panose="02020603050405020304" pitchFamily="18" charset="0"/>
              </a:rPr>
              <a:t>is </a:t>
            </a:r>
            <a:r>
              <a:rPr sz="1800" spc="-94" dirty="0">
                <a:latin typeface="Times New Roman" panose="02020603050405020304" pitchFamily="18" charset="0"/>
                <a:cs typeface="Times New Roman" panose="02020603050405020304" pitchFamily="18" charset="0"/>
              </a:rPr>
              <a:t>still </a:t>
            </a:r>
            <a:r>
              <a:rPr sz="1800" spc="-49" dirty="0">
                <a:latin typeface="Times New Roman" panose="02020603050405020304" pitchFamily="18" charset="0"/>
                <a:cs typeface="Times New Roman" panose="02020603050405020304" pitchFamily="18" charset="0"/>
              </a:rPr>
              <a:t>one </a:t>
            </a:r>
            <a:r>
              <a:rPr sz="1800" spc="-83" dirty="0">
                <a:latin typeface="Times New Roman" panose="02020603050405020304" pitchFamily="18" charset="0"/>
                <a:cs typeface="Times New Roman" panose="02020603050405020304" pitchFamily="18" charset="0"/>
              </a:rPr>
              <a:t>of </a:t>
            </a:r>
            <a:r>
              <a:rPr sz="1800" spc="-90" dirty="0">
                <a:latin typeface="Times New Roman" panose="02020603050405020304" pitchFamily="18" charset="0"/>
                <a:cs typeface="Times New Roman" panose="02020603050405020304" pitchFamily="18" charset="0"/>
              </a:rPr>
              <a:t>the </a:t>
            </a:r>
            <a:r>
              <a:rPr sz="1800" spc="-105" dirty="0">
                <a:latin typeface="Times New Roman" panose="02020603050405020304" pitchFamily="18" charset="0"/>
                <a:cs typeface="Times New Roman" panose="02020603050405020304" pitchFamily="18" charset="0"/>
              </a:rPr>
              <a:t>main advantages </a:t>
            </a:r>
            <a:r>
              <a:rPr sz="1800" spc="-86" dirty="0">
                <a:latin typeface="Times New Roman" panose="02020603050405020304" pitchFamily="18" charset="0"/>
                <a:cs typeface="Times New Roman" panose="02020603050405020304" pitchFamily="18" charset="0"/>
              </a:rPr>
              <a:t>of virtualization </a:t>
            </a:r>
            <a:r>
              <a:rPr sz="1800" spc="-98" dirty="0">
                <a:latin typeface="Times New Roman" panose="02020603050405020304" pitchFamily="18" charset="0"/>
                <a:cs typeface="Times New Roman" panose="02020603050405020304" pitchFamily="18" charset="0"/>
              </a:rPr>
              <a:t>and </a:t>
            </a:r>
            <a:r>
              <a:rPr sz="1800" spc="-68" dirty="0">
                <a:latin typeface="Times New Roman" panose="02020603050405020304" pitchFamily="18" charset="0"/>
                <a:cs typeface="Times New Roman" panose="02020603050405020304" pitchFamily="18" charset="0"/>
              </a:rPr>
              <a:t>consolidation </a:t>
            </a:r>
            <a:r>
              <a:rPr sz="1800" spc="-64" dirty="0">
                <a:latin typeface="Times New Roman" panose="02020603050405020304" pitchFamily="18" charset="0"/>
                <a:cs typeface="Times New Roman" panose="02020603050405020304" pitchFamily="18" charset="0"/>
              </a:rPr>
              <a:t>ratios </a:t>
            </a:r>
            <a:r>
              <a:rPr sz="1800" spc="-124" dirty="0">
                <a:latin typeface="Times New Roman" panose="02020603050405020304" pitchFamily="18" charset="0"/>
                <a:cs typeface="Times New Roman" panose="02020603050405020304" pitchFamily="18" charset="0"/>
              </a:rPr>
              <a:t>have </a:t>
            </a:r>
            <a:r>
              <a:rPr sz="1800" spc="-83" dirty="0">
                <a:latin typeface="Times New Roman" panose="02020603050405020304" pitchFamily="18" charset="0"/>
                <a:cs typeface="Times New Roman" panose="02020603050405020304" pitchFamily="18" charset="0"/>
              </a:rPr>
              <a:t>increased </a:t>
            </a:r>
            <a:r>
              <a:rPr sz="1800" spc="-53" dirty="0">
                <a:latin typeface="Times New Roman" panose="02020603050405020304" pitchFamily="18" charset="0"/>
                <a:cs typeface="Times New Roman" panose="02020603050405020304" pitchFamily="18" charset="0"/>
              </a:rPr>
              <a:t>over </a:t>
            </a:r>
            <a:r>
              <a:rPr sz="1800" spc="-90" dirty="0">
                <a:latin typeface="Times New Roman" panose="02020603050405020304" pitchFamily="18" charset="0"/>
                <a:cs typeface="Times New Roman" panose="02020603050405020304" pitchFamily="18" charset="0"/>
              </a:rPr>
              <a:t>the </a:t>
            </a:r>
            <a:r>
              <a:rPr sz="1800" spc="-86" dirty="0">
                <a:latin typeface="Times New Roman" panose="02020603050405020304" pitchFamily="18" charset="0"/>
                <a:cs typeface="Times New Roman" panose="02020603050405020304" pitchFamily="18" charset="0"/>
              </a:rPr>
              <a:t> </a:t>
            </a:r>
            <a:r>
              <a:rPr sz="1800" spc="-101" dirty="0">
                <a:latin typeface="Times New Roman" panose="02020603050405020304" pitchFamily="18" charset="0"/>
                <a:cs typeface="Times New Roman" panose="02020603050405020304" pitchFamily="18" charset="0"/>
              </a:rPr>
              <a:t>years.</a:t>
            </a:r>
            <a:endParaRPr sz="1800" dirty="0">
              <a:latin typeface="Times New Roman" panose="02020603050405020304" pitchFamily="18" charset="0"/>
              <a:cs typeface="Times New Roman" panose="02020603050405020304" pitchFamily="18" charset="0"/>
            </a:endParaRPr>
          </a:p>
          <a:p>
            <a:pPr marL="180499" marR="3810" indent="-171450" algn="just">
              <a:lnSpc>
                <a:spcPct val="150000"/>
              </a:lnSpc>
              <a:spcBef>
                <a:spcPts val="746"/>
              </a:spcBef>
              <a:buClr>
                <a:srgbClr val="B71E42"/>
              </a:buClr>
              <a:buFont typeface="Arial MT"/>
              <a:buChar char="•"/>
              <a:tabLst>
                <a:tab pos="180975" algn="l"/>
              </a:tabLst>
            </a:pPr>
            <a:r>
              <a:rPr sz="1800" spc="-26" dirty="0">
                <a:latin typeface="Times New Roman" panose="02020603050405020304" pitchFamily="18" charset="0"/>
                <a:cs typeface="Times New Roman" panose="02020603050405020304" pitchFamily="18" charset="0"/>
              </a:rPr>
              <a:t>Another </a:t>
            </a:r>
            <a:r>
              <a:rPr sz="1800" spc="-105" dirty="0">
                <a:latin typeface="Times New Roman" panose="02020603050405020304" pitchFamily="18" charset="0"/>
                <a:cs typeface="Times New Roman" panose="02020603050405020304" pitchFamily="18" charset="0"/>
              </a:rPr>
              <a:t>benefit</a:t>
            </a:r>
            <a:r>
              <a:rPr sz="1800" spc="240" dirty="0">
                <a:latin typeface="Times New Roman" panose="02020603050405020304" pitchFamily="18" charset="0"/>
                <a:cs typeface="Times New Roman" panose="02020603050405020304" pitchFamily="18" charset="0"/>
              </a:rPr>
              <a:t> </a:t>
            </a:r>
            <a:r>
              <a:rPr sz="1800" spc="-86" dirty="0">
                <a:latin typeface="Times New Roman" panose="02020603050405020304" pitchFamily="18" charset="0"/>
                <a:cs typeface="Times New Roman" panose="02020603050405020304" pitchFamily="18" charset="0"/>
              </a:rPr>
              <a:t>of virtualization </a:t>
            </a:r>
            <a:r>
              <a:rPr sz="1800" spc="-64" dirty="0">
                <a:latin typeface="Times New Roman" panose="02020603050405020304" pitchFamily="18" charset="0"/>
                <a:cs typeface="Times New Roman" panose="02020603050405020304" pitchFamily="18" charset="0"/>
              </a:rPr>
              <a:t>is </a:t>
            </a:r>
            <a:r>
              <a:rPr sz="1800" spc="-105" dirty="0">
                <a:latin typeface="Times New Roman" panose="02020603050405020304" pitchFamily="18" charset="0"/>
                <a:cs typeface="Times New Roman" panose="02020603050405020304" pitchFamily="18" charset="0"/>
              </a:rPr>
              <a:t>that </a:t>
            </a:r>
            <a:r>
              <a:rPr sz="1800" b="1" i="1" u="sng" spc="-71" dirty="0">
                <a:uFill>
                  <a:solidFill>
                    <a:srgbClr val="000000"/>
                  </a:solidFill>
                </a:uFill>
                <a:latin typeface="Times New Roman" panose="02020603050405020304" pitchFamily="18" charset="0"/>
                <a:cs typeface="Times New Roman" panose="02020603050405020304" pitchFamily="18" charset="0"/>
              </a:rPr>
              <a:t>relocating </a:t>
            </a:r>
            <a:r>
              <a:rPr sz="1800" b="1" i="1" u="sng" spc="-60" dirty="0">
                <a:uFill>
                  <a:solidFill>
                    <a:srgbClr val="000000"/>
                  </a:solidFill>
                </a:uFill>
                <a:latin typeface="Times New Roman" panose="02020603050405020304" pitchFamily="18" charset="0"/>
                <a:cs typeface="Times New Roman" panose="02020603050405020304" pitchFamily="18" charset="0"/>
              </a:rPr>
              <a:t>a </a:t>
            </a:r>
            <a:r>
              <a:rPr sz="1800" b="1" i="1" u="sng" spc="23" dirty="0">
                <a:uFill>
                  <a:solidFill>
                    <a:srgbClr val="000000"/>
                  </a:solidFill>
                </a:uFill>
                <a:latin typeface="Times New Roman" panose="02020603050405020304" pitchFamily="18" charset="0"/>
                <a:cs typeface="Times New Roman" panose="02020603050405020304" pitchFamily="18" charset="0"/>
              </a:rPr>
              <a:t>VM </a:t>
            </a:r>
            <a:r>
              <a:rPr sz="1800" b="1" i="1" u="sng" spc="-68" dirty="0">
                <a:uFill>
                  <a:solidFill>
                    <a:srgbClr val="000000"/>
                  </a:solidFill>
                </a:uFill>
                <a:latin typeface="Times New Roman" panose="02020603050405020304" pitchFamily="18" charset="0"/>
                <a:cs typeface="Times New Roman" panose="02020603050405020304" pitchFamily="18" charset="0"/>
              </a:rPr>
              <a:t>to </a:t>
            </a:r>
            <a:r>
              <a:rPr sz="1800" b="1" i="1" u="sng" spc="-90" dirty="0">
                <a:uFill>
                  <a:solidFill>
                    <a:srgbClr val="000000"/>
                  </a:solidFill>
                </a:uFill>
                <a:latin typeface="Times New Roman" panose="02020603050405020304" pitchFamily="18" charset="0"/>
                <a:cs typeface="Times New Roman" panose="02020603050405020304" pitchFamily="18" charset="0"/>
              </a:rPr>
              <a:t>different </a:t>
            </a:r>
            <a:r>
              <a:rPr sz="1800" b="1" i="1" u="sng" spc="-94" dirty="0">
                <a:uFill>
                  <a:solidFill>
                    <a:srgbClr val="000000"/>
                  </a:solidFill>
                </a:uFill>
                <a:latin typeface="Times New Roman" panose="02020603050405020304" pitchFamily="18" charset="0"/>
                <a:cs typeface="Times New Roman" panose="02020603050405020304" pitchFamily="18" charset="0"/>
              </a:rPr>
              <a:t>hardware, </a:t>
            </a:r>
            <a:r>
              <a:rPr sz="1800" b="1" i="1" u="sng" spc="-68" dirty="0">
                <a:uFill>
                  <a:solidFill>
                    <a:srgbClr val="000000"/>
                  </a:solidFill>
                </a:uFill>
                <a:latin typeface="Times New Roman" panose="02020603050405020304" pitchFamily="18" charset="0"/>
                <a:cs typeface="Times New Roman" panose="02020603050405020304" pitchFamily="18" charset="0"/>
              </a:rPr>
              <a:t>performing </a:t>
            </a:r>
            <a:r>
              <a:rPr sz="1800" b="1" i="1" spc="-64" dirty="0">
                <a:latin typeface="Times New Roman" panose="02020603050405020304" pitchFamily="18" charset="0"/>
                <a:cs typeface="Times New Roman" panose="02020603050405020304" pitchFamily="18" charset="0"/>
              </a:rPr>
              <a:t> </a:t>
            </a:r>
            <a:r>
              <a:rPr sz="1800" b="1" i="1" u="sng" spc="-60" dirty="0">
                <a:uFill>
                  <a:solidFill>
                    <a:srgbClr val="000000"/>
                  </a:solidFill>
                </a:uFill>
                <a:latin typeface="Times New Roman" panose="02020603050405020304" pitchFamily="18" charset="0"/>
                <a:cs typeface="Times New Roman" panose="02020603050405020304" pitchFamily="18" charset="0"/>
              </a:rPr>
              <a:t>a</a:t>
            </a:r>
            <a:r>
              <a:rPr sz="1800" b="1" i="1" u="sng" spc="-56" dirty="0">
                <a:uFill>
                  <a:solidFill>
                    <a:srgbClr val="000000"/>
                  </a:solidFill>
                </a:uFill>
                <a:latin typeface="Times New Roman" panose="02020603050405020304" pitchFamily="18" charset="0"/>
                <a:cs typeface="Times New Roman" panose="02020603050405020304" pitchFamily="18" charset="0"/>
              </a:rPr>
              <a:t> </a:t>
            </a:r>
            <a:r>
              <a:rPr sz="1800" b="1" i="1" u="sng" spc="-94" dirty="0">
                <a:uFill>
                  <a:solidFill>
                    <a:srgbClr val="000000"/>
                  </a:solidFill>
                </a:uFill>
                <a:latin typeface="Times New Roman" panose="02020603050405020304" pitchFamily="18" charset="0"/>
                <a:cs typeface="Times New Roman" panose="02020603050405020304" pitchFamily="18" charset="0"/>
              </a:rPr>
              <a:t>restore</a:t>
            </a:r>
            <a:r>
              <a:rPr sz="1800" b="1" i="1" u="sng" spc="-90" dirty="0">
                <a:uFill>
                  <a:solidFill>
                    <a:srgbClr val="000000"/>
                  </a:solidFill>
                </a:uFill>
                <a:latin typeface="Times New Roman" panose="02020603050405020304" pitchFamily="18" charset="0"/>
                <a:cs typeface="Times New Roman" panose="02020603050405020304" pitchFamily="18" charset="0"/>
              </a:rPr>
              <a:t> </a:t>
            </a:r>
            <a:r>
              <a:rPr sz="1800" b="1" i="1" u="sng" spc="-68" dirty="0">
                <a:uFill>
                  <a:solidFill>
                    <a:srgbClr val="000000"/>
                  </a:solidFill>
                </a:uFill>
                <a:latin typeface="Times New Roman" panose="02020603050405020304" pitchFamily="18" charset="0"/>
                <a:cs typeface="Times New Roman" panose="02020603050405020304" pitchFamily="18" charset="0"/>
              </a:rPr>
              <a:t>or</a:t>
            </a:r>
            <a:r>
              <a:rPr sz="1800" b="1" i="1" u="sng" spc="-64" dirty="0">
                <a:uFill>
                  <a:solidFill>
                    <a:srgbClr val="000000"/>
                  </a:solidFill>
                </a:uFill>
                <a:latin typeface="Times New Roman" panose="02020603050405020304" pitchFamily="18" charset="0"/>
                <a:cs typeface="Times New Roman" panose="02020603050405020304" pitchFamily="18" charset="0"/>
              </a:rPr>
              <a:t> </a:t>
            </a:r>
            <a:r>
              <a:rPr sz="1800" b="1" i="1" u="sng" spc="105" dirty="0">
                <a:uFill>
                  <a:solidFill>
                    <a:srgbClr val="000000"/>
                  </a:solidFill>
                </a:uFill>
                <a:latin typeface="Times New Roman" panose="02020603050405020304" pitchFamily="18" charset="0"/>
                <a:cs typeface="Times New Roman" panose="02020603050405020304" pitchFamily="18" charset="0"/>
              </a:rPr>
              <a:t>D</a:t>
            </a:r>
            <a:r>
              <a:rPr lang="en-US" sz="1800" b="1" i="1" u="sng" spc="105" dirty="0">
                <a:uFill>
                  <a:solidFill>
                    <a:srgbClr val="000000"/>
                  </a:solidFill>
                </a:uFill>
                <a:latin typeface="Times New Roman" panose="02020603050405020304" pitchFamily="18" charset="0"/>
                <a:cs typeface="Times New Roman" panose="02020603050405020304" pitchFamily="18" charset="0"/>
              </a:rPr>
              <a:t>isaster </a:t>
            </a:r>
            <a:r>
              <a:rPr sz="1800" b="1" i="1" u="sng" spc="105" dirty="0">
                <a:uFill>
                  <a:solidFill>
                    <a:srgbClr val="000000"/>
                  </a:solidFill>
                </a:uFill>
                <a:latin typeface="Times New Roman" panose="02020603050405020304" pitchFamily="18" charset="0"/>
                <a:cs typeface="Times New Roman" panose="02020603050405020304" pitchFamily="18" charset="0"/>
              </a:rPr>
              <a:t>R</a:t>
            </a:r>
            <a:r>
              <a:rPr lang="en-US" sz="1800" b="1" i="1" u="sng" spc="105" dirty="0">
                <a:uFill>
                  <a:solidFill>
                    <a:srgbClr val="000000"/>
                  </a:solidFill>
                </a:uFill>
                <a:latin typeface="Times New Roman" panose="02020603050405020304" pitchFamily="18" charset="0"/>
                <a:cs typeface="Times New Roman" panose="02020603050405020304" pitchFamily="18" charset="0"/>
              </a:rPr>
              <a:t>ecovery</a:t>
            </a:r>
            <a:r>
              <a:rPr sz="1800" b="1" i="1" u="sng" spc="105" dirty="0">
                <a:uFill>
                  <a:solidFill>
                    <a:srgbClr val="000000"/>
                  </a:solidFill>
                </a:uFill>
                <a:latin typeface="Times New Roman" panose="02020603050405020304" pitchFamily="18" charset="0"/>
                <a:cs typeface="Times New Roman" panose="02020603050405020304" pitchFamily="18" charset="0"/>
              </a:rPr>
              <a:t> </a:t>
            </a:r>
            <a:r>
              <a:rPr sz="1800" b="1" i="1" u="sng" spc="-56" dirty="0">
                <a:uFill>
                  <a:solidFill>
                    <a:srgbClr val="000000"/>
                  </a:solidFill>
                </a:uFill>
                <a:latin typeface="Times New Roman" panose="02020603050405020304" pitchFamily="18" charset="0"/>
                <a:cs typeface="Times New Roman" panose="02020603050405020304" pitchFamily="18" charset="0"/>
              </a:rPr>
              <a:t>and</a:t>
            </a:r>
            <a:r>
              <a:rPr sz="1800" b="1" i="1" u="sng" spc="-53" dirty="0">
                <a:uFill>
                  <a:solidFill>
                    <a:srgbClr val="000000"/>
                  </a:solidFill>
                </a:uFill>
                <a:latin typeface="Times New Roman" panose="02020603050405020304" pitchFamily="18" charset="0"/>
                <a:cs typeface="Times New Roman" panose="02020603050405020304" pitchFamily="18" charset="0"/>
              </a:rPr>
              <a:t> </a:t>
            </a:r>
            <a:r>
              <a:rPr sz="1800" b="1" i="1" u="sng" spc="-101" dirty="0">
                <a:uFill>
                  <a:solidFill>
                    <a:srgbClr val="000000"/>
                  </a:solidFill>
                </a:uFill>
                <a:latin typeface="Times New Roman" panose="02020603050405020304" pitchFamily="18" charset="0"/>
                <a:cs typeface="Times New Roman" panose="02020603050405020304" pitchFamily="18" charset="0"/>
              </a:rPr>
              <a:t>failover</a:t>
            </a:r>
            <a:r>
              <a:rPr sz="1800" b="1" i="1" u="sng" spc="-98" dirty="0">
                <a:uFill>
                  <a:solidFill>
                    <a:srgbClr val="000000"/>
                  </a:solidFill>
                </a:uFill>
                <a:latin typeface="Times New Roman" panose="02020603050405020304" pitchFamily="18" charset="0"/>
                <a:cs typeface="Times New Roman" panose="02020603050405020304" pitchFamily="18" charset="0"/>
              </a:rPr>
              <a:t> </a:t>
            </a:r>
            <a:r>
              <a:rPr sz="1800" b="1" i="1" u="sng" spc="-116" dirty="0">
                <a:uFill>
                  <a:solidFill>
                    <a:srgbClr val="000000"/>
                  </a:solidFill>
                </a:uFill>
                <a:latin typeface="Times New Roman" panose="02020603050405020304" pitchFamily="18" charset="0"/>
                <a:cs typeface="Times New Roman" panose="02020603050405020304" pitchFamily="18" charset="0"/>
              </a:rPr>
              <a:t>is</a:t>
            </a:r>
            <a:r>
              <a:rPr sz="1800" b="1" i="1" u="sng" spc="-113" dirty="0">
                <a:uFill>
                  <a:solidFill>
                    <a:srgbClr val="000000"/>
                  </a:solidFill>
                </a:uFill>
                <a:latin typeface="Times New Roman" panose="02020603050405020304" pitchFamily="18" charset="0"/>
                <a:cs typeface="Times New Roman" panose="02020603050405020304" pitchFamily="18" charset="0"/>
              </a:rPr>
              <a:t> </a:t>
            </a:r>
            <a:r>
              <a:rPr sz="1800" b="1" i="1" u="sng" spc="-26" dirty="0">
                <a:uFill>
                  <a:solidFill>
                    <a:srgbClr val="000000"/>
                  </a:solidFill>
                </a:uFill>
                <a:latin typeface="Times New Roman" panose="02020603050405020304" pitchFamily="18" charset="0"/>
                <a:cs typeface="Times New Roman" panose="02020603050405020304" pitchFamily="18" charset="0"/>
              </a:rPr>
              <a:t>much</a:t>
            </a:r>
            <a:r>
              <a:rPr sz="1800" b="1" i="1" u="sng" spc="-23" dirty="0">
                <a:uFill>
                  <a:solidFill>
                    <a:srgbClr val="000000"/>
                  </a:solidFill>
                </a:uFill>
                <a:latin typeface="Times New Roman" panose="02020603050405020304" pitchFamily="18" charset="0"/>
                <a:cs typeface="Times New Roman" panose="02020603050405020304" pitchFamily="18" charset="0"/>
              </a:rPr>
              <a:t> </a:t>
            </a:r>
            <a:r>
              <a:rPr sz="1800" b="1" i="1" u="sng" spc="-98" dirty="0">
                <a:uFill>
                  <a:solidFill>
                    <a:srgbClr val="000000"/>
                  </a:solidFill>
                </a:uFill>
                <a:latin typeface="Times New Roman" panose="02020603050405020304" pitchFamily="18" charset="0"/>
                <a:cs typeface="Times New Roman" panose="02020603050405020304" pitchFamily="18" charset="0"/>
              </a:rPr>
              <a:t>simpler.</a:t>
            </a:r>
            <a:r>
              <a:rPr sz="1800" b="1" i="1" spc="-94" dirty="0">
                <a:latin typeface="Times New Roman" panose="02020603050405020304" pitchFamily="18" charset="0"/>
                <a:cs typeface="Times New Roman" panose="02020603050405020304" pitchFamily="18" charset="0"/>
              </a:rPr>
              <a:t> </a:t>
            </a:r>
            <a:r>
              <a:rPr sz="1800" spc="11" dirty="0">
                <a:latin typeface="Times New Roman" panose="02020603050405020304" pitchFamily="18" charset="0"/>
                <a:cs typeface="Times New Roman" panose="02020603050405020304" pitchFamily="18" charset="0"/>
              </a:rPr>
              <a:t>When</a:t>
            </a:r>
            <a:r>
              <a:rPr sz="1800" spc="15" dirty="0">
                <a:latin typeface="Times New Roman" panose="02020603050405020304" pitchFamily="18" charset="0"/>
                <a:cs typeface="Times New Roman" panose="02020603050405020304" pitchFamily="18" charset="0"/>
              </a:rPr>
              <a:t> </a:t>
            </a:r>
            <a:r>
              <a:rPr sz="1800" spc="-34" dirty="0">
                <a:latin typeface="Times New Roman" panose="02020603050405020304" pitchFamily="18" charset="0"/>
                <a:cs typeface="Times New Roman" panose="02020603050405020304" pitchFamily="18" charset="0"/>
              </a:rPr>
              <a:t>VMware</a:t>
            </a:r>
            <a:r>
              <a:rPr sz="1800" spc="-30" dirty="0">
                <a:latin typeface="Times New Roman" panose="02020603050405020304" pitchFamily="18" charset="0"/>
                <a:cs typeface="Times New Roman" panose="02020603050405020304" pitchFamily="18" charset="0"/>
              </a:rPr>
              <a:t> </a:t>
            </a:r>
            <a:r>
              <a:rPr sz="1800" spc="-68" dirty="0">
                <a:latin typeface="Times New Roman" panose="02020603050405020304" pitchFamily="18" charset="0"/>
                <a:cs typeface="Times New Roman" panose="02020603050405020304" pitchFamily="18" charset="0"/>
              </a:rPr>
              <a:t>introduced</a:t>
            </a:r>
            <a:r>
              <a:rPr lang="en-US" sz="1800" spc="-64" dirty="0">
                <a:latin typeface="Times New Roman" panose="02020603050405020304" pitchFamily="18" charset="0"/>
                <a:cs typeface="Times New Roman" panose="02020603050405020304" pitchFamily="18" charset="0"/>
              </a:rPr>
              <a:t> </a:t>
            </a:r>
            <a:r>
              <a:rPr sz="1800" spc="-30" dirty="0" err="1">
                <a:latin typeface="Times New Roman" panose="02020603050405020304" pitchFamily="18" charset="0"/>
                <a:cs typeface="Times New Roman" panose="02020603050405020304" pitchFamily="18" charset="0"/>
              </a:rPr>
              <a:t>vMotion</a:t>
            </a:r>
            <a:r>
              <a:rPr sz="1800" spc="-30" dirty="0">
                <a:latin typeface="Times New Roman" panose="02020603050405020304" pitchFamily="18" charset="0"/>
                <a:cs typeface="Times New Roman" panose="02020603050405020304" pitchFamily="18" charset="0"/>
              </a:rPr>
              <a:t> </a:t>
            </a:r>
            <a:r>
              <a:rPr sz="1800" spc="-68" dirty="0">
                <a:latin typeface="Times New Roman" panose="02020603050405020304" pitchFamily="18" charset="0"/>
                <a:cs typeface="Times New Roman" panose="02020603050405020304" pitchFamily="18" charset="0"/>
              </a:rPr>
              <a:t>technology </a:t>
            </a:r>
            <a:r>
              <a:rPr sz="1800" spc="-41" dirty="0">
                <a:latin typeface="Times New Roman" panose="02020603050405020304" pitchFamily="18" charset="0"/>
                <a:cs typeface="Times New Roman" panose="02020603050405020304" pitchFamily="18" charset="0"/>
              </a:rPr>
              <a:t>to </a:t>
            </a:r>
            <a:r>
              <a:rPr sz="1800" spc="-98" dirty="0">
                <a:latin typeface="Times New Roman" panose="02020603050405020304" pitchFamily="18" charset="0"/>
                <a:cs typeface="Times New Roman" panose="02020603050405020304" pitchFamily="18" charset="0"/>
              </a:rPr>
              <a:t>live-migrate</a:t>
            </a:r>
            <a:r>
              <a:rPr sz="1800" spc="-94" dirty="0">
                <a:latin typeface="Times New Roman" panose="02020603050405020304" pitchFamily="18" charset="0"/>
                <a:cs typeface="Times New Roman" panose="02020603050405020304" pitchFamily="18" charset="0"/>
              </a:rPr>
              <a:t> </a:t>
            </a:r>
            <a:r>
              <a:rPr sz="1800" spc="-49" dirty="0">
                <a:latin typeface="Times New Roman" panose="02020603050405020304" pitchFamily="18" charset="0"/>
                <a:cs typeface="Times New Roman" panose="02020603050405020304" pitchFamily="18" charset="0"/>
              </a:rPr>
              <a:t>workloads </a:t>
            </a:r>
            <a:r>
              <a:rPr sz="1800" spc="-41" dirty="0">
                <a:latin typeface="Times New Roman" panose="02020603050405020304" pitchFamily="18" charset="0"/>
                <a:cs typeface="Times New Roman" panose="02020603050405020304" pitchFamily="18" charset="0"/>
              </a:rPr>
              <a:t>to </a:t>
            </a:r>
            <a:r>
              <a:rPr sz="1800" spc="-68" dirty="0">
                <a:latin typeface="Times New Roman" panose="02020603050405020304" pitchFamily="18" charset="0"/>
                <a:cs typeface="Times New Roman" panose="02020603050405020304" pitchFamily="18" charset="0"/>
              </a:rPr>
              <a:t>another </a:t>
            </a:r>
            <a:r>
              <a:rPr sz="1800" spc="-79" dirty="0">
                <a:latin typeface="Times New Roman" panose="02020603050405020304" pitchFamily="18" charset="0"/>
                <a:cs typeface="Times New Roman" panose="02020603050405020304" pitchFamily="18" charset="0"/>
              </a:rPr>
              <a:t>hardware </a:t>
            </a:r>
            <a:r>
              <a:rPr sz="1800" spc="-105" dirty="0">
                <a:latin typeface="Times New Roman" panose="02020603050405020304" pitchFamily="18" charset="0"/>
                <a:cs typeface="Times New Roman" panose="02020603050405020304" pitchFamily="18" charset="0"/>
              </a:rPr>
              <a:t>platform, </a:t>
            </a:r>
            <a:r>
              <a:rPr sz="1800" spc="-90" dirty="0">
                <a:latin typeface="Times New Roman" panose="02020603050405020304" pitchFamily="18" charset="0"/>
                <a:cs typeface="Times New Roman" panose="02020603050405020304" pitchFamily="18" charset="0"/>
              </a:rPr>
              <a:t>the </a:t>
            </a:r>
            <a:r>
              <a:rPr sz="1800" spc="-98" dirty="0">
                <a:latin typeface="Times New Roman" panose="02020603050405020304" pitchFamily="18" charset="0"/>
                <a:cs typeface="Times New Roman" panose="02020603050405020304" pitchFamily="18" charset="0"/>
              </a:rPr>
              <a:t>benefits</a:t>
            </a:r>
            <a:r>
              <a:rPr sz="1800" spc="255" dirty="0">
                <a:latin typeface="Times New Roman" panose="02020603050405020304" pitchFamily="18" charset="0"/>
                <a:cs typeface="Times New Roman" panose="02020603050405020304" pitchFamily="18" charset="0"/>
              </a:rPr>
              <a:t> </a:t>
            </a:r>
            <a:r>
              <a:rPr sz="1800" spc="-83" dirty="0">
                <a:latin typeface="Times New Roman" panose="02020603050405020304" pitchFamily="18" charset="0"/>
                <a:cs typeface="Times New Roman" panose="02020603050405020304" pitchFamily="18" charset="0"/>
              </a:rPr>
              <a:t>increased</a:t>
            </a:r>
            <a:r>
              <a:rPr sz="1800" spc="-79" dirty="0">
                <a:latin typeface="Times New Roman" panose="02020603050405020304" pitchFamily="18" charset="0"/>
                <a:cs typeface="Times New Roman" panose="02020603050405020304" pitchFamily="18" charset="0"/>
              </a:rPr>
              <a:t> </a:t>
            </a:r>
            <a:r>
              <a:rPr sz="1800" spc="-101" dirty="0">
                <a:latin typeface="Times New Roman" panose="02020603050405020304" pitchFamily="18" charset="0"/>
                <a:cs typeface="Times New Roman" panose="02020603050405020304" pitchFamily="18" charset="0"/>
              </a:rPr>
              <a:t>even </a:t>
            </a:r>
            <a:r>
              <a:rPr sz="1800" spc="-79" dirty="0">
                <a:latin typeface="Times New Roman" panose="02020603050405020304" pitchFamily="18" charset="0"/>
                <a:cs typeface="Times New Roman" panose="02020603050405020304" pitchFamily="18" charset="0"/>
              </a:rPr>
              <a:t>more. </a:t>
            </a:r>
            <a:r>
              <a:rPr sz="1800" spc="-41" dirty="0">
                <a:latin typeface="Times New Roman" panose="02020603050405020304" pitchFamily="18" charset="0"/>
                <a:cs typeface="Times New Roman" panose="02020603050405020304" pitchFamily="18" charset="0"/>
              </a:rPr>
              <a:t>Admins </a:t>
            </a:r>
            <a:r>
              <a:rPr sz="1800" spc="-105" dirty="0">
                <a:latin typeface="Times New Roman" panose="02020603050405020304" pitchFamily="18" charset="0"/>
                <a:cs typeface="Times New Roman" panose="02020603050405020304" pitchFamily="18" charset="0"/>
              </a:rPr>
              <a:t>can </a:t>
            </a:r>
            <a:r>
              <a:rPr sz="1800" spc="-98" dirty="0">
                <a:latin typeface="Times New Roman" panose="02020603050405020304" pitchFamily="18" charset="0"/>
                <a:cs typeface="Times New Roman" panose="02020603050405020304" pitchFamily="18" charset="0"/>
              </a:rPr>
              <a:t>replace </a:t>
            </a:r>
            <a:r>
              <a:rPr sz="1800" spc="-79" dirty="0">
                <a:latin typeface="Times New Roman" panose="02020603050405020304" pitchFamily="18" charset="0"/>
                <a:cs typeface="Times New Roman" panose="02020603050405020304" pitchFamily="18" charset="0"/>
              </a:rPr>
              <a:t>hardware </a:t>
            </a:r>
            <a:r>
              <a:rPr sz="1800" spc="-68" dirty="0">
                <a:latin typeface="Times New Roman" panose="02020603050405020304" pitchFamily="18" charset="0"/>
                <a:cs typeface="Times New Roman" panose="02020603050405020304" pitchFamily="18" charset="0"/>
              </a:rPr>
              <a:t>without </a:t>
            </a:r>
            <a:r>
              <a:rPr sz="1800" spc="-64" dirty="0">
                <a:latin typeface="Times New Roman" panose="02020603050405020304" pitchFamily="18" charset="0"/>
                <a:cs typeface="Times New Roman" panose="02020603050405020304" pitchFamily="18" charset="0"/>
              </a:rPr>
              <a:t>service </a:t>
            </a:r>
            <a:r>
              <a:rPr sz="1800" spc="-68" dirty="0">
                <a:latin typeface="Times New Roman" panose="02020603050405020304" pitchFamily="18" charset="0"/>
                <a:cs typeface="Times New Roman" panose="02020603050405020304" pitchFamily="18" charset="0"/>
              </a:rPr>
              <a:t>interruption </a:t>
            </a:r>
            <a:r>
              <a:rPr sz="1800" spc="-101" dirty="0">
                <a:latin typeface="Times New Roman" panose="02020603050405020304" pitchFamily="18" charset="0"/>
                <a:cs typeface="Times New Roman" panose="02020603050405020304" pitchFamily="18" charset="0"/>
              </a:rPr>
              <a:t>and </a:t>
            </a:r>
            <a:r>
              <a:rPr sz="1800" spc="-113" dirty="0">
                <a:latin typeface="Times New Roman" panose="02020603050405020304" pitchFamily="18" charset="0"/>
                <a:cs typeface="Times New Roman" panose="02020603050405020304" pitchFamily="18" charset="0"/>
              </a:rPr>
              <a:t>balance </a:t>
            </a:r>
            <a:r>
              <a:rPr sz="1800" spc="-49" dirty="0">
                <a:latin typeface="Times New Roman" panose="02020603050405020304" pitchFamily="18" charset="0"/>
                <a:cs typeface="Times New Roman" panose="02020603050405020304" pitchFamily="18" charset="0"/>
              </a:rPr>
              <a:t>workloads </a:t>
            </a:r>
            <a:r>
              <a:rPr sz="1800" spc="-26" dirty="0">
                <a:latin typeface="Times New Roman" panose="02020603050405020304" pitchFamily="18" charset="0"/>
                <a:cs typeface="Times New Roman" panose="02020603050405020304" pitchFamily="18" charset="0"/>
              </a:rPr>
              <a:t>on</a:t>
            </a:r>
            <a:r>
              <a:rPr sz="1800" spc="-45" dirty="0">
                <a:latin typeface="Times New Roman" panose="02020603050405020304" pitchFamily="18" charset="0"/>
                <a:cs typeface="Times New Roman" panose="02020603050405020304" pitchFamily="18" charset="0"/>
              </a:rPr>
              <a:t> </a:t>
            </a:r>
            <a:r>
              <a:rPr sz="1800" spc="-127" dirty="0">
                <a:latin typeface="Times New Roman" panose="02020603050405020304" pitchFamily="18" charset="0"/>
                <a:cs typeface="Times New Roman" panose="02020603050405020304" pitchFamily="18" charset="0"/>
              </a:rPr>
              <a:t>all</a:t>
            </a:r>
            <a:r>
              <a:rPr sz="1800" spc="-53" dirty="0">
                <a:latin typeface="Times New Roman" panose="02020603050405020304" pitchFamily="18" charset="0"/>
                <a:cs typeface="Times New Roman" panose="02020603050405020304" pitchFamily="18" charset="0"/>
              </a:rPr>
              <a:t> </a:t>
            </a:r>
            <a:r>
              <a:rPr sz="1800" spc="-124" dirty="0">
                <a:latin typeface="Times New Roman" panose="02020603050405020304" pitchFamily="18" charset="0"/>
                <a:cs typeface="Times New Roman" panose="02020603050405020304" pitchFamily="18" charset="0"/>
              </a:rPr>
              <a:t>available</a:t>
            </a:r>
            <a:r>
              <a:rPr sz="1800" spc="-49" dirty="0">
                <a:latin typeface="Times New Roman" panose="02020603050405020304" pitchFamily="18" charset="0"/>
                <a:cs typeface="Times New Roman" panose="02020603050405020304" pitchFamily="18" charset="0"/>
              </a:rPr>
              <a:t> </a:t>
            </a:r>
            <a:r>
              <a:rPr sz="1800" spc="-90" dirty="0">
                <a:latin typeface="Times New Roman" panose="02020603050405020304" pitchFamily="18" charset="0"/>
                <a:cs typeface="Times New Roman" panose="02020603050405020304" pitchFamily="18" charset="0"/>
              </a:rPr>
              <a:t>hardware,</a:t>
            </a:r>
            <a:r>
              <a:rPr sz="1800" spc="-206" dirty="0">
                <a:latin typeface="Times New Roman" panose="02020603050405020304" pitchFamily="18" charset="0"/>
                <a:cs typeface="Times New Roman" panose="02020603050405020304" pitchFamily="18" charset="0"/>
              </a:rPr>
              <a:t> </a:t>
            </a:r>
            <a:r>
              <a:rPr sz="1800" spc="-101" dirty="0">
                <a:latin typeface="Times New Roman" panose="02020603050405020304" pitchFamily="18" charset="0"/>
                <a:cs typeface="Times New Roman" panose="02020603050405020304" pitchFamily="18" charset="0"/>
              </a:rPr>
              <a:t>eliminating</a:t>
            </a:r>
            <a:r>
              <a:rPr sz="1800" spc="-68" dirty="0">
                <a:latin typeface="Times New Roman" panose="02020603050405020304" pitchFamily="18" charset="0"/>
                <a:cs typeface="Times New Roman" panose="02020603050405020304" pitchFamily="18" charset="0"/>
              </a:rPr>
              <a:t> </a:t>
            </a:r>
            <a:r>
              <a:rPr sz="1800" spc="-86" dirty="0">
                <a:latin typeface="Times New Roman" panose="02020603050405020304" pitchFamily="18" charset="0"/>
                <a:cs typeface="Times New Roman" panose="02020603050405020304" pitchFamily="18" charset="0"/>
              </a:rPr>
              <a:t>bottlenecks.</a:t>
            </a:r>
            <a:endParaRPr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71976682"/>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spcFirstLastPara="1" vert="horz" wrap="square" lIns="0" tIns="10001" rIns="0" bIns="0" rtlCol="0" anchor="ctr" anchorCtr="0">
            <a:spAutoFit/>
          </a:bodyPr>
          <a:lstStyle/>
          <a:p>
            <a:pPr marL="9525">
              <a:spcBef>
                <a:spcPts val="79"/>
              </a:spcBef>
            </a:pPr>
            <a:r>
              <a:rPr sz="2400" spc="338" dirty="0"/>
              <a:t>UND</a:t>
            </a:r>
            <a:r>
              <a:rPr sz="2400" spc="278" dirty="0"/>
              <a:t>E</a:t>
            </a:r>
            <a:r>
              <a:rPr sz="2400" spc="191" dirty="0"/>
              <a:t>RS</a:t>
            </a:r>
            <a:r>
              <a:rPr sz="2400" spc="-34" dirty="0"/>
              <a:t>T</a:t>
            </a:r>
            <a:r>
              <a:rPr sz="2400" spc="382" dirty="0"/>
              <a:t>A</a:t>
            </a:r>
            <a:r>
              <a:rPr sz="2400" spc="390" dirty="0"/>
              <a:t>N</a:t>
            </a:r>
            <a:r>
              <a:rPr sz="2400" spc="315" dirty="0"/>
              <a:t>DIN</a:t>
            </a:r>
            <a:r>
              <a:rPr sz="2400" spc="341" dirty="0"/>
              <a:t>G</a:t>
            </a:r>
            <a:r>
              <a:rPr sz="2400" spc="-435" dirty="0"/>
              <a:t> </a:t>
            </a:r>
            <a:r>
              <a:rPr lang="en-IN" sz="2400" spc="-435" dirty="0"/>
              <a:t>  </a:t>
            </a:r>
            <a:r>
              <a:rPr sz="2400" spc="180" dirty="0"/>
              <a:t>VI</a:t>
            </a:r>
            <a:r>
              <a:rPr sz="2400" spc="15" dirty="0"/>
              <a:t>R</a:t>
            </a:r>
            <a:r>
              <a:rPr sz="2400" spc="255" dirty="0"/>
              <a:t>T</a:t>
            </a:r>
            <a:r>
              <a:rPr sz="2400" spc="240" dirty="0"/>
              <a:t>U</a:t>
            </a:r>
            <a:r>
              <a:rPr sz="2400" spc="270" dirty="0"/>
              <a:t>A</a:t>
            </a:r>
            <a:r>
              <a:rPr sz="2400" spc="225" dirty="0"/>
              <a:t>L</a:t>
            </a:r>
            <a:r>
              <a:rPr sz="2400" spc="233" dirty="0"/>
              <a:t>IZ</a:t>
            </a:r>
            <a:r>
              <a:rPr sz="2400" spc="56" dirty="0"/>
              <a:t>A</a:t>
            </a:r>
            <a:r>
              <a:rPr sz="2400" spc="304" dirty="0"/>
              <a:t>TION</a:t>
            </a:r>
            <a:endParaRPr sz="2400" dirty="0"/>
          </a:p>
        </p:txBody>
      </p:sp>
      <p:sp>
        <p:nvSpPr>
          <p:cNvPr id="3" name="object 3"/>
          <p:cNvSpPr txBox="1"/>
          <p:nvPr/>
        </p:nvSpPr>
        <p:spPr>
          <a:xfrm>
            <a:off x="1197352" y="1060704"/>
            <a:ext cx="7328630" cy="3590085"/>
          </a:xfrm>
          <a:prstGeom prst="rect">
            <a:avLst/>
          </a:prstGeom>
        </p:spPr>
        <p:txBody>
          <a:bodyPr vert="horz" wrap="square" lIns="0" tIns="9525" rIns="0" bIns="0" rtlCol="0">
            <a:spAutoFit/>
          </a:bodyPr>
          <a:lstStyle/>
          <a:p>
            <a:pPr marL="180499" marR="3810" indent="-171450">
              <a:lnSpc>
                <a:spcPct val="150000"/>
              </a:lnSpc>
              <a:spcBef>
                <a:spcPts val="75"/>
              </a:spcBef>
              <a:buClr>
                <a:srgbClr val="B71E42"/>
              </a:buClr>
              <a:buFont typeface="Arial MT"/>
              <a:buChar char="•"/>
              <a:tabLst>
                <a:tab pos="180975" algn="l"/>
                <a:tab pos="1274921" algn="l"/>
                <a:tab pos="1625918" algn="l"/>
                <a:tab pos="2346008" algn="l"/>
                <a:tab pos="2823686" algn="l"/>
                <a:tab pos="3874294" algn="l"/>
                <a:tab pos="4120991" algn="l"/>
                <a:tab pos="4764881" algn="l"/>
                <a:tab pos="5453063" algn="l"/>
                <a:tab pos="5803582" algn="l"/>
                <a:tab pos="6581299" algn="l"/>
              </a:tabLst>
            </a:pPr>
            <a:r>
              <a:rPr sz="1800" spc="-8" dirty="0">
                <a:latin typeface="Times New Roman" panose="02020603050405020304" pitchFamily="18" charset="0"/>
                <a:cs typeface="Times New Roman" panose="02020603050405020304" pitchFamily="18" charset="0"/>
              </a:rPr>
              <a:t>Acco</a:t>
            </a:r>
            <a:r>
              <a:rPr sz="1800" spc="-38" dirty="0">
                <a:latin typeface="Times New Roman" panose="02020603050405020304" pitchFamily="18" charset="0"/>
                <a:cs typeface="Times New Roman" panose="02020603050405020304" pitchFamily="18" charset="0"/>
              </a:rPr>
              <a:t>r</a:t>
            </a:r>
            <a:r>
              <a:rPr sz="1800" spc="-109" dirty="0">
                <a:latin typeface="Times New Roman" panose="02020603050405020304" pitchFamily="18" charset="0"/>
                <a:cs typeface="Times New Roman" panose="02020603050405020304" pitchFamily="18" charset="0"/>
              </a:rPr>
              <a:t>ding</a:t>
            </a:r>
            <a:r>
              <a:rPr sz="1800" dirty="0">
                <a:latin typeface="Times New Roman" panose="02020603050405020304" pitchFamily="18" charset="0"/>
                <a:cs typeface="Times New Roman" panose="02020603050405020304" pitchFamily="18" charset="0"/>
              </a:rPr>
              <a:t>	</a:t>
            </a:r>
            <a:r>
              <a:rPr sz="1800" spc="-45" dirty="0">
                <a:latin typeface="Times New Roman" panose="02020603050405020304" pitchFamily="18" charset="0"/>
                <a:cs typeface="Times New Roman" panose="02020603050405020304" pitchFamily="18" charset="0"/>
              </a:rPr>
              <a:t>t</a:t>
            </a:r>
            <a:r>
              <a:rPr sz="1800" spc="-53" dirty="0">
                <a:latin typeface="Times New Roman" panose="02020603050405020304" pitchFamily="18" charset="0"/>
                <a:cs typeface="Times New Roman" panose="02020603050405020304" pitchFamily="18" charset="0"/>
              </a:rPr>
              <a:t>o</a:t>
            </a:r>
            <a:r>
              <a:rPr sz="1800" dirty="0">
                <a:latin typeface="Times New Roman" panose="02020603050405020304" pitchFamily="18" charset="0"/>
                <a:cs typeface="Times New Roman" panose="02020603050405020304" pitchFamily="18" charset="0"/>
              </a:rPr>
              <a:t>	</a:t>
            </a:r>
            <a:r>
              <a:rPr sz="1800" spc="-131" dirty="0">
                <a:latin typeface="Times New Roman" panose="02020603050405020304" pitchFamily="18" charset="0"/>
                <a:cs typeface="Times New Roman" panose="02020603050405020304" pitchFamily="18" charset="0"/>
              </a:rPr>
              <a:t>P</a:t>
            </a:r>
            <a:r>
              <a:rPr sz="1800" spc="-64" dirty="0">
                <a:latin typeface="Times New Roman" panose="02020603050405020304" pitchFamily="18" charset="0"/>
                <a:cs typeface="Times New Roman" panose="02020603050405020304" pitchFamily="18" charset="0"/>
              </a:rPr>
              <a:t>opek</a:t>
            </a:r>
            <a:r>
              <a:rPr sz="1800" dirty="0">
                <a:latin typeface="Times New Roman" panose="02020603050405020304" pitchFamily="18" charset="0"/>
                <a:cs typeface="Times New Roman" panose="02020603050405020304" pitchFamily="18" charset="0"/>
              </a:rPr>
              <a:t>	</a:t>
            </a:r>
            <a:r>
              <a:rPr sz="1800" spc="-116" dirty="0">
                <a:latin typeface="Times New Roman" panose="02020603050405020304" pitchFamily="18" charset="0"/>
                <a:cs typeface="Times New Roman" panose="02020603050405020304" pitchFamily="18" charset="0"/>
              </a:rPr>
              <a:t>and</a:t>
            </a:r>
            <a:r>
              <a:rPr sz="1800" dirty="0">
                <a:latin typeface="Times New Roman" panose="02020603050405020304" pitchFamily="18" charset="0"/>
                <a:cs typeface="Times New Roman" panose="02020603050405020304" pitchFamily="18" charset="0"/>
              </a:rPr>
              <a:t>	</a:t>
            </a:r>
            <a:r>
              <a:rPr sz="1800" spc="-60" dirty="0">
                <a:latin typeface="Times New Roman" panose="02020603050405020304" pitchFamily="18" charset="0"/>
                <a:cs typeface="Times New Roman" panose="02020603050405020304" pitchFamily="18" charset="0"/>
              </a:rPr>
              <a:t>Goldberg</a:t>
            </a:r>
            <a:r>
              <a:rPr sz="1800" spc="-270" dirty="0">
                <a:latin typeface="Times New Roman" panose="02020603050405020304" pitchFamily="18" charset="0"/>
                <a:cs typeface="Times New Roman" panose="02020603050405020304" pitchFamily="18" charset="0"/>
              </a:rPr>
              <a:t>,</a:t>
            </a:r>
            <a:r>
              <a:rPr sz="1800" dirty="0">
                <a:latin typeface="Times New Roman" panose="02020603050405020304" pitchFamily="18" charset="0"/>
                <a:cs typeface="Times New Roman" panose="02020603050405020304" pitchFamily="18" charset="0"/>
              </a:rPr>
              <a:t>	</a:t>
            </a:r>
            <a:r>
              <a:rPr sz="1800" spc="-180" dirty="0">
                <a:latin typeface="Times New Roman" panose="02020603050405020304" pitchFamily="18" charset="0"/>
                <a:cs typeface="Times New Roman" panose="02020603050405020304" pitchFamily="18" charset="0"/>
              </a:rPr>
              <a:t>a</a:t>
            </a:r>
            <a:r>
              <a:rPr sz="1800" dirty="0">
                <a:latin typeface="Times New Roman" panose="02020603050405020304" pitchFamily="18" charset="0"/>
                <a:cs typeface="Times New Roman" panose="02020603050405020304" pitchFamily="18" charset="0"/>
              </a:rPr>
              <a:t>	</a:t>
            </a:r>
            <a:r>
              <a:rPr sz="1800" spc="94" dirty="0">
                <a:latin typeface="Times New Roman" panose="02020603050405020304" pitchFamily="18" charset="0"/>
                <a:cs typeface="Times New Roman" panose="02020603050405020304" pitchFamily="18" charset="0"/>
              </a:rPr>
              <a:t>VMM</a:t>
            </a:r>
            <a:r>
              <a:rPr sz="1800" dirty="0">
                <a:latin typeface="Times New Roman" panose="02020603050405020304" pitchFamily="18" charset="0"/>
                <a:cs typeface="Times New Roman" panose="02020603050405020304" pitchFamily="18" charset="0"/>
              </a:rPr>
              <a:t>	</a:t>
            </a:r>
            <a:r>
              <a:rPr sz="1800" spc="-90" dirty="0">
                <a:latin typeface="Times New Roman" panose="02020603050405020304" pitchFamily="18" charset="0"/>
                <a:cs typeface="Times New Roman" panose="02020603050405020304" pitchFamily="18" charset="0"/>
              </a:rPr>
              <a:t>needs</a:t>
            </a:r>
            <a:r>
              <a:rPr sz="1800" dirty="0">
                <a:latin typeface="Times New Roman" panose="02020603050405020304" pitchFamily="18" charset="0"/>
                <a:cs typeface="Times New Roman" panose="02020603050405020304" pitchFamily="18" charset="0"/>
              </a:rPr>
              <a:t>	</a:t>
            </a:r>
            <a:r>
              <a:rPr sz="1800" spc="-45" dirty="0">
                <a:latin typeface="Times New Roman" panose="02020603050405020304" pitchFamily="18" charset="0"/>
                <a:cs typeface="Times New Roman" panose="02020603050405020304" pitchFamily="18" charset="0"/>
              </a:rPr>
              <a:t>to</a:t>
            </a:r>
            <a:r>
              <a:rPr sz="1800" dirty="0">
                <a:latin typeface="Times New Roman" panose="02020603050405020304" pitchFamily="18" charset="0"/>
                <a:cs typeface="Times New Roman" panose="02020603050405020304" pitchFamily="18" charset="0"/>
              </a:rPr>
              <a:t>	</a:t>
            </a:r>
            <a:r>
              <a:rPr sz="1800" spc="-127" dirty="0">
                <a:latin typeface="Times New Roman" panose="02020603050405020304" pitchFamily="18" charset="0"/>
                <a:cs typeface="Times New Roman" panose="02020603050405020304" pitchFamily="18" charset="0"/>
              </a:rPr>
              <a:t>e</a:t>
            </a:r>
            <a:r>
              <a:rPr sz="1800" spc="-90" dirty="0">
                <a:latin typeface="Times New Roman" panose="02020603050405020304" pitchFamily="18" charset="0"/>
                <a:cs typeface="Times New Roman" panose="02020603050405020304" pitchFamily="18" charset="0"/>
              </a:rPr>
              <a:t>xhibit</a:t>
            </a:r>
            <a:r>
              <a:rPr sz="1800" dirty="0">
                <a:latin typeface="Times New Roman" panose="02020603050405020304" pitchFamily="18" charset="0"/>
                <a:cs typeface="Times New Roman" panose="02020603050405020304" pitchFamily="18" charset="0"/>
              </a:rPr>
              <a:t>	</a:t>
            </a:r>
            <a:r>
              <a:rPr sz="1800" spc="-68" dirty="0">
                <a:latin typeface="Times New Roman" panose="02020603050405020304" pitchFamily="18" charset="0"/>
                <a:cs typeface="Times New Roman" panose="02020603050405020304" pitchFamily="18" charset="0"/>
              </a:rPr>
              <a:t>th</a:t>
            </a:r>
            <a:r>
              <a:rPr sz="1800" spc="-94" dirty="0">
                <a:latin typeface="Times New Roman" panose="02020603050405020304" pitchFamily="18" charset="0"/>
                <a:cs typeface="Times New Roman" panose="02020603050405020304" pitchFamily="18" charset="0"/>
              </a:rPr>
              <a:t>r</a:t>
            </a:r>
            <a:r>
              <a:rPr sz="1800" spc="-127" dirty="0">
                <a:latin typeface="Times New Roman" panose="02020603050405020304" pitchFamily="18" charset="0"/>
                <a:cs typeface="Times New Roman" panose="02020603050405020304" pitchFamily="18" charset="0"/>
              </a:rPr>
              <a:t>e</a:t>
            </a:r>
            <a:r>
              <a:rPr sz="1800" spc="-86" dirty="0">
                <a:latin typeface="Times New Roman" panose="02020603050405020304" pitchFamily="18" charset="0"/>
                <a:cs typeface="Times New Roman" panose="02020603050405020304" pitchFamily="18" charset="0"/>
              </a:rPr>
              <a:t>e  </a:t>
            </a:r>
            <a:r>
              <a:rPr sz="1800" spc="-71" dirty="0">
                <a:latin typeface="Times New Roman" panose="02020603050405020304" pitchFamily="18" charset="0"/>
                <a:cs typeface="Times New Roman" panose="02020603050405020304" pitchFamily="18" charset="0"/>
              </a:rPr>
              <a:t>properties</a:t>
            </a:r>
            <a:r>
              <a:rPr sz="1800" spc="-41" dirty="0">
                <a:latin typeface="Times New Roman" panose="02020603050405020304" pitchFamily="18" charset="0"/>
                <a:cs typeface="Times New Roman" panose="02020603050405020304" pitchFamily="18" charset="0"/>
              </a:rPr>
              <a:t> </a:t>
            </a:r>
            <a:r>
              <a:rPr sz="1800" spc="-101" dirty="0">
                <a:latin typeface="Times New Roman" panose="02020603050405020304" pitchFamily="18" charset="0"/>
                <a:cs typeface="Times New Roman" panose="02020603050405020304" pitchFamily="18" charset="0"/>
              </a:rPr>
              <a:t>in</a:t>
            </a:r>
            <a:r>
              <a:rPr sz="1800" spc="-49" dirty="0">
                <a:latin typeface="Times New Roman" panose="02020603050405020304" pitchFamily="18" charset="0"/>
                <a:cs typeface="Times New Roman" panose="02020603050405020304" pitchFamily="18" charset="0"/>
              </a:rPr>
              <a:t> </a:t>
            </a:r>
            <a:r>
              <a:rPr sz="1800" spc="-38" dirty="0">
                <a:latin typeface="Times New Roman" panose="02020603050405020304" pitchFamily="18" charset="0"/>
                <a:cs typeface="Times New Roman" panose="02020603050405020304" pitchFamily="18" charset="0"/>
              </a:rPr>
              <a:t>order</a:t>
            </a:r>
            <a:r>
              <a:rPr sz="1800" spc="-41" dirty="0">
                <a:latin typeface="Times New Roman" panose="02020603050405020304" pitchFamily="18" charset="0"/>
                <a:cs typeface="Times New Roman" panose="02020603050405020304" pitchFamily="18" charset="0"/>
              </a:rPr>
              <a:t> </a:t>
            </a:r>
            <a:r>
              <a:rPr sz="1800" spc="-45" dirty="0">
                <a:latin typeface="Times New Roman" panose="02020603050405020304" pitchFamily="18" charset="0"/>
                <a:cs typeface="Times New Roman" panose="02020603050405020304" pitchFamily="18" charset="0"/>
              </a:rPr>
              <a:t>to</a:t>
            </a:r>
            <a:r>
              <a:rPr sz="1800" spc="-53" dirty="0">
                <a:latin typeface="Times New Roman" panose="02020603050405020304" pitchFamily="18" charset="0"/>
                <a:cs typeface="Times New Roman" panose="02020603050405020304" pitchFamily="18" charset="0"/>
              </a:rPr>
              <a:t> </a:t>
            </a:r>
            <a:r>
              <a:rPr sz="1800" spc="-79" dirty="0">
                <a:latin typeface="Times New Roman" panose="02020603050405020304" pitchFamily="18" charset="0"/>
                <a:cs typeface="Times New Roman" panose="02020603050405020304" pitchFamily="18" charset="0"/>
              </a:rPr>
              <a:t>correctly</a:t>
            </a:r>
            <a:r>
              <a:rPr sz="1800" spc="-53" dirty="0">
                <a:latin typeface="Times New Roman" panose="02020603050405020304" pitchFamily="18" charset="0"/>
                <a:cs typeface="Times New Roman" panose="02020603050405020304" pitchFamily="18" charset="0"/>
              </a:rPr>
              <a:t> </a:t>
            </a:r>
            <a:r>
              <a:rPr sz="1800" spc="-116" dirty="0">
                <a:latin typeface="Times New Roman" panose="02020603050405020304" pitchFamily="18" charset="0"/>
                <a:cs typeface="Times New Roman" panose="02020603050405020304" pitchFamily="18" charset="0"/>
              </a:rPr>
              <a:t>satisfy</a:t>
            </a:r>
            <a:r>
              <a:rPr sz="1800" spc="-45" dirty="0">
                <a:latin typeface="Times New Roman" panose="02020603050405020304" pitchFamily="18" charset="0"/>
                <a:cs typeface="Times New Roman" panose="02020603050405020304" pitchFamily="18" charset="0"/>
              </a:rPr>
              <a:t> </a:t>
            </a:r>
            <a:r>
              <a:rPr sz="1800" spc="-86" dirty="0">
                <a:latin typeface="Times New Roman" panose="02020603050405020304" pitchFamily="18" charset="0"/>
                <a:cs typeface="Times New Roman" panose="02020603050405020304" pitchFamily="18" charset="0"/>
              </a:rPr>
              <a:t>their</a:t>
            </a:r>
            <a:r>
              <a:rPr sz="1800" spc="-56" dirty="0">
                <a:latin typeface="Times New Roman" panose="02020603050405020304" pitchFamily="18" charset="0"/>
                <a:cs typeface="Times New Roman" panose="02020603050405020304" pitchFamily="18" charset="0"/>
              </a:rPr>
              <a:t> </a:t>
            </a:r>
            <a:r>
              <a:rPr sz="1800" spc="-120" dirty="0">
                <a:latin typeface="Times New Roman" panose="02020603050405020304" pitchFamily="18" charset="0"/>
                <a:cs typeface="Times New Roman" panose="02020603050405020304" pitchFamily="18" charset="0"/>
              </a:rPr>
              <a:t>definition:</a:t>
            </a:r>
            <a:endParaRPr sz="1800" dirty="0">
              <a:latin typeface="Times New Roman" panose="02020603050405020304" pitchFamily="18" charset="0"/>
              <a:cs typeface="Times New Roman" panose="02020603050405020304" pitchFamily="18" charset="0"/>
            </a:endParaRPr>
          </a:p>
          <a:p>
            <a:pPr marL="523875" lvl="1" indent="-171926">
              <a:lnSpc>
                <a:spcPct val="150000"/>
              </a:lnSpc>
              <a:spcBef>
                <a:spcPts val="810"/>
              </a:spcBef>
              <a:buClr>
                <a:srgbClr val="B71E42"/>
              </a:buClr>
              <a:buFont typeface="Arial MT"/>
              <a:buChar char="•"/>
              <a:tabLst>
                <a:tab pos="523875" algn="l"/>
              </a:tabLst>
            </a:pPr>
            <a:r>
              <a:rPr sz="1800" b="1" spc="-41" dirty="0">
                <a:uFill>
                  <a:solidFill>
                    <a:srgbClr val="000000"/>
                  </a:solidFill>
                </a:uFill>
                <a:latin typeface="Times New Roman" panose="02020603050405020304" pitchFamily="18" charset="0"/>
                <a:cs typeface="Times New Roman" panose="02020603050405020304" pitchFamily="18" charset="0"/>
              </a:rPr>
              <a:t>Fidelity:</a:t>
            </a:r>
            <a:r>
              <a:rPr sz="1800" b="1" spc="-30" dirty="0">
                <a:latin typeface="Times New Roman" panose="02020603050405020304" pitchFamily="18" charset="0"/>
                <a:cs typeface="Times New Roman" panose="02020603050405020304" pitchFamily="18" charset="0"/>
              </a:rPr>
              <a:t> </a:t>
            </a:r>
            <a:r>
              <a:rPr sz="1800" spc="-56" dirty="0">
                <a:latin typeface="Times New Roman" panose="02020603050405020304" pitchFamily="18" charset="0"/>
                <a:cs typeface="Times New Roman" panose="02020603050405020304" pitchFamily="18" charset="0"/>
              </a:rPr>
              <a:t>The</a:t>
            </a:r>
            <a:r>
              <a:rPr sz="1800" spc="-23" dirty="0">
                <a:latin typeface="Times New Roman" panose="02020603050405020304" pitchFamily="18" charset="0"/>
                <a:cs typeface="Times New Roman" panose="02020603050405020304" pitchFamily="18" charset="0"/>
              </a:rPr>
              <a:t> </a:t>
            </a:r>
            <a:r>
              <a:rPr sz="1800" spc="-90" dirty="0">
                <a:latin typeface="Times New Roman" panose="02020603050405020304" pitchFamily="18" charset="0"/>
                <a:cs typeface="Times New Roman" panose="02020603050405020304" pitchFamily="18" charset="0"/>
              </a:rPr>
              <a:t>environment</a:t>
            </a:r>
            <a:r>
              <a:rPr sz="1800" spc="-26" dirty="0">
                <a:latin typeface="Times New Roman" panose="02020603050405020304" pitchFamily="18" charset="0"/>
                <a:cs typeface="Times New Roman" panose="02020603050405020304" pitchFamily="18" charset="0"/>
              </a:rPr>
              <a:t> </a:t>
            </a:r>
            <a:r>
              <a:rPr sz="1800" spc="-124" dirty="0">
                <a:latin typeface="Times New Roman" panose="02020603050405020304" pitchFamily="18" charset="0"/>
                <a:cs typeface="Times New Roman" panose="02020603050405020304" pitchFamily="18" charset="0"/>
              </a:rPr>
              <a:t>it</a:t>
            </a:r>
            <a:r>
              <a:rPr sz="1800" spc="-23" dirty="0">
                <a:latin typeface="Times New Roman" panose="02020603050405020304" pitchFamily="18" charset="0"/>
                <a:cs typeface="Times New Roman" panose="02020603050405020304" pitchFamily="18" charset="0"/>
              </a:rPr>
              <a:t> </a:t>
            </a:r>
            <a:r>
              <a:rPr sz="1800" spc="-101" dirty="0">
                <a:latin typeface="Times New Roman" panose="02020603050405020304" pitchFamily="18" charset="0"/>
                <a:cs typeface="Times New Roman" panose="02020603050405020304" pitchFamily="18" charset="0"/>
              </a:rPr>
              <a:t>creates</a:t>
            </a:r>
            <a:r>
              <a:rPr sz="1800" spc="-30" dirty="0">
                <a:latin typeface="Times New Roman" panose="02020603050405020304" pitchFamily="18" charset="0"/>
                <a:cs typeface="Times New Roman" panose="02020603050405020304" pitchFamily="18" charset="0"/>
              </a:rPr>
              <a:t> </a:t>
            </a:r>
            <a:r>
              <a:rPr sz="1800" spc="-68" dirty="0">
                <a:latin typeface="Times New Roman" panose="02020603050405020304" pitchFamily="18" charset="0"/>
                <a:cs typeface="Times New Roman" panose="02020603050405020304" pitchFamily="18" charset="0"/>
              </a:rPr>
              <a:t>for</a:t>
            </a:r>
            <a:r>
              <a:rPr sz="1800" spc="-30" dirty="0">
                <a:latin typeface="Times New Roman" panose="02020603050405020304" pitchFamily="18" charset="0"/>
                <a:cs typeface="Times New Roman" panose="02020603050405020304" pitchFamily="18" charset="0"/>
              </a:rPr>
              <a:t> </a:t>
            </a:r>
            <a:r>
              <a:rPr sz="1800" spc="-105" dirty="0">
                <a:latin typeface="Times New Roman" panose="02020603050405020304" pitchFamily="18" charset="0"/>
                <a:cs typeface="Times New Roman" panose="02020603050405020304" pitchFamily="18" charset="0"/>
              </a:rPr>
              <a:t>the</a:t>
            </a:r>
            <a:r>
              <a:rPr sz="1800" spc="-23" dirty="0">
                <a:latin typeface="Times New Roman" panose="02020603050405020304" pitchFamily="18" charset="0"/>
                <a:cs typeface="Times New Roman" panose="02020603050405020304" pitchFamily="18" charset="0"/>
              </a:rPr>
              <a:t> </a:t>
            </a:r>
            <a:r>
              <a:rPr sz="1800" spc="71" dirty="0">
                <a:latin typeface="Times New Roman" panose="02020603050405020304" pitchFamily="18" charset="0"/>
                <a:cs typeface="Times New Roman" panose="02020603050405020304" pitchFamily="18" charset="0"/>
              </a:rPr>
              <a:t>VM</a:t>
            </a:r>
            <a:r>
              <a:rPr sz="1800" spc="-26" dirty="0">
                <a:latin typeface="Times New Roman" panose="02020603050405020304" pitchFamily="18" charset="0"/>
                <a:cs typeface="Times New Roman" panose="02020603050405020304" pitchFamily="18" charset="0"/>
              </a:rPr>
              <a:t> </a:t>
            </a:r>
            <a:r>
              <a:rPr sz="1800" spc="-79" dirty="0">
                <a:latin typeface="Times New Roman" panose="02020603050405020304" pitchFamily="18" charset="0"/>
                <a:cs typeface="Times New Roman" panose="02020603050405020304" pitchFamily="18" charset="0"/>
              </a:rPr>
              <a:t>is</a:t>
            </a:r>
            <a:r>
              <a:rPr sz="1800" spc="-26" dirty="0">
                <a:latin typeface="Times New Roman" panose="02020603050405020304" pitchFamily="18" charset="0"/>
                <a:cs typeface="Times New Roman" panose="02020603050405020304" pitchFamily="18" charset="0"/>
              </a:rPr>
              <a:t> </a:t>
            </a:r>
            <a:r>
              <a:rPr sz="1800" spc="-113" dirty="0">
                <a:latin typeface="Times New Roman" panose="02020603050405020304" pitchFamily="18" charset="0"/>
                <a:cs typeface="Times New Roman" panose="02020603050405020304" pitchFamily="18" charset="0"/>
              </a:rPr>
              <a:t>essentially</a:t>
            </a:r>
            <a:r>
              <a:rPr sz="1800" spc="-19" dirty="0">
                <a:latin typeface="Times New Roman" panose="02020603050405020304" pitchFamily="18" charset="0"/>
                <a:cs typeface="Times New Roman" panose="02020603050405020304" pitchFamily="18" charset="0"/>
              </a:rPr>
              <a:t> </a:t>
            </a:r>
            <a:r>
              <a:rPr sz="1800" spc="-120" dirty="0">
                <a:latin typeface="Times New Roman" panose="02020603050405020304" pitchFamily="18" charset="0"/>
                <a:cs typeface="Times New Roman" panose="02020603050405020304" pitchFamily="18" charset="0"/>
              </a:rPr>
              <a:t>identical</a:t>
            </a:r>
            <a:endParaRPr sz="1800" dirty="0">
              <a:latin typeface="Times New Roman" panose="02020603050405020304" pitchFamily="18" charset="0"/>
              <a:cs typeface="Times New Roman" panose="02020603050405020304" pitchFamily="18" charset="0"/>
            </a:endParaRPr>
          </a:p>
          <a:p>
            <a:pPr marL="523399">
              <a:lnSpc>
                <a:spcPct val="150000"/>
              </a:lnSpc>
              <a:spcBef>
                <a:spcPts val="431"/>
              </a:spcBef>
            </a:pPr>
            <a:r>
              <a:rPr sz="1800" spc="-45" dirty="0">
                <a:latin typeface="Times New Roman" panose="02020603050405020304" pitchFamily="18" charset="0"/>
                <a:cs typeface="Times New Roman" panose="02020603050405020304" pitchFamily="18" charset="0"/>
              </a:rPr>
              <a:t>to</a:t>
            </a:r>
            <a:r>
              <a:rPr sz="1800" spc="-49" dirty="0">
                <a:latin typeface="Times New Roman" panose="02020603050405020304" pitchFamily="18" charset="0"/>
                <a:cs typeface="Times New Roman" panose="02020603050405020304" pitchFamily="18" charset="0"/>
              </a:rPr>
              <a:t> </a:t>
            </a:r>
            <a:r>
              <a:rPr sz="1800" spc="-109" dirty="0">
                <a:latin typeface="Times New Roman" panose="02020603050405020304" pitchFamily="18" charset="0"/>
                <a:cs typeface="Times New Roman" panose="02020603050405020304" pitchFamily="18" charset="0"/>
              </a:rPr>
              <a:t>the</a:t>
            </a:r>
            <a:r>
              <a:rPr sz="1800" spc="-45" dirty="0">
                <a:latin typeface="Times New Roman" panose="02020603050405020304" pitchFamily="18" charset="0"/>
                <a:cs typeface="Times New Roman" panose="02020603050405020304" pitchFamily="18" charset="0"/>
              </a:rPr>
              <a:t> </a:t>
            </a:r>
            <a:r>
              <a:rPr sz="1800" spc="-94" dirty="0">
                <a:latin typeface="Times New Roman" panose="02020603050405020304" pitchFamily="18" charset="0"/>
                <a:cs typeface="Times New Roman" panose="02020603050405020304" pitchFamily="18" charset="0"/>
              </a:rPr>
              <a:t>original</a:t>
            </a:r>
            <a:r>
              <a:rPr sz="1800" spc="-41" dirty="0">
                <a:latin typeface="Times New Roman" panose="02020603050405020304" pitchFamily="18" charset="0"/>
                <a:cs typeface="Times New Roman" panose="02020603050405020304" pitchFamily="18" charset="0"/>
              </a:rPr>
              <a:t> </a:t>
            </a:r>
            <a:r>
              <a:rPr sz="1800" spc="-94" dirty="0">
                <a:latin typeface="Times New Roman" panose="02020603050405020304" pitchFamily="18" charset="0"/>
                <a:cs typeface="Times New Roman" panose="02020603050405020304" pitchFamily="18" charset="0"/>
              </a:rPr>
              <a:t>(hardware)</a:t>
            </a:r>
            <a:r>
              <a:rPr sz="1800" spc="-41" dirty="0">
                <a:latin typeface="Times New Roman" panose="02020603050405020304" pitchFamily="18" charset="0"/>
                <a:cs typeface="Times New Roman" panose="02020603050405020304" pitchFamily="18" charset="0"/>
              </a:rPr>
              <a:t> </a:t>
            </a:r>
            <a:r>
              <a:rPr sz="1800" spc="-116" dirty="0">
                <a:latin typeface="Times New Roman" panose="02020603050405020304" pitchFamily="18" charset="0"/>
                <a:cs typeface="Times New Roman" panose="02020603050405020304" pitchFamily="18" charset="0"/>
              </a:rPr>
              <a:t>physical</a:t>
            </a:r>
            <a:r>
              <a:rPr sz="1800" spc="-53" dirty="0">
                <a:latin typeface="Times New Roman" panose="02020603050405020304" pitchFamily="18" charset="0"/>
                <a:cs typeface="Times New Roman" panose="02020603050405020304" pitchFamily="18" charset="0"/>
              </a:rPr>
              <a:t> </a:t>
            </a:r>
            <a:r>
              <a:rPr sz="1800" spc="-131" dirty="0">
                <a:latin typeface="Times New Roman" panose="02020603050405020304" pitchFamily="18" charset="0"/>
                <a:cs typeface="Times New Roman" panose="02020603050405020304" pitchFamily="18" charset="0"/>
              </a:rPr>
              <a:t>machine.</a:t>
            </a:r>
            <a:endParaRPr sz="1800" dirty="0">
              <a:latin typeface="Times New Roman" panose="02020603050405020304" pitchFamily="18" charset="0"/>
              <a:cs typeface="Times New Roman" panose="02020603050405020304" pitchFamily="18" charset="0"/>
            </a:endParaRPr>
          </a:p>
          <a:p>
            <a:pPr marL="523399" marR="4286" lvl="1" indent="-171450">
              <a:lnSpc>
                <a:spcPct val="150000"/>
              </a:lnSpc>
              <a:spcBef>
                <a:spcPts val="371"/>
              </a:spcBef>
              <a:buClr>
                <a:srgbClr val="B71E42"/>
              </a:buClr>
              <a:buFont typeface="Arial MT"/>
              <a:buChar char="•"/>
              <a:tabLst>
                <a:tab pos="523875" algn="l"/>
              </a:tabLst>
            </a:pPr>
            <a:r>
              <a:rPr sz="1800" b="1" spc="8" dirty="0">
                <a:uFill>
                  <a:solidFill>
                    <a:srgbClr val="000000"/>
                  </a:solidFill>
                </a:uFill>
                <a:latin typeface="Times New Roman" panose="02020603050405020304" pitchFamily="18" charset="0"/>
                <a:cs typeface="Times New Roman" panose="02020603050405020304" pitchFamily="18" charset="0"/>
              </a:rPr>
              <a:t>Isolation</a:t>
            </a:r>
            <a:r>
              <a:rPr sz="1800" b="1" spc="206" dirty="0">
                <a:uFill>
                  <a:solidFill>
                    <a:srgbClr val="000000"/>
                  </a:solidFill>
                </a:uFill>
                <a:latin typeface="Times New Roman" panose="02020603050405020304" pitchFamily="18" charset="0"/>
                <a:cs typeface="Times New Roman" panose="02020603050405020304" pitchFamily="18" charset="0"/>
              </a:rPr>
              <a:t> </a:t>
            </a:r>
            <a:r>
              <a:rPr sz="1800" b="1" spc="38" dirty="0">
                <a:uFill>
                  <a:solidFill>
                    <a:srgbClr val="000000"/>
                  </a:solidFill>
                </a:uFill>
                <a:latin typeface="Times New Roman" panose="02020603050405020304" pitchFamily="18" charset="0"/>
                <a:cs typeface="Times New Roman" panose="02020603050405020304" pitchFamily="18" charset="0"/>
              </a:rPr>
              <a:t>or</a:t>
            </a:r>
            <a:r>
              <a:rPr sz="1800" b="1" spc="203" dirty="0">
                <a:uFill>
                  <a:solidFill>
                    <a:srgbClr val="000000"/>
                  </a:solidFill>
                </a:uFill>
                <a:latin typeface="Times New Roman" panose="02020603050405020304" pitchFamily="18" charset="0"/>
                <a:cs typeface="Times New Roman" panose="02020603050405020304" pitchFamily="18" charset="0"/>
              </a:rPr>
              <a:t> </a:t>
            </a:r>
            <a:r>
              <a:rPr sz="1800" b="1" spc="-34" dirty="0">
                <a:uFill>
                  <a:solidFill>
                    <a:srgbClr val="000000"/>
                  </a:solidFill>
                </a:uFill>
                <a:latin typeface="Times New Roman" panose="02020603050405020304" pitchFamily="18" charset="0"/>
                <a:cs typeface="Times New Roman" panose="02020603050405020304" pitchFamily="18" charset="0"/>
              </a:rPr>
              <a:t>Safety:</a:t>
            </a:r>
            <a:r>
              <a:rPr sz="1800" b="1" spc="199" dirty="0">
                <a:latin typeface="Times New Roman" panose="02020603050405020304" pitchFamily="18" charset="0"/>
                <a:cs typeface="Times New Roman" panose="02020603050405020304" pitchFamily="18" charset="0"/>
              </a:rPr>
              <a:t> </a:t>
            </a:r>
            <a:r>
              <a:rPr sz="1800" spc="-56" dirty="0">
                <a:latin typeface="Times New Roman" panose="02020603050405020304" pitchFamily="18" charset="0"/>
                <a:cs typeface="Times New Roman" panose="02020603050405020304" pitchFamily="18" charset="0"/>
              </a:rPr>
              <a:t>The</a:t>
            </a:r>
            <a:r>
              <a:rPr sz="1800" spc="203" dirty="0">
                <a:latin typeface="Times New Roman" panose="02020603050405020304" pitchFamily="18" charset="0"/>
                <a:cs typeface="Times New Roman" panose="02020603050405020304" pitchFamily="18" charset="0"/>
              </a:rPr>
              <a:t> </a:t>
            </a:r>
            <a:r>
              <a:rPr sz="1800" spc="94" dirty="0">
                <a:latin typeface="Times New Roman" panose="02020603050405020304" pitchFamily="18" charset="0"/>
                <a:cs typeface="Times New Roman" panose="02020603050405020304" pitchFamily="18" charset="0"/>
              </a:rPr>
              <a:t>VMM</a:t>
            </a:r>
            <a:r>
              <a:rPr sz="1800" spc="199" dirty="0">
                <a:latin typeface="Times New Roman" panose="02020603050405020304" pitchFamily="18" charset="0"/>
                <a:cs typeface="Times New Roman" panose="02020603050405020304" pitchFamily="18" charset="0"/>
              </a:rPr>
              <a:t> </a:t>
            </a:r>
            <a:r>
              <a:rPr sz="1800" spc="-94" dirty="0">
                <a:latin typeface="Times New Roman" panose="02020603050405020304" pitchFamily="18" charset="0"/>
                <a:cs typeface="Times New Roman" panose="02020603050405020304" pitchFamily="18" charset="0"/>
              </a:rPr>
              <a:t>must</a:t>
            </a:r>
            <a:r>
              <a:rPr sz="1800" spc="203" dirty="0">
                <a:latin typeface="Times New Roman" panose="02020603050405020304" pitchFamily="18" charset="0"/>
                <a:cs typeface="Times New Roman" panose="02020603050405020304" pitchFamily="18" charset="0"/>
              </a:rPr>
              <a:t> </a:t>
            </a:r>
            <a:r>
              <a:rPr sz="1800" spc="-146" dirty="0">
                <a:latin typeface="Times New Roman" panose="02020603050405020304" pitchFamily="18" charset="0"/>
                <a:cs typeface="Times New Roman" panose="02020603050405020304" pitchFamily="18" charset="0"/>
              </a:rPr>
              <a:t>have</a:t>
            </a:r>
            <a:r>
              <a:rPr sz="1800" spc="191" dirty="0">
                <a:latin typeface="Times New Roman" panose="02020603050405020304" pitchFamily="18" charset="0"/>
                <a:cs typeface="Times New Roman" panose="02020603050405020304" pitchFamily="18" charset="0"/>
              </a:rPr>
              <a:t> </a:t>
            </a:r>
            <a:r>
              <a:rPr sz="1800" spc="-101" dirty="0">
                <a:latin typeface="Times New Roman" panose="02020603050405020304" pitchFamily="18" charset="0"/>
                <a:cs typeface="Times New Roman" panose="02020603050405020304" pitchFamily="18" charset="0"/>
              </a:rPr>
              <a:t>complete</a:t>
            </a:r>
            <a:r>
              <a:rPr sz="1800" spc="191" dirty="0">
                <a:latin typeface="Times New Roman" panose="02020603050405020304" pitchFamily="18" charset="0"/>
                <a:cs typeface="Times New Roman" panose="02020603050405020304" pitchFamily="18" charset="0"/>
              </a:rPr>
              <a:t> </a:t>
            </a:r>
            <a:r>
              <a:rPr sz="1800" spc="-64" dirty="0">
                <a:latin typeface="Times New Roman" panose="02020603050405020304" pitchFamily="18" charset="0"/>
                <a:cs typeface="Times New Roman" panose="02020603050405020304" pitchFamily="18" charset="0"/>
              </a:rPr>
              <a:t>control</a:t>
            </a:r>
            <a:r>
              <a:rPr sz="1800" spc="199" dirty="0">
                <a:latin typeface="Times New Roman" panose="02020603050405020304" pitchFamily="18" charset="0"/>
                <a:cs typeface="Times New Roman" panose="02020603050405020304" pitchFamily="18" charset="0"/>
              </a:rPr>
              <a:t> </a:t>
            </a:r>
            <a:r>
              <a:rPr sz="1800" spc="-98" dirty="0">
                <a:latin typeface="Times New Roman" panose="02020603050405020304" pitchFamily="18" charset="0"/>
                <a:cs typeface="Times New Roman" panose="02020603050405020304" pitchFamily="18" charset="0"/>
              </a:rPr>
              <a:t>of</a:t>
            </a:r>
            <a:r>
              <a:rPr sz="1800" spc="203" dirty="0">
                <a:latin typeface="Times New Roman" panose="02020603050405020304" pitchFamily="18" charset="0"/>
                <a:cs typeface="Times New Roman" panose="02020603050405020304" pitchFamily="18" charset="0"/>
              </a:rPr>
              <a:t> </a:t>
            </a:r>
            <a:r>
              <a:rPr sz="1800" spc="-109" dirty="0">
                <a:latin typeface="Times New Roman" panose="02020603050405020304" pitchFamily="18" charset="0"/>
                <a:cs typeface="Times New Roman" panose="02020603050405020304" pitchFamily="18" charset="0"/>
              </a:rPr>
              <a:t>the </a:t>
            </a:r>
            <a:r>
              <a:rPr sz="1800" spc="-533" dirty="0">
                <a:latin typeface="Times New Roman" panose="02020603050405020304" pitchFamily="18" charset="0"/>
                <a:cs typeface="Times New Roman" panose="02020603050405020304" pitchFamily="18" charset="0"/>
              </a:rPr>
              <a:t> </a:t>
            </a:r>
            <a:r>
              <a:rPr sz="1800" spc="-86" dirty="0">
                <a:latin typeface="Times New Roman" panose="02020603050405020304" pitchFamily="18" charset="0"/>
                <a:cs typeface="Times New Roman" panose="02020603050405020304" pitchFamily="18" charset="0"/>
              </a:rPr>
              <a:t>system</a:t>
            </a:r>
            <a:r>
              <a:rPr sz="1800" spc="-49" dirty="0">
                <a:latin typeface="Times New Roman" panose="02020603050405020304" pitchFamily="18" charset="0"/>
                <a:cs typeface="Times New Roman" panose="02020603050405020304" pitchFamily="18" charset="0"/>
              </a:rPr>
              <a:t> </a:t>
            </a:r>
            <a:r>
              <a:rPr sz="1800" spc="-83" dirty="0">
                <a:latin typeface="Times New Roman" panose="02020603050405020304" pitchFamily="18" charset="0"/>
                <a:cs typeface="Times New Roman" panose="02020603050405020304" pitchFamily="18" charset="0"/>
              </a:rPr>
              <a:t>resources.</a:t>
            </a:r>
            <a:endParaRPr sz="1800" dirty="0">
              <a:latin typeface="Times New Roman" panose="02020603050405020304" pitchFamily="18" charset="0"/>
              <a:cs typeface="Times New Roman" panose="02020603050405020304" pitchFamily="18" charset="0"/>
            </a:endParaRPr>
          </a:p>
          <a:p>
            <a:pPr marL="523399" marR="6191" lvl="1" indent="-171450">
              <a:lnSpc>
                <a:spcPct val="150000"/>
              </a:lnSpc>
              <a:spcBef>
                <a:spcPts val="379"/>
              </a:spcBef>
              <a:buClr>
                <a:srgbClr val="B71E42"/>
              </a:buClr>
              <a:buFont typeface="Arial MT"/>
              <a:buChar char="•"/>
              <a:tabLst>
                <a:tab pos="523875" algn="l"/>
              </a:tabLst>
            </a:pPr>
            <a:r>
              <a:rPr sz="1800" b="1" spc="-15" dirty="0">
                <a:uFill>
                  <a:solidFill>
                    <a:srgbClr val="000000"/>
                  </a:solidFill>
                </a:uFill>
                <a:latin typeface="Times New Roman" panose="02020603050405020304" pitchFamily="18" charset="0"/>
                <a:cs typeface="Times New Roman" panose="02020603050405020304" pitchFamily="18" charset="0"/>
              </a:rPr>
              <a:t>Performance:</a:t>
            </a:r>
            <a:r>
              <a:rPr sz="1800" b="1" spc="-19" dirty="0">
                <a:latin typeface="Times New Roman" panose="02020603050405020304" pitchFamily="18" charset="0"/>
                <a:cs typeface="Times New Roman" panose="02020603050405020304" pitchFamily="18" charset="0"/>
              </a:rPr>
              <a:t> </a:t>
            </a:r>
            <a:r>
              <a:rPr sz="1800" spc="-64" dirty="0">
                <a:latin typeface="Times New Roman" panose="02020603050405020304" pitchFamily="18" charset="0"/>
                <a:cs typeface="Times New Roman" panose="02020603050405020304" pitchFamily="18" charset="0"/>
              </a:rPr>
              <a:t>There</a:t>
            </a:r>
            <a:r>
              <a:rPr sz="1800" spc="-15" dirty="0">
                <a:latin typeface="Times New Roman" panose="02020603050405020304" pitchFamily="18" charset="0"/>
                <a:cs typeface="Times New Roman" panose="02020603050405020304" pitchFamily="18" charset="0"/>
              </a:rPr>
              <a:t> </a:t>
            </a:r>
            <a:r>
              <a:rPr sz="1800" spc="-71" dirty="0">
                <a:latin typeface="Times New Roman" panose="02020603050405020304" pitchFamily="18" charset="0"/>
                <a:cs typeface="Times New Roman" panose="02020603050405020304" pitchFamily="18" charset="0"/>
              </a:rPr>
              <a:t>should</a:t>
            </a:r>
            <a:r>
              <a:rPr sz="1800" spc="-19" dirty="0">
                <a:latin typeface="Times New Roman" panose="02020603050405020304" pitchFamily="18" charset="0"/>
                <a:cs typeface="Times New Roman" panose="02020603050405020304" pitchFamily="18" charset="0"/>
              </a:rPr>
              <a:t> </a:t>
            </a:r>
            <a:r>
              <a:rPr sz="1800" spc="-113" dirty="0">
                <a:latin typeface="Times New Roman" panose="02020603050405020304" pitchFamily="18" charset="0"/>
                <a:cs typeface="Times New Roman" panose="02020603050405020304" pitchFamily="18" charset="0"/>
              </a:rPr>
              <a:t>be</a:t>
            </a:r>
            <a:r>
              <a:rPr sz="1800" spc="-15" dirty="0">
                <a:latin typeface="Times New Roman" panose="02020603050405020304" pitchFamily="18" charset="0"/>
                <a:cs typeface="Times New Roman" panose="02020603050405020304" pitchFamily="18" charset="0"/>
              </a:rPr>
              <a:t> </a:t>
            </a:r>
            <a:r>
              <a:rPr sz="1800" spc="-127" dirty="0">
                <a:latin typeface="Times New Roman" panose="02020603050405020304" pitchFamily="18" charset="0"/>
                <a:cs typeface="Times New Roman" panose="02020603050405020304" pitchFamily="18" charset="0"/>
              </a:rPr>
              <a:t>little</a:t>
            </a:r>
            <a:r>
              <a:rPr sz="1800" spc="-19" dirty="0">
                <a:latin typeface="Times New Roman" panose="02020603050405020304" pitchFamily="18" charset="0"/>
                <a:cs typeface="Times New Roman" panose="02020603050405020304" pitchFamily="18" charset="0"/>
              </a:rPr>
              <a:t> </a:t>
            </a:r>
            <a:r>
              <a:rPr sz="1800" spc="15" dirty="0">
                <a:latin typeface="Times New Roman" panose="02020603050405020304" pitchFamily="18" charset="0"/>
                <a:cs typeface="Times New Roman" panose="02020603050405020304" pitchFamily="18" charset="0"/>
              </a:rPr>
              <a:t>or</a:t>
            </a:r>
            <a:r>
              <a:rPr sz="1800" spc="-15" dirty="0">
                <a:latin typeface="Times New Roman" panose="02020603050405020304" pitchFamily="18" charset="0"/>
                <a:cs typeface="Times New Roman" panose="02020603050405020304" pitchFamily="18" charset="0"/>
              </a:rPr>
              <a:t> </a:t>
            </a:r>
            <a:r>
              <a:rPr sz="1800" spc="-30" dirty="0">
                <a:latin typeface="Times New Roman" panose="02020603050405020304" pitchFamily="18" charset="0"/>
                <a:cs typeface="Times New Roman" panose="02020603050405020304" pitchFamily="18" charset="0"/>
              </a:rPr>
              <a:t>no</a:t>
            </a:r>
            <a:r>
              <a:rPr sz="1800" spc="-23" dirty="0">
                <a:latin typeface="Times New Roman" panose="02020603050405020304" pitchFamily="18" charset="0"/>
                <a:cs typeface="Times New Roman" panose="02020603050405020304" pitchFamily="18" charset="0"/>
              </a:rPr>
              <a:t> </a:t>
            </a:r>
            <a:r>
              <a:rPr sz="1800" spc="-124" dirty="0">
                <a:latin typeface="Times New Roman" panose="02020603050405020304" pitchFamily="18" charset="0"/>
                <a:cs typeface="Times New Roman" panose="02020603050405020304" pitchFamily="18" charset="0"/>
              </a:rPr>
              <a:t>difference</a:t>
            </a:r>
            <a:r>
              <a:rPr sz="1800" spc="-15" dirty="0">
                <a:latin typeface="Times New Roman" panose="02020603050405020304" pitchFamily="18" charset="0"/>
                <a:cs typeface="Times New Roman" panose="02020603050405020304" pitchFamily="18" charset="0"/>
              </a:rPr>
              <a:t> </a:t>
            </a:r>
            <a:r>
              <a:rPr sz="1800" spc="-101" dirty="0">
                <a:latin typeface="Times New Roman" panose="02020603050405020304" pitchFamily="18" charset="0"/>
                <a:cs typeface="Times New Roman" panose="02020603050405020304" pitchFamily="18" charset="0"/>
              </a:rPr>
              <a:t>in</a:t>
            </a:r>
            <a:r>
              <a:rPr sz="1800" spc="-26" dirty="0">
                <a:latin typeface="Times New Roman" panose="02020603050405020304" pitchFamily="18" charset="0"/>
                <a:cs typeface="Times New Roman" panose="02020603050405020304" pitchFamily="18" charset="0"/>
              </a:rPr>
              <a:t> </a:t>
            </a:r>
            <a:r>
              <a:rPr sz="1800" spc="-94" dirty="0">
                <a:latin typeface="Times New Roman" panose="02020603050405020304" pitchFamily="18" charset="0"/>
                <a:cs typeface="Times New Roman" panose="02020603050405020304" pitchFamily="18" charset="0"/>
              </a:rPr>
              <a:t>performance </a:t>
            </a:r>
            <a:r>
              <a:rPr sz="1800" spc="-529" dirty="0">
                <a:latin typeface="Times New Roman" panose="02020603050405020304" pitchFamily="18" charset="0"/>
                <a:cs typeface="Times New Roman" panose="02020603050405020304" pitchFamily="18" charset="0"/>
              </a:rPr>
              <a:t> </a:t>
            </a:r>
            <a:r>
              <a:rPr sz="1800" spc="-109" dirty="0">
                <a:latin typeface="Times New Roman" panose="02020603050405020304" pitchFamily="18" charset="0"/>
                <a:cs typeface="Times New Roman" panose="02020603050405020304" pitchFamily="18" charset="0"/>
              </a:rPr>
              <a:t>between</a:t>
            </a:r>
            <a:r>
              <a:rPr sz="1800" spc="-49" dirty="0">
                <a:latin typeface="Times New Roman" panose="02020603050405020304" pitchFamily="18" charset="0"/>
                <a:cs typeface="Times New Roman" panose="02020603050405020304" pitchFamily="18" charset="0"/>
              </a:rPr>
              <a:t> </a:t>
            </a:r>
            <a:r>
              <a:rPr sz="1800" spc="-109" dirty="0">
                <a:latin typeface="Times New Roman" panose="02020603050405020304" pitchFamily="18" charset="0"/>
                <a:cs typeface="Times New Roman" panose="02020603050405020304" pitchFamily="18" charset="0"/>
              </a:rPr>
              <a:t>the</a:t>
            </a:r>
            <a:r>
              <a:rPr sz="1800" spc="-315" dirty="0">
                <a:latin typeface="Times New Roman" panose="02020603050405020304" pitchFamily="18" charset="0"/>
                <a:cs typeface="Times New Roman" panose="02020603050405020304" pitchFamily="18" charset="0"/>
              </a:rPr>
              <a:t> </a:t>
            </a:r>
            <a:r>
              <a:rPr sz="1800" spc="79" dirty="0">
                <a:latin typeface="Times New Roman" panose="02020603050405020304" pitchFamily="18" charset="0"/>
                <a:cs typeface="Times New Roman" panose="02020603050405020304" pitchFamily="18" charset="0"/>
              </a:rPr>
              <a:t>VM</a:t>
            </a:r>
            <a:r>
              <a:rPr sz="1800" spc="-49" dirty="0">
                <a:latin typeface="Times New Roman" panose="02020603050405020304" pitchFamily="18" charset="0"/>
                <a:cs typeface="Times New Roman" panose="02020603050405020304" pitchFamily="18" charset="0"/>
              </a:rPr>
              <a:t> </a:t>
            </a:r>
            <a:r>
              <a:rPr sz="1800" spc="-116" dirty="0">
                <a:latin typeface="Times New Roman" panose="02020603050405020304" pitchFamily="18" charset="0"/>
                <a:cs typeface="Times New Roman" panose="02020603050405020304" pitchFamily="18" charset="0"/>
              </a:rPr>
              <a:t>and</a:t>
            </a:r>
            <a:r>
              <a:rPr sz="1800" spc="-45" dirty="0">
                <a:latin typeface="Times New Roman" panose="02020603050405020304" pitchFamily="18" charset="0"/>
                <a:cs typeface="Times New Roman" panose="02020603050405020304" pitchFamily="18" charset="0"/>
              </a:rPr>
              <a:t> </a:t>
            </a:r>
            <a:r>
              <a:rPr sz="1800" spc="-180" dirty="0">
                <a:latin typeface="Times New Roman" panose="02020603050405020304" pitchFamily="18" charset="0"/>
                <a:cs typeface="Times New Roman" panose="02020603050405020304" pitchFamily="18" charset="0"/>
              </a:rPr>
              <a:t>a</a:t>
            </a:r>
            <a:r>
              <a:rPr sz="1800" spc="-53" dirty="0">
                <a:latin typeface="Times New Roman" panose="02020603050405020304" pitchFamily="18" charset="0"/>
                <a:cs typeface="Times New Roman" panose="02020603050405020304" pitchFamily="18" charset="0"/>
              </a:rPr>
              <a:t> </a:t>
            </a:r>
            <a:r>
              <a:rPr sz="1800" spc="-116" dirty="0">
                <a:latin typeface="Times New Roman" panose="02020603050405020304" pitchFamily="18" charset="0"/>
                <a:cs typeface="Times New Roman" panose="02020603050405020304" pitchFamily="18" charset="0"/>
              </a:rPr>
              <a:t>physical</a:t>
            </a:r>
            <a:r>
              <a:rPr sz="1800" spc="-45" dirty="0">
                <a:latin typeface="Times New Roman" panose="02020603050405020304" pitchFamily="18" charset="0"/>
                <a:cs typeface="Times New Roman" panose="02020603050405020304" pitchFamily="18" charset="0"/>
              </a:rPr>
              <a:t> </a:t>
            </a:r>
            <a:r>
              <a:rPr sz="1800" spc="-131" dirty="0">
                <a:latin typeface="Times New Roman" panose="02020603050405020304" pitchFamily="18" charset="0"/>
                <a:cs typeface="Times New Roman" panose="02020603050405020304" pitchFamily="18" charset="0"/>
              </a:rPr>
              <a:t>equivalent.</a:t>
            </a:r>
            <a:endParaRPr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39688871"/>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954230" y="482905"/>
            <a:ext cx="5386245" cy="392255"/>
          </a:xfrm>
          <a:prstGeom prst="rect">
            <a:avLst/>
          </a:prstGeom>
        </p:spPr>
        <p:txBody>
          <a:bodyPr spcFirstLastPara="1" vert="horz" wrap="square" lIns="0" tIns="10001" rIns="0" bIns="0" rtlCol="0" anchor="t" anchorCtr="0">
            <a:spAutoFit/>
          </a:bodyPr>
          <a:lstStyle/>
          <a:p>
            <a:pPr marL="9525">
              <a:spcBef>
                <a:spcPts val="79"/>
              </a:spcBef>
            </a:pPr>
            <a:r>
              <a:rPr sz="2400" spc="203" dirty="0">
                <a:latin typeface="Times New Roman" panose="02020603050405020304" pitchFamily="18" charset="0"/>
                <a:cs typeface="Times New Roman" panose="02020603050405020304" pitchFamily="18" charset="0"/>
              </a:rPr>
              <a:t>TYP</a:t>
            </a:r>
            <a:r>
              <a:rPr sz="2400" spc="180" dirty="0">
                <a:latin typeface="Times New Roman" panose="02020603050405020304" pitchFamily="18" charset="0"/>
                <a:cs typeface="Times New Roman" panose="02020603050405020304" pitchFamily="18" charset="0"/>
              </a:rPr>
              <a:t>E</a:t>
            </a:r>
            <a:r>
              <a:rPr sz="2400" spc="225" dirty="0">
                <a:latin typeface="Times New Roman" panose="02020603050405020304" pitchFamily="18" charset="0"/>
                <a:cs typeface="Times New Roman" panose="02020603050405020304" pitchFamily="18" charset="0"/>
              </a:rPr>
              <a:t>S</a:t>
            </a:r>
            <a:r>
              <a:rPr sz="2400" spc="-56" dirty="0">
                <a:latin typeface="Times New Roman" panose="02020603050405020304" pitchFamily="18" charset="0"/>
                <a:cs typeface="Times New Roman" panose="02020603050405020304" pitchFamily="18" charset="0"/>
              </a:rPr>
              <a:t> </a:t>
            </a:r>
            <a:r>
              <a:rPr sz="2400" spc="416" dirty="0">
                <a:latin typeface="Times New Roman" panose="02020603050405020304" pitchFamily="18" charset="0"/>
                <a:cs typeface="Times New Roman" panose="02020603050405020304" pitchFamily="18" charset="0"/>
              </a:rPr>
              <a:t>O</a:t>
            </a:r>
            <a:r>
              <a:rPr sz="2400" spc="49" dirty="0">
                <a:latin typeface="Times New Roman" panose="02020603050405020304" pitchFamily="18" charset="0"/>
                <a:cs typeface="Times New Roman" panose="02020603050405020304" pitchFamily="18" charset="0"/>
              </a:rPr>
              <a:t>F</a:t>
            </a:r>
            <a:r>
              <a:rPr sz="2400" spc="-428" dirty="0">
                <a:latin typeface="Times New Roman" panose="02020603050405020304" pitchFamily="18" charset="0"/>
                <a:cs typeface="Times New Roman" panose="02020603050405020304" pitchFamily="18" charset="0"/>
              </a:rPr>
              <a:t> </a:t>
            </a:r>
            <a:r>
              <a:rPr lang="en-IN" sz="2400" spc="-428" dirty="0">
                <a:latin typeface="Times New Roman" panose="02020603050405020304" pitchFamily="18" charset="0"/>
                <a:cs typeface="Times New Roman" panose="02020603050405020304" pitchFamily="18" charset="0"/>
              </a:rPr>
              <a:t>    </a:t>
            </a:r>
            <a:r>
              <a:rPr sz="2400" spc="180" dirty="0">
                <a:latin typeface="Times New Roman" panose="02020603050405020304" pitchFamily="18" charset="0"/>
                <a:cs typeface="Times New Roman" panose="02020603050405020304" pitchFamily="18" charset="0"/>
              </a:rPr>
              <a:t>VI</a:t>
            </a:r>
            <a:r>
              <a:rPr sz="2400" spc="15" dirty="0">
                <a:latin typeface="Times New Roman" panose="02020603050405020304" pitchFamily="18" charset="0"/>
                <a:cs typeface="Times New Roman" panose="02020603050405020304" pitchFamily="18" charset="0"/>
              </a:rPr>
              <a:t>R</a:t>
            </a:r>
            <a:r>
              <a:rPr sz="2400" spc="255" dirty="0">
                <a:latin typeface="Times New Roman" panose="02020603050405020304" pitchFamily="18" charset="0"/>
                <a:cs typeface="Times New Roman" panose="02020603050405020304" pitchFamily="18" charset="0"/>
              </a:rPr>
              <a:t>T</a:t>
            </a:r>
            <a:r>
              <a:rPr sz="2400" spc="240" dirty="0">
                <a:latin typeface="Times New Roman" panose="02020603050405020304" pitchFamily="18" charset="0"/>
                <a:cs typeface="Times New Roman" panose="02020603050405020304" pitchFamily="18" charset="0"/>
              </a:rPr>
              <a:t>U</a:t>
            </a:r>
            <a:r>
              <a:rPr sz="2400" spc="270" dirty="0">
                <a:latin typeface="Times New Roman" panose="02020603050405020304" pitchFamily="18" charset="0"/>
                <a:cs typeface="Times New Roman" panose="02020603050405020304" pitchFamily="18" charset="0"/>
              </a:rPr>
              <a:t>A</a:t>
            </a:r>
            <a:r>
              <a:rPr sz="2400" spc="225" dirty="0">
                <a:latin typeface="Times New Roman" panose="02020603050405020304" pitchFamily="18" charset="0"/>
                <a:cs typeface="Times New Roman" panose="02020603050405020304" pitchFamily="18" charset="0"/>
              </a:rPr>
              <a:t>L</a:t>
            </a:r>
            <a:r>
              <a:rPr sz="2400" spc="233" dirty="0">
                <a:latin typeface="Times New Roman" panose="02020603050405020304" pitchFamily="18" charset="0"/>
                <a:cs typeface="Times New Roman" panose="02020603050405020304" pitchFamily="18" charset="0"/>
              </a:rPr>
              <a:t>IZ</a:t>
            </a:r>
            <a:r>
              <a:rPr sz="2400" spc="56" dirty="0">
                <a:latin typeface="Times New Roman" panose="02020603050405020304" pitchFamily="18" charset="0"/>
                <a:cs typeface="Times New Roman" panose="02020603050405020304" pitchFamily="18" charset="0"/>
              </a:rPr>
              <a:t>A</a:t>
            </a:r>
            <a:r>
              <a:rPr sz="2400" spc="304" dirty="0">
                <a:latin typeface="Times New Roman" panose="02020603050405020304" pitchFamily="18" charset="0"/>
                <a:cs typeface="Times New Roman" panose="02020603050405020304" pitchFamily="18" charset="0"/>
              </a:rPr>
              <a:t>TION</a:t>
            </a:r>
            <a:endParaRPr sz="2400" dirty="0">
              <a:latin typeface="Times New Roman" panose="02020603050405020304" pitchFamily="18" charset="0"/>
              <a:cs typeface="Times New Roman" panose="02020603050405020304" pitchFamily="18" charset="0"/>
            </a:endParaRPr>
          </a:p>
        </p:txBody>
      </p:sp>
      <p:pic>
        <p:nvPicPr>
          <p:cNvPr id="3" name="object 3"/>
          <p:cNvPicPr/>
          <p:nvPr/>
        </p:nvPicPr>
        <p:blipFill rotWithShape="1">
          <a:blip r:embed="rId2" cstate="print"/>
          <a:srcRect l="10867" t="6734" r="12041" b="6091"/>
          <a:stretch/>
        </p:blipFill>
        <p:spPr>
          <a:xfrm>
            <a:off x="1659521" y="1030802"/>
            <a:ext cx="5787958" cy="3531469"/>
          </a:xfrm>
          <a:prstGeom prst="rect">
            <a:avLst/>
          </a:prstGeom>
        </p:spPr>
      </p:pic>
    </p:spTree>
    <p:extLst>
      <p:ext uri="{BB962C8B-B14F-4D97-AF65-F5344CB8AC3E}">
        <p14:creationId xmlns:p14="http://schemas.microsoft.com/office/powerpoint/2010/main" val="1747476936"/>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97352" y="490166"/>
            <a:ext cx="7141976" cy="496832"/>
          </a:xfrm>
          <a:prstGeom prst="rect">
            <a:avLst/>
          </a:prstGeom>
        </p:spPr>
        <p:txBody>
          <a:bodyPr spcFirstLastPara="1" vert="horz" wrap="square" lIns="0" tIns="10001" rIns="0" bIns="0" rtlCol="0" anchor="ctr" anchorCtr="0">
            <a:spAutoFit/>
          </a:bodyPr>
          <a:lstStyle/>
          <a:p>
            <a:pPr marL="9525">
              <a:spcBef>
                <a:spcPts val="79"/>
              </a:spcBef>
            </a:pPr>
            <a:r>
              <a:rPr sz="2400" spc="203" dirty="0"/>
              <a:t>TYP</a:t>
            </a:r>
            <a:r>
              <a:rPr sz="2400" spc="180" dirty="0"/>
              <a:t>E</a:t>
            </a:r>
            <a:r>
              <a:rPr sz="2400" spc="225" dirty="0"/>
              <a:t>S</a:t>
            </a:r>
            <a:r>
              <a:rPr sz="2400" spc="-56" dirty="0"/>
              <a:t> </a:t>
            </a:r>
            <a:r>
              <a:rPr sz="2400" spc="416" dirty="0"/>
              <a:t>O</a:t>
            </a:r>
            <a:r>
              <a:rPr sz="2400" spc="49" dirty="0"/>
              <a:t>F</a:t>
            </a:r>
            <a:r>
              <a:rPr lang="en-IN" sz="2400" spc="49" dirty="0"/>
              <a:t>  </a:t>
            </a:r>
            <a:r>
              <a:rPr sz="2400" spc="-428" dirty="0"/>
              <a:t> </a:t>
            </a:r>
            <a:r>
              <a:rPr sz="2400" spc="180" dirty="0"/>
              <a:t>VI</a:t>
            </a:r>
            <a:r>
              <a:rPr sz="2400" spc="15" dirty="0"/>
              <a:t>R</a:t>
            </a:r>
            <a:r>
              <a:rPr sz="2400" spc="255" dirty="0"/>
              <a:t>T</a:t>
            </a:r>
            <a:r>
              <a:rPr sz="2400" spc="240" dirty="0"/>
              <a:t>U</a:t>
            </a:r>
            <a:r>
              <a:rPr sz="2400" spc="270" dirty="0"/>
              <a:t>A</a:t>
            </a:r>
            <a:r>
              <a:rPr sz="2400" spc="225" dirty="0"/>
              <a:t>L</a:t>
            </a:r>
            <a:r>
              <a:rPr sz="2400" spc="233" dirty="0"/>
              <a:t>IZ</a:t>
            </a:r>
            <a:r>
              <a:rPr sz="2400" spc="56" dirty="0"/>
              <a:t>A</a:t>
            </a:r>
            <a:r>
              <a:rPr sz="2400" spc="304" dirty="0"/>
              <a:t>TION</a:t>
            </a:r>
            <a:endParaRPr sz="2400" dirty="0"/>
          </a:p>
        </p:txBody>
      </p:sp>
      <p:sp>
        <p:nvSpPr>
          <p:cNvPr id="3" name="object 3"/>
          <p:cNvSpPr txBox="1"/>
          <p:nvPr/>
        </p:nvSpPr>
        <p:spPr>
          <a:xfrm>
            <a:off x="865756" y="986998"/>
            <a:ext cx="7666958" cy="3520706"/>
          </a:xfrm>
          <a:prstGeom prst="rect">
            <a:avLst/>
          </a:prstGeom>
        </p:spPr>
        <p:txBody>
          <a:bodyPr vert="horz" wrap="square" lIns="0" tIns="156209" rIns="0" bIns="0" rtlCol="0">
            <a:spAutoFit/>
          </a:bodyPr>
          <a:lstStyle/>
          <a:p>
            <a:pPr marL="180975" indent="-171450">
              <a:spcBef>
                <a:spcPts val="1229"/>
              </a:spcBef>
              <a:buClr>
                <a:srgbClr val="B71E42"/>
              </a:buClr>
              <a:buFont typeface="Arial MT"/>
              <a:buChar char="•"/>
              <a:tabLst>
                <a:tab pos="180975" algn="l"/>
              </a:tabLst>
            </a:pPr>
            <a:r>
              <a:rPr sz="1800" b="1" i="1" spc="-45" dirty="0">
                <a:uFill>
                  <a:solidFill>
                    <a:srgbClr val="000000"/>
                  </a:solidFill>
                </a:uFill>
                <a:latin typeface="+mj-lt"/>
                <a:cs typeface="Trebuchet MS"/>
              </a:rPr>
              <a:t>Desktop</a:t>
            </a:r>
            <a:r>
              <a:rPr sz="1800" b="1" i="1" spc="-41" dirty="0">
                <a:uFill>
                  <a:solidFill>
                    <a:srgbClr val="000000"/>
                  </a:solidFill>
                </a:uFill>
                <a:latin typeface="+mj-lt"/>
                <a:cs typeface="Trebuchet MS"/>
              </a:rPr>
              <a:t> </a:t>
            </a:r>
            <a:r>
              <a:rPr sz="1800" b="1" i="1" spc="-113" dirty="0">
                <a:uFill>
                  <a:solidFill>
                    <a:srgbClr val="000000"/>
                  </a:solidFill>
                </a:uFill>
                <a:latin typeface="+mj-lt"/>
                <a:cs typeface="Trebuchet MS"/>
              </a:rPr>
              <a:t>virtualization</a:t>
            </a:r>
            <a:endParaRPr sz="1800" dirty="0">
              <a:latin typeface="+mj-lt"/>
              <a:cs typeface="Trebuchet MS"/>
            </a:endParaRPr>
          </a:p>
          <a:p>
            <a:pPr marL="523399" marR="3810" lvl="1" indent="-171450" algn="just">
              <a:lnSpc>
                <a:spcPct val="120000"/>
              </a:lnSpc>
              <a:spcBef>
                <a:spcPts val="476"/>
              </a:spcBef>
              <a:buClr>
                <a:srgbClr val="B71E42"/>
              </a:buClr>
              <a:buSzPct val="95000"/>
              <a:buFont typeface="Wingdings"/>
              <a:buChar char=""/>
              <a:tabLst>
                <a:tab pos="523875" algn="l"/>
              </a:tabLst>
            </a:pPr>
            <a:r>
              <a:rPr lang="en-IN" sz="1800" spc="-64" dirty="0">
                <a:latin typeface="+mj-lt"/>
                <a:cs typeface="Trebuchet MS"/>
              </a:rPr>
              <a:t>It </a:t>
            </a:r>
            <a:r>
              <a:rPr sz="1800" spc="-64" dirty="0">
                <a:latin typeface="+mj-lt"/>
                <a:cs typeface="Trebuchet MS"/>
              </a:rPr>
              <a:t>is </a:t>
            </a:r>
            <a:r>
              <a:rPr sz="1800" spc="-68" dirty="0">
                <a:latin typeface="+mj-lt"/>
                <a:cs typeface="Trebuchet MS"/>
              </a:rPr>
              <a:t>when </a:t>
            </a:r>
            <a:r>
              <a:rPr sz="1800" spc="-90" dirty="0">
                <a:latin typeface="+mj-lt"/>
                <a:cs typeface="Trebuchet MS"/>
              </a:rPr>
              <a:t>the </a:t>
            </a:r>
            <a:r>
              <a:rPr sz="1800" spc="-45" dirty="0">
                <a:latin typeface="+mj-lt"/>
                <a:cs typeface="Trebuchet MS"/>
              </a:rPr>
              <a:t>host server </a:t>
            </a:r>
            <a:r>
              <a:rPr sz="1800" spc="-101" dirty="0">
                <a:latin typeface="+mj-lt"/>
                <a:cs typeface="Trebuchet MS"/>
              </a:rPr>
              <a:t>can </a:t>
            </a:r>
            <a:r>
              <a:rPr sz="1800" spc="-45" dirty="0">
                <a:latin typeface="+mj-lt"/>
                <a:cs typeface="Trebuchet MS"/>
              </a:rPr>
              <a:t>run </a:t>
            </a:r>
            <a:r>
              <a:rPr sz="1800" spc="-86" dirty="0">
                <a:latin typeface="+mj-lt"/>
                <a:cs typeface="Trebuchet MS"/>
              </a:rPr>
              <a:t>virtual </a:t>
            </a:r>
            <a:r>
              <a:rPr sz="1800" spc="-90" dirty="0">
                <a:latin typeface="+mj-lt"/>
                <a:cs typeface="Trebuchet MS"/>
              </a:rPr>
              <a:t>machines </a:t>
            </a:r>
            <a:r>
              <a:rPr sz="1800" spc="-75" dirty="0">
                <a:latin typeface="+mj-lt"/>
                <a:cs typeface="Trebuchet MS"/>
              </a:rPr>
              <a:t>using </a:t>
            </a:r>
            <a:r>
              <a:rPr sz="1800" spc="-150" dirty="0">
                <a:latin typeface="+mj-lt"/>
                <a:cs typeface="Trebuchet MS"/>
              </a:rPr>
              <a:t>a</a:t>
            </a:r>
            <a:r>
              <a:rPr sz="1800" spc="-146" dirty="0">
                <a:latin typeface="+mj-lt"/>
                <a:cs typeface="Trebuchet MS"/>
              </a:rPr>
              <a:t> </a:t>
            </a:r>
            <a:r>
              <a:rPr sz="1800" spc="-56" dirty="0">
                <a:latin typeface="+mj-lt"/>
                <a:cs typeface="Trebuchet MS"/>
              </a:rPr>
              <a:t>hypervisor </a:t>
            </a:r>
            <a:r>
              <a:rPr sz="1800" spc="-113" dirty="0">
                <a:latin typeface="+mj-lt"/>
                <a:cs typeface="Trebuchet MS"/>
              </a:rPr>
              <a:t>(a</a:t>
            </a:r>
            <a:r>
              <a:rPr sz="1800" spc="-109" dirty="0">
                <a:latin typeface="+mj-lt"/>
                <a:cs typeface="Trebuchet MS"/>
              </a:rPr>
              <a:t> </a:t>
            </a:r>
            <a:r>
              <a:rPr sz="1800" spc="-75" dirty="0">
                <a:latin typeface="+mj-lt"/>
                <a:cs typeface="Trebuchet MS"/>
              </a:rPr>
              <a:t>software </a:t>
            </a:r>
            <a:r>
              <a:rPr sz="1800" spc="-71" dirty="0">
                <a:latin typeface="+mj-lt"/>
                <a:cs typeface="Trebuchet MS"/>
              </a:rPr>
              <a:t> </a:t>
            </a:r>
            <a:r>
              <a:rPr sz="1800" spc="-83" dirty="0">
                <a:latin typeface="+mj-lt"/>
                <a:cs typeface="Trebuchet MS"/>
              </a:rPr>
              <a:t>program). </a:t>
            </a:r>
            <a:r>
              <a:rPr sz="1800" spc="116" dirty="0">
                <a:latin typeface="+mj-lt"/>
                <a:cs typeface="Trebuchet MS"/>
              </a:rPr>
              <a:t>A </a:t>
            </a:r>
            <a:r>
              <a:rPr sz="1800" spc="-53" dirty="0">
                <a:latin typeface="+mj-lt"/>
                <a:cs typeface="Trebuchet MS"/>
              </a:rPr>
              <a:t>hypervisor </a:t>
            </a:r>
            <a:r>
              <a:rPr sz="1800" spc="-105" dirty="0">
                <a:latin typeface="+mj-lt"/>
                <a:cs typeface="Trebuchet MS"/>
              </a:rPr>
              <a:t>can </a:t>
            </a:r>
            <a:r>
              <a:rPr sz="1800" spc="-86" dirty="0">
                <a:latin typeface="+mj-lt"/>
                <a:cs typeface="Trebuchet MS"/>
              </a:rPr>
              <a:t>directly </a:t>
            </a:r>
            <a:r>
              <a:rPr sz="1800" spc="-94" dirty="0">
                <a:latin typeface="+mj-lt"/>
                <a:cs typeface="Trebuchet MS"/>
              </a:rPr>
              <a:t>be installed </a:t>
            </a:r>
            <a:r>
              <a:rPr sz="1800" spc="-30" dirty="0">
                <a:latin typeface="+mj-lt"/>
                <a:cs typeface="Trebuchet MS"/>
              </a:rPr>
              <a:t>on </a:t>
            </a:r>
            <a:r>
              <a:rPr sz="1800" spc="-86" dirty="0">
                <a:latin typeface="+mj-lt"/>
                <a:cs typeface="Trebuchet MS"/>
              </a:rPr>
              <a:t>the </a:t>
            </a:r>
            <a:r>
              <a:rPr sz="1800" spc="-41" dirty="0">
                <a:latin typeface="+mj-lt"/>
                <a:cs typeface="Trebuchet MS"/>
              </a:rPr>
              <a:t>host </a:t>
            </a:r>
            <a:r>
              <a:rPr sz="1800" spc="-98" dirty="0">
                <a:latin typeface="+mj-lt"/>
                <a:cs typeface="Trebuchet MS"/>
              </a:rPr>
              <a:t>machine </a:t>
            </a:r>
            <a:r>
              <a:rPr sz="1800" spc="15" dirty="0">
                <a:latin typeface="+mj-lt"/>
                <a:cs typeface="Trebuchet MS"/>
              </a:rPr>
              <a:t>or </a:t>
            </a:r>
            <a:r>
              <a:rPr sz="1800" spc="-53" dirty="0">
                <a:latin typeface="+mj-lt"/>
                <a:cs typeface="Trebuchet MS"/>
              </a:rPr>
              <a:t>over </a:t>
            </a:r>
            <a:r>
              <a:rPr sz="1800" spc="-86" dirty="0">
                <a:latin typeface="+mj-lt"/>
                <a:cs typeface="Trebuchet MS"/>
              </a:rPr>
              <a:t>the </a:t>
            </a:r>
            <a:r>
              <a:rPr sz="1800" spc="-83" dirty="0">
                <a:latin typeface="+mj-lt"/>
                <a:cs typeface="Trebuchet MS"/>
              </a:rPr>
              <a:t> </a:t>
            </a:r>
            <a:r>
              <a:rPr sz="1800" spc="-75" dirty="0">
                <a:latin typeface="+mj-lt"/>
                <a:cs typeface="Trebuchet MS"/>
              </a:rPr>
              <a:t>operat</a:t>
            </a:r>
            <a:r>
              <a:rPr sz="1800" spc="-41" dirty="0">
                <a:latin typeface="+mj-lt"/>
                <a:cs typeface="Trebuchet MS"/>
              </a:rPr>
              <a:t>i</a:t>
            </a:r>
            <a:r>
              <a:rPr sz="1800" spc="-90" dirty="0">
                <a:latin typeface="+mj-lt"/>
                <a:cs typeface="Trebuchet MS"/>
              </a:rPr>
              <a:t>ng</a:t>
            </a:r>
            <a:r>
              <a:rPr sz="1800" spc="-71" dirty="0">
                <a:latin typeface="+mj-lt"/>
                <a:cs typeface="Trebuchet MS"/>
              </a:rPr>
              <a:t> </a:t>
            </a:r>
            <a:r>
              <a:rPr sz="1800" spc="-49" dirty="0">
                <a:latin typeface="+mj-lt"/>
                <a:cs typeface="Trebuchet MS"/>
              </a:rPr>
              <a:t>sy</a:t>
            </a:r>
            <a:r>
              <a:rPr sz="1800" spc="-53" dirty="0">
                <a:latin typeface="+mj-lt"/>
                <a:cs typeface="Trebuchet MS"/>
              </a:rPr>
              <a:t>s</a:t>
            </a:r>
            <a:r>
              <a:rPr sz="1800" spc="-94" dirty="0">
                <a:latin typeface="+mj-lt"/>
                <a:cs typeface="Trebuchet MS"/>
              </a:rPr>
              <a:t>tem</a:t>
            </a:r>
            <a:r>
              <a:rPr sz="1800" spc="-34" dirty="0">
                <a:latin typeface="+mj-lt"/>
                <a:cs typeface="Trebuchet MS"/>
              </a:rPr>
              <a:t> </a:t>
            </a:r>
            <a:r>
              <a:rPr sz="1800" spc="-101" dirty="0">
                <a:latin typeface="+mj-lt"/>
                <a:cs typeface="Trebuchet MS"/>
              </a:rPr>
              <a:t>(l</a:t>
            </a:r>
            <a:r>
              <a:rPr sz="1800" spc="-83" dirty="0">
                <a:latin typeface="+mj-lt"/>
                <a:cs typeface="Trebuchet MS"/>
              </a:rPr>
              <a:t>i</a:t>
            </a:r>
            <a:r>
              <a:rPr sz="1800" spc="-86" dirty="0">
                <a:latin typeface="+mj-lt"/>
                <a:cs typeface="Trebuchet MS"/>
              </a:rPr>
              <a:t>k</a:t>
            </a:r>
            <a:r>
              <a:rPr sz="1800" spc="-101" dirty="0">
                <a:latin typeface="+mj-lt"/>
                <a:cs typeface="Trebuchet MS"/>
              </a:rPr>
              <a:t>e</a:t>
            </a:r>
            <a:r>
              <a:rPr sz="1800" spc="-236" dirty="0">
                <a:latin typeface="+mj-lt"/>
                <a:cs typeface="Trebuchet MS"/>
              </a:rPr>
              <a:t> </a:t>
            </a:r>
            <a:r>
              <a:rPr sz="1800" spc="38" dirty="0">
                <a:latin typeface="+mj-lt"/>
                <a:cs typeface="Trebuchet MS"/>
              </a:rPr>
              <a:t>Wi</a:t>
            </a:r>
            <a:r>
              <a:rPr sz="1800" spc="41" dirty="0">
                <a:latin typeface="+mj-lt"/>
                <a:cs typeface="Trebuchet MS"/>
              </a:rPr>
              <a:t>n</a:t>
            </a:r>
            <a:r>
              <a:rPr sz="1800" spc="-26" dirty="0">
                <a:latin typeface="+mj-lt"/>
                <a:cs typeface="Trebuchet MS"/>
              </a:rPr>
              <a:t>d</a:t>
            </a:r>
            <a:r>
              <a:rPr sz="1800" spc="-45" dirty="0">
                <a:latin typeface="+mj-lt"/>
                <a:cs typeface="Trebuchet MS"/>
              </a:rPr>
              <a:t>o</a:t>
            </a:r>
            <a:r>
              <a:rPr sz="1800" spc="-113" dirty="0">
                <a:latin typeface="+mj-lt"/>
                <a:cs typeface="Trebuchet MS"/>
              </a:rPr>
              <a:t>ws</a:t>
            </a:r>
            <a:r>
              <a:rPr sz="1800" spc="-71" dirty="0">
                <a:latin typeface="+mj-lt"/>
                <a:cs typeface="Trebuchet MS"/>
              </a:rPr>
              <a:t>,</a:t>
            </a:r>
            <a:r>
              <a:rPr lang="en-IN" sz="1800" spc="-71" dirty="0">
                <a:latin typeface="+mj-lt"/>
                <a:cs typeface="Trebuchet MS"/>
              </a:rPr>
              <a:t> </a:t>
            </a:r>
            <a:r>
              <a:rPr sz="1800" spc="-188" dirty="0">
                <a:latin typeface="+mj-lt"/>
                <a:cs typeface="Trebuchet MS"/>
              </a:rPr>
              <a:t> </a:t>
            </a:r>
            <a:r>
              <a:rPr sz="1800" spc="-23" dirty="0">
                <a:latin typeface="+mj-lt"/>
                <a:cs typeface="Trebuchet MS"/>
              </a:rPr>
              <a:t>M</a:t>
            </a:r>
            <a:r>
              <a:rPr sz="1800" spc="-26" dirty="0">
                <a:latin typeface="+mj-lt"/>
                <a:cs typeface="Trebuchet MS"/>
              </a:rPr>
              <a:t>a</a:t>
            </a:r>
            <a:r>
              <a:rPr sz="1800" spc="-64" dirty="0">
                <a:latin typeface="+mj-lt"/>
                <a:cs typeface="Trebuchet MS"/>
              </a:rPr>
              <a:t>c</a:t>
            </a:r>
            <a:r>
              <a:rPr sz="1800" spc="-221" dirty="0">
                <a:latin typeface="+mj-lt"/>
                <a:cs typeface="Trebuchet MS"/>
              </a:rPr>
              <a:t>,</a:t>
            </a:r>
            <a:r>
              <a:rPr sz="1800" spc="-199" dirty="0">
                <a:latin typeface="+mj-lt"/>
                <a:cs typeface="Trebuchet MS"/>
              </a:rPr>
              <a:t> </a:t>
            </a:r>
            <a:r>
              <a:rPr lang="en-IN" sz="1800" spc="-199" dirty="0">
                <a:latin typeface="+mj-lt"/>
                <a:cs typeface="Trebuchet MS"/>
              </a:rPr>
              <a:t> </a:t>
            </a:r>
            <a:r>
              <a:rPr sz="1800" spc="-98" dirty="0">
                <a:latin typeface="+mj-lt"/>
                <a:cs typeface="Trebuchet MS"/>
              </a:rPr>
              <a:t>and</a:t>
            </a:r>
            <a:r>
              <a:rPr sz="1800" spc="-41" dirty="0">
                <a:latin typeface="+mj-lt"/>
                <a:cs typeface="Trebuchet MS"/>
              </a:rPr>
              <a:t> </a:t>
            </a:r>
            <a:r>
              <a:rPr sz="1800" spc="-83" dirty="0">
                <a:latin typeface="+mj-lt"/>
                <a:cs typeface="Trebuchet MS"/>
              </a:rPr>
              <a:t>L</a:t>
            </a:r>
            <a:r>
              <a:rPr sz="1800" spc="-41" dirty="0">
                <a:latin typeface="+mj-lt"/>
                <a:cs typeface="Trebuchet MS"/>
              </a:rPr>
              <a:t>i</a:t>
            </a:r>
            <a:r>
              <a:rPr sz="1800" spc="-86" dirty="0">
                <a:latin typeface="+mj-lt"/>
                <a:cs typeface="Trebuchet MS"/>
              </a:rPr>
              <a:t>n</a:t>
            </a:r>
            <a:r>
              <a:rPr sz="1800" spc="-38" dirty="0">
                <a:latin typeface="+mj-lt"/>
                <a:cs typeface="Trebuchet MS"/>
              </a:rPr>
              <a:t>u</a:t>
            </a:r>
            <a:r>
              <a:rPr sz="1800" spc="-26" dirty="0">
                <a:latin typeface="+mj-lt"/>
                <a:cs typeface="Trebuchet MS"/>
              </a:rPr>
              <a:t>x</a:t>
            </a:r>
            <a:r>
              <a:rPr sz="1800" spc="-68" dirty="0">
                <a:latin typeface="+mj-lt"/>
                <a:cs typeface="Trebuchet MS"/>
              </a:rPr>
              <a:t>)</a:t>
            </a:r>
            <a:r>
              <a:rPr sz="1800" spc="-221" dirty="0">
                <a:latin typeface="+mj-lt"/>
                <a:cs typeface="Trebuchet MS"/>
              </a:rPr>
              <a:t>.</a:t>
            </a:r>
            <a:endParaRPr sz="1800" dirty="0">
              <a:latin typeface="+mj-lt"/>
              <a:cs typeface="Trebuchet MS"/>
            </a:endParaRPr>
          </a:p>
          <a:p>
            <a:pPr marL="523399" marR="3810" lvl="1" indent="-171450" algn="just">
              <a:lnSpc>
                <a:spcPct val="120000"/>
              </a:lnSpc>
              <a:spcBef>
                <a:spcPts val="368"/>
              </a:spcBef>
              <a:buClr>
                <a:srgbClr val="B71E42"/>
              </a:buClr>
              <a:buSzPct val="95000"/>
              <a:buFont typeface="Wingdings"/>
              <a:buChar char=""/>
              <a:tabLst>
                <a:tab pos="523875" algn="l"/>
              </a:tabLst>
            </a:pPr>
            <a:r>
              <a:rPr sz="1800" spc="-75" dirty="0">
                <a:latin typeface="+mj-lt"/>
                <a:cs typeface="Trebuchet MS"/>
              </a:rPr>
              <a:t>Virtualized </a:t>
            </a:r>
            <a:r>
              <a:rPr sz="1800" spc="-56" dirty="0">
                <a:latin typeface="+mj-lt"/>
                <a:cs typeface="Trebuchet MS"/>
              </a:rPr>
              <a:t>desktops </a:t>
            </a:r>
            <a:r>
              <a:rPr sz="1800" spc="-101" dirty="0">
                <a:latin typeface="+mj-lt"/>
                <a:cs typeface="Trebuchet MS"/>
              </a:rPr>
              <a:t>don’t </a:t>
            </a:r>
            <a:r>
              <a:rPr sz="1800" spc="-68" dirty="0">
                <a:latin typeface="+mj-lt"/>
                <a:cs typeface="Trebuchet MS"/>
              </a:rPr>
              <a:t>use </a:t>
            </a:r>
            <a:r>
              <a:rPr sz="1800" spc="-86" dirty="0">
                <a:latin typeface="+mj-lt"/>
                <a:cs typeface="Trebuchet MS"/>
              </a:rPr>
              <a:t>the </a:t>
            </a:r>
            <a:r>
              <a:rPr sz="1800" spc="-45" dirty="0">
                <a:latin typeface="+mj-lt"/>
                <a:cs typeface="Trebuchet MS"/>
              </a:rPr>
              <a:t>host </a:t>
            </a:r>
            <a:r>
              <a:rPr sz="1800" spc="-101" dirty="0">
                <a:latin typeface="+mj-lt"/>
                <a:cs typeface="Trebuchet MS"/>
              </a:rPr>
              <a:t>system’s </a:t>
            </a:r>
            <a:r>
              <a:rPr sz="1800" spc="-79" dirty="0">
                <a:latin typeface="+mj-lt"/>
                <a:cs typeface="Trebuchet MS"/>
              </a:rPr>
              <a:t>hard </a:t>
            </a:r>
            <a:r>
              <a:rPr sz="1800" spc="-98" dirty="0">
                <a:latin typeface="+mj-lt"/>
                <a:cs typeface="Trebuchet MS"/>
              </a:rPr>
              <a:t>drive; </a:t>
            </a:r>
            <a:r>
              <a:rPr sz="1800" spc="-105" dirty="0">
                <a:latin typeface="+mj-lt"/>
                <a:cs typeface="Trebuchet MS"/>
              </a:rPr>
              <a:t>instead, </a:t>
            </a:r>
            <a:r>
              <a:rPr sz="1800" spc="-98" dirty="0">
                <a:latin typeface="+mj-lt"/>
                <a:cs typeface="Trebuchet MS"/>
              </a:rPr>
              <a:t>they </a:t>
            </a:r>
            <a:r>
              <a:rPr sz="1800" spc="-49" dirty="0">
                <a:latin typeface="+mj-lt"/>
                <a:cs typeface="Trebuchet MS"/>
              </a:rPr>
              <a:t>run </a:t>
            </a:r>
            <a:r>
              <a:rPr sz="1800" spc="-30" dirty="0">
                <a:latin typeface="+mj-lt"/>
                <a:cs typeface="Trebuchet MS"/>
              </a:rPr>
              <a:t>on </a:t>
            </a:r>
            <a:r>
              <a:rPr sz="1800" spc="-150" dirty="0">
                <a:latin typeface="+mj-lt"/>
                <a:cs typeface="Trebuchet MS"/>
              </a:rPr>
              <a:t>a </a:t>
            </a:r>
            <a:r>
              <a:rPr sz="1800" spc="-146" dirty="0">
                <a:latin typeface="+mj-lt"/>
                <a:cs typeface="Trebuchet MS"/>
              </a:rPr>
              <a:t> </a:t>
            </a:r>
            <a:r>
              <a:rPr sz="1800" spc="-68" dirty="0">
                <a:latin typeface="+mj-lt"/>
                <a:cs typeface="Trebuchet MS"/>
              </a:rPr>
              <a:t>remote</a:t>
            </a:r>
            <a:r>
              <a:rPr sz="1800" spc="-64" dirty="0">
                <a:latin typeface="+mj-lt"/>
                <a:cs typeface="Trebuchet MS"/>
              </a:rPr>
              <a:t> </a:t>
            </a:r>
            <a:r>
              <a:rPr sz="1800" spc="-90" dirty="0">
                <a:latin typeface="+mj-lt"/>
                <a:cs typeface="Trebuchet MS"/>
              </a:rPr>
              <a:t>central</a:t>
            </a:r>
            <a:r>
              <a:rPr sz="1800" spc="-86" dirty="0">
                <a:latin typeface="+mj-lt"/>
                <a:cs typeface="Trebuchet MS"/>
              </a:rPr>
              <a:t> </a:t>
            </a:r>
            <a:r>
              <a:rPr sz="1800" spc="-94" dirty="0">
                <a:latin typeface="+mj-lt"/>
                <a:cs typeface="Trebuchet MS"/>
              </a:rPr>
              <a:t>server. </a:t>
            </a:r>
            <a:r>
              <a:rPr sz="1800" spc="-41" dirty="0">
                <a:latin typeface="+mj-lt"/>
                <a:cs typeface="Trebuchet MS"/>
              </a:rPr>
              <a:t>This </a:t>
            </a:r>
            <a:r>
              <a:rPr sz="1800" spc="-94" dirty="0">
                <a:latin typeface="+mj-lt"/>
                <a:cs typeface="Trebuchet MS"/>
              </a:rPr>
              <a:t>type</a:t>
            </a:r>
            <a:r>
              <a:rPr sz="1800" spc="-90" dirty="0">
                <a:latin typeface="+mj-lt"/>
                <a:cs typeface="Trebuchet MS"/>
              </a:rPr>
              <a:t> </a:t>
            </a:r>
            <a:r>
              <a:rPr sz="1800" spc="-83" dirty="0">
                <a:latin typeface="+mj-lt"/>
                <a:cs typeface="Trebuchet MS"/>
              </a:rPr>
              <a:t>of</a:t>
            </a:r>
            <a:r>
              <a:rPr sz="1800" spc="-79" dirty="0">
                <a:latin typeface="+mj-lt"/>
                <a:cs typeface="Trebuchet MS"/>
              </a:rPr>
              <a:t> </a:t>
            </a:r>
            <a:r>
              <a:rPr sz="1800" spc="-86" dirty="0">
                <a:latin typeface="+mj-lt"/>
                <a:cs typeface="Trebuchet MS"/>
              </a:rPr>
              <a:t>virtualization</a:t>
            </a:r>
            <a:r>
              <a:rPr sz="1800" spc="-83" dirty="0">
                <a:latin typeface="+mj-lt"/>
                <a:cs typeface="Trebuchet MS"/>
              </a:rPr>
              <a:t> </a:t>
            </a:r>
            <a:r>
              <a:rPr sz="1800" spc="-64" dirty="0">
                <a:latin typeface="+mj-lt"/>
                <a:cs typeface="Trebuchet MS"/>
              </a:rPr>
              <a:t>is</a:t>
            </a:r>
            <a:r>
              <a:rPr sz="1800" spc="-60" dirty="0">
                <a:latin typeface="+mj-lt"/>
                <a:cs typeface="Trebuchet MS"/>
              </a:rPr>
              <a:t> </a:t>
            </a:r>
            <a:r>
              <a:rPr sz="1800" spc="-94" dirty="0">
                <a:latin typeface="+mj-lt"/>
                <a:cs typeface="Trebuchet MS"/>
              </a:rPr>
              <a:t>useful</a:t>
            </a:r>
            <a:r>
              <a:rPr sz="1800" spc="-90" dirty="0">
                <a:latin typeface="+mj-lt"/>
                <a:cs typeface="Trebuchet MS"/>
              </a:rPr>
              <a:t> </a:t>
            </a:r>
            <a:r>
              <a:rPr sz="1800" spc="-56" dirty="0">
                <a:latin typeface="+mj-lt"/>
                <a:cs typeface="Trebuchet MS"/>
              </a:rPr>
              <a:t>for</a:t>
            </a:r>
            <a:r>
              <a:rPr sz="1800" spc="338" dirty="0">
                <a:latin typeface="+mj-lt"/>
                <a:cs typeface="Trebuchet MS"/>
              </a:rPr>
              <a:t> </a:t>
            </a:r>
            <a:r>
              <a:rPr sz="1800" spc="-86" dirty="0">
                <a:latin typeface="+mj-lt"/>
                <a:cs typeface="Trebuchet MS"/>
              </a:rPr>
              <a:t>development</a:t>
            </a:r>
            <a:r>
              <a:rPr sz="1800" spc="281" dirty="0">
                <a:latin typeface="+mj-lt"/>
                <a:cs typeface="Trebuchet MS"/>
              </a:rPr>
              <a:t> </a:t>
            </a:r>
            <a:r>
              <a:rPr sz="1800" spc="-101" dirty="0">
                <a:latin typeface="+mj-lt"/>
                <a:cs typeface="Trebuchet MS"/>
              </a:rPr>
              <a:t>and </a:t>
            </a:r>
            <a:r>
              <a:rPr sz="1800" spc="-98" dirty="0">
                <a:latin typeface="+mj-lt"/>
                <a:cs typeface="Trebuchet MS"/>
              </a:rPr>
              <a:t> </a:t>
            </a:r>
            <a:r>
              <a:rPr sz="1800" spc="-86" dirty="0">
                <a:latin typeface="+mj-lt"/>
                <a:cs typeface="Trebuchet MS"/>
              </a:rPr>
              <a:t>testing</a:t>
            </a:r>
            <a:r>
              <a:rPr sz="1800" spc="-83" dirty="0">
                <a:latin typeface="+mj-lt"/>
                <a:cs typeface="Trebuchet MS"/>
              </a:rPr>
              <a:t> </a:t>
            </a:r>
            <a:r>
              <a:rPr sz="1800" spc="-94" dirty="0">
                <a:latin typeface="+mj-lt"/>
                <a:cs typeface="Trebuchet MS"/>
              </a:rPr>
              <a:t>teams</a:t>
            </a:r>
            <a:r>
              <a:rPr sz="1800" spc="-90" dirty="0">
                <a:latin typeface="+mj-lt"/>
                <a:cs typeface="Trebuchet MS"/>
              </a:rPr>
              <a:t> </a:t>
            </a:r>
            <a:r>
              <a:rPr sz="1800" spc="-34" dirty="0">
                <a:latin typeface="+mj-lt"/>
                <a:cs typeface="Trebuchet MS"/>
              </a:rPr>
              <a:t>who</a:t>
            </a:r>
            <a:r>
              <a:rPr sz="1800" spc="-30" dirty="0">
                <a:latin typeface="+mj-lt"/>
                <a:cs typeface="Trebuchet MS"/>
              </a:rPr>
              <a:t> </a:t>
            </a:r>
            <a:r>
              <a:rPr sz="1800" spc="-86" dirty="0">
                <a:latin typeface="+mj-lt"/>
                <a:cs typeface="Trebuchet MS"/>
              </a:rPr>
              <a:t>need</a:t>
            </a:r>
            <a:r>
              <a:rPr sz="1800" spc="-83" dirty="0">
                <a:latin typeface="+mj-lt"/>
                <a:cs typeface="Trebuchet MS"/>
              </a:rPr>
              <a:t> </a:t>
            </a:r>
            <a:r>
              <a:rPr sz="1800" spc="-41" dirty="0">
                <a:latin typeface="+mj-lt"/>
                <a:cs typeface="Trebuchet MS"/>
              </a:rPr>
              <a:t>to</a:t>
            </a:r>
            <a:r>
              <a:rPr sz="1800" spc="-38" dirty="0">
                <a:latin typeface="+mj-lt"/>
                <a:cs typeface="Trebuchet MS"/>
              </a:rPr>
              <a:t> </a:t>
            </a:r>
            <a:r>
              <a:rPr sz="1800" spc="-86" dirty="0">
                <a:latin typeface="+mj-lt"/>
                <a:cs typeface="Trebuchet MS"/>
              </a:rPr>
              <a:t>develop</a:t>
            </a:r>
            <a:r>
              <a:rPr sz="1800" spc="-83" dirty="0">
                <a:latin typeface="+mj-lt"/>
                <a:cs typeface="Trebuchet MS"/>
              </a:rPr>
              <a:t> </a:t>
            </a:r>
            <a:r>
              <a:rPr sz="1800" spc="11" dirty="0">
                <a:latin typeface="+mj-lt"/>
                <a:cs typeface="Trebuchet MS"/>
              </a:rPr>
              <a:t>or </a:t>
            </a:r>
            <a:r>
              <a:rPr sz="1800" spc="-79" dirty="0">
                <a:latin typeface="+mj-lt"/>
                <a:cs typeface="Trebuchet MS"/>
              </a:rPr>
              <a:t>test</a:t>
            </a:r>
            <a:r>
              <a:rPr sz="1800" spc="-75" dirty="0">
                <a:latin typeface="+mj-lt"/>
                <a:cs typeface="Trebuchet MS"/>
              </a:rPr>
              <a:t> </a:t>
            </a:r>
            <a:r>
              <a:rPr sz="1800" spc="-90" dirty="0">
                <a:latin typeface="+mj-lt"/>
                <a:cs typeface="Trebuchet MS"/>
              </a:rPr>
              <a:t>applications</a:t>
            </a:r>
            <a:r>
              <a:rPr sz="1800" spc="-86" dirty="0">
                <a:latin typeface="+mj-lt"/>
                <a:cs typeface="Trebuchet MS"/>
              </a:rPr>
              <a:t> </a:t>
            </a:r>
            <a:r>
              <a:rPr sz="1800" spc="-30" dirty="0">
                <a:latin typeface="+mj-lt"/>
                <a:cs typeface="Trebuchet MS"/>
              </a:rPr>
              <a:t>on</a:t>
            </a:r>
            <a:r>
              <a:rPr sz="1800" spc="-26" dirty="0">
                <a:latin typeface="+mj-lt"/>
                <a:cs typeface="Trebuchet MS"/>
              </a:rPr>
              <a:t> </a:t>
            </a:r>
            <a:r>
              <a:rPr sz="1800" spc="-105" dirty="0">
                <a:latin typeface="+mj-lt"/>
                <a:cs typeface="Trebuchet MS"/>
              </a:rPr>
              <a:t>different</a:t>
            </a:r>
            <a:r>
              <a:rPr sz="1800" spc="240" dirty="0">
                <a:latin typeface="+mj-lt"/>
                <a:cs typeface="Trebuchet MS"/>
              </a:rPr>
              <a:t> </a:t>
            </a:r>
            <a:r>
              <a:rPr sz="1800" spc="-79" dirty="0">
                <a:latin typeface="+mj-lt"/>
                <a:cs typeface="Trebuchet MS"/>
              </a:rPr>
              <a:t>operating </a:t>
            </a:r>
            <a:r>
              <a:rPr sz="1800" spc="-75" dirty="0">
                <a:latin typeface="+mj-lt"/>
                <a:cs typeface="Trebuchet MS"/>
              </a:rPr>
              <a:t> </a:t>
            </a:r>
            <a:r>
              <a:rPr sz="1800" spc="-86" dirty="0">
                <a:latin typeface="+mj-lt"/>
                <a:cs typeface="Trebuchet MS"/>
              </a:rPr>
              <a:t>systems.</a:t>
            </a:r>
            <a:endParaRPr sz="1800" dirty="0">
              <a:latin typeface="+mj-lt"/>
              <a:cs typeface="Trebuchet MS"/>
            </a:endParaRPr>
          </a:p>
          <a:p>
            <a:pPr marL="523875" lvl="1" indent="-171926" algn="just">
              <a:spcBef>
                <a:spcPts val="739"/>
              </a:spcBef>
              <a:buClr>
                <a:srgbClr val="B71E42"/>
              </a:buClr>
              <a:buSzPct val="95000"/>
              <a:buFont typeface="Wingdings"/>
              <a:buChar char=""/>
              <a:tabLst>
                <a:tab pos="523875" algn="l"/>
              </a:tabLst>
            </a:pPr>
            <a:r>
              <a:rPr sz="1800" spc="-79" dirty="0">
                <a:latin typeface="+mj-lt"/>
                <a:cs typeface="Trebuchet MS"/>
              </a:rPr>
              <a:t>Two</a:t>
            </a:r>
            <a:r>
              <a:rPr sz="1800" spc="-45" dirty="0">
                <a:latin typeface="+mj-lt"/>
                <a:cs typeface="Trebuchet MS"/>
              </a:rPr>
              <a:t> </a:t>
            </a:r>
            <a:r>
              <a:rPr sz="1800" spc="-79" dirty="0">
                <a:latin typeface="+mj-lt"/>
                <a:cs typeface="Trebuchet MS"/>
              </a:rPr>
              <a:t>types</a:t>
            </a:r>
            <a:r>
              <a:rPr sz="1800" spc="-41" dirty="0">
                <a:latin typeface="+mj-lt"/>
                <a:cs typeface="Trebuchet MS"/>
              </a:rPr>
              <a:t> </a:t>
            </a:r>
            <a:r>
              <a:rPr lang="en-IN" sz="1800" dirty="0">
                <a:latin typeface="+mj-lt"/>
                <a:cs typeface="Trebuchet MS"/>
              </a:rPr>
              <a:t>- </a:t>
            </a:r>
            <a:r>
              <a:rPr sz="1800" spc="-68" dirty="0">
                <a:latin typeface="+mj-lt"/>
                <a:cs typeface="Trebuchet MS"/>
              </a:rPr>
              <a:t>Virtual</a:t>
            </a:r>
            <a:r>
              <a:rPr sz="1800" spc="-45" dirty="0">
                <a:latin typeface="+mj-lt"/>
                <a:cs typeface="Trebuchet MS"/>
              </a:rPr>
              <a:t> </a:t>
            </a:r>
            <a:r>
              <a:rPr sz="1800" spc="-19" dirty="0">
                <a:latin typeface="+mj-lt"/>
                <a:cs typeface="Trebuchet MS"/>
              </a:rPr>
              <a:t>Desktop</a:t>
            </a:r>
            <a:r>
              <a:rPr sz="1800" spc="-34" dirty="0">
                <a:latin typeface="+mj-lt"/>
                <a:cs typeface="Trebuchet MS"/>
              </a:rPr>
              <a:t> </a:t>
            </a:r>
            <a:r>
              <a:rPr sz="1800" spc="-49" dirty="0">
                <a:latin typeface="+mj-lt"/>
                <a:cs typeface="Trebuchet MS"/>
              </a:rPr>
              <a:t>Infrastructure(VDI)</a:t>
            </a:r>
            <a:r>
              <a:rPr sz="1800" spc="-56" dirty="0">
                <a:latin typeface="+mj-lt"/>
                <a:cs typeface="Trebuchet MS"/>
              </a:rPr>
              <a:t> </a:t>
            </a:r>
            <a:r>
              <a:rPr sz="1800" spc="-98" dirty="0">
                <a:latin typeface="+mj-lt"/>
                <a:cs typeface="Trebuchet MS"/>
              </a:rPr>
              <a:t>and</a:t>
            </a:r>
            <a:r>
              <a:rPr sz="1800" spc="-34" dirty="0">
                <a:latin typeface="+mj-lt"/>
                <a:cs typeface="Trebuchet MS"/>
              </a:rPr>
              <a:t> </a:t>
            </a:r>
            <a:r>
              <a:rPr sz="1800" spc="-75" dirty="0">
                <a:latin typeface="+mj-lt"/>
                <a:cs typeface="Trebuchet MS"/>
              </a:rPr>
              <a:t>Local</a:t>
            </a:r>
            <a:r>
              <a:rPr sz="1800" spc="-53" dirty="0">
                <a:latin typeface="+mj-lt"/>
                <a:cs typeface="Trebuchet MS"/>
              </a:rPr>
              <a:t> </a:t>
            </a:r>
            <a:r>
              <a:rPr sz="1800" spc="-19" dirty="0">
                <a:latin typeface="+mj-lt"/>
                <a:cs typeface="Trebuchet MS"/>
              </a:rPr>
              <a:t>Desktop</a:t>
            </a:r>
            <a:r>
              <a:rPr sz="1800" spc="-263" dirty="0">
                <a:latin typeface="+mj-lt"/>
                <a:cs typeface="Trebuchet MS"/>
              </a:rPr>
              <a:t> </a:t>
            </a:r>
            <a:r>
              <a:rPr sz="1800" spc="-86" dirty="0">
                <a:latin typeface="+mj-lt"/>
                <a:cs typeface="Trebuchet MS"/>
              </a:rPr>
              <a:t>Virtualization.</a:t>
            </a:r>
            <a:endParaRPr sz="1800" dirty="0">
              <a:latin typeface="+mj-lt"/>
              <a:cs typeface="Trebuchet MS"/>
            </a:endParaRPr>
          </a:p>
        </p:txBody>
      </p:sp>
    </p:spTree>
    <p:extLst>
      <p:ext uri="{BB962C8B-B14F-4D97-AF65-F5344CB8AC3E}">
        <p14:creationId xmlns:p14="http://schemas.microsoft.com/office/powerpoint/2010/main" val="2456798998"/>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18519" y="456867"/>
            <a:ext cx="7141976" cy="496832"/>
          </a:xfrm>
          <a:prstGeom prst="rect">
            <a:avLst/>
          </a:prstGeom>
        </p:spPr>
        <p:txBody>
          <a:bodyPr spcFirstLastPara="1" vert="horz" wrap="square" lIns="0" tIns="10001" rIns="0" bIns="0" rtlCol="0" anchor="ctr" anchorCtr="0">
            <a:spAutoFit/>
          </a:bodyPr>
          <a:lstStyle/>
          <a:p>
            <a:pPr marL="9525">
              <a:spcBef>
                <a:spcPts val="79"/>
              </a:spcBef>
            </a:pPr>
            <a:r>
              <a:rPr sz="2400" spc="203" dirty="0"/>
              <a:t>TYP</a:t>
            </a:r>
            <a:r>
              <a:rPr sz="2400" spc="180" dirty="0"/>
              <a:t>E</a:t>
            </a:r>
            <a:r>
              <a:rPr sz="2400" spc="225" dirty="0"/>
              <a:t>S</a:t>
            </a:r>
            <a:r>
              <a:rPr sz="2400" spc="-56" dirty="0"/>
              <a:t> </a:t>
            </a:r>
            <a:r>
              <a:rPr sz="2400" spc="416" dirty="0"/>
              <a:t>O</a:t>
            </a:r>
            <a:r>
              <a:rPr sz="2400" spc="49" dirty="0"/>
              <a:t>F</a:t>
            </a:r>
            <a:r>
              <a:rPr lang="en-IN" sz="2400" spc="49" dirty="0"/>
              <a:t>  </a:t>
            </a:r>
            <a:r>
              <a:rPr sz="2400" spc="-428" dirty="0"/>
              <a:t> </a:t>
            </a:r>
            <a:r>
              <a:rPr sz="2400" spc="180" dirty="0"/>
              <a:t>VI</a:t>
            </a:r>
            <a:r>
              <a:rPr sz="2400" spc="15" dirty="0"/>
              <a:t>R</a:t>
            </a:r>
            <a:r>
              <a:rPr sz="2400" spc="255" dirty="0"/>
              <a:t>T</a:t>
            </a:r>
            <a:r>
              <a:rPr sz="2400" spc="240" dirty="0"/>
              <a:t>U</a:t>
            </a:r>
            <a:r>
              <a:rPr sz="2400" spc="270" dirty="0"/>
              <a:t>A</a:t>
            </a:r>
            <a:r>
              <a:rPr sz="2400" spc="225" dirty="0"/>
              <a:t>L</a:t>
            </a:r>
            <a:r>
              <a:rPr sz="2400" spc="233" dirty="0"/>
              <a:t>IZ</a:t>
            </a:r>
            <a:r>
              <a:rPr sz="2400" spc="56" dirty="0"/>
              <a:t>A</a:t>
            </a:r>
            <a:r>
              <a:rPr sz="2400" spc="304" dirty="0"/>
              <a:t>TION</a:t>
            </a:r>
            <a:endParaRPr sz="2400" dirty="0"/>
          </a:p>
        </p:txBody>
      </p:sp>
      <p:sp>
        <p:nvSpPr>
          <p:cNvPr id="3" name="object 3"/>
          <p:cNvSpPr txBox="1"/>
          <p:nvPr/>
        </p:nvSpPr>
        <p:spPr>
          <a:xfrm>
            <a:off x="856028" y="812288"/>
            <a:ext cx="7666958" cy="4124461"/>
          </a:xfrm>
          <a:prstGeom prst="rect">
            <a:avLst/>
          </a:prstGeom>
        </p:spPr>
        <p:txBody>
          <a:bodyPr vert="horz" wrap="square" lIns="0" tIns="156209" rIns="0" bIns="0" rtlCol="0">
            <a:spAutoFit/>
          </a:bodyPr>
          <a:lstStyle/>
          <a:p>
            <a:pPr marL="180975" indent="-171450">
              <a:spcBef>
                <a:spcPts val="1229"/>
              </a:spcBef>
              <a:buClr>
                <a:srgbClr val="B71E42"/>
              </a:buClr>
              <a:buFont typeface="Arial MT"/>
              <a:buChar char="•"/>
              <a:tabLst>
                <a:tab pos="180975" algn="l"/>
              </a:tabLst>
            </a:pPr>
            <a:r>
              <a:rPr sz="1800" b="1" i="1" spc="-45" dirty="0">
                <a:uFill>
                  <a:solidFill>
                    <a:srgbClr val="000000"/>
                  </a:solidFill>
                </a:uFill>
                <a:latin typeface="+mj-lt"/>
                <a:cs typeface="Trebuchet MS"/>
              </a:rPr>
              <a:t>Desktop</a:t>
            </a:r>
            <a:r>
              <a:rPr sz="1800" b="1" i="1" spc="-41" dirty="0">
                <a:uFill>
                  <a:solidFill>
                    <a:srgbClr val="000000"/>
                  </a:solidFill>
                </a:uFill>
                <a:latin typeface="+mj-lt"/>
                <a:cs typeface="Trebuchet MS"/>
              </a:rPr>
              <a:t> </a:t>
            </a:r>
            <a:r>
              <a:rPr sz="1800" b="1" i="1" spc="-113" dirty="0">
                <a:uFill>
                  <a:solidFill>
                    <a:srgbClr val="000000"/>
                  </a:solidFill>
                </a:uFill>
                <a:latin typeface="+mj-lt"/>
                <a:cs typeface="Trebuchet MS"/>
              </a:rPr>
              <a:t>virtualization</a:t>
            </a:r>
            <a:endParaRPr sz="1800" dirty="0">
              <a:latin typeface="+mj-lt"/>
              <a:cs typeface="Trebuchet MS"/>
            </a:endParaRPr>
          </a:p>
          <a:p>
            <a:pPr marL="523399" marR="3810" lvl="1" indent="-171450" algn="just">
              <a:lnSpc>
                <a:spcPct val="120000"/>
              </a:lnSpc>
              <a:spcBef>
                <a:spcPts val="476"/>
              </a:spcBef>
              <a:buClr>
                <a:srgbClr val="B71E42"/>
              </a:buClr>
              <a:buSzPct val="95000"/>
              <a:buFont typeface="Wingdings"/>
              <a:buChar char=""/>
              <a:tabLst>
                <a:tab pos="523875" algn="l"/>
              </a:tabLst>
            </a:pPr>
            <a:r>
              <a:rPr lang="en-US" sz="1050" dirty="0"/>
              <a:t>Creating a virtual desktop infrastructure, or VDI, makes it possible to work and store files in locations that everyone in your team can easily access no matter where they work.</a:t>
            </a:r>
          </a:p>
          <a:p>
            <a:pPr marL="523399" marR="3810" lvl="1" indent="-171450" algn="just">
              <a:lnSpc>
                <a:spcPct val="120000"/>
              </a:lnSpc>
              <a:spcBef>
                <a:spcPts val="476"/>
              </a:spcBef>
              <a:buClr>
                <a:srgbClr val="B71E42"/>
              </a:buClr>
              <a:buSzPct val="95000"/>
              <a:buFont typeface="Wingdings"/>
              <a:buChar char=""/>
              <a:tabLst>
                <a:tab pos="523875" algn="l"/>
              </a:tabLst>
            </a:pPr>
            <a:r>
              <a:rPr lang="en-US" sz="1050" dirty="0"/>
              <a:t>Desktop virtualization allows people to access multiple applications and operating systems (OS) on a single computer because the applications and OSs are installed on virtual machines that run on a server in the data center.</a:t>
            </a:r>
          </a:p>
          <a:p>
            <a:pPr marL="523399" marR="3810" lvl="1" indent="-171450" algn="just">
              <a:lnSpc>
                <a:spcPct val="120000"/>
              </a:lnSpc>
              <a:spcBef>
                <a:spcPts val="476"/>
              </a:spcBef>
              <a:buClr>
                <a:srgbClr val="B71E42"/>
              </a:buClr>
              <a:buSzPct val="95000"/>
              <a:buFont typeface="Wingdings"/>
              <a:buChar char=""/>
              <a:tabLst>
                <a:tab pos="523875" algn="l"/>
              </a:tabLst>
            </a:pPr>
            <a:r>
              <a:rPr lang="en-US" sz="1050" dirty="0"/>
              <a:t>A virtual machine (VM) is essentially a physical computer, like at your desk, but in software form. VMs are organized using hypervisors, which help the physical computer and the VMs run as intended.</a:t>
            </a:r>
          </a:p>
          <a:p>
            <a:pPr marL="523399" marR="3810" lvl="1" indent="-171450" algn="just">
              <a:lnSpc>
                <a:spcPct val="120000"/>
              </a:lnSpc>
              <a:spcBef>
                <a:spcPts val="476"/>
              </a:spcBef>
              <a:buClr>
                <a:srgbClr val="B71E42"/>
              </a:buClr>
              <a:buSzPct val="95000"/>
              <a:buFont typeface="Wingdings"/>
              <a:buChar char=""/>
              <a:tabLst>
                <a:tab pos="523875" algn="l"/>
              </a:tabLst>
            </a:pPr>
            <a:r>
              <a:rPr lang="en-US" sz="1050" b="1" dirty="0"/>
              <a:t>When it comes to desktop virtualization, there are two main methods: local and remote. Local and remote desktop virtualization</a:t>
            </a:r>
            <a:r>
              <a:rPr lang="en-US" sz="1050" dirty="0"/>
              <a:t> are both possible depending on the business needs. However, local desktop virtualization has many limitations, including the inability to use a mobile device to access the network resources. Remote desktop virtualization is more robust and popular in the marketplace, with users running operating systems and applications accessed from a server located inside a secure data center.</a:t>
            </a:r>
          </a:p>
          <a:p>
            <a:pPr marL="523399" marR="3810" lvl="1" indent="-171450" algn="just">
              <a:lnSpc>
                <a:spcPct val="120000"/>
              </a:lnSpc>
              <a:spcBef>
                <a:spcPts val="476"/>
              </a:spcBef>
              <a:buClr>
                <a:srgbClr val="B71E42"/>
              </a:buClr>
              <a:buSzPct val="95000"/>
              <a:buFont typeface="Wingdings"/>
              <a:buChar char=""/>
              <a:tabLst>
                <a:tab pos="523875" algn="l"/>
              </a:tabLst>
            </a:pPr>
            <a:r>
              <a:rPr lang="en-US" sz="1050" dirty="0"/>
              <a:t>For enterprise-level businesses, </a:t>
            </a:r>
            <a:r>
              <a:rPr lang="en-US" sz="1050" u="sng" dirty="0">
                <a:hlinkClick r:id="rId2"/>
              </a:rPr>
              <a:t>virtualizing desktops</a:t>
            </a:r>
            <a:r>
              <a:rPr lang="en-US" sz="1050" dirty="0"/>
              <a:t> allows employees to log in remotely in case of a natural disaster or health issue that keeps them from coming into the office to work.</a:t>
            </a:r>
          </a:p>
          <a:p>
            <a:pPr marL="523399" marR="3810" lvl="1" indent="-171450" algn="just">
              <a:lnSpc>
                <a:spcPct val="120000"/>
              </a:lnSpc>
              <a:spcBef>
                <a:spcPts val="476"/>
              </a:spcBef>
              <a:buClr>
                <a:srgbClr val="B71E42"/>
              </a:buClr>
              <a:buSzPct val="95000"/>
              <a:buFont typeface="Wingdings"/>
              <a:buChar char=""/>
              <a:tabLst>
                <a:tab pos="523875" algn="l"/>
              </a:tabLst>
            </a:pPr>
            <a:r>
              <a:rPr lang="en-US" sz="1050" dirty="0"/>
              <a:t>Having a virtual desktop setup can be a vital part of the business disaster recovery plan or response to any unexpected event that stops workers from coming into the office. Top solutions providers in this space include VMware and Citrix.</a:t>
            </a:r>
          </a:p>
          <a:p>
            <a:pPr marL="523399" marR="3810" lvl="1" indent="-171450" algn="just">
              <a:lnSpc>
                <a:spcPct val="120000"/>
              </a:lnSpc>
              <a:spcBef>
                <a:spcPts val="476"/>
              </a:spcBef>
              <a:buClr>
                <a:srgbClr val="B71E42"/>
              </a:buClr>
              <a:buSzPct val="95000"/>
              <a:buFont typeface="Wingdings"/>
              <a:buChar char=""/>
              <a:tabLst>
                <a:tab pos="523875" algn="l"/>
              </a:tabLst>
            </a:pPr>
            <a:endParaRPr sz="1800" dirty="0">
              <a:latin typeface="+mj-lt"/>
              <a:cs typeface="Trebuchet MS"/>
            </a:endParaRPr>
          </a:p>
        </p:txBody>
      </p:sp>
    </p:spTree>
    <p:extLst>
      <p:ext uri="{BB962C8B-B14F-4D97-AF65-F5344CB8AC3E}">
        <p14:creationId xmlns:p14="http://schemas.microsoft.com/office/powerpoint/2010/main" val="3959657801"/>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97352" y="447140"/>
            <a:ext cx="7141976" cy="496832"/>
          </a:xfrm>
          <a:prstGeom prst="rect">
            <a:avLst/>
          </a:prstGeom>
        </p:spPr>
        <p:txBody>
          <a:bodyPr spcFirstLastPara="1" vert="horz" wrap="square" lIns="0" tIns="10001" rIns="0" bIns="0" rtlCol="0" anchor="ctr" anchorCtr="0">
            <a:spAutoFit/>
          </a:bodyPr>
          <a:lstStyle/>
          <a:p>
            <a:pPr marL="9525">
              <a:spcBef>
                <a:spcPts val="79"/>
              </a:spcBef>
            </a:pPr>
            <a:r>
              <a:rPr sz="2400" spc="203" dirty="0"/>
              <a:t>TYP</a:t>
            </a:r>
            <a:r>
              <a:rPr sz="2400" spc="180" dirty="0"/>
              <a:t>E</a:t>
            </a:r>
            <a:r>
              <a:rPr sz="2400" spc="225" dirty="0"/>
              <a:t>S</a:t>
            </a:r>
            <a:r>
              <a:rPr sz="2400" spc="-56" dirty="0"/>
              <a:t> </a:t>
            </a:r>
            <a:r>
              <a:rPr sz="2400" spc="416" dirty="0"/>
              <a:t>O</a:t>
            </a:r>
            <a:r>
              <a:rPr sz="2400" spc="49" dirty="0"/>
              <a:t>F</a:t>
            </a:r>
            <a:r>
              <a:rPr lang="en-IN" sz="2400" spc="49" dirty="0"/>
              <a:t>  </a:t>
            </a:r>
            <a:r>
              <a:rPr sz="2400" spc="-428" dirty="0"/>
              <a:t> </a:t>
            </a:r>
            <a:r>
              <a:rPr sz="2400" spc="180" dirty="0"/>
              <a:t>VI</a:t>
            </a:r>
            <a:r>
              <a:rPr sz="2400" spc="15" dirty="0"/>
              <a:t>R</a:t>
            </a:r>
            <a:r>
              <a:rPr sz="2400" spc="255" dirty="0"/>
              <a:t>T</a:t>
            </a:r>
            <a:r>
              <a:rPr sz="2400" spc="240" dirty="0"/>
              <a:t>U</a:t>
            </a:r>
            <a:r>
              <a:rPr sz="2400" spc="270" dirty="0"/>
              <a:t>A</a:t>
            </a:r>
            <a:r>
              <a:rPr sz="2400" spc="225" dirty="0"/>
              <a:t>L</a:t>
            </a:r>
            <a:r>
              <a:rPr sz="2400" spc="233" dirty="0"/>
              <a:t>IZ</a:t>
            </a:r>
            <a:r>
              <a:rPr sz="2400" spc="56" dirty="0"/>
              <a:t>A</a:t>
            </a:r>
            <a:r>
              <a:rPr sz="2400" spc="304" dirty="0"/>
              <a:t>TION</a:t>
            </a:r>
            <a:endParaRPr sz="2400" dirty="0"/>
          </a:p>
        </p:txBody>
      </p:sp>
      <p:sp>
        <p:nvSpPr>
          <p:cNvPr id="3" name="object 3"/>
          <p:cNvSpPr txBox="1"/>
          <p:nvPr/>
        </p:nvSpPr>
        <p:spPr>
          <a:xfrm>
            <a:off x="599218" y="812288"/>
            <a:ext cx="7740110" cy="3940631"/>
          </a:xfrm>
          <a:prstGeom prst="rect">
            <a:avLst/>
          </a:prstGeom>
        </p:spPr>
        <p:txBody>
          <a:bodyPr vert="horz" wrap="square" lIns="0" tIns="105728" rIns="0" bIns="0" rtlCol="0">
            <a:spAutoFit/>
          </a:bodyPr>
          <a:lstStyle/>
          <a:p>
            <a:pPr marL="180975" indent="-171450">
              <a:spcBef>
                <a:spcPts val="832"/>
              </a:spcBef>
              <a:buClr>
                <a:srgbClr val="B71E42"/>
              </a:buClr>
              <a:buFont typeface="Arial MT"/>
              <a:buChar char="•"/>
              <a:tabLst>
                <a:tab pos="180975" algn="l"/>
              </a:tabLst>
            </a:pPr>
            <a:r>
              <a:rPr sz="1800" b="1" spc="11" dirty="0">
                <a:uFill>
                  <a:solidFill>
                    <a:srgbClr val="000000"/>
                  </a:solidFill>
                </a:uFill>
                <a:latin typeface="Times New Roman" panose="02020603050405020304" pitchFamily="18" charset="0"/>
                <a:cs typeface="Times New Roman" panose="02020603050405020304" pitchFamily="18" charset="0"/>
                <a:hlinkClick r:id="rId2"/>
              </a:rPr>
              <a:t>Application</a:t>
            </a:r>
            <a:r>
              <a:rPr sz="1800" b="1" spc="-53" dirty="0">
                <a:uFill>
                  <a:solidFill>
                    <a:srgbClr val="000000"/>
                  </a:solidFill>
                </a:uFill>
                <a:latin typeface="Times New Roman" panose="02020603050405020304" pitchFamily="18" charset="0"/>
                <a:cs typeface="Times New Roman" panose="02020603050405020304" pitchFamily="18" charset="0"/>
                <a:hlinkClick r:id="rId2"/>
              </a:rPr>
              <a:t> </a:t>
            </a:r>
            <a:r>
              <a:rPr sz="1800" b="1" spc="-11" dirty="0">
                <a:uFill>
                  <a:solidFill>
                    <a:srgbClr val="000000"/>
                  </a:solidFill>
                </a:uFill>
                <a:latin typeface="Times New Roman" panose="02020603050405020304" pitchFamily="18" charset="0"/>
                <a:cs typeface="Times New Roman" panose="02020603050405020304" pitchFamily="18" charset="0"/>
                <a:hlinkClick r:id="rId2"/>
              </a:rPr>
              <a:t>virtualization</a:t>
            </a:r>
            <a:endParaRPr sz="1800" dirty="0">
              <a:latin typeface="Times New Roman" panose="02020603050405020304" pitchFamily="18" charset="0"/>
              <a:cs typeface="Times New Roman" panose="02020603050405020304" pitchFamily="18" charset="0"/>
            </a:endParaRPr>
          </a:p>
          <a:p>
            <a:pPr marL="523399" marR="5715" lvl="1" indent="-171450" algn="just">
              <a:lnSpc>
                <a:spcPct val="110000"/>
              </a:lnSpc>
              <a:spcBef>
                <a:spcPts val="420"/>
              </a:spcBef>
              <a:buClr>
                <a:srgbClr val="B71E42"/>
              </a:buClr>
              <a:buFont typeface="Wingdings"/>
              <a:buChar char=""/>
              <a:tabLst>
                <a:tab pos="523875" algn="l"/>
              </a:tabLst>
            </a:pPr>
            <a:r>
              <a:rPr sz="1800" spc="-45" dirty="0">
                <a:latin typeface="Times New Roman" panose="02020603050405020304" pitchFamily="18" charset="0"/>
                <a:cs typeface="Times New Roman" panose="02020603050405020304" pitchFamily="18" charset="0"/>
              </a:rPr>
              <a:t>The </a:t>
            </a:r>
            <a:r>
              <a:rPr sz="1800" spc="-49" dirty="0">
                <a:latin typeface="Times New Roman" panose="02020603050405020304" pitchFamily="18" charset="0"/>
                <a:cs typeface="Times New Roman" panose="02020603050405020304" pitchFamily="18" charset="0"/>
              </a:rPr>
              <a:t>process </a:t>
            </a:r>
            <a:r>
              <a:rPr sz="1800" spc="-79" dirty="0">
                <a:latin typeface="Times New Roman" panose="02020603050405020304" pitchFamily="18" charset="0"/>
                <a:cs typeface="Times New Roman" panose="02020603050405020304" pitchFamily="18" charset="0"/>
              </a:rPr>
              <a:t>of </a:t>
            </a:r>
            <a:r>
              <a:rPr sz="1800" spc="-94" dirty="0">
                <a:latin typeface="Times New Roman" panose="02020603050405020304" pitchFamily="18" charset="0"/>
                <a:cs typeface="Times New Roman" panose="02020603050405020304" pitchFamily="18" charset="0"/>
              </a:rPr>
              <a:t>installing </a:t>
            </a:r>
            <a:r>
              <a:rPr sz="1800" spc="-109" dirty="0">
                <a:latin typeface="Times New Roman" panose="02020603050405020304" pitchFamily="18" charset="0"/>
                <a:cs typeface="Times New Roman" panose="02020603050405020304" pitchFamily="18" charset="0"/>
              </a:rPr>
              <a:t>an </a:t>
            </a:r>
            <a:r>
              <a:rPr sz="1800" spc="-90" dirty="0">
                <a:latin typeface="Times New Roman" panose="02020603050405020304" pitchFamily="18" charset="0"/>
                <a:cs typeface="Times New Roman" panose="02020603050405020304" pitchFamily="18" charset="0"/>
              </a:rPr>
              <a:t>application </a:t>
            </a:r>
            <a:r>
              <a:rPr sz="1800" spc="-26" dirty="0">
                <a:latin typeface="Times New Roman" panose="02020603050405020304" pitchFamily="18" charset="0"/>
                <a:cs typeface="Times New Roman" panose="02020603050405020304" pitchFamily="18" charset="0"/>
              </a:rPr>
              <a:t>on </a:t>
            </a:r>
            <a:r>
              <a:rPr sz="1800" spc="-143" dirty="0">
                <a:latin typeface="Times New Roman" panose="02020603050405020304" pitchFamily="18" charset="0"/>
                <a:cs typeface="Times New Roman" panose="02020603050405020304" pitchFamily="18" charset="0"/>
              </a:rPr>
              <a:t>a </a:t>
            </a:r>
            <a:r>
              <a:rPr sz="1800" spc="-83" dirty="0">
                <a:latin typeface="Times New Roman" panose="02020603050405020304" pitchFamily="18" charset="0"/>
                <a:cs typeface="Times New Roman" panose="02020603050405020304" pitchFamily="18" charset="0"/>
              </a:rPr>
              <a:t>central </a:t>
            </a:r>
            <a:r>
              <a:rPr sz="1800" spc="-49" dirty="0">
                <a:latin typeface="Times New Roman" panose="02020603050405020304" pitchFamily="18" charset="0"/>
                <a:cs typeface="Times New Roman" panose="02020603050405020304" pitchFamily="18" charset="0"/>
              </a:rPr>
              <a:t>server </a:t>
            </a:r>
            <a:r>
              <a:rPr sz="1800" spc="-86" dirty="0">
                <a:latin typeface="Times New Roman" panose="02020603050405020304" pitchFamily="18" charset="0"/>
                <a:cs typeface="Times New Roman" panose="02020603050405020304" pitchFamily="18" charset="0"/>
              </a:rPr>
              <a:t>(single </a:t>
            </a:r>
            <a:r>
              <a:rPr sz="1800" spc="-60" dirty="0">
                <a:latin typeface="Times New Roman" panose="02020603050405020304" pitchFamily="18" charset="0"/>
                <a:cs typeface="Times New Roman" panose="02020603050405020304" pitchFamily="18" charset="0"/>
              </a:rPr>
              <a:t>computer </a:t>
            </a:r>
            <a:r>
              <a:rPr sz="1800" spc="-71" dirty="0">
                <a:latin typeface="Times New Roman" panose="02020603050405020304" pitchFamily="18" charset="0"/>
                <a:cs typeface="Times New Roman" panose="02020603050405020304" pitchFamily="18" charset="0"/>
              </a:rPr>
              <a:t>system) </a:t>
            </a:r>
            <a:r>
              <a:rPr sz="1800" spc="-101" dirty="0">
                <a:latin typeface="Times New Roman" panose="02020603050405020304" pitchFamily="18" charset="0"/>
                <a:cs typeface="Times New Roman" panose="02020603050405020304" pitchFamily="18" charset="0"/>
              </a:rPr>
              <a:t>that</a:t>
            </a:r>
            <a:r>
              <a:rPr lang="en-IN" sz="1800" spc="-101" dirty="0">
                <a:latin typeface="Times New Roman" panose="02020603050405020304" pitchFamily="18" charset="0"/>
                <a:cs typeface="Times New Roman" panose="02020603050405020304" pitchFamily="18" charset="0"/>
              </a:rPr>
              <a:t> </a:t>
            </a:r>
            <a:r>
              <a:rPr sz="1800" spc="-101" dirty="0">
                <a:latin typeface="Times New Roman" panose="02020603050405020304" pitchFamily="18" charset="0"/>
                <a:cs typeface="Times New Roman" panose="02020603050405020304" pitchFamily="18" charset="0"/>
              </a:rPr>
              <a:t>can</a:t>
            </a:r>
            <a:r>
              <a:rPr sz="1800" spc="-19" dirty="0">
                <a:latin typeface="Times New Roman" panose="02020603050405020304" pitchFamily="18" charset="0"/>
                <a:cs typeface="Times New Roman" panose="02020603050405020304" pitchFamily="18" charset="0"/>
              </a:rPr>
              <a:t> </a:t>
            </a:r>
            <a:r>
              <a:rPr sz="1800" spc="-86" dirty="0">
                <a:latin typeface="Times New Roman" panose="02020603050405020304" pitchFamily="18" charset="0"/>
                <a:cs typeface="Times New Roman" panose="02020603050405020304" pitchFamily="18" charset="0"/>
              </a:rPr>
              <a:t>virtually</a:t>
            </a:r>
            <a:r>
              <a:rPr sz="1800" spc="-19" dirty="0">
                <a:latin typeface="Times New Roman" panose="02020603050405020304" pitchFamily="18" charset="0"/>
                <a:cs typeface="Times New Roman" panose="02020603050405020304" pitchFamily="18" charset="0"/>
              </a:rPr>
              <a:t> </a:t>
            </a:r>
            <a:r>
              <a:rPr sz="1800" spc="-90" dirty="0">
                <a:latin typeface="Times New Roman" panose="02020603050405020304" pitchFamily="18" charset="0"/>
                <a:cs typeface="Times New Roman" panose="02020603050405020304" pitchFamily="18" charset="0"/>
              </a:rPr>
              <a:t>be</a:t>
            </a:r>
            <a:r>
              <a:rPr sz="1800" spc="-30" dirty="0">
                <a:latin typeface="Times New Roman" panose="02020603050405020304" pitchFamily="18" charset="0"/>
                <a:cs typeface="Times New Roman" panose="02020603050405020304" pitchFamily="18" charset="0"/>
              </a:rPr>
              <a:t> </a:t>
            </a:r>
            <a:r>
              <a:rPr sz="1800" spc="-71" dirty="0">
                <a:latin typeface="Times New Roman" panose="02020603050405020304" pitchFamily="18" charset="0"/>
                <a:cs typeface="Times New Roman" panose="02020603050405020304" pitchFamily="18" charset="0"/>
              </a:rPr>
              <a:t>operated</a:t>
            </a:r>
            <a:r>
              <a:rPr sz="1800" spc="-23" dirty="0">
                <a:latin typeface="Times New Roman" panose="02020603050405020304" pitchFamily="18" charset="0"/>
                <a:cs typeface="Times New Roman" panose="02020603050405020304" pitchFamily="18" charset="0"/>
              </a:rPr>
              <a:t> </a:t>
            </a:r>
            <a:r>
              <a:rPr sz="1800" spc="-26" dirty="0">
                <a:latin typeface="Times New Roman" panose="02020603050405020304" pitchFamily="18" charset="0"/>
                <a:cs typeface="Times New Roman" panose="02020603050405020304" pitchFamily="18" charset="0"/>
              </a:rPr>
              <a:t>on </a:t>
            </a:r>
            <a:r>
              <a:rPr sz="1800" spc="-98" dirty="0">
                <a:latin typeface="Times New Roman" panose="02020603050405020304" pitchFamily="18" charset="0"/>
                <a:cs typeface="Times New Roman" panose="02020603050405020304" pitchFamily="18" charset="0"/>
              </a:rPr>
              <a:t>multiple</a:t>
            </a:r>
            <a:r>
              <a:rPr sz="1800" spc="-34" dirty="0">
                <a:latin typeface="Times New Roman" panose="02020603050405020304" pitchFamily="18" charset="0"/>
                <a:cs typeface="Times New Roman" panose="02020603050405020304" pitchFamily="18" charset="0"/>
              </a:rPr>
              <a:t> </a:t>
            </a:r>
            <a:r>
              <a:rPr sz="1800" spc="-64" dirty="0">
                <a:latin typeface="Times New Roman" panose="02020603050405020304" pitchFamily="18" charset="0"/>
                <a:cs typeface="Times New Roman" panose="02020603050405020304" pitchFamily="18" charset="0"/>
              </a:rPr>
              <a:t>systems</a:t>
            </a:r>
            <a:r>
              <a:rPr sz="1800" spc="-34" dirty="0">
                <a:latin typeface="Times New Roman" panose="02020603050405020304" pitchFamily="18" charset="0"/>
                <a:cs typeface="Times New Roman" panose="02020603050405020304" pitchFamily="18" charset="0"/>
              </a:rPr>
              <a:t> </a:t>
            </a:r>
            <a:r>
              <a:rPr sz="1800" spc="-64" dirty="0">
                <a:latin typeface="Times New Roman" panose="02020603050405020304" pitchFamily="18" charset="0"/>
                <a:cs typeface="Times New Roman" panose="02020603050405020304" pitchFamily="18" charset="0"/>
              </a:rPr>
              <a:t>is</a:t>
            </a:r>
            <a:r>
              <a:rPr sz="1800" spc="-38" dirty="0">
                <a:latin typeface="Times New Roman" panose="02020603050405020304" pitchFamily="18" charset="0"/>
                <a:cs typeface="Times New Roman" panose="02020603050405020304" pitchFamily="18" charset="0"/>
              </a:rPr>
              <a:t> </a:t>
            </a:r>
            <a:r>
              <a:rPr sz="1800" spc="-45" dirty="0">
                <a:latin typeface="Times New Roman" panose="02020603050405020304" pitchFamily="18" charset="0"/>
                <a:cs typeface="Times New Roman" panose="02020603050405020304" pitchFamily="18" charset="0"/>
              </a:rPr>
              <a:t>known</a:t>
            </a:r>
            <a:r>
              <a:rPr sz="1800" spc="-23" dirty="0">
                <a:latin typeface="Times New Roman" panose="02020603050405020304" pitchFamily="18" charset="0"/>
                <a:cs typeface="Times New Roman" panose="02020603050405020304" pitchFamily="18" charset="0"/>
              </a:rPr>
              <a:t> </a:t>
            </a:r>
            <a:r>
              <a:rPr sz="1800" spc="-90" dirty="0">
                <a:latin typeface="Times New Roman" panose="02020603050405020304" pitchFamily="18" charset="0"/>
                <a:cs typeface="Times New Roman" panose="02020603050405020304" pitchFamily="18" charset="0"/>
              </a:rPr>
              <a:t>as</a:t>
            </a:r>
            <a:r>
              <a:rPr sz="1800" spc="-26" dirty="0">
                <a:latin typeface="Times New Roman" panose="02020603050405020304" pitchFamily="18" charset="0"/>
                <a:cs typeface="Times New Roman" panose="02020603050405020304" pitchFamily="18" charset="0"/>
              </a:rPr>
              <a:t> </a:t>
            </a:r>
            <a:r>
              <a:rPr sz="1800" spc="-94" dirty="0">
                <a:latin typeface="Times New Roman" panose="02020603050405020304" pitchFamily="18" charset="0"/>
                <a:cs typeface="Times New Roman" panose="02020603050405020304" pitchFamily="18" charset="0"/>
              </a:rPr>
              <a:t>application</a:t>
            </a:r>
            <a:r>
              <a:rPr sz="1800" spc="-11" dirty="0">
                <a:latin typeface="Times New Roman" panose="02020603050405020304" pitchFamily="18" charset="0"/>
                <a:cs typeface="Times New Roman" panose="02020603050405020304" pitchFamily="18" charset="0"/>
              </a:rPr>
              <a:t> </a:t>
            </a:r>
            <a:r>
              <a:rPr sz="1800" spc="-90" dirty="0">
                <a:latin typeface="Times New Roman" panose="02020603050405020304" pitchFamily="18" charset="0"/>
                <a:cs typeface="Times New Roman" panose="02020603050405020304" pitchFamily="18" charset="0"/>
              </a:rPr>
              <a:t>virtualization.</a:t>
            </a:r>
            <a:endParaRPr sz="1800" dirty="0">
              <a:latin typeface="Times New Roman" panose="02020603050405020304" pitchFamily="18" charset="0"/>
              <a:cs typeface="Times New Roman" panose="02020603050405020304" pitchFamily="18" charset="0"/>
            </a:endParaRPr>
          </a:p>
          <a:p>
            <a:pPr marL="523399" marR="3810" lvl="1" indent="-171450" algn="just">
              <a:lnSpc>
                <a:spcPct val="110000"/>
              </a:lnSpc>
              <a:spcBef>
                <a:spcPts val="379"/>
              </a:spcBef>
              <a:buClr>
                <a:srgbClr val="B71E42"/>
              </a:buClr>
              <a:buFont typeface="Wingdings"/>
              <a:buChar char=""/>
              <a:tabLst>
                <a:tab pos="523875" algn="l"/>
              </a:tabLst>
            </a:pPr>
            <a:r>
              <a:rPr sz="1800" spc="-26" dirty="0">
                <a:latin typeface="Times New Roman" panose="02020603050405020304" pitchFamily="18" charset="0"/>
                <a:cs typeface="Times New Roman" panose="02020603050405020304" pitchFamily="18" charset="0"/>
              </a:rPr>
              <a:t>For </a:t>
            </a:r>
            <a:r>
              <a:rPr sz="1800" spc="-83" dirty="0">
                <a:latin typeface="Times New Roman" panose="02020603050405020304" pitchFamily="18" charset="0"/>
                <a:cs typeface="Times New Roman" panose="02020603050405020304" pitchFamily="18" charset="0"/>
              </a:rPr>
              <a:t>end </a:t>
            </a:r>
            <a:r>
              <a:rPr sz="1800" spc="-75" dirty="0">
                <a:latin typeface="Times New Roman" panose="02020603050405020304" pitchFamily="18" charset="0"/>
                <a:cs typeface="Times New Roman" panose="02020603050405020304" pitchFamily="18" charset="0"/>
              </a:rPr>
              <a:t>users, </a:t>
            </a:r>
            <a:r>
              <a:rPr sz="1800" spc="-86" dirty="0">
                <a:latin typeface="Times New Roman" panose="02020603050405020304" pitchFamily="18" charset="0"/>
                <a:cs typeface="Times New Roman" panose="02020603050405020304" pitchFamily="18" charset="0"/>
              </a:rPr>
              <a:t>the </a:t>
            </a:r>
            <a:r>
              <a:rPr sz="1800" spc="-83" dirty="0">
                <a:latin typeface="Times New Roman" panose="02020603050405020304" pitchFamily="18" charset="0"/>
                <a:cs typeface="Times New Roman" panose="02020603050405020304" pitchFamily="18" charset="0"/>
              </a:rPr>
              <a:t>virtualized </a:t>
            </a:r>
            <a:r>
              <a:rPr sz="1800" spc="-90" dirty="0">
                <a:latin typeface="Times New Roman" panose="02020603050405020304" pitchFamily="18" charset="0"/>
                <a:cs typeface="Times New Roman" panose="02020603050405020304" pitchFamily="18" charset="0"/>
              </a:rPr>
              <a:t>application </a:t>
            </a:r>
            <a:r>
              <a:rPr sz="1800" spc="-23" dirty="0">
                <a:latin typeface="Times New Roman" panose="02020603050405020304" pitchFamily="18" charset="0"/>
                <a:cs typeface="Times New Roman" panose="02020603050405020304" pitchFamily="18" charset="0"/>
              </a:rPr>
              <a:t>works </a:t>
            </a:r>
            <a:r>
              <a:rPr sz="1800" spc="-90" dirty="0">
                <a:latin typeface="Times New Roman" panose="02020603050405020304" pitchFamily="18" charset="0"/>
                <a:cs typeface="Times New Roman" panose="02020603050405020304" pitchFamily="18" charset="0"/>
              </a:rPr>
              <a:t>exactly </a:t>
            </a:r>
            <a:r>
              <a:rPr sz="1800" spc="-98" dirty="0">
                <a:latin typeface="Times New Roman" panose="02020603050405020304" pitchFamily="18" charset="0"/>
                <a:cs typeface="Times New Roman" panose="02020603050405020304" pitchFamily="18" charset="0"/>
              </a:rPr>
              <a:t>like </a:t>
            </a:r>
            <a:r>
              <a:rPr sz="1800" spc="-143" dirty="0">
                <a:latin typeface="Times New Roman" panose="02020603050405020304" pitchFamily="18" charset="0"/>
                <a:cs typeface="Times New Roman" panose="02020603050405020304" pitchFamily="18" charset="0"/>
              </a:rPr>
              <a:t>a</a:t>
            </a:r>
            <a:r>
              <a:rPr sz="1800" spc="-139" dirty="0">
                <a:latin typeface="Times New Roman" panose="02020603050405020304" pitchFamily="18" charset="0"/>
                <a:cs typeface="Times New Roman" panose="02020603050405020304" pitchFamily="18" charset="0"/>
              </a:rPr>
              <a:t> </a:t>
            </a:r>
            <a:r>
              <a:rPr sz="1800" spc="-101" dirty="0">
                <a:latin typeface="Times New Roman" panose="02020603050405020304" pitchFamily="18" charset="0"/>
                <a:cs typeface="Times New Roman" panose="02020603050405020304" pitchFamily="18" charset="0"/>
              </a:rPr>
              <a:t>native</a:t>
            </a:r>
            <a:r>
              <a:rPr sz="1800" spc="225" dirty="0">
                <a:latin typeface="Times New Roman" panose="02020603050405020304" pitchFamily="18" charset="0"/>
                <a:cs typeface="Times New Roman" panose="02020603050405020304" pitchFamily="18" charset="0"/>
              </a:rPr>
              <a:t> </a:t>
            </a:r>
            <a:r>
              <a:rPr sz="1800" spc="-94" dirty="0">
                <a:latin typeface="Times New Roman" panose="02020603050405020304" pitchFamily="18" charset="0"/>
                <a:cs typeface="Times New Roman" panose="02020603050405020304" pitchFamily="18" charset="0"/>
              </a:rPr>
              <a:t>application</a:t>
            </a:r>
            <a:r>
              <a:rPr sz="1800" spc="240" dirty="0">
                <a:latin typeface="Times New Roman" panose="02020603050405020304" pitchFamily="18" charset="0"/>
                <a:cs typeface="Times New Roman" panose="02020603050405020304" pitchFamily="18" charset="0"/>
              </a:rPr>
              <a:t> </a:t>
            </a:r>
            <a:r>
              <a:rPr sz="1800" spc="-94" dirty="0">
                <a:latin typeface="Times New Roman" panose="02020603050405020304" pitchFamily="18" charset="0"/>
                <a:cs typeface="Times New Roman" panose="02020603050405020304" pitchFamily="18" charset="0"/>
              </a:rPr>
              <a:t>installed </a:t>
            </a:r>
            <a:r>
              <a:rPr sz="1800" spc="-26" dirty="0">
                <a:latin typeface="Times New Roman" panose="02020603050405020304" pitchFamily="18" charset="0"/>
                <a:cs typeface="Times New Roman" panose="02020603050405020304" pitchFamily="18" charset="0"/>
              </a:rPr>
              <a:t>on </a:t>
            </a:r>
            <a:r>
              <a:rPr sz="1800" spc="-143" dirty="0">
                <a:latin typeface="Times New Roman" panose="02020603050405020304" pitchFamily="18" charset="0"/>
                <a:cs typeface="Times New Roman" panose="02020603050405020304" pitchFamily="18" charset="0"/>
              </a:rPr>
              <a:t>a</a:t>
            </a:r>
            <a:r>
              <a:rPr sz="1800" spc="-139" dirty="0">
                <a:latin typeface="Times New Roman" panose="02020603050405020304" pitchFamily="18" charset="0"/>
                <a:cs typeface="Times New Roman" panose="02020603050405020304" pitchFamily="18" charset="0"/>
              </a:rPr>
              <a:t> </a:t>
            </a:r>
            <a:r>
              <a:rPr sz="1800" spc="-94" dirty="0">
                <a:latin typeface="Times New Roman" panose="02020603050405020304" pitchFamily="18" charset="0"/>
                <a:cs typeface="Times New Roman" panose="02020603050405020304" pitchFamily="18" charset="0"/>
              </a:rPr>
              <a:t>physical</a:t>
            </a:r>
            <a:r>
              <a:rPr sz="1800" spc="-90" dirty="0">
                <a:latin typeface="Times New Roman" panose="02020603050405020304" pitchFamily="18" charset="0"/>
                <a:cs typeface="Times New Roman" panose="02020603050405020304" pitchFamily="18" charset="0"/>
              </a:rPr>
              <a:t> </a:t>
            </a:r>
            <a:r>
              <a:rPr sz="1800" spc="-105" dirty="0">
                <a:latin typeface="Times New Roman" panose="02020603050405020304" pitchFamily="18" charset="0"/>
                <a:cs typeface="Times New Roman" panose="02020603050405020304" pitchFamily="18" charset="0"/>
              </a:rPr>
              <a:t>machine. </a:t>
            </a:r>
            <a:r>
              <a:rPr sz="1800" dirty="0">
                <a:latin typeface="Times New Roman" panose="02020603050405020304" pitchFamily="18" charset="0"/>
                <a:cs typeface="Times New Roman" panose="02020603050405020304" pitchFamily="18" charset="0"/>
              </a:rPr>
              <a:t>With </a:t>
            </a:r>
            <a:r>
              <a:rPr sz="1800" spc="-94" dirty="0">
                <a:latin typeface="Times New Roman" panose="02020603050405020304" pitchFamily="18" charset="0"/>
                <a:cs typeface="Times New Roman" panose="02020603050405020304" pitchFamily="18" charset="0"/>
              </a:rPr>
              <a:t>application</a:t>
            </a:r>
            <a:r>
              <a:rPr sz="1800" spc="-90" dirty="0">
                <a:latin typeface="Times New Roman" panose="02020603050405020304" pitchFamily="18" charset="0"/>
                <a:cs typeface="Times New Roman" panose="02020603050405020304" pitchFamily="18" charset="0"/>
              </a:rPr>
              <a:t> virtualization, </a:t>
            </a:r>
            <a:r>
              <a:rPr sz="1800" spc="-139" dirty="0">
                <a:latin typeface="Times New Roman" panose="02020603050405020304" pitchFamily="18" charset="0"/>
                <a:cs typeface="Times New Roman" panose="02020603050405020304" pitchFamily="18" charset="0"/>
              </a:rPr>
              <a:t>it’s</a:t>
            </a:r>
            <a:r>
              <a:rPr sz="1800" spc="-135" dirty="0">
                <a:latin typeface="Times New Roman" panose="02020603050405020304" pitchFamily="18" charset="0"/>
                <a:cs typeface="Times New Roman" panose="02020603050405020304" pitchFamily="18" charset="0"/>
              </a:rPr>
              <a:t> </a:t>
            </a:r>
            <a:r>
              <a:rPr sz="1800" spc="-75" dirty="0">
                <a:latin typeface="Times New Roman" panose="02020603050405020304" pitchFamily="18" charset="0"/>
                <a:cs typeface="Times New Roman" panose="02020603050405020304" pitchFamily="18" charset="0"/>
              </a:rPr>
              <a:t>easier</a:t>
            </a:r>
            <a:r>
              <a:rPr sz="1800" spc="-71" dirty="0">
                <a:latin typeface="Times New Roman" panose="02020603050405020304" pitchFamily="18" charset="0"/>
                <a:cs typeface="Times New Roman" panose="02020603050405020304" pitchFamily="18" charset="0"/>
              </a:rPr>
              <a:t> </a:t>
            </a:r>
            <a:r>
              <a:rPr sz="1800" spc="-53" dirty="0">
                <a:latin typeface="Times New Roman" panose="02020603050405020304" pitchFamily="18" charset="0"/>
                <a:cs typeface="Times New Roman" panose="02020603050405020304" pitchFamily="18" charset="0"/>
              </a:rPr>
              <a:t>for </a:t>
            </a:r>
            <a:r>
              <a:rPr sz="1800" spc="-68" dirty="0">
                <a:latin typeface="Times New Roman" panose="02020603050405020304" pitchFamily="18" charset="0"/>
                <a:cs typeface="Times New Roman" panose="02020603050405020304" pitchFamily="18" charset="0"/>
              </a:rPr>
              <a:t>organizations</a:t>
            </a:r>
            <a:r>
              <a:rPr sz="1800" spc="-64" dirty="0">
                <a:latin typeface="Times New Roman" panose="02020603050405020304" pitchFamily="18" charset="0"/>
                <a:cs typeface="Times New Roman" panose="02020603050405020304" pitchFamily="18" charset="0"/>
              </a:rPr>
              <a:t> </a:t>
            </a:r>
            <a:r>
              <a:rPr sz="1800" spc="-38" dirty="0">
                <a:latin typeface="Times New Roman" panose="02020603050405020304" pitchFamily="18" charset="0"/>
                <a:cs typeface="Times New Roman" panose="02020603050405020304" pitchFamily="18" charset="0"/>
              </a:rPr>
              <a:t>to </a:t>
            </a:r>
            <a:r>
              <a:rPr sz="1800" spc="-34" dirty="0">
                <a:latin typeface="Times New Roman" panose="02020603050405020304" pitchFamily="18" charset="0"/>
                <a:cs typeface="Times New Roman" panose="02020603050405020304" pitchFamily="18" charset="0"/>
              </a:rPr>
              <a:t> </a:t>
            </a:r>
            <a:r>
              <a:rPr sz="1800" spc="-105" dirty="0">
                <a:latin typeface="Times New Roman" panose="02020603050405020304" pitchFamily="18" charset="0"/>
                <a:cs typeface="Times New Roman" panose="02020603050405020304" pitchFamily="18" charset="0"/>
              </a:rPr>
              <a:t>update,</a:t>
            </a:r>
            <a:r>
              <a:rPr sz="1800" spc="-172" dirty="0">
                <a:latin typeface="Times New Roman" panose="02020603050405020304" pitchFamily="18" charset="0"/>
                <a:cs typeface="Times New Roman" panose="02020603050405020304" pitchFamily="18" charset="0"/>
              </a:rPr>
              <a:t> </a:t>
            </a:r>
            <a:r>
              <a:rPr sz="1800" spc="-116" dirty="0">
                <a:latin typeface="Times New Roman" panose="02020603050405020304" pitchFamily="18" charset="0"/>
                <a:cs typeface="Times New Roman" panose="02020603050405020304" pitchFamily="18" charset="0"/>
              </a:rPr>
              <a:t>maintain,</a:t>
            </a:r>
            <a:r>
              <a:rPr sz="1800" spc="-172" dirty="0">
                <a:latin typeface="Times New Roman" panose="02020603050405020304" pitchFamily="18" charset="0"/>
                <a:cs typeface="Times New Roman" panose="02020603050405020304" pitchFamily="18" charset="0"/>
              </a:rPr>
              <a:t> </a:t>
            </a:r>
            <a:r>
              <a:rPr sz="1800" spc="-98" dirty="0">
                <a:latin typeface="Times New Roman" panose="02020603050405020304" pitchFamily="18" charset="0"/>
                <a:cs typeface="Times New Roman" panose="02020603050405020304" pitchFamily="18" charset="0"/>
              </a:rPr>
              <a:t>and</a:t>
            </a:r>
            <a:r>
              <a:rPr sz="1800" spc="-34" dirty="0">
                <a:latin typeface="Times New Roman" panose="02020603050405020304" pitchFamily="18" charset="0"/>
                <a:cs typeface="Times New Roman" panose="02020603050405020304" pitchFamily="18" charset="0"/>
              </a:rPr>
              <a:t> </a:t>
            </a:r>
            <a:r>
              <a:rPr sz="1800" spc="-90" dirty="0">
                <a:latin typeface="Times New Roman" panose="02020603050405020304" pitchFamily="18" charset="0"/>
                <a:cs typeface="Times New Roman" panose="02020603050405020304" pitchFamily="18" charset="0"/>
              </a:rPr>
              <a:t>fix</a:t>
            </a:r>
            <a:r>
              <a:rPr sz="1800" spc="-53" dirty="0">
                <a:latin typeface="Times New Roman" panose="02020603050405020304" pitchFamily="18" charset="0"/>
                <a:cs typeface="Times New Roman" panose="02020603050405020304" pitchFamily="18" charset="0"/>
              </a:rPr>
              <a:t> </a:t>
            </a:r>
            <a:r>
              <a:rPr sz="1800" spc="-86" dirty="0">
                <a:latin typeface="Times New Roman" panose="02020603050405020304" pitchFamily="18" charset="0"/>
                <a:cs typeface="Times New Roman" panose="02020603050405020304" pitchFamily="18" charset="0"/>
              </a:rPr>
              <a:t>applications</a:t>
            </a:r>
            <a:r>
              <a:rPr sz="1800" spc="-26" dirty="0">
                <a:latin typeface="Times New Roman" panose="02020603050405020304" pitchFamily="18" charset="0"/>
                <a:cs typeface="Times New Roman" panose="02020603050405020304" pitchFamily="18" charset="0"/>
              </a:rPr>
              <a:t> </a:t>
            </a:r>
            <a:r>
              <a:rPr sz="1800" spc="-113" dirty="0">
                <a:latin typeface="Times New Roman" panose="02020603050405020304" pitchFamily="18" charset="0"/>
                <a:cs typeface="Times New Roman" panose="02020603050405020304" pitchFamily="18" charset="0"/>
              </a:rPr>
              <a:t>centrally.</a:t>
            </a:r>
            <a:endParaRPr sz="1800" dirty="0">
              <a:latin typeface="Times New Roman" panose="02020603050405020304" pitchFamily="18" charset="0"/>
              <a:cs typeface="Times New Roman" panose="02020603050405020304" pitchFamily="18" charset="0"/>
            </a:endParaRPr>
          </a:p>
          <a:p>
            <a:pPr marL="523399" marR="3810" lvl="1" indent="-171450" algn="just">
              <a:lnSpc>
                <a:spcPct val="110000"/>
              </a:lnSpc>
              <a:spcBef>
                <a:spcPts val="379"/>
              </a:spcBef>
              <a:buClr>
                <a:srgbClr val="B71E42"/>
              </a:buClr>
              <a:buFont typeface="Wingdings"/>
              <a:buChar char=""/>
              <a:tabLst>
                <a:tab pos="523875" algn="l"/>
              </a:tabLst>
            </a:pPr>
            <a:r>
              <a:rPr sz="1800" spc="-41" dirty="0">
                <a:latin typeface="Times New Roman" panose="02020603050405020304" pitchFamily="18" charset="0"/>
                <a:cs typeface="Times New Roman" panose="02020603050405020304" pitchFamily="18" charset="0"/>
              </a:rPr>
              <a:t>Admins</a:t>
            </a:r>
            <a:r>
              <a:rPr sz="1800" spc="71" dirty="0">
                <a:latin typeface="Times New Roman" panose="02020603050405020304" pitchFamily="18" charset="0"/>
                <a:cs typeface="Times New Roman" panose="02020603050405020304" pitchFamily="18" charset="0"/>
              </a:rPr>
              <a:t> </a:t>
            </a:r>
            <a:r>
              <a:rPr sz="1800" spc="-101" dirty="0">
                <a:latin typeface="Times New Roman" panose="02020603050405020304" pitchFamily="18" charset="0"/>
                <a:cs typeface="Times New Roman" panose="02020603050405020304" pitchFamily="18" charset="0"/>
              </a:rPr>
              <a:t>can</a:t>
            </a:r>
            <a:r>
              <a:rPr sz="1800" spc="71" dirty="0">
                <a:latin typeface="Times New Roman" panose="02020603050405020304" pitchFamily="18" charset="0"/>
                <a:cs typeface="Times New Roman" panose="02020603050405020304" pitchFamily="18" charset="0"/>
              </a:rPr>
              <a:t> </a:t>
            </a:r>
            <a:r>
              <a:rPr sz="1800" spc="-49" dirty="0">
                <a:latin typeface="Times New Roman" panose="02020603050405020304" pitchFamily="18" charset="0"/>
                <a:cs typeface="Times New Roman" panose="02020603050405020304" pitchFamily="18" charset="0"/>
              </a:rPr>
              <a:t>control</a:t>
            </a:r>
            <a:r>
              <a:rPr sz="1800" spc="71" dirty="0">
                <a:latin typeface="Times New Roman" panose="02020603050405020304" pitchFamily="18" charset="0"/>
                <a:cs typeface="Times New Roman" panose="02020603050405020304" pitchFamily="18" charset="0"/>
              </a:rPr>
              <a:t> </a:t>
            </a:r>
            <a:r>
              <a:rPr sz="1800" spc="-94" dirty="0">
                <a:latin typeface="Times New Roman" panose="02020603050405020304" pitchFamily="18" charset="0"/>
                <a:cs typeface="Times New Roman" panose="02020603050405020304" pitchFamily="18" charset="0"/>
              </a:rPr>
              <a:t>and</a:t>
            </a:r>
            <a:r>
              <a:rPr sz="1800" spc="71" dirty="0">
                <a:latin typeface="Times New Roman" panose="02020603050405020304" pitchFamily="18" charset="0"/>
                <a:cs typeface="Times New Roman" panose="02020603050405020304" pitchFamily="18" charset="0"/>
              </a:rPr>
              <a:t> </a:t>
            </a:r>
            <a:r>
              <a:rPr sz="1800" spc="-86" dirty="0">
                <a:latin typeface="Times New Roman" panose="02020603050405020304" pitchFamily="18" charset="0"/>
                <a:cs typeface="Times New Roman" panose="02020603050405020304" pitchFamily="18" charset="0"/>
              </a:rPr>
              <a:t>modify</a:t>
            </a:r>
            <a:r>
              <a:rPr sz="1800" spc="68" dirty="0">
                <a:latin typeface="Times New Roman" panose="02020603050405020304" pitchFamily="18" charset="0"/>
                <a:cs typeface="Times New Roman" panose="02020603050405020304" pitchFamily="18" charset="0"/>
              </a:rPr>
              <a:t> </a:t>
            </a:r>
            <a:r>
              <a:rPr sz="1800" spc="-79" dirty="0">
                <a:latin typeface="Times New Roman" panose="02020603050405020304" pitchFamily="18" charset="0"/>
                <a:cs typeface="Times New Roman" panose="02020603050405020304" pitchFamily="18" charset="0"/>
              </a:rPr>
              <a:t>access</a:t>
            </a:r>
            <a:r>
              <a:rPr sz="1800" spc="79" dirty="0">
                <a:latin typeface="Times New Roman" panose="02020603050405020304" pitchFamily="18" charset="0"/>
                <a:cs typeface="Times New Roman" panose="02020603050405020304" pitchFamily="18" charset="0"/>
              </a:rPr>
              <a:t> </a:t>
            </a:r>
            <a:r>
              <a:rPr sz="1800" spc="-56" dirty="0">
                <a:latin typeface="Times New Roman" panose="02020603050405020304" pitchFamily="18" charset="0"/>
                <a:cs typeface="Times New Roman" panose="02020603050405020304" pitchFamily="18" charset="0"/>
              </a:rPr>
              <a:t>permissions</a:t>
            </a:r>
            <a:r>
              <a:rPr sz="1800" spc="79" dirty="0">
                <a:latin typeface="Times New Roman" panose="02020603050405020304" pitchFamily="18" charset="0"/>
                <a:cs typeface="Times New Roman" panose="02020603050405020304" pitchFamily="18" charset="0"/>
              </a:rPr>
              <a:t> </a:t>
            </a:r>
            <a:r>
              <a:rPr sz="1800" spc="-38" dirty="0">
                <a:latin typeface="Times New Roman" panose="02020603050405020304" pitchFamily="18" charset="0"/>
                <a:cs typeface="Times New Roman" panose="02020603050405020304" pitchFamily="18" charset="0"/>
              </a:rPr>
              <a:t>to</a:t>
            </a:r>
            <a:r>
              <a:rPr sz="1800" spc="68" dirty="0">
                <a:latin typeface="Times New Roman" panose="02020603050405020304" pitchFamily="18" charset="0"/>
                <a:cs typeface="Times New Roman" panose="02020603050405020304" pitchFamily="18" charset="0"/>
              </a:rPr>
              <a:t> </a:t>
            </a:r>
            <a:r>
              <a:rPr sz="1800" spc="-86" dirty="0">
                <a:latin typeface="Times New Roman" panose="02020603050405020304" pitchFamily="18" charset="0"/>
                <a:cs typeface="Times New Roman" panose="02020603050405020304" pitchFamily="18" charset="0"/>
              </a:rPr>
              <a:t>the</a:t>
            </a:r>
            <a:r>
              <a:rPr sz="1800" spc="79" dirty="0">
                <a:latin typeface="Times New Roman" panose="02020603050405020304" pitchFamily="18" charset="0"/>
                <a:cs typeface="Times New Roman" panose="02020603050405020304" pitchFamily="18" charset="0"/>
              </a:rPr>
              <a:t> </a:t>
            </a:r>
            <a:r>
              <a:rPr sz="1800" spc="-94" dirty="0">
                <a:latin typeface="Times New Roman" panose="02020603050405020304" pitchFamily="18" charset="0"/>
                <a:cs typeface="Times New Roman" panose="02020603050405020304" pitchFamily="18" charset="0"/>
              </a:rPr>
              <a:t>application</a:t>
            </a:r>
            <a:r>
              <a:rPr sz="1800" spc="68" dirty="0">
                <a:latin typeface="Times New Roman" panose="02020603050405020304" pitchFamily="18" charset="0"/>
                <a:cs typeface="Times New Roman" panose="02020603050405020304" pitchFamily="18" charset="0"/>
              </a:rPr>
              <a:t> </a:t>
            </a:r>
            <a:r>
              <a:rPr sz="1800" spc="-64" dirty="0">
                <a:latin typeface="Times New Roman" panose="02020603050405020304" pitchFamily="18" charset="0"/>
                <a:cs typeface="Times New Roman" panose="02020603050405020304" pitchFamily="18" charset="0"/>
              </a:rPr>
              <a:t>without</a:t>
            </a:r>
            <a:r>
              <a:rPr sz="1800" spc="79" dirty="0">
                <a:latin typeface="Times New Roman" panose="02020603050405020304" pitchFamily="18" charset="0"/>
                <a:cs typeface="Times New Roman" panose="02020603050405020304" pitchFamily="18" charset="0"/>
              </a:rPr>
              <a:t> </a:t>
            </a:r>
            <a:r>
              <a:rPr sz="1800" spc="-86" dirty="0">
                <a:latin typeface="Times New Roman" panose="02020603050405020304" pitchFamily="18" charset="0"/>
                <a:cs typeface="Times New Roman" panose="02020603050405020304" pitchFamily="18" charset="0"/>
              </a:rPr>
              <a:t>logging</a:t>
            </a:r>
            <a:r>
              <a:rPr sz="1800" spc="71" dirty="0">
                <a:latin typeface="Times New Roman" panose="02020603050405020304" pitchFamily="18" charset="0"/>
                <a:cs typeface="Times New Roman" panose="02020603050405020304" pitchFamily="18" charset="0"/>
              </a:rPr>
              <a:t> </a:t>
            </a:r>
            <a:r>
              <a:rPr sz="1800" spc="-83" dirty="0">
                <a:latin typeface="Times New Roman" panose="02020603050405020304" pitchFamily="18" charset="0"/>
                <a:cs typeface="Times New Roman" panose="02020603050405020304" pitchFamily="18" charset="0"/>
              </a:rPr>
              <a:t>in </a:t>
            </a:r>
            <a:r>
              <a:rPr sz="1800" spc="-420" dirty="0">
                <a:latin typeface="Times New Roman" panose="02020603050405020304" pitchFamily="18" charset="0"/>
                <a:cs typeface="Times New Roman" panose="02020603050405020304" pitchFamily="18" charset="0"/>
              </a:rPr>
              <a:t> </a:t>
            </a:r>
            <a:r>
              <a:rPr sz="1800" spc="-38" dirty="0">
                <a:latin typeface="Times New Roman" panose="02020603050405020304" pitchFamily="18" charset="0"/>
                <a:cs typeface="Times New Roman" panose="02020603050405020304" pitchFamily="18" charset="0"/>
              </a:rPr>
              <a:t>to</a:t>
            </a:r>
            <a:r>
              <a:rPr sz="1800" spc="-41" dirty="0">
                <a:latin typeface="Times New Roman" panose="02020603050405020304" pitchFamily="18" charset="0"/>
                <a:cs typeface="Times New Roman" panose="02020603050405020304" pitchFamily="18" charset="0"/>
              </a:rPr>
              <a:t> </a:t>
            </a:r>
            <a:r>
              <a:rPr sz="1800" spc="-86" dirty="0">
                <a:latin typeface="Times New Roman" panose="02020603050405020304" pitchFamily="18" charset="0"/>
                <a:cs typeface="Times New Roman" panose="02020603050405020304" pitchFamily="18" charset="0"/>
              </a:rPr>
              <a:t>the</a:t>
            </a:r>
            <a:r>
              <a:rPr sz="1800" spc="-26" dirty="0">
                <a:latin typeface="Times New Roman" panose="02020603050405020304" pitchFamily="18" charset="0"/>
                <a:cs typeface="Times New Roman" panose="02020603050405020304" pitchFamily="18" charset="0"/>
              </a:rPr>
              <a:t> </a:t>
            </a:r>
            <a:r>
              <a:rPr sz="1800" spc="-90" dirty="0">
                <a:latin typeface="Times New Roman" panose="02020603050405020304" pitchFamily="18" charset="0"/>
                <a:cs typeface="Times New Roman" panose="02020603050405020304" pitchFamily="18" charset="0"/>
              </a:rPr>
              <a:t>user’s</a:t>
            </a:r>
            <a:r>
              <a:rPr sz="1800" spc="-49" dirty="0">
                <a:latin typeface="Times New Roman" panose="02020603050405020304" pitchFamily="18" charset="0"/>
                <a:cs typeface="Times New Roman" panose="02020603050405020304" pitchFamily="18" charset="0"/>
              </a:rPr>
              <a:t> </a:t>
            </a:r>
            <a:r>
              <a:rPr sz="1800" spc="-83" dirty="0">
                <a:latin typeface="Times New Roman" panose="02020603050405020304" pitchFamily="18" charset="0"/>
                <a:cs typeface="Times New Roman" panose="02020603050405020304" pitchFamily="18" charset="0"/>
              </a:rPr>
              <a:t>desktop.</a:t>
            </a:r>
            <a:endParaRPr sz="1800" dirty="0">
              <a:latin typeface="Times New Roman" panose="02020603050405020304" pitchFamily="18" charset="0"/>
              <a:cs typeface="Times New Roman" panose="02020603050405020304" pitchFamily="18" charset="0"/>
            </a:endParaRPr>
          </a:p>
          <a:p>
            <a:pPr marL="523399" marR="4286" lvl="1" indent="-171450" algn="just">
              <a:lnSpc>
                <a:spcPct val="110100"/>
              </a:lnSpc>
              <a:spcBef>
                <a:spcPts val="368"/>
              </a:spcBef>
              <a:buClr>
                <a:srgbClr val="B71E42"/>
              </a:buClr>
              <a:buFont typeface="Wingdings"/>
              <a:buChar char=""/>
              <a:tabLst>
                <a:tab pos="523875" algn="l"/>
              </a:tabLst>
            </a:pPr>
            <a:r>
              <a:rPr sz="1800" spc="-30" dirty="0">
                <a:latin typeface="Times New Roman" panose="02020603050405020304" pitchFamily="18" charset="0"/>
                <a:cs typeface="Times New Roman" panose="02020603050405020304" pitchFamily="18" charset="0"/>
              </a:rPr>
              <a:t>Another</a:t>
            </a:r>
            <a:r>
              <a:rPr sz="1800" spc="-26" dirty="0">
                <a:latin typeface="Times New Roman" panose="02020603050405020304" pitchFamily="18" charset="0"/>
                <a:cs typeface="Times New Roman" panose="02020603050405020304" pitchFamily="18" charset="0"/>
              </a:rPr>
              <a:t> </a:t>
            </a:r>
            <a:r>
              <a:rPr sz="1800" spc="-101" dirty="0">
                <a:latin typeface="Times New Roman" panose="02020603050405020304" pitchFamily="18" charset="0"/>
                <a:cs typeface="Times New Roman" panose="02020603050405020304" pitchFamily="18" charset="0"/>
              </a:rPr>
              <a:t>benefit</a:t>
            </a:r>
            <a:r>
              <a:rPr sz="1800" spc="-98" dirty="0">
                <a:latin typeface="Times New Roman" panose="02020603050405020304" pitchFamily="18" charset="0"/>
                <a:cs typeface="Times New Roman" panose="02020603050405020304" pitchFamily="18" charset="0"/>
              </a:rPr>
              <a:t> </a:t>
            </a:r>
            <a:r>
              <a:rPr sz="1800" spc="-79" dirty="0">
                <a:latin typeface="Times New Roman" panose="02020603050405020304" pitchFamily="18" charset="0"/>
                <a:cs typeface="Times New Roman" panose="02020603050405020304" pitchFamily="18" charset="0"/>
              </a:rPr>
              <a:t>of</a:t>
            </a:r>
            <a:r>
              <a:rPr sz="1800" spc="-75" dirty="0">
                <a:latin typeface="Times New Roman" panose="02020603050405020304" pitchFamily="18" charset="0"/>
                <a:cs typeface="Times New Roman" panose="02020603050405020304" pitchFamily="18" charset="0"/>
              </a:rPr>
              <a:t> </a:t>
            </a:r>
            <a:r>
              <a:rPr sz="1800" spc="-94" dirty="0">
                <a:latin typeface="Times New Roman" panose="02020603050405020304" pitchFamily="18" charset="0"/>
                <a:cs typeface="Times New Roman" panose="02020603050405020304" pitchFamily="18" charset="0"/>
              </a:rPr>
              <a:t>application</a:t>
            </a:r>
            <a:r>
              <a:rPr sz="1800" spc="-90" dirty="0">
                <a:latin typeface="Times New Roman" panose="02020603050405020304" pitchFamily="18" charset="0"/>
                <a:cs typeface="Times New Roman" panose="02020603050405020304" pitchFamily="18" charset="0"/>
              </a:rPr>
              <a:t> </a:t>
            </a:r>
            <a:r>
              <a:rPr sz="1800" spc="-79" dirty="0">
                <a:latin typeface="Times New Roman" panose="02020603050405020304" pitchFamily="18" charset="0"/>
                <a:cs typeface="Times New Roman" panose="02020603050405020304" pitchFamily="18" charset="0"/>
              </a:rPr>
              <a:t>virtualization</a:t>
            </a:r>
            <a:r>
              <a:rPr sz="1800" spc="-75" dirty="0">
                <a:latin typeface="Times New Roman" panose="02020603050405020304" pitchFamily="18" charset="0"/>
                <a:cs typeface="Times New Roman" panose="02020603050405020304" pitchFamily="18" charset="0"/>
              </a:rPr>
              <a:t> </a:t>
            </a:r>
            <a:r>
              <a:rPr sz="1800" spc="-64" dirty="0">
                <a:latin typeface="Times New Roman" panose="02020603050405020304" pitchFamily="18" charset="0"/>
                <a:cs typeface="Times New Roman" panose="02020603050405020304" pitchFamily="18" charset="0"/>
              </a:rPr>
              <a:t>is</a:t>
            </a:r>
            <a:r>
              <a:rPr sz="1800" spc="-60" dirty="0">
                <a:latin typeface="Times New Roman" panose="02020603050405020304" pitchFamily="18" charset="0"/>
                <a:cs typeface="Times New Roman" panose="02020603050405020304" pitchFamily="18" charset="0"/>
              </a:rPr>
              <a:t> </a:t>
            </a:r>
            <a:r>
              <a:rPr sz="1800" spc="-98" dirty="0">
                <a:latin typeface="Times New Roman" panose="02020603050405020304" pitchFamily="18" charset="0"/>
                <a:cs typeface="Times New Roman" panose="02020603050405020304" pitchFamily="18" charset="0"/>
              </a:rPr>
              <a:t>portability.</a:t>
            </a:r>
            <a:r>
              <a:rPr sz="1800" spc="-94" dirty="0">
                <a:latin typeface="Times New Roman" panose="02020603050405020304" pitchFamily="18" charset="0"/>
                <a:cs typeface="Times New Roman" panose="02020603050405020304" pitchFamily="18" charset="0"/>
              </a:rPr>
              <a:t> </a:t>
            </a:r>
            <a:r>
              <a:rPr sz="1800" spc="-68" dirty="0">
                <a:latin typeface="Times New Roman" panose="02020603050405020304" pitchFamily="18" charset="0"/>
                <a:cs typeface="Times New Roman" panose="02020603050405020304" pitchFamily="18" charset="0"/>
              </a:rPr>
              <a:t>It</a:t>
            </a:r>
            <a:r>
              <a:rPr sz="1800" spc="-64" dirty="0">
                <a:latin typeface="Times New Roman" panose="02020603050405020304" pitchFamily="18" charset="0"/>
                <a:cs typeface="Times New Roman" panose="02020603050405020304" pitchFamily="18" charset="0"/>
              </a:rPr>
              <a:t> </a:t>
            </a:r>
            <a:r>
              <a:rPr sz="1800" spc="-75" dirty="0">
                <a:latin typeface="Times New Roman" panose="02020603050405020304" pitchFamily="18" charset="0"/>
                <a:cs typeface="Times New Roman" panose="02020603050405020304" pitchFamily="18" charset="0"/>
              </a:rPr>
              <a:t>allows</a:t>
            </a:r>
            <a:r>
              <a:rPr sz="1800" spc="-71" dirty="0">
                <a:latin typeface="Times New Roman" panose="02020603050405020304" pitchFamily="18" charset="0"/>
                <a:cs typeface="Times New Roman" panose="02020603050405020304" pitchFamily="18" charset="0"/>
              </a:rPr>
              <a:t> </a:t>
            </a:r>
            <a:r>
              <a:rPr sz="1800" spc="-45" dirty="0">
                <a:latin typeface="Times New Roman" panose="02020603050405020304" pitchFamily="18" charset="0"/>
                <a:cs typeface="Times New Roman" panose="02020603050405020304" pitchFamily="18" charset="0"/>
              </a:rPr>
              <a:t>users</a:t>
            </a:r>
            <a:r>
              <a:rPr sz="1800" spc="-41" dirty="0">
                <a:latin typeface="Times New Roman" panose="02020603050405020304" pitchFamily="18" charset="0"/>
                <a:cs typeface="Times New Roman" panose="02020603050405020304" pitchFamily="18" charset="0"/>
              </a:rPr>
              <a:t> </a:t>
            </a:r>
            <a:r>
              <a:rPr sz="1800" spc="-38" dirty="0">
                <a:latin typeface="Times New Roman" panose="02020603050405020304" pitchFamily="18" charset="0"/>
                <a:cs typeface="Times New Roman" panose="02020603050405020304" pitchFamily="18" charset="0"/>
              </a:rPr>
              <a:t>to</a:t>
            </a:r>
            <a:r>
              <a:rPr sz="1800" spc="-34" dirty="0">
                <a:latin typeface="Times New Roman" panose="02020603050405020304" pitchFamily="18" charset="0"/>
                <a:cs typeface="Times New Roman" panose="02020603050405020304" pitchFamily="18" charset="0"/>
              </a:rPr>
              <a:t> </a:t>
            </a:r>
            <a:r>
              <a:rPr sz="1800" spc="-79" dirty="0">
                <a:latin typeface="Times New Roman" panose="02020603050405020304" pitchFamily="18" charset="0"/>
                <a:cs typeface="Times New Roman" panose="02020603050405020304" pitchFamily="18" charset="0"/>
              </a:rPr>
              <a:t>access </a:t>
            </a:r>
            <a:r>
              <a:rPr sz="1800" spc="-75" dirty="0">
                <a:latin typeface="Times New Roman" panose="02020603050405020304" pitchFamily="18" charset="0"/>
                <a:cs typeface="Times New Roman" panose="02020603050405020304" pitchFamily="18" charset="0"/>
              </a:rPr>
              <a:t> </a:t>
            </a:r>
            <a:r>
              <a:rPr sz="1800" spc="-83" dirty="0">
                <a:latin typeface="Times New Roman" panose="02020603050405020304" pitchFamily="18" charset="0"/>
                <a:cs typeface="Times New Roman" panose="02020603050405020304" pitchFamily="18" charset="0"/>
              </a:rPr>
              <a:t>virtualized </a:t>
            </a:r>
            <a:r>
              <a:rPr sz="1800" spc="-86" dirty="0">
                <a:latin typeface="Times New Roman" panose="02020603050405020304" pitchFamily="18" charset="0"/>
                <a:cs typeface="Times New Roman" panose="02020603050405020304" pitchFamily="18" charset="0"/>
              </a:rPr>
              <a:t>applications </a:t>
            </a:r>
            <a:r>
              <a:rPr sz="1800" spc="-98" dirty="0">
                <a:latin typeface="Times New Roman" panose="02020603050405020304" pitchFamily="18" charset="0"/>
                <a:cs typeface="Times New Roman" panose="02020603050405020304" pitchFamily="18" charset="0"/>
              </a:rPr>
              <a:t>even </a:t>
            </a:r>
            <a:r>
              <a:rPr sz="1800" spc="-26" dirty="0">
                <a:latin typeface="Times New Roman" panose="02020603050405020304" pitchFamily="18" charset="0"/>
                <a:cs typeface="Times New Roman" panose="02020603050405020304" pitchFamily="18" charset="0"/>
              </a:rPr>
              <a:t>on </a:t>
            </a:r>
            <a:r>
              <a:rPr sz="1800" spc="-23" dirty="0">
                <a:latin typeface="Times New Roman" panose="02020603050405020304" pitchFamily="18" charset="0"/>
                <a:cs typeface="Times New Roman" panose="02020603050405020304" pitchFamily="18" charset="0"/>
              </a:rPr>
              <a:t>non-Windows </a:t>
            </a:r>
            <a:r>
              <a:rPr sz="1800" spc="-98" dirty="0">
                <a:latin typeface="Times New Roman" panose="02020603050405020304" pitchFamily="18" charset="0"/>
                <a:cs typeface="Times New Roman" panose="02020603050405020304" pitchFamily="18" charset="0"/>
              </a:rPr>
              <a:t>devices, </a:t>
            </a:r>
            <a:r>
              <a:rPr sz="1800" spc="-64" dirty="0">
                <a:latin typeface="Times New Roman" panose="02020603050405020304" pitchFamily="18" charset="0"/>
                <a:cs typeface="Times New Roman" panose="02020603050405020304" pitchFamily="18" charset="0"/>
              </a:rPr>
              <a:t>such </a:t>
            </a:r>
            <a:r>
              <a:rPr sz="1800" spc="-90" dirty="0">
                <a:latin typeface="Times New Roman" panose="02020603050405020304" pitchFamily="18" charset="0"/>
                <a:cs typeface="Times New Roman" panose="02020603050405020304" pitchFamily="18" charset="0"/>
              </a:rPr>
              <a:t>as </a:t>
            </a:r>
            <a:r>
              <a:rPr sz="1800" spc="23" dirty="0">
                <a:latin typeface="Times New Roman" panose="02020603050405020304" pitchFamily="18" charset="0"/>
                <a:cs typeface="Times New Roman" panose="02020603050405020304" pitchFamily="18" charset="0"/>
              </a:rPr>
              <a:t>iOS </a:t>
            </a:r>
            <a:r>
              <a:rPr sz="1800" spc="11" dirty="0">
                <a:latin typeface="Times New Roman" panose="02020603050405020304" pitchFamily="18" charset="0"/>
                <a:cs typeface="Times New Roman" panose="02020603050405020304" pitchFamily="18" charset="0"/>
              </a:rPr>
              <a:t>or </a:t>
            </a:r>
            <a:r>
              <a:rPr sz="1800" spc="-53" dirty="0">
                <a:latin typeface="Times New Roman" panose="02020603050405020304" pitchFamily="18" charset="0"/>
                <a:cs typeface="Times New Roman" panose="02020603050405020304" pitchFamily="18" charset="0"/>
              </a:rPr>
              <a:t>Android. </a:t>
            </a:r>
            <a:r>
              <a:rPr sz="1800" spc="-45" dirty="0">
                <a:latin typeface="Times New Roman" panose="02020603050405020304" pitchFamily="18" charset="0"/>
                <a:cs typeface="Times New Roman" panose="02020603050405020304" pitchFamily="18" charset="0"/>
              </a:rPr>
              <a:t>This </a:t>
            </a:r>
            <a:r>
              <a:rPr sz="1800" spc="-86" dirty="0">
                <a:latin typeface="Times New Roman" panose="02020603050405020304" pitchFamily="18" charset="0"/>
                <a:cs typeface="Times New Roman" panose="02020603050405020304" pitchFamily="18" charset="0"/>
              </a:rPr>
              <a:t>helps </a:t>
            </a:r>
            <a:r>
              <a:rPr sz="1800" spc="-420" dirty="0">
                <a:latin typeface="Times New Roman" panose="02020603050405020304" pitchFamily="18" charset="0"/>
                <a:cs typeface="Times New Roman" panose="02020603050405020304" pitchFamily="18" charset="0"/>
              </a:rPr>
              <a:t> </a:t>
            </a:r>
            <a:r>
              <a:rPr sz="1800" spc="-109" dirty="0">
                <a:latin typeface="Times New Roman" panose="02020603050405020304" pitchFamily="18" charset="0"/>
                <a:cs typeface="Times New Roman" panose="02020603050405020304" pitchFamily="18" charset="0"/>
              </a:rPr>
              <a:t>save</a:t>
            </a:r>
            <a:r>
              <a:rPr sz="1800" spc="-23" dirty="0">
                <a:latin typeface="Times New Roman" panose="02020603050405020304" pitchFamily="18" charset="0"/>
                <a:cs typeface="Times New Roman" panose="02020603050405020304" pitchFamily="18" charset="0"/>
              </a:rPr>
              <a:t> </a:t>
            </a:r>
            <a:r>
              <a:rPr sz="1800" spc="-90" dirty="0">
                <a:latin typeface="Times New Roman" panose="02020603050405020304" pitchFamily="18" charset="0"/>
                <a:cs typeface="Times New Roman" panose="02020603050405020304" pitchFamily="18" charset="0"/>
              </a:rPr>
              <a:t>user’s</a:t>
            </a:r>
            <a:r>
              <a:rPr sz="1800" spc="-49" dirty="0">
                <a:latin typeface="Times New Roman" panose="02020603050405020304" pitchFamily="18" charset="0"/>
                <a:cs typeface="Times New Roman" panose="02020603050405020304" pitchFamily="18" charset="0"/>
              </a:rPr>
              <a:t> </a:t>
            </a:r>
            <a:r>
              <a:rPr sz="1800" spc="-94" dirty="0">
                <a:latin typeface="Times New Roman" panose="02020603050405020304" pitchFamily="18" charset="0"/>
                <a:cs typeface="Times New Roman" panose="02020603050405020304" pitchFamily="18" charset="0"/>
              </a:rPr>
              <a:t>time</a:t>
            </a:r>
            <a:r>
              <a:rPr sz="1800" spc="-34" dirty="0">
                <a:latin typeface="Times New Roman" panose="02020603050405020304" pitchFamily="18" charset="0"/>
                <a:cs typeface="Times New Roman" panose="02020603050405020304" pitchFamily="18" charset="0"/>
              </a:rPr>
              <a:t> </a:t>
            </a:r>
            <a:r>
              <a:rPr sz="1800" spc="-86" dirty="0">
                <a:latin typeface="Times New Roman" panose="02020603050405020304" pitchFamily="18" charset="0"/>
                <a:cs typeface="Times New Roman" panose="02020603050405020304" pitchFamily="18" charset="0"/>
              </a:rPr>
              <a:t>invested</a:t>
            </a:r>
            <a:r>
              <a:rPr sz="1800" spc="-45" dirty="0">
                <a:latin typeface="Times New Roman" panose="02020603050405020304" pitchFamily="18" charset="0"/>
                <a:cs typeface="Times New Roman" panose="02020603050405020304" pitchFamily="18" charset="0"/>
              </a:rPr>
              <a:t> </a:t>
            </a:r>
            <a:r>
              <a:rPr sz="1800" spc="-83" dirty="0">
                <a:latin typeface="Times New Roman" panose="02020603050405020304" pitchFamily="18" charset="0"/>
                <a:cs typeface="Times New Roman" panose="02020603050405020304" pitchFamily="18" charset="0"/>
              </a:rPr>
              <a:t>in</a:t>
            </a:r>
            <a:r>
              <a:rPr sz="1800" spc="-30" dirty="0">
                <a:latin typeface="Times New Roman" panose="02020603050405020304" pitchFamily="18" charset="0"/>
                <a:cs typeface="Times New Roman" panose="02020603050405020304" pitchFamily="18" charset="0"/>
              </a:rPr>
              <a:t> </a:t>
            </a:r>
            <a:r>
              <a:rPr sz="1800" spc="-94" dirty="0">
                <a:latin typeface="Times New Roman" panose="02020603050405020304" pitchFamily="18" charset="0"/>
                <a:cs typeface="Times New Roman" panose="02020603050405020304" pitchFamily="18" charset="0"/>
              </a:rPr>
              <a:t>application</a:t>
            </a:r>
            <a:r>
              <a:rPr sz="1800" spc="-26" dirty="0">
                <a:latin typeface="Times New Roman" panose="02020603050405020304" pitchFamily="18" charset="0"/>
                <a:cs typeface="Times New Roman" panose="02020603050405020304" pitchFamily="18" charset="0"/>
              </a:rPr>
              <a:t> </a:t>
            </a:r>
            <a:r>
              <a:rPr sz="1800" spc="-83" dirty="0">
                <a:latin typeface="Times New Roman" panose="02020603050405020304" pitchFamily="18" charset="0"/>
                <a:cs typeface="Times New Roman" panose="02020603050405020304" pitchFamily="18" charset="0"/>
              </a:rPr>
              <a:t>installations</a:t>
            </a:r>
            <a:r>
              <a:rPr sz="1800" spc="-38" dirty="0">
                <a:latin typeface="Times New Roman" panose="02020603050405020304" pitchFamily="18" charset="0"/>
                <a:cs typeface="Times New Roman" panose="02020603050405020304" pitchFamily="18" charset="0"/>
              </a:rPr>
              <a:t> </a:t>
            </a:r>
            <a:r>
              <a:rPr sz="1800" spc="-94" dirty="0">
                <a:latin typeface="Times New Roman" panose="02020603050405020304" pitchFamily="18" charset="0"/>
                <a:cs typeface="Times New Roman" panose="02020603050405020304" pitchFamily="18" charset="0"/>
              </a:rPr>
              <a:t>and</a:t>
            </a:r>
            <a:r>
              <a:rPr sz="1800" spc="-34" dirty="0">
                <a:latin typeface="Times New Roman" panose="02020603050405020304" pitchFamily="18" charset="0"/>
                <a:cs typeface="Times New Roman" panose="02020603050405020304" pitchFamily="18" charset="0"/>
              </a:rPr>
              <a:t> </a:t>
            </a:r>
            <a:r>
              <a:rPr sz="1800" spc="-79" dirty="0">
                <a:latin typeface="Times New Roman" panose="02020603050405020304" pitchFamily="18" charset="0"/>
                <a:cs typeface="Times New Roman" panose="02020603050405020304" pitchFamily="18" charset="0"/>
              </a:rPr>
              <a:t>load</a:t>
            </a:r>
            <a:r>
              <a:rPr sz="1800" spc="-41" dirty="0">
                <a:latin typeface="Times New Roman" panose="02020603050405020304" pitchFamily="18" charset="0"/>
                <a:cs typeface="Times New Roman" panose="02020603050405020304" pitchFamily="18" charset="0"/>
              </a:rPr>
              <a:t> </a:t>
            </a:r>
            <a:r>
              <a:rPr sz="1800" spc="-71" dirty="0">
                <a:latin typeface="Times New Roman" panose="02020603050405020304" pitchFamily="18" charset="0"/>
                <a:cs typeface="Times New Roman" panose="02020603050405020304" pitchFamily="18" charset="0"/>
              </a:rPr>
              <a:t>operations.</a:t>
            </a:r>
            <a:endParaRPr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82055753"/>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271827" y="417957"/>
            <a:ext cx="7141976" cy="496832"/>
          </a:xfrm>
          <a:prstGeom prst="rect">
            <a:avLst/>
          </a:prstGeom>
        </p:spPr>
        <p:txBody>
          <a:bodyPr spcFirstLastPara="1" vert="horz" wrap="square" lIns="0" tIns="10001" rIns="0" bIns="0" rtlCol="0" anchor="ctr" anchorCtr="0">
            <a:spAutoFit/>
          </a:bodyPr>
          <a:lstStyle/>
          <a:p>
            <a:pPr marL="9525">
              <a:spcBef>
                <a:spcPts val="79"/>
              </a:spcBef>
            </a:pPr>
            <a:r>
              <a:rPr sz="2400" spc="203" dirty="0"/>
              <a:t>TYP</a:t>
            </a:r>
            <a:r>
              <a:rPr sz="2400" spc="180" dirty="0"/>
              <a:t>E</a:t>
            </a:r>
            <a:r>
              <a:rPr sz="2400" spc="225" dirty="0"/>
              <a:t>S</a:t>
            </a:r>
            <a:r>
              <a:rPr sz="2400" spc="-56" dirty="0"/>
              <a:t> </a:t>
            </a:r>
            <a:r>
              <a:rPr sz="2400" spc="416" dirty="0"/>
              <a:t>O</a:t>
            </a:r>
            <a:r>
              <a:rPr sz="2400" spc="49" dirty="0"/>
              <a:t>F</a:t>
            </a:r>
            <a:r>
              <a:rPr lang="en-IN" sz="2400" spc="49" dirty="0"/>
              <a:t>  </a:t>
            </a:r>
            <a:r>
              <a:rPr sz="2400" spc="-428" dirty="0"/>
              <a:t> </a:t>
            </a:r>
            <a:r>
              <a:rPr sz="2400" spc="180" dirty="0"/>
              <a:t>VI</a:t>
            </a:r>
            <a:r>
              <a:rPr sz="2400" spc="15" dirty="0"/>
              <a:t>R</a:t>
            </a:r>
            <a:r>
              <a:rPr sz="2400" spc="255" dirty="0"/>
              <a:t>T</a:t>
            </a:r>
            <a:r>
              <a:rPr sz="2400" spc="240" dirty="0"/>
              <a:t>U</a:t>
            </a:r>
            <a:r>
              <a:rPr sz="2400" spc="270" dirty="0"/>
              <a:t>A</a:t>
            </a:r>
            <a:r>
              <a:rPr sz="2400" spc="225" dirty="0"/>
              <a:t>L</a:t>
            </a:r>
            <a:r>
              <a:rPr sz="2400" spc="233" dirty="0"/>
              <a:t>IZ</a:t>
            </a:r>
            <a:r>
              <a:rPr sz="2400" spc="56" dirty="0"/>
              <a:t>A</a:t>
            </a:r>
            <a:r>
              <a:rPr sz="2400" spc="304" dirty="0"/>
              <a:t>TION</a:t>
            </a:r>
            <a:endParaRPr sz="2400" dirty="0"/>
          </a:p>
        </p:txBody>
      </p:sp>
      <p:sp>
        <p:nvSpPr>
          <p:cNvPr id="3" name="object 3"/>
          <p:cNvSpPr txBox="1"/>
          <p:nvPr/>
        </p:nvSpPr>
        <p:spPr>
          <a:xfrm>
            <a:off x="673693" y="769322"/>
            <a:ext cx="7740110" cy="4273799"/>
          </a:xfrm>
          <a:prstGeom prst="rect">
            <a:avLst/>
          </a:prstGeom>
        </p:spPr>
        <p:txBody>
          <a:bodyPr vert="horz" wrap="square" lIns="0" tIns="105728" rIns="0" bIns="0" rtlCol="0">
            <a:spAutoFit/>
          </a:bodyPr>
          <a:lstStyle/>
          <a:p>
            <a:pPr marL="180975" indent="-171450">
              <a:spcBef>
                <a:spcPts val="832"/>
              </a:spcBef>
              <a:buClr>
                <a:srgbClr val="B71E42"/>
              </a:buClr>
              <a:buFont typeface="Arial MT"/>
              <a:buChar char="•"/>
              <a:tabLst>
                <a:tab pos="180975" algn="l"/>
              </a:tabLst>
            </a:pPr>
            <a:r>
              <a:rPr sz="1800" b="1" spc="11" dirty="0">
                <a:uFill>
                  <a:solidFill>
                    <a:srgbClr val="000000"/>
                  </a:solidFill>
                </a:uFill>
                <a:latin typeface="Times New Roman" panose="02020603050405020304" pitchFamily="18" charset="0"/>
                <a:cs typeface="Times New Roman" panose="02020603050405020304" pitchFamily="18" charset="0"/>
                <a:hlinkClick r:id="rId2"/>
              </a:rPr>
              <a:t>Application</a:t>
            </a:r>
            <a:r>
              <a:rPr sz="1800" b="1" spc="-53" dirty="0">
                <a:uFill>
                  <a:solidFill>
                    <a:srgbClr val="000000"/>
                  </a:solidFill>
                </a:uFill>
                <a:latin typeface="Times New Roman" panose="02020603050405020304" pitchFamily="18" charset="0"/>
                <a:cs typeface="Times New Roman" panose="02020603050405020304" pitchFamily="18" charset="0"/>
                <a:hlinkClick r:id="rId2"/>
              </a:rPr>
              <a:t> </a:t>
            </a:r>
            <a:r>
              <a:rPr sz="1800" b="1" spc="-11" dirty="0">
                <a:uFill>
                  <a:solidFill>
                    <a:srgbClr val="000000"/>
                  </a:solidFill>
                </a:uFill>
                <a:latin typeface="Times New Roman" panose="02020603050405020304" pitchFamily="18" charset="0"/>
                <a:cs typeface="Times New Roman" panose="02020603050405020304" pitchFamily="18" charset="0"/>
                <a:hlinkClick r:id="rId2"/>
              </a:rPr>
              <a:t>virtualization</a:t>
            </a:r>
            <a:endParaRPr sz="1800" dirty="0">
              <a:latin typeface="Times New Roman" panose="02020603050405020304" pitchFamily="18" charset="0"/>
              <a:cs typeface="Times New Roman" panose="02020603050405020304" pitchFamily="18" charset="0"/>
            </a:endParaRPr>
          </a:p>
          <a:p>
            <a:pPr marL="523399" marR="5715" lvl="1" indent="-171450" algn="just">
              <a:lnSpc>
                <a:spcPct val="110000"/>
              </a:lnSpc>
              <a:spcBef>
                <a:spcPts val="420"/>
              </a:spcBef>
              <a:buClr>
                <a:srgbClr val="B71E42"/>
              </a:buClr>
              <a:buFont typeface="Wingdings"/>
              <a:buChar char=""/>
              <a:tabLst>
                <a:tab pos="523875" algn="l"/>
              </a:tabLst>
            </a:pPr>
            <a:r>
              <a:rPr lang="en-US" sz="1050" dirty="0"/>
              <a:t>Through application virtualization, users can access a remote version of an application that isn’t installed on their individual machine.</a:t>
            </a:r>
          </a:p>
          <a:p>
            <a:pPr marL="523399" marR="5715" lvl="1" indent="-171450" algn="just">
              <a:lnSpc>
                <a:spcPct val="110000"/>
              </a:lnSpc>
              <a:spcBef>
                <a:spcPts val="420"/>
              </a:spcBef>
              <a:buClr>
                <a:srgbClr val="B71E42"/>
              </a:buClr>
              <a:buFont typeface="Wingdings"/>
              <a:buChar char=""/>
              <a:tabLst>
                <a:tab pos="523875" algn="l"/>
              </a:tabLst>
            </a:pPr>
            <a:r>
              <a:rPr lang="en-US" sz="1050" dirty="0"/>
              <a:t>App virtualization is a key part of enabling remote work on a large scale, as seen during the Covid-19 pandemic, along with desktop virtualization.</a:t>
            </a:r>
          </a:p>
          <a:p>
            <a:pPr marL="523399" marR="5715" lvl="1" indent="-171450" algn="just">
              <a:lnSpc>
                <a:spcPct val="110000"/>
              </a:lnSpc>
              <a:spcBef>
                <a:spcPts val="420"/>
              </a:spcBef>
              <a:buClr>
                <a:srgbClr val="B71E42"/>
              </a:buClr>
              <a:buFont typeface="Wingdings"/>
              <a:buChar char=""/>
              <a:tabLst>
                <a:tab pos="523875" algn="l"/>
              </a:tabLst>
            </a:pPr>
            <a:r>
              <a:rPr lang="en-US" sz="1050" dirty="0"/>
              <a:t>Virtualizing an app allows for seamless use for the end-user, making it possible for the employee to work remotely with the same key programs installed in the office.</a:t>
            </a:r>
          </a:p>
          <a:p>
            <a:pPr marL="523399" marR="5715" lvl="1" indent="-171450" algn="just">
              <a:lnSpc>
                <a:spcPct val="110000"/>
              </a:lnSpc>
              <a:spcBef>
                <a:spcPts val="420"/>
              </a:spcBef>
              <a:buClr>
                <a:srgbClr val="B71E42"/>
              </a:buClr>
              <a:buFont typeface="Wingdings"/>
              <a:buChar char=""/>
              <a:tabLst>
                <a:tab pos="523875" algn="l"/>
              </a:tabLst>
            </a:pPr>
            <a:r>
              <a:rPr lang="en-US" sz="1050" dirty="0"/>
              <a:t>When virtualized, apps work in what is called a sandbox, an environment that runs separately from the operating system. While operating in this sandbox, any changes will appear to run in the operating system, though the app is pulling operating power from the sandbox.</a:t>
            </a:r>
          </a:p>
          <a:p>
            <a:pPr marL="523399" marR="5715" lvl="1" indent="-171450" algn="just">
              <a:lnSpc>
                <a:spcPct val="110000"/>
              </a:lnSpc>
              <a:spcBef>
                <a:spcPts val="420"/>
              </a:spcBef>
              <a:buClr>
                <a:srgbClr val="B71E42"/>
              </a:buClr>
              <a:buFont typeface="Wingdings"/>
              <a:buChar char=""/>
              <a:tabLst>
                <a:tab pos="523875" algn="l"/>
              </a:tabLst>
            </a:pPr>
            <a:r>
              <a:rPr lang="en-US" sz="1050" dirty="0"/>
              <a:t>There are two distinct kinds of application virtualization: Remote and Streaming</a:t>
            </a:r>
          </a:p>
          <a:p>
            <a:pPr marL="523399" marR="5715" lvl="1" indent="-171450" algn="just">
              <a:lnSpc>
                <a:spcPct val="110000"/>
              </a:lnSpc>
              <a:spcBef>
                <a:spcPts val="420"/>
              </a:spcBef>
              <a:buClr>
                <a:srgbClr val="B71E42"/>
              </a:buClr>
              <a:buFont typeface="Wingdings"/>
              <a:buChar char=""/>
              <a:tabLst>
                <a:tab pos="523875" algn="l"/>
              </a:tabLst>
            </a:pPr>
            <a:r>
              <a:rPr lang="en-US" sz="1050" b="1" dirty="0"/>
              <a:t>Remote</a:t>
            </a:r>
            <a:r>
              <a:rPr lang="en-US" sz="1050" dirty="0"/>
              <a:t> applications run on a server that mimics the user desktop and can be accessed by authorized users regardless of their location.</a:t>
            </a:r>
          </a:p>
          <a:p>
            <a:pPr marL="523399" marR="5715" lvl="1" indent="-171450" algn="just">
              <a:lnSpc>
                <a:spcPct val="110000"/>
              </a:lnSpc>
              <a:spcBef>
                <a:spcPts val="420"/>
              </a:spcBef>
              <a:buClr>
                <a:srgbClr val="B71E42"/>
              </a:buClr>
              <a:buFont typeface="Wingdings"/>
              <a:buChar char=""/>
              <a:tabLst>
                <a:tab pos="523875" algn="l"/>
              </a:tabLst>
            </a:pPr>
            <a:r>
              <a:rPr lang="en-US" sz="1050" b="1" dirty="0"/>
              <a:t>Streaming</a:t>
            </a:r>
            <a:r>
              <a:rPr lang="en-US" sz="1050" dirty="0"/>
              <a:t> apps run just one instance on the server and provide local access to the app.</a:t>
            </a:r>
          </a:p>
          <a:p>
            <a:pPr marL="523399" marR="5715" lvl="1" indent="-171450" algn="just">
              <a:lnSpc>
                <a:spcPct val="110000"/>
              </a:lnSpc>
              <a:spcBef>
                <a:spcPts val="420"/>
              </a:spcBef>
              <a:buClr>
                <a:srgbClr val="B71E42"/>
              </a:buClr>
              <a:buFont typeface="Wingdings"/>
              <a:buChar char=""/>
              <a:tabLst>
                <a:tab pos="523875" algn="l"/>
              </a:tabLst>
            </a:pPr>
            <a:r>
              <a:rPr lang="en-US" sz="1050" dirty="0"/>
              <a:t>Remote app streaming is the more popular approach, thanks to the extended reach it grants.</a:t>
            </a:r>
          </a:p>
          <a:p>
            <a:pPr marL="523399" marR="5715" lvl="1" indent="-171450" algn="just">
              <a:lnSpc>
                <a:spcPct val="110000"/>
              </a:lnSpc>
              <a:spcBef>
                <a:spcPts val="420"/>
              </a:spcBef>
              <a:buClr>
                <a:srgbClr val="B71E42"/>
              </a:buClr>
              <a:buFont typeface="Wingdings"/>
              <a:buChar char=""/>
              <a:tabLst>
                <a:tab pos="523875" algn="l"/>
              </a:tabLst>
            </a:pPr>
            <a:r>
              <a:rPr lang="en-US" sz="1050" dirty="0"/>
              <a:t>With just one instance of the app to manage and fix, an organization’s IT professionals can save time and effort through app virtualization compared to installing the app on each user’s computer.</a:t>
            </a:r>
          </a:p>
          <a:p>
            <a:pPr marL="523399" marR="5715" lvl="1" indent="-171450" algn="just">
              <a:lnSpc>
                <a:spcPct val="110000"/>
              </a:lnSpc>
              <a:spcBef>
                <a:spcPts val="420"/>
              </a:spcBef>
              <a:buClr>
                <a:srgbClr val="B71E42"/>
              </a:buClr>
              <a:buFont typeface="Wingdings"/>
              <a:buChar char=""/>
              <a:tabLst>
                <a:tab pos="523875" algn="l"/>
              </a:tabLst>
            </a:pPr>
            <a:r>
              <a:rPr lang="en-US" sz="1050" dirty="0"/>
              <a:t>Any patches or updates only have to be done once instead of potentially hundreds or thousands of times. Large enterprises can find the savings generated by app virtualization substantial as employees can access virtualized apps through cost-effective computers.</a:t>
            </a:r>
            <a:endParaRPr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51277470"/>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spcFirstLastPara="1" vert="horz" wrap="square" lIns="0" tIns="10001" rIns="0" bIns="0" rtlCol="0" anchor="ctr" anchorCtr="0">
            <a:spAutoFit/>
          </a:bodyPr>
          <a:lstStyle/>
          <a:p>
            <a:pPr marL="9525">
              <a:spcBef>
                <a:spcPts val="79"/>
              </a:spcBef>
            </a:pPr>
            <a:r>
              <a:rPr sz="2400" spc="203" dirty="0"/>
              <a:t>TYP</a:t>
            </a:r>
            <a:r>
              <a:rPr sz="2400" spc="180" dirty="0"/>
              <a:t>E</a:t>
            </a:r>
            <a:r>
              <a:rPr sz="2400" spc="225" dirty="0"/>
              <a:t>S</a:t>
            </a:r>
            <a:r>
              <a:rPr sz="2400" spc="-56" dirty="0"/>
              <a:t> </a:t>
            </a:r>
            <a:r>
              <a:rPr sz="2400" spc="416" dirty="0"/>
              <a:t>O</a:t>
            </a:r>
            <a:r>
              <a:rPr sz="2400" spc="49" dirty="0"/>
              <a:t>F</a:t>
            </a:r>
            <a:r>
              <a:rPr lang="en-IN" sz="2400" spc="49" dirty="0"/>
              <a:t>  </a:t>
            </a:r>
            <a:r>
              <a:rPr sz="2400" spc="-428" dirty="0"/>
              <a:t> </a:t>
            </a:r>
            <a:r>
              <a:rPr sz="2400" spc="180" dirty="0"/>
              <a:t>VI</a:t>
            </a:r>
            <a:r>
              <a:rPr sz="2400" spc="15" dirty="0"/>
              <a:t>R</a:t>
            </a:r>
            <a:r>
              <a:rPr sz="2400" spc="255" dirty="0"/>
              <a:t>T</a:t>
            </a:r>
            <a:r>
              <a:rPr sz="2400" spc="240" dirty="0"/>
              <a:t>U</a:t>
            </a:r>
            <a:r>
              <a:rPr sz="2400" spc="270" dirty="0"/>
              <a:t>A</a:t>
            </a:r>
            <a:r>
              <a:rPr sz="2400" spc="225" dirty="0"/>
              <a:t>L</a:t>
            </a:r>
            <a:r>
              <a:rPr sz="2400" spc="233" dirty="0"/>
              <a:t>IZ</a:t>
            </a:r>
            <a:r>
              <a:rPr sz="2400" spc="56" dirty="0"/>
              <a:t>A</a:t>
            </a:r>
            <a:r>
              <a:rPr sz="2400" spc="304" dirty="0"/>
              <a:t>TION</a:t>
            </a:r>
            <a:endParaRPr sz="2400" dirty="0"/>
          </a:p>
        </p:txBody>
      </p:sp>
      <p:sp>
        <p:nvSpPr>
          <p:cNvPr id="3" name="object 3"/>
          <p:cNvSpPr txBox="1"/>
          <p:nvPr/>
        </p:nvSpPr>
        <p:spPr>
          <a:xfrm>
            <a:off x="817118" y="1156515"/>
            <a:ext cx="7630382" cy="3045545"/>
          </a:xfrm>
          <a:prstGeom prst="rect">
            <a:avLst/>
          </a:prstGeom>
        </p:spPr>
        <p:txBody>
          <a:bodyPr vert="horz" wrap="square" lIns="0" tIns="120491" rIns="0" bIns="0" rtlCol="0">
            <a:spAutoFit/>
          </a:bodyPr>
          <a:lstStyle/>
          <a:p>
            <a:pPr marL="180975" indent="-171450" algn="just">
              <a:spcBef>
                <a:spcPts val="949"/>
              </a:spcBef>
              <a:buClr>
                <a:srgbClr val="B71E42"/>
              </a:buClr>
              <a:buFont typeface="Arial MT"/>
              <a:buChar char="•"/>
              <a:tabLst>
                <a:tab pos="180975" algn="l"/>
              </a:tabLst>
            </a:pPr>
            <a:r>
              <a:rPr sz="1800" b="1" spc="56" dirty="0">
                <a:uFill>
                  <a:solidFill>
                    <a:srgbClr val="000000"/>
                  </a:solidFill>
                </a:uFill>
                <a:latin typeface="Trebuchet MS"/>
                <a:cs typeface="Trebuchet MS"/>
              </a:rPr>
              <a:t>Se</a:t>
            </a:r>
            <a:r>
              <a:rPr sz="1800" b="1" spc="98" dirty="0">
                <a:uFill>
                  <a:solidFill>
                    <a:srgbClr val="000000"/>
                  </a:solidFill>
                </a:uFill>
                <a:latin typeface="Trebuchet MS"/>
                <a:cs typeface="Trebuchet MS"/>
              </a:rPr>
              <a:t>r</a:t>
            </a:r>
            <a:r>
              <a:rPr sz="1800" b="1" spc="-71" dirty="0">
                <a:uFill>
                  <a:solidFill>
                    <a:srgbClr val="000000"/>
                  </a:solidFill>
                </a:uFill>
                <a:latin typeface="Trebuchet MS"/>
                <a:cs typeface="Trebuchet MS"/>
              </a:rPr>
              <a:t>v</a:t>
            </a:r>
            <a:r>
              <a:rPr sz="1800" b="1" spc="-45" dirty="0">
                <a:uFill>
                  <a:solidFill>
                    <a:srgbClr val="000000"/>
                  </a:solidFill>
                </a:uFill>
                <a:latin typeface="Trebuchet MS"/>
                <a:cs typeface="Trebuchet MS"/>
              </a:rPr>
              <a:t>e</a:t>
            </a:r>
            <a:r>
              <a:rPr sz="1800" b="1" spc="38" dirty="0">
                <a:uFill>
                  <a:solidFill>
                    <a:srgbClr val="000000"/>
                  </a:solidFill>
                </a:uFill>
                <a:latin typeface="Trebuchet MS"/>
                <a:cs typeface="Trebuchet MS"/>
              </a:rPr>
              <a:t>r</a:t>
            </a:r>
            <a:r>
              <a:rPr sz="1800" b="1" spc="-315" dirty="0">
                <a:uFill>
                  <a:solidFill>
                    <a:srgbClr val="000000"/>
                  </a:solidFill>
                </a:uFill>
                <a:latin typeface="Trebuchet MS"/>
                <a:cs typeface="Trebuchet MS"/>
              </a:rPr>
              <a:t> </a:t>
            </a:r>
            <a:r>
              <a:rPr sz="1800" b="1" spc="49" dirty="0">
                <a:uFill>
                  <a:solidFill>
                    <a:srgbClr val="000000"/>
                  </a:solidFill>
                </a:uFill>
                <a:latin typeface="Trebuchet MS"/>
                <a:cs typeface="Trebuchet MS"/>
              </a:rPr>
              <a:t>Vi</a:t>
            </a:r>
            <a:r>
              <a:rPr sz="1800" b="1" spc="83" dirty="0">
                <a:uFill>
                  <a:solidFill>
                    <a:srgbClr val="000000"/>
                  </a:solidFill>
                </a:uFill>
                <a:latin typeface="Trebuchet MS"/>
                <a:cs typeface="Trebuchet MS"/>
              </a:rPr>
              <a:t>r</a:t>
            </a:r>
            <a:r>
              <a:rPr sz="1800" b="1" spc="-19" dirty="0">
                <a:uFill>
                  <a:solidFill>
                    <a:srgbClr val="000000"/>
                  </a:solidFill>
                </a:uFill>
                <a:latin typeface="Trebuchet MS"/>
                <a:cs typeface="Trebuchet MS"/>
              </a:rPr>
              <a:t>tuali</a:t>
            </a:r>
            <a:r>
              <a:rPr sz="1800" b="1" spc="-30" dirty="0">
                <a:uFill>
                  <a:solidFill>
                    <a:srgbClr val="000000"/>
                  </a:solidFill>
                </a:uFill>
                <a:latin typeface="Trebuchet MS"/>
                <a:cs typeface="Trebuchet MS"/>
              </a:rPr>
              <a:t>z</a:t>
            </a:r>
            <a:r>
              <a:rPr sz="1800" b="1" spc="-15" dirty="0">
                <a:uFill>
                  <a:solidFill>
                    <a:srgbClr val="000000"/>
                  </a:solidFill>
                </a:uFill>
                <a:latin typeface="Trebuchet MS"/>
                <a:cs typeface="Trebuchet MS"/>
              </a:rPr>
              <a:t>at</a:t>
            </a:r>
            <a:r>
              <a:rPr sz="1800" b="1" spc="-19" dirty="0">
                <a:uFill>
                  <a:solidFill>
                    <a:srgbClr val="000000"/>
                  </a:solidFill>
                </a:uFill>
                <a:latin typeface="Trebuchet MS"/>
                <a:cs typeface="Trebuchet MS"/>
              </a:rPr>
              <a:t>i</a:t>
            </a:r>
            <a:r>
              <a:rPr sz="1800" b="1" spc="15" dirty="0">
                <a:uFill>
                  <a:solidFill>
                    <a:srgbClr val="000000"/>
                  </a:solidFill>
                </a:uFill>
                <a:latin typeface="Trebuchet MS"/>
                <a:cs typeface="Trebuchet MS"/>
              </a:rPr>
              <a:t>on</a:t>
            </a:r>
            <a:endParaRPr sz="1800" dirty="0">
              <a:latin typeface="Trebuchet MS"/>
              <a:cs typeface="Trebuchet MS"/>
            </a:endParaRPr>
          </a:p>
          <a:p>
            <a:pPr marL="523399" marR="7144" lvl="1" indent="-171450" algn="just">
              <a:lnSpc>
                <a:spcPct val="150000"/>
              </a:lnSpc>
              <a:spcBef>
                <a:spcPts val="401"/>
              </a:spcBef>
              <a:buClr>
                <a:srgbClr val="B71E42"/>
              </a:buClr>
              <a:buSzPct val="95454"/>
              <a:buFont typeface="Wingdings"/>
              <a:buChar char=""/>
              <a:tabLst>
                <a:tab pos="540068" algn="l"/>
              </a:tabLst>
            </a:pPr>
            <a:r>
              <a:rPr sz="1800" spc="-53" dirty="0">
                <a:latin typeface="Times New Roman" panose="02020603050405020304" pitchFamily="18" charset="0"/>
                <a:cs typeface="Times New Roman" panose="02020603050405020304" pitchFamily="18" charset="0"/>
              </a:rPr>
              <a:t>Server </a:t>
            </a:r>
            <a:r>
              <a:rPr sz="1800" spc="-94" dirty="0">
                <a:latin typeface="Times New Roman" panose="02020603050405020304" pitchFamily="18" charset="0"/>
                <a:cs typeface="Times New Roman" panose="02020603050405020304" pitchFamily="18" charset="0"/>
              </a:rPr>
              <a:t>virtualization </a:t>
            </a:r>
            <a:r>
              <a:rPr sz="1800" spc="-75" dirty="0">
                <a:latin typeface="Times New Roman" panose="02020603050405020304" pitchFamily="18" charset="0"/>
                <a:cs typeface="Times New Roman" panose="02020603050405020304" pitchFamily="18" charset="0"/>
              </a:rPr>
              <a:t>is </a:t>
            </a:r>
            <a:r>
              <a:rPr sz="1800" spc="-165" dirty="0">
                <a:latin typeface="Times New Roman" panose="02020603050405020304" pitchFamily="18" charset="0"/>
                <a:cs typeface="Times New Roman" panose="02020603050405020304" pitchFamily="18" charset="0"/>
              </a:rPr>
              <a:t>a</a:t>
            </a:r>
            <a:r>
              <a:rPr sz="1800" spc="-161" dirty="0">
                <a:latin typeface="Times New Roman" panose="02020603050405020304" pitchFamily="18" charset="0"/>
                <a:cs typeface="Times New Roman" panose="02020603050405020304" pitchFamily="18" charset="0"/>
              </a:rPr>
              <a:t> </a:t>
            </a:r>
            <a:r>
              <a:rPr sz="1800" spc="-56" dirty="0">
                <a:latin typeface="Times New Roman" panose="02020603050405020304" pitchFamily="18" charset="0"/>
                <a:cs typeface="Times New Roman" panose="02020603050405020304" pitchFamily="18" charset="0"/>
              </a:rPr>
              <a:t>process </a:t>
            </a:r>
            <a:r>
              <a:rPr sz="1800" spc="-90" dirty="0">
                <a:latin typeface="Times New Roman" panose="02020603050405020304" pitchFamily="18" charset="0"/>
                <a:cs typeface="Times New Roman" panose="02020603050405020304" pitchFamily="18" charset="0"/>
              </a:rPr>
              <a:t>of </a:t>
            </a:r>
            <a:r>
              <a:rPr sz="1800" spc="-86" dirty="0">
                <a:latin typeface="Times New Roman" panose="02020603050405020304" pitchFamily="18" charset="0"/>
                <a:cs typeface="Times New Roman" panose="02020603050405020304" pitchFamily="18" charset="0"/>
              </a:rPr>
              <a:t>partitioning </a:t>
            </a:r>
            <a:r>
              <a:rPr sz="1800" spc="-98" dirty="0">
                <a:latin typeface="Times New Roman" panose="02020603050405020304" pitchFamily="18" charset="0"/>
                <a:cs typeface="Times New Roman" panose="02020603050405020304" pitchFamily="18" charset="0"/>
              </a:rPr>
              <a:t>the </a:t>
            </a:r>
            <a:r>
              <a:rPr sz="1800" spc="-56" dirty="0">
                <a:latin typeface="Times New Roman" panose="02020603050405020304" pitchFamily="18" charset="0"/>
                <a:cs typeface="Times New Roman" panose="02020603050405020304" pitchFamily="18" charset="0"/>
              </a:rPr>
              <a:t>resources </a:t>
            </a:r>
            <a:r>
              <a:rPr sz="1800" spc="-90" dirty="0">
                <a:latin typeface="Times New Roman" panose="02020603050405020304" pitchFamily="18" charset="0"/>
                <a:cs typeface="Times New Roman" panose="02020603050405020304" pitchFamily="18" charset="0"/>
              </a:rPr>
              <a:t>of </a:t>
            </a:r>
            <a:r>
              <a:rPr sz="1800" spc="-165" dirty="0">
                <a:latin typeface="Times New Roman" panose="02020603050405020304" pitchFamily="18" charset="0"/>
                <a:cs typeface="Times New Roman" panose="02020603050405020304" pitchFamily="18" charset="0"/>
              </a:rPr>
              <a:t>a</a:t>
            </a:r>
            <a:r>
              <a:rPr sz="1800" spc="-161" dirty="0">
                <a:latin typeface="Times New Roman" panose="02020603050405020304" pitchFamily="18" charset="0"/>
                <a:cs typeface="Times New Roman" panose="02020603050405020304" pitchFamily="18" charset="0"/>
              </a:rPr>
              <a:t> </a:t>
            </a:r>
            <a:r>
              <a:rPr sz="1800" spc="-98" dirty="0">
                <a:latin typeface="Times New Roman" panose="02020603050405020304" pitchFamily="18" charset="0"/>
                <a:cs typeface="Times New Roman" panose="02020603050405020304" pitchFamily="18" charset="0"/>
              </a:rPr>
              <a:t>single </a:t>
            </a:r>
            <a:r>
              <a:rPr sz="1800" spc="-94" dirty="0">
                <a:latin typeface="Times New Roman" panose="02020603050405020304" pitchFamily="18" charset="0"/>
                <a:cs typeface="Times New Roman" panose="02020603050405020304" pitchFamily="18" charset="0"/>
              </a:rPr>
              <a:t> </a:t>
            </a:r>
            <a:r>
              <a:rPr sz="1800" spc="-53" dirty="0">
                <a:latin typeface="Times New Roman" panose="02020603050405020304" pitchFamily="18" charset="0"/>
                <a:cs typeface="Times New Roman" panose="02020603050405020304" pitchFamily="18" charset="0"/>
              </a:rPr>
              <a:t>server </a:t>
            </a:r>
            <a:r>
              <a:rPr sz="1800" spc="-71" dirty="0">
                <a:latin typeface="Times New Roman" panose="02020603050405020304" pitchFamily="18" charset="0"/>
                <a:cs typeface="Times New Roman" panose="02020603050405020304" pitchFamily="18" charset="0"/>
              </a:rPr>
              <a:t>into </a:t>
            </a:r>
            <a:r>
              <a:rPr sz="1800" spc="-109" dirty="0">
                <a:latin typeface="Times New Roman" panose="02020603050405020304" pitchFamily="18" charset="0"/>
                <a:cs typeface="Times New Roman" panose="02020603050405020304" pitchFamily="18" charset="0"/>
              </a:rPr>
              <a:t>multiple </a:t>
            </a:r>
            <a:r>
              <a:rPr sz="1800" spc="-90" dirty="0">
                <a:latin typeface="Times New Roman" panose="02020603050405020304" pitchFamily="18" charset="0"/>
                <a:cs typeface="Times New Roman" panose="02020603050405020304" pitchFamily="18" charset="0"/>
              </a:rPr>
              <a:t>virtual </a:t>
            </a:r>
            <a:r>
              <a:rPr sz="1800" spc="-75" dirty="0">
                <a:latin typeface="Times New Roman" panose="02020603050405020304" pitchFamily="18" charset="0"/>
                <a:cs typeface="Times New Roman" panose="02020603050405020304" pitchFamily="18" charset="0"/>
              </a:rPr>
              <a:t>servers. </a:t>
            </a:r>
            <a:r>
              <a:rPr sz="1800" spc="-60" dirty="0">
                <a:latin typeface="Times New Roman" panose="02020603050405020304" pitchFamily="18" charset="0"/>
                <a:cs typeface="Times New Roman" panose="02020603050405020304" pitchFamily="18" charset="0"/>
              </a:rPr>
              <a:t>These </a:t>
            </a:r>
            <a:r>
              <a:rPr sz="1800" spc="-90" dirty="0">
                <a:latin typeface="Times New Roman" panose="02020603050405020304" pitchFamily="18" charset="0"/>
                <a:cs typeface="Times New Roman" panose="02020603050405020304" pitchFamily="18" charset="0"/>
              </a:rPr>
              <a:t>virtual </a:t>
            </a:r>
            <a:r>
              <a:rPr sz="1800" spc="-49" dirty="0">
                <a:latin typeface="Times New Roman" panose="02020603050405020304" pitchFamily="18" charset="0"/>
                <a:cs typeface="Times New Roman" panose="02020603050405020304" pitchFamily="18" charset="0"/>
              </a:rPr>
              <a:t>servers </a:t>
            </a:r>
            <a:r>
              <a:rPr sz="1800" spc="-113" dirty="0">
                <a:latin typeface="Times New Roman" panose="02020603050405020304" pitchFamily="18" charset="0"/>
                <a:cs typeface="Times New Roman" panose="02020603050405020304" pitchFamily="18" charset="0"/>
              </a:rPr>
              <a:t>can </a:t>
            </a:r>
            <a:r>
              <a:rPr sz="1800" spc="-49" dirty="0">
                <a:latin typeface="Times New Roman" panose="02020603050405020304" pitchFamily="18" charset="0"/>
                <a:cs typeface="Times New Roman" panose="02020603050405020304" pitchFamily="18" charset="0"/>
              </a:rPr>
              <a:t>run </a:t>
            </a:r>
            <a:r>
              <a:rPr sz="1800" spc="-101" dirty="0">
                <a:latin typeface="Times New Roman" panose="02020603050405020304" pitchFamily="18" charset="0"/>
                <a:cs typeface="Times New Roman" panose="02020603050405020304" pitchFamily="18" charset="0"/>
              </a:rPr>
              <a:t>as </a:t>
            </a:r>
            <a:r>
              <a:rPr sz="1800" spc="-98" dirty="0">
                <a:latin typeface="Times New Roman" panose="02020603050405020304" pitchFamily="18" charset="0"/>
                <a:cs typeface="Times New Roman" panose="02020603050405020304" pitchFamily="18" charset="0"/>
              </a:rPr>
              <a:t>separate </a:t>
            </a:r>
            <a:r>
              <a:rPr sz="1800" spc="-94" dirty="0">
                <a:latin typeface="Times New Roman" panose="02020603050405020304" pitchFamily="18" charset="0"/>
                <a:cs typeface="Times New Roman" panose="02020603050405020304" pitchFamily="18" charset="0"/>
              </a:rPr>
              <a:t> </a:t>
            </a:r>
            <a:r>
              <a:rPr sz="1800" spc="-116" dirty="0">
                <a:latin typeface="Times New Roman" panose="02020603050405020304" pitchFamily="18" charset="0"/>
                <a:cs typeface="Times New Roman" panose="02020603050405020304" pitchFamily="18" charset="0"/>
              </a:rPr>
              <a:t>machines.</a:t>
            </a:r>
            <a:endParaRPr sz="1800" dirty="0">
              <a:latin typeface="Times New Roman" panose="02020603050405020304" pitchFamily="18" charset="0"/>
              <a:cs typeface="Times New Roman" panose="02020603050405020304" pitchFamily="18" charset="0"/>
            </a:endParaRPr>
          </a:p>
          <a:p>
            <a:pPr marL="523399" marR="3810" lvl="1" indent="-171450" algn="just">
              <a:lnSpc>
                <a:spcPct val="150000"/>
              </a:lnSpc>
              <a:spcBef>
                <a:spcPts val="371"/>
              </a:spcBef>
              <a:buClr>
                <a:srgbClr val="B71E42"/>
              </a:buClr>
              <a:buSzPct val="95454"/>
              <a:buFont typeface="Wingdings"/>
              <a:buChar char=""/>
              <a:tabLst>
                <a:tab pos="540068" algn="l"/>
              </a:tabLst>
            </a:pPr>
            <a:r>
              <a:rPr sz="1800" spc="-53" dirty="0">
                <a:latin typeface="Times New Roman" panose="02020603050405020304" pitchFamily="18" charset="0"/>
                <a:cs typeface="Times New Roman" panose="02020603050405020304" pitchFamily="18" charset="0"/>
              </a:rPr>
              <a:t>Server</a:t>
            </a:r>
            <a:r>
              <a:rPr sz="1800" spc="-49" dirty="0">
                <a:latin typeface="Times New Roman" panose="02020603050405020304" pitchFamily="18" charset="0"/>
                <a:cs typeface="Times New Roman" panose="02020603050405020304" pitchFamily="18" charset="0"/>
              </a:rPr>
              <a:t> </a:t>
            </a:r>
            <a:r>
              <a:rPr sz="1800" spc="-94" dirty="0">
                <a:latin typeface="Times New Roman" panose="02020603050405020304" pitchFamily="18" charset="0"/>
                <a:cs typeface="Times New Roman" panose="02020603050405020304" pitchFamily="18" charset="0"/>
              </a:rPr>
              <a:t>virtualization</a:t>
            </a:r>
            <a:r>
              <a:rPr sz="1800" spc="-90" dirty="0">
                <a:latin typeface="Times New Roman" panose="02020603050405020304" pitchFamily="18" charset="0"/>
                <a:cs typeface="Times New Roman" panose="02020603050405020304" pitchFamily="18" charset="0"/>
              </a:rPr>
              <a:t> </a:t>
            </a:r>
            <a:r>
              <a:rPr sz="1800" spc="-83" dirty="0">
                <a:latin typeface="Times New Roman" panose="02020603050405020304" pitchFamily="18" charset="0"/>
                <a:cs typeface="Times New Roman" panose="02020603050405020304" pitchFamily="18" charset="0"/>
              </a:rPr>
              <a:t>allows</a:t>
            </a:r>
            <a:r>
              <a:rPr sz="1800" spc="-79" dirty="0">
                <a:latin typeface="Times New Roman" panose="02020603050405020304" pitchFamily="18" charset="0"/>
                <a:cs typeface="Times New Roman" panose="02020603050405020304" pitchFamily="18" charset="0"/>
              </a:rPr>
              <a:t> </a:t>
            </a:r>
            <a:r>
              <a:rPr sz="1800" spc="-71" dirty="0">
                <a:latin typeface="Times New Roman" panose="02020603050405020304" pitchFamily="18" charset="0"/>
                <a:cs typeface="Times New Roman" panose="02020603050405020304" pitchFamily="18" charset="0"/>
              </a:rPr>
              <a:t>businesses</a:t>
            </a:r>
            <a:r>
              <a:rPr sz="1800" spc="-68" dirty="0">
                <a:latin typeface="Times New Roman" panose="02020603050405020304" pitchFamily="18" charset="0"/>
                <a:cs typeface="Times New Roman" panose="02020603050405020304" pitchFamily="18" charset="0"/>
              </a:rPr>
              <a:t> </a:t>
            </a:r>
            <a:r>
              <a:rPr sz="1800" spc="-41" dirty="0">
                <a:latin typeface="Times New Roman" panose="02020603050405020304" pitchFamily="18" charset="0"/>
                <a:cs typeface="Times New Roman" panose="02020603050405020304" pitchFamily="18" charset="0"/>
              </a:rPr>
              <a:t>to</a:t>
            </a:r>
            <a:r>
              <a:rPr sz="1800" spc="-38" dirty="0">
                <a:latin typeface="Times New Roman" panose="02020603050405020304" pitchFamily="18" charset="0"/>
                <a:cs typeface="Times New Roman" panose="02020603050405020304" pitchFamily="18" charset="0"/>
              </a:rPr>
              <a:t> </a:t>
            </a:r>
            <a:r>
              <a:rPr sz="1800" spc="-49" dirty="0">
                <a:latin typeface="Times New Roman" panose="02020603050405020304" pitchFamily="18" charset="0"/>
                <a:cs typeface="Times New Roman" panose="02020603050405020304" pitchFamily="18" charset="0"/>
              </a:rPr>
              <a:t>run</a:t>
            </a:r>
            <a:r>
              <a:rPr sz="1800" spc="-45" dirty="0">
                <a:latin typeface="Times New Roman" panose="02020603050405020304" pitchFamily="18" charset="0"/>
                <a:cs typeface="Times New Roman" panose="02020603050405020304" pitchFamily="18" charset="0"/>
              </a:rPr>
              <a:t> </a:t>
            </a:r>
            <a:r>
              <a:rPr sz="1800" spc="-109" dirty="0">
                <a:latin typeface="Times New Roman" panose="02020603050405020304" pitchFamily="18" charset="0"/>
                <a:cs typeface="Times New Roman" panose="02020603050405020304" pitchFamily="18" charset="0"/>
              </a:rPr>
              <a:t>multiple</a:t>
            </a:r>
            <a:r>
              <a:rPr sz="1800" spc="-105" dirty="0">
                <a:latin typeface="Times New Roman" panose="02020603050405020304" pitchFamily="18" charset="0"/>
                <a:cs typeface="Times New Roman" panose="02020603050405020304" pitchFamily="18" charset="0"/>
              </a:rPr>
              <a:t> </a:t>
            </a:r>
            <a:r>
              <a:rPr sz="1800" spc="-98" dirty="0">
                <a:latin typeface="Times New Roman" panose="02020603050405020304" pitchFamily="18" charset="0"/>
                <a:cs typeface="Times New Roman" panose="02020603050405020304" pitchFamily="18" charset="0"/>
              </a:rPr>
              <a:t>independent</a:t>
            </a:r>
            <a:r>
              <a:rPr sz="1800" spc="-94" dirty="0">
                <a:latin typeface="Times New Roman" panose="02020603050405020304" pitchFamily="18" charset="0"/>
                <a:cs typeface="Times New Roman" panose="02020603050405020304" pitchFamily="18" charset="0"/>
              </a:rPr>
              <a:t> </a:t>
            </a:r>
            <a:r>
              <a:rPr sz="1800" spc="53" dirty="0">
                <a:latin typeface="Times New Roman" panose="02020603050405020304" pitchFamily="18" charset="0"/>
                <a:cs typeface="Times New Roman" panose="02020603050405020304" pitchFamily="18" charset="0"/>
              </a:rPr>
              <a:t>OSs </a:t>
            </a:r>
            <a:r>
              <a:rPr sz="1800" spc="56" dirty="0">
                <a:latin typeface="Times New Roman" panose="02020603050405020304" pitchFamily="18" charset="0"/>
                <a:cs typeface="Times New Roman" panose="02020603050405020304" pitchFamily="18" charset="0"/>
              </a:rPr>
              <a:t> </a:t>
            </a:r>
            <a:r>
              <a:rPr sz="1800" spc="-83" dirty="0">
                <a:latin typeface="Times New Roman" panose="02020603050405020304" pitchFamily="18" charset="0"/>
                <a:cs typeface="Times New Roman" panose="02020603050405020304" pitchFamily="18" charset="0"/>
              </a:rPr>
              <a:t>(guests</a:t>
            </a:r>
            <a:r>
              <a:rPr sz="1800" spc="-23" dirty="0">
                <a:latin typeface="Times New Roman" panose="02020603050405020304" pitchFamily="18" charset="0"/>
                <a:cs typeface="Times New Roman" panose="02020603050405020304" pitchFamily="18" charset="0"/>
              </a:rPr>
              <a:t> </a:t>
            </a:r>
            <a:r>
              <a:rPr sz="1800" spc="15" dirty="0">
                <a:latin typeface="Times New Roman" panose="02020603050405020304" pitchFamily="18" charset="0"/>
                <a:cs typeface="Times New Roman" panose="02020603050405020304" pitchFamily="18" charset="0"/>
              </a:rPr>
              <a:t>or</a:t>
            </a:r>
            <a:r>
              <a:rPr sz="1800" spc="-34" dirty="0">
                <a:latin typeface="Times New Roman" panose="02020603050405020304" pitchFamily="18" charset="0"/>
                <a:cs typeface="Times New Roman" panose="02020603050405020304" pitchFamily="18" charset="0"/>
              </a:rPr>
              <a:t> </a:t>
            </a:r>
            <a:r>
              <a:rPr sz="1800" spc="-90" dirty="0">
                <a:latin typeface="Times New Roman" panose="02020603050405020304" pitchFamily="18" charset="0"/>
                <a:cs typeface="Times New Roman" panose="02020603050405020304" pitchFamily="18" charset="0"/>
              </a:rPr>
              <a:t>virtual)</a:t>
            </a:r>
            <a:r>
              <a:rPr sz="1800" spc="-15" dirty="0">
                <a:latin typeface="Times New Roman" panose="02020603050405020304" pitchFamily="18" charset="0"/>
                <a:cs typeface="Times New Roman" panose="02020603050405020304" pitchFamily="18" charset="0"/>
              </a:rPr>
              <a:t> </a:t>
            </a:r>
            <a:r>
              <a:rPr sz="1800" spc="-143" dirty="0">
                <a:latin typeface="Times New Roman" panose="02020603050405020304" pitchFamily="18" charset="0"/>
                <a:cs typeface="Times New Roman" panose="02020603050405020304" pitchFamily="18" charset="0"/>
              </a:rPr>
              <a:t>all</a:t>
            </a:r>
            <a:r>
              <a:rPr sz="1800" spc="-34" dirty="0">
                <a:latin typeface="Times New Roman" panose="02020603050405020304" pitchFamily="18" charset="0"/>
                <a:cs typeface="Times New Roman" panose="02020603050405020304" pitchFamily="18" charset="0"/>
              </a:rPr>
              <a:t> </a:t>
            </a:r>
            <a:r>
              <a:rPr sz="1800" spc="-90" dirty="0">
                <a:latin typeface="Times New Roman" panose="02020603050405020304" pitchFamily="18" charset="0"/>
                <a:cs typeface="Times New Roman" panose="02020603050405020304" pitchFamily="18" charset="0"/>
              </a:rPr>
              <a:t>with</a:t>
            </a:r>
            <a:r>
              <a:rPr sz="1800" spc="-19" dirty="0">
                <a:latin typeface="Times New Roman" panose="02020603050405020304" pitchFamily="18" charset="0"/>
                <a:cs typeface="Times New Roman" panose="02020603050405020304" pitchFamily="18" charset="0"/>
              </a:rPr>
              <a:t> </a:t>
            </a:r>
            <a:r>
              <a:rPr sz="1800" spc="-116" dirty="0">
                <a:latin typeface="Times New Roman" panose="02020603050405020304" pitchFamily="18" charset="0"/>
                <a:cs typeface="Times New Roman" panose="02020603050405020304" pitchFamily="18" charset="0"/>
              </a:rPr>
              <a:t>different</a:t>
            </a:r>
            <a:r>
              <a:rPr sz="1800" spc="-23" dirty="0">
                <a:latin typeface="Times New Roman" panose="02020603050405020304" pitchFamily="18" charset="0"/>
                <a:cs typeface="Times New Roman" panose="02020603050405020304" pitchFamily="18" charset="0"/>
              </a:rPr>
              <a:t> </a:t>
            </a:r>
            <a:r>
              <a:rPr sz="1800" spc="-83" dirty="0">
                <a:latin typeface="Times New Roman" panose="02020603050405020304" pitchFamily="18" charset="0"/>
                <a:cs typeface="Times New Roman" panose="02020603050405020304" pitchFamily="18" charset="0"/>
              </a:rPr>
              <a:t>configurations</a:t>
            </a:r>
            <a:r>
              <a:rPr sz="1800" spc="-8" dirty="0">
                <a:latin typeface="Times New Roman" panose="02020603050405020304" pitchFamily="18" charset="0"/>
                <a:cs typeface="Times New Roman" panose="02020603050405020304" pitchFamily="18" charset="0"/>
              </a:rPr>
              <a:t> </a:t>
            </a:r>
            <a:r>
              <a:rPr sz="1800" spc="-86" dirty="0">
                <a:latin typeface="Times New Roman" panose="02020603050405020304" pitchFamily="18" charset="0"/>
                <a:cs typeface="Times New Roman" panose="02020603050405020304" pitchFamily="18" charset="0"/>
              </a:rPr>
              <a:t>using</a:t>
            </a:r>
            <a:r>
              <a:rPr sz="1800" spc="-26" dirty="0">
                <a:latin typeface="Times New Roman" panose="02020603050405020304" pitchFamily="18" charset="0"/>
                <a:cs typeface="Times New Roman" panose="02020603050405020304" pitchFamily="18" charset="0"/>
              </a:rPr>
              <a:t> </a:t>
            </a:r>
            <a:r>
              <a:rPr sz="1800" spc="-165" dirty="0">
                <a:latin typeface="Times New Roman" panose="02020603050405020304" pitchFamily="18" charset="0"/>
                <a:cs typeface="Times New Roman" panose="02020603050405020304" pitchFamily="18" charset="0"/>
              </a:rPr>
              <a:t>a</a:t>
            </a:r>
            <a:r>
              <a:rPr sz="1800" spc="-41" dirty="0">
                <a:latin typeface="Times New Roman" panose="02020603050405020304" pitchFamily="18" charset="0"/>
                <a:cs typeface="Times New Roman" panose="02020603050405020304" pitchFamily="18" charset="0"/>
              </a:rPr>
              <a:t> </a:t>
            </a:r>
            <a:r>
              <a:rPr sz="1800" spc="-98" dirty="0">
                <a:latin typeface="Times New Roman" panose="02020603050405020304" pitchFamily="18" charset="0"/>
                <a:cs typeface="Times New Roman" panose="02020603050405020304" pitchFamily="18" charset="0"/>
              </a:rPr>
              <a:t>single</a:t>
            </a:r>
            <a:r>
              <a:rPr sz="1800" spc="-30" dirty="0">
                <a:latin typeface="Times New Roman" panose="02020603050405020304" pitchFamily="18" charset="0"/>
                <a:cs typeface="Times New Roman" panose="02020603050405020304" pitchFamily="18" charset="0"/>
              </a:rPr>
              <a:t> </a:t>
            </a:r>
            <a:r>
              <a:rPr sz="1800" spc="-64" dirty="0">
                <a:latin typeface="Times New Roman" panose="02020603050405020304" pitchFamily="18" charset="0"/>
                <a:cs typeface="Times New Roman" panose="02020603050405020304" pitchFamily="18" charset="0"/>
              </a:rPr>
              <a:t>(host)</a:t>
            </a:r>
            <a:r>
              <a:rPr sz="1800" spc="-19" dirty="0">
                <a:latin typeface="Times New Roman" panose="02020603050405020304" pitchFamily="18" charset="0"/>
                <a:cs typeface="Times New Roman" panose="02020603050405020304" pitchFamily="18" charset="0"/>
              </a:rPr>
              <a:t> </a:t>
            </a:r>
            <a:r>
              <a:rPr sz="1800" spc="-105" dirty="0">
                <a:latin typeface="Times New Roman" panose="02020603050405020304" pitchFamily="18" charset="0"/>
                <a:cs typeface="Times New Roman" panose="02020603050405020304" pitchFamily="18" charset="0"/>
              </a:rPr>
              <a:t>server.</a:t>
            </a:r>
            <a:endParaRPr sz="1800" dirty="0">
              <a:latin typeface="Times New Roman" panose="02020603050405020304" pitchFamily="18" charset="0"/>
              <a:cs typeface="Times New Roman" panose="02020603050405020304" pitchFamily="18" charset="0"/>
            </a:endParaRPr>
          </a:p>
          <a:p>
            <a:pPr marL="523399" marR="6191" lvl="1" indent="-171450" algn="just">
              <a:lnSpc>
                <a:spcPct val="150000"/>
              </a:lnSpc>
              <a:spcBef>
                <a:spcPts val="379"/>
              </a:spcBef>
              <a:buClr>
                <a:srgbClr val="B71E42"/>
              </a:buClr>
              <a:buSzPct val="95454"/>
              <a:buFont typeface="Wingdings"/>
              <a:buChar char=""/>
              <a:tabLst>
                <a:tab pos="540068" algn="l"/>
              </a:tabLst>
            </a:pPr>
            <a:r>
              <a:rPr sz="1800" spc="-49" dirty="0">
                <a:latin typeface="Times New Roman" panose="02020603050405020304" pitchFamily="18" charset="0"/>
                <a:cs typeface="Times New Roman" panose="02020603050405020304" pitchFamily="18" charset="0"/>
              </a:rPr>
              <a:t>The </a:t>
            </a:r>
            <a:r>
              <a:rPr sz="1800" spc="-56" dirty="0">
                <a:latin typeface="Times New Roman" panose="02020603050405020304" pitchFamily="18" charset="0"/>
                <a:cs typeface="Times New Roman" panose="02020603050405020304" pitchFamily="18" charset="0"/>
              </a:rPr>
              <a:t>process </a:t>
            </a:r>
            <a:r>
              <a:rPr sz="1800" spc="-79" dirty="0">
                <a:latin typeface="Times New Roman" panose="02020603050405020304" pitchFamily="18" charset="0"/>
                <a:cs typeface="Times New Roman" panose="02020603050405020304" pitchFamily="18" charset="0"/>
              </a:rPr>
              <a:t>also</a:t>
            </a:r>
            <a:r>
              <a:rPr sz="1800" spc="-75" dirty="0">
                <a:latin typeface="Times New Roman" panose="02020603050405020304" pitchFamily="18" charset="0"/>
                <a:cs typeface="Times New Roman" panose="02020603050405020304" pitchFamily="18" charset="0"/>
              </a:rPr>
              <a:t> </a:t>
            </a:r>
            <a:r>
              <a:rPr sz="1800" spc="-109" dirty="0">
                <a:latin typeface="Times New Roman" panose="02020603050405020304" pitchFamily="18" charset="0"/>
                <a:cs typeface="Times New Roman" panose="02020603050405020304" pitchFamily="18" charset="0"/>
              </a:rPr>
              <a:t>saves</a:t>
            </a:r>
            <a:r>
              <a:rPr sz="1800" spc="-105" dirty="0">
                <a:latin typeface="Times New Roman" panose="02020603050405020304" pitchFamily="18" charset="0"/>
                <a:cs typeface="Times New Roman" panose="02020603050405020304" pitchFamily="18" charset="0"/>
              </a:rPr>
              <a:t> </a:t>
            </a:r>
            <a:r>
              <a:rPr sz="1800" spc="-98" dirty="0">
                <a:latin typeface="Times New Roman" panose="02020603050405020304" pitchFamily="18" charset="0"/>
                <a:cs typeface="Times New Roman" panose="02020603050405020304" pitchFamily="18" charset="0"/>
              </a:rPr>
              <a:t>the</a:t>
            </a:r>
            <a:r>
              <a:rPr sz="1800" spc="-94" dirty="0">
                <a:latin typeface="Times New Roman" panose="02020603050405020304" pitchFamily="18" charset="0"/>
                <a:cs typeface="Times New Roman" panose="02020603050405020304" pitchFamily="18" charset="0"/>
              </a:rPr>
              <a:t> </a:t>
            </a:r>
            <a:r>
              <a:rPr sz="1800" spc="-86" dirty="0">
                <a:latin typeface="Times New Roman" panose="02020603050405020304" pitchFamily="18" charset="0"/>
                <a:cs typeface="Times New Roman" panose="02020603050405020304" pitchFamily="18" charset="0"/>
              </a:rPr>
              <a:t>hardware</a:t>
            </a:r>
            <a:r>
              <a:rPr sz="1800" spc="-83" dirty="0">
                <a:latin typeface="Times New Roman" panose="02020603050405020304" pitchFamily="18" charset="0"/>
                <a:cs typeface="Times New Roman" panose="02020603050405020304" pitchFamily="18" charset="0"/>
              </a:rPr>
              <a:t> </a:t>
            </a:r>
            <a:r>
              <a:rPr sz="1800" spc="-56" dirty="0">
                <a:latin typeface="Times New Roman" panose="02020603050405020304" pitchFamily="18" charset="0"/>
                <a:cs typeface="Times New Roman" panose="02020603050405020304" pitchFamily="18" charset="0"/>
              </a:rPr>
              <a:t>cost </a:t>
            </a:r>
            <a:r>
              <a:rPr sz="1800" spc="-98" dirty="0">
                <a:latin typeface="Times New Roman" panose="02020603050405020304" pitchFamily="18" charset="0"/>
                <a:cs typeface="Times New Roman" panose="02020603050405020304" pitchFamily="18" charset="0"/>
              </a:rPr>
              <a:t>involved</a:t>
            </a:r>
            <a:r>
              <a:rPr sz="1800" spc="-94" dirty="0">
                <a:latin typeface="Times New Roman" panose="02020603050405020304" pitchFamily="18" charset="0"/>
                <a:cs typeface="Times New Roman" panose="02020603050405020304" pitchFamily="18" charset="0"/>
              </a:rPr>
              <a:t> </a:t>
            </a:r>
            <a:r>
              <a:rPr sz="1800" spc="-98" dirty="0">
                <a:latin typeface="Times New Roman" panose="02020603050405020304" pitchFamily="18" charset="0"/>
                <a:cs typeface="Times New Roman" panose="02020603050405020304" pitchFamily="18" charset="0"/>
              </a:rPr>
              <a:t>in</a:t>
            </a:r>
            <a:r>
              <a:rPr sz="1800" spc="-94" dirty="0">
                <a:latin typeface="Times New Roman" panose="02020603050405020304" pitchFamily="18" charset="0"/>
                <a:cs typeface="Times New Roman" panose="02020603050405020304" pitchFamily="18" charset="0"/>
              </a:rPr>
              <a:t> </a:t>
            </a:r>
            <a:r>
              <a:rPr sz="1800" spc="-105" dirty="0">
                <a:latin typeface="Times New Roman" panose="02020603050405020304" pitchFamily="18" charset="0"/>
                <a:cs typeface="Times New Roman" panose="02020603050405020304" pitchFamily="18" charset="0"/>
              </a:rPr>
              <a:t>keeping</a:t>
            </a:r>
            <a:r>
              <a:rPr sz="1800" spc="-101" dirty="0">
                <a:latin typeface="Times New Roman" panose="02020603050405020304" pitchFamily="18" charset="0"/>
                <a:cs typeface="Times New Roman" panose="02020603050405020304" pitchFamily="18" charset="0"/>
              </a:rPr>
              <a:t> </a:t>
            </a:r>
            <a:r>
              <a:rPr sz="1800" spc="-165" dirty="0">
                <a:latin typeface="Times New Roman" panose="02020603050405020304" pitchFamily="18" charset="0"/>
                <a:cs typeface="Times New Roman" panose="02020603050405020304" pitchFamily="18" charset="0"/>
              </a:rPr>
              <a:t>a</a:t>
            </a:r>
            <a:r>
              <a:rPr sz="1800" spc="165" dirty="0">
                <a:latin typeface="Times New Roman" panose="02020603050405020304" pitchFamily="18" charset="0"/>
                <a:cs typeface="Times New Roman" panose="02020603050405020304" pitchFamily="18" charset="0"/>
              </a:rPr>
              <a:t> </a:t>
            </a:r>
            <a:r>
              <a:rPr sz="1800" spc="-49" dirty="0">
                <a:latin typeface="Times New Roman" panose="02020603050405020304" pitchFamily="18" charset="0"/>
                <a:cs typeface="Times New Roman" panose="02020603050405020304" pitchFamily="18" charset="0"/>
              </a:rPr>
              <a:t>host </a:t>
            </a:r>
            <a:r>
              <a:rPr sz="1800" spc="-90" dirty="0">
                <a:latin typeface="Times New Roman" panose="02020603050405020304" pitchFamily="18" charset="0"/>
                <a:cs typeface="Times New Roman" panose="02020603050405020304" pitchFamily="18" charset="0"/>
              </a:rPr>
              <a:t>of </a:t>
            </a:r>
            <a:r>
              <a:rPr sz="1800" spc="-86" dirty="0">
                <a:latin typeface="Times New Roman" panose="02020603050405020304" pitchFamily="18" charset="0"/>
                <a:cs typeface="Times New Roman" panose="02020603050405020304" pitchFamily="18" charset="0"/>
              </a:rPr>
              <a:t> </a:t>
            </a:r>
            <a:r>
              <a:rPr sz="1800" spc="-109" dirty="0">
                <a:latin typeface="Times New Roman" panose="02020603050405020304" pitchFamily="18" charset="0"/>
                <a:cs typeface="Times New Roman" panose="02020603050405020304" pitchFamily="18" charset="0"/>
              </a:rPr>
              <a:t>physical</a:t>
            </a:r>
            <a:r>
              <a:rPr sz="1800" spc="-105" dirty="0">
                <a:latin typeface="Times New Roman" panose="02020603050405020304" pitchFamily="18" charset="0"/>
                <a:cs typeface="Times New Roman" panose="02020603050405020304" pitchFamily="18" charset="0"/>
              </a:rPr>
              <a:t> </a:t>
            </a:r>
            <a:r>
              <a:rPr sz="1800" spc="-75" dirty="0">
                <a:latin typeface="Times New Roman" panose="02020603050405020304" pitchFamily="18" charset="0"/>
                <a:cs typeface="Times New Roman" panose="02020603050405020304" pitchFamily="18" charset="0"/>
              </a:rPr>
              <a:t>servers, </a:t>
            </a:r>
            <a:r>
              <a:rPr sz="1800" spc="-8" dirty="0">
                <a:latin typeface="Times New Roman" panose="02020603050405020304" pitchFamily="18" charset="0"/>
                <a:cs typeface="Times New Roman" panose="02020603050405020304" pitchFamily="18" charset="0"/>
              </a:rPr>
              <a:t>so </a:t>
            </a:r>
            <a:r>
              <a:rPr sz="1800" spc="-71" dirty="0">
                <a:latin typeface="Times New Roman" panose="02020603050405020304" pitchFamily="18" charset="0"/>
                <a:cs typeface="Times New Roman" panose="02020603050405020304" pitchFamily="18" charset="0"/>
              </a:rPr>
              <a:t>businesses </a:t>
            </a:r>
            <a:r>
              <a:rPr sz="1800" spc="-116" dirty="0">
                <a:latin typeface="Times New Roman" panose="02020603050405020304" pitchFamily="18" charset="0"/>
                <a:cs typeface="Times New Roman" panose="02020603050405020304" pitchFamily="18" charset="0"/>
              </a:rPr>
              <a:t>can</a:t>
            </a:r>
            <a:r>
              <a:rPr sz="1800" spc="-113" dirty="0">
                <a:latin typeface="Times New Roman" panose="02020603050405020304" pitchFamily="18" charset="0"/>
                <a:cs typeface="Times New Roman" panose="02020603050405020304" pitchFamily="18" charset="0"/>
              </a:rPr>
              <a:t> </a:t>
            </a:r>
            <a:r>
              <a:rPr sz="1800" spc="-116" dirty="0">
                <a:latin typeface="Times New Roman" panose="02020603050405020304" pitchFamily="18" charset="0"/>
                <a:cs typeface="Times New Roman" panose="02020603050405020304" pitchFamily="18" charset="0"/>
              </a:rPr>
              <a:t>make</a:t>
            </a:r>
            <a:r>
              <a:rPr sz="1800" spc="-113" dirty="0">
                <a:latin typeface="Times New Roman" panose="02020603050405020304" pitchFamily="18" charset="0"/>
                <a:cs typeface="Times New Roman" panose="02020603050405020304" pitchFamily="18" charset="0"/>
              </a:rPr>
              <a:t> </a:t>
            </a:r>
            <a:r>
              <a:rPr sz="1800" spc="-79" dirty="0">
                <a:latin typeface="Times New Roman" panose="02020603050405020304" pitchFamily="18" charset="0"/>
                <a:cs typeface="Times New Roman" panose="02020603050405020304" pitchFamily="18" charset="0"/>
              </a:rPr>
              <a:t>their </a:t>
            </a:r>
            <a:r>
              <a:rPr sz="1800" spc="-53" dirty="0">
                <a:latin typeface="Times New Roman" panose="02020603050405020304" pitchFamily="18" charset="0"/>
                <a:cs typeface="Times New Roman" panose="02020603050405020304" pitchFamily="18" charset="0"/>
              </a:rPr>
              <a:t>server </a:t>
            </a:r>
            <a:r>
              <a:rPr sz="1800" spc="-83" dirty="0">
                <a:latin typeface="Times New Roman" panose="02020603050405020304" pitchFamily="18" charset="0"/>
                <a:cs typeface="Times New Roman" panose="02020603050405020304" pitchFamily="18" charset="0"/>
              </a:rPr>
              <a:t>infrastructure </a:t>
            </a:r>
            <a:r>
              <a:rPr sz="1800" spc="-56" dirty="0">
                <a:latin typeface="Times New Roman" panose="02020603050405020304" pitchFamily="18" charset="0"/>
                <a:cs typeface="Times New Roman" panose="02020603050405020304" pitchFamily="18" charset="0"/>
              </a:rPr>
              <a:t>more </a:t>
            </a:r>
            <a:r>
              <a:rPr sz="1800" spc="-53" dirty="0">
                <a:latin typeface="Times New Roman" panose="02020603050405020304" pitchFamily="18" charset="0"/>
                <a:cs typeface="Times New Roman" panose="02020603050405020304" pitchFamily="18" charset="0"/>
              </a:rPr>
              <a:t> </a:t>
            </a:r>
            <a:r>
              <a:rPr sz="1800" spc="-109" dirty="0">
                <a:latin typeface="Times New Roman" panose="02020603050405020304" pitchFamily="18" charset="0"/>
                <a:cs typeface="Times New Roman" panose="02020603050405020304" pitchFamily="18" charset="0"/>
              </a:rPr>
              <a:t>streamlined.</a:t>
            </a:r>
            <a:endParaRPr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68019195"/>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spcFirstLastPara="1" vert="horz" wrap="square" lIns="0" tIns="10001" rIns="0" bIns="0" rtlCol="0" anchor="ctr" anchorCtr="0">
            <a:spAutoFit/>
          </a:bodyPr>
          <a:lstStyle/>
          <a:p>
            <a:pPr marL="9525">
              <a:spcBef>
                <a:spcPts val="79"/>
              </a:spcBef>
            </a:pPr>
            <a:r>
              <a:rPr sz="2400" spc="203" dirty="0"/>
              <a:t>TYP</a:t>
            </a:r>
            <a:r>
              <a:rPr sz="2400" spc="180" dirty="0"/>
              <a:t>E</a:t>
            </a:r>
            <a:r>
              <a:rPr sz="2400" spc="225" dirty="0"/>
              <a:t>S</a:t>
            </a:r>
            <a:r>
              <a:rPr sz="2400" spc="-56" dirty="0"/>
              <a:t> </a:t>
            </a:r>
            <a:r>
              <a:rPr sz="2400" spc="416" dirty="0"/>
              <a:t>O</a:t>
            </a:r>
            <a:r>
              <a:rPr sz="2400" spc="49" dirty="0"/>
              <a:t>F</a:t>
            </a:r>
            <a:r>
              <a:rPr lang="en-IN" sz="2400" spc="49" dirty="0"/>
              <a:t>  </a:t>
            </a:r>
            <a:r>
              <a:rPr sz="2400" spc="-428" dirty="0"/>
              <a:t> </a:t>
            </a:r>
            <a:r>
              <a:rPr sz="2400" spc="180" dirty="0"/>
              <a:t>VI</a:t>
            </a:r>
            <a:r>
              <a:rPr sz="2400" spc="15" dirty="0"/>
              <a:t>R</a:t>
            </a:r>
            <a:r>
              <a:rPr sz="2400" spc="255" dirty="0"/>
              <a:t>T</a:t>
            </a:r>
            <a:r>
              <a:rPr sz="2400" spc="240" dirty="0"/>
              <a:t>U</a:t>
            </a:r>
            <a:r>
              <a:rPr sz="2400" spc="270" dirty="0"/>
              <a:t>A</a:t>
            </a:r>
            <a:r>
              <a:rPr sz="2400" spc="225" dirty="0"/>
              <a:t>L</a:t>
            </a:r>
            <a:r>
              <a:rPr sz="2400" spc="233" dirty="0"/>
              <a:t>IZ</a:t>
            </a:r>
            <a:r>
              <a:rPr sz="2400" spc="56" dirty="0"/>
              <a:t>A</a:t>
            </a:r>
            <a:r>
              <a:rPr sz="2400" spc="304" dirty="0"/>
              <a:t>TION</a:t>
            </a:r>
            <a:endParaRPr sz="2400" dirty="0"/>
          </a:p>
        </p:txBody>
      </p:sp>
      <p:sp>
        <p:nvSpPr>
          <p:cNvPr id="3" name="object 3"/>
          <p:cNvSpPr txBox="1"/>
          <p:nvPr/>
        </p:nvSpPr>
        <p:spPr>
          <a:xfrm>
            <a:off x="787935" y="1060704"/>
            <a:ext cx="7630382" cy="3512339"/>
          </a:xfrm>
          <a:prstGeom prst="rect">
            <a:avLst/>
          </a:prstGeom>
        </p:spPr>
        <p:txBody>
          <a:bodyPr vert="horz" wrap="square" lIns="0" tIns="120491" rIns="0" bIns="0" rtlCol="0">
            <a:spAutoFit/>
          </a:bodyPr>
          <a:lstStyle/>
          <a:p>
            <a:pPr marL="180975" indent="-171450" algn="just">
              <a:spcBef>
                <a:spcPts val="949"/>
              </a:spcBef>
              <a:buClr>
                <a:srgbClr val="B71E42"/>
              </a:buClr>
              <a:buFont typeface="Arial MT"/>
              <a:buChar char="•"/>
              <a:tabLst>
                <a:tab pos="180975" algn="l"/>
              </a:tabLst>
            </a:pPr>
            <a:r>
              <a:rPr sz="1800" b="1" spc="56" dirty="0">
                <a:uFill>
                  <a:solidFill>
                    <a:srgbClr val="000000"/>
                  </a:solidFill>
                </a:uFill>
                <a:latin typeface="Trebuchet MS"/>
                <a:cs typeface="Trebuchet MS"/>
              </a:rPr>
              <a:t>Se</a:t>
            </a:r>
            <a:r>
              <a:rPr sz="1800" b="1" spc="98" dirty="0">
                <a:uFill>
                  <a:solidFill>
                    <a:srgbClr val="000000"/>
                  </a:solidFill>
                </a:uFill>
                <a:latin typeface="Trebuchet MS"/>
                <a:cs typeface="Trebuchet MS"/>
              </a:rPr>
              <a:t>r</a:t>
            </a:r>
            <a:r>
              <a:rPr sz="1800" b="1" spc="-71" dirty="0">
                <a:uFill>
                  <a:solidFill>
                    <a:srgbClr val="000000"/>
                  </a:solidFill>
                </a:uFill>
                <a:latin typeface="Trebuchet MS"/>
                <a:cs typeface="Trebuchet MS"/>
              </a:rPr>
              <a:t>v</a:t>
            </a:r>
            <a:r>
              <a:rPr sz="1800" b="1" spc="-45" dirty="0">
                <a:uFill>
                  <a:solidFill>
                    <a:srgbClr val="000000"/>
                  </a:solidFill>
                </a:uFill>
                <a:latin typeface="Trebuchet MS"/>
                <a:cs typeface="Trebuchet MS"/>
              </a:rPr>
              <a:t>e</a:t>
            </a:r>
            <a:r>
              <a:rPr sz="1800" b="1" spc="38" dirty="0">
                <a:uFill>
                  <a:solidFill>
                    <a:srgbClr val="000000"/>
                  </a:solidFill>
                </a:uFill>
                <a:latin typeface="Trebuchet MS"/>
                <a:cs typeface="Trebuchet MS"/>
              </a:rPr>
              <a:t>r</a:t>
            </a:r>
            <a:r>
              <a:rPr sz="1800" b="1" spc="-315" dirty="0">
                <a:uFill>
                  <a:solidFill>
                    <a:srgbClr val="000000"/>
                  </a:solidFill>
                </a:uFill>
                <a:latin typeface="Trebuchet MS"/>
                <a:cs typeface="Trebuchet MS"/>
              </a:rPr>
              <a:t> </a:t>
            </a:r>
            <a:r>
              <a:rPr sz="1800" b="1" spc="49" dirty="0">
                <a:uFill>
                  <a:solidFill>
                    <a:srgbClr val="000000"/>
                  </a:solidFill>
                </a:uFill>
                <a:latin typeface="Trebuchet MS"/>
                <a:cs typeface="Trebuchet MS"/>
              </a:rPr>
              <a:t>Vi</a:t>
            </a:r>
            <a:r>
              <a:rPr sz="1800" b="1" spc="83" dirty="0">
                <a:uFill>
                  <a:solidFill>
                    <a:srgbClr val="000000"/>
                  </a:solidFill>
                </a:uFill>
                <a:latin typeface="Trebuchet MS"/>
                <a:cs typeface="Trebuchet MS"/>
              </a:rPr>
              <a:t>r</a:t>
            </a:r>
            <a:r>
              <a:rPr sz="1800" b="1" spc="-19" dirty="0">
                <a:uFill>
                  <a:solidFill>
                    <a:srgbClr val="000000"/>
                  </a:solidFill>
                </a:uFill>
                <a:latin typeface="Trebuchet MS"/>
                <a:cs typeface="Trebuchet MS"/>
              </a:rPr>
              <a:t>tuali</a:t>
            </a:r>
            <a:r>
              <a:rPr sz="1800" b="1" spc="-30" dirty="0">
                <a:uFill>
                  <a:solidFill>
                    <a:srgbClr val="000000"/>
                  </a:solidFill>
                </a:uFill>
                <a:latin typeface="Trebuchet MS"/>
                <a:cs typeface="Trebuchet MS"/>
              </a:rPr>
              <a:t>z</a:t>
            </a:r>
            <a:r>
              <a:rPr sz="1800" b="1" spc="-15" dirty="0">
                <a:uFill>
                  <a:solidFill>
                    <a:srgbClr val="000000"/>
                  </a:solidFill>
                </a:uFill>
                <a:latin typeface="Trebuchet MS"/>
                <a:cs typeface="Trebuchet MS"/>
              </a:rPr>
              <a:t>at</a:t>
            </a:r>
            <a:r>
              <a:rPr sz="1800" b="1" spc="-19" dirty="0">
                <a:uFill>
                  <a:solidFill>
                    <a:srgbClr val="000000"/>
                  </a:solidFill>
                </a:uFill>
                <a:latin typeface="Trebuchet MS"/>
                <a:cs typeface="Trebuchet MS"/>
              </a:rPr>
              <a:t>i</a:t>
            </a:r>
            <a:r>
              <a:rPr sz="1800" b="1" spc="15" dirty="0">
                <a:uFill>
                  <a:solidFill>
                    <a:srgbClr val="000000"/>
                  </a:solidFill>
                </a:uFill>
                <a:latin typeface="Trebuchet MS"/>
                <a:cs typeface="Trebuchet MS"/>
              </a:rPr>
              <a:t>on</a:t>
            </a:r>
            <a:endParaRPr sz="1800" dirty="0">
              <a:latin typeface="Trebuchet MS"/>
              <a:cs typeface="Trebuchet MS"/>
            </a:endParaRPr>
          </a:p>
          <a:p>
            <a:pPr marL="523399" marR="7144" lvl="1" indent="-171450" algn="just">
              <a:lnSpc>
                <a:spcPct val="150000"/>
              </a:lnSpc>
              <a:spcBef>
                <a:spcPts val="401"/>
              </a:spcBef>
              <a:buClr>
                <a:srgbClr val="B71E42"/>
              </a:buClr>
              <a:buSzPct val="95454"/>
              <a:buFont typeface="Wingdings"/>
              <a:buChar char=""/>
              <a:tabLst>
                <a:tab pos="540068" algn="l"/>
              </a:tabLst>
            </a:pPr>
            <a:r>
              <a:rPr lang="en-US" sz="1050" dirty="0"/>
              <a:t>Virtualizing a server allows for a better division of resources, as it lets the administrator divide one physical server into multiple virtual servers. These virtual servers can then be used to run a distinct operating system and any applications needed. By doing this, businesses can decrease operational costs while enjoying faster deployment times and better application performance.</a:t>
            </a:r>
          </a:p>
          <a:p>
            <a:pPr marL="523399" marR="7144" lvl="1" indent="-171450" algn="just">
              <a:lnSpc>
                <a:spcPct val="150000"/>
              </a:lnSpc>
              <a:spcBef>
                <a:spcPts val="401"/>
              </a:spcBef>
              <a:buClr>
                <a:srgbClr val="B71E42"/>
              </a:buClr>
              <a:buSzPct val="95454"/>
              <a:buFont typeface="Wingdings"/>
              <a:buChar char=""/>
              <a:tabLst>
                <a:tab pos="540068" algn="l"/>
              </a:tabLst>
            </a:pPr>
            <a:r>
              <a:rPr lang="en-US" sz="1050" dirty="0"/>
              <a:t>Virtual servers share CPU, memory, storage, and networking capabilities, which are pulled from the hypervisor of the physical server the virtual one is built on.</a:t>
            </a:r>
          </a:p>
          <a:p>
            <a:pPr marL="523399" marR="7144" lvl="1" indent="-171450" algn="just">
              <a:lnSpc>
                <a:spcPct val="150000"/>
              </a:lnSpc>
              <a:spcBef>
                <a:spcPts val="401"/>
              </a:spcBef>
              <a:buClr>
                <a:srgbClr val="B71E42"/>
              </a:buClr>
              <a:buSzPct val="95454"/>
              <a:buFont typeface="Wingdings"/>
              <a:buChar char=""/>
              <a:tabLst>
                <a:tab pos="540068" algn="l"/>
              </a:tabLst>
            </a:pPr>
            <a:r>
              <a:rPr lang="en-US" sz="1050" dirty="0"/>
              <a:t>Among the types of virtualization discussed here, server virtualization has the highest adoption rate in the current landscape. Over 90% of businesses have already moved to a </a:t>
            </a:r>
            <a:r>
              <a:rPr lang="en-US" sz="1050" u="sng" dirty="0">
                <a:hlinkClick r:id="rId2"/>
              </a:rPr>
              <a:t>virtual server</a:t>
            </a:r>
            <a:r>
              <a:rPr lang="en-US" sz="1050" dirty="0"/>
              <a:t> in place of a physical one. This virtual server typically includes a virtual machine equipped with CPU, RAM, and virtual hardware to mimic a traditional server in the cloud. </a:t>
            </a:r>
          </a:p>
          <a:p>
            <a:pPr marL="523399" marR="7144" lvl="1" indent="-171450" algn="just">
              <a:lnSpc>
                <a:spcPct val="150000"/>
              </a:lnSpc>
              <a:spcBef>
                <a:spcPts val="401"/>
              </a:spcBef>
              <a:buClr>
                <a:srgbClr val="B71E42"/>
              </a:buClr>
              <a:buSzPct val="95454"/>
              <a:buFont typeface="Wingdings"/>
              <a:buChar char=""/>
              <a:tabLst>
                <a:tab pos="540068" algn="l"/>
              </a:tabLst>
            </a:pPr>
            <a:r>
              <a:rPr lang="en-US" sz="1050" dirty="0"/>
              <a:t>Virtualization allows the system administrator to quickly add more virtual machines, eliminating the time and cost associated with the traditional method of purchasing a new physical machine.</a:t>
            </a:r>
          </a:p>
        </p:txBody>
      </p:sp>
    </p:spTree>
    <p:extLst>
      <p:ext uri="{BB962C8B-B14F-4D97-AF65-F5344CB8AC3E}">
        <p14:creationId xmlns:p14="http://schemas.microsoft.com/office/powerpoint/2010/main" val="2427032987"/>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97352" y="476344"/>
            <a:ext cx="7141976" cy="496832"/>
          </a:xfrm>
          <a:prstGeom prst="rect">
            <a:avLst/>
          </a:prstGeom>
        </p:spPr>
        <p:txBody>
          <a:bodyPr spcFirstLastPara="1" vert="horz" wrap="square" lIns="0" tIns="10001" rIns="0" bIns="0" rtlCol="0" anchor="ctr" anchorCtr="0">
            <a:spAutoFit/>
          </a:bodyPr>
          <a:lstStyle/>
          <a:p>
            <a:pPr marL="9525">
              <a:spcBef>
                <a:spcPts val="79"/>
              </a:spcBef>
            </a:pPr>
            <a:r>
              <a:rPr sz="2400" spc="203" dirty="0"/>
              <a:t>TYP</a:t>
            </a:r>
            <a:r>
              <a:rPr sz="2400" spc="180" dirty="0"/>
              <a:t>E</a:t>
            </a:r>
            <a:r>
              <a:rPr sz="2400" spc="225" dirty="0"/>
              <a:t>S</a:t>
            </a:r>
            <a:r>
              <a:rPr sz="2400" spc="-56" dirty="0"/>
              <a:t> </a:t>
            </a:r>
            <a:r>
              <a:rPr sz="2400" spc="416" dirty="0"/>
              <a:t>O</a:t>
            </a:r>
            <a:r>
              <a:rPr sz="2400" spc="49" dirty="0"/>
              <a:t>F</a:t>
            </a:r>
            <a:r>
              <a:rPr sz="2400" spc="-428" dirty="0"/>
              <a:t> </a:t>
            </a:r>
            <a:r>
              <a:rPr lang="en-IN" sz="2400" spc="-428" dirty="0"/>
              <a:t>   </a:t>
            </a:r>
            <a:r>
              <a:rPr sz="2400" spc="180" dirty="0"/>
              <a:t>VI</a:t>
            </a:r>
            <a:r>
              <a:rPr sz="2400" spc="15" dirty="0"/>
              <a:t>R</a:t>
            </a:r>
            <a:r>
              <a:rPr sz="2400" spc="255" dirty="0"/>
              <a:t>T</a:t>
            </a:r>
            <a:r>
              <a:rPr sz="2400" spc="240" dirty="0"/>
              <a:t>U</a:t>
            </a:r>
            <a:r>
              <a:rPr sz="2400" spc="270" dirty="0"/>
              <a:t>A</a:t>
            </a:r>
            <a:r>
              <a:rPr sz="2400" spc="225" dirty="0"/>
              <a:t>L</a:t>
            </a:r>
            <a:r>
              <a:rPr sz="2400" spc="233" dirty="0"/>
              <a:t>IZ</a:t>
            </a:r>
            <a:r>
              <a:rPr sz="2400" spc="56" dirty="0"/>
              <a:t>A</a:t>
            </a:r>
            <a:r>
              <a:rPr sz="2400" spc="304" dirty="0"/>
              <a:t>TION</a:t>
            </a:r>
            <a:endParaRPr sz="2400" dirty="0"/>
          </a:p>
        </p:txBody>
      </p:sp>
      <p:sp>
        <p:nvSpPr>
          <p:cNvPr id="3" name="object 3"/>
          <p:cNvSpPr txBox="1"/>
          <p:nvPr/>
        </p:nvSpPr>
        <p:spPr>
          <a:xfrm>
            <a:off x="1017157" y="724760"/>
            <a:ext cx="7502366" cy="3971279"/>
          </a:xfrm>
          <a:prstGeom prst="rect">
            <a:avLst/>
          </a:prstGeom>
        </p:spPr>
        <p:txBody>
          <a:bodyPr vert="horz" wrap="square" lIns="0" tIns="92392" rIns="0" bIns="0" rtlCol="0">
            <a:spAutoFit/>
          </a:bodyPr>
          <a:lstStyle/>
          <a:p>
            <a:pPr marL="180975" indent="-171450" algn="just">
              <a:lnSpc>
                <a:spcPct val="150000"/>
              </a:lnSpc>
              <a:spcBef>
                <a:spcPts val="727"/>
              </a:spcBef>
              <a:buClr>
                <a:srgbClr val="B71E42"/>
              </a:buClr>
              <a:buFont typeface="Arial MT"/>
              <a:buChar char="•"/>
              <a:tabLst>
                <a:tab pos="180975" algn="l"/>
              </a:tabLst>
            </a:pPr>
            <a:r>
              <a:rPr sz="1800" b="1" spc="109" dirty="0">
                <a:uFill>
                  <a:solidFill>
                    <a:srgbClr val="000000"/>
                  </a:solidFill>
                </a:uFill>
                <a:latin typeface="+mj-lt"/>
                <a:cs typeface="Trebuchet MS"/>
              </a:rPr>
              <a:t>Ne</a:t>
            </a:r>
            <a:r>
              <a:rPr sz="1800" b="1" spc="60" dirty="0">
                <a:uFill>
                  <a:solidFill>
                    <a:srgbClr val="000000"/>
                  </a:solidFill>
                </a:uFill>
                <a:latin typeface="+mj-lt"/>
                <a:cs typeface="Trebuchet MS"/>
              </a:rPr>
              <a:t>t</a:t>
            </a:r>
            <a:r>
              <a:rPr sz="1800" b="1" spc="-49" dirty="0">
                <a:uFill>
                  <a:solidFill>
                    <a:srgbClr val="000000"/>
                  </a:solidFill>
                </a:uFill>
                <a:latin typeface="+mj-lt"/>
                <a:cs typeface="Trebuchet MS"/>
              </a:rPr>
              <a:t>w</a:t>
            </a:r>
            <a:r>
              <a:rPr sz="1800" b="1" spc="41" dirty="0">
                <a:uFill>
                  <a:solidFill>
                    <a:srgbClr val="000000"/>
                  </a:solidFill>
                </a:uFill>
                <a:latin typeface="+mj-lt"/>
                <a:cs typeface="Trebuchet MS"/>
              </a:rPr>
              <a:t>or</a:t>
            </a:r>
            <a:r>
              <a:rPr sz="1800" b="1" spc="8" dirty="0">
                <a:uFill>
                  <a:solidFill>
                    <a:srgbClr val="000000"/>
                  </a:solidFill>
                </a:uFill>
                <a:latin typeface="+mj-lt"/>
                <a:cs typeface="Trebuchet MS"/>
              </a:rPr>
              <a:t>k</a:t>
            </a:r>
            <a:r>
              <a:rPr sz="1800" b="1" spc="-307" dirty="0">
                <a:uFill>
                  <a:solidFill>
                    <a:srgbClr val="000000"/>
                  </a:solidFill>
                </a:uFill>
                <a:latin typeface="+mj-lt"/>
                <a:cs typeface="Trebuchet MS"/>
              </a:rPr>
              <a:t> </a:t>
            </a:r>
            <a:r>
              <a:rPr sz="1800" b="1" spc="53" dirty="0">
                <a:uFill>
                  <a:solidFill>
                    <a:srgbClr val="000000"/>
                  </a:solidFill>
                </a:uFill>
                <a:latin typeface="+mj-lt"/>
                <a:cs typeface="Trebuchet MS"/>
              </a:rPr>
              <a:t>Vi</a:t>
            </a:r>
            <a:r>
              <a:rPr sz="1800" b="1" spc="86" dirty="0">
                <a:uFill>
                  <a:solidFill>
                    <a:srgbClr val="000000"/>
                  </a:solidFill>
                </a:uFill>
                <a:latin typeface="+mj-lt"/>
                <a:cs typeface="Trebuchet MS"/>
              </a:rPr>
              <a:t>r</a:t>
            </a:r>
            <a:r>
              <a:rPr sz="1800" b="1" spc="-23" dirty="0">
                <a:uFill>
                  <a:solidFill>
                    <a:srgbClr val="000000"/>
                  </a:solidFill>
                </a:uFill>
                <a:latin typeface="+mj-lt"/>
                <a:cs typeface="Trebuchet MS"/>
              </a:rPr>
              <a:t>tuali</a:t>
            </a:r>
            <a:r>
              <a:rPr sz="1800" b="1" spc="-8" dirty="0">
                <a:uFill>
                  <a:solidFill>
                    <a:srgbClr val="000000"/>
                  </a:solidFill>
                </a:uFill>
                <a:latin typeface="+mj-lt"/>
                <a:cs typeface="Trebuchet MS"/>
              </a:rPr>
              <a:t>z</a:t>
            </a:r>
            <a:r>
              <a:rPr sz="1800" b="1" spc="-15" dirty="0">
                <a:uFill>
                  <a:solidFill>
                    <a:srgbClr val="000000"/>
                  </a:solidFill>
                </a:uFill>
                <a:latin typeface="+mj-lt"/>
                <a:cs typeface="Trebuchet MS"/>
              </a:rPr>
              <a:t>a</a:t>
            </a:r>
            <a:r>
              <a:rPr sz="1800" b="1" dirty="0">
                <a:uFill>
                  <a:solidFill>
                    <a:srgbClr val="000000"/>
                  </a:solidFill>
                </a:uFill>
                <a:latin typeface="+mj-lt"/>
                <a:cs typeface="Trebuchet MS"/>
              </a:rPr>
              <a:t>tion</a:t>
            </a:r>
            <a:endParaRPr sz="1800" dirty="0">
              <a:latin typeface="+mj-lt"/>
              <a:cs typeface="Trebuchet MS"/>
            </a:endParaRPr>
          </a:p>
          <a:p>
            <a:pPr marL="600075" lvl="1" indent="-257175">
              <a:lnSpc>
                <a:spcPct val="150000"/>
              </a:lnSpc>
              <a:buFont typeface="Wingdings" panose="05000000000000000000" pitchFamily="2" charset="2"/>
              <a:buChar char="q"/>
            </a:pPr>
            <a:r>
              <a:rPr lang="en-US" sz="1500" dirty="0">
                <a:latin typeface="+mj-lt"/>
              </a:rPr>
              <a:t>Network virtualization blends the physical and virtual network, using components from both to create an environment that is much easier to administrate than a strictly physical one.</a:t>
            </a:r>
          </a:p>
          <a:p>
            <a:pPr marL="600075" lvl="1" indent="-257175">
              <a:lnSpc>
                <a:spcPct val="150000"/>
              </a:lnSpc>
              <a:buFont typeface="Wingdings" panose="05000000000000000000" pitchFamily="2" charset="2"/>
              <a:buChar char="q"/>
            </a:pPr>
            <a:r>
              <a:rPr lang="en-US" sz="1500" dirty="0">
                <a:latin typeface="+mj-lt"/>
              </a:rPr>
              <a:t>Using software, network virtualization disconnects the virtual network from the physical hardware, making it possible to use switches to direct network traffic and manage resources through traffic surges.</a:t>
            </a:r>
          </a:p>
          <a:p>
            <a:pPr marL="600075" lvl="1" indent="-257175">
              <a:lnSpc>
                <a:spcPct val="150000"/>
              </a:lnSpc>
              <a:buFont typeface="Wingdings" panose="05000000000000000000" pitchFamily="2" charset="2"/>
              <a:buChar char="q"/>
            </a:pPr>
            <a:r>
              <a:rPr lang="en-US" sz="1500" dirty="0">
                <a:latin typeface="+mj-lt"/>
              </a:rPr>
              <a:t>Network virtualization is key to developing new programs and apps. By testing newly developed apps on a virtual network before releasing them to the public, developers can catch any potential flaws or bugs and optimize the performance of the app based on how it performs in the virtual environment.</a:t>
            </a:r>
          </a:p>
        </p:txBody>
      </p:sp>
    </p:spTree>
    <p:extLst>
      <p:ext uri="{BB962C8B-B14F-4D97-AF65-F5344CB8AC3E}">
        <p14:creationId xmlns:p14="http://schemas.microsoft.com/office/powerpoint/2010/main" val="3805906946"/>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spcFirstLastPara="1" vert="horz" wrap="square" lIns="0" tIns="10001" rIns="0" bIns="0" rtlCol="0" anchor="ctr" anchorCtr="0">
            <a:spAutoFit/>
          </a:bodyPr>
          <a:lstStyle/>
          <a:p>
            <a:pPr marL="9525">
              <a:spcBef>
                <a:spcPts val="79"/>
              </a:spcBef>
            </a:pPr>
            <a:r>
              <a:rPr sz="2400" spc="203" dirty="0"/>
              <a:t>TYP</a:t>
            </a:r>
            <a:r>
              <a:rPr sz="2400" spc="180" dirty="0"/>
              <a:t>E</a:t>
            </a:r>
            <a:r>
              <a:rPr sz="2400" spc="225" dirty="0"/>
              <a:t>S</a:t>
            </a:r>
            <a:r>
              <a:rPr sz="2400" spc="-56" dirty="0"/>
              <a:t> </a:t>
            </a:r>
            <a:r>
              <a:rPr sz="2400" spc="416" dirty="0"/>
              <a:t>O</a:t>
            </a:r>
            <a:r>
              <a:rPr sz="2400" spc="49" dirty="0"/>
              <a:t>F</a:t>
            </a:r>
            <a:r>
              <a:rPr sz="2400" spc="-428" dirty="0"/>
              <a:t> </a:t>
            </a:r>
            <a:r>
              <a:rPr lang="en-IN" sz="2400" spc="-428" dirty="0"/>
              <a:t>   </a:t>
            </a:r>
            <a:r>
              <a:rPr sz="2400" spc="180" dirty="0"/>
              <a:t>VI</a:t>
            </a:r>
            <a:r>
              <a:rPr sz="2400" spc="15" dirty="0"/>
              <a:t>R</a:t>
            </a:r>
            <a:r>
              <a:rPr sz="2400" spc="255" dirty="0"/>
              <a:t>T</a:t>
            </a:r>
            <a:r>
              <a:rPr sz="2400" spc="240" dirty="0"/>
              <a:t>U</a:t>
            </a:r>
            <a:r>
              <a:rPr sz="2400" spc="270" dirty="0"/>
              <a:t>A</a:t>
            </a:r>
            <a:r>
              <a:rPr sz="2400" spc="225" dirty="0"/>
              <a:t>L</a:t>
            </a:r>
            <a:r>
              <a:rPr sz="2400" spc="233" dirty="0"/>
              <a:t>IZ</a:t>
            </a:r>
            <a:r>
              <a:rPr sz="2400" spc="56" dirty="0"/>
              <a:t>A</a:t>
            </a:r>
            <a:r>
              <a:rPr sz="2400" spc="304" dirty="0"/>
              <a:t>TION</a:t>
            </a:r>
            <a:endParaRPr sz="2400" dirty="0"/>
          </a:p>
        </p:txBody>
      </p:sp>
      <p:sp>
        <p:nvSpPr>
          <p:cNvPr id="3" name="object 3"/>
          <p:cNvSpPr txBox="1"/>
          <p:nvPr/>
        </p:nvSpPr>
        <p:spPr>
          <a:xfrm>
            <a:off x="1076593" y="1060704"/>
            <a:ext cx="7383494" cy="2751074"/>
          </a:xfrm>
          <a:prstGeom prst="rect">
            <a:avLst/>
          </a:prstGeom>
        </p:spPr>
        <p:txBody>
          <a:bodyPr vert="horz" wrap="square" lIns="0" tIns="136208" rIns="0" bIns="0" rtlCol="0">
            <a:spAutoFit/>
          </a:bodyPr>
          <a:lstStyle/>
          <a:p>
            <a:pPr marL="352425" indent="-342900" algn="just">
              <a:lnSpc>
                <a:spcPct val="150000"/>
              </a:lnSpc>
              <a:spcBef>
                <a:spcPts val="1073"/>
              </a:spcBef>
              <a:buClr>
                <a:srgbClr val="B71E42"/>
              </a:buClr>
              <a:buFont typeface="Arial" panose="020B0604020202020204" pitchFamily="34" charset="0"/>
              <a:buChar char="•"/>
              <a:tabLst>
                <a:tab pos="180975" algn="l"/>
              </a:tabLst>
            </a:pPr>
            <a:r>
              <a:rPr sz="2100" b="1" spc="56" dirty="0">
                <a:uFill>
                  <a:solidFill>
                    <a:srgbClr val="000000"/>
                  </a:solidFill>
                </a:uFill>
                <a:latin typeface="Times New Roman" panose="02020603050405020304" pitchFamily="18" charset="0"/>
                <a:cs typeface="Times New Roman" panose="02020603050405020304" pitchFamily="18" charset="0"/>
              </a:rPr>
              <a:t>Stor</a:t>
            </a:r>
            <a:r>
              <a:rPr sz="2100" b="1" spc="30" dirty="0">
                <a:uFill>
                  <a:solidFill>
                    <a:srgbClr val="000000"/>
                  </a:solidFill>
                </a:uFill>
                <a:latin typeface="Times New Roman" panose="02020603050405020304" pitchFamily="18" charset="0"/>
                <a:cs typeface="Times New Roman" panose="02020603050405020304" pitchFamily="18" charset="0"/>
              </a:rPr>
              <a:t>a</a:t>
            </a:r>
            <a:r>
              <a:rPr sz="2100" b="1" spc="38" dirty="0">
                <a:uFill>
                  <a:solidFill>
                    <a:srgbClr val="000000"/>
                  </a:solidFill>
                </a:uFill>
                <a:latin typeface="Times New Roman" panose="02020603050405020304" pitchFamily="18" charset="0"/>
                <a:cs typeface="Times New Roman" panose="02020603050405020304" pitchFamily="18" charset="0"/>
              </a:rPr>
              <a:t>g</a:t>
            </a:r>
            <a:r>
              <a:rPr sz="2100" b="1" spc="-53" dirty="0">
                <a:uFill>
                  <a:solidFill>
                    <a:srgbClr val="000000"/>
                  </a:solidFill>
                </a:uFill>
                <a:latin typeface="Times New Roman" panose="02020603050405020304" pitchFamily="18" charset="0"/>
                <a:cs typeface="Times New Roman" panose="02020603050405020304" pitchFamily="18" charset="0"/>
              </a:rPr>
              <a:t>e</a:t>
            </a:r>
            <a:r>
              <a:rPr sz="2100" b="1" spc="-349" dirty="0">
                <a:uFill>
                  <a:solidFill>
                    <a:srgbClr val="000000"/>
                  </a:solidFill>
                </a:uFill>
                <a:latin typeface="Times New Roman" panose="02020603050405020304" pitchFamily="18" charset="0"/>
                <a:cs typeface="Times New Roman" panose="02020603050405020304" pitchFamily="18" charset="0"/>
              </a:rPr>
              <a:t> </a:t>
            </a:r>
            <a:r>
              <a:rPr sz="2100" b="1" spc="60" dirty="0">
                <a:uFill>
                  <a:solidFill>
                    <a:srgbClr val="000000"/>
                  </a:solidFill>
                </a:uFill>
                <a:latin typeface="Times New Roman" panose="02020603050405020304" pitchFamily="18" charset="0"/>
                <a:cs typeface="Times New Roman" panose="02020603050405020304" pitchFamily="18" charset="0"/>
              </a:rPr>
              <a:t>Vi</a:t>
            </a:r>
            <a:r>
              <a:rPr sz="2100" b="1" spc="98" dirty="0">
                <a:uFill>
                  <a:solidFill>
                    <a:srgbClr val="000000"/>
                  </a:solidFill>
                </a:uFill>
                <a:latin typeface="Times New Roman" panose="02020603050405020304" pitchFamily="18" charset="0"/>
                <a:cs typeface="Times New Roman" panose="02020603050405020304" pitchFamily="18" charset="0"/>
              </a:rPr>
              <a:t>r</a:t>
            </a:r>
            <a:r>
              <a:rPr sz="2100" b="1" spc="-4" dirty="0">
                <a:uFill>
                  <a:solidFill>
                    <a:srgbClr val="000000"/>
                  </a:solidFill>
                </a:uFill>
                <a:latin typeface="Times New Roman" panose="02020603050405020304" pitchFamily="18" charset="0"/>
                <a:cs typeface="Times New Roman" panose="02020603050405020304" pitchFamily="18" charset="0"/>
              </a:rPr>
              <a:t>tu</a:t>
            </a:r>
            <a:r>
              <a:rPr sz="2100" b="1" dirty="0">
                <a:uFill>
                  <a:solidFill>
                    <a:srgbClr val="000000"/>
                  </a:solidFill>
                </a:uFill>
                <a:latin typeface="Times New Roman" panose="02020603050405020304" pitchFamily="18" charset="0"/>
                <a:cs typeface="Times New Roman" panose="02020603050405020304" pitchFamily="18" charset="0"/>
              </a:rPr>
              <a:t>a</a:t>
            </a:r>
            <a:r>
              <a:rPr sz="2100" b="1" spc="-19" dirty="0">
                <a:uFill>
                  <a:solidFill>
                    <a:srgbClr val="000000"/>
                  </a:solidFill>
                </a:uFill>
                <a:latin typeface="Times New Roman" panose="02020603050405020304" pitchFamily="18" charset="0"/>
                <a:cs typeface="Times New Roman" panose="02020603050405020304" pitchFamily="18" charset="0"/>
              </a:rPr>
              <a:t>lization</a:t>
            </a:r>
            <a:endParaRPr sz="2100" dirty="0">
              <a:latin typeface="Times New Roman" panose="02020603050405020304" pitchFamily="18" charset="0"/>
              <a:cs typeface="Times New Roman" panose="02020603050405020304" pitchFamily="18" charset="0"/>
            </a:endParaRPr>
          </a:p>
          <a:p>
            <a:pPr marL="609124" marR="3810" lvl="1" indent="-257175" algn="just">
              <a:lnSpc>
                <a:spcPct val="150000"/>
              </a:lnSpc>
              <a:spcBef>
                <a:spcPts val="424"/>
              </a:spcBef>
              <a:buClr>
                <a:srgbClr val="B71E42"/>
              </a:buClr>
              <a:buFont typeface="Wingdings" panose="05000000000000000000" pitchFamily="2" charset="2"/>
              <a:buChar char="q"/>
              <a:tabLst>
                <a:tab pos="523875" algn="l"/>
              </a:tabLst>
            </a:pPr>
            <a:r>
              <a:rPr sz="1800" spc="-83" dirty="0">
                <a:latin typeface="Times New Roman" panose="02020603050405020304" pitchFamily="18" charset="0"/>
                <a:cs typeface="Times New Roman" panose="02020603050405020304" pitchFamily="18" charset="0"/>
              </a:rPr>
              <a:t>Storage</a:t>
            </a:r>
            <a:r>
              <a:rPr sz="1800" spc="-79" dirty="0">
                <a:latin typeface="Times New Roman" panose="02020603050405020304" pitchFamily="18" charset="0"/>
                <a:cs typeface="Times New Roman" panose="02020603050405020304" pitchFamily="18" charset="0"/>
              </a:rPr>
              <a:t> </a:t>
            </a:r>
            <a:r>
              <a:rPr sz="1800" spc="-101" dirty="0">
                <a:latin typeface="Times New Roman" panose="02020603050405020304" pitchFamily="18" charset="0"/>
                <a:cs typeface="Times New Roman" panose="02020603050405020304" pitchFamily="18" charset="0"/>
              </a:rPr>
              <a:t>virtualization</a:t>
            </a:r>
            <a:r>
              <a:rPr sz="1800" spc="-98" dirty="0">
                <a:latin typeface="Times New Roman" panose="02020603050405020304" pitchFamily="18" charset="0"/>
                <a:cs typeface="Times New Roman" panose="02020603050405020304" pitchFamily="18" charset="0"/>
              </a:rPr>
              <a:t> </a:t>
            </a:r>
            <a:r>
              <a:rPr sz="1800" spc="-79" dirty="0">
                <a:latin typeface="Times New Roman" panose="02020603050405020304" pitchFamily="18" charset="0"/>
                <a:cs typeface="Times New Roman" panose="02020603050405020304" pitchFamily="18" charset="0"/>
              </a:rPr>
              <a:t>is</a:t>
            </a:r>
            <a:r>
              <a:rPr sz="1800" spc="-75" dirty="0">
                <a:latin typeface="Times New Roman" panose="02020603050405020304" pitchFamily="18" charset="0"/>
                <a:cs typeface="Times New Roman" panose="02020603050405020304" pitchFamily="18" charset="0"/>
              </a:rPr>
              <a:t> </a:t>
            </a:r>
            <a:r>
              <a:rPr sz="1800" spc="-109" dirty="0">
                <a:latin typeface="Times New Roman" panose="02020603050405020304" pitchFamily="18" charset="0"/>
                <a:cs typeface="Times New Roman" panose="02020603050405020304" pitchFamily="18" charset="0"/>
              </a:rPr>
              <a:t>the</a:t>
            </a:r>
            <a:r>
              <a:rPr sz="1800" spc="-105" dirty="0">
                <a:latin typeface="Times New Roman" panose="02020603050405020304" pitchFamily="18" charset="0"/>
                <a:cs typeface="Times New Roman" panose="02020603050405020304" pitchFamily="18" charset="0"/>
              </a:rPr>
              <a:t> </a:t>
            </a:r>
            <a:r>
              <a:rPr sz="1800" spc="-60" dirty="0">
                <a:latin typeface="Times New Roman" panose="02020603050405020304" pitchFamily="18" charset="0"/>
                <a:cs typeface="Times New Roman" panose="02020603050405020304" pitchFamily="18" charset="0"/>
              </a:rPr>
              <a:t>process</a:t>
            </a:r>
            <a:r>
              <a:rPr sz="1800" spc="-56" dirty="0">
                <a:latin typeface="Times New Roman" panose="02020603050405020304" pitchFamily="18" charset="0"/>
                <a:cs typeface="Times New Roman" panose="02020603050405020304" pitchFamily="18" charset="0"/>
              </a:rPr>
              <a:t> </a:t>
            </a:r>
            <a:r>
              <a:rPr sz="1800" spc="-98" dirty="0">
                <a:latin typeface="Times New Roman" panose="02020603050405020304" pitchFamily="18" charset="0"/>
                <a:cs typeface="Times New Roman" panose="02020603050405020304" pitchFamily="18" charset="0"/>
              </a:rPr>
              <a:t>of</a:t>
            </a:r>
            <a:r>
              <a:rPr sz="1800" spc="-94" dirty="0">
                <a:latin typeface="Times New Roman" panose="02020603050405020304" pitchFamily="18" charset="0"/>
                <a:cs typeface="Times New Roman" panose="02020603050405020304" pitchFamily="18" charset="0"/>
              </a:rPr>
              <a:t> </a:t>
            </a:r>
            <a:r>
              <a:rPr sz="1800" spc="-79" dirty="0">
                <a:latin typeface="Times New Roman" panose="02020603050405020304" pitchFamily="18" charset="0"/>
                <a:cs typeface="Times New Roman" panose="02020603050405020304" pitchFamily="18" charset="0"/>
              </a:rPr>
              <a:t>pooling</a:t>
            </a:r>
            <a:r>
              <a:rPr sz="1800" spc="-75" dirty="0">
                <a:latin typeface="Times New Roman" panose="02020603050405020304" pitchFamily="18" charset="0"/>
                <a:cs typeface="Times New Roman" panose="02020603050405020304" pitchFamily="18" charset="0"/>
              </a:rPr>
              <a:t> </a:t>
            </a:r>
            <a:r>
              <a:rPr sz="1800" spc="-116" dirty="0">
                <a:latin typeface="Times New Roman" panose="02020603050405020304" pitchFamily="18" charset="0"/>
                <a:cs typeface="Times New Roman" panose="02020603050405020304" pitchFamily="18" charset="0"/>
              </a:rPr>
              <a:t>physical</a:t>
            </a:r>
            <a:r>
              <a:rPr sz="1800" spc="-113" dirty="0">
                <a:latin typeface="Times New Roman" panose="02020603050405020304" pitchFamily="18" charset="0"/>
                <a:cs typeface="Times New Roman" panose="02020603050405020304" pitchFamily="18" charset="0"/>
              </a:rPr>
              <a:t> </a:t>
            </a:r>
            <a:r>
              <a:rPr sz="1800" spc="-83" dirty="0">
                <a:latin typeface="Times New Roman" panose="02020603050405020304" pitchFamily="18" charset="0"/>
                <a:cs typeface="Times New Roman" panose="02020603050405020304" pitchFamily="18" charset="0"/>
              </a:rPr>
              <a:t>storage</a:t>
            </a:r>
            <a:r>
              <a:rPr sz="1800" spc="-79" dirty="0">
                <a:latin typeface="Times New Roman" panose="02020603050405020304" pitchFamily="18" charset="0"/>
                <a:cs typeface="Times New Roman" panose="02020603050405020304" pitchFamily="18" charset="0"/>
              </a:rPr>
              <a:t> </a:t>
            </a:r>
            <a:r>
              <a:rPr sz="1800" spc="-101" dirty="0">
                <a:latin typeface="Times New Roman" panose="02020603050405020304" pitchFamily="18" charset="0"/>
                <a:cs typeface="Times New Roman" panose="02020603050405020304" pitchFamily="18" charset="0"/>
              </a:rPr>
              <a:t>of </a:t>
            </a:r>
            <a:r>
              <a:rPr sz="1800" spc="-533" dirty="0">
                <a:latin typeface="Times New Roman" panose="02020603050405020304" pitchFamily="18" charset="0"/>
                <a:cs typeface="Times New Roman" panose="02020603050405020304" pitchFamily="18" charset="0"/>
              </a:rPr>
              <a:t> </a:t>
            </a:r>
            <a:r>
              <a:rPr sz="1800" spc="-120" dirty="0">
                <a:latin typeface="Times New Roman" panose="02020603050405020304" pitchFamily="18" charset="0"/>
                <a:cs typeface="Times New Roman" panose="02020603050405020304" pitchFamily="18" charset="0"/>
              </a:rPr>
              <a:t>multiple</a:t>
            </a:r>
            <a:r>
              <a:rPr sz="1800" spc="-116" dirty="0">
                <a:latin typeface="Times New Roman" panose="02020603050405020304" pitchFamily="18" charset="0"/>
                <a:cs typeface="Times New Roman" panose="02020603050405020304" pitchFamily="18" charset="0"/>
              </a:rPr>
              <a:t> </a:t>
            </a:r>
            <a:r>
              <a:rPr sz="1800" spc="-60" dirty="0">
                <a:latin typeface="Times New Roman" panose="02020603050405020304" pitchFamily="18" charset="0"/>
                <a:cs typeface="Times New Roman" panose="02020603050405020304" pitchFamily="18" charset="0"/>
              </a:rPr>
              <a:t>network</a:t>
            </a:r>
            <a:r>
              <a:rPr sz="1800" spc="-56" dirty="0">
                <a:latin typeface="Times New Roman" panose="02020603050405020304" pitchFamily="18" charset="0"/>
                <a:cs typeface="Times New Roman" panose="02020603050405020304" pitchFamily="18" charset="0"/>
              </a:rPr>
              <a:t> </a:t>
            </a:r>
            <a:r>
              <a:rPr sz="1800" spc="-79" dirty="0">
                <a:latin typeface="Times New Roman" panose="02020603050405020304" pitchFamily="18" charset="0"/>
                <a:cs typeface="Times New Roman" panose="02020603050405020304" pitchFamily="18" charset="0"/>
              </a:rPr>
              <a:t>storage</a:t>
            </a:r>
            <a:r>
              <a:rPr sz="1800" spc="-75" dirty="0">
                <a:latin typeface="Times New Roman" panose="02020603050405020304" pitchFamily="18" charset="0"/>
                <a:cs typeface="Times New Roman" panose="02020603050405020304" pitchFamily="18" charset="0"/>
              </a:rPr>
              <a:t> </a:t>
            </a:r>
            <a:r>
              <a:rPr sz="1800" spc="-105" dirty="0">
                <a:latin typeface="Times New Roman" panose="02020603050405020304" pitchFamily="18" charset="0"/>
                <a:cs typeface="Times New Roman" panose="02020603050405020304" pitchFamily="18" charset="0"/>
              </a:rPr>
              <a:t>devices</a:t>
            </a:r>
            <a:r>
              <a:rPr sz="1800" spc="-101" dirty="0">
                <a:latin typeface="Times New Roman" panose="02020603050405020304" pitchFamily="18" charset="0"/>
                <a:cs typeface="Times New Roman" panose="02020603050405020304" pitchFamily="18" charset="0"/>
              </a:rPr>
              <a:t> </a:t>
            </a:r>
            <a:r>
              <a:rPr sz="1800" spc="-8" dirty="0">
                <a:latin typeface="Times New Roman" panose="02020603050405020304" pitchFamily="18" charset="0"/>
                <a:cs typeface="Times New Roman" panose="02020603050405020304" pitchFamily="18" charset="0"/>
              </a:rPr>
              <a:t>so </a:t>
            </a:r>
            <a:r>
              <a:rPr sz="1800" spc="-120" dirty="0">
                <a:latin typeface="Times New Roman" panose="02020603050405020304" pitchFamily="18" charset="0"/>
                <a:cs typeface="Times New Roman" panose="02020603050405020304" pitchFamily="18" charset="0"/>
              </a:rPr>
              <a:t>it</a:t>
            </a:r>
            <a:r>
              <a:rPr sz="1800" spc="-116" dirty="0">
                <a:latin typeface="Times New Roman" panose="02020603050405020304" pitchFamily="18" charset="0"/>
                <a:cs typeface="Times New Roman" panose="02020603050405020304" pitchFamily="18" charset="0"/>
              </a:rPr>
              <a:t> </a:t>
            </a:r>
            <a:r>
              <a:rPr sz="1800" spc="-38" dirty="0">
                <a:latin typeface="Times New Roman" panose="02020603050405020304" pitchFamily="18" charset="0"/>
                <a:cs typeface="Times New Roman" panose="02020603050405020304" pitchFamily="18" charset="0"/>
              </a:rPr>
              <a:t>looks</a:t>
            </a:r>
            <a:r>
              <a:rPr sz="1800" spc="-34" dirty="0">
                <a:latin typeface="Times New Roman" panose="02020603050405020304" pitchFamily="18" charset="0"/>
                <a:cs typeface="Times New Roman" panose="02020603050405020304" pitchFamily="18" charset="0"/>
              </a:rPr>
              <a:t> </a:t>
            </a:r>
            <a:r>
              <a:rPr sz="1800" spc="-124" dirty="0">
                <a:latin typeface="Times New Roman" panose="02020603050405020304" pitchFamily="18" charset="0"/>
                <a:cs typeface="Times New Roman" panose="02020603050405020304" pitchFamily="18" charset="0"/>
              </a:rPr>
              <a:t>like</a:t>
            </a:r>
            <a:r>
              <a:rPr sz="1800" spc="-120" dirty="0">
                <a:latin typeface="Times New Roman" panose="02020603050405020304" pitchFamily="18" charset="0"/>
                <a:cs typeface="Times New Roman" panose="02020603050405020304" pitchFamily="18" charset="0"/>
              </a:rPr>
              <a:t> </a:t>
            </a:r>
            <a:r>
              <a:rPr sz="1800" spc="-180" dirty="0">
                <a:latin typeface="Times New Roman" panose="02020603050405020304" pitchFamily="18" charset="0"/>
                <a:cs typeface="Times New Roman" panose="02020603050405020304" pitchFamily="18" charset="0"/>
              </a:rPr>
              <a:t>a</a:t>
            </a:r>
            <a:r>
              <a:rPr sz="1800" spc="180" dirty="0">
                <a:latin typeface="Times New Roman" panose="02020603050405020304" pitchFamily="18" charset="0"/>
                <a:cs typeface="Times New Roman" panose="02020603050405020304" pitchFamily="18" charset="0"/>
              </a:rPr>
              <a:t> </a:t>
            </a:r>
            <a:r>
              <a:rPr sz="1800" spc="-109" dirty="0">
                <a:latin typeface="Times New Roman" panose="02020603050405020304" pitchFamily="18" charset="0"/>
                <a:cs typeface="Times New Roman" panose="02020603050405020304" pitchFamily="18" charset="0"/>
              </a:rPr>
              <a:t>single</a:t>
            </a:r>
            <a:r>
              <a:rPr sz="1800" spc="326" dirty="0">
                <a:latin typeface="Times New Roman" panose="02020603050405020304" pitchFamily="18" charset="0"/>
                <a:cs typeface="Times New Roman" panose="02020603050405020304" pitchFamily="18" charset="0"/>
              </a:rPr>
              <a:t> </a:t>
            </a:r>
            <a:r>
              <a:rPr sz="1800" spc="-83" dirty="0">
                <a:latin typeface="Times New Roman" panose="02020603050405020304" pitchFamily="18" charset="0"/>
                <a:cs typeface="Times New Roman" panose="02020603050405020304" pitchFamily="18" charset="0"/>
              </a:rPr>
              <a:t>storage </a:t>
            </a:r>
            <a:r>
              <a:rPr sz="1800" spc="-79" dirty="0">
                <a:latin typeface="Times New Roman" panose="02020603050405020304" pitchFamily="18" charset="0"/>
                <a:cs typeface="Times New Roman" panose="02020603050405020304" pitchFamily="18" charset="0"/>
              </a:rPr>
              <a:t> </a:t>
            </a:r>
            <a:r>
              <a:rPr sz="1800" spc="-131" dirty="0">
                <a:latin typeface="Times New Roman" panose="02020603050405020304" pitchFamily="18" charset="0"/>
                <a:cs typeface="Times New Roman" panose="02020603050405020304" pitchFamily="18" charset="0"/>
              </a:rPr>
              <a:t>device.</a:t>
            </a:r>
            <a:r>
              <a:rPr sz="1800" spc="-127" dirty="0">
                <a:latin typeface="Times New Roman" panose="02020603050405020304" pitchFamily="18" charset="0"/>
                <a:cs typeface="Times New Roman" panose="02020603050405020304" pitchFamily="18" charset="0"/>
              </a:rPr>
              <a:t> </a:t>
            </a:r>
            <a:r>
              <a:rPr sz="1800" spc="-83" dirty="0">
                <a:latin typeface="Times New Roman" panose="02020603050405020304" pitchFamily="18" charset="0"/>
                <a:cs typeface="Times New Roman" panose="02020603050405020304" pitchFamily="18" charset="0"/>
              </a:rPr>
              <a:t>Storage</a:t>
            </a:r>
            <a:r>
              <a:rPr sz="1800" spc="-79" dirty="0">
                <a:latin typeface="Times New Roman" panose="02020603050405020304" pitchFamily="18" charset="0"/>
                <a:cs typeface="Times New Roman" panose="02020603050405020304" pitchFamily="18" charset="0"/>
              </a:rPr>
              <a:t> </a:t>
            </a:r>
            <a:r>
              <a:rPr sz="1800" spc="-101" dirty="0">
                <a:latin typeface="Times New Roman" panose="02020603050405020304" pitchFamily="18" charset="0"/>
                <a:cs typeface="Times New Roman" panose="02020603050405020304" pitchFamily="18" charset="0"/>
              </a:rPr>
              <a:t>virtualization</a:t>
            </a:r>
            <a:r>
              <a:rPr sz="1800" spc="-98" dirty="0">
                <a:latin typeface="Times New Roman" panose="02020603050405020304" pitchFamily="18" charset="0"/>
                <a:cs typeface="Times New Roman" panose="02020603050405020304" pitchFamily="18" charset="0"/>
              </a:rPr>
              <a:t> </a:t>
            </a:r>
            <a:r>
              <a:rPr sz="1800" spc="-131" dirty="0">
                <a:latin typeface="Times New Roman" panose="02020603050405020304" pitchFamily="18" charset="0"/>
                <a:cs typeface="Times New Roman" panose="02020603050405020304" pitchFamily="18" charset="0"/>
              </a:rPr>
              <a:t>facilitates</a:t>
            </a:r>
            <a:r>
              <a:rPr sz="1800" spc="-127" dirty="0">
                <a:latin typeface="Times New Roman" panose="02020603050405020304" pitchFamily="18" charset="0"/>
                <a:cs typeface="Times New Roman" panose="02020603050405020304" pitchFamily="18" charset="0"/>
              </a:rPr>
              <a:t> </a:t>
            </a:r>
            <a:r>
              <a:rPr sz="1800" spc="-124" dirty="0">
                <a:latin typeface="Times New Roman" panose="02020603050405020304" pitchFamily="18" charset="0"/>
                <a:cs typeface="Times New Roman" panose="02020603050405020304" pitchFamily="18" charset="0"/>
              </a:rPr>
              <a:t>archiving,</a:t>
            </a:r>
            <a:r>
              <a:rPr sz="1800" spc="-120" dirty="0">
                <a:latin typeface="Times New Roman" panose="02020603050405020304" pitchFamily="18" charset="0"/>
                <a:cs typeface="Times New Roman" panose="02020603050405020304" pitchFamily="18" charset="0"/>
              </a:rPr>
              <a:t> </a:t>
            </a:r>
            <a:r>
              <a:rPr sz="1800" spc="-109" dirty="0">
                <a:latin typeface="Times New Roman" panose="02020603050405020304" pitchFamily="18" charset="0"/>
                <a:cs typeface="Times New Roman" panose="02020603050405020304" pitchFamily="18" charset="0"/>
              </a:rPr>
              <a:t>easy</a:t>
            </a:r>
            <a:r>
              <a:rPr sz="1800" spc="-105" dirty="0">
                <a:latin typeface="Times New Roman" panose="02020603050405020304" pitchFamily="18" charset="0"/>
                <a:cs typeface="Times New Roman" panose="02020603050405020304" pitchFamily="18" charset="0"/>
              </a:rPr>
              <a:t> </a:t>
            </a:r>
            <a:r>
              <a:rPr sz="1800" spc="-139" dirty="0">
                <a:latin typeface="Times New Roman" panose="02020603050405020304" pitchFamily="18" charset="0"/>
                <a:cs typeface="Times New Roman" panose="02020603050405020304" pitchFamily="18" charset="0"/>
              </a:rPr>
              <a:t>backup,</a:t>
            </a:r>
            <a:r>
              <a:rPr sz="1800" spc="-135" dirty="0">
                <a:latin typeface="Times New Roman" panose="02020603050405020304" pitchFamily="18" charset="0"/>
                <a:cs typeface="Times New Roman" panose="02020603050405020304" pitchFamily="18" charset="0"/>
              </a:rPr>
              <a:t> </a:t>
            </a:r>
            <a:r>
              <a:rPr sz="1800" spc="-116" dirty="0">
                <a:latin typeface="Times New Roman" panose="02020603050405020304" pitchFamily="18" charset="0"/>
                <a:cs typeface="Times New Roman" panose="02020603050405020304" pitchFamily="18" charset="0"/>
              </a:rPr>
              <a:t>and </a:t>
            </a:r>
            <a:r>
              <a:rPr sz="1800" spc="-113" dirty="0">
                <a:latin typeface="Times New Roman" panose="02020603050405020304" pitchFamily="18" charset="0"/>
                <a:cs typeface="Times New Roman" panose="02020603050405020304" pitchFamily="18" charset="0"/>
              </a:rPr>
              <a:t> </a:t>
            </a:r>
            <a:r>
              <a:rPr sz="1800" spc="-68" dirty="0">
                <a:latin typeface="Times New Roman" panose="02020603050405020304" pitchFamily="18" charset="0"/>
                <a:cs typeface="Times New Roman" panose="02020603050405020304" pitchFamily="18" charset="0"/>
              </a:rPr>
              <a:t>recovery </a:t>
            </a:r>
            <a:r>
              <a:rPr sz="1800" spc="-116" dirty="0">
                <a:latin typeface="Times New Roman" panose="02020603050405020304" pitchFamily="18" charset="0"/>
                <a:cs typeface="Times New Roman" panose="02020603050405020304" pitchFamily="18" charset="0"/>
              </a:rPr>
              <a:t>tasks. </a:t>
            </a:r>
            <a:r>
              <a:rPr sz="1800" spc="-90" dirty="0">
                <a:latin typeface="Times New Roman" panose="02020603050405020304" pitchFamily="18" charset="0"/>
                <a:cs typeface="Times New Roman" panose="02020603050405020304" pitchFamily="18" charset="0"/>
              </a:rPr>
              <a:t>It </a:t>
            </a:r>
            <a:r>
              <a:rPr sz="1800" spc="-101" dirty="0">
                <a:latin typeface="Times New Roman" panose="02020603050405020304" pitchFamily="18" charset="0"/>
                <a:cs typeface="Times New Roman" panose="02020603050405020304" pitchFamily="18" charset="0"/>
              </a:rPr>
              <a:t>helps </a:t>
            </a:r>
            <a:r>
              <a:rPr sz="1800" spc="-83" dirty="0">
                <a:latin typeface="Times New Roman" panose="02020603050405020304" pitchFamily="18" charset="0"/>
                <a:cs typeface="Times New Roman" panose="02020603050405020304" pitchFamily="18" charset="0"/>
              </a:rPr>
              <a:t>administrators </a:t>
            </a:r>
            <a:r>
              <a:rPr sz="1800" spc="-131" dirty="0">
                <a:latin typeface="Times New Roman" panose="02020603050405020304" pitchFamily="18" charset="0"/>
                <a:cs typeface="Times New Roman" panose="02020603050405020304" pitchFamily="18" charset="0"/>
              </a:rPr>
              <a:t>allocate, </a:t>
            </a:r>
            <a:r>
              <a:rPr sz="1800" spc="-120" dirty="0">
                <a:latin typeface="Times New Roman" panose="02020603050405020304" pitchFamily="18" charset="0"/>
                <a:cs typeface="Times New Roman" panose="02020603050405020304" pitchFamily="18" charset="0"/>
              </a:rPr>
              <a:t>move, change</a:t>
            </a:r>
            <a:r>
              <a:rPr sz="1800" spc="-116" dirty="0">
                <a:latin typeface="Times New Roman" panose="02020603050405020304" pitchFamily="18" charset="0"/>
                <a:cs typeface="Times New Roman" panose="02020603050405020304" pitchFamily="18" charset="0"/>
              </a:rPr>
              <a:t> and</a:t>
            </a:r>
            <a:r>
              <a:rPr sz="1800" spc="307" dirty="0">
                <a:latin typeface="Times New Roman" panose="02020603050405020304" pitchFamily="18" charset="0"/>
                <a:cs typeface="Times New Roman" panose="02020603050405020304" pitchFamily="18" charset="0"/>
              </a:rPr>
              <a:t> </a:t>
            </a:r>
            <a:r>
              <a:rPr sz="1800" spc="-90" dirty="0">
                <a:latin typeface="Times New Roman" panose="02020603050405020304" pitchFamily="18" charset="0"/>
                <a:cs typeface="Times New Roman" panose="02020603050405020304" pitchFamily="18" charset="0"/>
              </a:rPr>
              <a:t>set </a:t>
            </a:r>
            <a:r>
              <a:rPr sz="1800" spc="-86" dirty="0">
                <a:latin typeface="Times New Roman" panose="02020603050405020304" pitchFamily="18" charset="0"/>
                <a:cs typeface="Times New Roman" panose="02020603050405020304" pitchFamily="18" charset="0"/>
              </a:rPr>
              <a:t> </a:t>
            </a:r>
            <a:r>
              <a:rPr sz="1800" spc="-98" dirty="0">
                <a:latin typeface="Times New Roman" panose="02020603050405020304" pitchFamily="18" charset="0"/>
                <a:cs typeface="Times New Roman" panose="02020603050405020304" pitchFamily="18" charset="0"/>
              </a:rPr>
              <a:t>up</a:t>
            </a:r>
            <a:r>
              <a:rPr sz="1800" spc="-49" dirty="0">
                <a:latin typeface="Times New Roman" panose="02020603050405020304" pitchFamily="18" charset="0"/>
                <a:cs typeface="Times New Roman" panose="02020603050405020304" pitchFamily="18" charset="0"/>
              </a:rPr>
              <a:t> </a:t>
            </a:r>
            <a:r>
              <a:rPr sz="1800" spc="-60" dirty="0">
                <a:latin typeface="Times New Roman" panose="02020603050405020304" pitchFamily="18" charset="0"/>
                <a:cs typeface="Times New Roman" panose="02020603050405020304" pitchFamily="18" charset="0"/>
              </a:rPr>
              <a:t>resources</a:t>
            </a:r>
            <a:r>
              <a:rPr sz="1800" spc="-34" dirty="0">
                <a:latin typeface="Times New Roman" panose="02020603050405020304" pitchFamily="18" charset="0"/>
                <a:cs typeface="Times New Roman" panose="02020603050405020304" pitchFamily="18" charset="0"/>
              </a:rPr>
              <a:t> </a:t>
            </a:r>
            <a:r>
              <a:rPr sz="1800" spc="-135" dirty="0">
                <a:latin typeface="Times New Roman" panose="02020603050405020304" pitchFamily="18" charset="0"/>
                <a:cs typeface="Times New Roman" panose="02020603050405020304" pitchFamily="18" charset="0"/>
              </a:rPr>
              <a:t>efficiently</a:t>
            </a:r>
            <a:r>
              <a:rPr sz="1800" spc="-71" dirty="0">
                <a:latin typeface="Times New Roman" panose="02020603050405020304" pitchFamily="18" charset="0"/>
                <a:cs typeface="Times New Roman" panose="02020603050405020304" pitchFamily="18" charset="0"/>
              </a:rPr>
              <a:t> </a:t>
            </a:r>
            <a:r>
              <a:rPr sz="1800" spc="-60" dirty="0">
                <a:latin typeface="Times New Roman" panose="02020603050405020304" pitchFamily="18" charset="0"/>
                <a:cs typeface="Times New Roman" panose="02020603050405020304" pitchFamily="18" charset="0"/>
              </a:rPr>
              <a:t>across</a:t>
            </a:r>
            <a:r>
              <a:rPr sz="1800" spc="-45" dirty="0">
                <a:latin typeface="Times New Roman" panose="02020603050405020304" pitchFamily="18" charset="0"/>
                <a:cs typeface="Times New Roman" panose="02020603050405020304" pitchFamily="18" charset="0"/>
              </a:rPr>
              <a:t> </a:t>
            </a:r>
            <a:r>
              <a:rPr sz="1800" spc="-105" dirty="0">
                <a:latin typeface="Times New Roman" panose="02020603050405020304" pitchFamily="18" charset="0"/>
                <a:cs typeface="Times New Roman" panose="02020603050405020304" pitchFamily="18" charset="0"/>
              </a:rPr>
              <a:t>the</a:t>
            </a:r>
            <a:r>
              <a:rPr sz="1800" spc="-45" dirty="0">
                <a:latin typeface="Times New Roman" panose="02020603050405020304" pitchFamily="18" charset="0"/>
                <a:cs typeface="Times New Roman" panose="02020603050405020304" pitchFamily="18" charset="0"/>
              </a:rPr>
              <a:t> </a:t>
            </a:r>
            <a:r>
              <a:rPr sz="1800" spc="-101" dirty="0">
                <a:latin typeface="Times New Roman" panose="02020603050405020304" pitchFamily="18" charset="0"/>
                <a:cs typeface="Times New Roman" panose="02020603050405020304" pitchFamily="18" charset="0"/>
              </a:rPr>
              <a:t>organizational</a:t>
            </a:r>
            <a:r>
              <a:rPr sz="1800" spc="-23" dirty="0">
                <a:latin typeface="Times New Roman" panose="02020603050405020304" pitchFamily="18" charset="0"/>
                <a:cs typeface="Times New Roman" panose="02020603050405020304" pitchFamily="18" charset="0"/>
              </a:rPr>
              <a:t> </a:t>
            </a:r>
            <a:r>
              <a:rPr sz="1800" spc="-101" dirty="0">
                <a:latin typeface="Times New Roman" panose="02020603050405020304" pitchFamily="18" charset="0"/>
                <a:cs typeface="Times New Roman" panose="02020603050405020304" pitchFamily="18" charset="0"/>
              </a:rPr>
              <a:t>infrastructure.</a:t>
            </a:r>
            <a:endParaRPr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30573729"/>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spcFirstLastPara="1" vert="horz" wrap="square" lIns="0" tIns="10001" rIns="0" bIns="0" rtlCol="0" anchor="ctr" anchorCtr="0">
            <a:spAutoFit/>
          </a:bodyPr>
          <a:lstStyle/>
          <a:p>
            <a:pPr marL="9525">
              <a:spcBef>
                <a:spcPts val="79"/>
              </a:spcBef>
            </a:pPr>
            <a:r>
              <a:rPr sz="2400" spc="203" dirty="0"/>
              <a:t>TYP</a:t>
            </a:r>
            <a:r>
              <a:rPr sz="2400" spc="180" dirty="0"/>
              <a:t>E</a:t>
            </a:r>
            <a:r>
              <a:rPr sz="2400" spc="225" dirty="0"/>
              <a:t>S</a:t>
            </a:r>
            <a:r>
              <a:rPr sz="2400" spc="-56" dirty="0"/>
              <a:t> </a:t>
            </a:r>
            <a:r>
              <a:rPr sz="2400" spc="416" dirty="0"/>
              <a:t>O</a:t>
            </a:r>
            <a:r>
              <a:rPr sz="2400" spc="49" dirty="0"/>
              <a:t>F</a:t>
            </a:r>
            <a:r>
              <a:rPr sz="2400" spc="-428" dirty="0"/>
              <a:t> </a:t>
            </a:r>
            <a:r>
              <a:rPr lang="en-IN" sz="2400" spc="-428" dirty="0"/>
              <a:t>   </a:t>
            </a:r>
            <a:r>
              <a:rPr sz="2400" spc="180" dirty="0"/>
              <a:t>VI</a:t>
            </a:r>
            <a:r>
              <a:rPr sz="2400" spc="15" dirty="0"/>
              <a:t>R</a:t>
            </a:r>
            <a:r>
              <a:rPr sz="2400" spc="255" dirty="0"/>
              <a:t>T</a:t>
            </a:r>
            <a:r>
              <a:rPr sz="2400" spc="240" dirty="0"/>
              <a:t>U</a:t>
            </a:r>
            <a:r>
              <a:rPr sz="2400" spc="270" dirty="0"/>
              <a:t>A</a:t>
            </a:r>
            <a:r>
              <a:rPr sz="2400" spc="225" dirty="0"/>
              <a:t>L</a:t>
            </a:r>
            <a:r>
              <a:rPr sz="2400" spc="233" dirty="0"/>
              <a:t>IZ</a:t>
            </a:r>
            <a:r>
              <a:rPr sz="2400" spc="56" dirty="0"/>
              <a:t>A</a:t>
            </a:r>
            <a:r>
              <a:rPr sz="2400" spc="304" dirty="0"/>
              <a:t>TION</a:t>
            </a:r>
            <a:endParaRPr sz="2400" dirty="0"/>
          </a:p>
        </p:txBody>
      </p:sp>
      <p:sp>
        <p:nvSpPr>
          <p:cNvPr id="3" name="object 3"/>
          <p:cNvSpPr txBox="1"/>
          <p:nvPr/>
        </p:nvSpPr>
        <p:spPr>
          <a:xfrm>
            <a:off x="1076593" y="1060704"/>
            <a:ext cx="7383494" cy="3251211"/>
          </a:xfrm>
          <a:prstGeom prst="rect">
            <a:avLst/>
          </a:prstGeom>
        </p:spPr>
        <p:txBody>
          <a:bodyPr vert="horz" wrap="square" lIns="0" tIns="136208" rIns="0" bIns="0" rtlCol="0">
            <a:spAutoFit/>
          </a:bodyPr>
          <a:lstStyle/>
          <a:p>
            <a:pPr marL="352425" indent="-342900" algn="just">
              <a:lnSpc>
                <a:spcPct val="150000"/>
              </a:lnSpc>
              <a:spcBef>
                <a:spcPts val="1073"/>
              </a:spcBef>
              <a:buClr>
                <a:srgbClr val="B71E42"/>
              </a:buClr>
              <a:buFont typeface="Arial" panose="020B0604020202020204" pitchFamily="34" charset="0"/>
              <a:buChar char="•"/>
              <a:tabLst>
                <a:tab pos="180975" algn="l"/>
              </a:tabLst>
            </a:pPr>
            <a:r>
              <a:rPr sz="2100" b="1" spc="56" dirty="0">
                <a:uFill>
                  <a:solidFill>
                    <a:srgbClr val="000000"/>
                  </a:solidFill>
                </a:uFill>
                <a:latin typeface="Times New Roman" panose="02020603050405020304" pitchFamily="18" charset="0"/>
                <a:cs typeface="Times New Roman" panose="02020603050405020304" pitchFamily="18" charset="0"/>
              </a:rPr>
              <a:t>Stor</a:t>
            </a:r>
            <a:r>
              <a:rPr sz="2100" b="1" spc="30" dirty="0">
                <a:uFill>
                  <a:solidFill>
                    <a:srgbClr val="000000"/>
                  </a:solidFill>
                </a:uFill>
                <a:latin typeface="Times New Roman" panose="02020603050405020304" pitchFamily="18" charset="0"/>
                <a:cs typeface="Times New Roman" panose="02020603050405020304" pitchFamily="18" charset="0"/>
              </a:rPr>
              <a:t>a</a:t>
            </a:r>
            <a:r>
              <a:rPr sz="2100" b="1" spc="38" dirty="0">
                <a:uFill>
                  <a:solidFill>
                    <a:srgbClr val="000000"/>
                  </a:solidFill>
                </a:uFill>
                <a:latin typeface="Times New Roman" panose="02020603050405020304" pitchFamily="18" charset="0"/>
                <a:cs typeface="Times New Roman" panose="02020603050405020304" pitchFamily="18" charset="0"/>
              </a:rPr>
              <a:t>g</a:t>
            </a:r>
            <a:r>
              <a:rPr sz="2100" b="1" spc="-53" dirty="0">
                <a:uFill>
                  <a:solidFill>
                    <a:srgbClr val="000000"/>
                  </a:solidFill>
                </a:uFill>
                <a:latin typeface="Times New Roman" panose="02020603050405020304" pitchFamily="18" charset="0"/>
                <a:cs typeface="Times New Roman" panose="02020603050405020304" pitchFamily="18" charset="0"/>
              </a:rPr>
              <a:t>e</a:t>
            </a:r>
            <a:r>
              <a:rPr sz="2100" b="1" spc="-349" dirty="0">
                <a:uFill>
                  <a:solidFill>
                    <a:srgbClr val="000000"/>
                  </a:solidFill>
                </a:uFill>
                <a:latin typeface="Times New Roman" panose="02020603050405020304" pitchFamily="18" charset="0"/>
                <a:cs typeface="Times New Roman" panose="02020603050405020304" pitchFamily="18" charset="0"/>
              </a:rPr>
              <a:t> </a:t>
            </a:r>
            <a:r>
              <a:rPr sz="2100" b="1" spc="60" dirty="0">
                <a:uFill>
                  <a:solidFill>
                    <a:srgbClr val="000000"/>
                  </a:solidFill>
                </a:uFill>
                <a:latin typeface="Times New Roman" panose="02020603050405020304" pitchFamily="18" charset="0"/>
                <a:cs typeface="Times New Roman" panose="02020603050405020304" pitchFamily="18" charset="0"/>
              </a:rPr>
              <a:t>Vi</a:t>
            </a:r>
            <a:r>
              <a:rPr sz="2100" b="1" spc="98" dirty="0">
                <a:uFill>
                  <a:solidFill>
                    <a:srgbClr val="000000"/>
                  </a:solidFill>
                </a:uFill>
                <a:latin typeface="Times New Roman" panose="02020603050405020304" pitchFamily="18" charset="0"/>
                <a:cs typeface="Times New Roman" panose="02020603050405020304" pitchFamily="18" charset="0"/>
              </a:rPr>
              <a:t>r</a:t>
            </a:r>
            <a:r>
              <a:rPr sz="2100" b="1" spc="-4" dirty="0">
                <a:uFill>
                  <a:solidFill>
                    <a:srgbClr val="000000"/>
                  </a:solidFill>
                </a:uFill>
                <a:latin typeface="Times New Roman" panose="02020603050405020304" pitchFamily="18" charset="0"/>
                <a:cs typeface="Times New Roman" panose="02020603050405020304" pitchFamily="18" charset="0"/>
              </a:rPr>
              <a:t>tu</a:t>
            </a:r>
            <a:r>
              <a:rPr sz="2100" b="1" dirty="0">
                <a:uFill>
                  <a:solidFill>
                    <a:srgbClr val="000000"/>
                  </a:solidFill>
                </a:uFill>
                <a:latin typeface="Times New Roman" panose="02020603050405020304" pitchFamily="18" charset="0"/>
                <a:cs typeface="Times New Roman" panose="02020603050405020304" pitchFamily="18" charset="0"/>
              </a:rPr>
              <a:t>a</a:t>
            </a:r>
            <a:r>
              <a:rPr sz="2100" b="1" spc="-19" dirty="0">
                <a:uFill>
                  <a:solidFill>
                    <a:srgbClr val="000000"/>
                  </a:solidFill>
                </a:uFill>
                <a:latin typeface="Times New Roman" panose="02020603050405020304" pitchFamily="18" charset="0"/>
                <a:cs typeface="Times New Roman" panose="02020603050405020304" pitchFamily="18" charset="0"/>
              </a:rPr>
              <a:t>lization</a:t>
            </a:r>
            <a:endParaRPr sz="2100" dirty="0">
              <a:latin typeface="Times New Roman" panose="02020603050405020304" pitchFamily="18" charset="0"/>
              <a:cs typeface="Times New Roman" panose="02020603050405020304" pitchFamily="18" charset="0"/>
            </a:endParaRPr>
          </a:p>
          <a:p>
            <a:pPr marL="609124" marR="3810" lvl="1" indent="-257175" algn="just">
              <a:lnSpc>
                <a:spcPct val="150000"/>
              </a:lnSpc>
              <a:spcBef>
                <a:spcPts val="424"/>
              </a:spcBef>
              <a:buClr>
                <a:srgbClr val="B71E42"/>
              </a:buClr>
              <a:buFont typeface="Wingdings" panose="05000000000000000000" pitchFamily="2" charset="2"/>
              <a:buChar char="q"/>
              <a:tabLst>
                <a:tab pos="523875" algn="l"/>
              </a:tabLst>
            </a:pPr>
            <a:r>
              <a:rPr lang="en-US" sz="1050" u="sng" dirty="0">
                <a:hlinkClick r:id="rId2"/>
              </a:rPr>
              <a:t>Storage virtualization</a:t>
            </a:r>
            <a:r>
              <a:rPr lang="en-US" sz="1050" dirty="0"/>
              <a:t> is a game-changer for companies that create a lot of data daily. Instead of using physical storage space, virtual storage uses software to store the data in the cloud. All of a company’s storage disk arrays are placed in the same virtual pool, made into virtual disks, and sent to the host server for storage.</a:t>
            </a:r>
          </a:p>
          <a:p>
            <a:pPr marL="609124" marR="3810" lvl="1" indent="-257175" algn="just">
              <a:lnSpc>
                <a:spcPct val="150000"/>
              </a:lnSpc>
              <a:spcBef>
                <a:spcPts val="424"/>
              </a:spcBef>
              <a:buClr>
                <a:srgbClr val="B71E42"/>
              </a:buClr>
              <a:buFont typeface="Wingdings" panose="05000000000000000000" pitchFamily="2" charset="2"/>
              <a:buChar char="q"/>
              <a:tabLst>
                <a:tab pos="523875" algn="l"/>
              </a:tabLst>
            </a:pPr>
            <a:r>
              <a:rPr lang="en-US" sz="1050" dirty="0"/>
              <a:t>With the data remotely stored, you can pull from any of the virtual storage sources within the data center and group them together, customizing how and when key data is stored. The pooling of storage resources into one virtual area allows for one administrator to manage them remotely.</a:t>
            </a:r>
          </a:p>
          <a:p>
            <a:pPr marL="609124" marR="3810" lvl="1" indent="-257175" algn="just">
              <a:lnSpc>
                <a:spcPct val="150000"/>
              </a:lnSpc>
              <a:spcBef>
                <a:spcPts val="424"/>
              </a:spcBef>
              <a:buClr>
                <a:srgbClr val="B71E42"/>
              </a:buClr>
              <a:buFont typeface="Wingdings" panose="05000000000000000000" pitchFamily="2" charset="2"/>
              <a:buChar char="q"/>
              <a:tabLst>
                <a:tab pos="523875" algn="l"/>
              </a:tabLst>
            </a:pPr>
            <a:r>
              <a:rPr lang="en-US" sz="1050" dirty="0"/>
              <a:t>There are two kinds of storage virtualization: Internal and External</a:t>
            </a:r>
          </a:p>
          <a:p>
            <a:pPr marL="609124" marR="3810" lvl="1" indent="-257175" algn="just">
              <a:lnSpc>
                <a:spcPct val="150000"/>
              </a:lnSpc>
              <a:spcBef>
                <a:spcPts val="424"/>
              </a:spcBef>
              <a:buClr>
                <a:srgbClr val="B71E42"/>
              </a:buClr>
              <a:buFont typeface="Wingdings" panose="05000000000000000000" pitchFamily="2" charset="2"/>
              <a:buChar char="q"/>
              <a:tabLst>
                <a:tab pos="523875" algn="l"/>
              </a:tabLst>
            </a:pPr>
            <a:r>
              <a:rPr lang="en-US" sz="1050" dirty="0"/>
              <a:t>Internal storage virtualization is only available within a vendor’s software, limiting the reach of the data. External storage virtualization is typically also powered by a vendor but has fewer limitations on where data can be pulled from and stored.</a:t>
            </a:r>
          </a:p>
        </p:txBody>
      </p:sp>
    </p:spTree>
    <p:extLst>
      <p:ext uri="{BB962C8B-B14F-4D97-AF65-F5344CB8AC3E}">
        <p14:creationId xmlns:p14="http://schemas.microsoft.com/office/powerpoint/2010/main" val="218107770"/>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768480" y="1220317"/>
            <a:ext cx="7639526" cy="3096682"/>
          </a:xfrm>
          <a:prstGeom prst="rect">
            <a:avLst/>
          </a:prstGeom>
        </p:spPr>
        <p:txBody>
          <a:bodyPr vert="horz" wrap="square" lIns="0" tIns="84773" rIns="0" bIns="0" rtlCol="0">
            <a:spAutoFit/>
          </a:bodyPr>
          <a:lstStyle/>
          <a:p>
            <a:pPr marL="180975" indent="-171450" algn="just">
              <a:lnSpc>
                <a:spcPct val="150000"/>
              </a:lnSpc>
              <a:spcBef>
                <a:spcPts val="668"/>
              </a:spcBef>
              <a:buClr>
                <a:srgbClr val="B71E42"/>
              </a:buClr>
              <a:buFont typeface="Arial MT"/>
              <a:buChar char="•"/>
              <a:tabLst>
                <a:tab pos="180975" algn="l"/>
              </a:tabLst>
            </a:pPr>
            <a:r>
              <a:rPr sz="1800" b="1" u="sng" spc="71" dirty="0">
                <a:uFill>
                  <a:solidFill>
                    <a:srgbClr val="000000"/>
                  </a:solidFill>
                </a:uFill>
                <a:latin typeface="Times New Roman" panose="02020603050405020304" pitchFamily="18" charset="0"/>
                <a:cs typeface="Times New Roman" panose="02020603050405020304" pitchFamily="18" charset="0"/>
                <a:hlinkClick r:id="rId2"/>
              </a:rPr>
              <a:t>Data</a:t>
            </a:r>
            <a:r>
              <a:rPr sz="1800" b="1" u="sng" spc="-68" dirty="0">
                <a:uFill>
                  <a:solidFill>
                    <a:srgbClr val="000000"/>
                  </a:solidFill>
                </a:uFill>
                <a:latin typeface="Times New Roman" panose="02020603050405020304" pitchFamily="18" charset="0"/>
                <a:cs typeface="Times New Roman" panose="02020603050405020304" pitchFamily="18" charset="0"/>
                <a:hlinkClick r:id="rId2"/>
              </a:rPr>
              <a:t> </a:t>
            </a:r>
            <a:r>
              <a:rPr sz="1800" b="1" u="sng" spc="-11" dirty="0">
                <a:uFill>
                  <a:solidFill>
                    <a:srgbClr val="000000"/>
                  </a:solidFill>
                </a:uFill>
                <a:latin typeface="Times New Roman" panose="02020603050405020304" pitchFamily="18" charset="0"/>
                <a:cs typeface="Times New Roman" panose="02020603050405020304" pitchFamily="18" charset="0"/>
                <a:hlinkClick r:id="rId2"/>
              </a:rPr>
              <a:t>virtualization</a:t>
            </a:r>
            <a:endParaRPr sz="1800" u="sng" dirty="0">
              <a:latin typeface="Times New Roman" panose="02020603050405020304" pitchFamily="18" charset="0"/>
              <a:cs typeface="Times New Roman" panose="02020603050405020304" pitchFamily="18" charset="0"/>
            </a:endParaRPr>
          </a:p>
          <a:p>
            <a:pPr marL="609124" marR="3810" lvl="1" indent="-257175" algn="just">
              <a:lnSpc>
                <a:spcPct val="150000"/>
              </a:lnSpc>
              <a:spcBef>
                <a:spcPts val="379"/>
              </a:spcBef>
              <a:buClr>
                <a:srgbClr val="B71E42"/>
              </a:buClr>
              <a:buFont typeface="Wingdings" panose="05000000000000000000" pitchFamily="2" charset="2"/>
              <a:buChar char="q"/>
              <a:tabLst>
                <a:tab pos="523875" algn="l"/>
              </a:tabLst>
            </a:pPr>
            <a:r>
              <a:rPr lang="en-IN" sz="1800" spc="-79" dirty="0">
                <a:latin typeface="Times New Roman" panose="02020603050405020304" pitchFamily="18" charset="0"/>
                <a:cs typeface="Times New Roman" panose="02020603050405020304" pitchFamily="18" charset="0"/>
              </a:rPr>
              <a:t>It </a:t>
            </a:r>
            <a:r>
              <a:rPr sz="1800" spc="-79" dirty="0">
                <a:latin typeface="Times New Roman" panose="02020603050405020304" pitchFamily="18" charset="0"/>
                <a:cs typeface="Times New Roman" panose="02020603050405020304" pitchFamily="18" charset="0"/>
              </a:rPr>
              <a:t>is</a:t>
            </a:r>
            <a:r>
              <a:rPr sz="1800" spc="-75" dirty="0">
                <a:latin typeface="Times New Roman" panose="02020603050405020304" pitchFamily="18" charset="0"/>
                <a:cs typeface="Times New Roman" panose="02020603050405020304" pitchFamily="18" charset="0"/>
              </a:rPr>
              <a:t> </a:t>
            </a:r>
            <a:r>
              <a:rPr sz="1800" spc="-135" dirty="0">
                <a:latin typeface="Times New Roman" panose="02020603050405020304" pitchFamily="18" charset="0"/>
                <a:cs typeface="Times New Roman" panose="02020603050405020304" pitchFamily="18" charset="0"/>
              </a:rPr>
              <a:t>an</a:t>
            </a:r>
            <a:r>
              <a:rPr sz="1800" spc="-131" dirty="0">
                <a:latin typeface="Times New Roman" panose="02020603050405020304" pitchFamily="18" charset="0"/>
                <a:cs typeface="Times New Roman" panose="02020603050405020304" pitchFamily="18" charset="0"/>
              </a:rPr>
              <a:t> </a:t>
            </a:r>
            <a:r>
              <a:rPr sz="1800" spc="-98" dirty="0">
                <a:latin typeface="Times New Roman" panose="02020603050405020304" pitchFamily="18" charset="0"/>
                <a:cs typeface="Times New Roman" panose="02020603050405020304" pitchFamily="18" charset="0"/>
              </a:rPr>
              <a:t>approach</a:t>
            </a:r>
            <a:r>
              <a:rPr sz="1800" spc="-94" dirty="0">
                <a:latin typeface="Times New Roman" panose="02020603050405020304" pitchFamily="18" charset="0"/>
                <a:cs typeface="Times New Roman" panose="02020603050405020304" pitchFamily="18" charset="0"/>
              </a:rPr>
              <a:t> </a:t>
            </a:r>
            <a:r>
              <a:rPr sz="1800" spc="-45" dirty="0">
                <a:latin typeface="Times New Roman" panose="02020603050405020304" pitchFamily="18" charset="0"/>
                <a:cs typeface="Times New Roman" panose="02020603050405020304" pitchFamily="18" charset="0"/>
              </a:rPr>
              <a:t>to</a:t>
            </a:r>
            <a:r>
              <a:rPr sz="1800" spc="-41" dirty="0">
                <a:latin typeface="Times New Roman" panose="02020603050405020304" pitchFamily="18" charset="0"/>
                <a:cs typeface="Times New Roman" panose="02020603050405020304" pitchFamily="18" charset="0"/>
              </a:rPr>
              <a:t> </a:t>
            </a:r>
            <a:r>
              <a:rPr sz="1800" spc="-139" dirty="0">
                <a:latin typeface="Times New Roman" panose="02020603050405020304" pitchFamily="18" charset="0"/>
                <a:cs typeface="Times New Roman" panose="02020603050405020304" pitchFamily="18" charset="0"/>
              </a:rPr>
              <a:t>data</a:t>
            </a:r>
            <a:r>
              <a:rPr sz="1800" spc="-135" dirty="0">
                <a:latin typeface="Times New Roman" panose="02020603050405020304" pitchFamily="18" charset="0"/>
                <a:cs typeface="Times New Roman" panose="02020603050405020304" pitchFamily="18" charset="0"/>
              </a:rPr>
              <a:t> </a:t>
            </a:r>
            <a:r>
              <a:rPr sz="1800" spc="-124" dirty="0">
                <a:latin typeface="Times New Roman" panose="02020603050405020304" pitchFamily="18" charset="0"/>
                <a:cs typeface="Times New Roman" panose="02020603050405020304" pitchFamily="18" charset="0"/>
              </a:rPr>
              <a:t>management</a:t>
            </a:r>
            <a:r>
              <a:rPr sz="1800" spc="-120" dirty="0">
                <a:latin typeface="Times New Roman" panose="02020603050405020304" pitchFamily="18" charset="0"/>
                <a:cs typeface="Times New Roman" panose="02020603050405020304" pitchFamily="18" charset="0"/>
              </a:rPr>
              <a:t> </a:t>
            </a:r>
            <a:r>
              <a:rPr sz="1800" spc="-124" dirty="0">
                <a:latin typeface="Times New Roman" panose="02020603050405020304" pitchFamily="18" charset="0"/>
                <a:cs typeface="Times New Roman" panose="02020603050405020304" pitchFamily="18" charset="0"/>
              </a:rPr>
              <a:t>that</a:t>
            </a:r>
            <a:r>
              <a:rPr sz="1800" spc="-120" dirty="0">
                <a:latin typeface="Times New Roman" panose="02020603050405020304" pitchFamily="18" charset="0"/>
                <a:cs typeface="Times New Roman" panose="02020603050405020304" pitchFamily="18" charset="0"/>
              </a:rPr>
              <a:t> </a:t>
            </a:r>
            <a:r>
              <a:rPr sz="1800" spc="-94" dirty="0">
                <a:latin typeface="Times New Roman" panose="02020603050405020304" pitchFamily="18" charset="0"/>
                <a:cs typeface="Times New Roman" panose="02020603050405020304" pitchFamily="18" charset="0"/>
              </a:rPr>
              <a:t>allows</a:t>
            </a:r>
            <a:r>
              <a:rPr sz="1800" spc="-90" dirty="0">
                <a:latin typeface="Times New Roman" panose="02020603050405020304" pitchFamily="18" charset="0"/>
                <a:cs typeface="Times New Roman" panose="02020603050405020304" pitchFamily="18" charset="0"/>
              </a:rPr>
              <a:t> </a:t>
            </a:r>
            <a:r>
              <a:rPr sz="1800" spc="-135" dirty="0">
                <a:latin typeface="Times New Roman" panose="02020603050405020304" pitchFamily="18" charset="0"/>
                <a:cs typeface="Times New Roman" panose="02020603050405020304" pitchFamily="18" charset="0"/>
              </a:rPr>
              <a:t>an</a:t>
            </a:r>
            <a:r>
              <a:rPr sz="1800" spc="-131" dirty="0">
                <a:latin typeface="Times New Roman" panose="02020603050405020304" pitchFamily="18" charset="0"/>
                <a:cs typeface="Times New Roman" panose="02020603050405020304" pitchFamily="18" charset="0"/>
              </a:rPr>
              <a:t> </a:t>
            </a:r>
            <a:r>
              <a:rPr sz="1800" spc="-113" dirty="0">
                <a:latin typeface="Times New Roman" panose="02020603050405020304" pitchFamily="18" charset="0"/>
                <a:cs typeface="Times New Roman" panose="02020603050405020304" pitchFamily="18" charset="0"/>
              </a:rPr>
              <a:t>application</a:t>
            </a:r>
            <a:r>
              <a:rPr sz="1800" spc="-109" dirty="0">
                <a:latin typeface="Times New Roman" panose="02020603050405020304" pitchFamily="18" charset="0"/>
                <a:cs typeface="Times New Roman" panose="02020603050405020304" pitchFamily="18" charset="0"/>
              </a:rPr>
              <a:t> </a:t>
            </a:r>
            <a:r>
              <a:rPr sz="1800" spc="-45" dirty="0">
                <a:latin typeface="Times New Roman" panose="02020603050405020304" pitchFamily="18" charset="0"/>
                <a:cs typeface="Times New Roman" panose="02020603050405020304" pitchFamily="18" charset="0"/>
              </a:rPr>
              <a:t>to </a:t>
            </a:r>
            <a:r>
              <a:rPr sz="1800" spc="-41" dirty="0">
                <a:latin typeface="Times New Roman" panose="02020603050405020304" pitchFamily="18" charset="0"/>
                <a:cs typeface="Times New Roman" panose="02020603050405020304" pitchFamily="18" charset="0"/>
              </a:rPr>
              <a:t> </a:t>
            </a:r>
            <a:r>
              <a:rPr sz="1800" spc="-98" dirty="0">
                <a:latin typeface="Times New Roman" panose="02020603050405020304" pitchFamily="18" charset="0"/>
                <a:cs typeface="Times New Roman" panose="02020603050405020304" pitchFamily="18" charset="0"/>
              </a:rPr>
              <a:t>retrieve </a:t>
            </a:r>
            <a:r>
              <a:rPr sz="1800" spc="-116" dirty="0">
                <a:latin typeface="Times New Roman" panose="02020603050405020304" pitchFamily="18" charset="0"/>
                <a:cs typeface="Times New Roman" panose="02020603050405020304" pitchFamily="18" charset="0"/>
              </a:rPr>
              <a:t>and </a:t>
            </a:r>
            <a:r>
              <a:rPr sz="1800" spc="-124" dirty="0">
                <a:latin typeface="Times New Roman" panose="02020603050405020304" pitchFamily="18" charset="0"/>
                <a:cs typeface="Times New Roman" panose="02020603050405020304" pitchFamily="18" charset="0"/>
              </a:rPr>
              <a:t>manipulate </a:t>
            </a:r>
            <a:r>
              <a:rPr sz="1800" spc="-139" dirty="0">
                <a:latin typeface="Times New Roman" panose="02020603050405020304" pitchFamily="18" charset="0"/>
                <a:cs typeface="Times New Roman" panose="02020603050405020304" pitchFamily="18" charset="0"/>
              </a:rPr>
              <a:t>data </a:t>
            </a:r>
            <a:r>
              <a:rPr sz="1800" spc="-83" dirty="0">
                <a:latin typeface="Times New Roman" panose="02020603050405020304" pitchFamily="18" charset="0"/>
                <a:cs typeface="Times New Roman" panose="02020603050405020304" pitchFamily="18" charset="0"/>
              </a:rPr>
              <a:t>without </a:t>
            </a:r>
            <a:r>
              <a:rPr sz="1800" spc="-86" dirty="0">
                <a:latin typeface="Times New Roman" panose="02020603050405020304" pitchFamily="18" charset="0"/>
                <a:cs typeface="Times New Roman" panose="02020603050405020304" pitchFamily="18" charset="0"/>
              </a:rPr>
              <a:t>requiring </a:t>
            </a:r>
            <a:r>
              <a:rPr sz="1800" spc="-116" dirty="0">
                <a:latin typeface="Times New Roman" panose="02020603050405020304" pitchFamily="18" charset="0"/>
                <a:cs typeface="Times New Roman" panose="02020603050405020304" pitchFamily="18" charset="0"/>
              </a:rPr>
              <a:t>technical details </a:t>
            </a:r>
            <a:r>
              <a:rPr sz="1800" spc="-94" dirty="0">
                <a:latin typeface="Times New Roman" panose="02020603050405020304" pitchFamily="18" charset="0"/>
                <a:cs typeface="Times New Roman" panose="02020603050405020304" pitchFamily="18" charset="0"/>
              </a:rPr>
              <a:t>about </a:t>
            </a:r>
            <a:r>
              <a:rPr sz="1800" spc="-90" dirty="0">
                <a:latin typeface="Times New Roman" panose="02020603050405020304" pitchFamily="18" charset="0"/>
                <a:cs typeface="Times New Roman" panose="02020603050405020304" pitchFamily="18" charset="0"/>
              </a:rPr>
              <a:t> </a:t>
            </a:r>
            <a:r>
              <a:rPr sz="1800" spc="-109" dirty="0">
                <a:latin typeface="Times New Roman" panose="02020603050405020304" pitchFamily="18" charset="0"/>
                <a:cs typeface="Times New Roman" panose="02020603050405020304" pitchFamily="18" charset="0"/>
              </a:rPr>
              <a:t>the </a:t>
            </a:r>
            <a:r>
              <a:rPr sz="1800" spc="-165" dirty="0">
                <a:latin typeface="Times New Roman" panose="02020603050405020304" pitchFamily="18" charset="0"/>
                <a:cs typeface="Times New Roman" panose="02020603050405020304" pitchFamily="18" charset="0"/>
              </a:rPr>
              <a:t>data, </a:t>
            </a:r>
            <a:r>
              <a:rPr sz="1800" spc="-83" dirty="0">
                <a:latin typeface="Times New Roman" panose="02020603050405020304" pitchFamily="18" charset="0"/>
                <a:cs typeface="Times New Roman" panose="02020603050405020304" pitchFamily="18" charset="0"/>
              </a:rPr>
              <a:t>such </a:t>
            </a:r>
            <a:r>
              <a:rPr sz="1800" spc="-109" dirty="0">
                <a:latin typeface="Times New Roman" panose="02020603050405020304" pitchFamily="18" charset="0"/>
                <a:cs typeface="Times New Roman" panose="02020603050405020304" pitchFamily="18" charset="0"/>
              </a:rPr>
              <a:t>as </a:t>
            </a:r>
            <a:r>
              <a:rPr sz="1800" spc="-41" dirty="0">
                <a:latin typeface="Times New Roman" panose="02020603050405020304" pitchFamily="18" charset="0"/>
                <a:cs typeface="Times New Roman" panose="02020603050405020304" pitchFamily="18" charset="0"/>
              </a:rPr>
              <a:t>how </a:t>
            </a:r>
            <a:r>
              <a:rPr sz="1800" spc="-120" dirty="0">
                <a:latin typeface="Times New Roman" panose="02020603050405020304" pitchFamily="18" charset="0"/>
                <a:cs typeface="Times New Roman" panose="02020603050405020304" pitchFamily="18" charset="0"/>
              </a:rPr>
              <a:t>it </a:t>
            </a:r>
            <a:r>
              <a:rPr sz="1800" spc="-86" dirty="0">
                <a:latin typeface="Times New Roman" panose="02020603050405020304" pitchFamily="18" charset="0"/>
                <a:cs typeface="Times New Roman" panose="02020603050405020304" pitchFamily="18" charset="0"/>
              </a:rPr>
              <a:t>is </a:t>
            </a:r>
            <a:r>
              <a:rPr sz="1800" spc="-105" dirty="0">
                <a:latin typeface="Times New Roman" panose="02020603050405020304" pitchFamily="18" charset="0"/>
                <a:cs typeface="Times New Roman" panose="02020603050405020304" pitchFamily="18" charset="0"/>
              </a:rPr>
              <a:t>formatted </a:t>
            </a:r>
            <a:r>
              <a:rPr sz="1800" spc="-150" dirty="0">
                <a:latin typeface="Times New Roman" panose="02020603050405020304" pitchFamily="18" charset="0"/>
                <a:cs typeface="Times New Roman" panose="02020603050405020304" pitchFamily="18" charset="0"/>
              </a:rPr>
              <a:t>at </a:t>
            </a:r>
            <a:r>
              <a:rPr sz="1800" spc="-86" dirty="0">
                <a:latin typeface="Times New Roman" panose="02020603050405020304" pitchFamily="18" charset="0"/>
                <a:cs typeface="Times New Roman" panose="02020603050405020304" pitchFamily="18" charset="0"/>
              </a:rPr>
              <a:t>source, </a:t>
            </a:r>
            <a:r>
              <a:rPr sz="1800" spc="11" dirty="0">
                <a:latin typeface="Times New Roman" panose="02020603050405020304" pitchFamily="18" charset="0"/>
                <a:cs typeface="Times New Roman" panose="02020603050405020304" pitchFamily="18" charset="0"/>
              </a:rPr>
              <a:t>or </a:t>
            </a:r>
            <a:r>
              <a:rPr sz="1800" spc="-83" dirty="0">
                <a:latin typeface="Times New Roman" panose="02020603050405020304" pitchFamily="18" charset="0"/>
                <a:cs typeface="Times New Roman" panose="02020603050405020304" pitchFamily="18" charset="0"/>
              </a:rPr>
              <a:t>where </a:t>
            </a:r>
            <a:r>
              <a:rPr sz="1800" spc="-120" dirty="0">
                <a:latin typeface="Times New Roman" panose="02020603050405020304" pitchFamily="18" charset="0"/>
                <a:cs typeface="Times New Roman" panose="02020603050405020304" pitchFamily="18" charset="0"/>
              </a:rPr>
              <a:t>it </a:t>
            </a:r>
            <a:r>
              <a:rPr sz="1800" spc="-79" dirty="0">
                <a:latin typeface="Times New Roman" panose="02020603050405020304" pitchFamily="18" charset="0"/>
                <a:cs typeface="Times New Roman" panose="02020603050405020304" pitchFamily="18" charset="0"/>
              </a:rPr>
              <a:t>is </a:t>
            </a:r>
            <a:r>
              <a:rPr sz="1800" spc="-120" dirty="0">
                <a:latin typeface="Times New Roman" panose="02020603050405020304" pitchFamily="18" charset="0"/>
                <a:cs typeface="Times New Roman" panose="02020603050405020304" pitchFamily="18" charset="0"/>
              </a:rPr>
              <a:t>physically </a:t>
            </a:r>
            <a:r>
              <a:rPr sz="1800" spc="-116" dirty="0">
                <a:latin typeface="Times New Roman" panose="02020603050405020304" pitchFamily="18" charset="0"/>
                <a:cs typeface="Times New Roman" panose="02020603050405020304" pitchFamily="18" charset="0"/>
              </a:rPr>
              <a:t> </a:t>
            </a:r>
            <a:r>
              <a:rPr sz="1800" spc="-131" dirty="0">
                <a:latin typeface="Times New Roman" panose="02020603050405020304" pitchFamily="18" charset="0"/>
                <a:cs typeface="Times New Roman" panose="02020603050405020304" pitchFamily="18" charset="0"/>
              </a:rPr>
              <a:t>located</a:t>
            </a:r>
            <a:r>
              <a:rPr sz="1800" spc="-98" dirty="0">
                <a:latin typeface="Times New Roman" panose="02020603050405020304" pitchFamily="18" charset="0"/>
                <a:cs typeface="Times New Roman" panose="02020603050405020304" pitchFamily="18" charset="0"/>
              </a:rPr>
              <a:t>,</a:t>
            </a:r>
            <a:r>
              <a:rPr sz="1800" spc="-217" dirty="0">
                <a:latin typeface="Times New Roman" panose="02020603050405020304" pitchFamily="18" charset="0"/>
                <a:cs typeface="Times New Roman" panose="02020603050405020304" pitchFamily="18" charset="0"/>
              </a:rPr>
              <a:t> </a:t>
            </a:r>
            <a:r>
              <a:rPr sz="1800" spc="-116" dirty="0">
                <a:latin typeface="Times New Roman" panose="02020603050405020304" pitchFamily="18" charset="0"/>
                <a:cs typeface="Times New Roman" panose="02020603050405020304" pitchFamily="18" charset="0"/>
              </a:rPr>
              <a:t>and</a:t>
            </a:r>
            <a:r>
              <a:rPr sz="1800" spc="-53" dirty="0">
                <a:latin typeface="Times New Roman" panose="02020603050405020304" pitchFamily="18" charset="0"/>
                <a:cs typeface="Times New Roman" panose="02020603050405020304" pitchFamily="18" charset="0"/>
              </a:rPr>
              <a:t> </a:t>
            </a:r>
            <a:r>
              <a:rPr sz="1800" spc="-124" dirty="0">
                <a:latin typeface="Times New Roman" panose="02020603050405020304" pitchFamily="18" charset="0"/>
                <a:cs typeface="Times New Roman" panose="02020603050405020304" pitchFamily="18" charset="0"/>
              </a:rPr>
              <a:t>can</a:t>
            </a:r>
            <a:r>
              <a:rPr sz="1800" spc="-49" dirty="0">
                <a:latin typeface="Times New Roman" panose="02020603050405020304" pitchFamily="18" charset="0"/>
                <a:cs typeface="Times New Roman" panose="02020603050405020304" pitchFamily="18" charset="0"/>
              </a:rPr>
              <a:t> </a:t>
            </a:r>
            <a:r>
              <a:rPr sz="1800" spc="-56" dirty="0">
                <a:latin typeface="Times New Roman" panose="02020603050405020304" pitchFamily="18" charset="0"/>
                <a:cs typeface="Times New Roman" panose="02020603050405020304" pitchFamily="18" charset="0"/>
              </a:rPr>
              <a:t>p</a:t>
            </a:r>
            <a:r>
              <a:rPr sz="1800" spc="-86" dirty="0">
                <a:latin typeface="Times New Roman" panose="02020603050405020304" pitchFamily="18" charset="0"/>
                <a:cs typeface="Times New Roman" panose="02020603050405020304" pitchFamily="18" charset="0"/>
              </a:rPr>
              <a:t>r</a:t>
            </a:r>
            <a:r>
              <a:rPr sz="1800" spc="4" dirty="0">
                <a:latin typeface="Times New Roman" panose="02020603050405020304" pitchFamily="18" charset="0"/>
                <a:cs typeface="Times New Roman" panose="02020603050405020304" pitchFamily="18" charset="0"/>
              </a:rPr>
              <a:t>o</a:t>
            </a:r>
            <a:r>
              <a:rPr sz="1800" spc="-105" dirty="0">
                <a:latin typeface="Times New Roman" panose="02020603050405020304" pitchFamily="18" charset="0"/>
                <a:cs typeface="Times New Roman" panose="02020603050405020304" pitchFamily="18" charset="0"/>
              </a:rPr>
              <a:t>vide</a:t>
            </a:r>
            <a:r>
              <a:rPr sz="1800" spc="-41" dirty="0">
                <a:latin typeface="Times New Roman" panose="02020603050405020304" pitchFamily="18" charset="0"/>
                <a:cs typeface="Times New Roman" panose="02020603050405020304" pitchFamily="18" charset="0"/>
              </a:rPr>
              <a:t> </a:t>
            </a:r>
            <a:r>
              <a:rPr sz="1800" spc="-180" dirty="0">
                <a:latin typeface="Times New Roman" panose="02020603050405020304" pitchFamily="18" charset="0"/>
                <a:cs typeface="Times New Roman" panose="02020603050405020304" pitchFamily="18" charset="0"/>
              </a:rPr>
              <a:t>a</a:t>
            </a:r>
            <a:r>
              <a:rPr sz="1800" spc="-45" dirty="0">
                <a:latin typeface="Times New Roman" panose="02020603050405020304" pitchFamily="18" charset="0"/>
                <a:cs typeface="Times New Roman" panose="02020603050405020304" pitchFamily="18" charset="0"/>
              </a:rPr>
              <a:t> </a:t>
            </a:r>
            <a:r>
              <a:rPr sz="1800" spc="-105" dirty="0">
                <a:latin typeface="Times New Roman" panose="02020603050405020304" pitchFamily="18" charset="0"/>
                <a:cs typeface="Times New Roman" panose="02020603050405020304" pitchFamily="18" charset="0"/>
              </a:rPr>
              <a:t>single</a:t>
            </a:r>
            <a:r>
              <a:rPr sz="1800" spc="-49" dirty="0">
                <a:latin typeface="Times New Roman" panose="02020603050405020304" pitchFamily="18" charset="0"/>
                <a:cs typeface="Times New Roman" panose="02020603050405020304" pitchFamily="18" charset="0"/>
              </a:rPr>
              <a:t> </a:t>
            </a:r>
            <a:r>
              <a:rPr sz="1800" spc="-90" dirty="0">
                <a:latin typeface="Times New Roman" panose="02020603050405020304" pitchFamily="18" charset="0"/>
                <a:cs typeface="Times New Roman" panose="02020603050405020304" pitchFamily="18" charset="0"/>
              </a:rPr>
              <a:t>cus</a:t>
            </a:r>
            <a:r>
              <a:rPr sz="1800" spc="-71" dirty="0">
                <a:latin typeface="Times New Roman" panose="02020603050405020304" pitchFamily="18" charset="0"/>
                <a:cs typeface="Times New Roman" panose="02020603050405020304" pitchFamily="18" charset="0"/>
              </a:rPr>
              <a:t>t</a:t>
            </a:r>
            <a:r>
              <a:rPr sz="1800" spc="-34" dirty="0">
                <a:latin typeface="Times New Roman" panose="02020603050405020304" pitchFamily="18" charset="0"/>
                <a:cs typeface="Times New Roman" panose="02020603050405020304" pitchFamily="18" charset="0"/>
              </a:rPr>
              <a:t>o</a:t>
            </a:r>
            <a:r>
              <a:rPr sz="1800" spc="-56" dirty="0">
                <a:latin typeface="Times New Roman" panose="02020603050405020304" pitchFamily="18" charset="0"/>
                <a:cs typeface="Times New Roman" panose="02020603050405020304" pitchFamily="18" charset="0"/>
              </a:rPr>
              <a:t>mer</a:t>
            </a:r>
            <a:r>
              <a:rPr sz="1800" spc="-45" dirty="0">
                <a:latin typeface="Times New Roman" panose="02020603050405020304" pitchFamily="18" charset="0"/>
                <a:cs typeface="Times New Roman" panose="02020603050405020304" pitchFamily="18" charset="0"/>
              </a:rPr>
              <a:t> </a:t>
            </a:r>
            <a:r>
              <a:rPr sz="1800" spc="-98" dirty="0">
                <a:latin typeface="Times New Roman" panose="02020603050405020304" pitchFamily="18" charset="0"/>
                <a:cs typeface="Times New Roman" panose="02020603050405020304" pitchFamily="18" charset="0"/>
              </a:rPr>
              <a:t>vi</a:t>
            </a:r>
            <a:r>
              <a:rPr sz="1800" spc="-161" dirty="0">
                <a:latin typeface="Times New Roman" panose="02020603050405020304" pitchFamily="18" charset="0"/>
                <a:cs typeface="Times New Roman" panose="02020603050405020304" pitchFamily="18" charset="0"/>
              </a:rPr>
              <a:t>e</a:t>
            </a:r>
            <a:r>
              <a:rPr sz="1800" spc="-45" dirty="0">
                <a:latin typeface="Times New Roman" panose="02020603050405020304" pitchFamily="18" charset="0"/>
                <a:cs typeface="Times New Roman" panose="02020603050405020304" pitchFamily="18" charset="0"/>
              </a:rPr>
              <a:t>w</a:t>
            </a:r>
            <a:r>
              <a:rPr sz="1800" spc="-56" dirty="0">
                <a:latin typeface="Times New Roman" panose="02020603050405020304" pitchFamily="18" charset="0"/>
                <a:cs typeface="Times New Roman" panose="02020603050405020304" pitchFamily="18" charset="0"/>
              </a:rPr>
              <a:t> </a:t>
            </a:r>
            <a:r>
              <a:rPr sz="1800" spc="-116" dirty="0">
                <a:latin typeface="Times New Roman" panose="02020603050405020304" pitchFamily="18" charset="0"/>
                <a:cs typeface="Times New Roman" panose="02020603050405020304" pitchFamily="18" charset="0"/>
              </a:rPr>
              <a:t>o</a:t>
            </a:r>
            <a:r>
              <a:rPr sz="1800" spc="-79" dirty="0">
                <a:latin typeface="Times New Roman" panose="02020603050405020304" pitchFamily="18" charset="0"/>
                <a:cs typeface="Times New Roman" panose="02020603050405020304" pitchFamily="18" charset="0"/>
              </a:rPr>
              <a:t>f</a:t>
            </a:r>
            <a:r>
              <a:rPr sz="1800" spc="-41" dirty="0">
                <a:latin typeface="Times New Roman" panose="02020603050405020304" pitchFamily="18" charset="0"/>
                <a:cs typeface="Times New Roman" panose="02020603050405020304" pitchFamily="18" charset="0"/>
              </a:rPr>
              <a:t> </a:t>
            </a:r>
            <a:r>
              <a:rPr sz="1800" spc="-109" dirty="0">
                <a:latin typeface="Times New Roman" panose="02020603050405020304" pitchFamily="18" charset="0"/>
                <a:cs typeface="Times New Roman" panose="02020603050405020304" pitchFamily="18" charset="0"/>
              </a:rPr>
              <a:t>the</a:t>
            </a:r>
            <a:r>
              <a:rPr sz="1800" spc="-45" dirty="0">
                <a:latin typeface="Times New Roman" panose="02020603050405020304" pitchFamily="18" charset="0"/>
                <a:cs typeface="Times New Roman" panose="02020603050405020304" pitchFamily="18" charset="0"/>
              </a:rPr>
              <a:t> </a:t>
            </a:r>
            <a:r>
              <a:rPr sz="1800" spc="4" dirty="0">
                <a:latin typeface="Times New Roman" panose="02020603050405020304" pitchFamily="18" charset="0"/>
                <a:cs typeface="Times New Roman" panose="02020603050405020304" pitchFamily="18" charset="0"/>
              </a:rPr>
              <a:t>o</a:t>
            </a:r>
            <a:r>
              <a:rPr sz="1800" spc="-127" dirty="0">
                <a:latin typeface="Times New Roman" panose="02020603050405020304" pitchFamily="18" charset="0"/>
                <a:cs typeface="Times New Roman" panose="02020603050405020304" pitchFamily="18" charset="0"/>
              </a:rPr>
              <a:t>v</a:t>
            </a:r>
            <a:r>
              <a:rPr sz="1800" spc="-113" dirty="0">
                <a:latin typeface="Times New Roman" panose="02020603050405020304" pitchFamily="18" charset="0"/>
                <a:cs typeface="Times New Roman" panose="02020603050405020304" pitchFamily="18" charset="0"/>
              </a:rPr>
              <a:t>erall</a:t>
            </a:r>
            <a:r>
              <a:rPr sz="1800" spc="-49" dirty="0">
                <a:latin typeface="Times New Roman" panose="02020603050405020304" pitchFamily="18" charset="0"/>
                <a:cs typeface="Times New Roman" panose="02020603050405020304" pitchFamily="18" charset="0"/>
              </a:rPr>
              <a:t> </a:t>
            </a:r>
            <a:r>
              <a:rPr sz="1800" spc="-139" dirty="0">
                <a:latin typeface="Times New Roman" panose="02020603050405020304" pitchFamily="18" charset="0"/>
                <a:cs typeface="Times New Roman" panose="02020603050405020304" pitchFamily="18" charset="0"/>
              </a:rPr>
              <a:t>dat</a:t>
            </a:r>
            <a:r>
              <a:rPr sz="1800" spc="-150" dirty="0">
                <a:latin typeface="Times New Roman" panose="02020603050405020304" pitchFamily="18" charset="0"/>
                <a:cs typeface="Times New Roman" panose="02020603050405020304" pitchFamily="18" charset="0"/>
              </a:rPr>
              <a:t>a</a:t>
            </a:r>
            <a:r>
              <a:rPr sz="1800" spc="-270" dirty="0">
                <a:latin typeface="Times New Roman" panose="02020603050405020304" pitchFamily="18" charset="0"/>
                <a:cs typeface="Times New Roman" panose="02020603050405020304" pitchFamily="18" charset="0"/>
              </a:rPr>
              <a:t>.</a:t>
            </a:r>
            <a:endParaRPr sz="1800" dirty="0">
              <a:latin typeface="Times New Roman" panose="02020603050405020304" pitchFamily="18" charset="0"/>
              <a:cs typeface="Times New Roman" panose="02020603050405020304" pitchFamily="18" charset="0"/>
            </a:endParaRPr>
          </a:p>
          <a:p>
            <a:pPr marL="609124" marR="3810" lvl="1" indent="-257175" algn="just">
              <a:lnSpc>
                <a:spcPct val="150000"/>
              </a:lnSpc>
              <a:spcBef>
                <a:spcPts val="368"/>
              </a:spcBef>
              <a:buClr>
                <a:srgbClr val="B71E42"/>
              </a:buClr>
              <a:buFont typeface="Wingdings" panose="05000000000000000000" pitchFamily="2" charset="2"/>
              <a:buChar char="q"/>
              <a:tabLst>
                <a:tab pos="523875" algn="l"/>
              </a:tabLst>
            </a:pPr>
            <a:r>
              <a:rPr sz="1800" b="1" spc="71" dirty="0">
                <a:latin typeface="Times New Roman" panose="02020603050405020304" pitchFamily="18" charset="0"/>
                <a:cs typeface="Times New Roman" panose="02020603050405020304" pitchFamily="18" charset="0"/>
              </a:rPr>
              <a:t>Data </a:t>
            </a:r>
            <a:r>
              <a:rPr sz="1800" b="1" spc="-11" dirty="0">
                <a:latin typeface="Times New Roman" panose="02020603050405020304" pitchFamily="18" charset="0"/>
                <a:cs typeface="Times New Roman" panose="02020603050405020304" pitchFamily="18" charset="0"/>
              </a:rPr>
              <a:t>virtualization </a:t>
            </a:r>
            <a:r>
              <a:rPr sz="1800" b="1" spc="11" dirty="0">
                <a:latin typeface="Times New Roman" panose="02020603050405020304" pitchFamily="18" charset="0"/>
                <a:cs typeface="Times New Roman" panose="02020603050405020304" pitchFamily="18" charset="0"/>
              </a:rPr>
              <a:t>tools </a:t>
            </a:r>
            <a:r>
              <a:rPr sz="1800" spc="-113" dirty="0">
                <a:latin typeface="Times New Roman" panose="02020603050405020304" pitchFamily="18" charset="0"/>
                <a:cs typeface="Times New Roman" panose="02020603050405020304" pitchFamily="18" charset="0"/>
              </a:rPr>
              <a:t>integrate </a:t>
            </a:r>
            <a:r>
              <a:rPr sz="1800" b="1" dirty="0">
                <a:latin typeface="Times New Roman" panose="02020603050405020304" pitchFamily="18" charset="0"/>
                <a:cs typeface="Times New Roman" panose="02020603050405020304" pitchFamily="18" charset="0"/>
              </a:rPr>
              <a:t>data </a:t>
            </a:r>
            <a:r>
              <a:rPr sz="1800" spc="-83" dirty="0">
                <a:latin typeface="Times New Roman" panose="02020603050405020304" pitchFamily="18" charset="0"/>
                <a:cs typeface="Times New Roman" panose="02020603050405020304" pitchFamily="18" charset="0"/>
              </a:rPr>
              <a:t>from </a:t>
            </a:r>
            <a:r>
              <a:rPr sz="1800" spc="-79" dirty="0">
                <a:latin typeface="Times New Roman" panose="02020603050405020304" pitchFamily="18" charset="0"/>
                <a:cs typeface="Times New Roman" panose="02020603050405020304" pitchFamily="18" charset="0"/>
              </a:rPr>
              <a:t>heterogeneous </a:t>
            </a:r>
            <a:r>
              <a:rPr sz="1800" b="1" dirty="0">
                <a:latin typeface="Times New Roman" panose="02020603050405020304" pitchFamily="18" charset="0"/>
                <a:cs typeface="Times New Roman" panose="02020603050405020304" pitchFamily="18" charset="0"/>
              </a:rPr>
              <a:t>data </a:t>
            </a:r>
            <a:r>
              <a:rPr sz="1800" b="1" spc="-533" dirty="0">
                <a:latin typeface="Times New Roman" panose="02020603050405020304" pitchFamily="18" charset="0"/>
                <a:cs typeface="Times New Roman" panose="02020603050405020304" pitchFamily="18" charset="0"/>
              </a:rPr>
              <a:t> </a:t>
            </a:r>
            <a:r>
              <a:rPr sz="1800" spc="-83" dirty="0">
                <a:latin typeface="Times New Roman" panose="02020603050405020304" pitchFamily="18" charset="0"/>
                <a:cs typeface="Times New Roman" panose="02020603050405020304" pitchFamily="18" charset="0"/>
              </a:rPr>
              <a:t>sources, </a:t>
            </a:r>
            <a:r>
              <a:rPr sz="1800" spc="-109" dirty="0">
                <a:latin typeface="Times New Roman" panose="02020603050405020304" pitchFamily="18" charset="0"/>
                <a:cs typeface="Times New Roman" panose="02020603050405020304" pitchFamily="18" charset="0"/>
              </a:rPr>
              <a:t>instead </a:t>
            </a:r>
            <a:r>
              <a:rPr sz="1800" spc="-98" dirty="0">
                <a:latin typeface="Times New Roman" panose="02020603050405020304" pitchFamily="18" charset="0"/>
                <a:cs typeface="Times New Roman" panose="02020603050405020304" pitchFamily="18" charset="0"/>
              </a:rPr>
              <a:t>of extracting </a:t>
            </a:r>
            <a:r>
              <a:rPr sz="1800" spc="-116" dirty="0">
                <a:latin typeface="Times New Roman" panose="02020603050405020304" pitchFamily="18" charset="0"/>
                <a:cs typeface="Times New Roman" panose="02020603050405020304" pitchFamily="18" charset="0"/>
              </a:rPr>
              <a:t>and </a:t>
            </a:r>
            <a:r>
              <a:rPr sz="1800" spc="-105" dirty="0">
                <a:latin typeface="Times New Roman" panose="02020603050405020304" pitchFamily="18" charset="0"/>
                <a:cs typeface="Times New Roman" panose="02020603050405020304" pitchFamily="18" charset="0"/>
              </a:rPr>
              <a:t>loading them directly </a:t>
            </a:r>
            <a:r>
              <a:rPr sz="1800" spc="-41" dirty="0">
                <a:latin typeface="Times New Roman" panose="02020603050405020304" pitchFamily="18" charset="0"/>
                <a:cs typeface="Times New Roman" panose="02020603050405020304" pitchFamily="18" charset="0"/>
              </a:rPr>
              <a:t>onto </a:t>
            </a:r>
            <a:r>
              <a:rPr sz="1800" spc="-180" dirty="0">
                <a:latin typeface="Times New Roman" panose="02020603050405020304" pitchFamily="18" charset="0"/>
                <a:cs typeface="Times New Roman" panose="02020603050405020304" pitchFamily="18" charset="0"/>
              </a:rPr>
              <a:t>a </a:t>
            </a:r>
            <a:r>
              <a:rPr sz="1800" spc="-105" dirty="0">
                <a:latin typeface="Times New Roman" panose="02020603050405020304" pitchFamily="18" charset="0"/>
                <a:cs typeface="Times New Roman" panose="02020603050405020304" pitchFamily="18" charset="0"/>
              </a:rPr>
              <a:t>single </a:t>
            </a:r>
            <a:r>
              <a:rPr sz="1800" spc="-101" dirty="0">
                <a:latin typeface="Times New Roman" panose="02020603050405020304" pitchFamily="18" charset="0"/>
                <a:cs typeface="Times New Roman" panose="02020603050405020304" pitchFamily="18" charset="0"/>
              </a:rPr>
              <a:t> </a:t>
            </a:r>
            <a:r>
              <a:rPr sz="1800" spc="-124" dirty="0">
                <a:latin typeface="Times New Roman" panose="02020603050405020304" pitchFamily="18" charset="0"/>
                <a:cs typeface="Times New Roman" panose="02020603050405020304" pitchFamily="18" charset="0"/>
              </a:rPr>
              <a:t>platform.</a:t>
            </a:r>
            <a:endParaRPr sz="1800" dirty="0">
              <a:latin typeface="Times New Roman" panose="02020603050405020304" pitchFamily="18" charset="0"/>
              <a:cs typeface="Times New Roman" panose="02020603050405020304" pitchFamily="18" charset="0"/>
            </a:endParaRPr>
          </a:p>
        </p:txBody>
      </p:sp>
      <p:sp>
        <p:nvSpPr>
          <p:cNvPr id="3" name="object 2"/>
          <p:cNvSpPr txBox="1">
            <a:spLocks/>
          </p:cNvSpPr>
          <p:nvPr/>
        </p:nvSpPr>
        <p:spPr>
          <a:xfrm>
            <a:off x="1108947" y="681273"/>
            <a:ext cx="6094190" cy="379431"/>
          </a:xfrm>
          <a:prstGeom prst="rect">
            <a:avLst/>
          </a:prstGeom>
        </p:spPr>
        <p:txBody>
          <a:bodyPr vert="horz" wrap="square" lIns="0" tIns="10001" rIns="0" bIns="0" rtlCol="0">
            <a:spAutoFit/>
          </a:bodyPr>
          <a:lstStyle>
            <a:lvl1pPr algn="l" defTabSz="914400" rtl="0" eaLnBrk="1" latinLnBrk="0" hangingPunct="1">
              <a:lnSpc>
                <a:spcPct val="90000"/>
              </a:lnSpc>
              <a:spcBef>
                <a:spcPct val="0"/>
              </a:spcBef>
              <a:buNone/>
              <a:defRPr sz="3400" kern="1200">
                <a:solidFill>
                  <a:schemeClr val="accent2"/>
                </a:solidFill>
                <a:latin typeface="+mj-lt"/>
                <a:ea typeface="+mj-ea"/>
                <a:cs typeface="+mj-cs"/>
              </a:defRPr>
            </a:lvl1pPr>
          </a:lstStyle>
          <a:p>
            <a:pPr marL="9525">
              <a:lnSpc>
                <a:spcPct val="100000"/>
              </a:lnSpc>
              <a:spcBef>
                <a:spcPts val="79"/>
              </a:spcBef>
            </a:pPr>
            <a:r>
              <a:rPr lang="en-IN" sz="2400" spc="203" dirty="0"/>
              <a:t>TYP</a:t>
            </a:r>
            <a:r>
              <a:rPr lang="en-IN" sz="2400" spc="180" dirty="0"/>
              <a:t>E</a:t>
            </a:r>
            <a:r>
              <a:rPr lang="en-IN" sz="2400" spc="225" dirty="0"/>
              <a:t>S</a:t>
            </a:r>
            <a:r>
              <a:rPr lang="en-IN" sz="2400" spc="-56" dirty="0"/>
              <a:t> </a:t>
            </a:r>
            <a:r>
              <a:rPr lang="en-IN" sz="2400" spc="416" dirty="0"/>
              <a:t>O</a:t>
            </a:r>
            <a:r>
              <a:rPr lang="en-IN" sz="2400" spc="49" dirty="0"/>
              <a:t>F</a:t>
            </a:r>
            <a:r>
              <a:rPr lang="en-IN" sz="2400" spc="-428" dirty="0"/>
              <a:t>    </a:t>
            </a:r>
            <a:r>
              <a:rPr lang="en-IN" sz="2400" spc="180" dirty="0"/>
              <a:t>VI</a:t>
            </a:r>
            <a:r>
              <a:rPr lang="en-IN" sz="2400" spc="15" dirty="0"/>
              <a:t>R</a:t>
            </a:r>
            <a:r>
              <a:rPr lang="en-IN" sz="2400" spc="255" dirty="0"/>
              <a:t>T</a:t>
            </a:r>
            <a:r>
              <a:rPr lang="en-IN" sz="2400" spc="240" dirty="0"/>
              <a:t>U</a:t>
            </a:r>
            <a:r>
              <a:rPr lang="en-IN" sz="2400" spc="270" dirty="0"/>
              <a:t>A</a:t>
            </a:r>
            <a:r>
              <a:rPr lang="en-IN" sz="2400" spc="225" dirty="0"/>
              <a:t>L</a:t>
            </a:r>
            <a:r>
              <a:rPr lang="en-IN" sz="2400" spc="233" dirty="0"/>
              <a:t>IZ</a:t>
            </a:r>
            <a:r>
              <a:rPr lang="en-IN" sz="2400" spc="56" dirty="0"/>
              <a:t>A</a:t>
            </a:r>
            <a:r>
              <a:rPr lang="en-IN" sz="2400" spc="304" dirty="0"/>
              <a:t>TION</a:t>
            </a:r>
            <a:endParaRPr lang="en-IN" sz="2400" dirty="0"/>
          </a:p>
        </p:txBody>
      </p:sp>
    </p:spTree>
    <p:extLst>
      <p:ext uri="{BB962C8B-B14F-4D97-AF65-F5344CB8AC3E}">
        <p14:creationId xmlns:p14="http://schemas.microsoft.com/office/powerpoint/2010/main" val="3373586082"/>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87624" y="495779"/>
            <a:ext cx="7141976" cy="496832"/>
          </a:xfrm>
          <a:prstGeom prst="rect">
            <a:avLst/>
          </a:prstGeom>
        </p:spPr>
        <p:txBody>
          <a:bodyPr spcFirstLastPara="1" vert="horz" wrap="square" lIns="0" tIns="10001" rIns="0" bIns="0" rtlCol="0" anchor="ctr" anchorCtr="0">
            <a:spAutoFit/>
          </a:bodyPr>
          <a:lstStyle/>
          <a:p>
            <a:pPr marL="9525">
              <a:spcBef>
                <a:spcPts val="79"/>
              </a:spcBef>
            </a:pPr>
            <a:r>
              <a:rPr sz="2400" spc="356" dirty="0"/>
              <a:t>A</a:t>
            </a:r>
            <a:r>
              <a:rPr sz="2400" spc="203" dirty="0"/>
              <a:t>D</a:t>
            </a:r>
            <a:r>
              <a:rPr sz="2400" spc="45" dirty="0"/>
              <a:t>V</a:t>
            </a:r>
            <a:r>
              <a:rPr sz="2400" spc="382" dirty="0"/>
              <a:t>A</a:t>
            </a:r>
            <a:r>
              <a:rPr sz="2400" spc="390" dirty="0"/>
              <a:t>N</a:t>
            </a:r>
            <a:r>
              <a:rPr sz="2400" spc="-34" dirty="0"/>
              <a:t>T</a:t>
            </a:r>
            <a:r>
              <a:rPr sz="2400" spc="248" dirty="0"/>
              <a:t>A</a:t>
            </a:r>
            <a:r>
              <a:rPr sz="2400" spc="270" dirty="0"/>
              <a:t>G</a:t>
            </a:r>
            <a:r>
              <a:rPr sz="2400" spc="221" dirty="0"/>
              <a:t>E</a:t>
            </a:r>
            <a:r>
              <a:rPr sz="2400" spc="225" dirty="0"/>
              <a:t>S</a:t>
            </a:r>
            <a:endParaRPr sz="2400" dirty="0"/>
          </a:p>
        </p:txBody>
      </p:sp>
      <p:sp>
        <p:nvSpPr>
          <p:cNvPr id="3" name="object 3"/>
          <p:cNvSpPr txBox="1"/>
          <p:nvPr/>
        </p:nvSpPr>
        <p:spPr>
          <a:xfrm>
            <a:off x="400911" y="992611"/>
            <a:ext cx="8151195" cy="3553217"/>
          </a:xfrm>
          <a:prstGeom prst="rect">
            <a:avLst/>
          </a:prstGeom>
        </p:spPr>
        <p:txBody>
          <a:bodyPr vert="horz" wrap="square" lIns="0" tIns="107633" rIns="0" bIns="0" rtlCol="0">
            <a:spAutoFit/>
          </a:bodyPr>
          <a:lstStyle/>
          <a:p>
            <a:pPr marL="523399" marR="4286" lvl="1" indent="-171450" algn="just">
              <a:lnSpc>
                <a:spcPct val="150000"/>
              </a:lnSpc>
              <a:spcBef>
                <a:spcPts val="379"/>
              </a:spcBef>
              <a:buClr>
                <a:srgbClr val="B71E42"/>
              </a:buClr>
              <a:buFont typeface="Arial MT"/>
              <a:buChar char="•"/>
              <a:tabLst>
                <a:tab pos="523875" algn="l"/>
              </a:tabLst>
            </a:pPr>
            <a:r>
              <a:rPr sz="2100" b="1" spc="8" dirty="0" smtClean="0">
                <a:latin typeface="Times New Roman" panose="02020603050405020304" pitchFamily="18" charset="0"/>
                <a:cs typeface="Times New Roman" panose="02020603050405020304" pitchFamily="18" charset="0"/>
              </a:rPr>
              <a:t>Lower</a:t>
            </a:r>
            <a:r>
              <a:rPr sz="2100" b="1" spc="11" dirty="0" smtClean="0">
                <a:latin typeface="Times New Roman" panose="02020603050405020304" pitchFamily="18" charset="0"/>
                <a:cs typeface="Times New Roman" panose="02020603050405020304" pitchFamily="18" charset="0"/>
              </a:rPr>
              <a:t> </a:t>
            </a:r>
            <a:r>
              <a:rPr sz="2100" b="1" spc="-26" dirty="0">
                <a:latin typeface="Times New Roman" panose="02020603050405020304" pitchFamily="18" charset="0"/>
                <a:cs typeface="Times New Roman" panose="02020603050405020304" pitchFamily="18" charset="0"/>
              </a:rPr>
              <a:t>costs</a:t>
            </a:r>
            <a:r>
              <a:rPr lang="en-IN" sz="2100" b="1" spc="-26" dirty="0">
                <a:latin typeface="Times New Roman" panose="02020603050405020304" pitchFamily="18" charset="0"/>
                <a:cs typeface="Times New Roman" panose="02020603050405020304" pitchFamily="18" charset="0"/>
              </a:rPr>
              <a:t>:</a:t>
            </a:r>
            <a:r>
              <a:rPr sz="2100" b="1" spc="-23" dirty="0">
                <a:latin typeface="Times New Roman" panose="02020603050405020304" pitchFamily="18" charset="0"/>
                <a:cs typeface="Times New Roman" panose="02020603050405020304" pitchFamily="18" charset="0"/>
              </a:rPr>
              <a:t> </a:t>
            </a:r>
            <a:r>
              <a:rPr sz="2100" spc="-86" dirty="0">
                <a:latin typeface="Times New Roman" panose="02020603050405020304" pitchFamily="18" charset="0"/>
                <a:cs typeface="Times New Roman" panose="02020603050405020304" pitchFamily="18" charset="0"/>
              </a:rPr>
              <a:t>Virtualization</a:t>
            </a:r>
            <a:r>
              <a:rPr sz="2100" spc="-83" dirty="0">
                <a:latin typeface="Times New Roman" panose="02020603050405020304" pitchFamily="18" charset="0"/>
                <a:cs typeface="Times New Roman" panose="02020603050405020304" pitchFamily="18" charset="0"/>
              </a:rPr>
              <a:t> </a:t>
            </a:r>
            <a:r>
              <a:rPr sz="2100" spc="-79" dirty="0">
                <a:latin typeface="Times New Roman" panose="02020603050405020304" pitchFamily="18" charset="0"/>
                <a:cs typeface="Times New Roman" panose="02020603050405020304" pitchFamily="18" charset="0"/>
              </a:rPr>
              <a:t>reduces</a:t>
            </a:r>
            <a:r>
              <a:rPr sz="2100" spc="-75" dirty="0">
                <a:latin typeface="Times New Roman" panose="02020603050405020304" pitchFamily="18" charset="0"/>
                <a:cs typeface="Times New Roman" panose="02020603050405020304" pitchFamily="18" charset="0"/>
              </a:rPr>
              <a:t> </a:t>
            </a:r>
            <a:r>
              <a:rPr sz="2100" spc="-101" dirty="0">
                <a:latin typeface="Times New Roman" panose="02020603050405020304" pitchFamily="18" charset="0"/>
                <a:cs typeface="Times New Roman" panose="02020603050405020304" pitchFamily="18" charset="0"/>
              </a:rPr>
              <a:t>the</a:t>
            </a:r>
            <a:r>
              <a:rPr sz="2100" spc="-98" dirty="0">
                <a:latin typeface="Times New Roman" panose="02020603050405020304" pitchFamily="18" charset="0"/>
                <a:cs typeface="Times New Roman" panose="02020603050405020304" pitchFamily="18" charset="0"/>
              </a:rPr>
              <a:t> </a:t>
            </a:r>
            <a:r>
              <a:rPr sz="2100" spc="-86" dirty="0">
                <a:latin typeface="Times New Roman" panose="02020603050405020304" pitchFamily="18" charset="0"/>
                <a:cs typeface="Times New Roman" panose="02020603050405020304" pitchFamily="18" charset="0"/>
              </a:rPr>
              <a:t>amount</a:t>
            </a:r>
            <a:r>
              <a:rPr sz="2100" spc="-83" dirty="0">
                <a:latin typeface="Times New Roman" panose="02020603050405020304" pitchFamily="18" charset="0"/>
                <a:cs typeface="Times New Roman" panose="02020603050405020304" pitchFamily="18" charset="0"/>
              </a:rPr>
              <a:t> </a:t>
            </a:r>
            <a:r>
              <a:rPr sz="2100" spc="-90" dirty="0">
                <a:latin typeface="Times New Roman" panose="02020603050405020304" pitchFamily="18" charset="0"/>
                <a:cs typeface="Times New Roman" panose="02020603050405020304" pitchFamily="18" charset="0"/>
              </a:rPr>
              <a:t>of</a:t>
            </a:r>
            <a:r>
              <a:rPr sz="2100" spc="-86" dirty="0">
                <a:latin typeface="Times New Roman" panose="02020603050405020304" pitchFamily="18" charset="0"/>
                <a:cs typeface="Times New Roman" panose="02020603050405020304" pitchFamily="18" charset="0"/>
              </a:rPr>
              <a:t> hardware</a:t>
            </a:r>
            <a:r>
              <a:rPr sz="2100" spc="-83" dirty="0">
                <a:latin typeface="Times New Roman" panose="02020603050405020304" pitchFamily="18" charset="0"/>
                <a:cs typeface="Times New Roman" panose="02020603050405020304" pitchFamily="18" charset="0"/>
              </a:rPr>
              <a:t> </a:t>
            </a:r>
            <a:r>
              <a:rPr sz="2100" spc="-53" dirty="0">
                <a:latin typeface="Times New Roman" panose="02020603050405020304" pitchFamily="18" charset="0"/>
                <a:cs typeface="Times New Roman" panose="02020603050405020304" pitchFamily="18" charset="0"/>
              </a:rPr>
              <a:t>servers </a:t>
            </a:r>
            <a:r>
              <a:rPr sz="2100" spc="-49" dirty="0">
                <a:latin typeface="Times New Roman" panose="02020603050405020304" pitchFamily="18" charset="0"/>
                <a:cs typeface="Times New Roman" panose="02020603050405020304" pitchFamily="18" charset="0"/>
              </a:rPr>
              <a:t> </a:t>
            </a:r>
            <a:r>
              <a:rPr sz="2100" spc="-75" dirty="0">
                <a:latin typeface="Times New Roman" panose="02020603050405020304" pitchFamily="18" charset="0"/>
                <a:cs typeface="Times New Roman" panose="02020603050405020304" pitchFamily="18" charset="0"/>
              </a:rPr>
              <a:t>necessary </a:t>
            </a:r>
            <a:r>
              <a:rPr sz="2100" spc="-86" dirty="0">
                <a:latin typeface="Times New Roman" panose="02020603050405020304" pitchFamily="18" charset="0"/>
                <a:cs typeface="Times New Roman" panose="02020603050405020304" pitchFamily="18" charset="0"/>
              </a:rPr>
              <a:t>within </a:t>
            </a:r>
            <a:r>
              <a:rPr sz="2100" spc="-165" dirty="0">
                <a:latin typeface="Times New Roman" panose="02020603050405020304" pitchFamily="18" charset="0"/>
                <a:cs typeface="Times New Roman" panose="02020603050405020304" pitchFamily="18" charset="0"/>
              </a:rPr>
              <a:t>a </a:t>
            </a:r>
            <a:r>
              <a:rPr sz="2100" spc="-90" dirty="0">
                <a:latin typeface="Times New Roman" panose="02020603050405020304" pitchFamily="18" charset="0"/>
                <a:cs typeface="Times New Roman" panose="02020603050405020304" pitchFamily="18" charset="0"/>
              </a:rPr>
              <a:t>company </a:t>
            </a:r>
            <a:r>
              <a:rPr sz="2100" spc="-109" dirty="0">
                <a:latin typeface="Times New Roman" panose="02020603050405020304" pitchFamily="18" charset="0"/>
                <a:cs typeface="Times New Roman" panose="02020603050405020304" pitchFamily="18" charset="0"/>
              </a:rPr>
              <a:t>and </a:t>
            </a:r>
            <a:r>
              <a:rPr sz="2100" spc="-131" dirty="0">
                <a:latin typeface="Times New Roman" panose="02020603050405020304" pitchFamily="18" charset="0"/>
                <a:cs typeface="Times New Roman" panose="02020603050405020304" pitchFamily="18" charset="0"/>
              </a:rPr>
              <a:t>data </a:t>
            </a:r>
            <a:r>
              <a:rPr sz="2100" spc="-127" dirty="0">
                <a:latin typeface="Times New Roman" panose="02020603050405020304" pitchFamily="18" charset="0"/>
                <a:cs typeface="Times New Roman" panose="02020603050405020304" pitchFamily="18" charset="0"/>
              </a:rPr>
              <a:t>center. </a:t>
            </a:r>
            <a:r>
              <a:rPr sz="2100" spc="-45" dirty="0">
                <a:latin typeface="Times New Roman" panose="02020603050405020304" pitchFamily="18" charset="0"/>
                <a:cs typeface="Times New Roman" panose="02020603050405020304" pitchFamily="18" charset="0"/>
              </a:rPr>
              <a:t>This </a:t>
            </a:r>
            <a:r>
              <a:rPr sz="2100" spc="-56" dirty="0">
                <a:latin typeface="Times New Roman" panose="02020603050405020304" pitchFamily="18" charset="0"/>
                <a:cs typeface="Times New Roman" panose="02020603050405020304" pitchFamily="18" charset="0"/>
              </a:rPr>
              <a:t>lowers </a:t>
            </a:r>
            <a:r>
              <a:rPr sz="2100" spc="-98" dirty="0">
                <a:latin typeface="Times New Roman" panose="02020603050405020304" pitchFamily="18" charset="0"/>
                <a:cs typeface="Times New Roman" panose="02020603050405020304" pitchFamily="18" charset="0"/>
              </a:rPr>
              <a:t>the </a:t>
            </a:r>
            <a:r>
              <a:rPr sz="2100" spc="-90" dirty="0">
                <a:latin typeface="Times New Roman" panose="02020603050405020304" pitchFamily="18" charset="0"/>
                <a:cs typeface="Times New Roman" panose="02020603050405020304" pitchFamily="18" charset="0"/>
              </a:rPr>
              <a:t>overall </a:t>
            </a:r>
            <a:r>
              <a:rPr sz="2100" spc="-53" dirty="0">
                <a:latin typeface="Times New Roman" panose="02020603050405020304" pitchFamily="18" charset="0"/>
                <a:cs typeface="Times New Roman" panose="02020603050405020304" pitchFamily="18" charset="0"/>
              </a:rPr>
              <a:t>cost </a:t>
            </a:r>
            <a:r>
              <a:rPr sz="2100" spc="-94" dirty="0">
                <a:latin typeface="Times New Roman" panose="02020603050405020304" pitchFamily="18" charset="0"/>
                <a:cs typeface="Times New Roman" panose="02020603050405020304" pitchFamily="18" charset="0"/>
              </a:rPr>
              <a:t>of </a:t>
            </a:r>
            <a:r>
              <a:rPr sz="2100" spc="-90" dirty="0">
                <a:latin typeface="Times New Roman" panose="02020603050405020304" pitchFamily="18" charset="0"/>
                <a:cs typeface="Times New Roman" panose="02020603050405020304" pitchFamily="18" charset="0"/>
              </a:rPr>
              <a:t> </a:t>
            </a:r>
            <a:r>
              <a:rPr sz="2100" spc="-98" dirty="0">
                <a:latin typeface="Times New Roman" panose="02020603050405020304" pitchFamily="18" charset="0"/>
                <a:cs typeface="Times New Roman" panose="02020603050405020304" pitchFamily="18" charset="0"/>
              </a:rPr>
              <a:t>buying</a:t>
            </a:r>
            <a:r>
              <a:rPr sz="2100" spc="-34" dirty="0">
                <a:latin typeface="Times New Roman" panose="02020603050405020304" pitchFamily="18" charset="0"/>
                <a:cs typeface="Times New Roman" panose="02020603050405020304" pitchFamily="18" charset="0"/>
              </a:rPr>
              <a:t> </a:t>
            </a:r>
            <a:r>
              <a:rPr sz="2100" spc="-109" dirty="0">
                <a:latin typeface="Times New Roman" panose="02020603050405020304" pitchFamily="18" charset="0"/>
                <a:cs typeface="Times New Roman" panose="02020603050405020304" pitchFamily="18" charset="0"/>
              </a:rPr>
              <a:t>and</a:t>
            </a:r>
            <a:r>
              <a:rPr sz="2100" spc="-30" dirty="0">
                <a:latin typeface="Times New Roman" panose="02020603050405020304" pitchFamily="18" charset="0"/>
                <a:cs typeface="Times New Roman" panose="02020603050405020304" pitchFamily="18" charset="0"/>
              </a:rPr>
              <a:t> </a:t>
            </a:r>
            <a:r>
              <a:rPr sz="2100" spc="-113" dirty="0">
                <a:latin typeface="Times New Roman" panose="02020603050405020304" pitchFamily="18" charset="0"/>
                <a:cs typeface="Times New Roman" panose="02020603050405020304" pitchFamily="18" charset="0"/>
              </a:rPr>
              <a:t>maintaining</a:t>
            </a:r>
            <a:r>
              <a:rPr sz="2100" spc="-23" dirty="0">
                <a:latin typeface="Times New Roman" panose="02020603050405020304" pitchFamily="18" charset="0"/>
                <a:cs typeface="Times New Roman" panose="02020603050405020304" pitchFamily="18" charset="0"/>
              </a:rPr>
              <a:t> </a:t>
            </a:r>
            <a:r>
              <a:rPr sz="2100" spc="-109" dirty="0">
                <a:latin typeface="Times New Roman" panose="02020603050405020304" pitchFamily="18" charset="0"/>
                <a:cs typeface="Times New Roman" panose="02020603050405020304" pitchFamily="18" charset="0"/>
              </a:rPr>
              <a:t>large</a:t>
            </a:r>
            <a:r>
              <a:rPr sz="2100" spc="-26" dirty="0">
                <a:latin typeface="Times New Roman" panose="02020603050405020304" pitchFamily="18" charset="0"/>
                <a:cs typeface="Times New Roman" panose="02020603050405020304" pitchFamily="18" charset="0"/>
              </a:rPr>
              <a:t> </a:t>
            </a:r>
            <a:r>
              <a:rPr sz="2100" spc="-79" dirty="0">
                <a:latin typeface="Times New Roman" panose="02020603050405020304" pitchFamily="18" charset="0"/>
                <a:cs typeface="Times New Roman" panose="02020603050405020304" pitchFamily="18" charset="0"/>
              </a:rPr>
              <a:t>amounts</a:t>
            </a:r>
            <a:r>
              <a:rPr sz="2100" spc="-26" dirty="0">
                <a:latin typeface="Times New Roman" panose="02020603050405020304" pitchFamily="18" charset="0"/>
                <a:cs typeface="Times New Roman" panose="02020603050405020304" pitchFamily="18" charset="0"/>
              </a:rPr>
              <a:t> </a:t>
            </a:r>
            <a:r>
              <a:rPr sz="2100" spc="-90" dirty="0">
                <a:latin typeface="Times New Roman" panose="02020603050405020304" pitchFamily="18" charset="0"/>
                <a:cs typeface="Times New Roman" panose="02020603050405020304" pitchFamily="18" charset="0"/>
              </a:rPr>
              <a:t>of</a:t>
            </a:r>
            <a:r>
              <a:rPr sz="2100" spc="-38" dirty="0">
                <a:latin typeface="Times New Roman" panose="02020603050405020304" pitchFamily="18" charset="0"/>
                <a:cs typeface="Times New Roman" panose="02020603050405020304" pitchFamily="18" charset="0"/>
              </a:rPr>
              <a:t> </a:t>
            </a:r>
            <a:r>
              <a:rPr sz="2100" spc="-101" dirty="0">
                <a:latin typeface="Times New Roman" panose="02020603050405020304" pitchFamily="18" charset="0"/>
                <a:cs typeface="Times New Roman" panose="02020603050405020304" pitchFamily="18" charset="0"/>
              </a:rPr>
              <a:t>hardware.</a:t>
            </a:r>
            <a:endParaRPr sz="2100" dirty="0">
              <a:latin typeface="Times New Roman" panose="02020603050405020304" pitchFamily="18" charset="0"/>
              <a:cs typeface="Times New Roman" panose="02020603050405020304" pitchFamily="18" charset="0"/>
            </a:endParaRPr>
          </a:p>
          <a:p>
            <a:pPr marL="523399" marR="3810" lvl="1" indent="-171450" algn="just">
              <a:lnSpc>
                <a:spcPct val="150000"/>
              </a:lnSpc>
              <a:spcBef>
                <a:spcPts val="368"/>
              </a:spcBef>
              <a:buClr>
                <a:srgbClr val="B71E42"/>
              </a:buClr>
              <a:buFont typeface="Arial MT"/>
              <a:buChar char="•"/>
              <a:tabLst>
                <a:tab pos="523875" algn="l"/>
              </a:tabLst>
            </a:pPr>
            <a:r>
              <a:rPr sz="2100" b="1" spc="4" dirty="0">
                <a:latin typeface="Times New Roman" panose="02020603050405020304" pitchFamily="18" charset="0"/>
                <a:cs typeface="Times New Roman" panose="02020603050405020304" pitchFamily="18" charset="0"/>
              </a:rPr>
              <a:t>Easier </a:t>
            </a:r>
            <a:r>
              <a:rPr sz="2100" b="1" spc="-8" dirty="0">
                <a:latin typeface="Times New Roman" panose="02020603050405020304" pitchFamily="18" charset="0"/>
                <a:cs typeface="Times New Roman" panose="02020603050405020304" pitchFamily="18" charset="0"/>
              </a:rPr>
              <a:t>disaster </a:t>
            </a:r>
            <a:r>
              <a:rPr sz="2100" b="1" spc="-49" dirty="0">
                <a:latin typeface="Times New Roman" panose="02020603050405020304" pitchFamily="18" charset="0"/>
                <a:cs typeface="Times New Roman" panose="02020603050405020304" pitchFamily="18" charset="0"/>
              </a:rPr>
              <a:t>recovery</a:t>
            </a:r>
            <a:r>
              <a:rPr lang="en-IN" sz="2100" b="1" spc="-49" dirty="0">
                <a:latin typeface="Times New Roman" panose="02020603050405020304" pitchFamily="18" charset="0"/>
                <a:cs typeface="Times New Roman" panose="02020603050405020304" pitchFamily="18" charset="0"/>
              </a:rPr>
              <a:t>:</a:t>
            </a:r>
            <a:r>
              <a:rPr sz="2100" b="1" spc="-49" dirty="0">
                <a:latin typeface="Times New Roman" panose="02020603050405020304" pitchFamily="18" charset="0"/>
                <a:cs typeface="Times New Roman" panose="02020603050405020304" pitchFamily="18" charset="0"/>
              </a:rPr>
              <a:t> </a:t>
            </a:r>
            <a:r>
              <a:rPr sz="2100" spc="-41" dirty="0">
                <a:latin typeface="Times New Roman" panose="02020603050405020304" pitchFamily="18" charset="0"/>
                <a:cs typeface="Times New Roman" panose="02020603050405020304" pitchFamily="18" charset="0"/>
              </a:rPr>
              <a:t>Disaster </a:t>
            </a:r>
            <a:r>
              <a:rPr sz="2100" spc="-64" dirty="0">
                <a:latin typeface="Times New Roman" panose="02020603050405020304" pitchFamily="18" charset="0"/>
                <a:cs typeface="Times New Roman" panose="02020603050405020304" pitchFamily="18" charset="0"/>
              </a:rPr>
              <a:t>recovery </a:t>
            </a:r>
            <a:r>
              <a:rPr sz="2100" spc="-75" dirty="0">
                <a:latin typeface="Times New Roman" panose="02020603050405020304" pitchFamily="18" charset="0"/>
                <a:cs typeface="Times New Roman" panose="02020603050405020304" pitchFamily="18" charset="0"/>
              </a:rPr>
              <a:t>is </a:t>
            </a:r>
            <a:r>
              <a:rPr sz="2100" spc="-68" dirty="0">
                <a:latin typeface="Times New Roman" panose="02020603050405020304" pitchFamily="18" charset="0"/>
                <a:cs typeface="Times New Roman" panose="02020603050405020304" pitchFamily="18" charset="0"/>
              </a:rPr>
              <a:t>very </a:t>
            </a:r>
            <a:r>
              <a:rPr sz="2100" spc="-98" dirty="0">
                <a:latin typeface="Times New Roman" panose="02020603050405020304" pitchFamily="18" charset="0"/>
                <a:cs typeface="Times New Roman" panose="02020603050405020304" pitchFamily="18" charset="0"/>
              </a:rPr>
              <a:t>simple in </a:t>
            </a:r>
            <a:r>
              <a:rPr sz="2100" spc="-165" dirty="0">
                <a:latin typeface="Times New Roman" panose="02020603050405020304" pitchFamily="18" charset="0"/>
                <a:cs typeface="Times New Roman" panose="02020603050405020304" pitchFamily="18" charset="0"/>
              </a:rPr>
              <a:t>a </a:t>
            </a:r>
            <a:r>
              <a:rPr sz="2100" spc="-94" dirty="0">
                <a:latin typeface="Times New Roman" panose="02020603050405020304" pitchFamily="18" charset="0"/>
                <a:cs typeface="Times New Roman" panose="02020603050405020304" pitchFamily="18" charset="0"/>
              </a:rPr>
              <a:t>virtualized </a:t>
            </a:r>
            <a:r>
              <a:rPr sz="2100" spc="-90" dirty="0">
                <a:latin typeface="Times New Roman" panose="02020603050405020304" pitchFamily="18" charset="0"/>
                <a:cs typeface="Times New Roman" panose="02020603050405020304" pitchFamily="18" charset="0"/>
              </a:rPr>
              <a:t> </a:t>
            </a:r>
            <a:r>
              <a:rPr sz="2100" spc="-98" dirty="0">
                <a:latin typeface="Times New Roman" panose="02020603050405020304" pitchFamily="18" charset="0"/>
                <a:cs typeface="Times New Roman" panose="02020603050405020304" pitchFamily="18" charset="0"/>
              </a:rPr>
              <a:t>environment.</a:t>
            </a:r>
            <a:r>
              <a:rPr sz="2100" spc="-94" dirty="0">
                <a:latin typeface="Times New Roman" panose="02020603050405020304" pitchFamily="18" charset="0"/>
                <a:cs typeface="Times New Roman" panose="02020603050405020304" pitchFamily="18" charset="0"/>
              </a:rPr>
              <a:t> </a:t>
            </a:r>
            <a:r>
              <a:rPr sz="2100" spc="-83" dirty="0">
                <a:latin typeface="Times New Roman" panose="02020603050405020304" pitchFamily="18" charset="0"/>
                <a:cs typeface="Times New Roman" panose="02020603050405020304" pitchFamily="18" charset="0"/>
              </a:rPr>
              <a:t>Regular</a:t>
            </a:r>
            <a:r>
              <a:rPr sz="2100" spc="-79" dirty="0">
                <a:latin typeface="Times New Roman" panose="02020603050405020304" pitchFamily="18" charset="0"/>
                <a:cs typeface="Times New Roman" panose="02020603050405020304" pitchFamily="18" charset="0"/>
              </a:rPr>
              <a:t> </a:t>
            </a:r>
            <a:r>
              <a:rPr sz="2100" spc="-71" dirty="0">
                <a:latin typeface="Times New Roman" panose="02020603050405020304" pitchFamily="18" charset="0"/>
                <a:cs typeface="Times New Roman" panose="02020603050405020304" pitchFamily="18" charset="0"/>
              </a:rPr>
              <a:t>snapshots</a:t>
            </a:r>
            <a:r>
              <a:rPr sz="2100" spc="-68" dirty="0">
                <a:latin typeface="Times New Roman" panose="02020603050405020304" pitchFamily="18" charset="0"/>
                <a:cs typeface="Times New Roman" panose="02020603050405020304" pitchFamily="18" charset="0"/>
              </a:rPr>
              <a:t> </a:t>
            </a:r>
            <a:r>
              <a:rPr sz="2100" spc="-75" dirty="0">
                <a:latin typeface="Times New Roman" panose="02020603050405020304" pitchFamily="18" charset="0"/>
                <a:cs typeface="Times New Roman" panose="02020603050405020304" pitchFamily="18" charset="0"/>
              </a:rPr>
              <a:t>provide</a:t>
            </a:r>
            <a:r>
              <a:rPr sz="2100" spc="-71" dirty="0">
                <a:latin typeface="Times New Roman" panose="02020603050405020304" pitchFamily="18" charset="0"/>
                <a:cs typeface="Times New Roman" panose="02020603050405020304" pitchFamily="18" charset="0"/>
              </a:rPr>
              <a:t> </a:t>
            </a:r>
            <a:r>
              <a:rPr sz="2100" spc="-86" dirty="0">
                <a:latin typeface="Times New Roman" panose="02020603050405020304" pitchFamily="18" charset="0"/>
                <a:cs typeface="Times New Roman" panose="02020603050405020304" pitchFamily="18" charset="0"/>
              </a:rPr>
              <a:t>up-to-date</a:t>
            </a:r>
            <a:r>
              <a:rPr sz="2100" spc="-83" dirty="0">
                <a:latin typeface="Times New Roman" panose="02020603050405020304" pitchFamily="18" charset="0"/>
                <a:cs typeface="Times New Roman" panose="02020603050405020304" pitchFamily="18" charset="0"/>
              </a:rPr>
              <a:t> </a:t>
            </a:r>
            <a:r>
              <a:rPr sz="2100" spc="-153" dirty="0">
                <a:latin typeface="Times New Roman" panose="02020603050405020304" pitchFamily="18" charset="0"/>
                <a:cs typeface="Times New Roman" panose="02020603050405020304" pitchFamily="18" charset="0"/>
              </a:rPr>
              <a:t>data,</a:t>
            </a:r>
            <a:r>
              <a:rPr sz="2100" spc="-150" dirty="0">
                <a:latin typeface="Times New Roman" panose="02020603050405020304" pitchFamily="18" charset="0"/>
                <a:cs typeface="Times New Roman" panose="02020603050405020304" pitchFamily="18" charset="0"/>
              </a:rPr>
              <a:t> </a:t>
            </a:r>
            <a:r>
              <a:rPr sz="2100" spc="-98" dirty="0">
                <a:latin typeface="Times New Roman" panose="02020603050405020304" pitchFamily="18" charset="0"/>
                <a:cs typeface="Times New Roman" panose="02020603050405020304" pitchFamily="18" charset="0"/>
              </a:rPr>
              <a:t>allowing</a:t>
            </a:r>
            <a:r>
              <a:rPr sz="2100" spc="-94" dirty="0">
                <a:latin typeface="Times New Roman" panose="02020603050405020304" pitchFamily="18" charset="0"/>
                <a:cs typeface="Times New Roman" panose="02020603050405020304" pitchFamily="18" charset="0"/>
              </a:rPr>
              <a:t> </a:t>
            </a:r>
            <a:r>
              <a:rPr sz="2100" spc="-90" dirty="0">
                <a:latin typeface="Times New Roman" panose="02020603050405020304" pitchFamily="18" charset="0"/>
                <a:cs typeface="Times New Roman" panose="02020603050405020304" pitchFamily="18" charset="0"/>
              </a:rPr>
              <a:t>virtual </a:t>
            </a:r>
            <a:r>
              <a:rPr sz="2100" spc="-86" dirty="0">
                <a:latin typeface="Times New Roman" panose="02020603050405020304" pitchFamily="18" charset="0"/>
                <a:cs typeface="Times New Roman" panose="02020603050405020304" pitchFamily="18" charset="0"/>
              </a:rPr>
              <a:t> </a:t>
            </a:r>
            <a:r>
              <a:rPr sz="2100" spc="-98" dirty="0">
                <a:latin typeface="Times New Roman" panose="02020603050405020304" pitchFamily="18" charset="0"/>
                <a:cs typeface="Times New Roman" panose="02020603050405020304" pitchFamily="18" charset="0"/>
              </a:rPr>
              <a:t>machines </a:t>
            </a:r>
            <a:r>
              <a:rPr sz="2100" spc="-45" dirty="0">
                <a:latin typeface="Times New Roman" panose="02020603050405020304" pitchFamily="18" charset="0"/>
                <a:cs typeface="Times New Roman" panose="02020603050405020304" pitchFamily="18" charset="0"/>
              </a:rPr>
              <a:t>to </a:t>
            </a:r>
            <a:r>
              <a:rPr sz="2100" spc="-105" dirty="0">
                <a:latin typeface="Times New Roman" panose="02020603050405020304" pitchFamily="18" charset="0"/>
                <a:cs typeface="Times New Roman" panose="02020603050405020304" pitchFamily="18" charset="0"/>
              </a:rPr>
              <a:t>be </a:t>
            </a:r>
            <a:r>
              <a:rPr sz="2100" spc="-124" dirty="0">
                <a:latin typeface="Times New Roman" panose="02020603050405020304" pitchFamily="18" charset="0"/>
                <a:cs typeface="Times New Roman" panose="02020603050405020304" pitchFamily="18" charset="0"/>
              </a:rPr>
              <a:t>feasibly </a:t>
            </a:r>
            <a:r>
              <a:rPr sz="2100" spc="-105" dirty="0">
                <a:latin typeface="Times New Roman" panose="02020603050405020304" pitchFamily="18" charset="0"/>
                <a:cs typeface="Times New Roman" panose="02020603050405020304" pitchFamily="18" charset="0"/>
              </a:rPr>
              <a:t>backed </a:t>
            </a:r>
            <a:r>
              <a:rPr sz="2100" spc="-86" dirty="0">
                <a:latin typeface="Times New Roman" panose="02020603050405020304" pitchFamily="18" charset="0"/>
                <a:cs typeface="Times New Roman" panose="02020603050405020304" pitchFamily="18" charset="0"/>
              </a:rPr>
              <a:t>up </a:t>
            </a:r>
            <a:r>
              <a:rPr sz="2100" spc="-109" dirty="0">
                <a:latin typeface="Times New Roman" panose="02020603050405020304" pitchFamily="18" charset="0"/>
                <a:cs typeface="Times New Roman" panose="02020603050405020304" pitchFamily="18" charset="0"/>
              </a:rPr>
              <a:t>and </a:t>
            </a:r>
            <a:r>
              <a:rPr sz="2100" spc="-94" dirty="0">
                <a:latin typeface="Times New Roman" panose="02020603050405020304" pitchFamily="18" charset="0"/>
                <a:cs typeface="Times New Roman" panose="02020603050405020304" pitchFamily="18" charset="0"/>
              </a:rPr>
              <a:t>recovered. Even </a:t>
            </a:r>
            <a:r>
              <a:rPr sz="2100" spc="-98" dirty="0">
                <a:latin typeface="Times New Roman" panose="02020603050405020304" pitchFamily="18" charset="0"/>
                <a:cs typeface="Times New Roman" panose="02020603050405020304" pitchFamily="18" charset="0"/>
              </a:rPr>
              <a:t>in </a:t>
            </a:r>
            <a:r>
              <a:rPr sz="2100" spc="-124" dirty="0">
                <a:latin typeface="Times New Roman" panose="02020603050405020304" pitchFamily="18" charset="0"/>
                <a:cs typeface="Times New Roman" panose="02020603050405020304" pitchFamily="18" charset="0"/>
              </a:rPr>
              <a:t>an </a:t>
            </a:r>
            <a:r>
              <a:rPr sz="2100" spc="-120" dirty="0">
                <a:latin typeface="Times New Roman" panose="02020603050405020304" pitchFamily="18" charset="0"/>
                <a:cs typeface="Times New Roman" panose="02020603050405020304" pitchFamily="18" charset="0"/>
              </a:rPr>
              <a:t>emergency, </a:t>
            </a:r>
            <a:r>
              <a:rPr sz="2100" spc="-165" dirty="0">
                <a:latin typeface="Times New Roman" panose="02020603050405020304" pitchFamily="18" charset="0"/>
                <a:cs typeface="Times New Roman" panose="02020603050405020304" pitchFamily="18" charset="0"/>
              </a:rPr>
              <a:t>a </a:t>
            </a:r>
            <a:r>
              <a:rPr sz="2100" spc="-161" dirty="0">
                <a:latin typeface="Times New Roman" panose="02020603050405020304" pitchFamily="18" charset="0"/>
                <a:cs typeface="Times New Roman" panose="02020603050405020304" pitchFamily="18" charset="0"/>
              </a:rPr>
              <a:t> </a:t>
            </a:r>
            <a:r>
              <a:rPr sz="2100" spc="-94" dirty="0">
                <a:latin typeface="Times New Roman" panose="02020603050405020304" pitchFamily="18" charset="0"/>
                <a:cs typeface="Times New Roman" panose="02020603050405020304" pitchFamily="18" charset="0"/>
              </a:rPr>
              <a:t>virtual</a:t>
            </a:r>
            <a:r>
              <a:rPr sz="2100" spc="-19" dirty="0">
                <a:latin typeface="Times New Roman" panose="02020603050405020304" pitchFamily="18" charset="0"/>
                <a:cs typeface="Times New Roman" panose="02020603050405020304" pitchFamily="18" charset="0"/>
              </a:rPr>
              <a:t> </a:t>
            </a:r>
            <a:r>
              <a:rPr sz="2100" spc="-109" dirty="0">
                <a:latin typeface="Times New Roman" panose="02020603050405020304" pitchFamily="18" charset="0"/>
                <a:cs typeface="Times New Roman" panose="02020603050405020304" pitchFamily="18" charset="0"/>
              </a:rPr>
              <a:t>machine</a:t>
            </a:r>
            <a:r>
              <a:rPr sz="2100" spc="-23" dirty="0">
                <a:latin typeface="Times New Roman" panose="02020603050405020304" pitchFamily="18" charset="0"/>
                <a:cs typeface="Times New Roman" panose="02020603050405020304" pitchFamily="18" charset="0"/>
              </a:rPr>
              <a:t> </a:t>
            </a:r>
            <a:r>
              <a:rPr sz="2100" spc="-116" dirty="0">
                <a:latin typeface="Times New Roman" panose="02020603050405020304" pitchFamily="18" charset="0"/>
                <a:cs typeface="Times New Roman" panose="02020603050405020304" pitchFamily="18" charset="0"/>
              </a:rPr>
              <a:t>can</a:t>
            </a:r>
            <a:r>
              <a:rPr sz="2100" spc="-30" dirty="0">
                <a:latin typeface="Times New Roman" panose="02020603050405020304" pitchFamily="18" charset="0"/>
                <a:cs typeface="Times New Roman" panose="02020603050405020304" pitchFamily="18" charset="0"/>
              </a:rPr>
              <a:t> </a:t>
            </a:r>
            <a:r>
              <a:rPr sz="2100" spc="-105" dirty="0">
                <a:latin typeface="Times New Roman" panose="02020603050405020304" pitchFamily="18" charset="0"/>
                <a:cs typeface="Times New Roman" panose="02020603050405020304" pitchFamily="18" charset="0"/>
              </a:rPr>
              <a:t>be</a:t>
            </a:r>
            <a:r>
              <a:rPr sz="2100" spc="-45" dirty="0">
                <a:latin typeface="Times New Roman" panose="02020603050405020304" pitchFamily="18" charset="0"/>
                <a:cs typeface="Times New Roman" panose="02020603050405020304" pitchFamily="18" charset="0"/>
              </a:rPr>
              <a:t> </a:t>
            </a:r>
            <a:r>
              <a:rPr sz="2100" spc="-101" dirty="0">
                <a:latin typeface="Times New Roman" panose="02020603050405020304" pitchFamily="18" charset="0"/>
                <a:cs typeface="Times New Roman" panose="02020603050405020304" pitchFamily="18" charset="0"/>
              </a:rPr>
              <a:t>migrated</a:t>
            </a:r>
            <a:r>
              <a:rPr sz="2100" spc="-11" dirty="0">
                <a:latin typeface="Times New Roman" panose="02020603050405020304" pitchFamily="18" charset="0"/>
                <a:cs typeface="Times New Roman" panose="02020603050405020304" pitchFamily="18" charset="0"/>
              </a:rPr>
              <a:t> </a:t>
            </a:r>
            <a:r>
              <a:rPr sz="2100" spc="-41" dirty="0">
                <a:latin typeface="Times New Roman" panose="02020603050405020304" pitchFamily="18" charset="0"/>
                <a:cs typeface="Times New Roman" panose="02020603050405020304" pitchFamily="18" charset="0"/>
              </a:rPr>
              <a:t>to</a:t>
            </a:r>
            <a:r>
              <a:rPr sz="2100" spc="-30" dirty="0">
                <a:latin typeface="Times New Roman" panose="02020603050405020304" pitchFamily="18" charset="0"/>
                <a:cs typeface="Times New Roman" panose="02020603050405020304" pitchFamily="18" charset="0"/>
              </a:rPr>
              <a:t> </a:t>
            </a:r>
            <a:r>
              <a:rPr sz="2100" spc="-165" dirty="0">
                <a:latin typeface="Times New Roman" panose="02020603050405020304" pitchFamily="18" charset="0"/>
                <a:cs typeface="Times New Roman" panose="02020603050405020304" pitchFamily="18" charset="0"/>
              </a:rPr>
              <a:t>a</a:t>
            </a:r>
            <a:r>
              <a:rPr sz="2100" spc="-41" dirty="0">
                <a:latin typeface="Times New Roman" panose="02020603050405020304" pitchFamily="18" charset="0"/>
                <a:cs typeface="Times New Roman" panose="02020603050405020304" pitchFamily="18" charset="0"/>
              </a:rPr>
              <a:t> </a:t>
            </a:r>
            <a:r>
              <a:rPr sz="2100" spc="-86" dirty="0">
                <a:latin typeface="Times New Roman" panose="02020603050405020304" pitchFamily="18" charset="0"/>
                <a:cs typeface="Times New Roman" panose="02020603050405020304" pitchFamily="18" charset="0"/>
              </a:rPr>
              <a:t>new</a:t>
            </a:r>
            <a:r>
              <a:rPr sz="2100" spc="-34" dirty="0">
                <a:latin typeface="Times New Roman" panose="02020603050405020304" pitchFamily="18" charset="0"/>
                <a:cs typeface="Times New Roman" panose="02020603050405020304" pitchFamily="18" charset="0"/>
              </a:rPr>
              <a:t> </a:t>
            </a:r>
            <a:r>
              <a:rPr sz="2100" spc="-83" dirty="0">
                <a:latin typeface="Times New Roman" panose="02020603050405020304" pitchFamily="18" charset="0"/>
                <a:cs typeface="Times New Roman" panose="02020603050405020304" pitchFamily="18" charset="0"/>
              </a:rPr>
              <a:t>location</a:t>
            </a:r>
            <a:r>
              <a:rPr sz="2100" spc="-15" dirty="0">
                <a:latin typeface="Times New Roman" panose="02020603050405020304" pitchFamily="18" charset="0"/>
                <a:cs typeface="Times New Roman" panose="02020603050405020304" pitchFamily="18" charset="0"/>
              </a:rPr>
              <a:t> </a:t>
            </a:r>
            <a:r>
              <a:rPr sz="2100" spc="-90" dirty="0">
                <a:latin typeface="Times New Roman" panose="02020603050405020304" pitchFamily="18" charset="0"/>
                <a:cs typeface="Times New Roman" panose="02020603050405020304" pitchFamily="18" charset="0"/>
              </a:rPr>
              <a:t>within</a:t>
            </a:r>
            <a:r>
              <a:rPr sz="2100" spc="-23" dirty="0">
                <a:latin typeface="Times New Roman" panose="02020603050405020304" pitchFamily="18" charset="0"/>
                <a:cs typeface="Times New Roman" panose="02020603050405020304" pitchFamily="18" charset="0"/>
              </a:rPr>
              <a:t> </a:t>
            </a:r>
            <a:r>
              <a:rPr sz="2100" spc="-113" dirty="0">
                <a:latin typeface="Times New Roman" panose="02020603050405020304" pitchFamily="18" charset="0"/>
                <a:cs typeface="Times New Roman" panose="02020603050405020304" pitchFamily="18" charset="0"/>
              </a:rPr>
              <a:t>minutes.</a:t>
            </a:r>
            <a:endParaRPr sz="21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99698329"/>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5021" y="914509"/>
            <a:ext cx="8073958" cy="3454151"/>
          </a:xfrm>
          <a:prstGeom prst="rect">
            <a:avLst/>
          </a:prstGeom>
        </p:spPr>
        <p:txBody>
          <a:bodyPr vert="horz" wrap="square" lIns="0" tIns="9525" rIns="0" bIns="0" rtlCol="0">
            <a:spAutoFit/>
          </a:bodyPr>
          <a:lstStyle/>
          <a:p>
            <a:pPr marL="180975" marR="3810" indent="-171450" algn="just">
              <a:lnSpc>
                <a:spcPct val="150000"/>
              </a:lnSpc>
              <a:spcBef>
                <a:spcPts val="75"/>
              </a:spcBef>
              <a:buClr>
                <a:srgbClr val="B71E42"/>
              </a:buClr>
              <a:buFont typeface="Arial MT"/>
              <a:buChar char="•"/>
              <a:tabLst>
                <a:tab pos="180975" algn="l"/>
              </a:tabLst>
            </a:pPr>
            <a:r>
              <a:rPr sz="2100" b="1" spc="4" dirty="0">
                <a:latin typeface="Times New Roman" panose="02020603050405020304" pitchFamily="18" charset="0"/>
                <a:cs typeface="Times New Roman" panose="02020603050405020304" pitchFamily="18" charset="0"/>
              </a:rPr>
              <a:t>Easier </a:t>
            </a:r>
            <a:r>
              <a:rPr sz="2100" b="1" spc="-34" dirty="0">
                <a:latin typeface="Times New Roman" panose="02020603050405020304" pitchFamily="18" charset="0"/>
                <a:cs typeface="Times New Roman" panose="02020603050405020304" pitchFamily="18" charset="0"/>
              </a:rPr>
              <a:t>testing</a:t>
            </a:r>
            <a:r>
              <a:rPr lang="en-IN" sz="2100" b="1" spc="-34" dirty="0">
                <a:latin typeface="Times New Roman" panose="02020603050405020304" pitchFamily="18" charset="0"/>
                <a:cs typeface="Times New Roman" panose="02020603050405020304" pitchFamily="18" charset="0"/>
              </a:rPr>
              <a:t>:</a:t>
            </a:r>
            <a:r>
              <a:rPr sz="2100" spc="-34" dirty="0">
                <a:latin typeface="Times New Roman" panose="02020603050405020304" pitchFamily="18" charset="0"/>
                <a:cs typeface="Times New Roman" panose="02020603050405020304" pitchFamily="18" charset="0"/>
              </a:rPr>
              <a:t> </a:t>
            </a:r>
            <a:r>
              <a:rPr sz="2100" spc="-113" dirty="0">
                <a:latin typeface="Times New Roman" panose="02020603050405020304" pitchFamily="18" charset="0"/>
                <a:cs typeface="Times New Roman" panose="02020603050405020304" pitchFamily="18" charset="0"/>
              </a:rPr>
              <a:t>Testing </a:t>
            </a:r>
            <a:r>
              <a:rPr sz="2100" spc="-71" dirty="0">
                <a:latin typeface="Times New Roman" panose="02020603050405020304" pitchFamily="18" charset="0"/>
                <a:cs typeface="Times New Roman" panose="02020603050405020304" pitchFamily="18" charset="0"/>
              </a:rPr>
              <a:t>is </a:t>
            </a:r>
            <a:r>
              <a:rPr sz="2100" spc="-79" dirty="0">
                <a:latin typeface="Times New Roman" panose="02020603050405020304" pitchFamily="18" charset="0"/>
                <a:cs typeface="Times New Roman" panose="02020603050405020304" pitchFamily="18" charset="0"/>
              </a:rPr>
              <a:t>less </a:t>
            </a:r>
            <a:r>
              <a:rPr sz="2100" spc="-98" dirty="0">
                <a:latin typeface="Times New Roman" panose="02020603050405020304" pitchFamily="18" charset="0"/>
                <a:cs typeface="Times New Roman" panose="02020603050405020304" pitchFamily="18" charset="0"/>
              </a:rPr>
              <a:t>complicated in </a:t>
            </a:r>
            <a:r>
              <a:rPr sz="2100" spc="-165" dirty="0">
                <a:latin typeface="Times New Roman" panose="02020603050405020304" pitchFamily="18" charset="0"/>
                <a:cs typeface="Times New Roman" panose="02020603050405020304" pitchFamily="18" charset="0"/>
              </a:rPr>
              <a:t>a </a:t>
            </a:r>
            <a:r>
              <a:rPr sz="2100" spc="-90" dirty="0">
                <a:latin typeface="Times New Roman" panose="02020603050405020304" pitchFamily="18" charset="0"/>
                <a:cs typeface="Times New Roman" panose="02020603050405020304" pitchFamily="18" charset="0"/>
              </a:rPr>
              <a:t>virtual </a:t>
            </a:r>
            <a:r>
              <a:rPr sz="2100" spc="-94" dirty="0">
                <a:latin typeface="Times New Roman" panose="02020603050405020304" pitchFamily="18" charset="0"/>
                <a:cs typeface="Times New Roman" panose="02020603050405020304" pitchFamily="18" charset="0"/>
              </a:rPr>
              <a:t>environment. Even </a:t>
            </a:r>
            <a:r>
              <a:rPr sz="2100" spc="-158" dirty="0">
                <a:latin typeface="Times New Roman" panose="02020603050405020304" pitchFamily="18" charset="0"/>
                <a:cs typeface="Times New Roman" panose="02020603050405020304" pitchFamily="18" charset="0"/>
              </a:rPr>
              <a:t>if </a:t>
            </a:r>
            <a:r>
              <a:rPr sz="2100" spc="-165" dirty="0">
                <a:latin typeface="Times New Roman" panose="02020603050405020304" pitchFamily="18" charset="0"/>
                <a:cs typeface="Times New Roman" panose="02020603050405020304" pitchFamily="18" charset="0"/>
              </a:rPr>
              <a:t>a </a:t>
            </a:r>
            <a:r>
              <a:rPr sz="2100" spc="-161" dirty="0">
                <a:latin typeface="Times New Roman" panose="02020603050405020304" pitchFamily="18" charset="0"/>
                <a:cs typeface="Times New Roman" panose="02020603050405020304" pitchFamily="18" charset="0"/>
              </a:rPr>
              <a:t> </a:t>
            </a:r>
            <a:r>
              <a:rPr sz="2100" spc="-105" dirty="0">
                <a:latin typeface="Times New Roman" panose="02020603050405020304" pitchFamily="18" charset="0"/>
                <a:cs typeface="Times New Roman" panose="02020603050405020304" pitchFamily="18" charset="0"/>
              </a:rPr>
              <a:t>large </a:t>
            </a:r>
            <a:r>
              <a:rPr sz="2100" spc="-101" dirty="0">
                <a:latin typeface="Times New Roman" panose="02020603050405020304" pitchFamily="18" charset="0"/>
                <a:cs typeface="Times New Roman" panose="02020603050405020304" pitchFamily="18" charset="0"/>
              </a:rPr>
              <a:t>mistake </a:t>
            </a:r>
            <a:r>
              <a:rPr sz="2100" spc="-71" dirty="0">
                <a:latin typeface="Times New Roman" panose="02020603050405020304" pitchFamily="18" charset="0"/>
                <a:cs typeface="Times New Roman" panose="02020603050405020304" pitchFamily="18" charset="0"/>
              </a:rPr>
              <a:t>is </a:t>
            </a:r>
            <a:r>
              <a:rPr sz="2100" spc="-135" dirty="0">
                <a:latin typeface="Times New Roman" panose="02020603050405020304" pitchFamily="18" charset="0"/>
                <a:cs typeface="Times New Roman" panose="02020603050405020304" pitchFamily="18" charset="0"/>
              </a:rPr>
              <a:t>made, </a:t>
            </a:r>
            <a:r>
              <a:rPr sz="2100" spc="-101" dirty="0">
                <a:latin typeface="Times New Roman" panose="02020603050405020304" pitchFamily="18" charset="0"/>
                <a:cs typeface="Times New Roman" panose="02020603050405020304" pitchFamily="18" charset="0"/>
              </a:rPr>
              <a:t>the </a:t>
            </a:r>
            <a:r>
              <a:rPr sz="2100" spc="-90" dirty="0">
                <a:latin typeface="Times New Roman" panose="02020603050405020304" pitchFamily="18" charset="0"/>
                <a:cs typeface="Times New Roman" panose="02020603050405020304" pitchFamily="18" charset="0"/>
              </a:rPr>
              <a:t>test </a:t>
            </a:r>
            <a:r>
              <a:rPr sz="2100" spc="-53" dirty="0">
                <a:latin typeface="Times New Roman" panose="02020603050405020304" pitchFamily="18" charset="0"/>
                <a:cs typeface="Times New Roman" panose="02020603050405020304" pitchFamily="18" charset="0"/>
              </a:rPr>
              <a:t>does not </a:t>
            </a:r>
            <a:r>
              <a:rPr sz="2100" spc="-98" dirty="0">
                <a:latin typeface="Times New Roman" panose="02020603050405020304" pitchFamily="18" charset="0"/>
                <a:cs typeface="Times New Roman" panose="02020603050405020304" pitchFamily="18" charset="0"/>
              </a:rPr>
              <a:t>need </a:t>
            </a:r>
            <a:r>
              <a:rPr sz="2100" spc="-41" dirty="0">
                <a:latin typeface="Times New Roman" panose="02020603050405020304" pitchFamily="18" charset="0"/>
                <a:cs typeface="Times New Roman" panose="02020603050405020304" pitchFamily="18" charset="0"/>
              </a:rPr>
              <a:t>to </a:t>
            </a:r>
            <a:r>
              <a:rPr sz="2100" spc="-56" dirty="0">
                <a:latin typeface="Times New Roman" panose="02020603050405020304" pitchFamily="18" charset="0"/>
                <a:cs typeface="Times New Roman" panose="02020603050405020304" pitchFamily="18" charset="0"/>
              </a:rPr>
              <a:t>stop </a:t>
            </a:r>
            <a:r>
              <a:rPr sz="2100" spc="-109" dirty="0">
                <a:latin typeface="Times New Roman" panose="02020603050405020304" pitchFamily="18" charset="0"/>
                <a:cs typeface="Times New Roman" panose="02020603050405020304" pitchFamily="18" charset="0"/>
              </a:rPr>
              <a:t>and </a:t>
            </a:r>
            <a:r>
              <a:rPr sz="2100" spc="-64" dirty="0">
                <a:latin typeface="Times New Roman" panose="02020603050405020304" pitchFamily="18" charset="0"/>
                <a:cs typeface="Times New Roman" panose="02020603050405020304" pitchFamily="18" charset="0"/>
              </a:rPr>
              <a:t>go </a:t>
            </a:r>
            <a:r>
              <a:rPr sz="2100" spc="-98" dirty="0">
                <a:latin typeface="Times New Roman" panose="02020603050405020304" pitchFamily="18" charset="0"/>
                <a:cs typeface="Times New Roman" panose="02020603050405020304" pitchFamily="18" charset="0"/>
              </a:rPr>
              <a:t>back </a:t>
            </a:r>
            <a:r>
              <a:rPr sz="2100" spc="-41" dirty="0">
                <a:latin typeface="Times New Roman" panose="02020603050405020304" pitchFamily="18" charset="0"/>
                <a:cs typeface="Times New Roman" panose="02020603050405020304" pitchFamily="18" charset="0"/>
              </a:rPr>
              <a:t>to </a:t>
            </a:r>
            <a:r>
              <a:rPr sz="2100" spc="-101" dirty="0">
                <a:latin typeface="Times New Roman" panose="02020603050405020304" pitchFamily="18" charset="0"/>
                <a:cs typeface="Times New Roman" panose="02020603050405020304" pitchFamily="18" charset="0"/>
              </a:rPr>
              <a:t>the </a:t>
            </a:r>
            <a:r>
              <a:rPr sz="2100" spc="-98" dirty="0">
                <a:latin typeface="Times New Roman" panose="02020603050405020304" pitchFamily="18" charset="0"/>
                <a:cs typeface="Times New Roman" panose="02020603050405020304" pitchFamily="18" charset="0"/>
              </a:rPr>
              <a:t> </a:t>
            </a:r>
            <a:r>
              <a:rPr sz="2100" spc="-116" dirty="0">
                <a:latin typeface="Times New Roman" panose="02020603050405020304" pitchFamily="18" charset="0"/>
                <a:cs typeface="Times New Roman" panose="02020603050405020304" pitchFamily="18" charset="0"/>
              </a:rPr>
              <a:t>beginning. </a:t>
            </a:r>
            <a:r>
              <a:rPr sz="2100" spc="-79" dirty="0">
                <a:latin typeface="Times New Roman" panose="02020603050405020304" pitchFamily="18" charset="0"/>
                <a:cs typeface="Times New Roman" panose="02020603050405020304" pitchFamily="18" charset="0"/>
              </a:rPr>
              <a:t>It </a:t>
            </a:r>
            <a:r>
              <a:rPr sz="2100" spc="-116" dirty="0">
                <a:latin typeface="Times New Roman" panose="02020603050405020304" pitchFamily="18" charset="0"/>
                <a:cs typeface="Times New Roman" panose="02020603050405020304" pitchFamily="18" charset="0"/>
              </a:rPr>
              <a:t>can</a:t>
            </a:r>
            <a:r>
              <a:rPr sz="2100" spc="-113" dirty="0">
                <a:latin typeface="Times New Roman" panose="02020603050405020304" pitchFamily="18" charset="0"/>
                <a:cs typeface="Times New Roman" panose="02020603050405020304" pitchFamily="18" charset="0"/>
              </a:rPr>
              <a:t> </a:t>
            </a:r>
            <a:r>
              <a:rPr sz="2100" spc="-98" dirty="0">
                <a:latin typeface="Times New Roman" panose="02020603050405020304" pitchFamily="18" charset="0"/>
                <a:cs typeface="Times New Roman" panose="02020603050405020304" pitchFamily="18" charset="0"/>
              </a:rPr>
              <a:t>simply</a:t>
            </a:r>
            <a:r>
              <a:rPr sz="2100" spc="300" dirty="0">
                <a:latin typeface="Times New Roman" panose="02020603050405020304" pitchFamily="18" charset="0"/>
                <a:cs typeface="Times New Roman" panose="02020603050405020304" pitchFamily="18" charset="0"/>
              </a:rPr>
              <a:t> </a:t>
            </a:r>
            <a:r>
              <a:rPr sz="2100" spc="-68" dirty="0">
                <a:latin typeface="Times New Roman" panose="02020603050405020304" pitchFamily="18" charset="0"/>
                <a:cs typeface="Times New Roman" panose="02020603050405020304" pitchFamily="18" charset="0"/>
              </a:rPr>
              <a:t>return </a:t>
            </a:r>
            <a:r>
              <a:rPr sz="2100" spc="-41" dirty="0">
                <a:latin typeface="Times New Roman" panose="02020603050405020304" pitchFamily="18" charset="0"/>
                <a:cs typeface="Times New Roman" panose="02020603050405020304" pitchFamily="18" charset="0"/>
              </a:rPr>
              <a:t>to </a:t>
            </a:r>
            <a:r>
              <a:rPr sz="2100" spc="-101" dirty="0">
                <a:latin typeface="Times New Roman" panose="02020603050405020304" pitchFamily="18" charset="0"/>
                <a:cs typeface="Times New Roman" panose="02020603050405020304" pitchFamily="18" charset="0"/>
              </a:rPr>
              <a:t>the</a:t>
            </a:r>
            <a:r>
              <a:rPr sz="2100" spc="296" dirty="0">
                <a:latin typeface="Times New Roman" panose="02020603050405020304" pitchFamily="18" charset="0"/>
                <a:cs typeface="Times New Roman" panose="02020603050405020304" pitchFamily="18" charset="0"/>
              </a:rPr>
              <a:t> </a:t>
            </a:r>
            <a:r>
              <a:rPr sz="2100" spc="-68" dirty="0">
                <a:latin typeface="Times New Roman" panose="02020603050405020304" pitchFamily="18" charset="0"/>
                <a:cs typeface="Times New Roman" panose="02020603050405020304" pitchFamily="18" charset="0"/>
              </a:rPr>
              <a:t>previous </a:t>
            </a:r>
            <a:r>
              <a:rPr sz="2100" spc="-75" dirty="0">
                <a:latin typeface="Times New Roman" panose="02020603050405020304" pitchFamily="18" charset="0"/>
                <a:cs typeface="Times New Roman" panose="02020603050405020304" pitchFamily="18" charset="0"/>
              </a:rPr>
              <a:t>snapshot </a:t>
            </a:r>
            <a:r>
              <a:rPr sz="2100" spc="-109" dirty="0">
                <a:latin typeface="Times New Roman" panose="02020603050405020304" pitchFamily="18" charset="0"/>
                <a:cs typeface="Times New Roman" panose="02020603050405020304" pitchFamily="18" charset="0"/>
              </a:rPr>
              <a:t>and</a:t>
            </a:r>
            <a:r>
              <a:rPr sz="2100" spc="278" dirty="0">
                <a:latin typeface="Times New Roman" panose="02020603050405020304" pitchFamily="18" charset="0"/>
                <a:cs typeface="Times New Roman" panose="02020603050405020304" pitchFamily="18" charset="0"/>
              </a:rPr>
              <a:t> </a:t>
            </a:r>
            <a:r>
              <a:rPr sz="2100" spc="-71" dirty="0">
                <a:latin typeface="Times New Roman" panose="02020603050405020304" pitchFamily="18" charset="0"/>
                <a:cs typeface="Times New Roman" panose="02020603050405020304" pitchFamily="18" charset="0"/>
              </a:rPr>
              <a:t>proceed </a:t>
            </a:r>
            <a:r>
              <a:rPr sz="2100" spc="-90" dirty="0">
                <a:latin typeface="Times New Roman" panose="02020603050405020304" pitchFamily="18" charset="0"/>
                <a:cs typeface="Times New Roman" panose="02020603050405020304" pitchFamily="18" charset="0"/>
              </a:rPr>
              <a:t>with </a:t>
            </a:r>
            <a:r>
              <a:rPr sz="2100" spc="-86" dirty="0">
                <a:latin typeface="Times New Roman" panose="02020603050405020304" pitchFamily="18" charset="0"/>
                <a:cs typeface="Times New Roman" panose="02020603050405020304" pitchFamily="18" charset="0"/>
              </a:rPr>
              <a:t> </a:t>
            </a:r>
            <a:r>
              <a:rPr sz="2100" spc="-101" dirty="0">
                <a:latin typeface="Times New Roman" panose="02020603050405020304" pitchFamily="18" charset="0"/>
                <a:cs typeface="Times New Roman" panose="02020603050405020304" pitchFamily="18" charset="0"/>
              </a:rPr>
              <a:t>the</a:t>
            </a:r>
            <a:r>
              <a:rPr sz="2100" spc="-38" dirty="0">
                <a:latin typeface="Times New Roman" panose="02020603050405020304" pitchFamily="18" charset="0"/>
                <a:cs typeface="Times New Roman" panose="02020603050405020304" pitchFamily="18" charset="0"/>
              </a:rPr>
              <a:t> </a:t>
            </a:r>
            <a:r>
              <a:rPr sz="2100" spc="-124" dirty="0">
                <a:latin typeface="Times New Roman" panose="02020603050405020304" pitchFamily="18" charset="0"/>
                <a:cs typeface="Times New Roman" panose="02020603050405020304" pitchFamily="18" charset="0"/>
              </a:rPr>
              <a:t>test.</a:t>
            </a:r>
            <a:endParaRPr sz="2100" dirty="0">
              <a:latin typeface="Times New Roman" panose="02020603050405020304" pitchFamily="18" charset="0"/>
              <a:cs typeface="Times New Roman" panose="02020603050405020304" pitchFamily="18" charset="0"/>
            </a:endParaRPr>
          </a:p>
          <a:p>
            <a:pPr marL="180975" marR="5239" indent="-171450" algn="just">
              <a:lnSpc>
                <a:spcPct val="150000"/>
              </a:lnSpc>
              <a:spcBef>
                <a:spcPts val="379"/>
              </a:spcBef>
              <a:buClr>
                <a:srgbClr val="B71E42"/>
              </a:buClr>
              <a:buFont typeface="Arial MT"/>
              <a:buChar char="•"/>
              <a:tabLst>
                <a:tab pos="180975" algn="l"/>
              </a:tabLst>
            </a:pPr>
            <a:r>
              <a:rPr sz="2100" b="1" spc="19" dirty="0">
                <a:latin typeface="Times New Roman" panose="02020603050405020304" pitchFamily="18" charset="0"/>
                <a:cs typeface="Times New Roman" panose="02020603050405020304" pitchFamily="18" charset="0"/>
              </a:rPr>
              <a:t>Quicker </a:t>
            </a:r>
            <a:r>
              <a:rPr sz="2100" b="1" spc="-38" dirty="0">
                <a:latin typeface="Times New Roman" panose="02020603050405020304" pitchFamily="18" charset="0"/>
                <a:cs typeface="Times New Roman" panose="02020603050405020304" pitchFamily="18" charset="0"/>
              </a:rPr>
              <a:t>backups</a:t>
            </a:r>
            <a:r>
              <a:rPr lang="en-IN" sz="2100" spc="-38" dirty="0">
                <a:latin typeface="Times New Roman" panose="02020603050405020304" pitchFamily="18" charset="0"/>
                <a:cs typeface="Times New Roman" panose="02020603050405020304" pitchFamily="18" charset="0"/>
              </a:rPr>
              <a:t>:</a:t>
            </a:r>
            <a:r>
              <a:rPr sz="2100" spc="-38" dirty="0">
                <a:latin typeface="Times New Roman" panose="02020603050405020304" pitchFamily="18" charset="0"/>
                <a:cs typeface="Times New Roman" panose="02020603050405020304" pitchFamily="18" charset="0"/>
              </a:rPr>
              <a:t> </a:t>
            </a:r>
            <a:r>
              <a:rPr sz="2100" spc="-75" dirty="0">
                <a:latin typeface="Times New Roman" panose="02020603050405020304" pitchFamily="18" charset="0"/>
                <a:cs typeface="Times New Roman" panose="02020603050405020304" pitchFamily="18" charset="0"/>
              </a:rPr>
              <a:t>Backups </a:t>
            </a:r>
            <a:r>
              <a:rPr sz="2100" spc="-116" dirty="0">
                <a:latin typeface="Times New Roman" panose="02020603050405020304" pitchFamily="18" charset="0"/>
                <a:cs typeface="Times New Roman" panose="02020603050405020304" pitchFamily="18" charset="0"/>
              </a:rPr>
              <a:t>can </a:t>
            </a:r>
            <a:r>
              <a:rPr sz="2100" spc="-105" dirty="0">
                <a:latin typeface="Times New Roman" panose="02020603050405020304" pitchFamily="18" charset="0"/>
                <a:cs typeface="Times New Roman" panose="02020603050405020304" pitchFamily="18" charset="0"/>
              </a:rPr>
              <a:t>be </a:t>
            </a:r>
            <a:r>
              <a:rPr sz="2100" spc="-113" dirty="0">
                <a:latin typeface="Times New Roman" panose="02020603050405020304" pitchFamily="18" charset="0"/>
                <a:cs typeface="Times New Roman" panose="02020603050405020304" pitchFamily="18" charset="0"/>
              </a:rPr>
              <a:t>taken </a:t>
            </a:r>
            <a:r>
              <a:rPr sz="2100" spc="-90" dirty="0">
                <a:latin typeface="Times New Roman" panose="02020603050405020304" pitchFamily="18" charset="0"/>
                <a:cs typeface="Times New Roman" panose="02020603050405020304" pitchFamily="18" charset="0"/>
              </a:rPr>
              <a:t>of </a:t>
            </a:r>
            <a:r>
              <a:rPr sz="2100" spc="-68" dirty="0">
                <a:latin typeface="Times New Roman" panose="02020603050405020304" pitchFamily="18" charset="0"/>
                <a:cs typeface="Times New Roman" panose="02020603050405020304" pitchFamily="18" charset="0"/>
              </a:rPr>
              <a:t>both </a:t>
            </a:r>
            <a:r>
              <a:rPr sz="2100" spc="-101" dirty="0">
                <a:latin typeface="Times New Roman" panose="02020603050405020304" pitchFamily="18" charset="0"/>
                <a:cs typeface="Times New Roman" panose="02020603050405020304" pitchFamily="18" charset="0"/>
              </a:rPr>
              <a:t>the </a:t>
            </a:r>
            <a:r>
              <a:rPr sz="2100" spc="-90" dirty="0">
                <a:latin typeface="Times New Roman" panose="02020603050405020304" pitchFamily="18" charset="0"/>
                <a:cs typeface="Times New Roman" panose="02020603050405020304" pitchFamily="18" charset="0"/>
              </a:rPr>
              <a:t>virtual </a:t>
            </a:r>
            <a:r>
              <a:rPr sz="2100" spc="-53" dirty="0">
                <a:latin typeface="Times New Roman" panose="02020603050405020304" pitchFamily="18" charset="0"/>
                <a:cs typeface="Times New Roman" panose="02020603050405020304" pitchFamily="18" charset="0"/>
              </a:rPr>
              <a:t>server </a:t>
            </a:r>
            <a:r>
              <a:rPr sz="2100" spc="-109" dirty="0">
                <a:latin typeface="Times New Roman" panose="02020603050405020304" pitchFamily="18" charset="0"/>
                <a:cs typeface="Times New Roman" panose="02020603050405020304" pitchFamily="18" charset="0"/>
              </a:rPr>
              <a:t>and </a:t>
            </a:r>
            <a:r>
              <a:rPr sz="2100" spc="-101" dirty="0">
                <a:latin typeface="Times New Roman" panose="02020603050405020304" pitchFamily="18" charset="0"/>
                <a:cs typeface="Times New Roman" panose="02020603050405020304" pitchFamily="18" charset="0"/>
              </a:rPr>
              <a:t>the </a:t>
            </a:r>
            <a:r>
              <a:rPr sz="2100" spc="-98" dirty="0">
                <a:latin typeface="Times New Roman" panose="02020603050405020304" pitchFamily="18" charset="0"/>
                <a:cs typeface="Times New Roman" panose="02020603050405020304" pitchFamily="18" charset="0"/>
              </a:rPr>
              <a:t> </a:t>
            </a:r>
            <a:r>
              <a:rPr sz="2100" spc="-90" dirty="0">
                <a:latin typeface="Times New Roman" panose="02020603050405020304" pitchFamily="18" charset="0"/>
                <a:cs typeface="Times New Roman" panose="02020603050405020304" pitchFamily="18" charset="0"/>
              </a:rPr>
              <a:t>virtual</a:t>
            </a:r>
            <a:r>
              <a:rPr sz="2100" spc="-86" dirty="0">
                <a:latin typeface="Times New Roman" panose="02020603050405020304" pitchFamily="18" charset="0"/>
                <a:cs typeface="Times New Roman" panose="02020603050405020304" pitchFamily="18" charset="0"/>
              </a:rPr>
              <a:t> </a:t>
            </a:r>
            <a:r>
              <a:rPr sz="2100" spc="-116" dirty="0">
                <a:latin typeface="Times New Roman" panose="02020603050405020304" pitchFamily="18" charset="0"/>
                <a:cs typeface="Times New Roman" panose="02020603050405020304" pitchFamily="18" charset="0"/>
              </a:rPr>
              <a:t>machine.</a:t>
            </a:r>
            <a:r>
              <a:rPr sz="2100" spc="-113" dirty="0">
                <a:latin typeface="Times New Roman" panose="02020603050405020304" pitchFamily="18" charset="0"/>
                <a:cs typeface="Times New Roman" panose="02020603050405020304" pitchFamily="18" charset="0"/>
              </a:rPr>
              <a:t> </a:t>
            </a:r>
            <a:r>
              <a:rPr sz="2100" spc="-68" dirty="0">
                <a:latin typeface="Times New Roman" panose="02020603050405020304" pitchFamily="18" charset="0"/>
                <a:cs typeface="Times New Roman" panose="02020603050405020304" pitchFamily="18" charset="0"/>
              </a:rPr>
              <a:t>Automatic</a:t>
            </a:r>
            <a:r>
              <a:rPr sz="2100" spc="-64" dirty="0">
                <a:latin typeface="Times New Roman" panose="02020603050405020304" pitchFamily="18" charset="0"/>
                <a:cs typeface="Times New Roman" panose="02020603050405020304" pitchFamily="18" charset="0"/>
              </a:rPr>
              <a:t> </a:t>
            </a:r>
            <a:r>
              <a:rPr sz="2100" spc="-71" dirty="0">
                <a:latin typeface="Times New Roman" panose="02020603050405020304" pitchFamily="18" charset="0"/>
                <a:cs typeface="Times New Roman" panose="02020603050405020304" pitchFamily="18" charset="0"/>
              </a:rPr>
              <a:t>snapshots</a:t>
            </a:r>
            <a:r>
              <a:rPr sz="2100" spc="-68" dirty="0">
                <a:latin typeface="Times New Roman" panose="02020603050405020304" pitchFamily="18" charset="0"/>
                <a:cs typeface="Times New Roman" panose="02020603050405020304" pitchFamily="18" charset="0"/>
              </a:rPr>
              <a:t> </a:t>
            </a:r>
            <a:r>
              <a:rPr sz="2100" spc="-105" dirty="0">
                <a:latin typeface="Times New Roman" panose="02020603050405020304" pitchFamily="18" charset="0"/>
                <a:cs typeface="Times New Roman" panose="02020603050405020304" pitchFamily="18" charset="0"/>
              </a:rPr>
              <a:t>are</a:t>
            </a:r>
            <a:r>
              <a:rPr sz="2100" spc="-101" dirty="0">
                <a:latin typeface="Times New Roman" panose="02020603050405020304" pitchFamily="18" charset="0"/>
                <a:cs typeface="Times New Roman" panose="02020603050405020304" pitchFamily="18" charset="0"/>
              </a:rPr>
              <a:t> </a:t>
            </a:r>
            <a:r>
              <a:rPr sz="2100" spc="-113" dirty="0">
                <a:latin typeface="Times New Roman" panose="02020603050405020304" pitchFamily="18" charset="0"/>
                <a:cs typeface="Times New Roman" panose="02020603050405020304" pitchFamily="18" charset="0"/>
              </a:rPr>
              <a:t>taken</a:t>
            </a:r>
            <a:r>
              <a:rPr sz="2100" spc="-109" dirty="0">
                <a:latin typeface="Times New Roman" panose="02020603050405020304" pitchFamily="18" charset="0"/>
                <a:cs typeface="Times New Roman" panose="02020603050405020304" pitchFamily="18" charset="0"/>
              </a:rPr>
              <a:t> </a:t>
            </a:r>
            <a:r>
              <a:rPr sz="2100" spc="-68" dirty="0">
                <a:latin typeface="Times New Roman" panose="02020603050405020304" pitchFamily="18" charset="0"/>
                <a:cs typeface="Times New Roman" panose="02020603050405020304" pitchFamily="18" charset="0"/>
              </a:rPr>
              <a:t>throughout</a:t>
            </a:r>
            <a:r>
              <a:rPr sz="2100" spc="-64" dirty="0">
                <a:latin typeface="Times New Roman" panose="02020603050405020304" pitchFamily="18" charset="0"/>
                <a:cs typeface="Times New Roman" panose="02020603050405020304" pitchFamily="18" charset="0"/>
              </a:rPr>
              <a:t> </a:t>
            </a:r>
            <a:r>
              <a:rPr sz="2100" spc="-98" dirty="0">
                <a:latin typeface="Times New Roman" panose="02020603050405020304" pitchFamily="18" charset="0"/>
                <a:cs typeface="Times New Roman" panose="02020603050405020304" pitchFamily="18" charset="0"/>
              </a:rPr>
              <a:t>the</a:t>
            </a:r>
            <a:r>
              <a:rPr sz="2100" spc="-94" dirty="0">
                <a:latin typeface="Times New Roman" panose="02020603050405020304" pitchFamily="18" charset="0"/>
                <a:cs typeface="Times New Roman" panose="02020603050405020304" pitchFamily="18" charset="0"/>
              </a:rPr>
              <a:t> </a:t>
            </a:r>
            <a:r>
              <a:rPr sz="2100" spc="-135" dirty="0">
                <a:latin typeface="Times New Roman" panose="02020603050405020304" pitchFamily="18" charset="0"/>
                <a:cs typeface="Times New Roman" panose="02020603050405020304" pitchFamily="18" charset="0"/>
              </a:rPr>
              <a:t>day</a:t>
            </a:r>
            <a:r>
              <a:rPr sz="2100" spc="-131" dirty="0">
                <a:latin typeface="Times New Roman" panose="02020603050405020304" pitchFamily="18" charset="0"/>
                <a:cs typeface="Times New Roman" panose="02020603050405020304" pitchFamily="18" charset="0"/>
              </a:rPr>
              <a:t> </a:t>
            </a:r>
            <a:r>
              <a:rPr sz="2100" spc="-41" dirty="0">
                <a:latin typeface="Times New Roman" panose="02020603050405020304" pitchFamily="18" charset="0"/>
                <a:cs typeface="Times New Roman" panose="02020603050405020304" pitchFamily="18" charset="0"/>
              </a:rPr>
              <a:t>to </a:t>
            </a:r>
            <a:r>
              <a:rPr sz="2100" spc="-38" dirty="0">
                <a:latin typeface="Times New Roman" panose="02020603050405020304" pitchFamily="18" charset="0"/>
                <a:cs typeface="Times New Roman" panose="02020603050405020304" pitchFamily="18" charset="0"/>
              </a:rPr>
              <a:t> </a:t>
            </a:r>
            <a:r>
              <a:rPr sz="2100" spc="-105" dirty="0">
                <a:latin typeface="Times New Roman" panose="02020603050405020304" pitchFamily="18" charset="0"/>
                <a:cs typeface="Times New Roman" panose="02020603050405020304" pitchFamily="18" charset="0"/>
              </a:rPr>
              <a:t>guarantee </a:t>
            </a:r>
            <a:r>
              <a:rPr sz="2100" spc="-116" dirty="0">
                <a:latin typeface="Times New Roman" panose="02020603050405020304" pitchFamily="18" charset="0"/>
                <a:cs typeface="Times New Roman" panose="02020603050405020304" pitchFamily="18" charset="0"/>
              </a:rPr>
              <a:t>that </a:t>
            </a:r>
            <a:r>
              <a:rPr sz="2100" spc="-139" dirty="0">
                <a:latin typeface="Times New Roman" panose="02020603050405020304" pitchFamily="18" charset="0"/>
                <a:cs typeface="Times New Roman" panose="02020603050405020304" pitchFamily="18" charset="0"/>
              </a:rPr>
              <a:t>all</a:t>
            </a:r>
            <a:r>
              <a:rPr sz="2100" spc="217" dirty="0">
                <a:latin typeface="Times New Roman" panose="02020603050405020304" pitchFamily="18" charset="0"/>
                <a:cs typeface="Times New Roman" panose="02020603050405020304" pitchFamily="18" charset="0"/>
              </a:rPr>
              <a:t> </a:t>
            </a:r>
            <a:r>
              <a:rPr sz="2100" spc="-131" dirty="0">
                <a:latin typeface="Times New Roman" panose="02020603050405020304" pitchFamily="18" charset="0"/>
                <a:cs typeface="Times New Roman" panose="02020603050405020304" pitchFamily="18" charset="0"/>
              </a:rPr>
              <a:t>data</a:t>
            </a:r>
            <a:r>
              <a:rPr sz="2100" spc="236" dirty="0">
                <a:latin typeface="Times New Roman" panose="02020603050405020304" pitchFamily="18" charset="0"/>
                <a:cs typeface="Times New Roman" panose="02020603050405020304" pitchFamily="18" charset="0"/>
              </a:rPr>
              <a:t> </a:t>
            </a:r>
            <a:r>
              <a:rPr sz="2100" spc="-75" dirty="0">
                <a:latin typeface="Times New Roman" panose="02020603050405020304" pitchFamily="18" charset="0"/>
                <a:cs typeface="Times New Roman" panose="02020603050405020304" pitchFamily="18" charset="0"/>
              </a:rPr>
              <a:t>is </a:t>
            </a:r>
            <a:r>
              <a:rPr sz="2100" spc="-101" dirty="0">
                <a:latin typeface="Times New Roman" panose="02020603050405020304" pitchFamily="18" charset="0"/>
                <a:cs typeface="Times New Roman" panose="02020603050405020304" pitchFamily="18" charset="0"/>
              </a:rPr>
              <a:t>up-to-date. </a:t>
            </a:r>
            <a:r>
              <a:rPr sz="2100" spc="-71" dirty="0">
                <a:latin typeface="Times New Roman" panose="02020603050405020304" pitchFamily="18" charset="0"/>
                <a:cs typeface="Times New Roman" panose="02020603050405020304" pitchFamily="18" charset="0"/>
              </a:rPr>
              <a:t>Furthermore, </a:t>
            </a:r>
            <a:r>
              <a:rPr sz="2100" spc="-98" dirty="0">
                <a:latin typeface="Times New Roman" panose="02020603050405020304" pitchFamily="18" charset="0"/>
                <a:cs typeface="Times New Roman" panose="02020603050405020304" pitchFamily="18" charset="0"/>
              </a:rPr>
              <a:t>the </a:t>
            </a:r>
            <a:r>
              <a:rPr sz="2100" spc="-90" dirty="0">
                <a:latin typeface="Times New Roman" panose="02020603050405020304" pitchFamily="18" charset="0"/>
                <a:cs typeface="Times New Roman" panose="02020603050405020304" pitchFamily="18" charset="0"/>
              </a:rPr>
              <a:t>virtual </a:t>
            </a:r>
            <a:r>
              <a:rPr sz="2100" spc="-98" dirty="0">
                <a:latin typeface="Times New Roman" panose="02020603050405020304" pitchFamily="18" charset="0"/>
                <a:cs typeface="Times New Roman" panose="02020603050405020304" pitchFamily="18" charset="0"/>
              </a:rPr>
              <a:t>machines </a:t>
            </a:r>
            <a:r>
              <a:rPr sz="2100" spc="-116" dirty="0">
                <a:latin typeface="Times New Roman" panose="02020603050405020304" pitchFamily="18" charset="0"/>
                <a:cs typeface="Times New Roman" panose="02020603050405020304" pitchFamily="18" charset="0"/>
              </a:rPr>
              <a:t>can </a:t>
            </a:r>
            <a:r>
              <a:rPr sz="2100" spc="-113" dirty="0">
                <a:latin typeface="Times New Roman" panose="02020603050405020304" pitchFamily="18" charset="0"/>
                <a:cs typeface="Times New Roman" panose="02020603050405020304" pitchFamily="18" charset="0"/>
              </a:rPr>
              <a:t> </a:t>
            </a:r>
            <a:r>
              <a:rPr sz="2100" spc="-105" dirty="0">
                <a:latin typeface="Times New Roman" panose="02020603050405020304" pitchFamily="18" charset="0"/>
                <a:cs typeface="Times New Roman" panose="02020603050405020304" pitchFamily="18" charset="0"/>
              </a:rPr>
              <a:t>be</a:t>
            </a:r>
            <a:r>
              <a:rPr sz="2100" spc="-45" dirty="0">
                <a:latin typeface="Times New Roman" panose="02020603050405020304" pitchFamily="18" charset="0"/>
                <a:cs typeface="Times New Roman" panose="02020603050405020304" pitchFamily="18" charset="0"/>
              </a:rPr>
              <a:t> </a:t>
            </a:r>
            <a:r>
              <a:rPr sz="2100" spc="-113" dirty="0">
                <a:latin typeface="Times New Roman" panose="02020603050405020304" pitchFamily="18" charset="0"/>
                <a:cs typeface="Times New Roman" panose="02020603050405020304" pitchFamily="18" charset="0"/>
              </a:rPr>
              <a:t>easily</a:t>
            </a:r>
            <a:r>
              <a:rPr sz="2100" spc="-23" dirty="0">
                <a:latin typeface="Times New Roman" panose="02020603050405020304" pitchFamily="18" charset="0"/>
                <a:cs typeface="Times New Roman" panose="02020603050405020304" pitchFamily="18" charset="0"/>
              </a:rPr>
              <a:t> </a:t>
            </a:r>
            <a:r>
              <a:rPr sz="2100" spc="-101" dirty="0">
                <a:latin typeface="Times New Roman" panose="02020603050405020304" pitchFamily="18" charset="0"/>
                <a:cs typeface="Times New Roman" panose="02020603050405020304" pitchFamily="18" charset="0"/>
              </a:rPr>
              <a:t>migrated</a:t>
            </a:r>
            <a:r>
              <a:rPr sz="2100" spc="-4" dirty="0">
                <a:latin typeface="Times New Roman" panose="02020603050405020304" pitchFamily="18" charset="0"/>
                <a:cs typeface="Times New Roman" panose="02020603050405020304" pitchFamily="18" charset="0"/>
              </a:rPr>
              <a:t> </a:t>
            </a:r>
            <a:r>
              <a:rPr sz="2100" spc="-98" dirty="0">
                <a:latin typeface="Times New Roman" panose="02020603050405020304" pitchFamily="18" charset="0"/>
                <a:cs typeface="Times New Roman" panose="02020603050405020304" pitchFamily="18" charset="0"/>
              </a:rPr>
              <a:t>between</a:t>
            </a:r>
            <a:r>
              <a:rPr sz="2100" spc="-41" dirty="0">
                <a:latin typeface="Times New Roman" panose="02020603050405020304" pitchFamily="18" charset="0"/>
                <a:cs typeface="Times New Roman" panose="02020603050405020304" pitchFamily="18" charset="0"/>
              </a:rPr>
              <a:t> </a:t>
            </a:r>
            <a:r>
              <a:rPr sz="2100" spc="-113" dirty="0">
                <a:latin typeface="Times New Roman" panose="02020603050405020304" pitchFamily="18" charset="0"/>
                <a:cs typeface="Times New Roman" panose="02020603050405020304" pitchFamily="18" charset="0"/>
              </a:rPr>
              <a:t>each</a:t>
            </a:r>
            <a:r>
              <a:rPr sz="2100" spc="-45" dirty="0">
                <a:latin typeface="Times New Roman" panose="02020603050405020304" pitchFamily="18" charset="0"/>
                <a:cs typeface="Times New Roman" panose="02020603050405020304" pitchFamily="18" charset="0"/>
              </a:rPr>
              <a:t> </a:t>
            </a:r>
            <a:r>
              <a:rPr sz="2100" spc="-53" dirty="0">
                <a:latin typeface="Times New Roman" panose="02020603050405020304" pitchFamily="18" charset="0"/>
                <a:cs typeface="Times New Roman" panose="02020603050405020304" pitchFamily="18" charset="0"/>
              </a:rPr>
              <a:t>other</a:t>
            </a:r>
            <a:r>
              <a:rPr sz="2100" spc="-34" dirty="0">
                <a:latin typeface="Times New Roman" panose="02020603050405020304" pitchFamily="18" charset="0"/>
                <a:cs typeface="Times New Roman" panose="02020603050405020304" pitchFamily="18" charset="0"/>
              </a:rPr>
              <a:t> </a:t>
            </a:r>
            <a:r>
              <a:rPr sz="2100" spc="-109" dirty="0">
                <a:latin typeface="Times New Roman" panose="02020603050405020304" pitchFamily="18" charset="0"/>
                <a:cs typeface="Times New Roman" panose="02020603050405020304" pitchFamily="18" charset="0"/>
              </a:rPr>
              <a:t>and</a:t>
            </a:r>
            <a:r>
              <a:rPr sz="2100" spc="-41" dirty="0">
                <a:latin typeface="Times New Roman" panose="02020603050405020304" pitchFamily="18" charset="0"/>
                <a:cs typeface="Times New Roman" panose="02020603050405020304" pitchFamily="18" charset="0"/>
              </a:rPr>
              <a:t> </a:t>
            </a:r>
            <a:r>
              <a:rPr sz="2100" spc="-124" dirty="0">
                <a:latin typeface="Times New Roman" panose="02020603050405020304" pitchFamily="18" charset="0"/>
                <a:cs typeface="Times New Roman" panose="02020603050405020304" pitchFamily="18" charset="0"/>
              </a:rPr>
              <a:t>efficiently</a:t>
            </a:r>
            <a:r>
              <a:rPr sz="2100" spc="-19" dirty="0">
                <a:latin typeface="Times New Roman" panose="02020603050405020304" pitchFamily="18" charset="0"/>
                <a:cs typeface="Times New Roman" panose="02020603050405020304" pitchFamily="18" charset="0"/>
              </a:rPr>
              <a:t> </a:t>
            </a:r>
            <a:r>
              <a:rPr sz="2100" spc="-105" dirty="0">
                <a:latin typeface="Times New Roman" panose="02020603050405020304" pitchFamily="18" charset="0"/>
                <a:cs typeface="Times New Roman" panose="02020603050405020304" pitchFamily="18" charset="0"/>
              </a:rPr>
              <a:t>redeployed.</a:t>
            </a:r>
            <a:endParaRPr sz="2100" dirty="0">
              <a:latin typeface="Times New Roman" panose="02020603050405020304" pitchFamily="18" charset="0"/>
              <a:cs typeface="Times New Roman" panose="02020603050405020304" pitchFamily="18" charset="0"/>
            </a:endParaRPr>
          </a:p>
        </p:txBody>
      </p:sp>
      <p:sp>
        <p:nvSpPr>
          <p:cNvPr id="3" name="object 2"/>
          <p:cNvSpPr txBox="1">
            <a:spLocks/>
          </p:cNvSpPr>
          <p:nvPr/>
        </p:nvSpPr>
        <p:spPr>
          <a:xfrm>
            <a:off x="1138130" y="535078"/>
            <a:ext cx="3113246" cy="440986"/>
          </a:xfrm>
          <a:prstGeom prst="rect">
            <a:avLst/>
          </a:prstGeom>
        </p:spPr>
        <p:txBody>
          <a:bodyPr vert="horz" wrap="square" lIns="0" tIns="10001" rIns="0" bIns="0" rtlCol="0">
            <a:spAutoFit/>
          </a:bodyPr>
          <a:lstStyle>
            <a:lvl1pPr algn="l" defTabSz="914400" rtl="0" eaLnBrk="1" latinLnBrk="0" hangingPunct="1">
              <a:lnSpc>
                <a:spcPct val="90000"/>
              </a:lnSpc>
              <a:spcBef>
                <a:spcPct val="0"/>
              </a:spcBef>
              <a:buNone/>
              <a:defRPr sz="3400" kern="1200">
                <a:solidFill>
                  <a:schemeClr val="accent2"/>
                </a:solidFill>
                <a:latin typeface="+mj-lt"/>
                <a:ea typeface="+mj-ea"/>
                <a:cs typeface="+mj-cs"/>
              </a:defRPr>
            </a:lvl1pPr>
          </a:lstStyle>
          <a:p>
            <a:pPr marL="9525">
              <a:lnSpc>
                <a:spcPct val="100000"/>
              </a:lnSpc>
              <a:spcBef>
                <a:spcPts val="79"/>
              </a:spcBef>
            </a:pPr>
            <a:r>
              <a:rPr lang="en-IN" sz="2800" spc="356" dirty="0"/>
              <a:t>A</a:t>
            </a:r>
            <a:r>
              <a:rPr lang="en-IN" sz="2800" spc="203" dirty="0"/>
              <a:t>D</a:t>
            </a:r>
            <a:r>
              <a:rPr lang="en-IN" sz="2800" spc="45" dirty="0"/>
              <a:t>V</a:t>
            </a:r>
            <a:r>
              <a:rPr lang="en-IN" sz="2800" spc="382" dirty="0"/>
              <a:t>A</a:t>
            </a:r>
            <a:r>
              <a:rPr lang="en-IN" sz="2800" spc="390" dirty="0"/>
              <a:t>N</a:t>
            </a:r>
            <a:r>
              <a:rPr lang="en-IN" sz="2800" spc="-34" dirty="0"/>
              <a:t>T</a:t>
            </a:r>
            <a:r>
              <a:rPr lang="en-IN" sz="2800" spc="248" dirty="0"/>
              <a:t>A</a:t>
            </a:r>
            <a:r>
              <a:rPr lang="en-IN" sz="2800" spc="270" dirty="0"/>
              <a:t>G</a:t>
            </a:r>
            <a:r>
              <a:rPr lang="en-IN" sz="2800" spc="221" dirty="0"/>
              <a:t>E</a:t>
            </a:r>
            <a:r>
              <a:rPr lang="en-IN" sz="2800" spc="225" dirty="0"/>
              <a:t>S</a:t>
            </a:r>
            <a:endParaRPr lang="en-IN" sz="2800" dirty="0"/>
          </a:p>
        </p:txBody>
      </p:sp>
    </p:spTree>
    <p:extLst>
      <p:ext uri="{BB962C8B-B14F-4D97-AF65-F5344CB8AC3E}">
        <p14:creationId xmlns:p14="http://schemas.microsoft.com/office/powerpoint/2010/main" val="2680565457"/>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051560" y="1106424"/>
            <a:ext cx="7507224" cy="2433358"/>
          </a:xfrm>
          <a:prstGeom prst="rect">
            <a:avLst/>
          </a:prstGeom>
        </p:spPr>
        <p:txBody>
          <a:bodyPr vert="horz" wrap="square" lIns="0" tIns="9525" rIns="0" bIns="0" rtlCol="0">
            <a:spAutoFit/>
          </a:bodyPr>
          <a:lstStyle/>
          <a:p>
            <a:pPr marL="180975" marR="3810" indent="-171450" algn="just">
              <a:lnSpc>
                <a:spcPct val="150000"/>
              </a:lnSpc>
              <a:spcBef>
                <a:spcPts val="75"/>
              </a:spcBef>
              <a:buClr>
                <a:srgbClr val="B71E42"/>
              </a:buClr>
              <a:buFont typeface="Arial MT"/>
              <a:buChar char="•"/>
              <a:tabLst>
                <a:tab pos="180975" algn="l"/>
              </a:tabLst>
            </a:pPr>
            <a:r>
              <a:rPr sz="2100" b="1" spc="15" dirty="0">
                <a:latin typeface="Times New Roman" panose="02020603050405020304" pitchFamily="18" charset="0"/>
                <a:cs typeface="Times New Roman" panose="02020603050405020304" pitchFamily="18" charset="0"/>
              </a:rPr>
              <a:t>Improved </a:t>
            </a:r>
            <a:r>
              <a:rPr sz="2100" b="1" spc="-38" dirty="0">
                <a:latin typeface="Times New Roman" panose="02020603050405020304" pitchFamily="18" charset="0"/>
                <a:cs typeface="Times New Roman" panose="02020603050405020304" pitchFamily="18" charset="0"/>
              </a:rPr>
              <a:t>productivity.</a:t>
            </a:r>
            <a:r>
              <a:rPr sz="2100" b="1" spc="-34" dirty="0">
                <a:latin typeface="Times New Roman" panose="02020603050405020304" pitchFamily="18" charset="0"/>
                <a:cs typeface="Times New Roman" panose="02020603050405020304" pitchFamily="18" charset="0"/>
              </a:rPr>
              <a:t> </a:t>
            </a:r>
            <a:r>
              <a:rPr sz="2100" spc="-94" dirty="0">
                <a:latin typeface="Times New Roman" panose="02020603050405020304" pitchFamily="18" charset="0"/>
                <a:cs typeface="Times New Roman" panose="02020603050405020304" pitchFamily="18" charset="0"/>
              </a:rPr>
              <a:t>Fewer</a:t>
            </a:r>
            <a:r>
              <a:rPr sz="2100" spc="-90" dirty="0">
                <a:latin typeface="Times New Roman" panose="02020603050405020304" pitchFamily="18" charset="0"/>
                <a:cs typeface="Times New Roman" panose="02020603050405020304" pitchFamily="18" charset="0"/>
              </a:rPr>
              <a:t> </a:t>
            </a:r>
            <a:r>
              <a:rPr sz="2100" spc="-116" dirty="0">
                <a:latin typeface="Times New Roman" panose="02020603050405020304" pitchFamily="18" charset="0"/>
                <a:cs typeface="Times New Roman" panose="02020603050405020304" pitchFamily="18" charset="0"/>
              </a:rPr>
              <a:t>physical</a:t>
            </a:r>
            <a:r>
              <a:rPr sz="2100" spc="-113" dirty="0">
                <a:latin typeface="Times New Roman" panose="02020603050405020304" pitchFamily="18" charset="0"/>
                <a:cs typeface="Times New Roman" panose="02020603050405020304" pitchFamily="18" charset="0"/>
              </a:rPr>
              <a:t> </a:t>
            </a:r>
            <a:r>
              <a:rPr sz="2100" spc="-64" dirty="0">
                <a:latin typeface="Times New Roman" panose="02020603050405020304" pitchFamily="18" charset="0"/>
                <a:cs typeface="Times New Roman" panose="02020603050405020304" pitchFamily="18" charset="0"/>
              </a:rPr>
              <a:t>resources</a:t>
            </a:r>
            <a:r>
              <a:rPr sz="2100" spc="-60" dirty="0">
                <a:latin typeface="Times New Roman" panose="02020603050405020304" pitchFamily="18" charset="0"/>
                <a:cs typeface="Times New Roman" panose="02020603050405020304" pitchFamily="18" charset="0"/>
              </a:rPr>
              <a:t> </a:t>
            </a:r>
            <a:r>
              <a:rPr sz="2100" spc="-83" dirty="0">
                <a:latin typeface="Times New Roman" panose="02020603050405020304" pitchFamily="18" charset="0"/>
                <a:cs typeface="Times New Roman" panose="02020603050405020304" pitchFamily="18" charset="0"/>
              </a:rPr>
              <a:t>results</a:t>
            </a:r>
            <a:r>
              <a:rPr sz="2100" spc="375" dirty="0">
                <a:latin typeface="Times New Roman" panose="02020603050405020304" pitchFamily="18" charset="0"/>
                <a:cs typeface="Times New Roman" panose="02020603050405020304" pitchFamily="18" charset="0"/>
              </a:rPr>
              <a:t> </a:t>
            </a:r>
            <a:r>
              <a:rPr sz="2100" spc="-101" dirty="0">
                <a:latin typeface="Times New Roman" panose="02020603050405020304" pitchFamily="18" charset="0"/>
                <a:cs typeface="Times New Roman" panose="02020603050405020304" pitchFamily="18" charset="0"/>
              </a:rPr>
              <a:t>in</a:t>
            </a:r>
            <a:r>
              <a:rPr sz="2100" spc="341" dirty="0">
                <a:latin typeface="Times New Roman" panose="02020603050405020304" pitchFamily="18" charset="0"/>
                <a:cs typeface="Times New Roman" panose="02020603050405020304" pitchFamily="18" charset="0"/>
              </a:rPr>
              <a:t> </a:t>
            </a:r>
            <a:r>
              <a:rPr sz="2100" spc="-86" dirty="0">
                <a:latin typeface="Times New Roman" panose="02020603050405020304" pitchFamily="18" charset="0"/>
                <a:cs typeface="Times New Roman" panose="02020603050405020304" pitchFamily="18" charset="0"/>
              </a:rPr>
              <a:t>less </a:t>
            </a:r>
            <a:r>
              <a:rPr sz="2100" spc="-83" dirty="0">
                <a:latin typeface="Times New Roman" panose="02020603050405020304" pitchFamily="18" charset="0"/>
                <a:cs typeface="Times New Roman" panose="02020603050405020304" pitchFamily="18" charset="0"/>
              </a:rPr>
              <a:t> </a:t>
            </a:r>
            <a:r>
              <a:rPr sz="2100" spc="-116" dirty="0">
                <a:latin typeface="Times New Roman" panose="02020603050405020304" pitchFamily="18" charset="0"/>
                <a:cs typeface="Times New Roman" panose="02020603050405020304" pitchFamily="18" charset="0"/>
              </a:rPr>
              <a:t>time </a:t>
            </a:r>
            <a:r>
              <a:rPr sz="2100" spc="-94" dirty="0">
                <a:latin typeface="Times New Roman" panose="02020603050405020304" pitchFamily="18" charset="0"/>
                <a:cs typeface="Times New Roman" panose="02020603050405020304" pitchFamily="18" charset="0"/>
              </a:rPr>
              <a:t>spent </a:t>
            </a:r>
            <a:r>
              <a:rPr sz="2100" spc="-131" dirty="0">
                <a:latin typeface="Times New Roman" panose="02020603050405020304" pitchFamily="18" charset="0"/>
                <a:cs typeface="Times New Roman" panose="02020603050405020304" pitchFamily="18" charset="0"/>
              </a:rPr>
              <a:t>managing </a:t>
            </a:r>
            <a:r>
              <a:rPr sz="2100" spc="-116" dirty="0">
                <a:latin typeface="Times New Roman" panose="02020603050405020304" pitchFamily="18" charset="0"/>
                <a:cs typeface="Times New Roman" panose="02020603050405020304" pitchFamily="18" charset="0"/>
              </a:rPr>
              <a:t>and </a:t>
            </a:r>
            <a:r>
              <a:rPr sz="2100" spc="-124" dirty="0">
                <a:latin typeface="Times New Roman" panose="02020603050405020304" pitchFamily="18" charset="0"/>
                <a:cs typeface="Times New Roman" panose="02020603050405020304" pitchFamily="18" charset="0"/>
              </a:rPr>
              <a:t>maintaining </a:t>
            </a:r>
            <a:r>
              <a:rPr sz="2100" spc="-109" dirty="0">
                <a:latin typeface="Times New Roman" panose="02020603050405020304" pitchFamily="18" charset="0"/>
                <a:cs typeface="Times New Roman" panose="02020603050405020304" pitchFamily="18" charset="0"/>
              </a:rPr>
              <a:t>the </a:t>
            </a:r>
            <a:r>
              <a:rPr sz="2100" spc="-83" dirty="0">
                <a:latin typeface="Times New Roman" panose="02020603050405020304" pitchFamily="18" charset="0"/>
                <a:cs typeface="Times New Roman" panose="02020603050405020304" pitchFamily="18" charset="0"/>
              </a:rPr>
              <a:t>servers. </a:t>
            </a:r>
            <a:r>
              <a:rPr sz="2100" spc="-98" dirty="0">
                <a:latin typeface="Times New Roman" panose="02020603050405020304" pitchFamily="18" charset="0"/>
                <a:cs typeface="Times New Roman" panose="02020603050405020304" pitchFamily="18" charset="0"/>
              </a:rPr>
              <a:t>Tasks </a:t>
            </a:r>
            <a:r>
              <a:rPr sz="2100" spc="-124" dirty="0">
                <a:latin typeface="Times New Roman" panose="02020603050405020304" pitchFamily="18" charset="0"/>
                <a:cs typeface="Times New Roman" panose="02020603050405020304" pitchFamily="18" charset="0"/>
              </a:rPr>
              <a:t>that can </a:t>
            </a:r>
            <a:r>
              <a:rPr sz="2100" spc="-127" dirty="0">
                <a:latin typeface="Times New Roman" panose="02020603050405020304" pitchFamily="18" charset="0"/>
                <a:cs typeface="Times New Roman" panose="02020603050405020304" pitchFamily="18" charset="0"/>
              </a:rPr>
              <a:t>take </a:t>
            </a:r>
            <a:r>
              <a:rPr sz="2100" spc="-124" dirty="0">
                <a:latin typeface="Times New Roman" panose="02020603050405020304" pitchFamily="18" charset="0"/>
                <a:cs typeface="Times New Roman" panose="02020603050405020304" pitchFamily="18" charset="0"/>
              </a:rPr>
              <a:t> </a:t>
            </a:r>
            <a:r>
              <a:rPr sz="2100" spc="-120" dirty="0">
                <a:latin typeface="Times New Roman" panose="02020603050405020304" pitchFamily="18" charset="0"/>
                <a:cs typeface="Times New Roman" panose="02020603050405020304" pitchFamily="18" charset="0"/>
              </a:rPr>
              <a:t>days </a:t>
            </a:r>
            <a:r>
              <a:rPr sz="2100" spc="15" dirty="0">
                <a:latin typeface="Times New Roman" panose="02020603050405020304" pitchFamily="18" charset="0"/>
                <a:cs typeface="Times New Roman" panose="02020603050405020304" pitchFamily="18" charset="0"/>
              </a:rPr>
              <a:t>or </a:t>
            </a:r>
            <a:r>
              <a:rPr sz="2100" spc="-83" dirty="0">
                <a:latin typeface="Times New Roman" panose="02020603050405020304" pitchFamily="18" charset="0"/>
                <a:cs typeface="Times New Roman" panose="02020603050405020304" pitchFamily="18" charset="0"/>
              </a:rPr>
              <a:t>weeks </a:t>
            </a:r>
            <a:r>
              <a:rPr sz="2100" spc="-101" dirty="0">
                <a:latin typeface="Times New Roman" panose="02020603050405020304" pitchFamily="18" charset="0"/>
                <a:cs typeface="Times New Roman" panose="02020603050405020304" pitchFamily="18" charset="0"/>
              </a:rPr>
              <a:t>in </a:t>
            </a:r>
            <a:r>
              <a:rPr sz="2100" spc="-180" dirty="0">
                <a:latin typeface="Times New Roman" panose="02020603050405020304" pitchFamily="18" charset="0"/>
                <a:cs typeface="Times New Roman" panose="02020603050405020304" pitchFamily="18" charset="0"/>
              </a:rPr>
              <a:t>a </a:t>
            </a:r>
            <a:r>
              <a:rPr sz="2100" spc="-120" dirty="0">
                <a:latin typeface="Times New Roman" panose="02020603050405020304" pitchFamily="18" charset="0"/>
                <a:cs typeface="Times New Roman" panose="02020603050405020304" pitchFamily="18" charset="0"/>
              </a:rPr>
              <a:t>physical </a:t>
            </a:r>
            <a:r>
              <a:rPr sz="2100" spc="-90" dirty="0">
                <a:latin typeface="Times New Roman" panose="02020603050405020304" pitchFamily="18" charset="0"/>
                <a:cs typeface="Times New Roman" panose="02020603050405020304" pitchFamily="18" charset="0"/>
              </a:rPr>
              <a:t>environment </a:t>
            </a:r>
            <a:r>
              <a:rPr sz="2100" spc="-124" dirty="0">
                <a:latin typeface="Times New Roman" panose="02020603050405020304" pitchFamily="18" charset="0"/>
                <a:cs typeface="Times New Roman" panose="02020603050405020304" pitchFamily="18" charset="0"/>
              </a:rPr>
              <a:t>can </a:t>
            </a:r>
            <a:r>
              <a:rPr sz="2100" spc="-113" dirty="0">
                <a:latin typeface="Times New Roman" panose="02020603050405020304" pitchFamily="18" charset="0"/>
                <a:cs typeface="Times New Roman" panose="02020603050405020304" pitchFamily="18" charset="0"/>
              </a:rPr>
              <a:t>be </a:t>
            </a:r>
            <a:r>
              <a:rPr sz="2100" spc="-68" dirty="0">
                <a:latin typeface="Times New Roman" panose="02020603050405020304" pitchFamily="18" charset="0"/>
                <a:cs typeface="Times New Roman" panose="02020603050405020304" pitchFamily="18" charset="0"/>
              </a:rPr>
              <a:t>done </a:t>
            </a:r>
            <a:r>
              <a:rPr sz="2100" spc="-101" dirty="0">
                <a:latin typeface="Times New Roman" panose="02020603050405020304" pitchFamily="18" charset="0"/>
                <a:cs typeface="Times New Roman" panose="02020603050405020304" pitchFamily="18" charset="0"/>
              </a:rPr>
              <a:t>in </a:t>
            </a:r>
            <a:r>
              <a:rPr sz="2100" spc="-120" dirty="0">
                <a:latin typeface="Times New Roman" panose="02020603050405020304" pitchFamily="18" charset="0"/>
                <a:cs typeface="Times New Roman" panose="02020603050405020304" pitchFamily="18" charset="0"/>
              </a:rPr>
              <a:t>minutes. </a:t>
            </a:r>
            <a:r>
              <a:rPr sz="2100" spc="-53" dirty="0">
                <a:latin typeface="Times New Roman" panose="02020603050405020304" pitchFamily="18" charset="0"/>
                <a:cs typeface="Times New Roman" panose="02020603050405020304" pitchFamily="18" charset="0"/>
              </a:rPr>
              <a:t>This </a:t>
            </a:r>
            <a:r>
              <a:rPr sz="2100" spc="-49" dirty="0">
                <a:latin typeface="Times New Roman" panose="02020603050405020304" pitchFamily="18" charset="0"/>
                <a:cs typeface="Times New Roman" panose="02020603050405020304" pitchFamily="18" charset="0"/>
              </a:rPr>
              <a:t> </a:t>
            </a:r>
            <a:r>
              <a:rPr sz="2100" spc="-90" dirty="0">
                <a:latin typeface="Times New Roman" panose="02020603050405020304" pitchFamily="18" charset="0"/>
                <a:cs typeface="Times New Roman" panose="02020603050405020304" pitchFamily="18" charset="0"/>
              </a:rPr>
              <a:t>allows </a:t>
            </a:r>
            <a:r>
              <a:rPr sz="2100" spc="-153" dirty="0">
                <a:latin typeface="Times New Roman" panose="02020603050405020304" pitchFamily="18" charset="0"/>
                <a:cs typeface="Times New Roman" panose="02020603050405020304" pitchFamily="18" charset="0"/>
              </a:rPr>
              <a:t>staff</a:t>
            </a:r>
            <a:r>
              <a:rPr sz="2100" spc="-150" dirty="0">
                <a:latin typeface="Times New Roman" panose="02020603050405020304" pitchFamily="18" charset="0"/>
                <a:cs typeface="Times New Roman" panose="02020603050405020304" pitchFamily="18" charset="0"/>
              </a:rPr>
              <a:t> </a:t>
            </a:r>
            <a:r>
              <a:rPr sz="2100" spc="-83" dirty="0">
                <a:latin typeface="Times New Roman" panose="02020603050405020304" pitchFamily="18" charset="0"/>
                <a:cs typeface="Times New Roman" panose="02020603050405020304" pitchFamily="18" charset="0"/>
              </a:rPr>
              <a:t>members </a:t>
            </a:r>
            <a:r>
              <a:rPr sz="2100" spc="-49" dirty="0">
                <a:latin typeface="Times New Roman" panose="02020603050405020304" pitchFamily="18" charset="0"/>
                <a:cs typeface="Times New Roman" panose="02020603050405020304" pitchFamily="18" charset="0"/>
              </a:rPr>
              <a:t>to </a:t>
            </a:r>
            <a:r>
              <a:rPr sz="2100" spc="-86" dirty="0">
                <a:latin typeface="Times New Roman" panose="02020603050405020304" pitchFamily="18" charset="0"/>
                <a:cs typeface="Times New Roman" panose="02020603050405020304" pitchFamily="18" charset="0"/>
              </a:rPr>
              <a:t>spend </a:t>
            </a:r>
            <a:r>
              <a:rPr sz="2100" spc="-109" dirty="0">
                <a:latin typeface="Times New Roman" panose="02020603050405020304" pitchFamily="18" charset="0"/>
                <a:cs typeface="Times New Roman" panose="02020603050405020304" pitchFamily="18" charset="0"/>
              </a:rPr>
              <a:t>the majority </a:t>
            </a:r>
            <a:r>
              <a:rPr sz="2100" spc="-98" dirty="0">
                <a:latin typeface="Times New Roman" panose="02020603050405020304" pitchFamily="18" charset="0"/>
                <a:cs typeface="Times New Roman" panose="02020603050405020304" pitchFamily="18" charset="0"/>
              </a:rPr>
              <a:t>of </a:t>
            </a:r>
            <a:r>
              <a:rPr sz="2100" spc="-86" dirty="0">
                <a:latin typeface="Times New Roman" panose="02020603050405020304" pitchFamily="18" charset="0"/>
                <a:cs typeface="Times New Roman" panose="02020603050405020304" pitchFamily="18" charset="0"/>
              </a:rPr>
              <a:t>their </a:t>
            </a:r>
            <a:r>
              <a:rPr sz="2100" spc="-120" dirty="0">
                <a:latin typeface="Times New Roman" panose="02020603050405020304" pitchFamily="18" charset="0"/>
                <a:cs typeface="Times New Roman" panose="02020603050405020304" pitchFamily="18" charset="0"/>
              </a:rPr>
              <a:t>time</a:t>
            </a:r>
            <a:r>
              <a:rPr sz="2100" spc="-116" dirty="0">
                <a:latin typeface="Times New Roman" panose="02020603050405020304" pitchFamily="18" charset="0"/>
                <a:cs typeface="Times New Roman" panose="02020603050405020304" pitchFamily="18" charset="0"/>
              </a:rPr>
              <a:t> </a:t>
            </a:r>
            <a:r>
              <a:rPr sz="2100" spc="-30" dirty="0">
                <a:latin typeface="Times New Roman" panose="02020603050405020304" pitchFamily="18" charset="0"/>
                <a:cs typeface="Times New Roman" panose="02020603050405020304" pitchFamily="18" charset="0"/>
              </a:rPr>
              <a:t>on </a:t>
            </a:r>
            <a:r>
              <a:rPr sz="2100" spc="-60" dirty="0">
                <a:latin typeface="Times New Roman" panose="02020603050405020304" pitchFamily="18" charset="0"/>
                <a:cs typeface="Times New Roman" panose="02020603050405020304" pitchFamily="18" charset="0"/>
              </a:rPr>
              <a:t>more </a:t>
            </a:r>
            <a:r>
              <a:rPr sz="2100" spc="-56" dirty="0">
                <a:latin typeface="Times New Roman" panose="02020603050405020304" pitchFamily="18" charset="0"/>
                <a:cs typeface="Times New Roman" panose="02020603050405020304" pitchFamily="18" charset="0"/>
              </a:rPr>
              <a:t> </a:t>
            </a:r>
            <a:r>
              <a:rPr sz="2100" spc="-86" dirty="0">
                <a:latin typeface="Times New Roman" panose="02020603050405020304" pitchFamily="18" charset="0"/>
                <a:cs typeface="Times New Roman" panose="02020603050405020304" pitchFamily="18" charset="0"/>
              </a:rPr>
              <a:t>productive</a:t>
            </a:r>
            <a:r>
              <a:rPr sz="2100" spc="-83" dirty="0">
                <a:latin typeface="Times New Roman" panose="02020603050405020304" pitchFamily="18" charset="0"/>
                <a:cs typeface="Times New Roman" panose="02020603050405020304" pitchFamily="18" charset="0"/>
              </a:rPr>
              <a:t> </a:t>
            </a:r>
            <a:r>
              <a:rPr sz="2100" spc="-116" dirty="0">
                <a:latin typeface="Times New Roman" panose="02020603050405020304" pitchFamily="18" charset="0"/>
                <a:cs typeface="Times New Roman" panose="02020603050405020304" pitchFamily="18" charset="0"/>
              </a:rPr>
              <a:t>tasks,</a:t>
            </a:r>
            <a:r>
              <a:rPr sz="2100" spc="-113" dirty="0">
                <a:latin typeface="Times New Roman" panose="02020603050405020304" pitchFamily="18" charset="0"/>
                <a:cs typeface="Times New Roman" panose="02020603050405020304" pitchFamily="18" charset="0"/>
              </a:rPr>
              <a:t> </a:t>
            </a:r>
            <a:r>
              <a:rPr sz="2100" spc="-83" dirty="0">
                <a:latin typeface="Times New Roman" panose="02020603050405020304" pitchFamily="18" charset="0"/>
                <a:cs typeface="Times New Roman" panose="02020603050405020304" pitchFamily="18" charset="0"/>
              </a:rPr>
              <a:t>such</a:t>
            </a:r>
            <a:r>
              <a:rPr sz="2100" spc="-79" dirty="0">
                <a:latin typeface="Times New Roman" panose="02020603050405020304" pitchFamily="18" charset="0"/>
                <a:cs typeface="Times New Roman" panose="02020603050405020304" pitchFamily="18" charset="0"/>
              </a:rPr>
              <a:t> </a:t>
            </a:r>
            <a:r>
              <a:rPr sz="2100" spc="-109" dirty="0">
                <a:latin typeface="Times New Roman" panose="02020603050405020304" pitchFamily="18" charset="0"/>
                <a:cs typeface="Times New Roman" panose="02020603050405020304" pitchFamily="18" charset="0"/>
              </a:rPr>
              <a:t>as</a:t>
            </a:r>
            <a:r>
              <a:rPr sz="2100" spc="-105" dirty="0">
                <a:latin typeface="Times New Roman" panose="02020603050405020304" pitchFamily="18" charset="0"/>
                <a:cs typeface="Times New Roman" panose="02020603050405020304" pitchFamily="18" charset="0"/>
              </a:rPr>
              <a:t> </a:t>
            </a:r>
            <a:r>
              <a:rPr sz="2100" spc="-98" dirty="0">
                <a:latin typeface="Times New Roman" panose="02020603050405020304" pitchFamily="18" charset="0"/>
                <a:cs typeface="Times New Roman" panose="02020603050405020304" pitchFamily="18" charset="0"/>
              </a:rPr>
              <a:t>raising</a:t>
            </a:r>
            <a:r>
              <a:rPr sz="2100" spc="-94" dirty="0">
                <a:latin typeface="Times New Roman" panose="02020603050405020304" pitchFamily="18" charset="0"/>
                <a:cs typeface="Times New Roman" panose="02020603050405020304" pitchFamily="18" charset="0"/>
              </a:rPr>
              <a:t> </a:t>
            </a:r>
            <a:r>
              <a:rPr sz="2100" spc="-109" dirty="0">
                <a:latin typeface="Times New Roman" panose="02020603050405020304" pitchFamily="18" charset="0"/>
                <a:cs typeface="Times New Roman" panose="02020603050405020304" pitchFamily="18" charset="0"/>
              </a:rPr>
              <a:t>revenue</a:t>
            </a:r>
            <a:r>
              <a:rPr sz="2100" spc="-105" dirty="0">
                <a:latin typeface="Times New Roman" panose="02020603050405020304" pitchFamily="18" charset="0"/>
                <a:cs typeface="Times New Roman" panose="02020603050405020304" pitchFamily="18" charset="0"/>
              </a:rPr>
              <a:t> </a:t>
            </a:r>
            <a:r>
              <a:rPr sz="2100" spc="-124" dirty="0">
                <a:latin typeface="Times New Roman" panose="02020603050405020304" pitchFamily="18" charset="0"/>
                <a:cs typeface="Times New Roman" panose="02020603050405020304" pitchFamily="18" charset="0"/>
              </a:rPr>
              <a:t>and</a:t>
            </a:r>
            <a:r>
              <a:rPr sz="2100" spc="296" dirty="0">
                <a:latin typeface="Times New Roman" panose="02020603050405020304" pitchFamily="18" charset="0"/>
                <a:cs typeface="Times New Roman" panose="02020603050405020304" pitchFamily="18" charset="0"/>
              </a:rPr>
              <a:t> </a:t>
            </a:r>
            <a:r>
              <a:rPr sz="2100" spc="-90" dirty="0">
                <a:latin typeface="Times New Roman" panose="02020603050405020304" pitchFamily="18" charset="0"/>
                <a:cs typeface="Times New Roman" panose="02020603050405020304" pitchFamily="18" charset="0"/>
              </a:rPr>
              <a:t>fostering</a:t>
            </a:r>
            <a:r>
              <a:rPr sz="2100" spc="-86" dirty="0">
                <a:latin typeface="Times New Roman" panose="02020603050405020304" pitchFamily="18" charset="0"/>
                <a:cs typeface="Times New Roman" panose="02020603050405020304" pitchFamily="18" charset="0"/>
              </a:rPr>
              <a:t> </a:t>
            </a:r>
            <a:r>
              <a:rPr sz="2100" spc="-79" dirty="0">
                <a:latin typeface="Times New Roman" panose="02020603050405020304" pitchFamily="18" charset="0"/>
                <a:cs typeface="Times New Roman" panose="02020603050405020304" pitchFamily="18" charset="0"/>
              </a:rPr>
              <a:t>business </a:t>
            </a:r>
            <a:r>
              <a:rPr sz="2100" spc="-75" dirty="0">
                <a:latin typeface="Times New Roman" panose="02020603050405020304" pitchFamily="18" charset="0"/>
                <a:cs typeface="Times New Roman" panose="02020603050405020304" pitchFamily="18" charset="0"/>
              </a:rPr>
              <a:t> </a:t>
            </a:r>
            <a:r>
              <a:rPr sz="2100" spc="-127" dirty="0">
                <a:latin typeface="Times New Roman" panose="02020603050405020304" pitchFamily="18" charset="0"/>
                <a:cs typeface="Times New Roman" panose="02020603050405020304" pitchFamily="18" charset="0"/>
              </a:rPr>
              <a:t>initiatives.</a:t>
            </a:r>
            <a:endParaRPr sz="2100" dirty="0">
              <a:latin typeface="Times New Roman" panose="02020603050405020304" pitchFamily="18" charset="0"/>
              <a:cs typeface="Times New Roman" panose="02020603050405020304" pitchFamily="18" charset="0"/>
            </a:endParaRPr>
          </a:p>
        </p:txBody>
      </p:sp>
      <p:sp>
        <p:nvSpPr>
          <p:cNvPr id="3" name="object 2"/>
          <p:cNvSpPr txBox="1">
            <a:spLocks/>
          </p:cNvSpPr>
          <p:nvPr/>
        </p:nvSpPr>
        <p:spPr>
          <a:xfrm>
            <a:off x="1147858" y="610020"/>
            <a:ext cx="3113246" cy="379431"/>
          </a:xfrm>
          <a:prstGeom prst="rect">
            <a:avLst/>
          </a:prstGeom>
        </p:spPr>
        <p:txBody>
          <a:bodyPr vert="horz" wrap="square" lIns="0" tIns="10001" rIns="0" bIns="0" rtlCol="0">
            <a:spAutoFit/>
          </a:bodyPr>
          <a:lstStyle>
            <a:lvl1pPr algn="l" defTabSz="914400" rtl="0" eaLnBrk="1" latinLnBrk="0" hangingPunct="1">
              <a:lnSpc>
                <a:spcPct val="90000"/>
              </a:lnSpc>
              <a:spcBef>
                <a:spcPct val="0"/>
              </a:spcBef>
              <a:buNone/>
              <a:defRPr sz="3400" kern="1200">
                <a:solidFill>
                  <a:schemeClr val="accent2"/>
                </a:solidFill>
                <a:latin typeface="+mj-lt"/>
                <a:ea typeface="+mj-ea"/>
                <a:cs typeface="+mj-cs"/>
              </a:defRPr>
            </a:lvl1pPr>
          </a:lstStyle>
          <a:p>
            <a:pPr marL="9525">
              <a:lnSpc>
                <a:spcPct val="100000"/>
              </a:lnSpc>
              <a:spcBef>
                <a:spcPts val="79"/>
              </a:spcBef>
            </a:pPr>
            <a:r>
              <a:rPr lang="en-IN" sz="2400" spc="356" dirty="0"/>
              <a:t>A</a:t>
            </a:r>
            <a:r>
              <a:rPr lang="en-IN" sz="2400" spc="203" dirty="0"/>
              <a:t>D</a:t>
            </a:r>
            <a:r>
              <a:rPr lang="en-IN" sz="2400" spc="45" dirty="0"/>
              <a:t>V</a:t>
            </a:r>
            <a:r>
              <a:rPr lang="en-IN" sz="2400" spc="382" dirty="0"/>
              <a:t>A</a:t>
            </a:r>
            <a:r>
              <a:rPr lang="en-IN" sz="2400" spc="390" dirty="0"/>
              <a:t>N</a:t>
            </a:r>
            <a:r>
              <a:rPr lang="en-IN" sz="2400" spc="-34" dirty="0"/>
              <a:t>T</a:t>
            </a:r>
            <a:r>
              <a:rPr lang="en-IN" sz="2400" spc="248" dirty="0"/>
              <a:t>A</a:t>
            </a:r>
            <a:r>
              <a:rPr lang="en-IN" sz="2400" spc="270" dirty="0"/>
              <a:t>G</a:t>
            </a:r>
            <a:r>
              <a:rPr lang="en-IN" sz="2400" spc="221" dirty="0"/>
              <a:t>E</a:t>
            </a:r>
            <a:r>
              <a:rPr lang="en-IN" sz="2400" spc="225" dirty="0"/>
              <a:t>S</a:t>
            </a:r>
            <a:endParaRPr lang="en-IN" sz="2400" dirty="0"/>
          </a:p>
        </p:txBody>
      </p:sp>
    </p:spTree>
    <p:extLst>
      <p:ext uri="{BB962C8B-B14F-4D97-AF65-F5344CB8AC3E}">
        <p14:creationId xmlns:p14="http://schemas.microsoft.com/office/powerpoint/2010/main" val="1772104215"/>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91284" y="359591"/>
            <a:ext cx="7141976" cy="496832"/>
          </a:xfrm>
          <a:prstGeom prst="rect">
            <a:avLst/>
          </a:prstGeom>
        </p:spPr>
        <p:txBody>
          <a:bodyPr spcFirstLastPara="1" vert="horz" wrap="square" lIns="0" tIns="9049" rIns="0" bIns="0" rtlCol="0" anchor="ctr" anchorCtr="0">
            <a:spAutoFit/>
          </a:bodyPr>
          <a:lstStyle/>
          <a:p>
            <a:pPr marL="9525">
              <a:spcBef>
                <a:spcPts val="71"/>
              </a:spcBef>
            </a:pPr>
            <a:r>
              <a:rPr sz="2400" spc="34" dirty="0"/>
              <a:t>Be</a:t>
            </a:r>
            <a:r>
              <a:rPr sz="2400" spc="38" dirty="0"/>
              <a:t>n</a:t>
            </a:r>
            <a:r>
              <a:rPr sz="2400" spc="-41" dirty="0"/>
              <a:t>efits</a:t>
            </a:r>
            <a:endParaRPr sz="2400" dirty="0"/>
          </a:p>
        </p:txBody>
      </p:sp>
      <p:sp>
        <p:nvSpPr>
          <p:cNvPr id="3" name="object 3"/>
          <p:cNvSpPr txBox="1"/>
          <p:nvPr/>
        </p:nvSpPr>
        <p:spPr>
          <a:xfrm>
            <a:off x="457200" y="757557"/>
            <a:ext cx="8210145" cy="3902350"/>
          </a:xfrm>
          <a:prstGeom prst="rect">
            <a:avLst/>
          </a:prstGeom>
        </p:spPr>
        <p:txBody>
          <a:bodyPr vert="horz" wrap="square" lIns="0" tIns="34290" rIns="0" bIns="0" rtlCol="0">
            <a:spAutoFit/>
          </a:bodyPr>
          <a:lstStyle/>
          <a:p>
            <a:pPr marL="180975" indent="-171450" algn="just">
              <a:lnSpc>
                <a:spcPct val="150000"/>
              </a:lnSpc>
              <a:spcBef>
                <a:spcPts val="270"/>
              </a:spcBef>
              <a:buClr>
                <a:srgbClr val="B71E42"/>
              </a:buClr>
              <a:buFont typeface="Arial MT"/>
              <a:buChar char="•"/>
              <a:tabLst>
                <a:tab pos="180975" algn="l"/>
              </a:tabLst>
            </a:pPr>
            <a:r>
              <a:rPr sz="1800" spc="-86" dirty="0">
                <a:latin typeface="Times New Roman" panose="02020603050405020304" pitchFamily="18" charset="0"/>
                <a:cs typeface="Times New Roman" panose="02020603050405020304" pitchFamily="18" charset="0"/>
              </a:rPr>
              <a:t>Virtualization</a:t>
            </a:r>
            <a:r>
              <a:rPr sz="1800" spc="240" dirty="0">
                <a:latin typeface="Times New Roman" panose="02020603050405020304" pitchFamily="18" charset="0"/>
                <a:cs typeface="Times New Roman" panose="02020603050405020304" pitchFamily="18" charset="0"/>
              </a:rPr>
              <a:t> </a:t>
            </a:r>
            <a:r>
              <a:rPr sz="1800" spc="-68" dirty="0">
                <a:latin typeface="Times New Roman" panose="02020603050405020304" pitchFamily="18" charset="0"/>
                <a:cs typeface="Times New Roman" panose="02020603050405020304" pitchFamily="18" charset="0"/>
              </a:rPr>
              <a:t>provides</a:t>
            </a:r>
            <a:r>
              <a:rPr sz="1800" spc="214" dirty="0">
                <a:latin typeface="Times New Roman" panose="02020603050405020304" pitchFamily="18" charset="0"/>
                <a:cs typeface="Times New Roman" panose="02020603050405020304" pitchFamily="18" charset="0"/>
              </a:rPr>
              <a:t> </a:t>
            </a:r>
            <a:r>
              <a:rPr sz="1800" spc="-86" dirty="0">
                <a:latin typeface="Times New Roman" panose="02020603050405020304" pitchFamily="18" charset="0"/>
                <a:cs typeface="Times New Roman" panose="02020603050405020304" pitchFamily="18" charset="0"/>
              </a:rPr>
              <a:t>companies</a:t>
            </a:r>
            <a:r>
              <a:rPr sz="1800" spc="217" dirty="0">
                <a:latin typeface="Times New Roman" panose="02020603050405020304" pitchFamily="18" charset="0"/>
                <a:cs typeface="Times New Roman" panose="02020603050405020304" pitchFamily="18" charset="0"/>
              </a:rPr>
              <a:t> </a:t>
            </a:r>
            <a:r>
              <a:rPr sz="1800" spc="-86" dirty="0">
                <a:latin typeface="Times New Roman" panose="02020603050405020304" pitchFamily="18" charset="0"/>
                <a:cs typeface="Times New Roman" panose="02020603050405020304" pitchFamily="18" charset="0"/>
              </a:rPr>
              <a:t>with</a:t>
            </a:r>
            <a:r>
              <a:rPr sz="1800" spc="233" dirty="0">
                <a:latin typeface="Times New Roman" panose="02020603050405020304" pitchFamily="18" charset="0"/>
                <a:cs typeface="Times New Roman" panose="02020603050405020304" pitchFamily="18" charset="0"/>
              </a:rPr>
              <a:t> </a:t>
            </a:r>
            <a:r>
              <a:rPr sz="1800" spc="-101" dirty="0">
                <a:latin typeface="Times New Roman" panose="02020603050405020304" pitchFamily="18" charset="0"/>
                <a:cs typeface="Times New Roman" panose="02020603050405020304" pitchFamily="18" charset="0"/>
              </a:rPr>
              <a:t>the</a:t>
            </a:r>
            <a:r>
              <a:rPr sz="1800" spc="221" dirty="0">
                <a:latin typeface="Times New Roman" panose="02020603050405020304" pitchFamily="18" charset="0"/>
                <a:cs typeface="Times New Roman" panose="02020603050405020304" pitchFamily="18" charset="0"/>
              </a:rPr>
              <a:t> </a:t>
            </a:r>
            <a:r>
              <a:rPr sz="1800" spc="-116" dirty="0">
                <a:latin typeface="Times New Roman" panose="02020603050405020304" pitchFamily="18" charset="0"/>
                <a:cs typeface="Times New Roman" panose="02020603050405020304" pitchFamily="18" charset="0"/>
              </a:rPr>
              <a:t>benefit</a:t>
            </a:r>
            <a:r>
              <a:rPr sz="1800" spc="217" dirty="0">
                <a:latin typeface="Times New Roman" panose="02020603050405020304" pitchFamily="18" charset="0"/>
                <a:cs typeface="Times New Roman" panose="02020603050405020304" pitchFamily="18" charset="0"/>
              </a:rPr>
              <a:t> </a:t>
            </a:r>
            <a:r>
              <a:rPr sz="1800" spc="-90" dirty="0">
                <a:latin typeface="Times New Roman" panose="02020603050405020304" pitchFamily="18" charset="0"/>
                <a:cs typeface="Times New Roman" panose="02020603050405020304" pitchFamily="18" charset="0"/>
              </a:rPr>
              <a:t>of</a:t>
            </a:r>
            <a:r>
              <a:rPr sz="1800" spc="217" dirty="0">
                <a:latin typeface="Times New Roman" panose="02020603050405020304" pitchFamily="18" charset="0"/>
                <a:cs typeface="Times New Roman" panose="02020603050405020304" pitchFamily="18" charset="0"/>
              </a:rPr>
              <a:t> </a:t>
            </a:r>
            <a:r>
              <a:rPr sz="1800" spc="-98" dirty="0">
                <a:latin typeface="Times New Roman" panose="02020603050405020304" pitchFamily="18" charset="0"/>
                <a:cs typeface="Times New Roman" panose="02020603050405020304" pitchFamily="18" charset="0"/>
              </a:rPr>
              <a:t>maximizing</a:t>
            </a:r>
            <a:r>
              <a:rPr sz="1800" spc="217" dirty="0">
                <a:latin typeface="Times New Roman" panose="02020603050405020304" pitchFamily="18" charset="0"/>
                <a:cs typeface="Times New Roman" panose="02020603050405020304" pitchFamily="18" charset="0"/>
              </a:rPr>
              <a:t> </a:t>
            </a:r>
            <a:r>
              <a:rPr sz="1800" spc="-79" dirty="0">
                <a:latin typeface="Times New Roman" panose="02020603050405020304" pitchFamily="18" charset="0"/>
                <a:cs typeface="Times New Roman" panose="02020603050405020304" pitchFamily="18" charset="0"/>
              </a:rPr>
              <a:t>their</a:t>
            </a:r>
            <a:r>
              <a:rPr sz="1800" spc="214" dirty="0">
                <a:latin typeface="Times New Roman" panose="02020603050405020304" pitchFamily="18" charset="0"/>
                <a:cs typeface="Times New Roman" panose="02020603050405020304" pitchFamily="18" charset="0"/>
              </a:rPr>
              <a:t> </a:t>
            </a:r>
            <a:r>
              <a:rPr sz="1800" spc="-98" dirty="0">
                <a:latin typeface="Times New Roman" panose="02020603050405020304" pitchFamily="18" charset="0"/>
                <a:cs typeface="Times New Roman" panose="02020603050405020304" pitchFamily="18" charset="0"/>
              </a:rPr>
              <a:t>output.</a:t>
            </a:r>
            <a:endParaRPr sz="1800" dirty="0">
              <a:latin typeface="Times New Roman" panose="02020603050405020304" pitchFamily="18" charset="0"/>
              <a:cs typeface="Times New Roman" panose="02020603050405020304" pitchFamily="18" charset="0"/>
            </a:endParaRPr>
          </a:p>
          <a:p>
            <a:pPr marL="180499" algn="just">
              <a:lnSpc>
                <a:spcPct val="150000"/>
              </a:lnSpc>
              <a:spcBef>
                <a:spcPts val="199"/>
              </a:spcBef>
            </a:pPr>
            <a:r>
              <a:rPr sz="1800" spc="-75" dirty="0">
                <a:latin typeface="Times New Roman" panose="02020603050405020304" pitchFamily="18" charset="0"/>
                <a:cs typeface="Times New Roman" panose="02020603050405020304" pitchFamily="18" charset="0"/>
              </a:rPr>
              <a:t>Additional</a:t>
            </a:r>
            <a:r>
              <a:rPr sz="1800" dirty="0">
                <a:latin typeface="Times New Roman" panose="02020603050405020304" pitchFamily="18" charset="0"/>
                <a:cs typeface="Times New Roman" panose="02020603050405020304" pitchFamily="18" charset="0"/>
              </a:rPr>
              <a:t> </a:t>
            </a:r>
            <a:r>
              <a:rPr sz="1800" spc="-116" dirty="0">
                <a:latin typeface="Times New Roman" panose="02020603050405020304" pitchFamily="18" charset="0"/>
                <a:cs typeface="Times New Roman" panose="02020603050405020304" pitchFamily="18" charset="0"/>
              </a:rPr>
              <a:t>benefit</a:t>
            </a:r>
            <a:r>
              <a:rPr sz="1800" spc="-49" dirty="0">
                <a:latin typeface="Times New Roman" panose="02020603050405020304" pitchFamily="18" charset="0"/>
                <a:cs typeface="Times New Roman" panose="02020603050405020304" pitchFamily="18" charset="0"/>
              </a:rPr>
              <a:t> </a:t>
            </a:r>
            <a:r>
              <a:rPr sz="1800" spc="-64" dirty="0">
                <a:latin typeface="Times New Roman" panose="02020603050405020304" pitchFamily="18" charset="0"/>
                <a:cs typeface="Times New Roman" panose="02020603050405020304" pitchFamily="18" charset="0"/>
              </a:rPr>
              <a:t>for</a:t>
            </a:r>
            <a:r>
              <a:rPr sz="1800" spc="-34" dirty="0">
                <a:latin typeface="Times New Roman" panose="02020603050405020304" pitchFamily="18" charset="0"/>
                <a:cs typeface="Times New Roman" panose="02020603050405020304" pitchFamily="18" charset="0"/>
              </a:rPr>
              <a:t> </a:t>
            </a:r>
            <a:r>
              <a:rPr sz="1800" spc="-64" dirty="0">
                <a:latin typeface="Times New Roman" panose="02020603050405020304" pitchFamily="18" charset="0"/>
                <a:cs typeface="Times New Roman" panose="02020603050405020304" pitchFamily="18" charset="0"/>
              </a:rPr>
              <a:t>both</a:t>
            </a:r>
            <a:r>
              <a:rPr sz="1800" spc="-30" dirty="0">
                <a:latin typeface="Times New Roman" panose="02020603050405020304" pitchFamily="18" charset="0"/>
                <a:cs typeface="Times New Roman" panose="02020603050405020304" pitchFamily="18" charset="0"/>
              </a:rPr>
              <a:t> </a:t>
            </a:r>
            <a:r>
              <a:rPr sz="1800" spc="-75" dirty="0">
                <a:latin typeface="Times New Roman" panose="02020603050405020304" pitchFamily="18" charset="0"/>
                <a:cs typeface="Times New Roman" panose="02020603050405020304" pitchFamily="18" charset="0"/>
              </a:rPr>
              <a:t>businesses</a:t>
            </a:r>
            <a:r>
              <a:rPr sz="1800" spc="-15" dirty="0">
                <a:latin typeface="Times New Roman" panose="02020603050405020304" pitchFamily="18" charset="0"/>
                <a:cs typeface="Times New Roman" panose="02020603050405020304" pitchFamily="18" charset="0"/>
              </a:rPr>
              <a:t> </a:t>
            </a:r>
            <a:r>
              <a:rPr sz="1800" spc="-109" dirty="0">
                <a:latin typeface="Times New Roman" panose="02020603050405020304" pitchFamily="18" charset="0"/>
                <a:cs typeface="Times New Roman" panose="02020603050405020304" pitchFamily="18" charset="0"/>
              </a:rPr>
              <a:t>and</a:t>
            </a:r>
            <a:r>
              <a:rPr sz="1800" spc="-30" dirty="0">
                <a:latin typeface="Times New Roman" panose="02020603050405020304" pitchFamily="18" charset="0"/>
                <a:cs typeface="Times New Roman" panose="02020603050405020304" pitchFamily="18" charset="0"/>
              </a:rPr>
              <a:t> </a:t>
            </a:r>
            <a:r>
              <a:rPr sz="1800" spc="-131" dirty="0">
                <a:latin typeface="Times New Roman" panose="02020603050405020304" pitchFamily="18" charset="0"/>
                <a:cs typeface="Times New Roman" panose="02020603050405020304" pitchFamily="18" charset="0"/>
              </a:rPr>
              <a:t>data</a:t>
            </a:r>
            <a:r>
              <a:rPr sz="1800" spc="-30" dirty="0">
                <a:latin typeface="Times New Roman" panose="02020603050405020304" pitchFamily="18" charset="0"/>
                <a:cs typeface="Times New Roman" panose="02020603050405020304" pitchFamily="18" charset="0"/>
              </a:rPr>
              <a:t> </a:t>
            </a:r>
            <a:r>
              <a:rPr sz="1800" spc="-75" dirty="0">
                <a:latin typeface="Times New Roman" panose="02020603050405020304" pitchFamily="18" charset="0"/>
                <a:cs typeface="Times New Roman" panose="02020603050405020304" pitchFamily="18" charset="0"/>
              </a:rPr>
              <a:t>centers</a:t>
            </a:r>
            <a:r>
              <a:rPr sz="1800" spc="-34" dirty="0">
                <a:latin typeface="Times New Roman" panose="02020603050405020304" pitchFamily="18" charset="0"/>
                <a:cs typeface="Times New Roman" panose="02020603050405020304" pitchFamily="18" charset="0"/>
              </a:rPr>
              <a:t> </a:t>
            </a:r>
            <a:r>
              <a:rPr sz="1800" spc="-101" dirty="0">
                <a:latin typeface="Times New Roman" panose="02020603050405020304" pitchFamily="18" charset="0"/>
                <a:cs typeface="Times New Roman" panose="02020603050405020304" pitchFamily="18" charset="0"/>
              </a:rPr>
              <a:t>include</a:t>
            </a:r>
            <a:r>
              <a:rPr sz="1800" spc="-23" dirty="0">
                <a:latin typeface="Times New Roman" panose="02020603050405020304" pitchFamily="18" charset="0"/>
                <a:cs typeface="Times New Roman" panose="02020603050405020304" pitchFamily="18" charset="0"/>
              </a:rPr>
              <a:t> </a:t>
            </a:r>
            <a:r>
              <a:rPr sz="1800" spc="-98" dirty="0">
                <a:latin typeface="Times New Roman" panose="02020603050405020304" pitchFamily="18" charset="0"/>
                <a:cs typeface="Times New Roman" panose="02020603050405020304" pitchFamily="18" charset="0"/>
              </a:rPr>
              <a:t>the</a:t>
            </a:r>
            <a:r>
              <a:rPr sz="1800" spc="-30" dirty="0">
                <a:latin typeface="Times New Roman" panose="02020603050405020304" pitchFamily="18" charset="0"/>
                <a:cs typeface="Times New Roman" panose="02020603050405020304" pitchFamily="18" charset="0"/>
              </a:rPr>
              <a:t> </a:t>
            </a:r>
            <a:r>
              <a:rPr sz="1800" spc="-105" dirty="0">
                <a:latin typeface="Times New Roman" panose="02020603050405020304" pitchFamily="18" charset="0"/>
                <a:cs typeface="Times New Roman" panose="02020603050405020304" pitchFamily="18" charset="0"/>
              </a:rPr>
              <a:t>following:</a:t>
            </a:r>
            <a:endParaRPr sz="1800" dirty="0">
              <a:latin typeface="Times New Roman" panose="02020603050405020304" pitchFamily="18" charset="0"/>
              <a:cs typeface="Times New Roman" panose="02020603050405020304" pitchFamily="18" charset="0"/>
            </a:endParaRPr>
          </a:p>
          <a:p>
            <a:pPr marL="523399" marR="5715" lvl="1" indent="-171450" algn="just">
              <a:lnSpc>
                <a:spcPct val="150000"/>
              </a:lnSpc>
              <a:spcBef>
                <a:spcPts val="405"/>
              </a:spcBef>
              <a:buClr>
                <a:srgbClr val="B71E42"/>
              </a:buClr>
              <a:buFont typeface="Arial MT"/>
              <a:buChar char="•"/>
              <a:tabLst>
                <a:tab pos="523875" algn="l"/>
              </a:tabLst>
            </a:pPr>
            <a:r>
              <a:rPr sz="1800" b="1" i="1" u="sng" spc="-56" dirty="0">
                <a:uFill>
                  <a:solidFill>
                    <a:srgbClr val="000000"/>
                  </a:solidFill>
                </a:uFill>
                <a:latin typeface="Times New Roman" panose="02020603050405020304" pitchFamily="18" charset="0"/>
                <a:cs typeface="Times New Roman" panose="02020603050405020304" pitchFamily="18" charset="0"/>
              </a:rPr>
              <a:t>Single-minded </a:t>
            </a:r>
            <a:r>
              <a:rPr sz="1800" b="1" i="1" u="sng" spc="-105" dirty="0">
                <a:uFill>
                  <a:solidFill>
                    <a:srgbClr val="000000"/>
                  </a:solidFill>
                </a:uFill>
                <a:latin typeface="Times New Roman" panose="02020603050405020304" pitchFamily="18" charset="0"/>
                <a:cs typeface="Times New Roman" panose="02020603050405020304" pitchFamily="18" charset="0"/>
              </a:rPr>
              <a:t>servers</a:t>
            </a:r>
            <a:r>
              <a:rPr sz="1800" b="1" spc="-105" dirty="0">
                <a:latin typeface="Times New Roman" panose="02020603050405020304" pitchFamily="18" charset="0"/>
                <a:cs typeface="Times New Roman" panose="02020603050405020304" pitchFamily="18" charset="0"/>
              </a:rPr>
              <a:t>.</a:t>
            </a:r>
            <a:r>
              <a:rPr sz="1800" b="1" spc="-101" dirty="0">
                <a:latin typeface="Times New Roman" panose="02020603050405020304" pitchFamily="18" charset="0"/>
                <a:cs typeface="Times New Roman" panose="02020603050405020304" pitchFamily="18" charset="0"/>
              </a:rPr>
              <a:t> </a:t>
            </a:r>
            <a:r>
              <a:rPr sz="1800" spc="-71" dirty="0">
                <a:latin typeface="Times New Roman" panose="02020603050405020304" pitchFamily="18" charset="0"/>
                <a:cs typeface="Times New Roman" panose="02020603050405020304" pitchFamily="18" charset="0"/>
              </a:rPr>
              <a:t>Virtualization </a:t>
            </a:r>
            <a:r>
              <a:rPr sz="1800" spc="-60" dirty="0">
                <a:latin typeface="Times New Roman" panose="02020603050405020304" pitchFamily="18" charset="0"/>
                <a:cs typeface="Times New Roman" panose="02020603050405020304" pitchFamily="18" charset="0"/>
              </a:rPr>
              <a:t>provides </a:t>
            </a:r>
            <a:r>
              <a:rPr sz="1800" spc="-143" dirty="0">
                <a:latin typeface="Times New Roman" panose="02020603050405020304" pitchFamily="18" charset="0"/>
                <a:cs typeface="Times New Roman" panose="02020603050405020304" pitchFamily="18" charset="0"/>
              </a:rPr>
              <a:t>a</a:t>
            </a:r>
            <a:r>
              <a:rPr sz="1800" spc="-139" dirty="0">
                <a:latin typeface="Times New Roman" panose="02020603050405020304" pitchFamily="18" charset="0"/>
                <a:cs typeface="Times New Roman" panose="02020603050405020304" pitchFamily="18" charset="0"/>
              </a:rPr>
              <a:t> </a:t>
            </a:r>
            <a:r>
              <a:rPr sz="1800" spc="-90" dirty="0">
                <a:latin typeface="Times New Roman" panose="02020603050405020304" pitchFamily="18" charset="0"/>
                <a:cs typeface="Times New Roman" panose="02020603050405020304" pitchFamily="18" charset="0"/>
              </a:rPr>
              <a:t>cost-effective </a:t>
            </a:r>
            <a:r>
              <a:rPr sz="1800" spc="-109" dirty="0">
                <a:latin typeface="Times New Roman" panose="02020603050405020304" pitchFamily="18" charset="0"/>
                <a:cs typeface="Times New Roman" panose="02020603050405020304" pitchFamily="18" charset="0"/>
              </a:rPr>
              <a:t>way</a:t>
            </a:r>
            <a:r>
              <a:rPr sz="1800" spc="-105" dirty="0">
                <a:latin typeface="Times New Roman" panose="02020603050405020304" pitchFamily="18" charset="0"/>
                <a:cs typeface="Times New Roman" panose="02020603050405020304" pitchFamily="18" charset="0"/>
              </a:rPr>
              <a:t> </a:t>
            </a:r>
            <a:r>
              <a:rPr sz="1800" spc="-38" dirty="0">
                <a:latin typeface="Times New Roman" panose="02020603050405020304" pitchFamily="18" charset="0"/>
                <a:cs typeface="Times New Roman" panose="02020603050405020304" pitchFamily="18" charset="0"/>
              </a:rPr>
              <a:t>to </a:t>
            </a:r>
            <a:r>
              <a:rPr sz="1800" spc="-86" dirty="0">
                <a:latin typeface="Times New Roman" panose="02020603050405020304" pitchFamily="18" charset="0"/>
                <a:cs typeface="Times New Roman" panose="02020603050405020304" pitchFamily="18" charset="0"/>
              </a:rPr>
              <a:t>separate </a:t>
            </a:r>
            <a:r>
              <a:rPr sz="1800" spc="-124" dirty="0">
                <a:latin typeface="Times New Roman" panose="02020603050405020304" pitchFamily="18" charset="0"/>
                <a:cs typeface="Times New Roman" panose="02020603050405020304" pitchFamily="18" charset="0"/>
              </a:rPr>
              <a:t>email, </a:t>
            </a:r>
            <a:r>
              <a:rPr sz="1800" spc="-120" dirty="0">
                <a:latin typeface="Times New Roman" panose="02020603050405020304" pitchFamily="18" charset="0"/>
                <a:cs typeface="Times New Roman" panose="02020603050405020304" pitchFamily="18" charset="0"/>
              </a:rPr>
              <a:t> </a:t>
            </a:r>
            <a:r>
              <a:rPr sz="1800" spc="-101" dirty="0">
                <a:latin typeface="Times New Roman" panose="02020603050405020304" pitchFamily="18" charset="0"/>
                <a:cs typeface="Times New Roman" panose="02020603050405020304" pitchFamily="18" charset="0"/>
              </a:rPr>
              <a:t>database</a:t>
            </a:r>
            <a:r>
              <a:rPr sz="1800" spc="-19" dirty="0">
                <a:latin typeface="Times New Roman" panose="02020603050405020304" pitchFamily="18" charset="0"/>
                <a:cs typeface="Times New Roman" panose="02020603050405020304" pitchFamily="18" charset="0"/>
              </a:rPr>
              <a:t> </a:t>
            </a:r>
            <a:r>
              <a:rPr sz="1800" spc="-94" dirty="0">
                <a:latin typeface="Times New Roman" panose="02020603050405020304" pitchFamily="18" charset="0"/>
                <a:cs typeface="Times New Roman" panose="02020603050405020304" pitchFamily="18" charset="0"/>
              </a:rPr>
              <a:t>and</a:t>
            </a:r>
            <a:r>
              <a:rPr sz="1800" spc="-30" dirty="0">
                <a:latin typeface="Times New Roman" panose="02020603050405020304" pitchFamily="18" charset="0"/>
                <a:cs typeface="Times New Roman" panose="02020603050405020304" pitchFamily="18" charset="0"/>
              </a:rPr>
              <a:t> </a:t>
            </a:r>
            <a:r>
              <a:rPr sz="1800" spc="-83" dirty="0">
                <a:latin typeface="Times New Roman" panose="02020603050405020304" pitchFamily="18" charset="0"/>
                <a:cs typeface="Times New Roman" panose="02020603050405020304" pitchFamily="18" charset="0"/>
              </a:rPr>
              <a:t>web</a:t>
            </a:r>
            <a:r>
              <a:rPr sz="1800" spc="-38" dirty="0">
                <a:latin typeface="Times New Roman" panose="02020603050405020304" pitchFamily="18" charset="0"/>
                <a:cs typeface="Times New Roman" panose="02020603050405020304" pitchFamily="18" charset="0"/>
              </a:rPr>
              <a:t> </a:t>
            </a:r>
            <a:r>
              <a:rPr sz="1800" spc="-64" dirty="0">
                <a:latin typeface="Times New Roman" panose="02020603050405020304" pitchFamily="18" charset="0"/>
                <a:cs typeface="Times New Roman" panose="02020603050405020304" pitchFamily="18" charset="0"/>
              </a:rPr>
              <a:t>servers,</a:t>
            </a:r>
            <a:r>
              <a:rPr sz="1800" spc="-188" dirty="0">
                <a:latin typeface="Times New Roman" panose="02020603050405020304" pitchFamily="18" charset="0"/>
                <a:cs typeface="Times New Roman" panose="02020603050405020304" pitchFamily="18" charset="0"/>
              </a:rPr>
              <a:t> </a:t>
            </a:r>
            <a:r>
              <a:rPr sz="1800" spc="-90" dirty="0">
                <a:latin typeface="Times New Roman" panose="02020603050405020304" pitchFamily="18" charset="0"/>
                <a:cs typeface="Times New Roman" panose="02020603050405020304" pitchFamily="18" charset="0"/>
              </a:rPr>
              <a:t>creating</a:t>
            </a:r>
            <a:r>
              <a:rPr sz="1800" spc="-23" dirty="0">
                <a:latin typeface="Times New Roman" panose="02020603050405020304" pitchFamily="18" charset="0"/>
                <a:cs typeface="Times New Roman" panose="02020603050405020304" pitchFamily="18" charset="0"/>
              </a:rPr>
              <a:t> </a:t>
            </a:r>
            <a:r>
              <a:rPr sz="1800" spc="-143" dirty="0">
                <a:latin typeface="Times New Roman" panose="02020603050405020304" pitchFamily="18" charset="0"/>
                <a:cs typeface="Times New Roman" panose="02020603050405020304" pitchFamily="18" charset="0"/>
              </a:rPr>
              <a:t>a</a:t>
            </a:r>
            <a:r>
              <a:rPr sz="1800" spc="-34" dirty="0">
                <a:latin typeface="Times New Roman" panose="02020603050405020304" pitchFamily="18" charset="0"/>
                <a:cs typeface="Times New Roman" panose="02020603050405020304" pitchFamily="18" charset="0"/>
              </a:rPr>
              <a:t> </a:t>
            </a:r>
            <a:r>
              <a:rPr sz="1800" spc="-45" dirty="0">
                <a:latin typeface="Times New Roman" panose="02020603050405020304" pitchFamily="18" charset="0"/>
                <a:cs typeface="Times New Roman" panose="02020603050405020304" pitchFamily="18" charset="0"/>
              </a:rPr>
              <a:t>more</a:t>
            </a:r>
            <a:r>
              <a:rPr sz="1800" spc="-34" dirty="0">
                <a:latin typeface="Times New Roman" panose="02020603050405020304" pitchFamily="18" charset="0"/>
                <a:cs typeface="Times New Roman" panose="02020603050405020304" pitchFamily="18" charset="0"/>
              </a:rPr>
              <a:t> </a:t>
            </a:r>
            <a:r>
              <a:rPr sz="1800" spc="-71" dirty="0">
                <a:latin typeface="Times New Roman" panose="02020603050405020304" pitchFamily="18" charset="0"/>
                <a:cs typeface="Times New Roman" panose="02020603050405020304" pitchFamily="18" charset="0"/>
              </a:rPr>
              <a:t>comprehensive</a:t>
            </a:r>
            <a:r>
              <a:rPr sz="1800" spc="-26" dirty="0">
                <a:latin typeface="Times New Roman" panose="02020603050405020304" pitchFamily="18" charset="0"/>
                <a:cs typeface="Times New Roman" panose="02020603050405020304" pitchFamily="18" charset="0"/>
              </a:rPr>
              <a:t> </a:t>
            </a:r>
            <a:r>
              <a:rPr sz="1800" spc="-94" dirty="0">
                <a:latin typeface="Times New Roman" panose="02020603050405020304" pitchFamily="18" charset="0"/>
                <a:cs typeface="Times New Roman" panose="02020603050405020304" pitchFamily="18" charset="0"/>
              </a:rPr>
              <a:t>and</a:t>
            </a:r>
            <a:r>
              <a:rPr sz="1800" spc="-30" dirty="0">
                <a:latin typeface="Times New Roman" panose="02020603050405020304" pitchFamily="18" charset="0"/>
                <a:cs typeface="Times New Roman" panose="02020603050405020304" pitchFamily="18" charset="0"/>
              </a:rPr>
              <a:t> </a:t>
            </a:r>
            <a:r>
              <a:rPr sz="1800" spc="-94" dirty="0">
                <a:latin typeface="Times New Roman" panose="02020603050405020304" pitchFamily="18" charset="0"/>
                <a:cs typeface="Times New Roman" panose="02020603050405020304" pitchFamily="18" charset="0"/>
              </a:rPr>
              <a:t>dependable</a:t>
            </a:r>
            <a:r>
              <a:rPr sz="1800" spc="-38" dirty="0">
                <a:latin typeface="Times New Roman" panose="02020603050405020304" pitchFamily="18" charset="0"/>
                <a:cs typeface="Times New Roman" panose="02020603050405020304" pitchFamily="18" charset="0"/>
              </a:rPr>
              <a:t> </a:t>
            </a:r>
            <a:r>
              <a:rPr sz="1800" spc="-90" dirty="0">
                <a:latin typeface="Times New Roman" panose="02020603050405020304" pitchFamily="18" charset="0"/>
                <a:cs typeface="Times New Roman" panose="02020603050405020304" pitchFamily="18" charset="0"/>
              </a:rPr>
              <a:t>system.</a:t>
            </a:r>
            <a:endParaRPr sz="1800" dirty="0">
              <a:latin typeface="Times New Roman" panose="02020603050405020304" pitchFamily="18" charset="0"/>
              <a:cs typeface="Times New Roman" panose="02020603050405020304" pitchFamily="18" charset="0"/>
            </a:endParaRPr>
          </a:p>
          <a:p>
            <a:pPr marL="523399" marR="22860" lvl="1" indent="-171450" algn="just">
              <a:lnSpc>
                <a:spcPct val="150000"/>
              </a:lnSpc>
              <a:spcBef>
                <a:spcPts val="371"/>
              </a:spcBef>
              <a:buClr>
                <a:srgbClr val="B71E42"/>
              </a:buClr>
              <a:buFont typeface="Arial MT"/>
              <a:buChar char="•"/>
              <a:tabLst>
                <a:tab pos="523875" algn="l"/>
              </a:tabLst>
            </a:pPr>
            <a:r>
              <a:rPr sz="1800" b="1" i="1" u="sng" spc="-64" dirty="0">
                <a:uFill>
                  <a:solidFill>
                    <a:srgbClr val="000000"/>
                  </a:solidFill>
                </a:uFill>
                <a:latin typeface="Times New Roman" panose="02020603050405020304" pitchFamily="18" charset="0"/>
                <a:cs typeface="Times New Roman" panose="02020603050405020304" pitchFamily="18" charset="0"/>
              </a:rPr>
              <a:t>Expedited deployment </a:t>
            </a:r>
            <a:r>
              <a:rPr sz="1800" b="1" i="1" u="sng" spc="-56" dirty="0">
                <a:uFill>
                  <a:solidFill>
                    <a:srgbClr val="000000"/>
                  </a:solidFill>
                </a:uFill>
                <a:latin typeface="Times New Roman" panose="02020603050405020304" pitchFamily="18" charset="0"/>
                <a:cs typeface="Times New Roman" panose="02020603050405020304" pitchFamily="18" charset="0"/>
              </a:rPr>
              <a:t>and </a:t>
            </a:r>
            <a:r>
              <a:rPr sz="1800" b="1" i="1" u="sng" spc="-75" dirty="0">
                <a:uFill>
                  <a:solidFill>
                    <a:srgbClr val="000000"/>
                  </a:solidFill>
                </a:uFill>
                <a:latin typeface="Times New Roman" panose="02020603050405020304" pitchFamily="18" charset="0"/>
                <a:cs typeface="Times New Roman" panose="02020603050405020304" pitchFamily="18" charset="0"/>
              </a:rPr>
              <a:t>redeployment</a:t>
            </a:r>
            <a:r>
              <a:rPr sz="1800" b="1" spc="-75" dirty="0">
                <a:latin typeface="Times New Roman" panose="02020603050405020304" pitchFamily="18" charset="0"/>
                <a:cs typeface="Times New Roman" panose="02020603050405020304" pitchFamily="18" charset="0"/>
              </a:rPr>
              <a:t>. </a:t>
            </a:r>
            <a:r>
              <a:rPr sz="1800" spc="8" dirty="0">
                <a:latin typeface="Times New Roman" panose="02020603050405020304" pitchFamily="18" charset="0"/>
                <a:cs typeface="Times New Roman" panose="02020603050405020304" pitchFamily="18" charset="0"/>
              </a:rPr>
              <a:t>When </a:t>
            </a:r>
            <a:r>
              <a:rPr sz="1800" spc="-143" dirty="0">
                <a:latin typeface="Times New Roman" panose="02020603050405020304" pitchFamily="18" charset="0"/>
                <a:cs typeface="Times New Roman" panose="02020603050405020304" pitchFamily="18" charset="0"/>
              </a:rPr>
              <a:t>a </a:t>
            </a:r>
            <a:r>
              <a:rPr sz="1800" spc="-94" dirty="0">
                <a:latin typeface="Times New Roman" panose="02020603050405020304" pitchFamily="18" charset="0"/>
                <a:cs typeface="Times New Roman" panose="02020603050405020304" pitchFamily="18" charset="0"/>
              </a:rPr>
              <a:t>physical </a:t>
            </a:r>
            <a:r>
              <a:rPr sz="1800" spc="-49" dirty="0">
                <a:latin typeface="Times New Roman" panose="02020603050405020304" pitchFamily="18" charset="0"/>
                <a:cs typeface="Times New Roman" panose="02020603050405020304" pitchFamily="18" charset="0"/>
              </a:rPr>
              <a:t>server </a:t>
            </a:r>
            <a:r>
              <a:rPr sz="1800" spc="-83" dirty="0">
                <a:latin typeface="Times New Roman" panose="02020603050405020304" pitchFamily="18" charset="0"/>
                <a:cs typeface="Times New Roman" panose="02020603050405020304" pitchFamily="18" charset="0"/>
              </a:rPr>
              <a:t>crashes, </a:t>
            </a:r>
            <a:r>
              <a:rPr sz="1800" spc="-86" dirty="0">
                <a:latin typeface="Times New Roman" panose="02020603050405020304" pitchFamily="18" charset="0"/>
                <a:cs typeface="Times New Roman" panose="02020603050405020304" pitchFamily="18" charset="0"/>
              </a:rPr>
              <a:t>the </a:t>
            </a:r>
            <a:r>
              <a:rPr sz="1800" spc="-83" dirty="0">
                <a:latin typeface="Times New Roman" panose="02020603050405020304" pitchFamily="18" charset="0"/>
                <a:cs typeface="Times New Roman" panose="02020603050405020304" pitchFamily="18" charset="0"/>
              </a:rPr>
              <a:t>backup </a:t>
            </a:r>
            <a:r>
              <a:rPr sz="1800" spc="-79" dirty="0">
                <a:latin typeface="Times New Roman" panose="02020603050405020304" pitchFamily="18" charset="0"/>
                <a:cs typeface="Times New Roman" panose="02020603050405020304" pitchFamily="18" charset="0"/>
              </a:rPr>
              <a:t> </a:t>
            </a:r>
            <a:r>
              <a:rPr sz="1800" spc="-45" dirty="0">
                <a:latin typeface="Times New Roman" panose="02020603050405020304" pitchFamily="18" charset="0"/>
                <a:cs typeface="Times New Roman" panose="02020603050405020304" pitchFamily="18" charset="0"/>
              </a:rPr>
              <a:t>server </a:t>
            </a:r>
            <a:r>
              <a:rPr sz="1800" spc="-124" dirty="0">
                <a:latin typeface="Times New Roman" panose="02020603050405020304" pitchFamily="18" charset="0"/>
                <a:cs typeface="Times New Roman" panose="02020603050405020304" pitchFamily="18" charset="0"/>
              </a:rPr>
              <a:t>may</a:t>
            </a:r>
            <a:r>
              <a:rPr sz="1800" spc="-120" dirty="0">
                <a:latin typeface="Times New Roman" panose="02020603050405020304" pitchFamily="18" charset="0"/>
                <a:cs typeface="Times New Roman" panose="02020603050405020304" pitchFamily="18" charset="0"/>
              </a:rPr>
              <a:t> </a:t>
            </a:r>
            <a:r>
              <a:rPr sz="1800" spc="-49" dirty="0">
                <a:latin typeface="Times New Roman" panose="02020603050405020304" pitchFamily="18" charset="0"/>
                <a:cs typeface="Times New Roman" panose="02020603050405020304" pitchFamily="18" charset="0"/>
              </a:rPr>
              <a:t>not </a:t>
            </a:r>
            <a:r>
              <a:rPr sz="1800" spc="-105" dirty="0">
                <a:latin typeface="Times New Roman" panose="02020603050405020304" pitchFamily="18" charset="0"/>
                <a:cs typeface="Times New Roman" panose="02020603050405020304" pitchFamily="18" charset="0"/>
              </a:rPr>
              <a:t>always </a:t>
            </a:r>
            <a:r>
              <a:rPr sz="1800" spc="-90" dirty="0">
                <a:latin typeface="Times New Roman" panose="02020603050405020304" pitchFamily="18" charset="0"/>
                <a:cs typeface="Times New Roman" panose="02020603050405020304" pitchFamily="18" charset="0"/>
              </a:rPr>
              <a:t>be </a:t>
            </a:r>
            <a:r>
              <a:rPr sz="1800" spc="-83" dirty="0">
                <a:latin typeface="Times New Roman" panose="02020603050405020304" pitchFamily="18" charset="0"/>
                <a:cs typeface="Times New Roman" panose="02020603050405020304" pitchFamily="18" charset="0"/>
              </a:rPr>
              <a:t>ready </a:t>
            </a:r>
            <a:r>
              <a:rPr sz="1800" spc="11" dirty="0">
                <a:latin typeface="Times New Roman" panose="02020603050405020304" pitchFamily="18" charset="0"/>
                <a:cs typeface="Times New Roman" panose="02020603050405020304" pitchFamily="18" charset="0"/>
              </a:rPr>
              <a:t>or </a:t>
            </a:r>
            <a:r>
              <a:rPr sz="1800" spc="-86" dirty="0">
                <a:latin typeface="Times New Roman" panose="02020603050405020304" pitchFamily="18" charset="0"/>
                <a:cs typeface="Times New Roman" panose="02020603050405020304" pitchFamily="18" charset="0"/>
              </a:rPr>
              <a:t>up-to-date. </a:t>
            </a:r>
            <a:r>
              <a:rPr sz="1800" spc="-53" dirty="0">
                <a:latin typeface="Times New Roman" panose="02020603050405020304" pitchFamily="18" charset="0"/>
                <a:cs typeface="Times New Roman" panose="02020603050405020304" pitchFamily="18" charset="0"/>
              </a:rPr>
              <a:t>There </a:t>
            </a:r>
            <a:r>
              <a:rPr sz="1800" spc="-68" dirty="0">
                <a:latin typeface="Times New Roman" panose="02020603050405020304" pitchFamily="18" charset="0"/>
                <a:cs typeface="Times New Roman" panose="02020603050405020304" pitchFamily="18" charset="0"/>
              </a:rPr>
              <a:t>also </a:t>
            </a:r>
            <a:r>
              <a:rPr sz="1800" spc="-124" dirty="0">
                <a:latin typeface="Times New Roman" panose="02020603050405020304" pitchFamily="18" charset="0"/>
                <a:cs typeface="Times New Roman" panose="02020603050405020304" pitchFamily="18" charset="0"/>
              </a:rPr>
              <a:t>may</a:t>
            </a:r>
            <a:r>
              <a:rPr sz="1800" spc="180" dirty="0">
                <a:latin typeface="Times New Roman" panose="02020603050405020304" pitchFamily="18" charset="0"/>
                <a:cs typeface="Times New Roman" panose="02020603050405020304" pitchFamily="18" charset="0"/>
              </a:rPr>
              <a:t> </a:t>
            </a:r>
            <a:r>
              <a:rPr sz="1800" spc="-49" dirty="0">
                <a:latin typeface="Times New Roman" panose="02020603050405020304" pitchFamily="18" charset="0"/>
                <a:cs typeface="Times New Roman" panose="02020603050405020304" pitchFamily="18" charset="0"/>
              </a:rPr>
              <a:t>not </a:t>
            </a:r>
            <a:r>
              <a:rPr sz="1800" spc="-90" dirty="0">
                <a:latin typeface="Times New Roman" panose="02020603050405020304" pitchFamily="18" charset="0"/>
                <a:cs typeface="Times New Roman" panose="02020603050405020304" pitchFamily="18" charset="0"/>
              </a:rPr>
              <a:t>be </a:t>
            </a:r>
            <a:r>
              <a:rPr sz="1800" spc="-105" dirty="0">
                <a:latin typeface="Times New Roman" panose="02020603050405020304" pitchFamily="18" charset="0"/>
                <a:cs typeface="Times New Roman" panose="02020603050405020304" pitchFamily="18" charset="0"/>
              </a:rPr>
              <a:t>an </a:t>
            </a:r>
            <a:r>
              <a:rPr sz="1800" spc="-109" dirty="0">
                <a:latin typeface="Times New Roman" panose="02020603050405020304" pitchFamily="18" charset="0"/>
                <a:cs typeface="Times New Roman" panose="02020603050405020304" pitchFamily="18" charset="0"/>
              </a:rPr>
              <a:t>image</a:t>
            </a:r>
            <a:r>
              <a:rPr sz="1800" spc="210" dirty="0">
                <a:latin typeface="Times New Roman" panose="02020603050405020304" pitchFamily="18" charset="0"/>
                <a:cs typeface="Times New Roman" panose="02020603050405020304" pitchFamily="18" charset="0"/>
              </a:rPr>
              <a:t> </a:t>
            </a:r>
            <a:r>
              <a:rPr sz="1800" spc="11" dirty="0">
                <a:latin typeface="Times New Roman" panose="02020603050405020304" pitchFamily="18" charset="0"/>
                <a:cs typeface="Times New Roman" panose="02020603050405020304" pitchFamily="18" charset="0"/>
              </a:rPr>
              <a:t>or </a:t>
            </a:r>
            <a:r>
              <a:rPr sz="1800" spc="-68" dirty="0">
                <a:latin typeface="Times New Roman" panose="02020603050405020304" pitchFamily="18" charset="0"/>
                <a:cs typeface="Times New Roman" panose="02020603050405020304" pitchFamily="18" charset="0"/>
              </a:rPr>
              <a:t>clone </a:t>
            </a:r>
            <a:r>
              <a:rPr sz="1800" spc="-64" dirty="0">
                <a:latin typeface="Times New Roman" panose="02020603050405020304" pitchFamily="18" charset="0"/>
                <a:cs typeface="Times New Roman" panose="02020603050405020304" pitchFamily="18" charset="0"/>
              </a:rPr>
              <a:t> </a:t>
            </a:r>
            <a:r>
              <a:rPr sz="1800" spc="-79" dirty="0">
                <a:latin typeface="Times New Roman" panose="02020603050405020304" pitchFamily="18" charset="0"/>
                <a:cs typeface="Times New Roman" panose="02020603050405020304" pitchFamily="18" charset="0"/>
              </a:rPr>
              <a:t>of </a:t>
            </a:r>
            <a:r>
              <a:rPr sz="1800" spc="-86" dirty="0">
                <a:latin typeface="Times New Roman" panose="02020603050405020304" pitchFamily="18" charset="0"/>
                <a:cs typeface="Times New Roman" panose="02020603050405020304" pitchFamily="18" charset="0"/>
              </a:rPr>
              <a:t>the </a:t>
            </a:r>
            <a:r>
              <a:rPr sz="1800" spc="-45" dirty="0">
                <a:latin typeface="Times New Roman" panose="02020603050405020304" pitchFamily="18" charset="0"/>
                <a:cs typeface="Times New Roman" panose="02020603050405020304" pitchFamily="18" charset="0"/>
              </a:rPr>
              <a:t>server </a:t>
            </a:r>
            <a:r>
              <a:rPr sz="1800" spc="-124" dirty="0">
                <a:latin typeface="Times New Roman" panose="02020603050405020304" pitchFamily="18" charset="0"/>
                <a:cs typeface="Times New Roman" panose="02020603050405020304" pitchFamily="18" charset="0"/>
              </a:rPr>
              <a:t>available. </a:t>
            </a:r>
            <a:r>
              <a:rPr sz="1800" spc="-105" dirty="0">
                <a:latin typeface="Times New Roman" panose="02020603050405020304" pitchFamily="18" charset="0"/>
                <a:cs typeface="Times New Roman" panose="02020603050405020304" pitchFamily="18" charset="0"/>
              </a:rPr>
              <a:t>If </a:t>
            </a:r>
            <a:r>
              <a:rPr sz="1800" spc="-71" dirty="0">
                <a:latin typeface="Times New Roman" panose="02020603050405020304" pitchFamily="18" charset="0"/>
                <a:cs typeface="Times New Roman" panose="02020603050405020304" pitchFamily="18" charset="0"/>
              </a:rPr>
              <a:t>this </a:t>
            </a:r>
            <a:r>
              <a:rPr sz="1800" spc="-68" dirty="0">
                <a:latin typeface="Times New Roman" panose="02020603050405020304" pitchFamily="18" charset="0"/>
                <a:cs typeface="Times New Roman" panose="02020603050405020304" pitchFamily="18" charset="0"/>
              </a:rPr>
              <a:t>is </a:t>
            </a:r>
            <a:r>
              <a:rPr sz="1800" spc="-86" dirty="0">
                <a:latin typeface="Times New Roman" panose="02020603050405020304" pitchFamily="18" charset="0"/>
                <a:cs typeface="Times New Roman" panose="02020603050405020304" pitchFamily="18" charset="0"/>
              </a:rPr>
              <a:t>the </a:t>
            </a:r>
            <a:r>
              <a:rPr sz="1800" spc="-109" dirty="0">
                <a:latin typeface="Times New Roman" panose="02020603050405020304" pitchFamily="18" charset="0"/>
                <a:cs typeface="Times New Roman" panose="02020603050405020304" pitchFamily="18" charset="0"/>
              </a:rPr>
              <a:t>case, </a:t>
            </a:r>
            <a:r>
              <a:rPr sz="1800" spc="-83" dirty="0">
                <a:latin typeface="Times New Roman" panose="02020603050405020304" pitchFamily="18" charset="0"/>
                <a:cs typeface="Times New Roman" panose="02020603050405020304" pitchFamily="18" charset="0"/>
              </a:rPr>
              <a:t>then </a:t>
            </a:r>
            <a:r>
              <a:rPr sz="1800" spc="-86" dirty="0">
                <a:latin typeface="Times New Roman" panose="02020603050405020304" pitchFamily="18" charset="0"/>
                <a:cs typeface="Times New Roman" panose="02020603050405020304" pitchFamily="18" charset="0"/>
              </a:rPr>
              <a:t>the </a:t>
            </a:r>
            <a:r>
              <a:rPr sz="1800" spc="-79" dirty="0">
                <a:latin typeface="Times New Roman" panose="02020603050405020304" pitchFamily="18" charset="0"/>
                <a:cs typeface="Times New Roman" panose="02020603050405020304" pitchFamily="18" charset="0"/>
              </a:rPr>
              <a:t>redeployment </a:t>
            </a:r>
            <a:r>
              <a:rPr sz="1800" spc="-49" dirty="0">
                <a:latin typeface="Times New Roman" panose="02020603050405020304" pitchFamily="18" charset="0"/>
                <a:cs typeface="Times New Roman" panose="02020603050405020304" pitchFamily="18" charset="0"/>
              </a:rPr>
              <a:t>process </a:t>
            </a:r>
            <a:r>
              <a:rPr sz="1800" spc="-105" dirty="0">
                <a:latin typeface="Times New Roman" panose="02020603050405020304" pitchFamily="18" charset="0"/>
                <a:cs typeface="Times New Roman" panose="02020603050405020304" pitchFamily="18" charset="0"/>
              </a:rPr>
              <a:t>can </a:t>
            </a:r>
            <a:r>
              <a:rPr sz="1800" spc="-94" dirty="0">
                <a:latin typeface="Times New Roman" panose="02020603050405020304" pitchFamily="18" charset="0"/>
                <a:cs typeface="Times New Roman" panose="02020603050405020304" pitchFamily="18" charset="0"/>
              </a:rPr>
              <a:t>be </a:t>
            </a:r>
            <a:r>
              <a:rPr sz="1800" spc="-86" dirty="0">
                <a:latin typeface="Times New Roman" panose="02020603050405020304" pitchFamily="18" charset="0"/>
                <a:cs typeface="Times New Roman" panose="02020603050405020304" pitchFamily="18" charset="0"/>
              </a:rPr>
              <a:t>time- </a:t>
            </a:r>
            <a:r>
              <a:rPr sz="1800" spc="-83" dirty="0">
                <a:latin typeface="Times New Roman" panose="02020603050405020304" pitchFamily="18" charset="0"/>
                <a:cs typeface="Times New Roman" panose="02020603050405020304" pitchFamily="18" charset="0"/>
              </a:rPr>
              <a:t> </a:t>
            </a:r>
            <a:r>
              <a:rPr sz="1800" spc="-68" dirty="0">
                <a:latin typeface="Times New Roman" panose="02020603050405020304" pitchFamily="18" charset="0"/>
                <a:cs typeface="Times New Roman" panose="02020603050405020304" pitchFamily="18" charset="0"/>
              </a:rPr>
              <a:t>consuming </a:t>
            </a:r>
            <a:r>
              <a:rPr sz="1800" spc="-94" dirty="0">
                <a:latin typeface="Times New Roman" panose="02020603050405020304" pitchFamily="18" charset="0"/>
                <a:cs typeface="Times New Roman" panose="02020603050405020304" pitchFamily="18" charset="0"/>
              </a:rPr>
              <a:t>and</a:t>
            </a:r>
            <a:r>
              <a:rPr sz="1800" spc="-90" dirty="0">
                <a:latin typeface="Times New Roman" panose="02020603050405020304" pitchFamily="18" charset="0"/>
                <a:cs typeface="Times New Roman" panose="02020603050405020304" pitchFamily="18" charset="0"/>
              </a:rPr>
              <a:t> </a:t>
            </a:r>
            <a:r>
              <a:rPr sz="1800" spc="-83" dirty="0">
                <a:latin typeface="Times New Roman" panose="02020603050405020304" pitchFamily="18" charset="0"/>
                <a:cs typeface="Times New Roman" panose="02020603050405020304" pitchFamily="18" charset="0"/>
              </a:rPr>
              <a:t>tedious. </a:t>
            </a:r>
            <a:r>
              <a:rPr sz="1800" spc="-79" dirty="0">
                <a:latin typeface="Times New Roman" panose="02020603050405020304" pitchFamily="18" charset="0"/>
                <a:cs typeface="Times New Roman" panose="02020603050405020304" pitchFamily="18" charset="0"/>
              </a:rPr>
              <a:t>However, </a:t>
            </a:r>
            <a:r>
              <a:rPr sz="1800" spc="-139" dirty="0">
                <a:latin typeface="Times New Roman" panose="02020603050405020304" pitchFamily="18" charset="0"/>
                <a:cs typeface="Times New Roman" panose="02020603050405020304" pitchFamily="18" charset="0"/>
              </a:rPr>
              <a:t>if</a:t>
            </a:r>
            <a:r>
              <a:rPr sz="1800" spc="150" dirty="0">
                <a:latin typeface="Times New Roman" panose="02020603050405020304" pitchFamily="18" charset="0"/>
                <a:cs typeface="Times New Roman" panose="02020603050405020304" pitchFamily="18" charset="0"/>
              </a:rPr>
              <a:t> </a:t>
            </a:r>
            <a:r>
              <a:rPr sz="1800" spc="-86" dirty="0">
                <a:latin typeface="Times New Roman" panose="02020603050405020304" pitchFamily="18" charset="0"/>
                <a:cs typeface="Times New Roman" panose="02020603050405020304" pitchFamily="18" charset="0"/>
              </a:rPr>
              <a:t>the </a:t>
            </a:r>
            <a:r>
              <a:rPr sz="1800" spc="-113" dirty="0">
                <a:latin typeface="Times New Roman" panose="02020603050405020304" pitchFamily="18" charset="0"/>
                <a:cs typeface="Times New Roman" panose="02020603050405020304" pitchFamily="18" charset="0"/>
              </a:rPr>
              <a:t>data</a:t>
            </a:r>
            <a:r>
              <a:rPr sz="1800" spc="203" dirty="0">
                <a:latin typeface="Times New Roman" panose="02020603050405020304" pitchFamily="18" charset="0"/>
                <a:cs typeface="Times New Roman" panose="02020603050405020304" pitchFamily="18" charset="0"/>
              </a:rPr>
              <a:t> </a:t>
            </a:r>
            <a:r>
              <a:rPr sz="1800" spc="-71" dirty="0">
                <a:latin typeface="Times New Roman" panose="02020603050405020304" pitchFamily="18" charset="0"/>
                <a:cs typeface="Times New Roman" panose="02020603050405020304" pitchFamily="18" charset="0"/>
              </a:rPr>
              <a:t>center </a:t>
            </a:r>
            <a:r>
              <a:rPr sz="1800" spc="-64" dirty="0">
                <a:latin typeface="Times New Roman" panose="02020603050405020304" pitchFamily="18" charset="0"/>
                <a:cs typeface="Times New Roman" panose="02020603050405020304" pitchFamily="18" charset="0"/>
              </a:rPr>
              <a:t>is </a:t>
            </a:r>
            <a:r>
              <a:rPr sz="1800" spc="-94" dirty="0">
                <a:latin typeface="Times New Roman" panose="02020603050405020304" pitchFamily="18" charset="0"/>
                <a:cs typeface="Times New Roman" panose="02020603050405020304" pitchFamily="18" charset="0"/>
              </a:rPr>
              <a:t>virtualized, </a:t>
            </a:r>
            <a:r>
              <a:rPr sz="1800" spc="-83" dirty="0">
                <a:latin typeface="Times New Roman" panose="02020603050405020304" pitchFamily="18" charset="0"/>
                <a:cs typeface="Times New Roman" panose="02020603050405020304" pitchFamily="18" charset="0"/>
              </a:rPr>
              <a:t>then </a:t>
            </a:r>
            <a:r>
              <a:rPr sz="1800" spc="-90" dirty="0">
                <a:latin typeface="Times New Roman" panose="02020603050405020304" pitchFamily="18" charset="0"/>
                <a:cs typeface="Times New Roman" panose="02020603050405020304" pitchFamily="18" charset="0"/>
              </a:rPr>
              <a:t>the </a:t>
            </a:r>
            <a:r>
              <a:rPr sz="1800" spc="-49" dirty="0">
                <a:latin typeface="Times New Roman" panose="02020603050405020304" pitchFamily="18" charset="0"/>
                <a:cs typeface="Times New Roman" panose="02020603050405020304" pitchFamily="18" charset="0"/>
              </a:rPr>
              <a:t>process </a:t>
            </a:r>
            <a:r>
              <a:rPr sz="1800" spc="-71" dirty="0">
                <a:latin typeface="Times New Roman" panose="02020603050405020304" pitchFamily="18" charset="0"/>
                <a:cs typeface="Times New Roman" panose="02020603050405020304" pitchFamily="18" charset="0"/>
              </a:rPr>
              <a:t>is </a:t>
            </a:r>
            <a:r>
              <a:rPr sz="1800" spc="-68" dirty="0">
                <a:latin typeface="Times New Roman" panose="02020603050405020304" pitchFamily="18" charset="0"/>
                <a:cs typeface="Times New Roman" panose="02020603050405020304" pitchFamily="18" charset="0"/>
              </a:rPr>
              <a:t> </a:t>
            </a:r>
            <a:r>
              <a:rPr sz="1800" spc="-75" dirty="0">
                <a:latin typeface="Times New Roman" panose="02020603050405020304" pitchFamily="18" charset="0"/>
                <a:cs typeface="Times New Roman" panose="02020603050405020304" pitchFamily="18" charset="0"/>
              </a:rPr>
              <a:t>quick </a:t>
            </a:r>
            <a:r>
              <a:rPr sz="1800" spc="-94" dirty="0">
                <a:latin typeface="Times New Roman" panose="02020603050405020304" pitchFamily="18" charset="0"/>
                <a:cs typeface="Times New Roman" panose="02020603050405020304" pitchFamily="18" charset="0"/>
              </a:rPr>
              <a:t>and </a:t>
            </a:r>
            <a:r>
              <a:rPr sz="1800" spc="-105" dirty="0">
                <a:latin typeface="Times New Roman" panose="02020603050405020304" pitchFamily="18" charset="0"/>
                <a:cs typeface="Times New Roman" panose="02020603050405020304" pitchFamily="18" charset="0"/>
              </a:rPr>
              <a:t>fairly </a:t>
            </a:r>
            <a:r>
              <a:rPr sz="1800" spc="-101" dirty="0">
                <a:latin typeface="Times New Roman" panose="02020603050405020304" pitchFamily="18" charset="0"/>
                <a:cs typeface="Times New Roman" panose="02020603050405020304" pitchFamily="18" charset="0"/>
              </a:rPr>
              <a:t>simple. </a:t>
            </a:r>
            <a:r>
              <a:rPr sz="1800" spc="-68" dirty="0">
                <a:latin typeface="Times New Roman" panose="02020603050405020304" pitchFamily="18" charset="0"/>
                <a:cs typeface="Times New Roman" panose="02020603050405020304" pitchFamily="18" charset="0"/>
              </a:rPr>
              <a:t>Virtual </a:t>
            </a:r>
            <a:r>
              <a:rPr sz="1800" spc="-86" dirty="0">
                <a:latin typeface="Times New Roman" panose="02020603050405020304" pitchFamily="18" charset="0"/>
                <a:cs typeface="Times New Roman" panose="02020603050405020304" pitchFamily="18" charset="0"/>
              </a:rPr>
              <a:t>backup </a:t>
            </a:r>
            <a:r>
              <a:rPr sz="1800" spc="-68" dirty="0">
                <a:latin typeface="Times New Roman" panose="02020603050405020304" pitchFamily="18" charset="0"/>
                <a:cs typeface="Times New Roman" panose="02020603050405020304" pitchFamily="18" charset="0"/>
              </a:rPr>
              <a:t>tools, </a:t>
            </a:r>
            <a:r>
              <a:rPr sz="1800" spc="-64" dirty="0">
                <a:latin typeface="Times New Roman" panose="02020603050405020304" pitchFamily="18" charset="0"/>
                <a:cs typeface="Times New Roman" panose="02020603050405020304" pitchFamily="18" charset="0"/>
              </a:rPr>
              <a:t>such </a:t>
            </a:r>
            <a:r>
              <a:rPr sz="1800" spc="-90" dirty="0">
                <a:latin typeface="Times New Roman" panose="02020603050405020304" pitchFamily="18" charset="0"/>
                <a:cs typeface="Times New Roman" panose="02020603050405020304" pitchFamily="18" charset="0"/>
              </a:rPr>
              <a:t>as </a:t>
            </a:r>
            <a:r>
              <a:rPr sz="1800" spc="-127" dirty="0">
                <a:latin typeface="Times New Roman" panose="02020603050405020304" pitchFamily="18" charset="0"/>
                <a:cs typeface="Times New Roman" panose="02020603050405020304" pitchFamily="18" charset="0"/>
              </a:rPr>
              <a:t>Veeam, </a:t>
            </a:r>
            <a:r>
              <a:rPr sz="1800" spc="-86" dirty="0">
                <a:latin typeface="Times New Roman" panose="02020603050405020304" pitchFamily="18" charset="0"/>
                <a:cs typeface="Times New Roman" panose="02020603050405020304" pitchFamily="18" charset="0"/>
              </a:rPr>
              <a:t>are </a:t>
            </a:r>
            <a:r>
              <a:rPr sz="1800" spc="-120" dirty="0">
                <a:latin typeface="Times New Roman" panose="02020603050405020304" pitchFamily="18" charset="0"/>
                <a:cs typeface="Times New Roman" panose="02020603050405020304" pitchFamily="18" charset="0"/>
              </a:rPr>
              <a:t>available </a:t>
            </a:r>
            <a:r>
              <a:rPr sz="1800" spc="-38" dirty="0">
                <a:latin typeface="Times New Roman" panose="02020603050405020304" pitchFamily="18" charset="0"/>
                <a:cs typeface="Times New Roman" panose="02020603050405020304" pitchFamily="18" charset="0"/>
              </a:rPr>
              <a:t>to </a:t>
            </a:r>
            <a:r>
              <a:rPr sz="1800" spc="-79" dirty="0">
                <a:latin typeface="Times New Roman" panose="02020603050405020304" pitchFamily="18" charset="0"/>
                <a:cs typeface="Times New Roman" panose="02020603050405020304" pitchFamily="18" charset="0"/>
              </a:rPr>
              <a:t>expedite </a:t>
            </a:r>
            <a:r>
              <a:rPr sz="1800" spc="-86" dirty="0">
                <a:latin typeface="Times New Roman" panose="02020603050405020304" pitchFamily="18" charset="0"/>
                <a:cs typeface="Times New Roman" panose="02020603050405020304" pitchFamily="18" charset="0"/>
              </a:rPr>
              <a:t>the </a:t>
            </a:r>
            <a:r>
              <a:rPr sz="1800" spc="-83" dirty="0">
                <a:latin typeface="Times New Roman" panose="02020603050405020304" pitchFamily="18" charset="0"/>
                <a:cs typeface="Times New Roman" panose="02020603050405020304" pitchFamily="18" charset="0"/>
              </a:rPr>
              <a:t> </a:t>
            </a:r>
            <a:r>
              <a:rPr sz="1800" spc="-49" dirty="0">
                <a:latin typeface="Times New Roman" panose="02020603050405020304" pitchFamily="18" charset="0"/>
                <a:cs typeface="Times New Roman" panose="02020603050405020304" pitchFamily="18" charset="0"/>
              </a:rPr>
              <a:t>process</a:t>
            </a:r>
            <a:r>
              <a:rPr sz="1800" spc="-34" dirty="0">
                <a:latin typeface="Times New Roman" panose="02020603050405020304" pitchFamily="18" charset="0"/>
                <a:cs typeface="Times New Roman" panose="02020603050405020304" pitchFamily="18" charset="0"/>
              </a:rPr>
              <a:t> </a:t>
            </a:r>
            <a:r>
              <a:rPr sz="1800" spc="-38" dirty="0">
                <a:latin typeface="Times New Roman" panose="02020603050405020304" pitchFamily="18" charset="0"/>
                <a:cs typeface="Times New Roman" panose="02020603050405020304" pitchFamily="18" charset="0"/>
              </a:rPr>
              <a:t>to </a:t>
            </a:r>
            <a:r>
              <a:rPr sz="1800" spc="-98" dirty="0">
                <a:latin typeface="Times New Roman" panose="02020603050405020304" pitchFamily="18" charset="0"/>
                <a:cs typeface="Times New Roman" panose="02020603050405020304" pitchFamily="18" charset="0"/>
              </a:rPr>
              <a:t>minutes.</a:t>
            </a:r>
            <a:endParaRPr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1227965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612843" y="625297"/>
            <a:ext cx="7908587" cy="4215898"/>
          </a:xfrm>
          <a:prstGeom prst="rect">
            <a:avLst/>
          </a:prstGeom>
        </p:spPr>
        <p:txBody>
          <a:bodyPr vert="horz" wrap="square" lIns="0" tIns="9525" rIns="0" bIns="0" rtlCol="0">
            <a:spAutoFit/>
          </a:bodyPr>
          <a:lstStyle/>
          <a:p>
            <a:pPr marL="180975" marR="3810" indent="-171450" algn="just">
              <a:lnSpc>
                <a:spcPct val="150000"/>
              </a:lnSpc>
              <a:spcBef>
                <a:spcPts val="75"/>
              </a:spcBef>
              <a:buClr>
                <a:srgbClr val="B71E42"/>
              </a:buClr>
              <a:buFont typeface="Arial MT"/>
              <a:buChar char="•"/>
              <a:tabLst>
                <a:tab pos="180975" algn="l"/>
              </a:tabLst>
            </a:pPr>
            <a:r>
              <a:rPr sz="1800" b="1" i="1" u="sng" spc="-41" dirty="0">
                <a:uFill>
                  <a:solidFill>
                    <a:srgbClr val="000000"/>
                  </a:solidFill>
                </a:uFill>
                <a:latin typeface="Times New Roman" panose="02020603050405020304" pitchFamily="18" charset="0"/>
                <a:cs typeface="Times New Roman" panose="02020603050405020304" pitchFamily="18" charset="0"/>
              </a:rPr>
              <a:t>Reduced</a:t>
            </a:r>
            <a:r>
              <a:rPr sz="1800" b="1" i="1" u="sng" spc="-38" dirty="0">
                <a:uFill>
                  <a:solidFill>
                    <a:srgbClr val="000000"/>
                  </a:solidFill>
                </a:uFill>
                <a:latin typeface="Times New Roman" panose="02020603050405020304" pitchFamily="18" charset="0"/>
                <a:cs typeface="Times New Roman" panose="02020603050405020304" pitchFamily="18" charset="0"/>
              </a:rPr>
              <a:t> </a:t>
            </a:r>
            <a:r>
              <a:rPr sz="1800" b="1" i="1" u="sng" spc="-68" dirty="0">
                <a:uFill>
                  <a:solidFill>
                    <a:srgbClr val="000000"/>
                  </a:solidFill>
                </a:uFill>
                <a:latin typeface="Times New Roman" panose="02020603050405020304" pitchFamily="18" charset="0"/>
                <a:cs typeface="Times New Roman" panose="02020603050405020304" pitchFamily="18" charset="0"/>
              </a:rPr>
              <a:t>heat</a:t>
            </a:r>
            <a:r>
              <a:rPr sz="1800" b="1" i="1" u="sng" spc="-64" dirty="0">
                <a:uFill>
                  <a:solidFill>
                    <a:srgbClr val="000000"/>
                  </a:solidFill>
                </a:uFill>
                <a:latin typeface="Times New Roman" panose="02020603050405020304" pitchFamily="18" charset="0"/>
                <a:cs typeface="Times New Roman" panose="02020603050405020304" pitchFamily="18" charset="0"/>
              </a:rPr>
              <a:t> </a:t>
            </a:r>
            <a:r>
              <a:rPr sz="1800" b="1" i="1" u="sng" spc="-56" dirty="0">
                <a:uFill>
                  <a:solidFill>
                    <a:srgbClr val="000000"/>
                  </a:solidFill>
                </a:uFill>
                <a:latin typeface="Times New Roman" panose="02020603050405020304" pitchFamily="18" charset="0"/>
                <a:cs typeface="Times New Roman" panose="02020603050405020304" pitchFamily="18" charset="0"/>
              </a:rPr>
              <a:t>and</a:t>
            </a:r>
            <a:r>
              <a:rPr sz="1800" b="1" i="1" u="sng" spc="-53" dirty="0">
                <a:uFill>
                  <a:solidFill>
                    <a:srgbClr val="000000"/>
                  </a:solidFill>
                </a:uFill>
                <a:latin typeface="Times New Roman" panose="02020603050405020304" pitchFamily="18" charset="0"/>
                <a:cs typeface="Times New Roman" panose="02020603050405020304" pitchFamily="18" charset="0"/>
              </a:rPr>
              <a:t> </a:t>
            </a:r>
            <a:r>
              <a:rPr sz="1800" b="1" i="1" u="sng" spc="-83" dirty="0">
                <a:uFill>
                  <a:solidFill>
                    <a:srgbClr val="000000"/>
                  </a:solidFill>
                </a:uFill>
                <a:latin typeface="Times New Roman" panose="02020603050405020304" pitchFamily="18" charset="0"/>
                <a:cs typeface="Times New Roman" panose="02020603050405020304" pitchFamily="18" charset="0"/>
              </a:rPr>
              <a:t>improved</a:t>
            </a:r>
            <a:r>
              <a:rPr sz="1800" b="1" i="1" u="sng" spc="-79" dirty="0">
                <a:uFill>
                  <a:solidFill>
                    <a:srgbClr val="000000"/>
                  </a:solidFill>
                </a:uFill>
                <a:latin typeface="Times New Roman" panose="02020603050405020304" pitchFamily="18" charset="0"/>
                <a:cs typeface="Times New Roman" panose="02020603050405020304" pitchFamily="18" charset="0"/>
              </a:rPr>
              <a:t> </a:t>
            </a:r>
            <a:r>
              <a:rPr sz="1800" b="1" i="1" u="sng" spc="-75" dirty="0">
                <a:uFill>
                  <a:solidFill>
                    <a:srgbClr val="000000"/>
                  </a:solidFill>
                </a:uFill>
                <a:latin typeface="Times New Roman" panose="02020603050405020304" pitchFamily="18" charset="0"/>
                <a:cs typeface="Times New Roman" panose="02020603050405020304" pitchFamily="18" charset="0"/>
              </a:rPr>
              <a:t>energy</a:t>
            </a:r>
            <a:r>
              <a:rPr sz="1800" b="1" i="1" u="sng" spc="-71" dirty="0">
                <a:uFill>
                  <a:solidFill>
                    <a:srgbClr val="000000"/>
                  </a:solidFill>
                </a:uFill>
                <a:latin typeface="Times New Roman" panose="02020603050405020304" pitchFamily="18" charset="0"/>
                <a:cs typeface="Times New Roman" panose="02020603050405020304" pitchFamily="18" charset="0"/>
              </a:rPr>
              <a:t> </a:t>
            </a:r>
            <a:r>
              <a:rPr sz="1800" b="1" i="1" u="sng" spc="-113" dirty="0">
                <a:uFill>
                  <a:solidFill>
                    <a:srgbClr val="000000"/>
                  </a:solidFill>
                </a:uFill>
                <a:latin typeface="Times New Roman" panose="02020603050405020304" pitchFamily="18" charset="0"/>
                <a:cs typeface="Times New Roman" panose="02020603050405020304" pitchFamily="18" charset="0"/>
              </a:rPr>
              <a:t>savings</a:t>
            </a:r>
            <a:r>
              <a:rPr sz="1800" spc="-113" dirty="0">
                <a:latin typeface="Times New Roman" panose="02020603050405020304" pitchFamily="18" charset="0"/>
                <a:cs typeface="Times New Roman" panose="02020603050405020304" pitchFamily="18" charset="0"/>
              </a:rPr>
              <a:t>.</a:t>
            </a:r>
            <a:r>
              <a:rPr sz="1800" spc="-109" dirty="0">
                <a:latin typeface="Times New Roman" panose="02020603050405020304" pitchFamily="18" charset="0"/>
                <a:cs typeface="Times New Roman" panose="02020603050405020304" pitchFamily="18" charset="0"/>
              </a:rPr>
              <a:t> </a:t>
            </a:r>
            <a:r>
              <a:rPr sz="1800" spc="-53" dirty="0">
                <a:latin typeface="Times New Roman" panose="02020603050405020304" pitchFamily="18" charset="0"/>
                <a:cs typeface="Times New Roman" panose="02020603050405020304" pitchFamily="18" charset="0"/>
              </a:rPr>
              <a:t>Companies</a:t>
            </a:r>
            <a:r>
              <a:rPr sz="1800" spc="-49" dirty="0">
                <a:latin typeface="Times New Roman" panose="02020603050405020304" pitchFamily="18" charset="0"/>
                <a:cs typeface="Times New Roman" panose="02020603050405020304" pitchFamily="18" charset="0"/>
              </a:rPr>
              <a:t> </a:t>
            </a:r>
            <a:r>
              <a:rPr sz="1800" spc="-101" dirty="0">
                <a:latin typeface="Times New Roman" panose="02020603050405020304" pitchFamily="18" charset="0"/>
                <a:cs typeface="Times New Roman" panose="02020603050405020304" pitchFamily="18" charset="0"/>
              </a:rPr>
              <a:t>that</a:t>
            </a:r>
            <a:r>
              <a:rPr sz="1800" spc="-98" dirty="0">
                <a:latin typeface="Times New Roman" panose="02020603050405020304" pitchFamily="18" charset="0"/>
                <a:cs typeface="Times New Roman" panose="02020603050405020304" pitchFamily="18" charset="0"/>
              </a:rPr>
              <a:t> </a:t>
            </a:r>
            <a:r>
              <a:rPr sz="1800" spc="-71" dirty="0">
                <a:latin typeface="Times New Roman" panose="02020603050405020304" pitchFamily="18" charset="0"/>
                <a:cs typeface="Times New Roman" panose="02020603050405020304" pitchFamily="18" charset="0"/>
              </a:rPr>
              <a:t>use</a:t>
            </a:r>
            <a:r>
              <a:rPr sz="1800" spc="307" dirty="0">
                <a:latin typeface="Times New Roman" panose="02020603050405020304" pitchFamily="18" charset="0"/>
                <a:cs typeface="Times New Roman" panose="02020603050405020304" pitchFamily="18" charset="0"/>
              </a:rPr>
              <a:t> </a:t>
            </a:r>
            <a:r>
              <a:rPr sz="1800" spc="-150" dirty="0">
                <a:latin typeface="Times New Roman" panose="02020603050405020304" pitchFamily="18" charset="0"/>
                <a:cs typeface="Times New Roman" panose="02020603050405020304" pitchFamily="18" charset="0"/>
              </a:rPr>
              <a:t>a</a:t>
            </a:r>
            <a:r>
              <a:rPr sz="1800" spc="153" dirty="0">
                <a:latin typeface="Times New Roman" panose="02020603050405020304" pitchFamily="18" charset="0"/>
                <a:cs typeface="Times New Roman" panose="02020603050405020304" pitchFamily="18" charset="0"/>
              </a:rPr>
              <a:t> </a:t>
            </a:r>
            <a:r>
              <a:rPr sz="1800" spc="-64" dirty="0">
                <a:latin typeface="Times New Roman" panose="02020603050405020304" pitchFamily="18" charset="0"/>
                <a:cs typeface="Times New Roman" panose="02020603050405020304" pitchFamily="18" charset="0"/>
              </a:rPr>
              <a:t>lot</a:t>
            </a:r>
            <a:r>
              <a:rPr sz="1800" spc="326" dirty="0">
                <a:latin typeface="Times New Roman" panose="02020603050405020304" pitchFamily="18" charset="0"/>
                <a:cs typeface="Times New Roman" panose="02020603050405020304" pitchFamily="18" charset="0"/>
              </a:rPr>
              <a:t> </a:t>
            </a:r>
            <a:r>
              <a:rPr sz="1800" spc="-90" dirty="0">
                <a:latin typeface="Times New Roman" panose="02020603050405020304" pitchFamily="18" charset="0"/>
                <a:cs typeface="Times New Roman" panose="02020603050405020304" pitchFamily="18" charset="0"/>
              </a:rPr>
              <a:t>of </a:t>
            </a:r>
            <a:r>
              <a:rPr sz="1800" spc="-86" dirty="0">
                <a:latin typeface="Times New Roman" panose="02020603050405020304" pitchFamily="18" charset="0"/>
                <a:cs typeface="Times New Roman" panose="02020603050405020304" pitchFamily="18" charset="0"/>
              </a:rPr>
              <a:t> </a:t>
            </a:r>
            <a:r>
              <a:rPr sz="1800" spc="-79" dirty="0">
                <a:latin typeface="Times New Roman" panose="02020603050405020304" pitchFamily="18" charset="0"/>
                <a:cs typeface="Times New Roman" panose="02020603050405020304" pitchFamily="18" charset="0"/>
              </a:rPr>
              <a:t>hardware </a:t>
            </a:r>
            <a:r>
              <a:rPr sz="1800" spc="-45" dirty="0">
                <a:latin typeface="Times New Roman" panose="02020603050405020304" pitchFamily="18" charset="0"/>
                <a:cs typeface="Times New Roman" panose="02020603050405020304" pitchFamily="18" charset="0"/>
              </a:rPr>
              <a:t>servers </a:t>
            </a:r>
            <a:r>
              <a:rPr sz="1800" spc="-41" dirty="0">
                <a:latin typeface="Times New Roman" panose="02020603050405020304" pitchFamily="18" charset="0"/>
                <a:cs typeface="Times New Roman" panose="02020603050405020304" pitchFamily="18" charset="0"/>
              </a:rPr>
              <a:t>risk </a:t>
            </a:r>
            <a:r>
              <a:rPr sz="1800" spc="-83" dirty="0">
                <a:latin typeface="Times New Roman" panose="02020603050405020304" pitchFamily="18" charset="0"/>
                <a:cs typeface="Times New Roman" panose="02020603050405020304" pitchFamily="18" charset="0"/>
              </a:rPr>
              <a:t>overheating </a:t>
            </a:r>
            <a:r>
              <a:rPr sz="1800" spc="-75" dirty="0">
                <a:latin typeface="Times New Roman" panose="02020603050405020304" pitchFamily="18" charset="0"/>
                <a:cs typeface="Times New Roman" panose="02020603050405020304" pitchFamily="18" charset="0"/>
              </a:rPr>
              <a:t>their </a:t>
            </a:r>
            <a:r>
              <a:rPr sz="1800" spc="-98" dirty="0">
                <a:latin typeface="Times New Roman" panose="02020603050405020304" pitchFamily="18" charset="0"/>
                <a:cs typeface="Times New Roman" panose="02020603050405020304" pitchFamily="18" charset="0"/>
              </a:rPr>
              <a:t>physical </a:t>
            </a:r>
            <a:r>
              <a:rPr sz="1800" spc="-71" dirty="0">
                <a:latin typeface="Times New Roman" panose="02020603050405020304" pitchFamily="18" charset="0"/>
                <a:cs typeface="Times New Roman" panose="02020603050405020304" pitchFamily="18" charset="0"/>
              </a:rPr>
              <a:t>resources. </a:t>
            </a:r>
            <a:r>
              <a:rPr sz="1800" spc="-45" dirty="0">
                <a:latin typeface="Times New Roman" panose="02020603050405020304" pitchFamily="18" charset="0"/>
                <a:cs typeface="Times New Roman" panose="02020603050405020304" pitchFamily="18" charset="0"/>
              </a:rPr>
              <a:t>The </a:t>
            </a:r>
            <a:r>
              <a:rPr sz="1800" spc="-79" dirty="0">
                <a:latin typeface="Times New Roman" panose="02020603050405020304" pitchFamily="18" charset="0"/>
                <a:cs typeface="Times New Roman" panose="02020603050405020304" pitchFamily="18" charset="0"/>
              </a:rPr>
              <a:t>best </a:t>
            </a:r>
            <a:r>
              <a:rPr sz="1800" spc="-116" dirty="0">
                <a:latin typeface="Times New Roman" panose="02020603050405020304" pitchFamily="18" charset="0"/>
                <a:cs typeface="Times New Roman" panose="02020603050405020304" pitchFamily="18" charset="0"/>
              </a:rPr>
              <a:t>way </a:t>
            </a:r>
            <a:r>
              <a:rPr sz="1800" spc="-41" dirty="0">
                <a:latin typeface="Times New Roman" panose="02020603050405020304" pitchFamily="18" charset="0"/>
                <a:cs typeface="Times New Roman" panose="02020603050405020304" pitchFamily="18" charset="0"/>
              </a:rPr>
              <a:t>to </a:t>
            </a:r>
            <a:r>
              <a:rPr sz="1800" spc="-86" dirty="0">
                <a:latin typeface="Times New Roman" panose="02020603050405020304" pitchFamily="18" charset="0"/>
                <a:cs typeface="Times New Roman" panose="02020603050405020304" pitchFamily="18" charset="0"/>
              </a:rPr>
              <a:t>prevent </a:t>
            </a:r>
            <a:r>
              <a:rPr sz="1800" spc="-83" dirty="0">
                <a:latin typeface="Times New Roman" panose="02020603050405020304" pitchFamily="18" charset="0"/>
                <a:cs typeface="Times New Roman" panose="02020603050405020304" pitchFamily="18" charset="0"/>
              </a:rPr>
              <a:t> </a:t>
            </a:r>
            <a:r>
              <a:rPr sz="1800" spc="-75" dirty="0">
                <a:latin typeface="Times New Roman" panose="02020603050405020304" pitchFamily="18" charset="0"/>
                <a:cs typeface="Times New Roman" panose="02020603050405020304" pitchFamily="18" charset="0"/>
              </a:rPr>
              <a:t>this from </a:t>
            </a:r>
            <a:r>
              <a:rPr sz="1800" spc="-98" dirty="0">
                <a:latin typeface="Times New Roman" panose="02020603050405020304" pitchFamily="18" charset="0"/>
                <a:cs typeface="Times New Roman" panose="02020603050405020304" pitchFamily="18" charset="0"/>
              </a:rPr>
              <a:t>happening </a:t>
            </a:r>
            <a:r>
              <a:rPr sz="1800" spc="-64" dirty="0">
                <a:latin typeface="Times New Roman" panose="02020603050405020304" pitchFamily="18" charset="0"/>
                <a:cs typeface="Times New Roman" panose="02020603050405020304" pitchFamily="18" charset="0"/>
              </a:rPr>
              <a:t>is </a:t>
            </a:r>
            <a:r>
              <a:rPr sz="1800" spc="-38" dirty="0">
                <a:latin typeface="Times New Roman" panose="02020603050405020304" pitchFamily="18" charset="0"/>
                <a:cs typeface="Times New Roman" panose="02020603050405020304" pitchFamily="18" charset="0"/>
              </a:rPr>
              <a:t>to </a:t>
            </a:r>
            <a:r>
              <a:rPr sz="1800" spc="-83" dirty="0">
                <a:latin typeface="Times New Roman" panose="02020603050405020304" pitchFamily="18" charset="0"/>
                <a:cs typeface="Times New Roman" panose="02020603050405020304" pitchFamily="18" charset="0"/>
              </a:rPr>
              <a:t>decrease </a:t>
            </a:r>
            <a:r>
              <a:rPr sz="1800" spc="-90" dirty="0">
                <a:latin typeface="Times New Roman" panose="02020603050405020304" pitchFamily="18" charset="0"/>
                <a:cs typeface="Times New Roman" panose="02020603050405020304" pitchFamily="18" charset="0"/>
              </a:rPr>
              <a:t>the </a:t>
            </a:r>
            <a:r>
              <a:rPr sz="1800" spc="-71" dirty="0">
                <a:latin typeface="Times New Roman" panose="02020603050405020304" pitchFamily="18" charset="0"/>
                <a:cs typeface="Times New Roman" panose="02020603050405020304" pitchFamily="18" charset="0"/>
              </a:rPr>
              <a:t>number </a:t>
            </a:r>
            <a:r>
              <a:rPr sz="1800" spc="-83" dirty="0">
                <a:latin typeface="Times New Roman" panose="02020603050405020304" pitchFamily="18" charset="0"/>
                <a:cs typeface="Times New Roman" panose="02020603050405020304" pitchFamily="18" charset="0"/>
              </a:rPr>
              <a:t>of </a:t>
            </a:r>
            <a:r>
              <a:rPr sz="1800" spc="-45" dirty="0">
                <a:latin typeface="Times New Roman" panose="02020603050405020304" pitchFamily="18" charset="0"/>
                <a:cs typeface="Times New Roman" panose="02020603050405020304" pitchFamily="18" charset="0"/>
              </a:rPr>
              <a:t>servers </a:t>
            </a:r>
            <a:r>
              <a:rPr sz="1800" spc="-68" dirty="0">
                <a:latin typeface="Times New Roman" panose="02020603050405020304" pitchFamily="18" charset="0"/>
                <a:cs typeface="Times New Roman" panose="02020603050405020304" pitchFamily="18" charset="0"/>
              </a:rPr>
              <a:t>used </a:t>
            </a:r>
            <a:r>
              <a:rPr sz="1800" spc="-53" dirty="0">
                <a:latin typeface="Times New Roman" panose="02020603050405020304" pitchFamily="18" charset="0"/>
                <a:cs typeface="Times New Roman" panose="02020603050405020304" pitchFamily="18" charset="0"/>
              </a:rPr>
              <a:t>for </a:t>
            </a:r>
            <a:r>
              <a:rPr sz="1800" spc="-120" dirty="0">
                <a:latin typeface="Times New Roman" panose="02020603050405020304" pitchFamily="18" charset="0"/>
                <a:cs typeface="Times New Roman" panose="02020603050405020304" pitchFamily="18" charset="0"/>
              </a:rPr>
              <a:t>data </a:t>
            </a:r>
            <a:r>
              <a:rPr sz="1800" spc="-116" dirty="0">
                <a:latin typeface="Times New Roman" panose="02020603050405020304" pitchFamily="18" charset="0"/>
                <a:cs typeface="Times New Roman" panose="02020603050405020304" pitchFamily="18" charset="0"/>
              </a:rPr>
              <a:t>management, </a:t>
            </a:r>
            <a:r>
              <a:rPr sz="1800" spc="-113" dirty="0">
                <a:latin typeface="Times New Roman" panose="02020603050405020304" pitchFamily="18" charset="0"/>
                <a:cs typeface="Times New Roman" panose="02020603050405020304" pitchFamily="18" charset="0"/>
              </a:rPr>
              <a:t> </a:t>
            </a:r>
            <a:r>
              <a:rPr sz="1800" spc="-98" dirty="0">
                <a:latin typeface="Times New Roman" panose="02020603050405020304" pitchFamily="18" charset="0"/>
                <a:cs typeface="Times New Roman" panose="02020603050405020304" pitchFamily="18" charset="0"/>
              </a:rPr>
              <a:t>and</a:t>
            </a:r>
            <a:r>
              <a:rPr sz="1800" spc="-49" dirty="0">
                <a:latin typeface="Times New Roman" panose="02020603050405020304" pitchFamily="18" charset="0"/>
                <a:cs typeface="Times New Roman" panose="02020603050405020304" pitchFamily="18" charset="0"/>
              </a:rPr>
              <a:t> </a:t>
            </a:r>
            <a:r>
              <a:rPr sz="1800" spc="-86" dirty="0">
                <a:latin typeface="Times New Roman" panose="02020603050405020304" pitchFamily="18" charset="0"/>
                <a:cs typeface="Times New Roman" panose="02020603050405020304" pitchFamily="18" charset="0"/>
              </a:rPr>
              <a:t>the</a:t>
            </a:r>
            <a:r>
              <a:rPr sz="1800" spc="-49" dirty="0">
                <a:latin typeface="Times New Roman" panose="02020603050405020304" pitchFamily="18" charset="0"/>
                <a:cs typeface="Times New Roman" panose="02020603050405020304" pitchFamily="18" charset="0"/>
              </a:rPr>
              <a:t> </a:t>
            </a:r>
            <a:r>
              <a:rPr sz="1800" spc="-79" dirty="0">
                <a:latin typeface="Times New Roman" panose="02020603050405020304" pitchFamily="18" charset="0"/>
                <a:cs typeface="Times New Roman" panose="02020603050405020304" pitchFamily="18" charset="0"/>
              </a:rPr>
              <a:t>best</a:t>
            </a:r>
            <a:r>
              <a:rPr sz="1800" spc="-45" dirty="0">
                <a:latin typeface="Times New Roman" panose="02020603050405020304" pitchFamily="18" charset="0"/>
                <a:cs typeface="Times New Roman" panose="02020603050405020304" pitchFamily="18" charset="0"/>
              </a:rPr>
              <a:t> </a:t>
            </a:r>
            <a:r>
              <a:rPr sz="1800" spc="-113" dirty="0">
                <a:latin typeface="Times New Roman" panose="02020603050405020304" pitchFamily="18" charset="0"/>
                <a:cs typeface="Times New Roman" panose="02020603050405020304" pitchFamily="18" charset="0"/>
              </a:rPr>
              <a:t>way</a:t>
            </a:r>
            <a:r>
              <a:rPr sz="1800" spc="-41" dirty="0">
                <a:latin typeface="Times New Roman" panose="02020603050405020304" pitchFamily="18" charset="0"/>
                <a:cs typeface="Times New Roman" panose="02020603050405020304" pitchFamily="18" charset="0"/>
              </a:rPr>
              <a:t> </a:t>
            </a:r>
            <a:r>
              <a:rPr sz="1800" spc="-38" dirty="0">
                <a:latin typeface="Times New Roman" panose="02020603050405020304" pitchFamily="18" charset="0"/>
                <a:cs typeface="Times New Roman" panose="02020603050405020304" pitchFamily="18" charset="0"/>
              </a:rPr>
              <a:t>to</a:t>
            </a:r>
            <a:r>
              <a:rPr sz="1800" spc="-53" dirty="0">
                <a:latin typeface="Times New Roman" panose="02020603050405020304" pitchFamily="18" charset="0"/>
                <a:cs typeface="Times New Roman" panose="02020603050405020304" pitchFamily="18" charset="0"/>
              </a:rPr>
              <a:t> </a:t>
            </a:r>
            <a:r>
              <a:rPr sz="1800" spc="-26" dirty="0">
                <a:latin typeface="Times New Roman" panose="02020603050405020304" pitchFamily="18" charset="0"/>
                <a:cs typeface="Times New Roman" panose="02020603050405020304" pitchFamily="18" charset="0"/>
              </a:rPr>
              <a:t>do</a:t>
            </a:r>
            <a:r>
              <a:rPr sz="1800" spc="-38" dirty="0">
                <a:latin typeface="Times New Roman" panose="02020603050405020304" pitchFamily="18" charset="0"/>
                <a:cs typeface="Times New Roman" panose="02020603050405020304" pitchFamily="18" charset="0"/>
              </a:rPr>
              <a:t> </a:t>
            </a:r>
            <a:r>
              <a:rPr sz="1800" spc="-75" dirty="0">
                <a:latin typeface="Times New Roman" panose="02020603050405020304" pitchFamily="18" charset="0"/>
                <a:cs typeface="Times New Roman" panose="02020603050405020304" pitchFamily="18" charset="0"/>
              </a:rPr>
              <a:t>this</a:t>
            </a:r>
            <a:r>
              <a:rPr sz="1800" spc="-60" dirty="0">
                <a:latin typeface="Times New Roman" panose="02020603050405020304" pitchFamily="18" charset="0"/>
                <a:cs typeface="Times New Roman" panose="02020603050405020304" pitchFamily="18" charset="0"/>
              </a:rPr>
              <a:t> </a:t>
            </a:r>
            <a:r>
              <a:rPr sz="1800" spc="-64" dirty="0">
                <a:latin typeface="Times New Roman" panose="02020603050405020304" pitchFamily="18" charset="0"/>
                <a:cs typeface="Times New Roman" panose="02020603050405020304" pitchFamily="18" charset="0"/>
              </a:rPr>
              <a:t>is</a:t>
            </a:r>
            <a:r>
              <a:rPr sz="1800" spc="-41" dirty="0">
                <a:latin typeface="Times New Roman" panose="02020603050405020304" pitchFamily="18" charset="0"/>
                <a:cs typeface="Times New Roman" panose="02020603050405020304" pitchFamily="18" charset="0"/>
              </a:rPr>
              <a:t> </a:t>
            </a:r>
            <a:r>
              <a:rPr sz="1800" spc="-60" dirty="0">
                <a:latin typeface="Times New Roman" panose="02020603050405020304" pitchFamily="18" charset="0"/>
                <a:cs typeface="Times New Roman" panose="02020603050405020304" pitchFamily="18" charset="0"/>
              </a:rPr>
              <a:t>through</a:t>
            </a:r>
            <a:r>
              <a:rPr sz="1800" spc="-75" dirty="0">
                <a:latin typeface="Times New Roman" panose="02020603050405020304" pitchFamily="18" charset="0"/>
                <a:cs typeface="Times New Roman" panose="02020603050405020304" pitchFamily="18" charset="0"/>
              </a:rPr>
              <a:t> </a:t>
            </a:r>
            <a:r>
              <a:rPr sz="1800" spc="-94" dirty="0">
                <a:latin typeface="Times New Roman" panose="02020603050405020304" pitchFamily="18" charset="0"/>
                <a:cs typeface="Times New Roman" panose="02020603050405020304" pitchFamily="18" charset="0"/>
              </a:rPr>
              <a:t>virtualization.</a:t>
            </a:r>
            <a:endParaRPr sz="1800" dirty="0">
              <a:latin typeface="Times New Roman" panose="02020603050405020304" pitchFamily="18" charset="0"/>
              <a:cs typeface="Times New Roman" panose="02020603050405020304" pitchFamily="18" charset="0"/>
            </a:endParaRPr>
          </a:p>
          <a:p>
            <a:pPr marL="180975" marR="21907" indent="-171450" algn="just">
              <a:lnSpc>
                <a:spcPct val="150000"/>
              </a:lnSpc>
              <a:spcBef>
                <a:spcPts val="379"/>
              </a:spcBef>
              <a:buClr>
                <a:srgbClr val="B71E42"/>
              </a:buClr>
              <a:buFont typeface="Arial MT"/>
              <a:buChar char="•"/>
              <a:tabLst>
                <a:tab pos="180975" algn="l"/>
              </a:tabLst>
            </a:pPr>
            <a:r>
              <a:rPr sz="1800" b="1" i="1" u="sng" spc="-68" dirty="0">
                <a:uFill>
                  <a:solidFill>
                    <a:srgbClr val="000000"/>
                  </a:solidFill>
                </a:uFill>
                <a:latin typeface="Times New Roman" panose="02020603050405020304" pitchFamily="18" charset="0"/>
                <a:cs typeface="Times New Roman" panose="02020603050405020304" pitchFamily="18" charset="0"/>
              </a:rPr>
              <a:t>Better</a:t>
            </a:r>
            <a:r>
              <a:rPr sz="1800" b="1" i="1" u="sng" spc="-64" dirty="0">
                <a:uFill>
                  <a:solidFill>
                    <a:srgbClr val="000000"/>
                  </a:solidFill>
                </a:uFill>
                <a:latin typeface="Times New Roman" panose="02020603050405020304" pitchFamily="18" charset="0"/>
                <a:cs typeface="Times New Roman" panose="02020603050405020304" pitchFamily="18" charset="0"/>
              </a:rPr>
              <a:t> </a:t>
            </a:r>
            <a:r>
              <a:rPr sz="1800" b="1" i="1" u="sng" spc="-83" dirty="0">
                <a:uFill>
                  <a:solidFill>
                    <a:srgbClr val="000000"/>
                  </a:solidFill>
                </a:uFill>
                <a:latin typeface="Times New Roman" panose="02020603050405020304" pitchFamily="18" charset="0"/>
                <a:cs typeface="Times New Roman" panose="02020603050405020304" pitchFamily="18" charset="0"/>
              </a:rPr>
              <a:t>for</a:t>
            </a:r>
            <a:r>
              <a:rPr sz="1800" b="1" i="1" u="sng" spc="-79" dirty="0">
                <a:uFill>
                  <a:solidFill>
                    <a:srgbClr val="000000"/>
                  </a:solidFill>
                </a:uFill>
                <a:latin typeface="Times New Roman" panose="02020603050405020304" pitchFamily="18" charset="0"/>
                <a:cs typeface="Times New Roman" panose="02020603050405020304" pitchFamily="18" charset="0"/>
              </a:rPr>
              <a:t> </a:t>
            </a:r>
            <a:r>
              <a:rPr sz="1800" b="1" i="1" u="sng" spc="-68" dirty="0">
                <a:uFill>
                  <a:solidFill>
                    <a:srgbClr val="000000"/>
                  </a:solidFill>
                </a:uFill>
                <a:latin typeface="Times New Roman" panose="02020603050405020304" pitchFamily="18" charset="0"/>
                <a:cs typeface="Times New Roman" panose="02020603050405020304" pitchFamily="18" charset="0"/>
              </a:rPr>
              <a:t>the</a:t>
            </a:r>
            <a:r>
              <a:rPr sz="1800" b="1" i="1" u="sng" spc="-64" dirty="0">
                <a:uFill>
                  <a:solidFill>
                    <a:srgbClr val="000000"/>
                  </a:solidFill>
                </a:uFill>
                <a:latin typeface="Times New Roman" panose="02020603050405020304" pitchFamily="18" charset="0"/>
                <a:cs typeface="Times New Roman" panose="02020603050405020304" pitchFamily="18" charset="0"/>
              </a:rPr>
              <a:t> </a:t>
            </a:r>
            <a:r>
              <a:rPr sz="1800" b="1" i="1" u="sng" spc="-83" dirty="0">
                <a:uFill>
                  <a:solidFill>
                    <a:srgbClr val="000000"/>
                  </a:solidFill>
                </a:uFill>
                <a:latin typeface="Times New Roman" panose="02020603050405020304" pitchFamily="18" charset="0"/>
                <a:cs typeface="Times New Roman" panose="02020603050405020304" pitchFamily="18" charset="0"/>
              </a:rPr>
              <a:t>environment</a:t>
            </a:r>
            <a:r>
              <a:rPr sz="1800" spc="-83" dirty="0">
                <a:latin typeface="Times New Roman" panose="02020603050405020304" pitchFamily="18" charset="0"/>
                <a:cs typeface="Times New Roman" panose="02020603050405020304" pitchFamily="18" charset="0"/>
              </a:rPr>
              <a:t>. </a:t>
            </a:r>
            <a:r>
              <a:rPr sz="1800" spc="-53" dirty="0">
                <a:latin typeface="Times New Roman" panose="02020603050405020304" pitchFamily="18" charset="0"/>
                <a:cs typeface="Times New Roman" panose="02020603050405020304" pitchFamily="18" charset="0"/>
              </a:rPr>
              <a:t>Companies</a:t>
            </a:r>
            <a:r>
              <a:rPr sz="1800" spc="-49" dirty="0">
                <a:latin typeface="Times New Roman" panose="02020603050405020304" pitchFamily="18" charset="0"/>
                <a:cs typeface="Times New Roman" panose="02020603050405020304" pitchFamily="18" charset="0"/>
              </a:rPr>
              <a:t> </a:t>
            </a:r>
            <a:r>
              <a:rPr sz="1800" spc="-98" dirty="0">
                <a:latin typeface="Times New Roman" panose="02020603050405020304" pitchFamily="18" charset="0"/>
                <a:cs typeface="Times New Roman" panose="02020603050405020304" pitchFamily="18" charset="0"/>
              </a:rPr>
              <a:t>and</a:t>
            </a:r>
            <a:r>
              <a:rPr sz="1800" spc="-94" dirty="0">
                <a:latin typeface="Times New Roman" panose="02020603050405020304" pitchFamily="18" charset="0"/>
                <a:cs typeface="Times New Roman" panose="02020603050405020304" pitchFamily="18" charset="0"/>
              </a:rPr>
              <a:t> </a:t>
            </a:r>
            <a:r>
              <a:rPr sz="1800" spc="-116" dirty="0">
                <a:latin typeface="Times New Roman" panose="02020603050405020304" pitchFamily="18" charset="0"/>
                <a:cs typeface="Times New Roman" panose="02020603050405020304" pitchFamily="18" charset="0"/>
              </a:rPr>
              <a:t>data</a:t>
            </a:r>
            <a:r>
              <a:rPr sz="1800" spc="-113" dirty="0">
                <a:latin typeface="Times New Roman" panose="02020603050405020304" pitchFamily="18" charset="0"/>
                <a:cs typeface="Times New Roman" panose="02020603050405020304" pitchFamily="18" charset="0"/>
              </a:rPr>
              <a:t> </a:t>
            </a:r>
            <a:r>
              <a:rPr sz="1800" spc="-68" dirty="0">
                <a:latin typeface="Times New Roman" panose="02020603050405020304" pitchFamily="18" charset="0"/>
                <a:cs typeface="Times New Roman" panose="02020603050405020304" pitchFamily="18" charset="0"/>
              </a:rPr>
              <a:t>centers</a:t>
            </a:r>
            <a:r>
              <a:rPr sz="1800" spc="-64" dirty="0">
                <a:latin typeface="Times New Roman" panose="02020603050405020304" pitchFamily="18" charset="0"/>
                <a:cs typeface="Times New Roman" panose="02020603050405020304" pitchFamily="18" charset="0"/>
              </a:rPr>
              <a:t> </a:t>
            </a:r>
            <a:r>
              <a:rPr sz="1800" spc="-105" dirty="0">
                <a:latin typeface="Times New Roman" panose="02020603050405020304" pitchFamily="18" charset="0"/>
                <a:cs typeface="Times New Roman" panose="02020603050405020304" pitchFamily="18" charset="0"/>
              </a:rPr>
              <a:t>that</a:t>
            </a:r>
            <a:r>
              <a:rPr sz="1800" spc="-101" dirty="0">
                <a:latin typeface="Times New Roman" panose="02020603050405020304" pitchFamily="18" charset="0"/>
                <a:cs typeface="Times New Roman" panose="02020603050405020304" pitchFamily="18" charset="0"/>
              </a:rPr>
              <a:t> </a:t>
            </a:r>
            <a:r>
              <a:rPr sz="1800" spc="-98" dirty="0">
                <a:latin typeface="Times New Roman" panose="02020603050405020304" pitchFamily="18" charset="0"/>
                <a:cs typeface="Times New Roman" panose="02020603050405020304" pitchFamily="18" charset="0"/>
              </a:rPr>
              <a:t>utilize</a:t>
            </a:r>
            <a:r>
              <a:rPr sz="1800" spc="-94" dirty="0">
                <a:latin typeface="Times New Roman" panose="02020603050405020304" pitchFamily="18" charset="0"/>
                <a:cs typeface="Times New Roman" panose="02020603050405020304" pitchFamily="18" charset="0"/>
              </a:rPr>
              <a:t> </a:t>
            </a:r>
            <a:r>
              <a:rPr sz="1800" spc="-49" dirty="0">
                <a:latin typeface="Times New Roman" panose="02020603050405020304" pitchFamily="18" charset="0"/>
                <a:cs typeface="Times New Roman" panose="02020603050405020304" pitchFamily="18" charset="0"/>
              </a:rPr>
              <a:t>copious </a:t>
            </a:r>
            <a:r>
              <a:rPr sz="1800" spc="-45" dirty="0">
                <a:latin typeface="Times New Roman" panose="02020603050405020304" pitchFamily="18" charset="0"/>
                <a:cs typeface="Times New Roman" panose="02020603050405020304" pitchFamily="18" charset="0"/>
              </a:rPr>
              <a:t> </a:t>
            </a:r>
            <a:r>
              <a:rPr sz="1800" spc="-71" dirty="0">
                <a:latin typeface="Times New Roman" panose="02020603050405020304" pitchFamily="18" charset="0"/>
                <a:cs typeface="Times New Roman" panose="02020603050405020304" pitchFamily="18" charset="0"/>
              </a:rPr>
              <a:t>amounts </a:t>
            </a:r>
            <a:r>
              <a:rPr sz="1800" spc="-83" dirty="0">
                <a:latin typeface="Times New Roman" panose="02020603050405020304" pitchFamily="18" charset="0"/>
                <a:cs typeface="Times New Roman" panose="02020603050405020304" pitchFamily="18" charset="0"/>
              </a:rPr>
              <a:t>of </a:t>
            </a:r>
            <a:r>
              <a:rPr sz="1800" spc="-79" dirty="0">
                <a:latin typeface="Times New Roman" panose="02020603050405020304" pitchFamily="18" charset="0"/>
                <a:cs typeface="Times New Roman" panose="02020603050405020304" pitchFamily="18" charset="0"/>
              </a:rPr>
              <a:t>hardware </a:t>
            </a:r>
            <a:r>
              <a:rPr sz="1800" spc="-127" dirty="0">
                <a:latin typeface="Times New Roman" panose="02020603050405020304" pitchFamily="18" charset="0"/>
                <a:cs typeface="Times New Roman" panose="02020603050405020304" pitchFamily="18" charset="0"/>
              </a:rPr>
              <a:t>leave </a:t>
            </a:r>
            <a:r>
              <a:rPr sz="1800" spc="-150" dirty="0">
                <a:latin typeface="Times New Roman" panose="02020603050405020304" pitchFamily="18" charset="0"/>
                <a:cs typeface="Times New Roman" panose="02020603050405020304" pitchFamily="18" charset="0"/>
              </a:rPr>
              <a:t>a </a:t>
            </a:r>
            <a:r>
              <a:rPr sz="1800" spc="-98" dirty="0">
                <a:latin typeface="Times New Roman" panose="02020603050405020304" pitchFamily="18" charset="0"/>
                <a:cs typeface="Times New Roman" panose="02020603050405020304" pitchFamily="18" charset="0"/>
              </a:rPr>
              <a:t>large </a:t>
            </a:r>
            <a:r>
              <a:rPr sz="1800" spc="-64" dirty="0">
                <a:latin typeface="Times New Roman" panose="02020603050405020304" pitchFamily="18" charset="0"/>
                <a:cs typeface="Times New Roman" panose="02020603050405020304" pitchFamily="18" charset="0"/>
              </a:rPr>
              <a:t>carbon </a:t>
            </a:r>
            <a:r>
              <a:rPr sz="1800" spc="-83" dirty="0">
                <a:latin typeface="Times New Roman" panose="02020603050405020304" pitchFamily="18" charset="0"/>
                <a:cs typeface="Times New Roman" panose="02020603050405020304" pitchFamily="18" charset="0"/>
              </a:rPr>
              <a:t>footprint; </a:t>
            </a:r>
            <a:r>
              <a:rPr sz="1800" spc="-98" dirty="0">
                <a:latin typeface="Times New Roman" panose="02020603050405020304" pitchFamily="18" charset="0"/>
                <a:cs typeface="Times New Roman" panose="02020603050405020304" pitchFamily="18" charset="0"/>
              </a:rPr>
              <a:t>they </a:t>
            </a:r>
            <a:r>
              <a:rPr sz="1800" spc="-75" dirty="0">
                <a:latin typeface="Times New Roman" panose="02020603050405020304" pitchFamily="18" charset="0"/>
                <a:cs typeface="Times New Roman" panose="02020603050405020304" pitchFamily="18" charset="0"/>
              </a:rPr>
              <a:t>must </a:t>
            </a:r>
            <a:r>
              <a:rPr sz="1800" spc="-109" dirty="0">
                <a:latin typeface="Times New Roman" panose="02020603050405020304" pitchFamily="18" charset="0"/>
                <a:cs typeface="Times New Roman" panose="02020603050405020304" pitchFamily="18" charset="0"/>
              </a:rPr>
              <a:t>take </a:t>
            </a:r>
            <a:r>
              <a:rPr sz="1800" spc="-71" dirty="0">
                <a:latin typeface="Times New Roman" panose="02020603050405020304" pitchFamily="18" charset="0"/>
                <a:cs typeface="Times New Roman" panose="02020603050405020304" pitchFamily="18" charset="0"/>
              </a:rPr>
              <a:t>responsibility </a:t>
            </a:r>
            <a:r>
              <a:rPr sz="1800" spc="-53" dirty="0">
                <a:latin typeface="Times New Roman" panose="02020603050405020304" pitchFamily="18" charset="0"/>
                <a:cs typeface="Times New Roman" panose="02020603050405020304" pitchFamily="18" charset="0"/>
              </a:rPr>
              <a:t>for </a:t>
            </a:r>
            <a:r>
              <a:rPr sz="1800" spc="-49" dirty="0">
                <a:latin typeface="Times New Roman" panose="02020603050405020304" pitchFamily="18" charset="0"/>
                <a:cs typeface="Times New Roman" panose="02020603050405020304" pitchFamily="18" charset="0"/>
              </a:rPr>
              <a:t> </a:t>
            </a:r>
            <a:r>
              <a:rPr sz="1800" spc="-86" dirty="0">
                <a:latin typeface="Times New Roman" panose="02020603050405020304" pitchFamily="18" charset="0"/>
                <a:cs typeface="Times New Roman" panose="02020603050405020304" pitchFamily="18" charset="0"/>
              </a:rPr>
              <a:t>the</a:t>
            </a:r>
            <a:r>
              <a:rPr sz="1800" spc="-83" dirty="0">
                <a:latin typeface="Times New Roman" panose="02020603050405020304" pitchFamily="18" charset="0"/>
                <a:cs typeface="Times New Roman" panose="02020603050405020304" pitchFamily="18" charset="0"/>
              </a:rPr>
              <a:t> </a:t>
            </a:r>
            <a:r>
              <a:rPr sz="1800" spc="-71" dirty="0">
                <a:latin typeface="Times New Roman" panose="02020603050405020304" pitchFamily="18" charset="0"/>
                <a:cs typeface="Times New Roman" panose="02020603050405020304" pitchFamily="18" charset="0"/>
              </a:rPr>
              <a:t>pollution </a:t>
            </a:r>
            <a:r>
              <a:rPr sz="1800" spc="-94" dirty="0">
                <a:latin typeface="Times New Roman" panose="02020603050405020304" pitchFamily="18" charset="0"/>
                <a:cs typeface="Times New Roman" panose="02020603050405020304" pitchFamily="18" charset="0"/>
              </a:rPr>
              <a:t>they</a:t>
            </a:r>
            <a:r>
              <a:rPr sz="1800" spc="-90" dirty="0">
                <a:latin typeface="Times New Roman" panose="02020603050405020304" pitchFamily="18" charset="0"/>
                <a:cs typeface="Times New Roman" panose="02020603050405020304" pitchFamily="18" charset="0"/>
              </a:rPr>
              <a:t> </a:t>
            </a:r>
            <a:r>
              <a:rPr sz="1800" spc="-94" dirty="0">
                <a:latin typeface="Times New Roman" panose="02020603050405020304" pitchFamily="18" charset="0"/>
                <a:cs typeface="Times New Roman" panose="02020603050405020304" pitchFamily="18" charset="0"/>
              </a:rPr>
              <a:t>are</a:t>
            </a:r>
            <a:r>
              <a:rPr sz="1800" spc="-90" dirty="0">
                <a:latin typeface="Times New Roman" panose="02020603050405020304" pitchFamily="18" charset="0"/>
                <a:cs typeface="Times New Roman" panose="02020603050405020304" pitchFamily="18" charset="0"/>
              </a:rPr>
              <a:t> </a:t>
            </a:r>
            <a:r>
              <a:rPr sz="1800" spc="-105" dirty="0">
                <a:latin typeface="Times New Roman" panose="02020603050405020304" pitchFamily="18" charset="0"/>
                <a:cs typeface="Times New Roman" panose="02020603050405020304" pitchFamily="18" charset="0"/>
              </a:rPr>
              <a:t>generating. </a:t>
            </a:r>
            <a:r>
              <a:rPr sz="1800" spc="-79" dirty="0">
                <a:latin typeface="Times New Roman" panose="02020603050405020304" pitchFamily="18" charset="0"/>
                <a:cs typeface="Times New Roman" panose="02020603050405020304" pitchFamily="18" charset="0"/>
              </a:rPr>
              <a:t>Virtualization</a:t>
            </a:r>
            <a:r>
              <a:rPr sz="1800" spc="-75" dirty="0">
                <a:latin typeface="Times New Roman" panose="02020603050405020304" pitchFamily="18" charset="0"/>
                <a:cs typeface="Times New Roman" panose="02020603050405020304" pitchFamily="18" charset="0"/>
              </a:rPr>
              <a:t> </a:t>
            </a:r>
            <a:r>
              <a:rPr sz="1800" spc="-101" dirty="0">
                <a:latin typeface="Times New Roman" panose="02020603050405020304" pitchFamily="18" charset="0"/>
                <a:cs typeface="Times New Roman" panose="02020603050405020304" pitchFamily="18" charset="0"/>
              </a:rPr>
              <a:t>can</a:t>
            </a:r>
            <a:r>
              <a:rPr sz="1800" spc="-98" dirty="0">
                <a:latin typeface="Times New Roman" panose="02020603050405020304" pitchFamily="18" charset="0"/>
                <a:cs typeface="Times New Roman" panose="02020603050405020304" pitchFamily="18" charset="0"/>
              </a:rPr>
              <a:t> </a:t>
            </a:r>
            <a:r>
              <a:rPr sz="1800" spc="-94" dirty="0">
                <a:latin typeface="Times New Roman" panose="02020603050405020304" pitchFamily="18" charset="0"/>
                <a:cs typeface="Times New Roman" panose="02020603050405020304" pitchFamily="18" charset="0"/>
              </a:rPr>
              <a:t>help</a:t>
            </a:r>
            <a:r>
              <a:rPr sz="1800" spc="-90" dirty="0">
                <a:latin typeface="Times New Roman" panose="02020603050405020304" pitchFamily="18" charset="0"/>
                <a:cs typeface="Times New Roman" panose="02020603050405020304" pitchFamily="18" charset="0"/>
              </a:rPr>
              <a:t> </a:t>
            </a:r>
            <a:r>
              <a:rPr sz="1800" spc="-75" dirty="0">
                <a:latin typeface="Times New Roman" panose="02020603050405020304" pitchFamily="18" charset="0"/>
                <a:cs typeface="Times New Roman" panose="02020603050405020304" pitchFamily="18" charset="0"/>
              </a:rPr>
              <a:t>reduce </a:t>
            </a:r>
            <a:r>
              <a:rPr sz="1800" spc="-79" dirty="0">
                <a:latin typeface="Times New Roman" panose="02020603050405020304" pitchFamily="18" charset="0"/>
                <a:cs typeface="Times New Roman" panose="02020603050405020304" pitchFamily="18" charset="0"/>
              </a:rPr>
              <a:t>these </a:t>
            </a:r>
            <a:r>
              <a:rPr sz="1800" spc="-113" dirty="0">
                <a:latin typeface="Times New Roman" panose="02020603050405020304" pitchFamily="18" charset="0"/>
                <a:cs typeface="Times New Roman" panose="02020603050405020304" pitchFamily="18" charset="0"/>
              </a:rPr>
              <a:t>effects</a:t>
            </a:r>
            <a:r>
              <a:rPr sz="1800" spc="-109" dirty="0">
                <a:latin typeface="Times New Roman" panose="02020603050405020304" pitchFamily="18" charset="0"/>
                <a:cs typeface="Times New Roman" panose="02020603050405020304" pitchFamily="18" charset="0"/>
              </a:rPr>
              <a:t> </a:t>
            </a:r>
            <a:r>
              <a:rPr sz="1800" spc="-101" dirty="0">
                <a:latin typeface="Times New Roman" panose="02020603050405020304" pitchFamily="18" charset="0"/>
                <a:cs typeface="Times New Roman" panose="02020603050405020304" pitchFamily="18" charset="0"/>
              </a:rPr>
              <a:t>by </a:t>
            </a:r>
            <a:r>
              <a:rPr sz="1800" spc="-98" dirty="0">
                <a:latin typeface="Times New Roman" panose="02020603050405020304" pitchFamily="18" charset="0"/>
                <a:cs typeface="Times New Roman" panose="02020603050405020304" pitchFamily="18" charset="0"/>
              </a:rPr>
              <a:t> </a:t>
            </a:r>
            <a:r>
              <a:rPr sz="1800" spc="-101" dirty="0">
                <a:latin typeface="Times New Roman" panose="02020603050405020304" pitchFamily="18" charset="0"/>
                <a:cs typeface="Times New Roman" panose="02020603050405020304" pitchFamily="18" charset="0"/>
              </a:rPr>
              <a:t>significantly </a:t>
            </a:r>
            <a:r>
              <a:rPr sz="1800" spc="-86" dirty="0">
                <a:latin typeface="Times New Roman" panose="02020603050405020304" pitchFamily="18" charset="0"/>
                <a:cs typeface="Times New Roman" panose="02020603050405020304" pitchFamily="18" charset="0"/>
              </a:rPr>
              <a:t>decreasing </a:t>
            </a:r>
            <a:r>
              <a:rPr sz="1800" spc="-90" dirty="0">
                <a:latin typeface="Times New Roman" panose="02020603050405020304" pitchFamily="18" charset="0"/>
                <a:cs typeface="Times New Roman" panose="02020603050405020304" pitchFamily="18" charset="0"/>
              </a:rPr>
              <a:t>the </a:t>
            </a:r>
            <a:r>
              <a:rPr sz="1800" spc="-68" dirty="0">
                <a:latin typeface="Times New Roman" panose="02020603050405020304" pitchFamily="18" charset="0"/>
                <a:cs typeface="Times New Roman" panose="02020603050405020304" pitchFamily="18" charset="0"/>
              </a:rPr>
              <a:t>necessary amounts </a:t>
            </a:r>
            <a:r>
              <a:rPr sz="1800" spc="-83" dirty="0">
                <a:latin typeface="Times New Roman" panose="02020603050405020304" pitchFamily="18" charset="0"/>
                <a:cs typeface="Times New Roman" panose="02020603050405020304" pitchFamily="18" charset="0"/>
              </a:rPr>
              <a:t>of </a:t>
            </a:r>
            <a:r>
              <a:rPr sz="1800" spc="-68" dirty="0">
                <a:latin typeface="Times New Roman" panose="02020603050405020304" pitchFamily="18" charset="0"/>
                <a:cs typeface="Times New Roman" panose="02020603050405020304" pitchFamily="18" charset="0"/>
              </a:rPr>
              <a:t>cooling </a:t>
            </a:r>
            <a:r>
              <a:rPr sz="1800" spc="-98" dirty="0">
                <a:latin typeface="Times New Roman" panose="02020603050405020304" pitchFamily="18" charset="0"/>
                <a:cs typeface="Times New Roman" panose="02020603050405020304" pitchFamily="18" charset="0"/>
              </a:rPr>
              <a:t>and </a:t>
            </a:r>
            <a:r>
              <a:rPr sz="1800" spc="-101" dirty="0">
                <a:latin typeface="Times New Roman" panose="02020603050405020304" pitchFamily="18" charset="0"/>
                <a:cs typeface="Times New Roman" panose="02020603050405020304" pitchFamily="18" charset="0"/>
              </a:rPr>
              <a:t>power, </a:t>
            </a:r>
            <a:r>
              <a:rPr sz="1800" spc="-68" dirty="0">
                <a:latin typeface="Times New Roman" panose="02020603050405020304" pitchFamily="18" charset="0"/>
                <a:cs typeface="Times New Roman" panose="02020603050405020304" pitchFamily="18" charset="0"/>
              </a:rPr>
              <a:t>thus </a:t>
            </a:r>
            <a:r>
              <a:rPr sz="1800" spc="-94" dirty="0">
                <a:latin typeface="Times New Roman" panose="02020603050405020304" pitchFamily="18" charset="0"/>
                <a:cs typeface="Times New Roman" panose="02020603050405020304" pitchFamily="18" charset="0"/>
              </a:rPr>
              <a:t>helping </a:t>
            </a:r>
            <a:r>
              <a:rPr sz="1800" spc="-90" dirty="0">
                <a:latin typeface="Times New Roman" panose="02020603050405020304" pitchFamily="18" charset="0"/>
                <a:cs typeface="Times New Roman" panose="02020603050405020304" pitchFamily="18" charset="0"/>
              </a:rPr>
              <a:t> </a:t>
            </a:r>
            <a:r>
              <a:rPr sz="1800" spc="-105" dirty="0">
                <a:latin typeface="Times New Roman" panose="02020603050405020304" pitchFamily="18" charset="0"/>
                <a:cs typeface="Times New Roman" panose="02020603050405020304" pitchFamily="18" charset="0"/>
              </a:rPr>
              <a:t>clean</a:t>
            </a:r>
            <a:r>
              <a:rPr sz="1800" spc="-101" dirty="0">
                <a:latin typeface="Times New Roman" panose="02020603050405020304" pitchFamily="18" charset="0"/>
                <a:cs typeface="Times New Roman" panose="02020603050405020304" pitchFamily="18" charset="0"/>
              </a:rPr>
              <a:t> </a:t>
            </a:r>
            <a:r>
              <a:rPr sz="1800" spc="-90" dirty="0">
                <a:latin typeface="Times New Roman" panose="02020603050405020304" pitchFamily="18" charset="0"/>
                <a:cs typeface="Times New Roman" panose="02020603050405020304" pitchFamily="18" charset="0"/>
              </a:rPr>
              <a:t>the</a:t>
            </a:r>
            <a:r>
              <a:rPr sz="1800" spc="-86" dirty="0">
                <a:latin typeface="Times New Roman" panose="02020603050405020304" pitchFamily="18" charset="0"/>
                <a:cs typeface="Times New Roman" panose="02020603050405020304" pitchFamily="18" charset="0"/>
              </a:rPr>
              <a:t> </a:t>
            </a:r>
            <a:r>
              <a:rPr sz="1800" spc="-83" dirty="0">
                <a:latin typeface="Times New Roman" panose="02020603050405020304" pitchFamily="18" charset="0"/>
                <a:cs typeface="Times New Roman" panose="02020603050405020304" pitchFamily="18" charset="0"/>
              </a:rPr>
              <a:t>air</a:t>
            </a:r>
            <a:r>
              <a:rPr sz="1800" spc="-79" dirty="0">
                <a:latin typeface="Times New Roman" panose="02020603050405020304" pitchFamily="18" charset="0"/>
                <a:cs typeface="Times New Roman" panose="02020603050405020304" pitchFamily="18" charset="0"/>
              </a:rPr>
              <a:t> </a:t>
            </a:r>
            <a:r>
              <a:rPr sz="1800" spc="-98" dirty="0">
                <a:latin typeface="Times New Roman" panose="02020603050405020304" pitchFamily="18" charset="0"/>
                <a:cs typeface="Times New Roman" panose="02020603050405020304" pitchFamily="18" charset="0"/>
              </a:rPr>
              <a:t>and</a:t>
            </a:r>
            <a:r>
              <a:rPr sz="1800" spc="-94" dirty="0">
                <a:latin typeface="Times New Roman" panose="02020603050405020304" pitchFamily="18" charset="0"/>
                <a:cs typeface="Times New Roman" panose="02020603050405020304" pitchFamily="18" charset="0"/>
              </a:rPr>
              <a:t> </a:t>
            </a:r>
            <a:r>
              <a:rPr sz="1800" spc="-90" dirty="0">
                <a:latin typeface="Times New Roman" panose="02020603050405020304" pitchFamily="18" charset="0"/>
                <a:cs typeface="Times New Roman" panose="02020603050405020304" pitchFamily="18" charset="0"/>
              </a:rPr>
              <a:t>the</a:t>
            </a:r>
            <a:r>
              <a:rPr sz="1800" spc="-86" dirty="0">
                <a:latin typeface="Times New Roman" panose="02020603050405020304" pitchFamily="18" charset="0"/>
                <a:cs typeface="Times New Roman" panose="02020603050405020304" pitchFamily="18" charset="0"/>
              </a:rPr>
              <a:t> atmosphere. </a:t>
            </a:r>
            <a:r>
              <a:rPr sz="1800" spc="41" dirty="0">
                <a:latin typeface="Times New Roman" panose="02020603050405020304" pitchFamily="18" charset="0"/>
                <a:cs typeface="Times New Roman" panose="02020603050405020304" pitchFamily="18" charset="0"/>
              </a:rPr>
              <a:t>As </a:t>
            </a:r>
            <a:r>
              <a:rPr sz="1800" spc="-150" dirty="0">
                <a:latin typeface="Times New Roman" panose="02020603050405020304" pitchFamily="18" charset="0"/>
                <a:cs typeface="Times New Roman" panose="02020603050405020304" pitchFamily="18" charset="0"/>
              </a:rPr>
              <a:t>a</a:t>
            </a:r>
            <a:r>
              <a:rPr sz="1800" spc="-146" dirty="0">
                <a:latin typeface="Times New Roman" panose="02020603050405020304" pitchFamily="18" charset="0"/>
                <a:cs typeface="Times New Roman" panose="02020603050405020304" pitchFamily="18" charset="0"/>
              </a:rPr>
              <a:t> </a:t>
            </a:r>
            <a:r>
              <a:rPr sz="1800" spc="-94" dirty="0">
                <a:latin typeface="Times New Roman" panose="02020603050405020304" pitchFamily="18" charset="0"/>
                <a:cs typeface="Times New Roman" panose="02020603050405020304" pitchFamily="18" charset="0"/>
              </a:rPr>
              <a:t>result, </a:t>
            </a:r>
            <a:r>
              <a:rPr sz="1800" spc="-79" dirty="0">
                <a:latin typeface="Times New Roman" panose="02020603050405020304" pitchFamily="18" charset="0"/>
                <a:cs typeface="Times New Roman" panose="02020603050405020304" pitchFamily="18" charset="0"/>
              </a:rPr>
              <a:t>companies</a:t>
            </a:r>
            <a:r>
              <a:rPr sz="1800" spc="-75" dirty="0">
                <a:latin typeface="Times New Roman" panose="02020603050405020304" pitchFamily="18" charset="0"/>
                <a:cs typeface="Times New Roman" panose="02020603050405020304" pitchFamily="18" charset="0"/>
              </a:rPr>
              <a:t> </a:t>
            </a:r>
            <a:r>
              <a:rPr sz="1800" spc="-98" dirty="0">
                <a:latin typeface="Times New Roman" panose="02020603050405020304" pitchFamily="18" charset="0"/>
                <a:cs typeface="Times New Roman" panose="02020603050405020304" pitchFamily="18" charset="0"/>
              </a:rPr>
              <a:t>and</a:t>
            </a:r>
            <a:r>
              <a:rPr sz="1800" spc="-94" dirty="0">
                <a:latin typeface="Times New Roman" panose="02020603050405020304" pitchFamily="18" charset="0"/>
                <a:cs typeface="Times New Roman" panose="02020603050405020304" pitchFamily="18" charset="0"/>
              </a:rPr>
              <a:t> </a:t>
            </a:r>
            <a:r>
              <a:rPr sz="1800" spc="-116" dirty="0">
                <a:latin typeface="Times New Roman" panose="02020603050405020304" pitchFamily="18" charset="0"/>
                <a:cs typeface="Times New Roman" panose="02020603050405020304" pitchFamily="18" charset="0"/>
              </a:rPr>
              <a:t>data</a:t>
            </a:r>
            <a:r>
              <a:rPr sz="1800" spc="-113" dirty="0">
                <a:latin typeface="Times New Roman" panose="02020603050405020304" pitchFamily="18" charset="0"/>
                <a:cs typeface="Times New Roman" panose="02020603050405020304" pitchFamily="18" charset="0"/>
              </a:rPr>
              <a:t> </a:t>
            </a:r>
            <a:r>
              <a:rPr sz="1800" spc="-68" dirty="0">
                <a:latin typeface="Times New Roman" panose="02020603050405020304" pitchFamily="18" charset="0"/>
                <a:cs typeface="Times New Roman" panose="02020603050405020304" pitchFamily="18" charset="0"/>
              </a:rPr>
              <a:t>centers </a:t>
            </a:r>
            <a:r>
              <a:rPr sz="1800" spc="-105" dirty="0">
                <a:latin typeface="Times New Roman" panose="02020603050405020304" pitchFamily="18" charset="0"/>
                <a:cs typeface="Times New Roman" panose="02020603050405020304" pitchFamily="18" charset="0"/>
              </a:rPr>
              <a:t>that </a:t>
            </a:r>
            <a:r>
              <a:rPr sz="1800" spc="-101" dirty="0">
                <a:latin typeface="Times New Roman" panose="02020603050405020304" pitchFamily="18" charset="0"/>
                <a:cs typeface="Times New Roman" panose="02020603050405020304" pitchFamily="18" charset="0"/>
              </a:rPr>
              <a:t> </a:t>
            </a:r>
            <a:r>
              <a:rPr sz="1800" spc="-90" dirty="0">
                <a:latin typeface="Times New Roman" panose="02020603050405020304" pitchFamily="18" charset="0"/>
                <a:cs typeface="Times New Roman" panose="02020603050405020304" pitchFamily="18" charset="0"/>
              </a:rPr>
              <a:t>virtualize</a:t>
            </a:r>
            <a:r>
              <a:rPr sz="1800" spc="-86" dirty="0">
                <a:latin typeface="Times New Roman" panose="02020603050405020304" pitchFamily="18" charset="0"/>
                <a:cs typeface="Times New Roman" panose="02020603050405020304" pitchFamily="18" charset="0"/>
              </a:rPr>
              <a:t> </a:t>
            </a:r>
            <a:r>
              <a:rPr sz="1800" spc="-94" dirty="0">
                <a:latin typeface="Times New Roman" panose="02020603050405020304" pitchFamily="18" charset="0"/>
                <a:cs typeface="Times New Roman" panose="02020603050405020304" pitchFamily="18" charset="0"/>
              </a:rPr>
              <a:t>will</a:t>
            </a:r>
            <a:r>
              <a:rPr sz="1800" spc="-90" dirty="0">
                <a:latin typeface="Times New Roman" panose="02020603050405020304" pitchFamily="18" charset="0"/>
                <a:cs typeface="Times New Roman" panose="02020603050405020304" pitchFamily="18" charset="0"/>
              </a:rPr>
              <a:t> </a:t>
            </a:r>
            <a:r>
              <a:rPr sz="1800" spc="-75" dirty="0">
                <a:latin typeface="Times New Roman" panose="02020603050405020304" pitchFamily="18" charset="0"/>
                <a:cs typeface="Times New Roman" panose="02020603050405020304" pitchFamily="18" charset="0"/>
              </a:rPr>
              <a:t>improve</a:t>
            </a:r>
            <a:r>
              <a:rPr sz="1800" spc="-71" dirty="0">
                <a:latin typeface="Times New Roman" panose="02020603050405020304" pitchFamily="18" charset="0"/>
                <a:cs typeface="Times New Roman" panose="02020603050405020304" pitchFamily="18" charset="0"/>
              </a:rPr>
              <a:t> </a:t>
            </a:r>
            <a:r>
              <a:rPr sz="1800" spc="-75" dirty="0">
                <a:latin typeface="Times New Roman" panose="02020603050405020304" pitchFamily="18" charset="0"/>
                <a:cs typeface="Times New Roman" panose="02020603050405020304" pitchFamily="18" charset="0"/>
              </a:rPr>
              <a:t>their</a:t>
            </a:r>
            <a:r>
              <a:rPr sz="1800" spc="-71" dirty="0">
                <a:latin typeface="Times New Roman" panose="02020603050405020304" pitchFamily="18" charset="0"/>
                <a:cs typeface="Times New Roman" panose="02020603050405020304" pitchFamily="18" charset="0"/>
              </a:rPr>
              <a:t> </a:t>
            </a:r>
            <a:r>
              <a:rPr sz="1800" spc="-79" dirty="0">
                <a:latin typeface="Times New Roman" panose="02020603050405020304" pitchFamily="18" charset="0"/>
                <a:cs typeface="Times New Roman" panose="02020603050405020304" pitchFamily="18" charset="0"/>
              </a:rPr>
              <a:t>reputation</a:t>
            </a:r>
            <a:r>
              <a:rPr sz="1800" spc="-75" dirty="0">
                <a:latin typeface="Times New Roman" panose="02020603050405020304" pitchFamily="18" charset="0"/>
                <a:cs typeface="Times New Roman" panose="02020603050405020304" pitchFamily="18" charset="0"/>
              </a:rPr>
              <a:t> </a:t>
            </a:r>
            <a:r>
              <a:rPr sz="1800" spc="-86" dirty="0">
                <a:latin typeface="Times New Roman" panose="02020603050405020304" pitchFamily="18" charset="0"/>
                <a:cs typeface="Times New Roman" panose="02020603050405020304" pitchFamily="18" charset="0"/>
              </a:rPr>
              <a:t>while</a:t>
            </a:r>
            <a:r>
              <a:rPr sz="1800" spc="-83" dirty="0">
                <a:latin typeface="Times New Roman" panose="02020603050405020304" pitchFamily="18" charset="0"/>
                <a:cs typeface="Times New Roman" panose="02020603050405020304" pitchFamily="18" charset="0"/>
              </a:rPr>
              <a:t> </a:t>
            </a:r>
            <a:r>
              <a:rPr sz="1800" spc="-68" dirty="0">
                <a:latin typeface="Times New Roman" panose="02020603050405020304" pitchFamily="18" charset="0"/>
                <a:cs typeface="Times New Roman" panose="02020603050405020304" pitchFamily="18" charset="0"/>
              </a:rPr>
              <a:t>also</a:t>
            </a:r>
            <a:r>
              <a:rPr sz="1800" spc="-64" dirty="0">
                <a:latin typeface="Times New Roman" panose="02020603050405020304" pitchFamily="18" charset="0"/>
                <a:cs typeface="Times New Roman" panose="02020603050405020304" pitchFamily="18" charset="0"/>
              </a:rPr>
              <a:t> </a:t>
            </a:r>
            <a:r>
              <a:rPr sz="1800" spc="-94" dirty="0">
                <a:latin typeface="Times New Roman" panose="02020603050405020304" pitchFamily="18" charset="0"/>
                <a:cs typeface="Times New Roman" panose="02020603050405020304" pitchFamily="18" charset="0"/>
              </a:rPr>
              <a:t>enhancing</a:t>
            </a:r>
            <a:r>
              <a:rPr sz="1800" spc="-90" dirty="0">
                <a:latin typeface="Times New Roman" panose="02020603050405020304" pitchFamily="18" charset="0"/>
                <a:cs typeface="Times New Roman" panose="02020603050405020304" pitchFamily="18" charset="0"/>
              </a:rPr>
              <a:t> the</a:t>
            </a:r>
            <a:r>
              <a:rPr sz="1800" spc="-86" dirty="0">
                <a:latin typeface="Times New Roman" panose="02020603050405020304" pitchFamily="18" charset="0"/>
                <a:cs typeface="Times New Roman" panose="02020603050405020304" pitchFamily="18" charset="0"/>
              </a:rPr>
              <a:t> </a:t>
            </a:r>
            <a:r>
              <a:rPr sz="1800" spc="-101" dirty="0">
                <a:latin typeface="Times New Roman" panose="02020603050405020304" pitchFamily="18" charset="0"/>
                <a:cs typeface="Times New Roman" panose="02020603050405020304" pitchFamily="18" charset="0"/>
              </a:rPr>
              <a:t>quality</a:t>
            </a:r>
            <a:r>
              <a:rPr sz="1800" spc="-98" dirty="0">
                <a:latin typeface="Times New Roman" panose="02020603050405020304" pitchFamily="18" charset="0"/>
                <a:cs typeface="Times New Roman" panose="02020603050405020304" pitchFamily="18" charset="0"/>
              </a:rPr>
              <a:t> </a:t>
            </a:r>
            <a:r>
              <a:rPr sz="1800" spc="-83" dirty="0">
                <a:latin typeface="Times New Roman" panose="02020603050405020304" pitchFamily="18" charset="0"/>
                <a:cs typeface="Times New Roman" panose="02020603050405020304" pitchFamily="18" charset="0"/>
              </a:rPr>
              <a:t>of</a:t>
            </a:r>
            <a:r>
              <a:rPr sz="1800" spc="-79" dirty="0">
                <a:latin typeface="Times New Roman" panose="02020603050405020304" pitchFamily="18" charset="0"/>
                <a:cs typeface="Times New Roman" panose="02020603050405020304" pitchFamily="18" charset="0"/>
              </a:rPr>
              <a:t> </a:t>
            </a:r>
            <a:r>
              <a:rPr sz="1800" spc="-75" dirty="0">
                <a:latin typeface="Times New Roman" panose="02020603050405020304" pitchFamily="18" charset="0"/>
                <a:cs typeface="Times New Roman" panose="02020603050405020304" pitchFamily="18" charset="0"/>
              </a:rPr>
              <a:t>their </a:t>
            </a:r>
            <a:r>
              <a:rPr sz="1800" spc="-443" dirty="0">
                <a:latin typeface="Times New Roman" panose="02020603050405020304" pitchFamily="18" charset="0"/>
                <a:cs typeface="Times New Roman" panose="02020603050405020304" pitchFamily="18" charset="0"/>
              </a:rPr>
              <a:t> </a:t>
            </a:r>
            <a:r>
              <a:rPr sz="1800" spc="-79" dirty="0">
                <a:latin typeface="Times New Roman" panose="02020603050405020304" pitchFamily="18" charset="0"/>
                <a:cs typeface="Times New Roman" panose="02020603050405020304" pitchFamily="18" charset="0"/>
              </a:rPr>
              <a:t>relationship</a:t>
            </a:r>
            <a:r>
              <a:rPr sz="1800" spc="-64" dirty="0">
                <a:latin typeface="Times New Roman" panose="02020603050405020304" pitchFamily="18" charset="0"/>
                <a:cs typeface="Times New Roman" panose="02020603050405020304" pitchFamily="18" charset="0"/>
              </a:rPr>
              <a:t> </a:t>
            </a:r>
            <a:r>
              <a:rPr sz="1800" spc="-75" dirty="0">
                <a:latin typeface="Times New Roman" panose="02020603050405020304" pitchFamily="18" charset="0"/>
                <a:cs typeface="Times New Roman" panose="02020603050405020304" pitchFamily="18" charset="0"/>
              </a:rPr>
              <a:t>with</a:t>
            </a:r>
            <a:r>
              <a:rPr sz="1800" spc="-53" dirty="0">
                <a:latin typeface="Times New Roman" panose="02020603050405020304" pitchFamily="18" charset="0"/>
                <a:cs typeface="Times New Roman" panose="02020603050405020304" pitchFamily="18" charset="0"/>
              </a:rPr>
              <a:t> customers</a:t>
            </a:r>
            <a:r>
              <a:rPr sz="1800" spc="-56" dirty="0">
                <a:latin typeface="Times New Roman" panose="02020603050405020304" pitchFamily="18" charset="0"/>
                <a:cs typeface="Times New Roman" panose="02020603050405020304" pitchFamily="18" charset="0"/>
              </a:rPr>
              <a:t> </a:t>
            </a:r>
            <a:r>
              <a:rPr sz="1800" spc="-98" dirty="0">
                <a:latin typeface="Times New Roman" panose="02020603050405020304" pitchFamily="18" charset="0"/>
                <a:cs typeface="Times New Roman" panose="02020603050405020304" pitchFamily="18" charset="0"/>
              </a:rPr>
              <a:t>and</a:t>
            </a:r>
            <a:r>
              <a:rPr sz="1800" spc="-49" dirty="0">
                <a:latin typeface="Times New Roman" panose="02020603050405020304" pitchFamily="18" charset="0"/>
                <a:cs typeface="Times New Roman" panose="02020603050405020304" pitchFamily="18" charset="0"/>
              </a:rPr>
              <a:t> </a:t>
            </a:r>
            <a:r>
              <a:rPr sz="1800" spc="-86" dirty="0">
                <a:latin typeface="Times New Roman" panose="02020603050405020304" pitchFamily="18" charset="0"/>
                <a:cs typeface="Times New Roman" panose="02020603050405020304" pitchFamily="18" charset="0"/>
              </a:rPr>
              <a:t>the</a:t>
            </a:r>
            <a:r>
              <a:rPr sz="1800" spc="-45" dirty="0">
                <a:latin typeface="Times New Roman" panose="02020603050405020304" pitchFamily="18" charset="0"/>
                <a:cs typeface="Times New Roman" panose="02020603050405020304" pitchFamily="18" charset="0"/>
              </a:rPr>
              <a:t> </a:t>
            </a:r>
            <a:r>
              <a:rPr sz="1800" spc="-120" dirty="0">
                <a:latin typeface="Times New Roman" panose="02020603050405020304" pitchFamily="18" charset="0"/>
                <a:cs typeface="Times New Roman" panose="02020603050405020304" pitchFamily="18" charset="0"/>
              </a:rPr>
              <a:t>planet.</a:t>
            </a:r>
            <a:endParaRPr sz="1800" dirty="0">
              <a:latin typeface="Times New Roman" panose="02020603050405020304" pitchFamily="18" charset="0"/>
              <a:cs typeface="Times New Roman" panose="02020603050405020304" pitchFamily="18" charset="0"/>
            </a:endParaRPr>
          </a:p>
        </p:txBody>
      </p:sp>
      <p:sp>
        <p:nvSpPr>
          <p:cNvPr id="3" name="object 2"/>
          <p:cNvSpPr txBox="1">
            <a:spLocks/>
          </p:cNvSpPr>
          <p:nvPr/>
        </p:nvSpPr>
        <p:spPr>
          <a:xfrm>
            <a:off x="1138131" y="436062"/>
            <a:ext cx="1494758" cy="378469"/>
          </a:xfrm>
          <a:prstGeom prst="rect">
            <a:avLst/>
          </a:prstGeom>
        </p:spPr>
        <p:txBody>
          <a:bodyPr vert="horz" wrap="square" lIns="0" tIns="9049" rIns="0" bIns="0" rtlCol="0">
            <a:spAutoFit/>
          </a:bodyPr>
          <a:lstStyle>
            <a:lvl1pPr algn="l" defTabSz="914400" rtl="0" eaLnBrk="1" latinLnBrk="0" hangingPunct="1">
              <a:lnSpc>
                <a:spcPct val="90000"/>
              </a:lnSpc>
              <a:spcBef>
                <a:spcPct val="0"/>
              </a:spcBef>
              <a:buNone/>
              <a:defRPr sz="3400" kern="1200">
                <a:solidFill>
                  <a:schemeClr val="accent2"/>
                </a:solidFill>
                <a:latin typeface="+mj-lt"/>
                <a:ea typeface="+mj-ea"/>
                <a:cs typeface="+mj-cs"/>
              </a:defRPr>
            </a:lvl1pPr>
          </a:lstStyle>
          <a:p>
            <a:pPr marL="9525">
              <a:lnSpc>
                <a:spcPct val="100000"/>
              </a:lnSpc>
              <a:spcBef>
                <a:spcPts val="71"/>
              </a:spcBef>
            </a:pPr>
            <a:r>
              <a:rPr lang="en-IN" sz="2400" spc="34" dirty="0"/>
              <a:t>Be</a:t>
            </a:r>
            <a:r>
              <a:rPr lang="en-IN" sz="2400" spc="38" dirty="0"/>
              <a:t>n</a:t>
            </a:r>
            <a:r>
              <a:rPr lang="en-IN" sz="2400" spc="-41" dirty="0"/>
              <a:t>efits</a:t>
            </a:r>
            <a:endParaRPr lang="en-IN" sz="2400" dirty="0"/>
          </a:p>
        </p:txBody>
      </p:sp>
    </p:spTree>
    <p:extLst>
      <p:ext uri="{BB962C8B-B14F-4D97-AF65-F5344CB8AC3E}">
        <p14:creationId xmlns:p14="http://schemas.microsoft.com/office/powerpoint/2010/main" val="179489194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603504" y="1014984"/>
            <a:ext cx="7956835" cy="3454151"/>
          </a:xfrm>
          <a:prstGeom prst="rect">
            <a:avLst/>
          </a:prstGeom>
        </p:spPr>
        <p:txBody>
          <a:bodyPr vert="horz" wrap="square" lIns="0" tIns="9525" rIns="0" bIns="0" rtlCol="0">
            <a:spAutoFit/>
          </a:bodyPr>
          <a:lstStyle/>
          <a:p>
            <a:pPr marL="180975" marR="3810" indent="-171450" algn="just">
              <a:lnSpc>
                <a:spcPct val="150000"/>
              </a:lnSpc>
              <a:spcBef>
                <a:spcPts val="75"/>
              </a:spcBef>
              <a:buClr>
                <a:srgbClr val="B71E42"/>
              </a:buClr>
              <a:buFont typeface="Arial MT"/>
              <a:buChar char="•"/>
              <a:tabLst>
                <a:tab pos="180975" algn="l"/>
              </a:tabLst>
            </a:pPr>
            <a:r>
              <a:rPr sz="2100" b="1" i="1" u="sng" spc="-94" dirty="0">
                <a:uFill>
                  <a:solidFill>
                    <a:srgbClr val="000000"/>
                  </a:solidFill>
                </a:uFill>
                <a:latin typeface="Times New Roman" panose="02020603050405020304" pitchFamily="18" charset="0"/>
                <a:cs typeface="Times New Roman" panose="02020603050405020304" pitchFamily="18" charset="0"/>
              </a:rPr>
              <a:t>Easier </a:t>
            </a:r>
            <a:r>
              <a:rPr sz="2100" b="1" i="1" u="sng" spc="-79" dirty="0">
                <a:uFill>
                  <a:solidFill>
                    <a:srgbClr val="000000"/>
                  </a:solidFill>
                </a:uFill>
                <a:latin typeface="Times New Roman" panose="02020603050405020304" pitchFamily="18" charset="0"/>
                <a:cs typeface="Times New Roman" panose="02020603050405020304" pitchFamily="18" charset="0"/>
              </a:rPr>
              <a:t>migration </a:t>
            </a:r>
            <a:r>
              <a:rPr sz="2100" b="1" i="1" u="sng" spc="-68" dirty="0">
                <a:uFill>
                  <a:solidFill>
                    <a:srgbClr val="000000"/>
                  </a:solidFill>
                </a:uFill>
                <a:latin typeface="Times New Roman" panose="02020603050405020304" pitchFamily="18" charset="0"/>
                <a:cs typeface="Times New Roman" panose="02020603050405020304" pitchFamily="18" charset="0"/>
              </a:rPr>
              <a:t>to </a:t>
            </a:r>
            <a:r>
              <a:rPr sz="2100" b="1" i="1" u="sng" spc="-71" dirty="0">
                <a:uFill>
                  <a:solidFill>
                    <a:srgbClr val="000000"/>
                  </a:solidFill>
                </a:uFill>
                <a:latin typeface="Times New Roman" panose="02020603050405020304" pitchFamily="18" charset="0"/>
                <a:cs typeface="Times New Roman" panose="02020603050405020304" pitchFamily="18" charset="0"/>
              </a:rPr>
              <a:t>the </a:t>
            </a:r>
            <a:r>
              <a:rPr sz="2100" b="1" i="1" u="sng" spc="-86" dirty="0">
                <a:uFill>
                  <a:solidFill>
                    <a:srgbClr val="000000"/>
                  </a:solidFill>
                </a:uFill>
                <a:latin typeface="Times New Roman" panose="02020603050405020304" pitchFamily="18" charset="0"/>
                <a:cs typeface="Times New Roman" panose="02020603050405020304" pitchFamily="18" charset="0"/>
              </a:rPr>
              <a:t>cloud</a:t>
            </a:r>
            <a:r>
              <a:rPr sz="2100" u="sng" spc="-86" dirty="0">
                <a:latin typeface="Times New Roman" panose="02020603050405020304" pitchFamily="18" charset="0"/>
                <a:cs typeface="Times New Roman" panose="02020603050405020304" pitchFamily="18" charset="0"/>
              </a:rPr>
              <a:t>. </a:t>
            </a:r>
            <a:r>
              <a:rPr sz="2100" spc="-86" dirty="0">
                <a:latin typeface="Times New Roman" panose="02020603050405020304" pitchFamily="18" charset="0"/>
                <a:cs typeface="Times New Roman" panose="02020603050405020304" pitchFamily="18" charset="0"/>
              </a:rPr>
              <a:t>Virtualization </a:t>
            </a:r>
            <a:r>
              <a:rPr sz="2100" spc="-75" dirty="0">
                <a:latin typeface="Times New Roman" panose="02020603050405020304" pitchFamily="18" charset="0"/>
                <a:cs typeface="Times New Roman" panose="02020603050405020304" pitchFamily="18" charset="0"/>
              </a:rPr>
              <a:t>brings </a:t>
            </a:r>
            <a:r>
              <a:rPr sz="2100" spc="-86" dirty="0">
                <a:latin typeface="Times New Roman" panose="02020603050405020304" pitchFamily="18" charset="0"/>
                <a:cs typeface="Times New Roman" panose="02020603050405020304" pitchFamily="18" charset="0"/>
              </a:rPr>
              <a:t>companies </a:t>
            </a:r>
            <a:r>
              <a:rPr sz="2100" spc="-56" dirty="0">
                <a:latin typeface="Times New Roman" panose="02020603050405020304" pitchFamily="18" charset="0"/>
                <a:cs typeface="Times New Roman" panose="02020603050405020304" pitchFamily="18" charset="0"/>
              </a:rPr>
              <a:t>closer </a:t>
            </a:r>
            <a:r>
              <a:rPr sz="2100" spc="-41" dirty="0">
                <a:latin typeface="Times New Roman" panose="02020603050405020304" pitchFamily="18" charset="0"/>
                <a:cs typeface="Times New Roman" panose="02020603050405020304" pitchFamily="18" charset="0"/>
              </a:rPr>
              <a:t>to </a:t>
            </a:r>
            <a:r>
              <a:rPr sz="2100" spc="-38" dirty="0">
                <a:latin typeface="Times New Roman" panose="02020603050405020304" pitchFamily="18" charset="0"/>
                <a:cs typeface="Times New Roman" panose="02020603050405020304" pitchFamily="18" charset="0"/>
              </a:rPr>
              <a:t> </a:t>
            </a:r>
            <a:r>
              <a:rPr sz="2100" spc="-86" dirty="0">
                <a:latin typeface="Times New Roman" panose="02020603050405020304" pitchFamily="18" charset="0"/>
                <a:cs typeface="Times New Roman" panose="02020603050405020304" pitchFamily="18" charset="0"/>
              </a:rPr>
              <a:t>experiencing </a:t>
            </a:r>
            <a:r>
              <a:rPr sz="2100" spc="-165" dirty="0">
                <a:latin typeface="Times New Roman" panose="02020603050405020304" pitchFamily="18" charset="0"/>
                <a:cs typeface="Times New Roman" panose="02020603050405020304" pitchFamily="18" charset="0"/>
              </a:rPr>
              <a:t>a</a:t>
            </a:r>
            <a:r>
              <a:rPr sz="2100" spc="-161" dirty="0">
                <a:latin typeface="Times New Roman" panose="02020603050405020304" pitchFamily="18" charset="0"/>
                <a:cs typeface="Times New Roman" panose="02020603050405020304" pitchFamily="18" charset="0"/>
              </a:rPr>
              <a:t> </a:t>
            </a:r>
            <a:r>
              <a:rPr sz="2100" spc="-98" dirty="0">
                <a:latin typeface="Times New Roman" panose="02020603050405020304" pitchFamily="18" charset="0"/>
                <a:cs typeface="Times New Roman" panose="02020603050405020304" pitchFamily="18" charset="0"/>
              </a:rPr>
              <a:t>completely </a:t>
            </a:r>
            <a:r>
              <a:rPr sz="2100" spc="-83" dirty="0">
                <a:latin typeface="Times New Roman" panose="02020603050405020304" pitchFamily="18" charset="0"/>
                <a:cs typeface="Times New Roman" panose="02020603050405020304" pitchFamily="18" charset="0"/>
              </a:rPr>
              <a:t>cloud-based </a:t>
            </a:r>
            <a:r>
              <a:rPr sz="2100" spc="-94" dirty="0">
                <a:latin typeface="Times New Roman" panose="02020603050405020304" pitchFamily="18" charset="0"/>
                <a:cs typeface="Times New Roman" panose="02020603050405020304" pitchFamily="18" charset="0"/>
              </a:rPr>
              <a:t>environment. </a:t>
            </a:r>
            <a:r>
              <a:rPr sz="2100" spc="-75" dirty="0">
                <a:latin typeface="Times New Roman" panose="02020603050405020304" pitchFamily="18" charset="0"/>
                <a:cs typeface="Times New Roman" panose="02020603050405020304" pitchFamily="18" charset="0"/>
              </a:rPr>
              <a:t>Virtual </a:t>
            </a:r>
            <a:r>
              <a:rPr sz="2100" spc="-98" dirty="0">
                <a:latin typeface="Times New Roman" panose="02020603050405020304" pitchFamily="18" charset="0"/>
                <a:cs typeface="Times New Roman" panose="02020603050405020304" pitchFamily="18" charset="0"/>
              </a:rPr>
              <a:t>machines </a:t>
            </a:r>
            <a:r>
              <a:rPr sz="2100" spc="-143" dirty="0">
                <a:latin typeface="Times New Roman" panose="02020603050405020304" pitchFamily="18" charset="0"/>
                <a:cs typeface="Times New Roman" panose="02020603050405020304" pitchFamily="18" charset="0"/>
              </a:rPr>
              <a:t>may </a:t>
            </a:r>
            <a:r>
              <a:rPr sz="2100" spc="-139" dirty="0">
                <a:latin typeface="Times New Roman" panose="02020603050405020304" pitchFamily="18" charset="0"/>
                <a:cs typeface="Times New Roman" panose="02020603050405020304" pitchFamily="18" charset="0"/>
              </a:rPr>
              <a:t> </a:t>
            </a:r>
            <a:r>
              <a:rPr sz="2100" spc="-116" dirty="0">
                <a:latin typeface="Times New Roman" panose="02020603050405020304" pitchFamily="18" charset="0"/>
                <a:cs typeface="Times New Roman" panose="02020603050405020304" pitchFamily="18" charset="0"/>
              </a:rPr>
              <a:t>even</a:t>
            </a:r>
            <a:r>
              <a:rPr sz="2100" spc="-113" dirty="0">
                <a:latin typeface="Times New Roman" panose="02020603050405020304" pitchFamily="18" charset="0"/>
                <a:cs typeface="Times New Roman" panose="02020603050405020304" pitchFamily="18" charset="0"/>
              </a:rPr>
              <a:t> </a:t>
            </a:r>
            <a:r>
              <a:rPr sz="2100" spc="-105" dirty="0">
                <a:latin typeface="Times New Roman" panose="02020603050405020304" pitchFamily="18" charset="0"/>
                <a:cs typeface="Times New Roman" panose="02020603050405020304" pitchFamily="18" charset="0"/>
              </a:rPr>
              <a:t>be</a:t>
            </a:r>
            <a:r>
              <a:rPr sz="2100" spc="-101" dirty="0">
                <a:latin typeface="Times New Roman" panose="02020603050405020304" pitchFamily="18" charset="0"/>
                <a:cs typeface="Times New Roman" panose="02020603050405020304" pitchFamily="18" charset="0"/>
              </a:rPr>
              <a:t> </a:t>
            </a:r>
            <a:r>
              <a:rPr sz="2100" spc="-94" dirty="0">
                <a:latin typeface="Times New Roman" panose="02020603050405020304" pitchFamily="18" charset="0"/>
                <a:cs typeface="Times New Roman" panose="02020603050405020304" pitchFamily="18" charset="0"/>
              </a:rPr>
              <a:t>deployed</a:t>
            </a:r>
            <a:r>
              <a:rPr sz="2100" spc="-90" dirty="0">
                <a:latin typeface="Times New Roman" panose="02020603050405020304" pitchFamily="18" charset="0"/>
                <a:cs typeface="Times New Roman" panose="02020603050405020304" pitchFamily="18" charset="0"/>
              </a:rPr>
              <a:t> </a:t>
            </a:r>
            <a:r>
              <a:rPr sz="2100" spc="-75" dirty="0">
                <a:latin typeface="Times New Roman" panose="02020603050405020304" pitchFamily="18" charset="0"/>
                <a:cs typeface="Times New Roman" panose="02020603050405020304" pitchFamily="18" charset="0"/>
              </a:rPr>
              <a:t>from</a:t>
            </a:r>
            <a:r>
              <a:rPr sz="2100" spc="-71" dirty="0">
                <a:latin typeface="Times New Roman" panose="02020603050405020304" pitchFamily="18" charset="0"/>
                <a:cs typeface="Times New Roman" panose="02020603050405020304" pitchFamily="18" charset="0"/>
              </a:rPr>
              <a:t> </a:t>
            </a:r>
            <a:r>
              <a:rPr sz="2100" spc="-98" dirty="0">
                <a:latin typeface="Times New Roman" panose="02020603050405020304" pitchFamily="18" charset="0"/>
                <a:cs typeface="Times New Roman" panose="02020603050405020304" pitchFamily="18" charset="0"/>
              </a:rPr>
              <a:t>the</a:t>
            </a:r>
            <a:r>
              <a:rPr sz="2100" spc="-94" dirty="0">
                <a:latin typeface="Times New Roman" panose="02020603050405020304" pitchFamily="18" charset="0"/>
                <a:cs typeface="Times New Roman" panose="02020603050405020304" pitchFamily="18" charset="0"/>
              </a:rPr>
              <a:t> </a:t>
            </a:r>
            <a:r>
              <a:rPr sz="2100" spc="-131" dirty="0">
                <a:latin typeface="Times New Roman" panose="02020603050405020304" pitchFamily="18" charset="0"/>
                <a:cs typeface="Times New Roman" panose="02020603050405020304" pitchFamily="18" charset="0"/>
              </a:rPr>
              <a:t>data</a:t>
            </a:r>
            <a:r>
              <a:rPr sz="2100" spc="-127" dirty="0">
                <a:latin typeface="Times New Roman" panose="02020603050405020304" pitchFamily="18" charset="0"/>
                <a:cs typeface="Times New Roman" panose="02020603050405020304" pitchFamily="18" charset="0"/>
              </a:rPr>
              <a:t> </a:t>
            </a:r>
            <a:r>
              <a:rPr sz="2100" spc="-83" dirty="0">
                <a:latin typeface="Times New Roman" panose="02020603050405020304" pitchFamily="18" charset="0"/>
                <a:cs typeface="Times New Roman" panose="02020603050405020304" pitchFamily="18" charset="0"/>
              </a:rPr>
              <a:t>center</a:t>
            </a:r>
            <a:r>
              <a:rPr sz="2100" spc="-79" dirty="0">
                <a:latin typeface="Times New Roman" panose="02020603050405020304" pitchFamily="18" charset="0"/>
                <a:cs typeface="Times New Roman" panose="02020603050405020304" pitchFamily="18" charset="0"/>
              </a:rPr>
              <a:t> </a:t>
            </a:r>
            <a:r>
              <a:rPr sz="2100" spc="-98" dirty="0">
                <a:latin typeface="Times New Roman" panose="02020603050405020304" pitchFamily="18" charset="0"/>
                <a:cs typeface="Times New Roman" panose="02020603050405020304" pitchFamily="18" charset="0"/>
              </a:rPr>
              <a:t>in</a:t>
            </a:r>
            <a:r>
              <a:rPr sz="2100" spc="-94" dirty="0">
                <a:latin typeface="Times New Roman" panose="02020603050405020304" pitchFamily="18" charset="0"/>
                <a:cs typeface="Times New Roman" panose="02020603050405020304" pitchFamily="18" charset="0"/>
              </a:rPr>
              <a:t> </a:t>
            </a:r>
            <a:r>
              <a:rPr sz="2100" spc="-34" dirty="0">
                <a:latin typeface="Times New Roman" panose="02020603050405020304" pitchFamily="18" charset="0"/>
                <a:cs typeface="Times New Roman" panose="02020603050405020304" pitchFamily="18" charset="0"/>
              </a:rPr>
              <a:t>order </a:t>
            </a:r>
            <a:r>
              <a:rPr sz="2100" spc="-41" dirty="0">
                <a:latin typeface="Times New Roman" panose="02020603050405020304" pitchFamily="18" charset="0"/>
                <a:cs typeface="Times New Roman" panose="02020603050405020304" pitchFamily="18" charset="0"/>
              </a:rPr>
              <a:t>to </a:t>
            </a:r>
            <a:r>
              <a:rPr sz="2100" spc="-98" dirty="0">
                <a:latin typeface="Times New Roman" panose="02020603050405020304" pitchFamily="18" charset="0"/>
                <a:cs typeface="Times New Roman" panose="02020603050405020304" pitchFamily="18" charset="0"/>
              </a:rPr>
              <a:t>build</a:t>
            </a:r>
            <a:r>
              <a:rPr sz="2100" spc="-94" dirty="0">
                <a:latin typeface="Times New Roman" panose="02020603050405020304" pitchFamily="18" charset="0"/>
                <a:cs typeface="Times New Roman" panose="02020603050405020304" pitchFamily="18" charset="0"/>
              </a:rPr>
              <a:t> </a:t>
            </a:r>
            <a:r>
              <a:rPr sz="2100" spc="-165" dirty="0">
                <a:latin typeface="Times New Roman" panose="02020603050405020304" pitchFamily="18" charset="0"/>
                <a:cs typeface="Times New Roman" panose="02020603050405020304" pitchFamily="18" charset="0"/>
              </a:rPr>
              <a:t>a</a:t>
            </a:r>
            <a:r>
              <a:rPr sz="2100" spc="-161" dirty="0">
                <a:latin typeface="Times New Roman" panose="02020603050405020304" pitchFamily="18" charset="0"/>
                <a:cs typeface="Times New Roman" panose="02020603050405020304" pitchFamily="18" charset="0"/>
              </a:rPr>
              <a:t> </a:t>
            </a:r>
            <a:r>
              <a:rPr sz="2100" spc="-83" dirty="0">
                <a:latin typeface="Times New Roman" panose="02020603050405020304" pitchFamily="18" charset="0"/>
                <a:cs typeface="Times New Roman" panose="02020603050405020304" pitchFamily="18" charset="0"/>
              </a:rPr>
              <a:t>cloud-based </a:t>
            </a:r>
            <a:r>
              <a:rPr sz="2100" spc="-79" dirty="0">
                <a:latin typeface="Times New Roman" panose="02020603050405020304" pitchFamily="18" charset="0"/>
                <a:cs typeface="Times New Roman" panose="02020603050405020304" pitchFamily="18" charset="0"/>
              </a:rPr>
              <a:t> </a:t>
            </a:r>
            <a:r>
              <a:rPr sz="2100" spc="-94" dirty="0">
                <a:latin typeface="Times New Roman" panose="02020603050405020304" pitchFamily="18" charset="0"/>
                <a:cs typeface="Times New Roman" panose="02020603050405020304" pitchFamily="18" charset="0"/>
              </a:rPr>
              <a:t>infrastructure.</a:t>
            </a:r>
            <a:r>
              <a:rPr sz="2100" spc="-90" dirty="0">
                <a:latin typeface="Times New Roman" panose="02020603050405020304" pitchFamily="18" charset="0"/>
                <a:cs typeface="Times New Roman" panose="02020603050405020304" pitchFamily="18" charset="0"/>
              </a:rPr>
              <a:t> </a:t>
            </a:r>
            <a:r>
              <a:rPr sz="2100" spc="-49" dirty="0">
                <a:latin typeface="Times New Roman" panose="02020603050405020304" pitchFamily="18" charset="0"/>
                <a:cs typeface="Times New Roman" panose="02020603050405020304" pitchFamily="18" charset="0"/>
              </a:rPr>
              <a:t>The</a:t>
            </a:r>
            <a:r>
              <a:rPr sz="2100" spc="401" dirty="0">
                <a:latin typeface="Times New Roman" panose="02020603050405020304" pitchFamily="18" charset="0"/>
                <a:cs typeface="Times New Roman" panose="02020603050405020304" pitchFamily="18" charset="0"/>
              </a:rPr>
              <a:t> </a:t>
            </a:r>
            <a:r>
              <a:rPr sz="2100" spc="-116" dirty="0">
                <a:latin typeface="Times New Roman" panose="02020603050405020304" pitchFamily="18" charset="0"/>
                <a:cs typeface="Times New Roman" panose="02020603050405020304" pitchFamily="18" charset="0"/>
              </a:rPr>
              <a:t>ability</a:t>
            </a:r>
            <a:r>
              <a:rPr sz="2100" spc="-113" dirty="0">
                <a:latin typeface="Times New Roman" panose="02020603050405020304" pitchFamily="18" charset="0"/>
                <a:cs typeface="Times New Roman" panose="02020603050405020304" pitchFamily="18" charset="0"/>
              </a:rPr>
              <a:t> </a:t>
            </a:r>
            <a:r>
              <a:rPr sz="2100" spc="-41" dirty="0">
                <a:latin typeface="Times New Roman" panose="02020603050405020304" pitchFamily="18" charset="0"/>
                <a:cs typeface="Times New Roman" panose="02020603050405020304" pitchFamily="18" charset="0"/>
              </a:rPr>
              <a:t>to</a:t>
            </a:r>
            <a:r>
              <a:rPr sz="2100" spc="-38" dirty="0">
                <a:latin typeface="Times New Roman" panose="02020603050405020304" pitchFamily="18" charset="0"/>
                <a:cs typeface="Times New Roman" panose="02020603050405020304" pitchFamily="18" charset="0"/>
              </a:rPr>
              <a:t> </a:t>
            </a:r>
            <a:r>
              <a:rPr sz="2100" spc="-98" dirty="0">
                <a:latin typeface="Times New Roman" panose="02020603050405020304" pitchFamily="18" charset="0"/>
                <a:cs typeface="Times New Roman" panose="02020603050405020304" pitchFamily="18" charset="0"/>
              </a:rPr>
              <a:t>embrace</a:t>
            </a:r>
            <a:r>
              <a:rPr sz="2100" spc="-94" dirty="0">
                <a:latin typeface="Times New Roman" panose="02020603050405020304" pitchFamily="18" charset="0"/>
                <a:cs typeface="Times New Roman" panose="02020603050405020304" pitchFamily="18" charset="0"/>
              </a:rPr>
              <a:t> </a:t>
            </a:r>
            <a:r>
              <a:rPr sz="2100" spc="-165" dirty="0">
                <a:latin typeface="Times New Roman" panose="02020603050405020304" pitchFamily="18" charset="0"/>
                <a:cs typeface="Times New Roman" panose="02020603050405020304" pitchFamily="18" charset="0"/>
              </a:rPr>
              <a:t>a</a:t>
            </a:r>
            <a:r>
              <a:rPr sz="2100" spc="-161" dirty="0">
                <a:latin typeface="Times New Roman" panose="02020603050405020304" pitchFamily="18" charset="0"/>
                <a:cs typeface="Times New Roman" panose="02020603050405020304" pitchFamily="18" charset="0"/>
              </a:rPr>
              <a:t> </a:t>
            </a:r>
            <a:r>
              <a:rPr sz="2100" spc="-86" dirty="0">
                <a:latin typeface="Times New Roman" panose="02020603050405020304" pitchFamily="18" charset="0"/>
                <a:cs typeface="Times New Roman" panose="02020603050405020304" pitchFamily="18" charset="0"/>
              </a:rPr>
              <a:t>cloud-based</a:t>
            </a:r>
            <a:r>
              <a:rPr sz="2100" spc="326" dirty="0">
                <a:latin typeface="Times New Roman" panose="02020603050405020304" pitchFamily="18" charset="0"/>
                <a:cs typeface="Times New Roman" panose="02020603050405020304" pitchFamily="18" charset="0"/>
              </a:rPr>
              <a:t> </a:t>
            </a:r>
            <a:r>
              <a:rPr sz="2100" spc="-90" dirty="0">
                <a:latin typeface="Times New Roman" panose="02020603050405020304" pitchFamily="18" charset="0"/>
                <a:cs typeface="Times New Roman" panose="02020603050405020304" pitchFamily="18" charset="0"/>
              </a:rPr>
              <a:t>mindset</a:t>
            </a:r>
            <a:r>
              <a:rPr sz="2100" spc="-86" dirty="0">
                <a:latin typeface="Times New Roman" panose="02020603050405020304" pitchFamily="18" charset="0"/>
                <a:cs typeface="Times New Roman" panose="02020603050405020304" pitchFamily="18" charset="0"/>
              </a:rPr>
              <a:t> </a:t>
            </a:r>
            <a:r>
              <a:rPr sz="2100" spc="-83" dirty="0">
                <a:latin typeface="Times New Roman" panose="02020603050405020304" pitchFamily="18" charset="0"/>
                <a:cs typeface="Times New Roman" panose="02020603050405020304" pitchFamily="18" charset="0"/>
              </a:rPr>
              <a:t>with </a:t>
            </a:r>
            <a:r>
              <a:rPr sz="2100" spc="-79" dirty="0">
                <a:latin typeface="Times New Roman" panose="02020603050405020304" pitchFamily="18" charset="0"/>
                <a:cs typeface="Times New Roman" panose="02020603050405020304" pitchFamily="18" charset="0"/>
              </a:rPr>
              <a:t> </a:t>
            </a:r>
            <a:r>
              <a:rPr sz="2100" spc="-94" dirty="0">
                <a:latin typeface="Times New Roman" panose="02020603050405020304" pitchFamily="18" charset="0"/>
                <a:cs typeface="Times New Roman" panose="02020603050405020304" pitchFamily="18" charset="0"/>
              </a:rPr>
              <a:t>virtualization</a:t>
            </a:r>
            <a:r>
              <a:rPr sz="2100" dirty="0">
                <a:latin typeface="Times New Roman" panose="02020603050405020304" pitchFamily="18" charset="0"/>
                <a:cs typeface="Times New Roman" panose="02020603050405020304" pitchFamily="18" charset="0"/>
              </a:rPr>
              <a:t> </a:t>
            </a:r>
            <a:r>
              <a:rPr sz="2100" spc="-101" dirty="0">
                <a:latin typeface="Times New Roman" panose="02020603050405020304" pitchFamily="18" charset="0"/>
                <a:cs typeface="Times New Roman" panose="02020603050405020304" pitchFamily="18" charset="0"/>
              </a:rPr>
              <a:t>makes</a:t>
            </a:r>
            <a:r>
              <a:rPr sz="2100" spc="-41" dirty="0">
                <a:latin typeface="Times New Roman" panose="02020603050405020304" pitchFamily="18" charset="0"/>
                <a:cs typeface="Times New Roman" panose="02020603050405020304" pitchFamily="18" charset="0"/>
              </a:rPr>
              <a:t> </a:t>
            </a:r>
            <a:r>
              <a:rPr sz="2100" spc="-105" dirty="0">
                <a:latin typeface="Times New Roman" panose="02020603050405020304" pitchFamily="18" charset="0"/>
                <a:cs typeface="Times New Roman" panose="02020603050405020304" pitchFamily="18" charset="0"/>
              </a:rPr>
              <a:t>migrating</a:t>
            </a:r>
            <a:r>
              <a:rPr sz="2100" spc="-4" dirty="0">
                <a:latin typeface="Times New Roman" panose="02020603050405020304" pitchFamily="18" charset="0"/>
                <a:cs typeface="Times New Roman" panose="02020603050405020304" pitchFamily="18" charset="0"/>
              </a:rPr>
              <a:t> </a:t>
            </a:r>
            <a:r>
              <a:rPr sz="2100" spc="-41" dirty="0">
                <a:latin typeface="Times New Roman" panose="02020603050405020304" pitchFamily="18" charset="0"/>
                <a:cs typeface="Times New Roman" panose="02020603050405020304" pitchFamily="18" charset="0"/>
              </a:rPr>
              <a:t>to </a:t>
            </a:r>
            <a:r>
              <a:rPr sz="2100" spc="-101" dirty="0">
                <a:latin typeface="Times New Roman" panose="02020603050405020304" pitchFamily="18" charset="0"/>
                <a:cs typeface="Times New Roman" panose="02020603050405020304" pitchFamily="18" charset="0"/>
              </a:rPr>
              <a:t>the</a:t>
            </a:r>
            <a:r>
              <a:rPr sz="2100" spc="-30" dirty="0">
                <a:latin typeface="Times New Roman" panose="02020603050405020304" pitchFamily="18" charset="0"/>
                <a:cs typeface="Times New Roman" panose="02020603050405020304" pitchFamily="18" charset="0"/>
              </a:rPr>
              <a:t> </a:t>
            </a:r>
            <a:r>
              <a:rPr sz="2100" spc="-71" dirty="0">
                <a:latin typeface="Times New Roman" panose="02020603050405020304" pitchFamily="18" charset="0"/>
                <a:cs typeface="Times New Roman" panose="02020603050405020304" pitchFamily="18" charset="0"/>
              </a:rPr>
              <a:t>cloud</a:t>
            </a:r>
            <a:r>
              <a:rPr sz="2100" spc="-30" dirty="0">
                <a:latin typeface="Times New Roman" panose="02020603050405020304" pitchFamily="18" charset="0"/>
                <a:cs typeface="Times New Roman" panose="02020603050405020304" pitchFamily="18" charset="0"/>
              </a:rPr>
              <a:t> </a:t>
            </a:r>
            <a:r>
              <a:rPr sz="2100" spc="-116" dirty="0">
                <a:latin typeface="Times New Roman" panose="02020603050405020304" pitchFamily="18" charset="0"/>
                <a:cs typeface="Times New Roman" panose="02020603050405020304" pitchFamily="18" charset="0"/>
              </a:rPr>
              <a:t>even</a:t>
            </a:r>
            <a:r>
              <a:rPr sz="2100" spc="-30" dirty="0">
                <a:latin typeface="Times New Roman" panose="02020603050405020304" pitchFamily="18" charset="0"/>
                <a:cs typeface="Times New Roman" panose="02020603050405020304" pitchFamily="18" charset="0"/>
              </a:rPr>
              <a:t> </a:t>
            </a:r>
            <a:r>
              <a:rPr sz="2100" spc="-135" dirty="0">
                <a:latin typeface="Times New Roman" panose="02020603050405020304" pitchFamily="18" charset="0"/>
                <a:cs typeface="Times New Roman" panose="02020603050405020304" pitchFamily="18" charset="0"/>
              </a:rPr>
              <a:t>easier.</a:t>
            </a:r>
            <a:endParaRPr sz="2100" dirty="0">
              <a:latin typeface="Times New Roman" panose="02020603050405020304" pitchFamily="18" charset="0"/>
              <a:cs typeface="Times New Roman" panose="02020603050405020304" pitchFamily="18" charset="0"/>
            </a:endParaRPr>
          </a:p>
          <a:p>
            <a:pPr marL="180975" marR="4763" indent="-171450" algn="just">
              <a:spcBef>
                <a:spcPts val="375"/>
              </a:spcBef>
              <a:buClr>
                <a:srgbClr val="B71E42"/>
              </a:buClr>
              <a:buFont typeface="Arial MT"/>
              <a:buChar char="•"/>
              <a:tabLst>
                <a:tab pos="180975" algn="l"/>
              </a:tabLst>
            </a:pPr>
            <a:r>
              <a:rPr sz="2100" b="1" i="1" u="sng" spc="-41" dirty="0">
                <a:uFill>
                  <a:solidFill>
                    <a:srgbClr val="000000"/>
                  </a:solidFill>
                </a:uFill>
                <a:latin typeface="Times New Roman" panose="02020603050405020304" pitchFamily="18" charset="0"/>
                <a:cs typeface="Times New Roman" panose="02020603050405020304" pitchFamily="18" charset="0"/>
              </a:rPr>
              <a:t>Lack </a:t>
            </a:r>
            <a:r>
              <a:rPr sz="2100" b="1" i="1" u="sng" spc="-75" dirty="0">
                <a:uFill>
                  <a:solidFill>
                    <a:srgbClr val="000000"/>
                  </a:solidFill>
                </a:uFill>
                <a:latin typeface="Times New Roman" panose="02020603050405020304" pitchFamily="18" charset="0"/>
                <a:cs typeface="Times New Roman" panose="02020603050405020304" pitchFamily="18" charset="0"/>
              </a:rPr>
              <a:t>of </a:t>
            </a:r>
            <a:r>
              <a:rPr sz="2100" b="1" i="1" u="sng" spc="-83" dirty="0">
                <a:uFill>
                  <a:solidFill>
                    <a:srgbClr val="000000"/>
                  </a:solidFill>
                </a:uFill>
                <a:latin typeface="Times New Roman" panose="02020603050405020304" pitchFamily="18" charset="0"/>
                <a:cs typeface="Times New Roman" panose="02020603050405020304" pitchFamily="18" charset="0"/>
              </a:rPr>
              <a:t>vendor</a:t>
            </a:r>
            <a:r>
              <a:rPr sz="2100" b="1" i="1" u="sng" spc="-79" dirty="0">
                <a:uFill>
                  <a:solidFill>
                    <a:srgbClr val="000000"/>
                  </a:solidFill>
                </a:uFill>
                <a:latin typeface="Times New Roman" panose="02020603050405020304" pitchFamily="18" charset="0"/>
                <a:cs typeface="Times New Roman" panose="02020603050405020304" pitchFamily="18" charset="0"/>
              </a:rPr>
              <a:t> dependency</a:t>
            </a:r>
            <a:r>
              <a:rPr sz="2100" spc="-79" dirty="0">
                <a:latin typeface="Times New Roman" panose="02020603050405020304" pitchFamily="18" charset="0"/>
                <a:cs typeface="Times New Roman" panose="02020603050405020304" pitchFamily="18" charset="0"/>
              </a:rPr>
              <a:t>. </a:t>
            </a:r>
            <a:r>
              <a:rPr sz="2100" spc="-75" dirty="0">
                <a:latin typeface="Times New Roman" panose="02020603050405020304" pitchFamily="18" charset="0"/>
                <a:cs typeface="Times New Roman" panose="02020603050405020304" pitchFamily="18" charset="0"/>
              </a:rPr>
              <a:t>Virtual</a:t>
            </a:r>
            <a:r>
              <a:rPr sz="2100" spc="-71" dirty="0">
                <a:latin typeface="Times New Roman" panose="02020603050405020304" pitchFamily="18" charset="0"/>
                <a:cs typeface="Times New Roman" panose="02020603050405020304" pitchFamily="18" charset="0"/>
              </a:rPr>
              <a:t> </a:t>
            </a:r>
            <a:r>
              <a:rPr sz="2100" spc="-98" dirty="0">
                <a:latin typeface="Times New Roman" panose="02020603050405020304" pitchFamily="18" charset="0"/>
                <a:cs typeface="Times New Roman" panose="02020603050405020304" pitchFamily="18" charset="0"/>
              </a:rPr>
              <a:t>machines</a:t>
            </a:r>
            <a:r>
              <a:rPr sz="2100" spc="-94" dirty="0">
                <a:latin typeface="Times New Roman" panose="02020603050405020304" pitchFamily="18" charset="0"/>
                <a:cs typeface="Times New Roman" panose="02020603050405020304" pitchFamily="18" charset="0"/>
              </a:rPr>
              <a:t> </a:t>
            </a:r>
            <a:r>
              <a:rPr sz="2100" spc="-101" dirty="0">
                <a:latin typeface="Times New Roman" panose="02020603050405020304" pitchFamily="18" charset="0"/>
                <a:cs typeface="Times New Roman" panose="02020603050405020304" pitchFamily="18" charset="0"/>
              </a:rPr>
              <a:t>are</a:t>
            </a:r>
            <a:r>
              <a:rPr sz="2100" spc="-98" dirty="0">
                <a:latin typeface="Times New Roman" panose="02020603050405020304" pitchFamily="18" charset="0"/>
                <a:cs typeface="Times New Roman" panose="02020603050405020304" pitchFamily="18" charset="0"/>
              </a:rPr>
              <a:t> </a:t>
            </a:r>
            <a:r>
              <a:rPr sz="2100" spc="-86" dirty="0">
                <a:latin typeface="Times New Roman" panose="02020603050405020304" pitchFamily="18" charset="0"/>
                <a:cs typeface="Times New Roman" panose="02020603050405020304" pitchFamily="18" charset="0"/>
              </a:rPr>
              <a:t>agnostic</a:t>
            </a:r>
            <a:r>
              <a:rPr sz="2100" spc="-83" dirty="0">
                <a:latin typeface="Times New Roman" panose="02020603050405020304" pitchFamily="18" charset="0"/>
                <a:cs typeface="Times New Roman" panose="02020603050405020304" pitchFamily="18" charset="0"/>
              </a:rPr>
              <a:t> </a:t>
            </a:r>
            <a:r>
              <a:rPr sz="2100" spc="-98" dirty="0">
                <a:latin typeface="Times New Roman" panose="02020603050405020304" pitchFamily="18" charset="0"/>
                <a:cs typeface="Times New Roman" panose="02020603050405020304" pitchFamily="18" charset="0"/>
              </a:rPr>
              <a:t>in</a:t>
            </a:r>
            <a:r>
              <a:rPr sz="2100" spc="-94" dirty="0">
                <a:latin typeface="Times New Roman" panose="02020603050405020304" pitchFamily="18" charset="0"/>
                <a:cs typeface="Times New Roman" panose="02020603050405020304" pitchFamily="18" charset="0"/>
              </a:rPr>
              <a:t> </a:t>
            </a:r>
            <a:r>
              <a:rPr sz="2100" spc="-86" dirty="0">
                <a:latin typeface="Times New Roman" panose="02020603050405020304" pitchFamily="18" charset="0"/>
                <a:cs typeface="Times New Roman" panose="02020603050405020304" pitchFamily="18" charset="0"/>
              </a:rPr>
              <a:t>hardware </a:t>
            </a:r>
            <a:r>
              <a:rPr sz="2100" spc="-83" dirty="0">
                <a:latin typeface="Times New Roman" panose="02020603050405020304" pitchFamily="18" charset="0"/>
                <a:cs typeface="Times New Roman" panose="02020603050405020304" pitchFamily="18" charset="0"/>
              </a:rPr>
              <a:t> </a:t>
            </a:r>
            <a:r>
              <a:rPr sz="2100" spc="-94" dirty="0">
                <a:latin typeface="Times New Roman" panose="02020603050405020304" pitchFamily="18" charset="0"/>
                <a:cs typeface="Times New Roman" panose="02020603050405020304" pitchFamily="18" charset="0"/>
              </a:rPr>
              <a:t>configuration. </a:t>
            </a:r>
            <a:r>
              <a:rPr sz="2100" spc="41" dirty="0">
                <a:latin typeface="Times New Roman" panose="02020603050405020304" pitchFamily="18" charset="0"/>
                <a:cs typeface="Times New Roman" panose="02020603050405020304" pitchFamily="18" charset="0"/>
              </a:rPr>
              <a:t>As </a:t>
            </a:r>
            <a:r>
              <a:rPr sz="2100" spc="-165" dirty="0">
                <a:latin typeface="Times New Roman" panose="02020603050405020304" pitchFamily="18" charset="0"/>
                <a:cs typeface="Times New Roman" panose="02020603050405020304" pitchFamily="18" charset="0"/>
              </a:rPr>
              <a:t>a</a:t>
            </a:r>
            <a:r>
              <a:rPr sz="2100" spc="-161" dirty="0">
                <a:latin typeface="Times New Roman" panose="02020603050405020304" pitchFamily="18" charset="0"/>
                <a:cs typeface="Times New Roman" panose="02020603050405020304" pitchFamily="18" charset="0"/>
              </a:rPr>
              <a:t> </a:t>
            </a:r>
            <a:r>
              <a:rPr sz="2100" spc="-105" dirty="0">
                <a:latin typeface="Times New Roman" panose="02020603050405020304" pitchFamily="18" charset="0"/>
                <a:cs typeface="Times New Roman" panose="02020603050405020304" pitchFamily="18" charset="0"/>
              </a:rPr>
              <a:t>result, </a:t>
            </a:r>
            <a:r>
              <a:rPr sz="2100" spc="-98" dirty="0">
                <a:latin typeface="Times New Roman" panose="02020603050405020304" pitchFamily="18" charset="0"/>
                <a:cs typeface="Times New Roman" panose="02020603050405020304" pitchFamily="18" charset="0"/>
              </a:rPr>
              <a:t>virtualizing </a:t>
            </a:r>
            <a:r>
              <a:rPr sz="2100" spc="-86" dirty="0">
                <a:latin typeface="Times New Roman" panose="02020603050405020304" pitchFamily="18" charset="0"/>
                <a:cs typeface="Times New Roman" panose="02020603050405020304" pitchFamily="18" charset="0"/>
              </a:rPr>
              <a:t>hardware </a:t>
            </a:r>
            <a:r>
              <a:rPr sz="2100" spc="-105" dirty="0">
                <a:latin typeface="Times New Roman" panose="02020603050405020304" pitchFamily="18" charset="0"/>
                <a:cs typeface="Times New Roman" panose="02020603050405020304" pitchFamily="18" charset="0"/>
              </a:rPr>
              <a:t>and </a:t>
            </a:r>
            <a:r>
              <a:rPr sz="2100" spc="-83" dirty="0">
                <a:latin typeface="Times New Roman" panose="02020603050405020304" pitchFamily="18" charset="0"/>
                <a:cs typeface="Times New Roman" panose="02020603050405020304" pitchFamily="18" charset="0"/>
              </a:rPr>
              <a:t>software </a:t>
            </a:r>
            <a:r>
              <a:rPr sz="2100" spc="-98" dirty="0">
                <a:latin typeface="Times New Roman" panose="02020603050405020304" pitchFamily="18" charset="0"/>
                <a:cs typeface="Times New Roman" panose="02020603050405020304" pitchFamily="18" charset="0"/>
              </a:rPr>
              <a:t>means </a:t>
            </a:r>
            <a:r>
              <a:rPr sz="2100" spc="-116" dirty="0">
                <a:latin typeface="Times New Roman" panose="02020603050405020304" pitchFamily="18" charset="0"/>
                <a:cs typeface="Times New Roman" panose="02020603050405020304" pitchFamily="18" charset="0"/>
              </a:rPr>
              <a:t>that </a:t>
            </a:r>
            <a:r>
              <a:rPr sz="2100" spc="-165" dirty="0">
                <a:latin typeface="Times New Roman" panose="02020603050405020304" pitchFamily="18" charset="0"/>
                <a:cs typeface="Times New Roman" panose="02020603050405020304" pitchFamily="18" charset="0"/>
              </a:rPr>
              <a:t>a </a:t>
            </a:r>
            <a:r>
              <a:rPr sz="2100" spc="-161" dirty="0">
                <a:latin typeface="Times New Roman" panose="02020603050405020304" pitchFamily="18" charset="0"/>
                <a:cs typeface="Times New Roman" panose="02020603050405020304" pitchFamily="18" charset="0"/>
              </a:rPr>
              <a:t> </a:t>
            </a:r>
            <a:r>
              <a:rPr sz="2100" spc="-94" dirty="0">
                <a:latin typeface="Times New Roman" panose="02020603050405020304" pitchFamily="18" charset="0"/>
                <a:cs typeface="Times New Roman" panose="02020603050405020304" pitchFamily="18" charset="0"/>
              </a:rPr>
              <a:t>company</a:t>
            </a:r>
            <a:r>
              <a:rPr sz="2100" spc="-26" dirty="0">
                <a:latin typeface="Times New Roman" panose="02020603050405020304" pitchFamily="18" charset="0"/>
                <a:cs typeface="Times New Roman" panose="02020603050405020304" pitchFamily="18" charset="0"/>
              </a:rPr>
              <a:t> </a:t>
            </a:r>
            <a:r>
              <a:rPr sz="2100" spc="-53" dirty="0">
                <a:latin typeface="Times New Roman" panose="02020603050405020304" pitchFamily="18" charset="0"/>
                <a:cs typeface="Times New Roman" panose="02020603050405020304" pitchFamily="18" charset="0"/>
              </a:rPr>
              <a:t>does</a:t>
            </a:r>
            <a:r>
              <a:rPr sz="2100" spc="-30" dirty="0">
                <a:latin typeface="Times New Roman" panose="02020603050405020304" pitchFamily="18" charset="0"/>
                <a:cs typeface="Times New Roman" panose="02020603050405020304" pitchFamily="18" charset="0"/>
              </a:rPr>
              <a:t> </a:t>
            </a:r>
            <a:r>
              <a:rPr sz="2100" spc="-56" dirty="0">
                <a:latin typeface="Times New Roman" panose="02020603050405020304" pitchFamily="18" charset="0"/>
                <a:cs typeface="Times New Roman" panose="02020603050405020304" pitchFamily="18" charset="0"/>
              </a:rPr>
              <a:t>not</a:t>
            </a:r>
            <a:r>
              <a:rPr sz="2100" spc="-30" dirty="0">
                <a:latin typeface="Times New Roman" panose="02020603050405020304" pitchFamily="18" charset="0"/>
                <a:cs typeface="Times New Roman" panose="02020603050405020304" pitchFamily="18" charset="0"/>
              </a:rPr>
              <a:t> </a:t>
            </a:r>
            <a:r>
              <a:rPr sz="2100" spc="-98" dirty="0">
                <a:latin typeface="Times New Roman" panose="02020603050405020304" pitchFamily="18" charset="0"/>
                <a:cs typeface="Times New Roman" panose="02020603050405020304" pitchFamily="18" charset="0"/>
              </a:rPr>
              <a:t>need</a:t>
            </a:r>
            <a:r>
              <a:rPr sz="2100" spc="-34" dirty="0">
                <a:latin typeface="Times New Roman" panose="02020603050405020304" pitchFamily="18" charset="0"/>
                <a:cs typeface="Times New Roman" panose="02020603050405020304" pitchFamily="18" charset="0"/>
              </a:rPr>
              <a:t> </a:t>
            </a:r>
            <a:r>
              <a:rPr sz="2100" spc="-41" dirty="0">
                <a:latin typeface="Times New Roman" panose="02020603050405020304" pitchFamily="18" charset="0"/>
                <a:cs typeface="Times New Roman" panose="02020603050405020304" pitchFamily="18" charset="0"/>
              </a:rPr>
              <a:t>to</a:t>
            </a:r>
            <a:r>
              <a:rPr sz="2100" spc="-38" dirty="0">
                <a:latin typeface="Times New Roman" panose="02020603050405020304" pitchFamily="18" charset="0"/>
                <a:cs typeface="Times New Roman" panose="02020603050405020304" pitchFamily="18" charset="0"/>
              </a:rPr>
              <a:t> </a:t>
            </a:r>
            <a:r>
              <a:rPr sz="2100" spc="-94" dirty="0">
                <a:latin typeface="Times New Roman" panose="02020603050405020304" pitchFamily="18" charset="0"/>
                <a:cs typeface="Times New Roman" panose="02020603050405020304" pitchFamily="18" charset="0"/>
              </a:rPr>
              <a:t>depend</a:t>
            </a:r>
            <a:r>
              <a:rPr sz="2100" spc="-34" dirty="0">
                <a:latin typeface="Times New Roman" panose="02020603050405020304" pitchFamily="18" charset="0"/>
                <a:cs typeface="Times New Roman" panose="02020603050405020304" pitchFamily="18" charset="0"/>
              </a:rPr>
              <a:t> </a:t>
            </a:r>
            <a:r>
              <a:rPr sz="2100" spc="-30" dirty="0">
                <a:latin typeface="Times New Roman" panose="02020603050405020304" pitchFamily="18" charset="0"/>
                <a:cs typeface="Times New Roman" panose="02020603050405020304" pitchFamily="18" charset="0"/>
              </a:rPr>
              <a:t>on </a:t>
            </a:r>
            <a:r>
              <a:rPr sz="2100" spc="-165" dirty="0">
                <a:latin typeface="Times New Roman" panose="02020603050405020304" pitchFamily="18" charset="0"/>
                <a:cs typeface="Times New Roman" panose="02020603050405020304" pitchFamily="18" charset="0"/>
              </a:rPr>
              <a:t>a</a:t>
            </a:r>
            <a:r>
              <a:rPr sz="2100" spc="-34" dirty="0">
                <a:latin typeface="Times New Roman" panose="02020603050405020304" pitchFamily="18" charset="0"/>
                <a:cs typeface="Times New Roman" panose="02020603050405020304" pitchFamily="18" charset="0"/>
              </a:rPr>
              <a:t> </a:t>
            </a:r>
            <a:r>
              <a:rPr sz="2100" spc="-60" dirty="0">
                <a:latin typeface="Times New Roman" panose="02020603050405020304" pitchFamily="18" charset="0"/>
                <a:cs typeface="Times New Roman" panose="02020603050405020304" pitchFamily="18" charset="0"/>
              </a:rPr>
              <a:t>vendor</a:t>
            </a:r>
            <a:r>
              <a:rPr sz="2100" spc="-23" dirty="0">
                <a:latin typeface="Times New Roman" panose="02020603050405020304" pitchFamily="18" charset="0"/>
                <a:cs typeface="Times New Roman" panose="02020603050405020304" pitchFamily="18" charset="0"/>
              </a:rPr>
              <a:t> </a:t>
            </a:r>
            <a:r>
              <a:rPr sz="2100" spc="-64" dirty="0">
                <a:latin typeface="Times New Roman" panose="02020603050405020304" pitchFamily="18" charset="0"/>
                <a:cs typeface="Times New Roman" panose="02020603050405020304" pitchFamily="18" charset="0"/>
              </a:rPr>
              <a:t>for</a:t>
            </a:r>
            <a:r>
              <a:rPr sz="2100" spc="-30" dirty="0">
                <a:latin typeface="Times New Roman" panose="02020603050405020304" pitchFamily="18" charset="0"/>
                <a:cs typeface="Times New Roman" panose="02020603050405020304" pitchFamily="18" charset="0"/>
              </a:rPr>
              <a:t> </a:t>
            </a:r>
            <a:r>
              <a:rPr sz="2100" spc="-90" dirty="0">
                <a:latin typeface="Times New Roman" panose="02020603050405020304" pitchFamily="18" charset="0"/>
                <a:cs typeface="Times New Roman" panose="02020603050405020304" pitchFamily="18" charset="0"/>
              </a:rPr>
              <a:t>these</a:t>
            </a:r>
            <a:r>
              <a:rPr sz="2100" spc="-34" dirty="0">
                <a:latin typeface="Times New Roman" panose="02020603050405020304" pitchFamily="18" charset="0"/>
                <a:cs typeface="Times New Roman" panose="02020603050405020304" pitchFamily="18" charset="0"/>
              </a:rPr>
              <a:t> </a:t>
            </a:r>
            <a:r>
              <a:rPr sz="2100" spc="-109" dirty="0">
                <a:latin typeface="Times New Roman" panose="02020603050405020304" pitchFamily="18" charset="0"/>
                <a:cs typeface="Times New Roman" panose="02020603050405020304" pitchFamily="18" charset="0"/>
              </a:rPr>
              <a:t>physical</a:t>
            </a:r>
            <a:r>
              <a:rPr sz="2100" spc="-30" dirty="0">
                <a:latin typeface="Times New Roman" panose="02020603050405020304" pitchFamily="18" charset="0"/>
                <a:cs typeface="Times New Roman" panose="02020603050405020304" pitchFamily="18" charset="0"/>
              </a:rPr>
              <a:t> </a:t>
            </a:r>
            <a:r>
              <a:rPr sz="2100" spc="-79" dirty="0">
                <a:latin typeface="Times New Roman" panose="02020603050405020304" pitchFamily="18" charset="0"/>
                <a:cs typeface="Times New Roman" panose="02020603050405020304" pitchFamily="18" charset="0"/>
              </a:rPr>
              <a:t>resources.</a:t>
            </a:r>
            <a:endParaRPr sz="2100" dirty="0">
              <a:latin typeface="Times New Roman" panose="02020603050405020304" pitchFamily="18" charset="0"/>
              <a:cs typeface="Times New Roman" panose="02020603050405020304" pitchFamily="18" charset="0"/>
            </a:endParaRPr>
          </a:p>
        </p:txBody>
      </p:sp>
      <p:sp>
        <p:nvSpPr>
          <p:cNvPr id="3" name="object 2"/>
          <p:cNvSpPr txBox="1">
            <a:spLocks/>
          </p:cNvSpPr>
          <p:nvPr/>
        </p:nvSpPr>
        <p:spPr>
          <a:xfrm>
            <a:off x="1197352" y="433819"/>
            <a:ext cx="1494758" cy="378469"/>
          </a:xfrm>
          <a:prstGeom prst="rect">
            <a:avLst/>
          </a:prstGeom>
        </p:spPr>
        <p:txBody>
          <a:bodyPr vert="horz" wrap="square" lIns="0" tIns="9049" rIns="0" bIns="0" rtlCol="0">
            <a:spAutoFit/>
          </a:bodyPr>
          <a:lstStyle>
            <a:lvl1pPr algn="l" defTabSz="914400" rtl="0" eaLnBrk="1" latinLnBrk="0" hangingPunct="1">
              <a:lnSpc>
                <a:spcPct val="90000"/>
              </a:lnSpc>
              <a:spcBef>
                <a:spcPct val="0"/>
              </a:spcBef>
              <a:buNone/>
              <a:defRPr sz="3400" kern="1200">
                <a:solidFill>
                  <a:schemeClr val="accent2"/>
                </a:solidFill>
                <a:latin typeface="+mj-lt"/>
                <a:ea typeface="+mj-ea"/>
                <a:cs typeface="+mj-cs"/>
              </a:defRPr>
            </a:lvl1pPr>
          </a:lstStyle>
          <a:p>
            <a:pPr marL="9525">
              <a:lnSpc>
                <a:spcPct val="100000"/>
              </a:lnSpc>
              <a:spcBef>
                <a:spcPts val="71"/>
              </a:spcBef>
            </a:pPr>
            <a:r>
              <a:rPr lang="en-IN" sz="2400" spc="34" dirty="0"/>
              <a:t>Be</a:t>
            </a:r>
            <a:r>
              <a:rPr lang="en-IN" sz="2400" spc="38" dirty="0"/>
              <a:t>n</a:t>
            </a:r>
            <a:r>
              <a:rPr lang="en-IN" sz="2400" spc="-41" dirty="0"/>
              <a:t>efits</a:t>
            </a:r>
            <a:endParaRPr lang="en-IN" sz="2400" dirty="0"/>
          </a:p>
        </p:txBody>
      </p:sp>
      <p:sp>
        <p:nvSpPr>
          <p:cNvPr id="4" name="Title 3"/>
          <p:cNvSpPr>
            <a:spLocks noGrp="1"/>
          </p:cNvSpPr>
          <p:nvPr>
            <p:ph type="title"/>
          </p:nvPr>
        </p:nvSpPr>
        <p:spPr/>
        <p:txBody>
          <a:bodyPr/>
          <a:lstStyle/>
          <a:p>
            <a:endParaRPr lang="en-IN"/>
          </a:p>
        </p:txBody>
      </p:sp>
    </p:spTree>
    <p:extLst>
      <p:ext uri="{BB962C8B-B14F-4D97-AF65-F5344CB8AC3E}">
        <p14:creationId xmlns:p14="http://schemas.microsoft.com/office/powerpoint/2010/main" val="167420528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spcFirstLastPara="1" vert="horz" wrap="square" lIns="0" tIns="10001" rIns="0" bIns="0" rtlCol="0" anchor="ctr" anchorCtr="0">
            <a:spAutoFit/>
          </a:bodyPr>
          <a:lstStyle/>
          <a:p>
            <a:pPr marL="9525">
              <a:spcBef>
                <a:spcPts val="79"/>
              </a:spcBef>
            </a:pPr>
            <a:r>
              <a:rPr sz="2400" spc="15" dirty="0"/>
              <a:t>Limitations</a:t>
            </a:r>
            <a:endParaRPr sz="2400" dirty="0"/>
          </a:p>
        </p:txBody>
      </p:sp>
      <p:sp>
        <p:nvSpPr>
          <p:cNvPr id="3" name="object 3"/>
          <p:cNvSpPr txBox="1"/>
          <p:nvPr/>
        </p:nvSpPr>
        <p:spPr>
          <a:xfrm>
            <a:off x="667797" y="1060704"/>
            <a:ext cx="7882816" cy="3453670"/>
          </a:xfrm>
          <a:prstGeom prst="rect">
            <a:avLst/>
          </a:prstGeom>
        </p:spPr>
        <p:txBody>
          <a:bodyPr vert="horz" wrap="square" lIns="0" tIns="9049" rIns="0" bIns="0" rtlCol="0">
            <a:spAutoFit/>
          </a:bodyPr>
          <a:lstStyle/>
          <a:p>
            <a:pPr marL="180975" marR="3810" indent="-171450" algn="just">
              <a:lnSpc>
                <a:spcPct val="150000"/>
              </a:lnSpc>
              <a:spcBef>
                <a:spcPts val="71"/>
              </a:spcBef>
              <a:buClr>
                <a:srgbClr val="B71E42"/>
              </a:buClr>
              <a:buFont typeface="Arial MT"/>
              <a:buChar char="•"/>
              <a:tabLst>
                <a:tab pos="180975" algn="l"/>
              </a:tabLst>
            </a:pPr>
            <a:r>
              <a:rPr sz="2100" spc="-75" dirty="0">
                <a:latin typeface="Times New Roman" panose="02020603050405020304" pitchFamily="18" charset="0"/>
                <a:cs typeface="Times New Roman" panose="02020603050405020304" pitchFamily="18" charset="0"/>
              </a:rPr>
              <a:t>Before </a:t>
            </a:r>
            <a:r>
              <a:rPr sz="2100" spc="-83" dirty="0">
                <a:latin typeface="Times New Roman" panose="02020603050405020304" pitchFamily="18" charset="0"/>
                <a:cs typeface="Times New Roman" panose="02020603050405020304" pitchFamily="18" charset="0"/>
              </a:rPr>
              <a:t>converting </a:t>
            </a:r>
            <a:r>
              <a:rPr sz="2100" spc="-41" dirty="0">
                <a:latin typeface="Times New Roman" panose="02020603050405020304" pitchFamily="18" charset="0"/>
                <a:cs typeface="Times New Roman" panose="02020603050405020304" pitchFamily="18" charset="0"/>
              </a:rPr>
              <a:t>to </a:t>
            </a:r>
            <a:r>
              <a:rPr sz="2100" spc="-165" dirty="0">
                <a:latin typeface="Times New Roman" panose="02020603050405020304" pitchFamily="18" charset="0"/>
                <a:cs typeface="Times New Roman" panose="02020603050405020304" pitchFamily="18" charset="0"/>
              </a:rPr>
              <a:t>a</a:t>
            </a:r>
            <a:r>
              <a:rPr sz="2100" spc="-161" dirty="0">
                <a:latin typeface="Times New Roman" panose="02020603050405020304" pitchFamily="18" charset="0"/>
                <a:cs typeface="Times New Roman" panose="02020603050405020304" pitchFamily="18" charset="0"/>
              </a:rPr>
              <a:t> </a:t>
            </a:r>
            <a:r>
              <a:rPr sz="2100" spc="-94" dirty="0">
                <a:latin typeface="Times New Roman" panose="02020603050405020304" pitchFamily="18" charset="0"/>
                <a:cs typeface="Times New Roman" panose="02020603050405020304" pitchFamily="18" charset="0"/>
              </a:rPr>
              <a:t>virtualized environment, </a:t>
            </a:r>
            <a:r>
              <a:rPr sz="2100" spc="-113" dirty="0">
                <a:latin typeface="Times New Roman" panose="02020603050405020304" pitchFamily="18" charset="0"/>
                <a:cs typeface="Times New Roman" panose="02020603050405020304" pitchFamily="18" charset="0"/>
              </a:rPr>
              <a:t>it</a:t>
            </a:r>
            <a:r>
              <a:rPr sz="2100" spc="270" dirty="0">
                <a:latin typeface="Times New Roman" panose="02020603050405020304" pitchFamily="18" charset="0"/>
                <a:cs typeface="Times New Roman" panose="02020603050405020304" pitchFamily="18" charset="0"/>
              </a:rPr>
              <a:t> </a:t>
            </a:r>
            <a:r>
              <a:rPr sz="2100" spc="-71" dirty="0">
                <a:latin typeface="Times New Roman" panose="02020603050405020304" pitchFamily="18" charset="0"/>
                <a:cs typeface="Times New Roman" panose="02020603050405020304" pitchFamily="18" charset="0"/>
              </a:rPr>
              <a:t>is </a:t>
            </a:r>
            <a:r>
              <a:rPr sz="2100" spc="-79" dirty="0">
                <a:latin typeface="Times New Roman" panose="02020603050405020304" pitchFamily="18" charset="0"/>
                <a:cs typeface="Times New Roman" panose="02020603050405020304" pitchFamily="18" charset="0"/>
              </a:rPr>
              <a:t>important </a:t>
            </a:r>
            <a:r>
              <a:rPr sz="2100" spc="-38" dirty="0">
                <a:latin typeface="Times New Roman" panose="02020603050405020304" pitchFamily="18" charset="0"/>
                <a:cs typeface="Times New Roman" panose="02020603050405020304" pitchFamily="18" charset="0"/>
              </a:rPr>
              <a:t>to </a:t>
            </a:r>
            <a:r>
              <a:rPr sz="2100" spc="-60" dirty="0">
                <a:latin typeface="Times New Roman" panose="02020603050405020304" pitchFamily="18" charset="0"/>
                <a:cs typeface="Times New Roman" panose="02020603050405020304" pitchFamily="18" charset="0"/>
              </a:rPr>
              <a:t>consider </a:t>
            </a:r>
            <a:r>
              <a:rPr sz="2100" spc="-56" dirty="0">
                <a:latin typeface="Times New Roman" panose="02020603050405020304" pitchFamily="18" charset="0"/>
                <a:cs typeface="Times New Roman" panose="02020603050405020304" pitchFamily="18" charset="0"/>
              </a:rPr>
              <a:t> </a:t>
            </a:r>
            <a:r>
              <a:rPr sz="2100" spc="-101" dirty="0">
                <a:latin typeface="Times New Roman" panose="02020603050405020304" pitchFamily="18" charset="0"/>
                <a:cs typeface="Times New Roman" panose="02020603050405020304" pitchFamily="18" charset="0"/>
              </a:rPr>
              <a:t>the</a:t>
            </a:r>
            <a:r>
              <a:rPr sz="2100" spc="-98" dirty="0">
                <a:latin typeface="Times New Roman" panose="02020603050405020304" pitchFamily="18" charset="0"/>
                <a:cs typeface="Times New Roman" panose="02020603050405020304" pitchFamily="18" charset="0"/>
              </a:rPr>
              <a:t> </a:t>
            </a:r>
            <a:r>
              <a:rPr sz="2100" spc="-64" dirty="0">
                <a:latin typeface="Times New Roman" panose="02020603050405020304" pitchFamily="18" charset="0"/>
                <a:cs typeface="Times New Roman" panose="02020603050405020304" pitchFamily="18" charset="0"/>
              </a:rPr>
              <a:t>various</a:t>
            </a:r>
            <a:r>
              <a:rPr sz="2100" spc="-60" dirty="0">
                <a:latin typeface="Times New Roman" panose="02020603050405020304" pitchFamily="18" charset="0"/>
                <a:cs typeface="Times New Roman" panose="02020603050405020304" pitchFamily="18" charset="0"/>
              </a:rPr>
              <a:t> </a:t>
            </a:r>
            <a:r>
              <a:rPr sz="2100" spc="-83" dirty="0">
                <a:latin typeface="Times New Roman" panose="02020603050405020304" pitchFamily="18" charset="0"/>
                <a:cs typeface="Times New Roman" panose="02020603050405020304" pitchFamily="18" charset="0"/>
              </a:rPr>
              <a:t>upfront</a:t>
            </a:r>
            <a:r>
              <a:rPr sz="2100" spc="-79" dirty="0">
                <a:latin typeface="Times New Roman" panose="02020603050405020304" pitchFamily="18" charset="0"/>
                <a:cs typeface="Times New Roman" panose="02020603050405020304" pitchFamily="18" charset="0"/>
              </a:rPr>
              <a:t> </a:t>
            </a:r>
            <a:r>
              <a:rPr sz="2100" spc="-83" dirty="0">
                <a:latin typeface="Times New Roman" panose="02020603050405020304" pitchFamily="18" charset="0"/>
                <a:cs typeface="Times New Roman" panose="02020603050405020304" pitchFamily="18" charset="0"/>
              </a:rPr>
              <a:t>costs.</a:t>
            </a:r>
            <a:r>
              <a:rPr sz="2100" spc="-79" dirty="0">
                <a:latin typeface="Times New Roman" panose="02020603050405020304" pitchFamily="18" charset="0"/>
                <a:cs typeface="Times New Roman" panose="02020603050405020304" pitchFamily="18" charset="0"/>
              </a:rPr>
              <a:t> </a:t>
            </a:r>
            <a:r>
              <a:rPr sz="2100" spc="-49" dirty="0">
                <a:latin typeface="Times New Roman" panose="02020603050405020304" pitchFamily="18" charset="0"/>
                <a:cs typeface="Times New Roman" panose="02020603050405020304" pitchFamily="18" charset="0"/>
              </a:rPr>
              <a:t>The</a:t>
            </a:r>
            <a:r>
              <a:rPr sz="2100" spc="-45" dirty="0">
                <a:latin typeface="Times New Roman" panose="02020603050405020304" pitchFamily="18" charset="0"/>
                <a:cs typeface="Times New Roman" panose="02020603050405020304" pitchFamily="18" charset="0"/>
              </a:rPr>
              <a:t> </a:t>
            </a:r>
            <a:r>
              <a:rPr sz="2100" spc="-75" dirty="0">
                <a:latin typeface="Times New Roman" panose="02020603050405020304" pitchFamily="18" charset="0"/>
                <a:cs typeface="Times New Roman" panose="02020603050405020304" pitchFamily="18" charset="0"/>
              </a:rPr>
              <a:t>necessary</a:t>
            </a:r>
            <a:r>
              <a:rPr sz="2100" spc="-71" dirty="0">
                <a:latin typeface="Times New Roman" panose="02020603050405020304" pitchFamily="18" charset="0"/>
                <a:cs typeface="Times New Roman" panose="02020603050405020304" pitchFamily="18" charset="0"/>
              </a:rPr>
              <a:t> </a:t>
            </a:r>
            <a:r>
              <a:rPr sz="2100" spc="-101" dirty="0">
                <a:latin typeface="Times New Roman" panose="02020603050405020304" pitchFamily="18" charset="0"/>
                <a:cs typeface="Times New Roman" panose="02020603050405020304" pitchFamily="18" charset="0"/>
              </a:rPr>
              <a:t>investment</a:t>
            </a:r>
            <a:r>
              <a:rPr sz="2100" spc="-98" dirty="0">
                <a:latin typeface="Times New Roman" panose="02020603050405020304" pitchFamily="18" charset="0"/>
                <a:cs typeface="Times New Roman" panose="02020603050405020304" pitchFamily="18" charset="0"/>
              </a:rPr>
              <a:t> in</a:t>
            </a:r>
            <a:r>
              <a:rPr sz="2100" spc="304" dirty="0">
                <a:latin typeface="Times New Roman" panose="02020603050405020304" pitchFamily="18" charset="0"/>
                <a:cs typeface="Times New Roman" panose="02020603050405020304" pitchFamily="18" charset="0"/>
              </a:rPr>
              <a:t> </a:t>
            </a:r>
            <a:r>
              <a:rPr sz="2100" spc="-94" dirty="0">
                <a:latin typeface="Times New Roman" panose="02020603050405020304" pitchFamily="18" charset="0"/>
                <a:cs typeface="Times New Roman" panose="02020603050405020304" pitchFamily="18" charset="0"/>
              </a:rPr>
              <a:t>virtualization </a:t>
            </a:r>
            <a:r>
              <a:rPr sz="2100" spc="-90" dirty="0">
                <a:latin typeface="Times New Roman" panose="02020603050405020304" pitchFamily="18" charset="0"/>
                <a:cs typeface="Times New Roman" panose="02020603050405020304" pitchFamily="18" charset="0"/>
              </a:rPr>
              <a:t> </a:t>
            </a:r>
            <a:r>
              <a:rPr sz="2100" spc="-98" dirty="0">
                <a:latin typeface="Times New Roman" panose="02020603050405020304" pitchFamily="18" charset="0"/>
                <a:cs typeface="Times New Roman" panose="02020603050405020304" pitchFamily="18" charset="0"/>
              </a:rPr>
              <a:t>software,</a:t>
            </a:r>
            <a:r>
              <a:rPr sz="2100" spc="-94" dirty="0">
                <a:latin typeface="Times New Roman" panose="02020603050405020304" pitchFamily="18" charset="0"/>
                <a:cs typeface="Times New Roman" panose="02020603050405020304" pitchFamily="18" charset="0"/>
              </a:rPr>
              <a:t> </a:t>
            </a:r>
            <a:r>
              <a:rPr sz="2100" spc="-101" dirty="0">
                <a:latin typeface="Times New Roman" panose="02020603050405020304" pitchFamily="18" charset="0"/>
                <a:cs typeface="Times New Roman" panose="02020603050405020304" pitchFamily="18" charset="0"/>
              </a:rPr>
              <a:t>as</a:t>
            </a:r>
            <a:r>
              <a:rPr sz="2100" spc="-98" dirty="0">
                <a:latin typeface="Times New Roman" panose="02020603050405020304" pitchFamily="18" charset="0"/>
                <a:cs typeface="Times New Roman" panose="02020603050405020304" pitchFamily="18" charset="0"/>
              </a:rPr>
              <a:t> </a:t>
            </a:r>
            <a:r>
              <a:rPr sz="2100" spc="-109" dirty="0">
                <a:latin typeface="Times New Roman" panose="02020603050405020304" pitchFamily="18" charset="0"/>
                <a:cs typeface="Times New Roman" panose="02020603050405020304" pitchFamily="18" charset="0"/>
              </a:rPr>
              <a:t>well</a:t>
            </a:r>
            <a:r>
              <a:rPr sz="2100" spc="-105" dirty="0">
                <a:latin typeface="Times New Roman" panose="02020603050405020304" pitchFamily="18" charset="0"/>
                <a:cs typeface="Times New Roman" panose="02020603050405020304" pitchFamily="18" charset="0"/>
              </a:rPr>
              <a:t> </a:t>
            </a:r>
            <a:r>
              <a:rPr sz="2100" spc="-98" dirty="0">
                <a:latin typeface="Times New Roman" panose="02020603050405020304" pitchFamily="18" charset="0"/>
                <a:cs typeface="Times New Roman" panose="02020603050405020304" pitchFamily="18" charset="0"/>
              </a:rPr>
              <a:t>as</a:t>
            </a:r>
            <a:r>
              <a:rPr sz="2100" spc="-94" dirty="0">
                <a:latin typeface="Times New Roman" panose="02020603050405020304" pitchFamily="18" charset="0"/>
                <a:cs typeface="Times New Roman" panose="02020603050405020304" pitchFamily="18" charset="0"/>
              </a:rPr>
              <a:t> </a:t>
            </a:r>
            <a:r>
              <a:rPr sz="2100" spc="-86" dirty="0">
                <a:latin typeface="Times New Roman" panose="02020603050405020304" pitchFamily="18" charset="0"/>
                <a:cs typeface="Times New Roman" panose="02020603050405020304" pitchFamily="18" charset="0"/>
              </a:rPr>
              <a:t>hardware</a:t>
            </a:r>
            <a:r>
              <a:rPr sz="2100" spc="326" dirty="0">
                <a:latin typeface="Times New Roman" panose="02020603050405020304" pitchFamily="18" charset="0"/>
                <a:cs typeface="Times New Roman" panose="02020603050405020304" pitchFamily="18" charset="0"/>
              </a:rPr>
              <a:t> </a:t>
            </a:r>
            <a:r>
              <a:rPr sz="2100" spc="-116" dirty="0">
                <a:latin typeface="Times New Roman" panose="02020603050405020304" pitchFamily="18" charset="0"/>
                <a:cs typeface="Times New Roman" panose="02020603050405020304" pitchFamily="18" charset="0"/>
              </a:rPr>
              <a:t>that</a:t>
            </a:r>
            <a:r>
              <a:rPr sz="2100" spc="-113" dirty="0">
                <a:latin typeface="Times New Roman" panose="02020603050405020304" pitchFamily="18" charset="0"/>
                <a:cs typeface="Times New Roman" panose="02020603050405020304" pitchFamily="18" charset="0"/>
              </a:rPr>
              <a:t> </a:t>
            </a:r>
            <a:r>
              <a:rPr sz="2100" spc="-105" dirty="0">
                <a:latin typeface="Times New Roman" panose="02020603050405020304" pitchFamily="18" charset="0"/>
                <a:cs typeface="Times New Roman" panose="02020603050405020304" pitchFamily="18" charset="0"/>
              </a:rPr>
              <a:t>might</a:t>
            </a:r>
            <a:r>
              <a:rPr sz="2100" spc="-101" dirty="0">
                <a:latin typeface="Times New Roman" panose="02020603050405020304" pitchFamily="18" charset="0"/>
                <a:cs typeface="Times New Roman" panose="02020603050405020304" pitchFamily="18" charset="0"/>
              </a:rPr>
              <a:t> </a:t>
            </a:r>
            <a:r>
              <a:rPr sz="2100" spc="-105" dirty="0">
                <a:latin typeface="Times New Roman" panose="02020603050405020304" pitchFamily="18" charset="0"/>
                <a:cs typeface="Times New Roman" panose="02020603050405020304" pitchFamily="18" charset="0"/>
              </a:rPr>
              <a:t>be</a:t>
            </a:r>
            <a:r>
              <a:rPr sz="2100" spc="-101" dirty="0">
                <a:latin typeface="Times New Roman" panose="02020603050405020304" pitchFamily="18" charset="0"/>
                <a:cs typeface="Times New Roman" panose="02020603050405020304" pitchFamily="18" charset="0"/>
              </a:rPr>
              <a:t> </a:t>
            </a:r>
            <a:r>
              <a:rPr sz="2100" spc="-83" dirty="0">
                <a:latin typeface="Times New Roman" panose="02020603050405020304" pitchFamily="18" charset="0"/>
                <a:cs typeface="Times New Roman" panose="02020603050405020304" pitchFamily="18" charset="0"/>
              </a:rPr>
              <a:t>required</a:t>
            </a:r>
            <a:r>
              <a:rPr sz="2100" spc="-79" dirty="0">
                <a:latin typeface="Times New Roman" panose="02020603050405020304" pitchFamily="18" charset="0"/>
                <a:cs typeface="Times New Roman" panose="02020603050405020304" pitchFamily="18" charset="0"/>
              </a:rPr>
              <a:t> </a:t>
            </a:r>
            <a:r>
              <a:rPr sz="2100" spc="-41" dirty="0">
                <a:latin typeface="Times New Roman" panose="02020603050405020304" pitchFamily="18" charset="0"/>
                <a:cs typeface="Times New Roman" panose="02020603050405020304" pitchFamily="18" charset="0"/>
              </a:rPr>
              <a:t>to</a:t>
            </a:r>
            <a:r>
              <a:rPr sz="2100" spc="-38" dirty="0">
                <a:latin typeface="Times New Roman" panose="02020603050405020304" pitchFamily="18" charset="0"/>
                <a:cs typeface="Times New Roman" panose="02020603050405020304" pitchFamily="18" charset="0"/>
              </a:rPr>
              <a:t> </a:t>
            </a:r>
            <a:r>
              <a:rPr sz="2100" spc="-116" dirty="0">
                <a:latin typeface="Times New Roman" panose="02020603050405020304" pitchFamily="18" charset="0"/>
                <a:cs typeface="Times New Roman" panose="02020603050405020304" pitchFamily="18" charset="0"/>
              </a:rPr>
              <a:t>make</a:t>
            </a:r>
            <a:r>
              <a:rPr sz="2100" spc="-113" dirty="0">
                <a:latin typeface="Times New Roman" panose="02020603050405020304" pitchFamily="18" charset="0"/>
                <a:cs typeface="Times New Roman" panose="02020603050405020304" pitchFamily="18" charset="0"/>
              </a:rPr>
              <a:t> </a:t>
            </a:r>
            <a:r>
              <a:rPr sz="2100" spc="-101" dirty="0">
                <a:latin typeface="Times New Roman" panose="02020603050405020304" pitchFamily="18" charset="0"/>
                <a:cs typeface="Times New Roman" panose="02020603050405020304" pitchFamily="18" charset="0"/>
              </a:rPr>
              <a:t>the </a:t>
            </a:r>
            <a:r>
              <a:rPr sz="2100" spc="-98" dirty="0">
                <a:latin typeface="Times New Roman" panose="02020603050405020304" pitchFamily="18" charset="0"/>
                <a:cs typeface="Times New Roman" panose="02020603050405020304" pitchFamily="18" charset="0"/>
              </a:rPr>
              <a:t> </a:t>
            </a:r>
            <a:r>
              <a:rPr sz="2100" spc="-64" dirty="0">
                <a:latin typeface="Times New Roman" panose="02020603050405020304" pitchFamily="18" charset="0"/>
                <a:cs typeface="Times New Roman" panose="02020603050405020304" pitchFamily="18" charset="0"/>
              </a:rPr>
              <a:t>vi</a:t>
            </a:r>
            <a:r>
              <a:rPr sz="2100" spc="-38" dirty="0">
                <a:latin typeface="Times New Roman" panose="02020603050405020304" pitchFamily="18" charset="0"/>
                <a:cs typeface="Times New Roman" panose="02020603050405020304" pitchFamily="18" charset="0"/>
              </a:rPr>
              <a:t>r</a:t>
            </a:r>
            <a:r>
              <a:rPr sz="2100" spc="-94" dirty="0">
                <a:latin typeface="Times New Roman" panose="02020603050405020304" pitchFamily="18" charset="0"/>
                <a:cs typeface="Times New Roman" panose="02020603050405020304" pitchFamily="18" charset="0"/>
              </a:rPr>
              <a:t>tu</a:t>
            </a:r>
            <a:r>
              <a:rPr sz="2100" spc="-116" dirty="0">
                <a:latin typeface="Times New Roman" panose="02020603050405020304" pitchFamily="18" charset="0"/>
                <a:cs typeface="Times New Roman" panose="02020603050405020304" pitchFamily="18" charset="0"/>
              </a:rPr>
              <a:t>ali</a:t>
            </a:r>
            <a:r>
              <a:rPr sz="2100" spc="-158" dirty="0">
                <a:latin typeface="Times New Roman" panose="02020603050405020304" pitchFamily="18" charset="0"/>
                <a:cs typeface="Times New Roman" panose="02020603050405020304" pitchFamily="18" charset="0"/>
              </a:rPr>
              <a:t>z</a:t>
            </a:r>
            <a:r>
              <a:rPr sz="2100" spc="-90" dirty="0">
                <a:latin typeface="Times New Roman" panose="02020603050405020304" pitchFamily="18" charset="0"/>
                <a:cs typeface="Times New Roman" panose="02020603050405020304" pitchFamily="18" charset="0"/>
              </a:rPr>
              <a:t>ation</a:t>
            </a:r>
            <a:r>
              <a:rPr sz="2100" dirty="0">
                <a:latin typeface="Times New Roman" panose="02020603050405020304" pitchFamily="18" charset="0"/>
                <a:cs typeface="Times New Roman" panose="02020603050405020304" pitchFamily="18" charset="0"/>
              </a:rPr>
              <a:t> </a:t>
            </a:r>
            <a:r>
              <a:rPr sz="2100" spc="-71" dirty="0">
                <a:latin typeface="Times New Roman" panose="02020603050405020304" pitchFamily="18" charset="0"/>
                <a:cs typeface="Times New Roman" panose="02020603050405020304" pitchFamily="18" charset="0"/>
              </a:rPr>
              <a:t>possibl</a:t>
            </a:r>
            <a:r>
              <a:rPr sz="2100" spc="-56" dirty="0">
                <a:latin typeface="Times New Roman" panose="02020603050405020304" pitchFamily="18" charset="0"/>
                <a:cs typeface="Times New Roman" panose="02020603050405020304" pitchFamily="18" charset="0"/>
              </a:rPr>
              <a:t>e</a:t>
            </a:r>
            <a:r>
              <a:rPr sz="2100" spc="-248" dirty="0">
                <a:latin typeface="Times New Roman" panose="02020603050405020304" pitchFamily="18" charset="0"/>
                <a:cs typeface="Times New Roman" panose="02020603050405020304" pitchFamily="18" charset="0"/>
              </a:rPr>
              <a:t>,</a:t>
            </a:r>
            <a:r>
              <a:rPr sz="2100" spc="-184" dirty="0">
                <a:latin typeface="Times New Roman" panose="02020603050405020304" pitchFamily="18" charset="0"/>
                <a:cs typeface="Times New Roman" panose="02020603050405020304" pitchFamily="18" charset="0"/>
              </a:rPr>
              <a:t> </a:t>
            </a:r>
            <a:r>
              <a:rPr sz="2100" spc="-116" dirty="0">
                <a:latin typeface="Times New Roman" panose="02020603050405020304" pitchFamily="18" charset="0"/>
                <a:cs typeface="Times New Roman" panose="02020603050405020304" pitchFamily="18" charset="0"/>
              </a:rPr>
              <a:t>ca</a:t>
            </a:r>
            <a:r>
              <a:rPr sz="2100" spc="-120" dirty="0">
                <a:latin typeface="Times New Roman" panose="02020603050405020304" pitchFamily="18" charset="0"/>
                <a:cs typeface="Times New Roman" panose="02020603050405020304" pitchFamily="18" charset="0"/>
              </a:rPr>
              <a:t>n</a:t>
            </a:r>
            <a:r>
              <a:rPr sz="2100" spc="-34" dirty="0">
                <a:latin typeface="Times New Roman" panose="02020603050405020304" pitchFamily="18" charset="0"/>
                <a:cs typeface="Times New Roman" panose="02020603050405020304" pitchFamily="18" charset="0"/>
              </a:rPr>
              <a:t> </a:t>
            </a:r>
            <a:r>
              <a:rPr sz="2100" spc="-101" dirty="0">
                <a:latin typeface="Times New Roman" panose="02020603050405020304" pitchFamily="18" charset="0"/>
                <a:cs typeface="Times New Roman" panose="02020603050405020304" pitchFamily="18" charset="0"/>
              </a:rPr>
              <a:t>b</a:t>
            </a:r>
            <a:r>
              <a:rPr sz="2100" spc="-105" dirty="0">
                <a:latin typeface="Times New Roman" panose="02020603050405020304" pitchFamily="18" charset="0"/>
                <a:cs typeface="Times New Roman" panose="02020603050405020304" pitchFamily="18" charset="0"/>
              </a:rPr>
              <a:t>e</a:t>
            </a:r>
            <a:r>
              <a:rPr sz="2100" spc="-45" dirty="0">
                <a:latin typeface="Times New Roman" panose="02020603050405020304" pitchFamily="18" charset="0"/>
                <a:cs typeface="Times New Roman" panose="02020603050405020304" pitchFamily="18" charset="0"/>
              </a:rPr>
              <a:t> </a:t>
            </a:r>
            <a:r>
              <a:rPr sz="2100" spc="-41" dirty="0">
                <a:latin typeface="Times New Roman" panose="02020603050405020304" pitchFamily="18" charset="0"/>
                <a:cs typeface="Times New Roman" panose="02020603050405020304" pitchFamily="18" charset="0"/>
              </a:rPr>
              <a:t>co</a:t>
            </a:r>
            <a:r>
              <a:rPr sz="2100" spc="-38" dirty="0">
                <a:latin typeface="Times New Roman" panose="02020603050405020304" pitchFamily="18" charset="0"/>
                <a:cs typeface="Times New Roman" panose="02020603050405020304" pitchFamily="18" charset="0"/>
              </a:rPr>
              <a:t>s</a:t>
            </a:r>
            <a:r>
              <a:rPr sz="2100" spc="-135" dirty="0">
                <a:latin typeface="Times New Roman" panose="02020603050405020304" pitchFamily="18" charset="0"/>
                <a:cs typeface="Times New Roman" panose="02020603050405020304" pitchFamily="18" charset="0"/>
              </a:rPr>
              <a:t>t</a:t>
            </a:r>
            <a:r>
              <a:rPr sz="2100" spc="-120" dirty="0">
                <a:latin typeface="Times New Roman" panose="02020603050405020304" pitchFamily="18" charset="0"/>
                <a:cs typeface="Times New Roman" panose="02020603050405020304" pitchFamily="18" charset="0"/>
              </a:rPr>
              <a:t>l</a:t>
            </a:r>
            <a:r>
              <a:rPr sz="2100" spc="-233" dirty="0">
                <a:latin typeface="Times New Roman" panose="02020603050405020304" pitchFamily="18" charset="0"/>
                <a:cs typeface="Times New Roman" panose="02020603050405020304" pitchFamily="18" charset="0"/>
              </a:rPr>
              <a:t>y</a:t>
            </a:r>
            <a:r>
              <a:rPr sz="2100" spc="-248" dirty="0">
                <a:latin typeface="Times New Roman" panose="02020603050405020304" pitchFamily="18" charset="0"/>
                <a:cs typeface="Times New Roman" panose="02020603050405020304" pitchFamily="18" charset="0"/>
              </a:rPr>
              <a:t>.</a:t>
            </a:r>
            <a:endParaRPr sz="2100" dirty="0">
              <a:latin typeface="Times New Roman" panose="02020603050405020304" pitchFamily="18" charset="0"/>
              <a:cs typeface="Times New Roman" panose="02020603050405020304" pitchFamily="18" charset="0"/>
            </a:endParaRPr>
          </a:p>
          <a:p>
            <a:pPr marL="180975" marR="3810" indent="-171450" algn="just">
              <a:lnSpc>
                <a:spcPct val="150000"/>
              </a:lnSpc>
              <a:spcBef>
                <a:spcPts val="379"/>
              </a:spcBef>
              <a:buClr>
                <a:srgbClr val="B71E42"/>
              </a:buClr>
              <a:buFont typeface="Arial MT"/>
              <a:buChar char="•"/>
              <a:tabLst>
                <a:tab pos="180975" algn="l"/>
              </a:tabLst>
            </a:pPr>
            <a:r>
              <a:rPr sz="2100" spc="-124" dirty="0">
                <a:latin typeface="Times New Roman" panose="02020603050405020304" pitchFamily="18" charset="0"/>
                <a:cs typeface="Times New Roman" panose="02020603050405020304" pitchFamily="18" charset="0"/>
              </a:rPr>
              <a:t>If </a:t>
            </a:r>
            <a:r>
              <a:rPr sz="2100" spc="-101" dirty="0">
                <a:latin typeface="Times New Roman" panose="02020603050405020304" pitchFamily="18" charset="0"/>
                <a:cs typeface="Times New Roman" panose="02020603050405020304" pitchFamily="18" charset="0"/>
              </a:rPr>
              <a:t>the </a:t>
            </a:r>
            <a:r>
              <a:rPr sz="2100" spc="-86" dirty="0">
                <a:latin typeface="Times New Roman" panose="02020603050405020304" pitchFamily="18" charset="0"/>
                <a:cs typeface="Times New Roman" panose="02020603050405020304" pitchFamily="18" charset="0"/>
              </a:rPr>
              <a:t>existing infrastructure </a:t>
            </a:r>
            <a:r>
              <a:rPr sz="2100" spc="-71" dirty="0">
                <a:latin typeface="Times New Roman" panose="02020603050405020304" pitchFamily="18" charset="0"/>
                <a:cs typeface="Times New Roman" panose="02020603050405020304" pitchFamily="18" charset="0"/>
              </a:rPr>
              <a:t>is </a:t>
            </a:r>
            <a:r>
              <a:rPr sz="2100" spc="-56" dirty="0">
                <a:latin typeface="Times New Roman" panose="02020603050405020304" pitchFamily="18" charset="0"/>
                <a:cs typeface="Times New Roman" panose="02020603050405020304" pitchFamily="18" charset="0"/>
              </a:rPr>
              <a:t>more </a:t>
            </a:r>
            <a:r>
              <a:rPr sz="2100" spc="-105" dirty="0">
                <a:latin typeface="Times New Roman" panose="02020603050405020304" pitchFamily="18" charset="0"/>
                <a:cs typeface="Times New Roman" panose="02020603050405020304" pitchFamily="18" charset="0"/>
              </a:rPr>
              <a:t>than </a:t>
            </a:r>
            <a:r>
              <a:rPr sz="2100" spc="-139" dirty="0">
                <a:latin typeface="Times New Roman" panose="02020603050405020304" pitchFamily="18" charset="0"/>
                <a:cs typeface="Times New Roman" panose="02020603050405020304" pitchFamily="18" charset="0"/>
              </a:rPr>
              <a:t>five</a:t>
            </a:r>
            <a:r>
              <a:rPr sz="2100" spc="-135" dirty="0">
                <a:latin typeface="Times New Roman" panose="02020603050405020304" pitchFamily="18" charset="0"/>
                <a:cs typeface="Times New Roman" panose="02020603050405020304" pitchFamily="18" charset="0"/>
              </a:rPr>
              <a:t> </a:t>
            </a:r>
            <a:r>
              <a:rPr sz="2100" spc="-90" dirty="0">
                <a:latin typeface="Times New Roman" panose="02020603050405020304" pitchFamily="18" charset="0"/>
                <a:cs typeface="Times New Roman" panose="02020603050405020304" pitchFamily="18" charset="0"/>
              </a:rPr>
              <a:t>years </a:t>
            </a:r>
            <a:r>
              <a:rPr sz="2100" spc="-109" dirty="0">
                <a:latin typeface="Times New Roman" panose="02020603050405020304" pitchFamily="18" charset="0"/>
                <a:cs typeface="Times New Roman" panose="02020603050405020304" pitchFamily="18" charset="0"/>
              </a:rPr>
              <a:t>old, </a:t>
            </a:r>
            <a:r>
              <a:rPr sz="2100" spc="-124" dirty="0">
                <a:latin typeface="Times New Roman" panose="02020603050405020304" pitchFamily="18" charset="0"/>
                <a:cs typeface="Times New Roman" panose="02020603050405020304" pitchFamily="18" charset="0"/>
              </a:rPr>
              <a:t>an</a:t>
            </a:r>
            <a:r>
              <a:rPr sz="2100" spc="-120" dirty="0">
                <a:latin typeface="Times New Roman" panose="02020603050405020304" pitchFamily="18" charset="0"/>
                <a:cs typeface="Times New Roman" panose="02020603050405020304" pitchFamily="18" charset="0"/>
              </a:rPr>
              <a:t> </a:t>
            </a:r>
            <a:r>
              <a:rPr sz="2100" spc="-116" dirty="0">
                <a:latin typeface="Times New Roman" panose="02020603050405020304" pitchFamily="18" charset="0"/>
                <a:cs typeface="Times New Roman" panose="02020603050405020304" pitchFamily="18" charset="0"/>
              </a:rPr>
              <a:t>initial </a:t>
            </a:r>
            <a:r>
              <a:rPr sz="2100" spc="-101" dirty="0">
                <a:latin typeface="Times New Roman" panose="02020603050405020304" pitchFamily="18" charset="0"/>
                <a:cs typeface="Times New Roman" panose="02020603050405020304" pitchFamily="18" charset="0"/>
              </a:rPr>
              <a:t>renewal </a:t>
            </a:r>
            <a:r>
              <a:rPr sz="2100" spc="-98" dirty="0">
                <a:latin typeface="Times New Roman" panose="02020603050405020304" pitchFamily="18" charset="0"/>
                <a:cs typeface="Times New Roman" panose="02020603050405020304" pitchFamily="18" charset="0"/>
              </a:rPr>
              <a:t> </a:t>
            </a:r>
            <a:r>
              <a:rPr sz="2100" spc="-101" dirty="0">
                <a:latin typeface="Times New Roman" panose="02020603050405020304" pitchFamily="18" charset="0"/>
                <a:cs typeface="Times New Roman" panose="02020603050405020304" pitchFamily="18" charset="0"/>
              </a:rPr>
              <a:t>budget</a:t>
            </a:r>
            <a:r>
              <a:rPr sz="2100" spc="-98" dirty="0">
                <a:latin typeface="Times New Roman" panose="02020603050405020304" pitchFamily="18" charset="0"/>
                <a:cs typeface="Times New Roman" panose="02020603050405020304" pitchFamily="18" charset="0"/>
              </a:rPr>
              <a:t> </a:t>
            </a:r>
            <a:r>
              <a:rPr sz="2100" spc="-101" dirty="0">
                <a:latin typeface="Times New Roman" panose="02020603050405020304" pitchFamily="18" charset="0"/>
                <a:cs typeface="Times New Roman" panose="02020603050405020304" pitchFamily="18" charset="0"/>
              </a:rPr>
              <a:t>will</a:t>
            </a:r>
            <a:r>
              <a:rPr sz="2100" spc="-98" dirty="0">
                <a:latin typeface="Times New Roman" panose="02020603050405020304" pitchFamily="18" charset="0"/>
                <a:cs typeface="Times New Roman" panose="02020603050405020304" pitchFamily="18" charset="0"/>
              </a:rPr>
              <a:t> </a:t>
            </a:r>
            <a:r>
              <a:rPr sz="2100" spc="-135" dirty="0">
                <a:latin typeface="Times New Roman" panose="02020603050405020304" pitchFamily="18" charset="0"/>
                <a:cs typeface="Times New Roman" panose="02020603050405020304" pitchFamily="18" charset="0"/>
              </a:rPr>
              <a:t>have</a:t>
            </a:r>
            <a:r>
              <a:rPr sz="2100" spc="-131" dirty="0">
                <a:latin typeface="Times New Roman" panose="02020603050405020304" pitchFamily="18" charset="0"/>
                <a:cs typeface="Times New Roman" panose="02020603050405020304" pitchFamily="18" charset="0"/>
              </a:rPr>
              <a:t> </a:t>
            </a:r>
            <a:r>
              <a:rPr sz="2100" spc="-41" dirty="0">
                <a:latin typeface="Times New Roman" panose="02020603050405020304" pitchFamily="18" charset="0"/>
                <a:cs typeface="Times New Roman" panose="02020603050405020304" pitchFamily="18" charset="0"/>
              </a:rPr>
              <a:t>to </a:t>
            </a:r>
            <a:r>
              <a:rPr sz="2100" spc="-105" dirty="0">
                <a:latin typeface="Times New Roman" panose="02020603050405020304" pitchFamily="18" charset="0"/>
                <a:cs typeface="Times New Roman" panose="02020603050405020304" pitchFamily="18" charset="0"/>
              </a:rPr>
              <a:t>be</a:t>
            </a:r>
            <a:r>
              <a:rPr sz="2100" spc="-101" dirty="0">
                <a:latin typeface="Times New Roman" panose="02020603050405020304" pitchFamily="18" charset="0"/>
                <a:cs typeface="Times New Roman" panose="02020603050405020304" pitchFamily="18" charset="0"/>
              </a:rPr>
              <a:t> </a:t>
            </a:r>
            <a:r>
              <a:rPr sz="2100" spc="-86" dirty="0">
                <a:latin typeface="Times New Roman" panose="02020603050405020304" pitchFamily="18" charset="0"/>
                <a:cs typeface="Times New Roman" panose="02020603050405020304" pitchFamily="18" charset="0"/>
              </a:rPr>
              <a:t>considered. </a:t>
            </a:r>
            <a:r>
              <a:rPr sz="2100" spc="-109" dirty="0">
                <a:latin typeface="Times New Roman" panose="02020603050405020304" pitchFamily="18" charset="0"/>
                <a:cs typeface="Times New Roman" panose="02020603050405020304" pitchFamily="18" charset="0"/>
              </a:rPr>
              <a:t>Fortunately, </a:t>
            </a:r>
            <a:r>
              <a:rPr sz="2100" spc="-116" dirty="0">
                <a:latin typeface="Times New Roman" panose="02020603050405020304" pitchFamily="18" charset="0"/>
                <a:cs typeface="Times New Roman" panose="02020603050405020304" pitchFamily="18" charset="0"/>
              </a:rPr>
              <a:t>many</a:t>
            </a:r>
            <a:r>
              <a:rPr sz="2100" spc="-113" dirty="0">
                <a:latin typeface="Times New Roman" panose="02020603050405020304" pitchFamily="18" charset="0"/>
                <a:cs typeface="Times New Roman" panose="02020603050405020304" pitchFamily="18" charset="0"/>
              </a:rPr>
              <a:t> </a:t>
            </a:r>
            <a:r>
              <a:rPr sz="2100" spc="-71" dirty="0">
                <a:latin typeface="Times New Roman" panose="02020603050405020304" pitchFamily="18" charset="0"/>
                <a:cs typeface="Times New Roman" panose="02020603050405020304" pitchFamily="18" charset="0"/>
              </a:rPr>
              <a:t>businesses </a:t>
            </a:r>
            <a:r>
              <a:rPr sz="2100" spc="-135" dirty="0">
                <a:latin typeface="Times New Roman" panose="02020603050405020304" pitchFamily="18" charset="0"/>
                <a:cs typeface="Times New Roman" panose="02020603050405020304" pitchFamily="18" charset="0"/>
              </a:rPr>
              <a:t>have</a:t>
            </a:r>
            <a:r>
              <a:rPr sz="2100" spc="-131" dirty="0">
                <a:latin typeface="Times New Roman" panose="02020603050405020304" pitchFamily="18" charset="0"/>
                <a:cs typeface="Times New Roman" panose="02020603050405020304" pitchFamily="18" charset="0"/>
              </a:rPr>
              <a:t> </a:t>
            </a:r>
            <a:r>
              <a:rPr sz="2100" spc="-101" dirty="0">
                <a:latin typeface="Times New Roman" panose="02020603050405020304" pitchFamily="18" charset="0"/>
                <a:cs typeface="Times New Roman" panose="02020603050405020304" pitchFamily="18" charset="0"/>
              </a:rPr>
              <a:t>the </a:t>
            </a:r>
            <a:r>
              <a:rPr sz="2100" spc="-98" dirty="0">
                <a:latin typeface="Times New Roman" panose="02020603050405020304" pitchFamily="18" charset="0"/>
                <a:cs typeface="Times New Roman" panose="02020603050405020304" pitchFamily="18" charset="0"/>
              </a:rPr>
              <a:t> </a:t>
            </a:r>
            <a:r>
              <a:rPr sz="2100" spc="-120" dirty="0">
                <a:latin typeface="Times New Roman" panose="02020603050405020304" pitchFamily="18" charset="0"/>
                <a:cs typeface="Times New Roman" panose="02020603050405020304" pitchFamily="18" charset="0"/>
              </a:rPr>
              <a:t>capacity </a:t>
            </a:r>
            <a:r>
              <a:rPr sz="2100" spc="-45" dirty="0">
                <a:latin typeface="Times New Roman" panose="02020603050405020304" pitchFamily="18" charset="0"/>
                <a:cs typeface="Times New Roman" panose="02020603050405020304" pitchFamily="18" charset="0"/>
              </a:rPr>
              <a:t>to </a:t>
            </a:r>
            <a:r>
              <a:rPr sz="2100" spc="-90" dirty="0">
                <a:latin typeface="Times New Roman" panose="02020603050405020304" pitchFamily="18" charset="0"/>
                <a:cs typeface="Times New Roman" panose="02020603050405020304" pitchFamily="18" charset="0"/>
              </a:rPr>
              <a:t>accommodate </a:t>
            </a:r>
            <a:r>
              <a:rPr sz="2100" spc="-94" dirty="0">
                <a:latin typeface="Times New Roman" panose="02020603050405020304" pitchFamily="18" charset="0"/>
                <a:cs typeface="Times New Roman" panose="02020603050405020304" pitchFamily="18" charset="0"/>
              </a:rPr>
              <a:t>virtualization </a:t>
            </a:r>
            <a:r>
              <a:rPr sz="2100" spc="-75" dirty="0">
                <a:latin typeface="Times New Roman" panose="02020603050405020304" pitchFamily="18" charset="0"/>
                <a:cs typeface="Times New Roman" panose="02020603050405020304" pitchFamily="18" charset="0"/>
              </a:rPr>
              <a:t>without </a:t>
            </a:r>
            <a:r>
              <a:rPr sz="2100" spc="-90" dirty="0">
                <a:latin typeface="Times New Roman" panose="02020603050405020304" pitchFamily="18" charset="0"/>
                <a:cs typeface="Times New Roman" panose="02020603050405020304" pitchFamily="18" charset="0"/>
              </a:rPr>
              <a:t>spending </a:t>
            </a:r>
            <a:r>
              <a:rPr sz="2100" spc="-105" dirty="0">
                <a:latin typeface="Times New Roman" panose="02020603050405020304" pitchFamily="18" charset="0"/>
                <a:cs typeface="Times New Roman" panose="02020603050405020304" pitchFamily="18" charset="0"/>
              </a:rPr>
              <a:t>large </a:t>
            </a:r>
            <a:r>
              <a:rPr sz="2100" spc="-79" dirty="0">
                <a:latin typeface="Times New Roman" panose="02020603050405020304" pitchFamily="18" charset="0"/>
                <a:cs typeface="Times New Roman" panose="02020603050405020304" pitchFamily="18" charset="0"/>
              </a:rPr>
              <a:t>amounts </a:t>
            </a:r>
            <a:r>
              <a:rPr sz="2100" spc="-94" dirty="0">
                <a:latin typeface="Times New Roman" panose="02020603050405020304" pitchFamily="18" charset="0"/>
                <a:cs typeface="Times New Roman" panose="02020603050405020304" pitchFamily="18" charset="0"/>
              </a:rPr>
              <a:t>of </a:t>
            </a:r>
            <a:r>
              <a:rPr sz="2100" spc="-90" dirty="0">
                <a:latin typeface="Times New Roman" panose="02020603050405020304" pitchFamily="18" charset="0"/>
                <a:cs typeface="Times New Roman" panose="02020603050405020304" pitchFamily="18" charset="0"/>
              </a:rPr>
              <a:t> </a:t>
            </a:r>
            <a:r>
              <a:rPr sz="2100" spc="-127" dirty="0">
                <a:latin typeface="Times New Roman" panose="02020603050405020304" pitchFamily="18" charset="0"/>
                <a:cs typeface="Times New Roman" panose="02020603050405020304" pitchFamily="18" charset="0"/>
              </a:rPr>
              <a:t>cash.</a:t>
            </a:r>
            <a:endParaRPr sz="21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0685122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786384" y="741426"/>
            <a:ext cx="7773956" cy="3454151"/>
          </a:xfrm>
          <a:prstGeom prst="rect">
            <a:avLst/>
          </a:prstGeom>
        </p:spPr>
        <p:txBody>
          <a:bodyPr vert="horz" wrap="square" lIns="0" tIns="9525" rIns="0" bIns="0" rtlCol="0">
            <a:spAutoFit/>
          </a:bodyPr>
          <a:lstStyle/>
          <a:p>
            <a:pPr marL="180975" marR="6668" indent="-171450" algn="just">
              <a:lnSpc>
                <a:spcPct val="150000"/>
              </a:lnSpc>
              <a:spcBef>
                <a:spcPts val="75"/>
              </a:spcBef>
              <a:buClr>
                <a:srgbClr val="B71E42"/>
              </a:buClr>
              <a:buFont typeface="Arial MT"/>
              <a:buChar char="•"/>
              <a:tabLst>
                <a:tab pos="180975" algn="l"/>
              </a:tabLst>
            </a:pPr>
            <a:r>
              <a:rPr sz="2100" spc="-79" dirty="0">
                <a:latin typeface="Times New Roman" panose="02020603050405020304" pitchFamily="18" charset="0"/>
                <a:cs typeface="Times New Roman" panose="02020603050405020304" pitchFamily="18" charset="0"/>
              </a:rPr>
              <a:t>Furthermore, </a:t>
            </a:r>
            <a:r>
              <a:rPr sz="2100" spc="-109" dirty="0">
                <a:latin typeface="Times New Roman" panose="02020603050405020304" pitchFamily="18" charset="0"/>
                <a:cs typeface="Times New Roman" panose="02020603050405020304" pitchFamily="18" charset="0"/>
              </a:rPr>
              <a:t>the </a:t>
            </a:r>
            <a:r>
              <a:rPr sz="2100" spc="-53" dirty="0">
                <a:latin typeface="Times New Roman" panose="02020603050405020304" pitchFamily="18" charset="0"/>
                <a:cs typeface="Times New Roman" panose="02020603050405020304" pitchFamily="18" charset="0"/>
              </a:rPr>
              <a:t>costs </a:t>
            </a:r>
            <a:r>
              <a:rPr sz="2100" spc="-124" dirty="0">
                <a:latin typeface="Times New Roman" panose="02020603050405020304" pitchFamily="18" charset="0"/>
                <a:cs typeface="Times New Roman" panose="02020603050405020304" pitchFamily="18" charset="0"/>
              </a:rPr>
              <a:t>can </a:t>
            </a:r>
            <a:r>
              <a:rPr sz="2100" spc="-113" dirty="0">
                <a:latin typeface="Times New Roman" panose="02020603050405020304" pitchFamily="18" charset="0"/>
                <a:cs typeface="Times New Roman" panose="02020603050405020304" pitchFamily="18" charset="0"/>
              </a:rPr>
              <a:t>be </a:t>
            </a:r>
            <a:r>
              <a:rPr sz="2100" spc="-116" dirty="0">
                <a:latin typeface="Times New Roman" panose="02020603050405020304" pitchFamily="18" charset="0"/>
                <a:cs typeface="Times New Roman" panose="02020603050405020304" pitchFamily="18" charset="0"/>
              </a:rPr>
              <a:t>offset </a:t>
            </a:r>
            <a:r>
              <a:rPr sz="2100" spc="-113" dirty="0">
                <a:latin typeface="Times New Roman" panose="02020603050405020304" pitchFamily="18" charset="0"/>
                <a:cs typeface="Times New Roman" panose="02020603050405020304" pitchFamily="18" charset="0"/>
              </a:rPr>
              <a:t>by </a:t>
            </a:r>
            <a:r>
              <a:rPr sz="2100" spc="-98" dirty="0">
                <a:latin typeface="Times New Roman" panose="02020603050405020304" pitchFamily="18" charset="0"/>
                <a:cs typeface="Times New Roman" panose="02020603050405020304" pitchFamily="18" charset="0"/>
              </a:rPr>
              <a:t>collaborating </a:t>
            </a:r>
            <a:r>
              <a:rPr sz="2100" spc="-94" dirty="0">
                <a:latin typeface="Times New Roman" panose="02020603050405020304" pitchFamily="18" charset="0"/>
                <a:cs typeface="Times New Roman" panose="02020603050405020304" pitchFamily="18" charset="0"/>
              </a:rPr>
              <a:t>with </a:t>
            </a:r>
            <a:r>
              <a:rPr sz="2100" spc="-180" dirty="0">
                <a:latin typeface="Times New Roman" panose="02020603050405020304" pitchFamily="18" charset="0"/>
                <a:cs typeface="Times New Roman" panose="02020603050405020304" pitchFamily="18" charset="0"/>
              </a:rPr>
              <a:t>a </a:t>
            </a:r>
            <a:r>
              <a:rPr sz="2100" spc="-127" dirty="0">
                <a:latin typeface="Times New Roman" panose="02020603050405020304" pitchFamily="18" charset="0"/>
                <a:cs typeface="Times New Roman" panose="02020603050405020304" pitchFamily="18" charset="0"/>
              </a:rPr>
              <a:t>managed </a:t>
            </a:r>
            <a:r>
              <a:rPr sz="2100" spc="-124" dirty="0">
                <a:latin typeface="Times New Roman" panose="02020603050405020304" pitchFamily="18" charset="0"/>
                <a:cs typeface="Times New Roman" panose="02020603050405020304" pitchFamily="18" charset="0"/>
              </a:rPr>
              <a:t> </a:t>
            </a:r>
            <a:r>
              <a:rPr sz="2100" spc="-75" dirty="0">
                <a:latin typeface="Times New Roman" panose="02020603050405020304" pitchFamily="18" charset="0"/>
                <a:cs typeface="Times New Roman" panose="02020603050405020304" pitchFamily="18" charset="0"/>
              </a:rPr>
              <a:t>service</a:t>
            </a:r>
            <a:r>
              <a:rPr sz="2100" spc="-53" dirty="0">
                <a:latin typeface="Times New Roman" panose="02020603050405020304" pitchFamily="18" charset="0"/>
                <a:cs typeface="Times New Roman" panose="02020603050405020304" pitchFamily="18" charset="0"/>
              </a:rPr>
              <a:t> </a:t>
            </a:r>
            <a:r>
              <a:rPr sz="2100" spc="-68" dirty="0">
                <a:latin typeface="Times New Roman" panose="02020603050405020304" pitchFamily="18" charset="0"/>
                <a:cs typeface="Times New Roman" panose="02020603050405020304" pitchFamily="18" charset="0"/>
              </a:rPr>
              <a:t>provider</a:t>
            </a:r>
            <a:r>
              <a:rPr sz="2100" spc="-49" dirty="0">
                <a:latin typeface="Times New Roman" panose="02020603050405020304" pitchFamily="18" charset="0"/>
                <a:cs typeface="Times New Roman" panose="02020603050405020304" pitchFamily="18" charset="0"/>
              </a:rPr>
              <a:t> </a:t>
            </a:r>
            <a:r>
              <a:rPr sz="2100" spc="-124" dirty="0">
                <a:latin typeface="Times New Roman" panose="02020603050405020304" pitchFamily="18" charset="0"/>
                <a:cs typeface="Times New Roman" panose="02020603050405020304" pitchFamily="18" charset="0"/>
              </a:rPr>
              <a:t>that</a:t>
            </a:r>
            <a:r>
              <a:rPr sz="2100" spc="-41" dirty="0">
                <a:latin typeface="Times New Roman" panose="02020603050405020304" pitchFamily="18" charset="0"/>
                <a:cs typeface="Times New Roman" panose="02020603050405020304" pitchFamily="18" charset="0"/>
              </a:rPr>
              <a:t> </a:t>
            </a:r>
            <a:r>
              <a:rPr sz="2100" spc="-75" dirty="0">
                <a:latin typeface="Times New Roman" panose="02020603050405020304" pitchFamily="18" charset="0"/>
                <a:cs typeface="Times New Roman" panose="02020603050405020304" pitchFamily="18" charset="0"/>
              </a:rPr>
              <a:t>provides</a:t>
            </a:r>
            <a:r>
              <a:rPr sz="2100" spc="-49" dirty="0">
                <a:latin typeface="Times New Roman" panose="02020603050405020304" pitchFamily="18" charset="0"/>
                <a:cs typeface="Times New Roman" panose="02020603050405020304" pitchFamily="18" charset="0"/>
              </a:rPr>
              <a:t> </a:t>
            </a:r>
            <a:r>
              <a:rPr sz="2100" spc="-90" dirty="0">
                <a:latin typeface="Times New Roman" panose="02020603050405020304" pitchFamily="18" charset="0"/>
                <a:cs typeface="Times New Roman" panose="02020603050405020304" pitchFamily="18" charset="0"/>
              </a:rPr>
              <a:t>monthly</a:t>
            </a:r>
            <a:r>
              <a:rPr sz="2100" spc="-41" dirty="0">
                <a:latin typeface="Times New Roman" panose="02020603050405020304" pitchFamily="18" charset="0"/>
                <a:cs typeface="Times New Roman" panose="02020603050405020304" pitchFamily="18" charset="0"/>
              </a:rPr>
              <a:t> </a:t>
            </a:r>
            <a:r>
              <a:rPr sz="2100" spc="-120" dirty="0">
                <a:latin typeface="Times New Roman" panose="02020603050405020304" pitchFamily="18" charset="0"/>
                <a:cs typeface="Times New Roman" panose="02020603050405020304" pitchFamily="18" charset="0"/>
              </a:rPr>
              <a:t>leasing</a:t>
            </a:r>
            <a:r>
              <a:rPr sz="2100" spc="-45" dirty="0">
                <a:latin typeface="Times New Roman" panose="02020603050405020304" pitchFamily="18" charset="0"/>
                <a:cs typeface="Times New Roman" panose="02020603050405020304" pitchFamily="18" charset="0"/>
              </a:rPr>
              <a:t> </a:t>
            </a:r>
            <a:r>
              <a:rPr sz="2100" spc="15" dirty="0">
                <a:latin typeface="Times New Roman" panose="02020603050405020304" pitchFamily="18" charset="0"/>
                <a:cs typeface="Times New Roman" panose="02020603050405020304" pitchFamily="18" charset="0"/>
              </a:rPr>
              <a:t>or</a:t>
            </a:r>
            <a:r>
              <a:rPr sz="2100" spc="-41" dirty="0">
                <a:latin typeface="Times New Roman" panose="02020603050405020304" pitchFamily="18" charset="0"/>
                <a:cs typeface="Times New Roman" panose="02020603050405020304" pitchFamily="18" charset="0"/>
              </a:rPr>
              <a:t> </a:t>
            </a:r>
            <a:r>
              <a:rPr sz="2100" spc="-94" dirty="0">
                <a:latin typeface="Times New Roman" panose="02020603050405020304" pitchFamily="18" charset="0"/>
                <a:cs typeface="Times New Roman" panose="02020603050405020304" pitchFamily="18" charset="0"/>
              </a:rPr>
              <a:t>purchase</a:t>
            </a:r>
            <a:r>
              <a:rPr sz="2100" spc="-41" dirty="0">
                <a:latin typeface="Times New Roman" panose="02020603050405020304" pitchFamily="18" charset="0"/>
                <a:cs typeface="Times New Roman" panose="02020603050405020304" pitchFamily="18" charset="0"/>
              </a:rPr>
              <a:t> </a:t>
            </a:r>
            <a:r>
              <a:rPr sz="2100" spc="-86" dirty="0">
                <a:latin typeface="Times New Roman" panose="02020603050405020304" pitchFamily="18" charset="0"/>
                <a:cs typeface="Times New Roman" panose="02020603050405020304" pitchFamily="18" charset="0"/>
              </a:rPr>
              <a:t>options.</a:t>
            </a:r>
            <a:endParaRPr sz="2100" dirty="0">
              <a:latin typeface="Times New Roman" panose="02020603050405020304" pitchFamily="18" charset="0"/>
              <a:cs typeface="Times New Roman" panose="02020603050405020304" pitchFamily="18" charset="0"/>
            </a:endParaRPr>
          </a:p>
          <a:p>
            <a:pPr marL="180975" marR="3810" indent="-171450" algn="just">
              <a:lnSpc>
                <a:spcPct val="150000"/>
              </a:lnSpc>
              <a:spcBef>
                <a:spcPts val="379"/>
              </a:spcBef>
              <a:buClr>
                <a:srgbClr val="B71E42"/>
              </a:buClr>
              <a:buFont typeface="Arial MT"/>
              <a:buChar char="•"/>
              <a:tabLst>
                <a:tab pos="180975" algn="l"/>
              </a:tabLst>
            </a:pPr>
            <a:r>
              <a:rPr sz="2100" spc="-64" dirty="0">
                <a:latin typeface="Times New Roman" panose="02020603050405020304" pitchFamily="18" charset="0"/>
                <a:cs typeface="Times New Roman" panose="02020603050405020304" pitchFamily="18" charset="0"/>
              </a:rPr>
              <a:t>There </a:t>
            </a:r>
            <a:r>
              <a:rPr sz="2100" spc="-113" dirty="0">
                <a:latin typeface="Times New Roman" panose="02020603050405020304" pitchFamily="18" charset="0"/>
                <a:cs typeface="Times New Roman" panose="02020603050405020304" pitchFamily="18" charset="0"/>
              </a:rPr>
              <a:t>are</a:t>
            </a:r>
            <a:r>
              <a:rPr sz="2100" spc="-109" dirty="0">
                <a:latin typeface="Times New Roman" panose="02020603050405020304" pitchFamily="18" charset="0"/>
                <a:cs typeface="Times New Roman" panose="02020603050405020304" pitchFamily="18" charset="0"/>
              </a:rPr>
              <a:t> </a:t>
            </a:r>
            <a:r>
              <a:rPr sz="2100" spc="-83" dirty="0">
                <a:latin typeface="Times New Roman" panose="02020603050405020304" pitchFamily="18" charset="0"/>
                <a:cs typeface="Times New Roman" panose="02020603050405020304" pitchFamily="18" charset="0"/>
              </a:rPr>
              <a:t>also </a:t>
            </a:r>
            <a:r>
              <a:rPr sz="2100" spc="-90" dirty="0">
                <a:latin typeface="Times New Roman" panose="02020603050405020304" pitchFamily="18" charset="0"/>
                <a:cs typeface="Times New Roman" panose="02020603050405020304" pitchFamily="18" charset="0"/>
              </a:rPr>
              <a:t>software </a:t>
            </a:r>
            <a:r>
              <a:rPr sz="2100" spc="-109" dirty="0">
                <a:latin typeface="Times New Roman" panose="02020603050405020304" pitchFamily="18" charset="0"/>
                <a:cs typeface="Times New Roman" panose="02020603050405020304" pitchFamily="18" charset="0"/>
              </a:rPr>
              <a:t>licensing </a:t>
            </a:r>
            <a:r>
              <a:rPr sz="2100" spc="-75" dirty="0">
                <a:latin typeface="Times New Roman" panose="02020603050405020304" pitchFamily="18" charset="0"/>
                <a:cs typeface="Times New Roman" panose="02020603050405020304" pitchFamily="18" charset="0"/>
              </a:rPr>
              <a:t>considerations </a:t>
            </a:r>
            <a:r>
              <a:rPr sz="2100" spc="-124" dirty="0">
                <a:latin typeface="Times New Roman" panose="02020603050405020304" pitchFamily="18" charset="0"/>
                <a:cs typeface="Times New Roman" panose="02020603050405020304" pitchFamily="18" charset="0"/>
              </a:rPr>
              <a:t>that</a:t>
            </a:r>
            <a:r>
              <a:rPr sz="2100" spc="-120" dirty="0">
                <a:latin typeface="Times New Roman" panose="02020603050405020304" pitchFamily="18" charset="0"/>
                <a:cs typeface="Times New Roman" panose="02020603050405020304" pitchFamily="18" charset="0"/>
              </a:rPr>
              <a:t> </a:t>
            </a:r>
            <a:r>
              <a:rPr sz="2100" spc="-90" dirty="0">
                <a:latin typeface="Times New Roman" panose="02020603050405020304" pitchFamily="18" charset="0"/>
                <a:cs typeface="Times New Roman" panose="02020603050405020304" pitchFamily="18" charset="0"/>
              </a:rPr>
              <a:t>must </a:t>
            </a:r>
            <a:r>
              <a:rPr sz="2100" spc="-113" dirty="0">
                <a:latin typeface="Times New Roman" panose="02020603050405020304" pitchFamily="18" charset="0"/>
                <a:cs typeface="Times New Roman" panose="02020603050405020304" pitchFamily="18" charset="0"/>
              </a:rPr>
              <a:t>be</a:t>
            </a:r>
            <a:r>
              <a:rPr sz="2100" spc="315" dirty="0">
                <a:latin typeface="Times New Roman" panose="02020603050405020304" pitchFamily="18" charset="0"/>
                <a:cs typeface="Times New Roman" panose="02020603050405020304" pitchFamily="18" charset="0"/>
              </a:rPr>
              <a:t> </a:t>
            </a:r>
            <a:r>
              <a:rPr sz="2100" spc="-124" dirty="0">
                <a:latin typeface="Times New Roman" panose="02020603050405020304" pitchFamily="18" charset="0"/>
                <a:cs typeface="Times New Roman" panose="02020603050405020304" pitchFamily="18" charset="0"/>
              </a:rPr>
              <a:t>taken </a:t>
            </a:r>
            <a:r>
              <a:rPr sz="2100" spc="-120" dirty="0">
                <a:latin typeface="Times New Roman" panose="02020603050405020304" pitchFamily="18" charset="0"/>
                <a:cs typeface="Times New Roman" panose="02020603050405020304" pitchFamily="18" charset="0"/>
              </a:rPr>
              <a:t> </a:t>
            </a:r>
            <a:r>
              <a:rPr sz="2100" spc="-79" dirty="0">
                <a:latin typeface="Times New Roman" panose="02020603050405020304" pitchFamily="18" charset="0"/>
                <a:cs typeface="Times New Roman" panose="02020603050405020304" pitchFamily="18" charset="0"/>
              </a:rPr>
              <a:t>into</a:t>
            </a:r>
            <a:r>
              <a:rPr sz="2100" spc="-75" dirty="0">
                <a:latin typeface="Times New Roman" panose="02020603050405020304" pitchFamily="18" charset="0"/>
                <a:cs typeface="Times New Roman" panose="02020603050405020304" pitchFamily="18" charset="0"/>
              </a:rPr>
              <a:t> </a:t>
            </a:r>
            <a:r>
              <a:rPr sz="2100" spc="-94" dirty="0">
                <a:latin typeface="Times New Roman" panose="02020603050405020304" pitchFamily="18" charset="0"/>
                <a:cs typeface="Times New Roman" panose="02020603050405020304" pitchFamily="18" charset="0"/>
              </a:rPr>
              <a:t>account</a:t>
            </a:r>
            <a:r>
              <a:rPr sz="2100" spc="-90" dirty="0">
                <a:latin typeface="Times New Roman" panose="02020603050405020304" pitchFamily="18" charset="0"/>
                <a:cs typeface="Times New Roman" panose="02020603050405020304" pitchFamily="18" charset="0"/>
              </a:rPr>
              <a:t> </a:t>
            </a:r>
            <a:r>
              <a:rPr sz="2100" spc="-86" dirty="0">
                <a:latin typeface="Times New Roman" panose="02020603050405020304" pitchFamily="18" charset="0"/>
                <a:cs typeface="Times New Roman" panose="02020603050405020304" pitchFamily="18" charset="0"/>
              </a:rPr>
              <a:t>when</a:t>
            </a:r>
            <a:r>
              <a:rPr sz="2100" spc="-83" dirty="0">
                <a:latin typeface="Times New Roman" panose="02020603050405020304" pitchFamily="18" charset="0"/>
                <a:cs typeface="Times New Roman" panose="02020603050405020304" pitchFamily="18" charset="0"/>
              </a:rPr>
              <a:t> </a:t>
            </a:r>
            <a:r>
              <a:rPr sz="2100" spc="-113" dirty="0">
                <a:latin typeface="Times New Roman" panose="02020603050405020304" pitchFamily="18" charset="0"/>
                <a:cs typeface="Times New Roman" panose="02020603050405020304" pitchFamily="18" charset="0"/>
              </a:rPr>
              <a:t>creating</a:t>
            </a:r>
            <a:r>
              <a:rPr sz="2100" spc="-109" dirty="0">
                <a:latin typeface="Times New Roman" panose="02020603050405020304" pitchFamily="18" charset="0"/>
                <a:cs typeface="Times New Roman" panose="02020603050405020304" pitchFamily="18" charset="0"/>
              </a:rPr>
              <a:t> </a:t>
            </a:r>
            <a:r>
              <a:rPr sz="2100" spc="-180" dirty="0">
                <a:latin typeface="Times New Roman" panose="02020603050405020304" pitchFamily="18" charset="0"/>
                <a:cs typeface="Times New Roman" panose="02020603050405020304" pitchFamily="18" charset="0"/>
              </a:rPr>
              <a:t>a</a:t>
            </a:r>
            <a:r>
              <a:rPr sz="2100" spc="-176" dirty="0">
                <a:latin typeface="Times New Roman" panose="02020603050405020304" pitchFamily="18" charset="0"/>
                <a:cs typeface="Times New Roman" panose="02020603050405020304" pitchFamily="18" charset="0"/>
              </a:rPr>
              <a:t> </a:t>
            </a:r>
            <a:r>
              <a:rPr sz="2100" spc="-105" dirty="0">
                <a:latin typeface="Times New Roman" panose="02020603050405020304" pitchFamily="18" charset="0"/>
                <a:cs typeface="Times New Roman" panose="02020603050405020304" pitchFamily="18" charset="0"/>
              </a:rPr>
              <a:t>virtualized</a:t>
            </a:r>
            <a:r>
              <a:rPr sz="2100" spc="330" dirty="0">
                <a:latin typeface="Times New Roman" panose="02020603050405020304" pitchFamily="18" charset="0"/>
                <a:cs typeface="Times New Roman" panose="02020603050405020304" pitchFamily="18" charset="0"/>
              </a:rPr>
              <a:t> </a:t>
            </a:r>
            <a:r>
              <a:rPr sz="2100" spc="-105" dirty="0">
                <a:latin typeface="Times New Roman" panose="02020603050405020304" pitchFamily="18" charset="0"/>
                <a:cs typeface="Times New Roman" panose="02020603050405020304" pitchFamily="18" charset="0"/>
              </a:rPr>
              <a:t>environment.</a:t>
            </a:r>
            <a:r>
              <a:rPr sz="2100" spc="334" dirty="0">
                <a:latin typeface="Times New Roman" panose="02020603050405020304" pitchFamily="18" charset="0"/>
                <a:cs typeface="Times New Roman" panose="02020603050405020304" pitchFamily="18" charset="0"/>
              </a:rPr>
              <a:t> </a:t>
            </a:r>
            <a:r>
              <a:rPr sz="2100" spc="-60" dirty="0">
                <a:latin typeface="Times New Roman" panose="02020603050405020304" pitchFamily="18" charset="0"/>
                <a:cs typeface="Times New Roman" panose="02020603050405020304" pitchFamily="18" charset="0"/>
              </a:rPr>
              <a:t>Companies </a:t>
            </a:r>
            <a:r>
              <a:rPr sz="2100" spc="-56" dirty="0">
                <a:latin typeface="Times New Roman" panose="02020603050405020304" pitchFamily="18" charset="0"/>
                <a:cs typeface="Times New Roman" panose="02020603050405020304" pitchFamily="18" charset="0"/>
              </a:rPr>
              <a:t> </a:t>
            </a:r>
            <a:r>
              <a:rPr sz="2100" spc="-94" dirty="0">
                <a:latin typeface="Times New Roman" panose="02020603050405020304" pitchFamily="18" charset="0"/>
                <a:cs typeface="Times New Roman" panose="02020603050405020304" pitchFamily="18" charset="0"/>
              </a:rPr>
              <a:t>must</a:t>
            </a:r>
            <a:r>
              <a:rPr sz="2100" spc="-90" dirty="0">
                <a:latin typeface="Times New Roman" panose="02020603050405020304" pitchFamily="18" charset="0"/>
                <a:cs typeface="Times New Roman" panose="02020603050405020304" pitchFamily="18" charset="0"/>
              </a:rPr>
              <a:t> </a:t>
            </a:r>
            <a:r>
              <a:rPr sz="2100" spc="-79" dirty="0">
                <a:latin typeface="Times New Roman" panose="02020603050405020304" pitchFamily="18" charset="0"/>
                <a:cs typeface="Times New Roman" panose="02020603050405020304" pitchFamily="18" charset="0"/>
              </a:rPr>
              <a:t>ensure</a:t>
            </a:r>
            <a:r>
              <a:rPr sz="2100" spc="-75" dirty="0">
                <a:latin typeface="Times New Roman" panose="02020603050405020304" pitchFamily="18" charset="0"/>
                <a:cs typeface="Times New Roman" panose="02020603050405020304" pitchFamily="18" charset="0"/>
              </a:rPr>
              <a:t> </a:t>
            </a:r>
            <a:r>
              <a:rPr sz="2100" spc="-124" dirty="0">
                <a:latin typeface="Times New Roman" panose="02020603050405020304" pitchFamily="18" charset="0"/>
                <a:cs typeface="Times New Roman" panose="02020603050405020304" pitchFamily="18" charset="0"/>
              </a:rPr>
              <a:t>that</a:t>
            </a:r>
            <a:r>
              <a:rPr sz="2100" spc="-120" dirty="0">
                <a:latin typeface="Times New Roman" panose="02020603050405020304" pitchFamily="18" charset="0"/>
                <a:cs typeface="Times New Roman" panose="02020603050405020304" pitchFamily="18" charset="0"/>
              </a:rPr>
              <a:t> </a:t>
            </a:r>
            <a:r>
              <a:rPr sz="2100" spc="-113" dirty="0">
                <a:latin typeface="Times New Roman" panose="02020603050405020304" pitchFamily="18" charset="0"/>
                <a:cs typeface="Times New Roman" panose="02020603050405020304" pitchFamily="18" charset="0"/>
              </a:rPr>
              <a:t>they</a:t>
            </a:r>
            <a:r>
              <a:rPr sz="2100" spc="-109" dirty="0">
                <a:latin typeface="Times New Roman" panose="02020603050405020304" pitchFamily="18" charset="0"/>
                <a:cs typeface="Times New Roman" panose="02020603050405020304" pitchFamily="18" charset="0"/>
              </a:rPr>
              <a:t> </a:t>
            </a:r>
            <a:r>
              <a:rPr sz="2100" spc="-146" dirty="0">
                <a:latin typeface="Times New Roman" panose="02020603050405020304" pitchFamily="18" charset="0"/>
                <a:cs typeface="Times New Roman" panose="02020603050405020304" pitchFamily="18" charset="0"/>
              </a:rPr>
              <a:t>have</a:t>
            </a:r>
            <a:r>
              <a:rPr sz="2100" spc="-143" dirty="0">
                <a:latin typeface="Times New Roman" panose="02020603050405020304" pitchFamily="18" charset="0"/>
                <a:cs typeface="Times New Roman" panose="02020603050405020304" pitchFamily="18" charset="0"/>
              </a:rPr>
              <a:t> </a:t>
            </a:r>
            <a:r>
              <a:rPr sz="2100" spc="-180" dirty="0">
                <a:latin typeface="Times New Roman" panose="02020603050405020304" pitchFamily="18" charset="0"/>
                <a:cs typeface="Times New Roman" panose="02020603050405020304" pitchFamily="18" charset="0"/>
              </a:rPr>
              <a:t>a</a:t>
            </a:r>
            <a:r>
              <a:rPr sz="2100" spc="-176" dirty="0">
                <a:latin typeface="Times New Roman" panose="02020603050405020304" pitchFamily="18" charset="0"/>
                <a:cs typeface="Times New Roman" panose="02020603050405020304" pitchFamily="18" charset="0"/>
              </a:rPr>
              <a:t> </a:t>
            </a:r>
            <a:r>
              <a:rPr sz="2100" spc="-109" dirty="0">
                <a:latin typeface="Times New Roman" panose="02020603050405020304" pitchFamily="18" charset="0"/>
                <a:cs typeface="Times New Roman" panose="02020603050405020304" pitchFamily="18" charset="0"/>
              </a:rPr>
              <a:t>clear</a:t>
            </a:r>
            <a:r>
              <a:rPr sz="2100" spc="-105" dirty="0">
                <a:latin typeface="Times New Roman" panose="02020603050405020304" pitchFamily="18" charset="0"/>
                <a:cs typeface="Times New Roman" panose="02020603050405020304" pitchFamily="18" charset="0"/>
              </a:rPr>
              <a:t> </a:t>
            </a:r>
            <a:r>
              <a:rPr sz="2100" spc="-94" dirty="0">
                <a:latin typeface="Times New Roman" panose="02020603050405020304" pitchFamily="18" charset="0"/>
                <a:cs typeface="Times New Roman" panose="02020603050405020304" pitchFamily="18" charset="0"/>
              </a:rPr>
              <a:t>understanding</a:t>
            </a:r>
            <a:r>
              <a:rPr sz="2100" spc="353" dirty="0">
                <a:latin typeface="Times New Roman" panose="02020603050405020304" pitchFamily="18" charset="0"/>
                <a:cs typeface="Times New Roman" panose="02020603050405020304" pitchFamily="18" charset="0"/>
              </a:rPr>
              <a:t> </a:t>
            </a:r>
            <a:r>
              <a:rPr sz="2100" spc="-98" dirty="0">
                <a:latin typeface="Times New Roman" panose="02020603050405020304" pitchFamily="18" charset="0"/>
                <a:cs typeface="Times New Roman" panose="02020603050405020304" pitchFamily="18" charset="0"/>
              </a:rPr>
              <a:t>of</a:t>
            </a:r>
            <a:r>
              <a:rPr sz="2100" spc="349" dirty="0">
                <a:latin typeface="Times New Roman" panose="02020603050405020304" pitchFamily="18" charset="0"/>
                <a:cs typeface="Times New Roman" panose="02020603050405020304" pitchFamily="18" charset="0"/>
              </a:rPr>
              <a:t> </a:t>
            </a:r>
            <a:r>
              <a:rPr sz="2100" spc="-41" dirty="0">
                <a:latin typeface="Times New Roman" panose="02020603050405020304" pitchFamily="18" charset="0"/>
                <a:cs typeface="Times New Roman" panose="02020603050405020304" pitchFamily="18" charset="0"/>
              </a:rPr>
              <a:t>how</a:t>
            </a:r>
            <a:r>
              <a:rPr sz="2100" spc="458" dirty="0">
                <a:latin typeface="Times New Roman" panose="02020603050405020304" pitchFamily="18" charset="0"/>
                <a:cs typeface="Times New Roman" panose="02020603050405020304" pitchFamily="18" charset="0"/>
              </a:rPr>
              <a:t> </a:t>
            </a:r>
            <a:r>
              <a:rPr sz="2100" spc="-90" dirty="0">
                <a:latin typeface="Times New Roman" panose="02020603050405020304" pitchFamily="18" charset="0"/>
                <a:cs typeface="Times New Roman" panose="02020603050405020304" pitchFamily="18" charset="0"/>
              </a:rPr>
              <a:t>their </a:t>
            </a:r>
            <a:r>
              <a:rPr sz="2100" spc="-86" dirty="0">
                <a:latin typeface="Times New Roman" panose="02020603050405020304" pitchFamily="18" charset="0"/>
                <a:cs typeface="Times New Roman" panose="02020603050405020304" pitchFamily="18" charset="0"/>
              </a:rPr>
              <a:t> </a:t>
            </a:r>
            <a:r>
              <a:rPr sz="2100" spc="-60" dirty="0">
                <a:latin typeface="Times New Roman" panose="02020603050405020304" pitchFamily="18" charset="0"/>
                <a:cs typeface="Times New Roman" panose="02020603050405020304" pitchFamily="18" charset="0"/>
              </a:rPr>
              <a:t>vendors </a:t>
            </a:r>
            <a:r>
              <a:rPr sz="2100" spc="-105" dirty="0">
                <a:latin typeface="Times New Roman" panose="02020603050405020304" pitchFamily="18" charset="0"/>
                <a:cs typeface="Times New Roman" panose="02020603050405020304" pitchFamily="18" charset="0"/>
              </a:rPr>
              <a:t>view </a:t>
            </a:r>
            <a:r>
              <a:rPr sz="2100" spc="-90" dirty="0">
                <a:latin typeface="Times New Roman" panose="02020603050405020304" pitchFamily="18" charset="0"/>
                <a:cs typeface="Times New Roman" panose="02020603050405020304" pitchFamily="18" charset="0"/>
              </a:rPr>
              <a:t>software </a:t>
            </a:r>
            <a:r>
              <a:rPr sz="2100" spc="-83" dirty="0">
                <a:latin typeface="Times New Roman" panose="02020603050405020304" pitchFamily="18" charset="0"/>
                <a:cs typeface="Times New Roman" panose="02020603050405020304" pitchFamily="18" charset="0"/>
              </a:rPr>
              <a:t>use </a:t>
            </a:r>
            <a:r>
              <a:rPr sz="2100" spc="-98" dirty="0">
                <a:latin typeface="Times New Roman" panose="02020603050405020304" pitchFamily="18" charset="0"/>
                <a:cs typeface="Times New Roman" panose="02020603050405020304" pitchFamily="18" charset="0"/>
              </a:rPr>
              <a:t>within </a:t>
            </a:r>
            <a:r>
              <a:rPr sz="2100" spc="-180" dirty="0">
                <a:latin typeface="Times New Roman" panose="02020603050405020304" pitchFamily="18" charset="0"/>
                <a:cs typeface="Times New Roman" panose="02020603050405020304" pitchFamily="18" charset="0"/>
              </a:rPr>
              <a:t>a</a:t>
            </a:r>
            <a:r>
              <a:rPr sz="2100" spc="-176" dirty="0">
                <a:latin typeface="Times New Roman" panose="02020603050405020304" pitchFamily="18" charset="0"/>
                <a:cs typeface="Times New Roman" panose="02020603050405020304" pitchFamily="18" charset="0"/>
              </a:rPr>
              <a:t> </a:t>
            </a:r>
            <a:r>
              <a:rPr sz="2100" spc="-101" dirty="0">
                <a:latin typeface="Times New Roman" panose="02020603050405020304" pitchFamily="18" charset="0"/>
                <a:cs typeface="Times New Roman" panose="02020603050405020304" pitchFamily="18" charset="0"/>
              </a:rPr>
              <a:t>virtualized </a:t>
            </a:r>
            <a:r>
              <a:rPr sz="2100" spc="-105" dirty="0">
                <a:latin typeface="Times New Roman" panose="02020603050405020304" pitchFamily="18" charset="0"/>
                <a:cs typeface="Times New Roman" panose="02020603050405020304" pitchFamily="18" charset="0"/>
              </a:rPr>
              <a:t>environment. </a:t>
            </a:r>
            <a:r>
              <a:rPr sz="2100" spc="-49" dirty="0">
                <a:latin typeface="Times New Roman" panose="02020603050405020304" pitchFamily="18" charset="0"/>
                <a:cs typeface="Times New Roman" panose="02020603050405020304" pitchFamily="18" charset="0"/>
              </a:rPr>
              <a:t>This </a:t>
            </a:r>
            <a:r>
              <a:rPr sz="2100" spc="-79" dirty="0">
                <a:latin typeface="Times New Roman" panose="02020603050405020304" pitchFamily="18" charset="0"/>
                <a:cs typeface="Times New Roman" panose="02020603050405020304" pitchFamily="18" charset="0"/>
              </a:rPr>
              <a:t>is </a:t>
            </a:r>
            <a:r>
              <a:rPr sz="2100" spc="-75" dirty="0">
                <a:latin typeface="Times New Roman" panose="02020603050405020304" pitchFamily="18" charset="0"/>
                <a:cs typeface="Times New Roman" panose="02020603050405020304" pitchFamily="18" charset="0"/>
              </a:rPr>
              <a:t> </a:t>
            </a:r>
            <a:r>
              <a:rPr sz="2100" spc="-98" dirty="0">
                <a:latin typeface="Times New Roman" panose="02020603050405020304" pitchFamily="18" charset="0"/>
                <a:cs typeface="Times New Roman" panose="02020603050405020304" pitchFamily="18" charset="0"/>
              </a:rPr>
              <a:t>becoming </a:t>
            </a:r>
            <a:r>
              <a:rPr sz="2100" spc="-86" dirty="0">
                <a:latin typeface="Times New Roman" panose="02020603050405020304" pitchFamily="18" charset="0"/>
                <a:cs typeface="Times New Roman" panose="02020603050405020304" pitchFamily="18" charset="0"/>
              </a:rPr>
              <a:t>less </a:t>
            </a:r>
            <a:r>
              <a:rPr sz="2100" spc="-98" dirty="0">
                <a:latin typeface="Times New Roman" panose="02020603050405020304" pitchFamily="18" charset="0"/>
                <a:cs typeface="Times New Roman" panose="02020603050405020304" pitchFamily="18" charset="0"/>
              </a:rPr>
              <a:t>of </a:t>
            </a:r>
            <a:r>
              <a:rPr sz="2100" spc="-180" dirty="0">
                <a:latin typeface="Times New Roman" panose="02020603050405020304" pitchFamily="18" charset="0"/>
                <a:cs typeface="Times New Roman" panose="02020603050405020304" pitchFamily="18" charset="0"/>
              </a:rPr>
              <a:t>a </a:t>
            </a:r>
            <a:r>
              <a:rPr sz="2100" spc="-113" dirty="0">
                <a:latin typeface="Times New Roman" panose="02020603050405020304" pitchFamily="18" charset="0"/>
                <a:cs typeface="Times New Roman" panose="02020603050405020304" pitchFamily="18" charset="0"/>
              </a:rPr>
              <a:t>limitation </a:t>
            </a:r>
            <a:r>
              <a:rPr sz="2100" spc="-109" dirty="0">
                <a:latin typeface="Times New Roman" panose="02020603050405020304" pitchFamily="18" charset="0"/>
                <a:cs typeface="Times New Roman" panose="02020603050405020304" pitchFamily="18" charset="0"/>
              </a:rPr>
              <a:t>as </a:t>
            </a:r>
            <a:r>
              <a:rPr sz="2100" spc="-60" dirty="0">
                <a:latin typeface="Times New Roman" panose="02020603050405020304" pitchFamily="18" charset="0"/>
                <a:cs typeface="Times New Roman" panose="02020603050405020304" pitchFamily="18" charset="0"/>
              </a:rPr>
              <a:t>more </a:t>
            </a:r>
            <a:r>
              <a:rPr sz="2100" spc="-90" dirty="0">
                <a:latin typeface="Times New Roman" panose="02020603050405020304" pitchFamily="18" charset="0"/>
                <a:cs typeface="Times New Roman" panose="02020603050405020304" pitchFamily="18" charset="0"/>
              </a:rPr>
              <a:t>software </a:t>
            </a:r>
            <a:r>
              <a:rPr sz="2100" spc="-64" dirty="0">
                <a:latin typeface="Times New Roman" panose="02020603050405020304" pitchFamily="18" charset="0"/>
                <a:cs typeface="Times New Roman" panose="02020603050405020304" pitchFamily="18" charset="0"/>
              </a:rPr>
              <a:t>providers </a:t>
            </a:r>
            <a:r>
              <a:rPr sz="2100" spc="-139" dirty="0">
                <a:latin typeface="Times New Roman" panose="02020603050405020304" pitchFamily="18" charset="0"/>
                <a:cs typeface="Times New Roman" panose="02020603050405020304" pitchFamily="18" charset="0"/>
              </a:rPr>
              <a:t>adapt </a:t>
            </a:r>
            <a:r>
              <a:rPr sz="2100" spc="-45" dirty="0">
                <a:latin typeface="Times New Roman" panose="02020603050405020304" pitchFamily="18" charset="0"/>
                <a:cs typeface="Times New Roman" panose="02020603050405020304" pitchFamily="18" charset="0"/>
              </a:rPr>
              <a:t>to </a:t>
            </a:r>
            <a:r>
              <a:rPr sz="2100" spc="-109" dirty="0">
                <a:latin typeface="Times New Roman" panose="02020603050405020304" pitchFamily="18" charset="0"/>
                <a:cs typeface="Times New Roman" panose="02020603050405020304" pitchFamily="18" charset="0"/>
              </a:rPr>
              <a:t>the </a:t>
            </a:r>
            <a:r>
              <a:rPr sz="2100" spc="-105" dirty="0">
                <a:latin typeface="Times New Roman" panose="02020603050405020304" pitchFamily="18" charset="0"/>
                <a:cs typeface="Times New Roman" panose="02020603050405020304" pitchFamily="18" charset="0"/>
              </a:rPr>
              <a:t> </a:t>
            </a:r>
            <a:r>
              <a:rPr sz="2100" spc="-101" dirty="0">
                <a:latin typeface="Times New Roman" panose="02020603050405020304" pitchFamily="18" charset="0"/>
                <a:cs typeface="Times New Roman" panose="02020603050405020304" pitchFamily="18" charset="0"/>
              </a:rPr>
              <a:t>in</a:t>
            </a:r>
            <a:r>
              <a:rPr sz="2100" spc="-116" dirty="0">
                <a:latin typeface="Times New Roman" panose="02020603050405020304" pitchFamily="18" charset="0"/>
                <a:cs typeface="Times New Roman" panose="02020603050405020304" pitchFamily="18" charset="0"/>
              </a:rPr>
              <a:t>c</a:t>
            </a:r>
            <a:r>
              <a:rPr sz="2100" spc="-30" dirty="0">
                <a:latin typeface="Times New Roman" panose="02020603050405020304" pitchFamily="18" charset="0"/>
                <a:cs typeface="Times New Roman" panose="02020603050405020304" pitchFamily="18" charset="0"/>
              </a:rPr>
              <a:t>r</a:t>
            </a:r>
            <a:r>
              <a:rPr sz="2100" spc="-109" dirty="0">
                <a:latin typeface="Times New Roman" panose="02020603050405020304" pitchFamily="18" charset="0"/>
                <a:cs typeface="Times New Roman" panose="02020603050405020304" pitchFamily="18" charset="0"/>
              </a:rPr>
              <a:t>eased</a:t>
            </a:r>
            <a:r>
              <a:rPr sz="2100" spc="-41" dirty="0">
                <a:latin typeface="Times New Roman" panose="02020603050405020304" pitchFamily="18" charset="0"/>
                <a:cs typeface="Times New Roman" panose="02020603050405020304" pitchFamily="18" charset="0"/>
              </a:rPr>
              <a:t> </a:t>
            </a:r>
            <a:r>
              <a:rPr sz="2100" spc="-83" dirty="0">
                <a:latin typeface="Times New Roman" panose="02020603050405020304" pitchFamily="18" charset="0"/>
                <a:cs typeface="Times New Roman" panose="02020603050405020304" pitchFamily="18" charset="0"/>
              </a:rPr>
              <a:t>use</a:t>
            </a:r>
            <a:r>
              <a:rPr sz="2100" spc="-49" dirty="0">
                <a:latin typeface="Times New Roman" panose="02020603050405020304" pitchFamily="18" charset="0"/>
                <a:cs typeface="Times New Roman" panose="02020603050405020304" pitchFamily="18" charset="0"/>
              </a:rPr>
              <a:t> </a:t>
            </a:r>
            <a:r>
              <a:rPr sz="2100" spc="-116" dirty="0">
                <a:latin typeface="Times New Roman" panose="02020603050405020304" pitchFamily="18" charset="0"/>
                <a:cs typeface="Times New Roman" panose="02020603050405020304" pitchFamily="18" charset="0"/>
              </a:rPr>
              <a:t>o</a:t>
            </a:r>
            <a:r>
              <a:rPr sz="2100" spc="-79" dirty="0">
                <a:latin typeface="Times New Roman" panose="02020603050405020304" pitchFamily="18" charset="0"/>
                <a:cs typeface="Times New Roman" panose="02020603050405020304" pitchFamily="18" charset="0"/>
              </a:rPr>
              <a:t>f</a:t>
            </a:r>
            <a:r>
              <a:rPr sz="2100" spc="-41" dirty="0">
                <a:latin typeface="Times New Roman" panose="02020603050405020304" pitchFamily="18" charset="0"/>
                <a:cs typeface="Times New Roman" panose="02020603050405020304" pitchFamily="18" charset="0"/>
              </a:rPr>
              <a:t> </a:t>
            </a:r>
            <a:r>
              <a:rPr sz="2100" spc="-68" dirty="0">
                <a:latin typeface="Times New Roman" panose="02020603050405020304" pitchFamily="18" charset="0"/>
                <a:cs typeface="Times New Roman" panose="02020603050405020304" pitchFamily="18" charset="0"/>
              </a:rPr>
              <a:t>vi</a:t>
            </a:r>
            <a:r>
              <a:rPr sz="2100" spc="-30" dirty="0">
                <a:latin typeface="Times New Roman" panose="02020603050405020304" pitchFamily="18" charset="0"/>
                <a:cs typeface="Times New Roman" panose="02020603050405020304" pitchFamily="18" charset="0"/>
              </a:rPr>
              <a:t>r</a:t>
            </a:r>
            <a:r>
              <a:rPr sz="2100" spc="-113" dirty="0">
                <a:latin typeface="Times New Roman" panose="02020603050405020304" pitchFamily="18" charset="0"/>
                <a:cs typeface="Times New Roman" panose="02020603050405020304" pitchFamily="18" charset="0"/>
              </a:rPr>
              <a:t>tualization</a:t>
            </a:r>
            <a:r>
              <a:rPr sz="2100" spc="-270" dirty="0">
                <a:latin typeface="Times New Roman" panose="02020603050405020304" pitchFamily="18" charset="0"/>
                <a:cs typeface="Times New Roman" panose="02020603050405020304" pitchFamily="18" charset="0"/>
              </a:rPr>
              <a:t>.</a:t>
            </a:r>
            <a:endParaRPr sz="2100" dirty="0">
              <a:latin typeface="Times New Roman" panose="02020603050405020304" pitchFamily="18" charset="0"/>
              <a:cs typeface="Times New Roman" panose="02020603050405020304" pitchFamily="18" charset="0"/>
            </a:endParaRPr>
          </a:p>
        </p:txBody>
      </p:sp>
      <p:sp>
        <p:nvSpPr>
          <p:cNvPr id="3" name="object 2"/>
          <p:cNvSpPr txBox="1">
            <a:spLocks/>
          </p:cNvSpPr>
          <p:nvPr/>
        </p:nvSpPr>
        <p:spPr>
          <a:xfrm>
            <a:off x="1065562" y="432857"/>
            <a:ext cx="2189702" cy="379431"/>
          </a:xfrm>
          <a:prstGeom prst="rect">
            <a:avLst/>
          </a:prstGeom>
        </p:spPr>
        <p:txBody>
          <a:bodyPr vert="horz" wrap="square" lIns="0" tIns="10001" rIns="0" bIns="0" rtlCol="0">
            <a:spAutoFit/>
          </a:bodyPr>
          <a:lstStyle>
            <a:lvl1pPr algn="l" defTabSz="914400" rtl="0" eaLnBrk="1" latinLnBrk="0" hangingPunct="1">
              <a:lnSpc>
                <a:spcPct val="90000"/>
              </a:lnSpc>
              <a:spcBef>
                <a:spcPct val="0"/>
              </a:spcBef>
              <a:buNone/>
              <a:defRPr sz="3400" kern="1200">
                <a:solidFill>
                  <a:schemeClr val="accent2"/>
                </a:solidFill>
                <a:latin typeface="+mj-lt"/>
                <a:ea typeface="+mj-ea"/>
                <a:cs typeface="+mj-cs"/>
              </a:defRPr>
            </a:lvl1pPr>
          </a:lstStyle>
          <a:p>
            <a:pPr marL="9525">
              <a:lnSpc>
                <a:spcPct val="100000"/>
              </a:lnSpc>
              <a:spcBef>
                <a:spcPts val="79"/>
              </a:spcBef>
            </a:pPr>
            <a:r>
              <a:rPr lang="en-IN" sz="2400" spc="15" dirty="0"/>
              <a:t>Limitations</a:t>
            </a:r>
            <a:endParaRPr lang="en-IN" sz="2400" dirty="0"/>
          </a:p>
        </p:txBody>
      </p:sp>
    </p:spTree>
    <p:extLst>
      <p:ext uri="{BB962C8B-B14F-4D97-AF65-F5344CB8AC3E}">
        <p14:creationId xmlns:p14="http://schemas.microsoft.com/office/powerpoint/2010/main" val="52798499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065562" y="1006602"/>
            <a:ext cx="7246334" cy="2918107"/>
          </a:xfrm>
          <a:prstGeom prst="rect">
            <a:avLst/>
          </a:prstGeom>
        </p:spPr>
        <p:txBody>
          <a:bodyPr vert="horz" wrap="square" lIns="0" tIns="9525" rIns="0" bIns="0" rtlCol="0">
            <a:spAutoFit/>
          </a:bodyPr>
          <a:lstStyle/>
          <a:p>
            <a:pPr marL="180975" marR="3810" indent="-171450" algn="just">
              <a:lnSpc>
                <a:spcPct val="150000"/>
              </a:lnSpc>
              <a:spcBef>
                <a:spcPts val="75"/>
              </a:spcBef>
              <a:buClr>
                <a:srgbClr val="B71E42"/>
              </a:buClr>
              <a:buFont typeface="Arial MT"/>
              <a:buChar char="•"/>
              <a:tabLst>
                <a:tab pos="180975" algn="l"/>
              </a:tabLst>
            </a:pPr>
            <a:r>
              <a:rPr sz="2100" spc="-56" dirty="0">
                <a:latin typeface="Times New Roman" panose="02020603050405020304" pitchFamily="18" charset="0"/>
                <a:cs typeface="Times New Roman" panose="02020603050405020304" pitchFamily="18" charset="0"/>
              </a:rPr>
              <a:t>Converting </a:t>
            </a:r>
            <a:r>
              <a:rPr sz="2100" spc="-45" dirty="0">
                <a:latin typeface="Times New Roman" panose="02020603050405020304" pitchFamily="18" charset="0"/>
                <a:cs typeface="Times New Roman" panose="02020603050405020304" pitchFamily="18" charset="0"/>
              </a:rPr>
              <a:t>to </a:t>
            </a:r>
            <a:r>
              <a:rPr sz="2100" spc="-101" dirty="0">
                <a:latin typeface="Times New Roman" panose="02020603050405020304" pitchFamily="18" charset="0"/>
                <a:cs typeface="Times New Roman" panose="02020603050405020304" pitchFamily="18" charset="0"/>
              </a:rPr>
              <a:t>virtualization </a:t>
            </a:r>
            <a:r>
              <a:rPr sz="2100" spc="-113" dirty="0">
                <a:latin typeface="Times New Roman" panose="02020603050405020304" pitchFamily="18" charset="0"/>
                <a:cs typeface="Times New Roman" panose="02020603050405020304" pitchFamily="18" charset="0"/>
              </a:rPr>
              <a:t>takes </a:t>
            </a:r>
            <a:r>
              <a:rPr sz="2100" spc="-120" dirty="0">
                <a:latin typeface="Times New Roman" panose="02020603050405020304" pitchFamily="18" charset="0"/>
                <a:cs typeface="Times New Roman" panose="02020603050405020304" pitchFamily="18" charset="0"/>
              </a:rPr>
              <a:t>time </a:t>
            </a:r>
            <a:r>
              <a:rPr sz="2100" spc="-116" dirty="0">
                <a:latin typeface="Times New Roman" panose="02020603050405020304" pitchFamily="18" charset="0"/>
                <a:cs typeface="Times New Roman" panose="02020603050405020304" pitchFamily="18" charset="0"/>
              </a:rPr>
              <a:t>and </a:t>
            </a:r>
            <a:r>
              <a:rPr sz="2100" spc="-158" dirty="0">
                <a:latin typeface="Times New Roman" panose="02020603050405020304" pitchFamily="18" charset="0"/>
                <a:cs typeface="Times New Roman" panose="02020603050405020304" pitchFamily="18" charset="0"/>
              </a:rPr>
              <a:t>may </a:t>
            </a:r>
            <a:r>
              <a:rPr sz="2100" spc="-79" dirty="0">
                <a:latin typeface="Times New Roman" panose="02020603050405020304" pitchFamily="18" charset="0"/>
                <a:cs typeface="Times New Roman" panose="02020603050405020304" pitchFamily="18" charset="0"/>
              </a:rPr>
              <a:t>come </a:t>
            </a:r>
            <a:r>
              <a:rPr sz="2100" spc="-98" dirty="0">
                <a:latin typeface="Times New Roman" panose="02020603050405020304" pitchFamily="18" charset="0"/>
                <a:cs typeface="Times New Roman" panose="02020603050405020304" pitchFamily="18" charset="0"/>
              </a:rPr>
              <a:t>with </a:t>
            </a:r>
            <a:r>
              <a:rPr sz="2100" spc="-180" dirty="0">
                <a:latin typeface="Times New Roman" panose="02020603050405020304" pitchFamily="18" charset="0"/>
                <a:cs typeface="Times New Roman" panose="02020603050405020304" pitchFamily="18" charset="0"/>
              </a:rPr>
              <a:t>a </a:t>
            </a:r>
            <a:r>
              <a:rPr sz="2100" spc="-113" dirty="0">
                <a:latin typeface="Times New Roman" panose="02020603050405020304" pitchFamily="18" charset="0"/>
                <a:cs typeface="Times New Roman" panose="02020603050405020304" pitchFamily="18" charset="0"/>
              </a:rPr>
              <a:t>learning </a:t>
            </a:r>
            <a:r>
              <a:rPr sz="2100" spc="-109" dirty="0">
                <a:latin typeface="Times New Roman" panose="02020603050405020304" pitchFamily="18" charset="0"/>
                <a:cs typeface="Times New Roman" panose="02020603050405020304" pitchFamily="18" charset="0"/>
              </a:rPr>
              <a:t> </a:t>
            </a:r>
            <a:r>
              <a:rPr sz="2100" spc="-101" dirty="0">
                <a:latin typeface="Times New Roman" panose="02020603050405020304" pitchFamily="18" charset="0"/>
                <a:cs typeface="Times New Roman" panose="02020603050405020304" pitchFamily="18" charset="0"/>
              </a:rPr>
              <a:t>curve.</a:t>
            </a:r>
            <a:r>
              <a:rPr sz="2100" spc="-98" dirty="0">
                <a:latin typeface="Times New Roman" panose="02020603050405020304" pitchFamily="18" charset="0"/>
                <a:cs typeface="Times New Roman" panose="02020603050405020304" pitchFamily="18" charset="0"/>
              </a:rPr>
              <a:t> </a:t>
            </a:r>
            <a:r>
              <a:rPr sz="2100" spc="-109" dirty="0">
                <a:latin typeface="Times New Roman" panose="02020603050405020304" pitchFamily="18" charset="0"/>
                <a:cs typeface="Times New Roman" panose="02020603050405020304" pitchFamily="18" charset="0"/>
              </a:rPr>
              <a:t>Implementing</a:t>
            </a:r>
            <a:r>
              <a:rPr sz="2100" spc="-105" dirty="0">
                <a:latin typeface="Times New Roman" panose="02020603050405020304" pitchFamily="18" charset="0"/>
                <a:cs typeface="Times New Roman" panose="02020603050405020304" pitchFamily="18" charset="0"/>
              </a:rPr>
              <a:t> </a:t>
            </a:r>
            <a:r>
              <a:rPr sz="2100" spc="-124" dirty="0">
                <a:latin typeface="Times New Roman" panose="02020603050405020304" pitchFamily="18" charset="0"/>
                <a:cs typeface="Times New Roman" panose="02020603050405020304" pitchFamily="18" charset="0"/>
              </a:rPr>
              <a:t>and</a:t>
            </a:r>
            <a:r>
              <a:rPr sz="2100" spc="296" dirty="0">
                <a:latin typeface="Times New Roman" panose="02020603050405020304" pitchFamily="18" charset="0"/>
                <a:cs typeface="Times New Roman" panose="02020603050405020304" pitchFamily="18" charset="0"/>
              </a:rPr>
              <a:t> </a:t>
            </a:r>
            <a:r>
              <a:rPr sz="2100" spc="-83" dirty="0">
                <a:latin typeface="Times New Roman" panose="02020603050405020304" pitchFamily="18" charset="0"/>
                <a:cs typeface="Times New Roman" panose="02020603050405020304" pitchFamily="18" charset="0"/>
              </a:rPr>
              <a:t>controlling</a:t>
            </a:r>
            <a:r>
              <a:rPr sz="2100" spc="-79" dirty="0">
                <a:latin typeface="Times New Roman" panose="02020603050405020304" pitchFamily="18" charset="0"/>
                <a:cs typeface="Times New Roman" panose="02020603050405020304" pitchFamily="18" charset="0"/>
              </a:rPr>
              <a:t> </a:t>
            </a:r>
            <a:r>
              <a:rPr sz="2100" spc="-180" dirty="0">
                <a:latin typeface="Times New Roman" panose="02020603050405020304" pitchFamily="18" charset="0"/>
                <a:cs typeface="Times New Roman" panose="02020603050405020304" pitchFamily="18" charset="0"/>
              </a:rPr>
              <a:t>a</a:t>
            </a:r>
            <a:r>
              <a:rPr sz="2100" spc="-176" dirty="0">
                <a:latin typeface="Times New Roman" panose="02020603050405020304" pitchFamily="18" charset="0"/>
                <a:cs typeface="Times New Roman" panose="02020603050405020304" pitchFamily="18" charset="0"/>
              </a:rPr>
              <a:t> </a:t>
            </a:r>
            <a:r>
              <a:rPr sz="2100" spc="-105" dirty="0">
                <a:latin typeface="Times New Roman" panose="02020603050405020304" pitchFamily="18" charset="0"/>
                <a:cs typeface="Times New Roman" panose="02020603050405020304" pitchFamily="18" charset="0"/>
              </a:rPr>
              <a:t>virtualized</a:t>
            </a:r>
            <a:r>
              <a:rPr sz="2100" spc="334" dirty="0">
                <a:latin typeface="Times New Roman" panose="02020603050405020304" pitchFamily="18" charset="0"/>
                <a:cs typeface="Times New Roman" panose="02020603050405020304" pitchFamily="18" charset="0"/>
              </a:rPr>
              <a:t> </a:t>
            </a:r>
            <a:r>
              <a:rPr sz="2100" spc="-90" dirty="0">
                <a:latin typeface="Times New Roman" panose="02020603050405020304" pitchFamily="18" charset="0"/>
                <a:cs typeface="Times New Roman" panose="02020603050405020304" pitchFamily="18" charset="0"/>
              </a:rPr>
              <a:t>environment </a:t>
            </a:r>
            <a:r>
              <a:rPr sz="2100" spc="-86" dirty="0">
                <a:latin typeface="Times New Roman" panose="02020603050405020304" pitchFamily="18" charset="0"/>
                <a:cs typeface="Times New Roman" panose="02020603050405020304" pitchFamily="18" charset="0"/>
              </a:rPr>
              <a:t> </a:t>
            </a:r>
            <a:r>
              <a:rPr sz="2100" spc="-101" dirty="0">
                <a:latin typeface="Times New Roman" panose="02020603050405020304" pitchFamily="18" charset="0"/>
                <a:cs typeface="Times New Roman" panose="02020603050405020304" pitchFamily="18" charset="0"/>
              </a:rPr>
              <a:t>demands </a:t>
            </a:r>
            <a:r>
              <a:rPr sz="2100" spc="-120" dirty="0">
                <a:latin typeface="Times New Roman" panose="02020603050405020304" pitchFamily="18" charset="0"/>
                <a:cs typeface="Times New Roman" panose="02020603050405020304" pitchFamily="18" charset="0"/>
              </a:rPr>
              <a:t>each </a:t>
            </a:r>
            <a:r>
              <a:rPr sz="2100" spc="-11" dirty="0">
                <a:latin typeface="Times New Roman" panose="02020603050405020304" pitchFamily="18" charset="0"/>
                <a:cs typeface="Times New Roman" panose="02020603050405020304" pitchFamily="18" charset="0"/>
              </a:rPr>
              <a:t>IT </a:t>
            </a:r>
            <a:r>
              <a:rPr sz="2100" spc="-153" dirty="0">
                <a:latin typeface="Times New Roman" panose="02020603050405020304" pitchFamily="18" charset="0"/>
                <a:cs typeface="Times New Roman" panose="02020603050405020304" pitchFamily="18" charset="0"/>
              </a:rPr>
              <a:t>staff </a:t>
            </a:r>
            <a:r>
              <a:rPr sz="2100" spc="-94" dirty="0">
                <a:latin typeface="Times New Roman" panose="02020603050405020304" pitchFamily="18" charset="0"/>
                <a:cs typeface="Times New Roman" panose="02020603050405020304" pitchFamily="18" charset="0"/>
              </a:rPr>
              <a:t>member </a:t>
            </a:r>
            <a:r>
              <a:rPr sz="2100" spc="-45" dirty="0">
                <a:latin typeface="Times New Roman" panose="02020603050405020304" pitchFamily="18" charset="0"/>
                <a:cs typeface="Times New Roman" panose="02020603050405020304" pitchFamily="18" charset="0"/>
              </a:rPr>
              <a:t>to </a:t>
            </a:r>
            <a:r>
              <a:rPr sz="2100" spc="-113" dirty="0">
                <a:latin typeface="Times New Roman" panose="02020603050405020304" pitchFamily="18" charset="0"/>
                <a:cs typeface="Times New Roman" panose="02020603050405020304" pitchFamily="18" charset="0"/>
              </a:rPr>
              <a:t>be </a:t>
            </a:r>
            <a:r>
              <a:rPr sz="2100" spc="-98" dirty="0">
                <a:latin typeface="Times New Roman" panose="02020603050405020304" pitchFamily="18" charset="0"/>
                <a:cs typeface="Times New Roman" panose="02020603050405020304" pitchFamily="18" charset="0"/>
              </a:rPr>
              <a:t>trained </a:t>
            </a:r>
            <a:r>
              <a:rPr sz="2100" spc="-120" dirty="0">
                <a:latin typeface="Times New Roman" panose="02020603050405020304" pitchFamily="18" charset="0"/>
                <a:cs typeface="Times New Roman" panose="02020603050405020304" pitchFamily="18" charset="0"/>
              </a:rPr>
              <a:t>and </a:t>
            </a:r>
            <a:r>
              <a:rPr sz="2100" spc="-49" dirty="0">
                <a:latin typeface="Times New Roman" panose="02020603050405020304" pitchFamily="18" charset="0"/>
                <a:cs typeface="Times New Roman" panose="02020603050405020304" pitchFamily="18" charset="0"/>
              </a:rPr>
              <a:t>possess </a:t>
            </a:r>
            <a:r>
              <a:rPr sz="2100" spc="-79" dirty="0">
                <a:latin typeface="Times New Roman" panose="02020603050405020304" pitchFamily="18" charset="0"/>
                <a:cs typeface="Times New Roman" panose="02020603050405020304" pitchFamily="18" charset="0"/>
              </a:rPr>
              <a:t>expertise </a:t>
            </a:r>
            <a:r>
              <a:rPr sz="2100" spc="-101" dirty="0">
                <a:latin typeface="Times New Roman" panose="02020603050405020304" pitchFamily="18" charset="0"/>
                <a:cs typeface="Times New Roman" panose="02020603050405020304" pitchFamily="18" charset="0"/>
              </a:rPr>
              <a:t>in </a:t>
            </a:r>
            <a:r>
              <a:rPr sz="2100" spc="-98" dirty="0">
                <a:latin typeface="Times New Roman" panose="02020603050405020304" pitchFamily="18" charset="0"/>
                <a:cs typeface="Times New Roman" panose="02020603050405020304" pitchFamily="18" charset="0"/>
              </a:rPr>
              <a:t> </a:t>
            </a:r>
            <a:r>
              <a:rPr sz="2100" spc="-109" dirty="0">
                <a:latin typeface="Times New Roman" panose="02020603050405020304" pitchFamily="18" charset="0"/>
                <a:cs typeface="Times New Roman" panose="02020603050405020304" pitchFamily="18" charset="0"/>
              </a:rPr>
              <a:t>virtualization. </a:t>
            </a:r>
            <a:r>
              <a:rPr sz="2100" spc="-79" dirty="0">
                <a:latin typeface="Times New Roman" panose="02020603050405020304" pitchFamily="18" charset="0"/>
                <a:cs typeface="Times New Roman" panose="02020603050405020304" pitchFamily="18" charset="0"/>
              </a:rPr>
              <a:t>Furthermore, </a:t>
            </a:r>
            <a:r>
              <a:rPr sz="2100" spc="-64" dirty="0">
                <a:latin typeface="Times New Roman" panose="02020603050405020304" pitchFamily="18" charset="0"/>
                <a:cs typeface="Times New Roman" panose="02020603050405020304" pitchFamily="18" charset="0"/>
              </a:rPr>
              <a:t>some </a:t>
            </a:r>
            <a:r>
              <a:rPr sz="2100" spc="-109" dirty="0">
                <a:latin typeface="Times New Roman" panose="02020603050405020304" pitchFamily="18" charset="0"/>
                <a:cs typeface="Times New Roman" panose="02020603050405020304" pitchFamily="18" charset="0"/>
              </a:rPr>
              <a:t>applications </a:t>
            </a:r>
            <a:r>
              <a:rPr sz="2100" spc="-30" dirty="0">
                <a:latin typeface="Times New Roman" panose="02020603050405020304" pitchFamily="18" charset="0"/>
                <a:cs typeface="Times New Roman" panose="02020603050405020304" pitchFamily="18" charset="0"/>
              </a:rPr>
              <a:t>do </a:t>
            </a:r>
            <a:r>
              <a:rPr sz="2100" spc="-60" dirty="0">
                <a:latin typeface="Times New Roman" panose="02020603050405020304" pitchFamily="18" charset="0"/>
                <a:cs typeface="Times New Roman" panose="02020603050405020304" pitchFamily="18" charset="0"/>
              </a:rPr>
              <a:t>not </a:t>
            </a:r>
            <a:r>
              <a:rPr sz="2100" spc="-139" dirty="0">
                <a:latin typeface="Times New Roman" panose="02020603050405020304" pitchFamily="18" charset="0"/>
                <a:cs typeface="Times New Roman" panose="02020603050405020304" pitchFamily="18" charset="0"/>
              </a:rPr>
              <a:t>adapt </a:t>
            </a:r>
            <a:r>
              <a:rPr sz="2100" spc="-124" dirty="0">
                <a:latin typeface="Times New Roman" panose="02020603050405020304" pitchFamily="18" charset="0"/>
                <a:cs typeface="Times New Roman" panose="02020603050405020304" pitchFamily="18" charset="0"/>
              </a:rPr>
              <a:t>well </a:t>
            </a:r>
            <a:r>
              <a:rPr sz="2100" spc="-90" dirty="0">
                <a:latin typeface="Times New Roman" panose="02020603050405020304" pitchFamily="18" charset="0"/>
                <a:cs typeface="Times New Roman" panose="02020603050405020304" pitchFamily="18" charset="0"/>
              </a:rPr>
              <a:t>when </a:t>
            </a:r>
            <a:r>
              <a:rPr sz="2100" spc="-86" dirty="0">
                <a:latin typeface="Times New Roman" panose="02020603050405020304" pitchFamily="18" charset="0"/>
                <a:cs typeface="Times New Roman" panose="02020603050405020304" pitchFamily="18" charset="0"/>
              </a:rPr>
              <a:t> </a:t>
            </a:r>
            <a:r>
              <a:rPr sz="2100" spc="-79" dirty="0">
                <a:latin typeface="Times New Roman" panose="02020603050405020304" pitchFamily="18" charset="0"/>
                <a:cs typeface="Times New Roman" panose="02020603050405020304" pitchFamily="18" charset="0"/>
              </a:rPr>
              <a:t>brought</a:t>
            </a:r>
            <a:r>
              <a:rPr sz="2100" spc="-75" dirty="0">
                <a:latin typeface="Times New Roman" panose="02020603050405020304" pitchFamily="18" charset="0"/>
                <a:cs typeface="Times New Roman" panose="02020603050405020304" pitchFamily="18" charset="0"/>
              </a:rPr>
              <a:t> </a:t>
            </a:r>
            <a:r>
              <a:rPr sz="2100" spc="-79" dirty="0">
                <a:latin typeface="Times New Roman" panose="02020603050405020304" pitchFamily="18" charset="0"/>
                <a:cs typeface="Times New Roman" panose="02020603050405020304" pitchFamily="18" charset="0"/>
              </a:rPr>
              <a:t>into</a:t>
            </a:r>
            <a:r>
              <a:rPr sz="2100" spc="-75" dirty="0">
                <a:latin typeface="Times New Roman" panose="02020603050405020304" pitchFamily="18" charset="0"/>
                <a:cs typeface="Times New Roman" panose="02020603050405020304" pitchFamily="18" charset="0"/>
              </a:rPr>
              <a:t> </a:t>
            </a:r>
            <a:r>
              <a:rPr sz="2100" spc="-180" dirty="0">
                <a:latin typeface="Times New Roman" panose="02020603050405020304" pitchFamily="18" charset="0"/>
                <a:cs typeface="Times New Roman" panose="02020603050405020304" pitchFamily="18" charset="0"/>
              </a:rPr>
              <a:t>a</a:t>
            </a:r>
            <a:r>
              <a:rPr sz="2100" spc="-176" dirty="0">
                <a:latin typeface="Times New Roman" panose="02020603050405020304" pitchFamily="18" charset="0"/>
                <a:cs typeface="Times New Roman" panose="02020603050405020304" pitchFamily="18" charset="0"/>
              </a:rPr>
              <a:t> </a:t>
            </a:r>
            <a:r>
              <a:rPr sz="2100" spc="-98" dirty="0">
                <a:latin typeface="Times New Roman" panose="02020603050405020304" pitchFamily="18" charset="0"/>
                <a:cs typeface="Times New Roman" panose="02020603050405020304" pitchFamily="18" charset="0"/>
              </a:rPr>
              <a:t>virtual</a:t>
            </a:r>
            <a:r>
              <a:rPr sz="2100" spc="-94" dirty="0">
                <a:latin typeface="Times New Roman" panose="02020603050405020304" pitchFamily="18" charset="0"/>
                <a:cs typeface="Times New Roman" panose="02020603050405020304" pitchFamily="18" charset="0"/>
              </a:rPr>
              <a:t> </a:t>
            </a:r>
            <a:r>
              <a:rPr sz="2100" spc="-105" dirty="0">
                <a:latin typeface="Times New Roman" panose="02020603050405020304" pitchFamily="18" charset="0"/>
                <a:cs typeface="Times New Roman" panose="02020603050405020304" pitchFamily="18" charset="0"/>
              </a:rPr>
              <a:t>environment.</a:t>
            </a:r>
            <a:r>
              <a:rPr sz="2100" spc="-101" dirty="0">
                <a:latin typeface="Times New Roman" panose="02020603050405020304" pitchFamily="18" charset="0"/>
                <a:cs typeface="Times New Roman" panose="02020603050405020304" pitchFamily="18" charset="0"/>
              </a:rPr>
              <a:t> </a:t>
            </a:r>
            <a:r>
              <a:rPr sz="2100" spc="-56" dirty="0">
                <a:latin typeface="Times New Roman" panose="02020603050405020304" pitchFamily="18" charset="0"/>
                <a:cs typeface="Times New Roman" panose="02020603050405020304" pitchFamily="18" charset="0"/>
              </a:rPr>
              <a:t>The</a:t>
            </a:r>
            <a:r>
              <a:rPr sz="2100" spc="-53" dirty="0">
                <a:latin typeface="Times New Roman" panose="02020603050405020304" pitchFamily="18" charset="0"/>
                <a:cs typeface="Times New Roman" panose="02020603050405020304" pitchFamily="18" charset="0"/>
              </a:rPr>
              <a:t> </a:t>
            </a:r>
            <a:r>
              <a:rPr sz="2100" spc="-8" dirty="0">
                <a:latin typeface="Times New Roman" panose="02020603050405020304" pitchFamily="18" charset="0"/>
                <a:cs typeface="Times New Roman" panose="02020603050405020304" pitchFamily="18" charset="0"/>
              </a:rPr>
              <a:t>IT</a:t>
            </a:r>
            <a:r>
              <a:rPr sz="2100" spc="-4" dirty="0">
                <a:latin typeface="Times New Roman" panose="02020603050405020304" pitchFamily="18" charset="0"/>
                <a:cs typeface="Times New Roman" panose="02020603050405020304" pitchFamily="18" charset="0"/>
              </a:rPr>
              <a:t> </a:t>
            </a:r>
            <a:r>
              <a:rPr sz="2100" spc="-153" dirty="0">
                <a:latin typeface="Times New Roman" panose="02020603050405020304" pitchFamily="18" charset="0"/>
                <a:cs typeface="Times New Roman" panose="02020603050405020304" pitchFamily="18" charset="0"/>
              </a:rPr>
              <a:t>staff</a:t>
            </a:r>
            <a:r>
              <a:rPr sz="2100" spc="-150" dirty="0">
                <a:latin typeface="Times New Roman" panose="02020603050405020304" pitchFamily="18" charset="0"/>
                <a:cs typeface="Times New Roman" panose="02020603050405020304" pitchFamily="18" charset="0"/>
              </a:rPr>
              <a:t> </a:t>
            </a:r>
            <a:r>
              <a:rPr sz="2100" spc="-116" dirty="0">
                <a:latin typeface="Times New Roman" panose="02020603050405020304" pitchFamily="18" charset="0"/>
                <a:cs typeface="Times New Roman" panose="02020603050405020304" pitchFamily="18" charset="0"/>
              </a:rPr>
              <a:t>will</a:t>
            </a:r>
            <a:r>
              <a:rPr sz="2100" spc="-113" dirty="0">
                <a:latin typeface="Times New Roman" panose="02020603050405020304" pitchFamily="18" charset="0"/>
                <a:cs typeface="Times New Roman" panose="02020603050405020304" pitchFamily="18" charset="0"/>
              </a:rPr>
              <a:t> </a:t>
            </a:r>
            <a:r>
              <a:rPr sz="2100" spc="-105" dirty="0">
                <a:latin typeface="Times New Roman" panose="02020603050405020304" pitchFamily="18" charset="0"/>
                <a:cs typeface="Times New Roman" panose="02020603050405020304" pitchFamily="18" charset="0"/>
              </a:rPr>
              <a:t>need</a:t>
            </a:r>
            <a:r>
              <a:rPr sz="2100" spc="-101" dirty="0">
                <a:latin typeface="Times New Roman" panose="02020603050405020304" pitchFamily="18" charset="0"/>
                <a:cs typeface="Times New Roman" panose="02020603050405020304" pitchFamily="18" charset="0"/>
              </a:rPr>
              <a:t> </a:t>
            </a:r>
            <a:r>
              <a:rPr sz="2100" spc="-45" dirty="0">
                <a:latin typeface="Times New Roman" panose="02020603050405020304" pitchFamily="18" charset="0"/>
                <a:cs typeface="Times New Roman" panose="02020603050405020304" pitchFamily="18" charset="0"/>
              </a:rPr>
              <a:t>to</a:t>
            </a:r>
            <a:r>
              <a:rPr sz="2100" spc="-41" dirty="0">
                <a:latin typeface="Times New Roman" panose="02020603050405020304" pitchFamily="18" charset="0"/>
                <a:cs typeface="Times New Roman" panose="02020603050405020304" pitchFamily="18" charset="0"/>
              </a:rPr>
              <a:t> </a:t>
            </a:r>
            <a:r>
              <a:rPr sz="2100" spc="-124" dirty="0">
                <a:latin typeface="Times New Roman" panose="02020603050405020304" pitchFamily="18" charset="0"/>
                <a:cs typeface="Times New Roman" panose="02020603050405020304" pitchFamily="18" charset="0"/>
              </a:rPr>
              <a:t>be </a:t>
            </a:r>
            <a:r>
              <a:rPr sz="2100" spc="-120" dirty="0">
                <a:latin typeface="Times New Roman" panose="02020603050405020304" pitchFamily="18" charset="0"/>
                <a:cs typeface="Times New Roman" panose="02020603050405020304" pitchFamily="18" charset="0"/>
              </a:rPr>
              <a:t> </a:t>
            </a:r>
            <a:r>
              <a:rPr sz="2100" spc="-98" dirty="0">
                <a:latin typeface="Times New Roman" panose="02020603050405020304" pitchFamily="18" charset="0"/>
                <a:cs typeface="Times New Roman" panose="02020603050405020304" pitchFamily="18" charset="0"/>
              </a:rPr>
              <a:t>prepared </a:t>
            </a:r>
            <a:r>
              <a:rPr sz="2100" spc="-45" dirty="0">
                <a:latin typeface="Times New Roman" panose="02020603050405020304" pitchFamily="18" charset="0"/>
                <a:cs typeface="Times New Roman" panose="02020603050405020304" pitchFamily="18" charset="0"/>
              </a:rPr>
              <a:t>to </a:t>
            </a:r>
            <a:r>
              <a:rPr sz="2100" spc="-158" dirty="0">
                <a:latin typeface="Times New Roman" panose="02020603050405020304" pitchFamily="18" charset="0"/>
                <a:cs typeface="Times New Roman" panose="02020603050405020304" pitchFamily="18" charset="0"/>
              </a:rPr>
              <a:t>face</a:t>
            </a:r>
            <a:r>
              <a:rPr sz="2100" spc="-153" dirty="0">
                <a:latin typeface="Times New Roman" panose="02020603050405020304" pitchFamily="18" charset="0"/>
                <a:cs typeface="Times New Roman" panose="02020603050405020304" pitchFamily="18" charset="0"/>
              </a:rPr>
              <a:t> </a:t>
            </a:r>
            <a:r>
              <a:rPr sz="2100" spc="-98" dirty="0">
                <a:latin typeface="Times New Roman" panose="02020603050405020304" pitchFamily="18" charset="0"/>
                <a:cs typeface="Times New Roman" panose="02020603050405020304" pitchFamily="18" charset="0"/>
              </a:rPr>
              <a:t>these </a:t>
            </a:r>
            <a:r>
              <a:rPr sz="2100" spc="-124" dirty="0">
                <a:latin typeface="Times New Roman" panose="02020603050405020304" pitchFamily="18" charset="0"/>
                <a:cs typeface="Times New Roman" panose="02020603050405020304" pitchFamily="18" charset="0"/>
              </a:rPr>
              <a:t>challenge</a:t>
            </a:r>
            <a:r>
              <a:rPr sz="2100" spc="-120" dirty="0">
                <a:latin typeface="Times New Roman" panose="02020603050405020304" pitchFamily="18" charset="0"/>
                <a:cs typeface="Times New Roman" panose="02020603050405020304" pitchFamily="18" charset="0"/>
              </a:rPr>
              <a:t> </a:t>
            </a:r>
            <a:r>
              <a:rPr sz="2100" spc="-124" dirty="0">
                <a:latin typeface="Times New Roman" panose="02020603050405020304" pitchFamily="18" charset="0"/>
                <a:cs typeface="Times New Roman" panose="02020603050405020304" pitchFamily="18" charset="0"/>
              </a:rPr>
              <a:t>and</a:t>
            </a:r>
            <a:r>
              <a:rPr sz="2100" spc="-120" dirty="0">
                <a:latin typeface="Times New Roman" panose="02020603050405020304" pitchFamily="18" charset="0"/>
                <a:cs typeface="Times New Roman" panose="02020603050405020304" pitchFamily="18" charset="0"/>
              </a:rPr>
              <a:t> </a:t>
            </a:r>
            <a:r>
              <a:rPr sz="2100" spc="-68" dirty="0">
                <a:latin typeface="Times New Roman" panose="02020603050405020304" pitchFamily="18" charset="0"/>
                <a:cs typeface="Times New Roman" panose="02020603050405020304" pitchFamily="18" charset="0"/>
              </a:rPr>
              <a:t>should </a:t>
            </a:r>
            <a:r>
              <a:rPr sz="2100" spc="-86" dirty="0">
                <a:latin typeface="Times New Roman" panose="02020603050405020304" pitchFamily="18" charset="0"/>
                <a:cs typeface="Times New Roman" panose="02020603050405020304" pitchFamily="18" charset="0"/>
              </a:rPr>
              <a:t>address </a:t>
            </a:r>
            <a:r>
              <a:rPr sz="2100" spc="-109" dirty="0">
                <a:latin typeface="Times New Roman" panose="02020603050405020304" pitchFamily="18" charset="0"/>
                <a:cs typeface="Times New Roman" panose="02020603050405020304" pitchFamily="18" charset="0"/>
              </a:rPr>
              <a:t>them </a:t>
            </a:r>
            <a:r>
              <a:rPr sz="2100" spc="-34" dirty="0">
                <a:latin typeface="Times New Roman" panose="02020603050405020304" pitchFamily="18" charset="0"/>
                <a:cs typeface="Times New Roman" panose="02020603050405020304" pitchFamily="18" charset="0"/>
              </a:rPr>
              <a:t>prior </a:t>
            </a:r>
            <a:r>
              <a:rPr sz="2100" spc="-45" dirty="0">
                <a:latin typeface="Times New Roman" panose="02020603050405020304" pitchFamily="18" charset="0"/>
                <a:cs typeface="Times New Roman" panose="02020603050405020304" pitchFamily="18" charset="0"/>
              </a:rPr>
              <a:t>to </a:t>
            </a:r>
            <a:r>
              <a:rPr sz="2100" spc="-41" dirty="0">
                <a:latin typeface="Times New Roman" panose="02020603050405020304" pitchFamily="18" charset="0"/>
                <a:cs typeface="Times New Roman" panose="02020603050405020304" pitchFamily="18" charset="0"/>
              </a:rPr>
              <a:t> </a:t>
            </a:r>
            <a:r>
              <a:rPr sz="2100" spc="-101" dirty="0">
                <a:latin typeface="Times New Roman" panose="02020603050405020304" pitchFamily="18" charset="0"/>
                <a:cs typeface="Times New Roman" panose="02020603050405020304" pitchFamily="18" charset="0"/>
              </a:rPr>
              <a:t>converting.</a:t>
            </a:r>
            <a:endParaRPr sz="2100" dirty="0">
              <a:latin typeface="Times New Roman" panose="02020603050405020304" pitchFamily="18" charset="0"/>
              <a:cs typeface="Times New Roman" panose="02020603050405020304" pitchFamily="18" charset="0"/>
            </a:endParaRPr>
          </a:p>
        </p:txBody>
      </p:sp>
      <p:sp>
        <p:nvSpPr>
          <p:cNvPr id="3" name="object 2"/>
          <p:cNvSpPr txBox="1">
            <a:spLocks/>
          </p:cNvSpPr>
          <p:nvPr/>
        </p:nvSpPr>
        <p:spPr>
          <a:xfrm>
            <a:off x="1197352" y="595522"/>
            <a:ext cx="2189702" cy="379431"/>
          </a:xfrm>
          <a:prstGeom prst="rect">
            <a:avLst/>
          </a:prstGeom>
        </p:spPr>
        <p:txBody>
          <a:bodyPr vert="horz" wrap="square" lIns="0" tIns="10001" rIns="0" bIns="0" rtlCol="0">
            <a:spAutoFit/>
          </a:bodyPr>
          <a:lstStyle>
            <a:lvl1pPr algn="l" defTabSz="914400" rtl="0" eaLnBrk="1" latinLnBrk="0" hangingPunct="1">
              <a:lnSpc>
                <a:spcPct val="90000"/>
              </a:lnSpc>
              <a:spcBef>
                <a:spcPct val="0"/>
              </a:spcBef>
              <a:buNone/>
              <a:defRPr sz="3400" kern="1200">
                <a:solidFill>
                  <a:schemeClr val="accent2"/>
                </a:solidFill>
                <a:latin typeface="+mj-lt"/>
                <a:ea typeface="+mj-ea"/>
                <a:cs typeface="+mj-cs"/>
              </a:defRPr>
            </a:lvl1pPr>
          </a:lstStyle>
          <a:p>
            <a:pPr marL="9525">
              <a:lnSpc>
                <a:spcPct val="100000"/>
              </a:lnSpc>
              <a:spcBef>
                <a:spcPts val="79"/>
              </a:spcBef>
            </a:pPr>
            <a:r>
              <a:rPr lang="en-IN" sz="2400" spc="15" dirty="0"/>
              <a:t>Limitations</a:t>
            </a:r>
            <a:endParaRPr lang="en-IN" sz="2400" dirty="0"/>
          </a:p>
        </p:txBody>
      </p:sp>
      <p:sp>
        <p:nvSpPr>
          <p:cNvPr id="4" name="Title 3"/>
          <p:cNvSpPr>
            <a:spLocks noGrp="1"/>
          </p:cNvSpPr>
          <p:nvPr>
            <p:ph type="title"/>
          </p:nvPr>
        </p:nvSpPr>
        <p:spPr/>
        <p:txBody>
          <a:bodyPr/>
          <a:lstStyle/>
          <a:p>
            <a:endParaRPr lang="en-IN"/>
          </a:p>
        </p:txBody>
      </p:sp>
    </p:spTree>
    <p:extLst>
      <p:ext uri="{BB962C8B-B14F-4D97-AF65-F5344CB8AC3E}">
        <p14:creationId xmlns:p14="http://schemas.microsoft.com/office/powerpoint/2010/main" val="75520733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887253" y="805434"/>
            <a:ext cx="7543515" cy="3454151"/>
          </a:xfrm>
          <a:prstGeom prst="rect">
            <a:avLst/>
          </a:prstGeom>
        </p:spPr>
        <p:txBody>
          <a:bodyPr vert="horz" wrap="square" lIns="0" tIns="9525" rIns="0" bIns="0" rtlCol="0">
            <a:spAutoFit/>
          </a:bodyPr>
          <a:lstStyle/>
          <a:p>
            <a:pPr marL="180975" marR="3810" indent="-171450" algn="just">
              <a:lnSpc>
                <a:spcPct val="150000"/>
              </a:lnSpc>
              <a:spcBef>
                <a:spcPts val="75"/>
              </a:spcBef>
              <a:buClr>
                <a:srgbClr val="B71E42"/>
              </a:buClr>
              <a:buFont typeface="Arial MT"/>
              <a:buChar char="•"/>
              <a:tabLst>
                <a:tab pos="180975" algn="l"/>
              </a:tabLst>
            </a:pPr>
            <a:r>
              <a:rPr sz="2100" spc="-64" dirty="0">
                <a:latin typeface="Times New Roman" panose="02020603050405020304" pitchFamily="18" charset="0"/>
                <a:cs typeface="Times New Roman" panose="02020603050405020304" pitchFamily="18" charset="0"/>
              </a:rPr>
              <a:t>There</a:t>
            </a:r>
            <a:r>
              <a:rPr sz="2100" spc="-60" dirty="0">
                <a:latin typeface="Times New Roman" panose="02020603050405020304" pitchFamily="18" charset="0"/>
                <a:cs typeface="Times New Roman" panose="02020603050405020304" pitchFamily="18" charset="0"/>
              </a:rPr>
              <a:t> </a:t>
            </a:r>
            <a:r>
              <a:rPr sz="2100" spc="-109" dirty="0">
                <a:latin typeface="Times New Roman" panose="02020603050405020304" pitchFamily="18" charset="0"/>
                <a:cs typeface="Times New Roman" panose="02020603050405020304" pitchFamily="18" charset="0"/>
              </a:rPr>
              <a:t>are</a:t>
            </a:r>
            <a:r>
              <a:rPr sz="2100" spc="-105" dirty="0">
                <a:latin typeface="Times New Roman" panose="02020603050405020304" pitchFamily="18" charset="0"/>
                <a:cs typeface="Times New Roman" panose="02020603050405020304" pitchFamily="18" charset="0"/>
              </a:rPr>
              <a:t> </a:t>
            </a:r>
            <a:r>
              <a:rPr sz="2100" spc="-83" dirty="0">
                <a:latin typeface="Times New Roman" panose="02020603050405020304" pitchFamily="18" charset="0"/>
                <a:cs typeface="Times New Roman" panose="02020603050405020304" pitchFamily="18" charset="0"/>
              </a:rPr>
              <a:t>also</a:t>
            </a:r>
            <a:r>
              <a:rPr sz="2100" spc="-79" dirty="0">
                <a:latin typeface="Times New Roman" panose="02020603050405020304" pitchFamily="18" charset="0"/>
                <a:cs typeface="Times New Roman" panose="02020603050405020304" pitchFamily="18" charset="0"/>
              </a:rPr>
              <a:t> </a:t>
            </a:r>
            <a:r>
              <a:rPr sz="2100" spc="-83" dirty="0">
                <a:latin typeface="Times New Roman" panose="02020603050405020304" pitchFamily="18" charset="0"/>
                <a:cs typeface="Times New Roman" panose="02020603050405020304" pitchFamily="18" charset="0"/>
              </a:rPr>
              <a:t>security</a:t>
            </a:r>
            <a:r>
              <a:rPr sz="2100" spc="-79" dirty="0">
                <a:latin typeface="Times New Roman" panose="02020603050405020304" pitchFamily="18" charset="0"/>
                <a:cs typeface="Times New Roman" panose="02020603050405020304" pitchFamily="18" charset="0"/>
              </a:rPr>
              <a:t> </a:t>
            </a:r>
            <a:r>
              <a:rPr sz="2100" spc="-45" dirty="0">
                <a:latin typeface="Times New Roman" panose="02020603050405020304" pitchFamily="18" charset="0"/>
                <a:cs typeface="Times New Roman" panose="02020603050405020304" pitchFamily="18" charset="0"/>
              </a:rPr>
              <a:t>risks</a:t>
            </a:r>
            <a:r>
              <a:rPr sz="2100" spc="-41" dirty="0">
                <a:latin typeface="Times New Roman" panose="02020603050405020304" pitchFamily="18" charset="0"/>
                <a:cs typeface="Times New Roman" panose="02020603050405020304" pitchFamily="18" charset="0"/>
              </a:rPr>
              <a:t> </a:t>
            </a:r>
            <a:r>
              <a:rPr sz="2100" spc="-105" dirty="0">
                <a:latin typeface="Times New Roman" panose="02020603050405020304" pitchFamily="18" charset="0"/>
                <a:cs typeface="Times New Roman" panose="02020603050405020304" pitchFamily="18" charset="0"/>
              </a:rPr>
              <a:t>involved</a:t>
            </a:r>
            <a:r>
              <a:rPr sz="2100" spc="-101" dirty="0">
                <a:latin typeface="Times New Roman" panose="02020603050405020304" pitchFamily="18" charset="0"/>
                <a:cs typeface="Times New Roman" panose="02020603050405020304" pitchFamily="18" charset="0"/>
              </a:rPr>
              <a:t> </a:t>
            </a:r>
            <a:r>
              <a:rPr sz="2100" spc="-94" dirty="0">
                <a:latin typeface="Times New Roman" panose="02020603050405020304" pitchFamily="18" charset="0"/>
                <a:cs typeface="Times New Roman" panose="02020603050405020304" pitchFamily="18" charset="0"/>
              </a:rPr>
              <a:t>with</a:t>
            </a:r>
            <a:r>
              <a:rPr sz="2100" spc="-90" dirty="0">
                <a:latin typeface="Times New Roman" panose="02020603050405020304" pitchFamily="18" charset="0"/>
                <a:cs typeface="Times New Roman" panose="02020603050405020304" pitchFamily="18" charset="0"/>
              </a:rPr>
              <a:t> </a:t>
            </a:r>
            <a:r>
              <a:rPr sz="2100" spc="-113" dirty="0">
                <a:latin typeface="Times New Roman" panose="02020603050405020304" pitchFamily="18" charset="0"/>
                <a:cs typeface="Times New Roman" panose="02020603050405020304" pitchFamily="18" charset="0"/>
              </a:rPr>
              <a:t>virtualization.</a:t>
            </a:r>
            <a:r>
              <a:rPr sz="2100" spc="315" dirty="0">
                <a:latin typeface="Times New Roman" panose="02020603050405020304" pitchFamily="18" charset="0"/>
                <a:cs typeface="Times New Roman" panose="02020603050405020304" pitchFamily="18" charset="0"/>
              </a:rPr>
              <a:t> </a:t>
            </a:r>
            <a:r>
              <a:rPr sz="2100" spc="-56" dirty="0">
                <a:latin typeface="Times New Roman" panose="02020603050405020304" pitchFamily="18" charset="0"/>
                <a:cs typeface="Times New Roman" panose="02020603050405020304" pitchFamily="18" charset="0"/>
              </a:rPr>
              <a:t>Data</a:t>
            </a:r>
            <a:r>
              <a:rPr sz="2100" spc="431" dirty="0">
                <a:latin typeface="Times New Roman" panose="02020603050405020304" pitchFamily="18" charset="0"/>
                <a:cs typeface="Times New Roman" panose="02020603050405020304" pitchFamily="18" charset="0"/>
              </a:rPr>
              <a:t> </a:t>
            </a:r>
            <a:r>
              <a:rPr sz="2100" spc="-90" dirty="0">
                <a:latin typeface="Times New Roman" panose="02020603050405020304" pitchFamily="18" charset="0"/>
                <a:cs typeface="Times New Roman" panose="02020603050405020304" pitchFamily="18" charset="0"/>
              </a:rPr>
              <a:t>is </a:t>
            </a:r>
            <a:r>
              <a:rPr sz="2100" spc="-86" dirty="0">
                <a:latin typeface="Times New Roman" panose="02020603050405020304" pitchFamily="18" charset="0"/>
                <a:cs typeface="Times New Roman" panose="02020603050405020304" pitchFamily="18" charset="0"/>
              </a:rPr>
              <a:t> </a:t>
            </a:r>
            <a:r>
              <a:rPr sz="2100" spc="-101" dirty="0">
                <a:latin typeface="Times New Roman" panose="02020603050405020304" pitchFamily="18" charset="0"/>
                <a:cs typeface="Times New Roman" panose="02020603050405020304" pitchFamily="18" charset="0"/>
              </a:rPr>
              <a:t>crucial </a:t>
            </a:r>
            <a:r>
              <a:rPr sz="2100" spc="-45" dirty="0">
                <a:latin typeface="Times New Roman" panose="02020603050405020304" pitchFamily="18" charset="0"/>
                <a:cs typeface="Times New Roman" panose="02020603050405020304" pitchFamily="18" charset="0"/>
              </a:rPr>
              <a:t>to </a:t>
            </a:r>
            <a:r>
              <a:rPr sz="2100" spc="-109" dirty="0">
                <a:latin typeface="Times New Roman" panose="02020603050405020304" pitchFamily="18" charset="0"/>
                <a:cs typeface="Times New Roman" panose="02020603050405020304" pitchFamily="18" charset="0"/>
              </a:rPr>
              <a:t>the </a:t>
            </a:r>
            <a:r>
              <a:rPr sz="2100" spc="-75" dirty="0">
                <a:latin typeface="Times New Roman" panose="02020603050405020304" pitchFamily="18" charset="0"/>
                <a:cs typeface="Times New Roman" panose="02020603050405020304" pitchFamily="18" charset="0"/>
              </a:rPr>
              <a:t>success </a:t>
            </a:r>
            <a:r>
              <a:rPr sz="2100" spc="-98" dirty="0">
                <a:latin typeface="Times New Roman" panose="02020603050405020304" pitchFamily="18" charset="0"/>
                <a:cs typeface="Times New Roman" panose="02020603050405020304" pitchFamily="18" charset="0"/>
              </a:rPr>
              <a:t>of </a:t>
            </a:r>
            <a:r>
              <a:rPr sz="2100" spc="-180" dirty="0">
                <a:latin typeface="Times New Roman" panose="02020603050405020304" pitchFamily="18" charset="0"/>
                <a:cs typeface="Times New Roman" panose="02020603050405020304" pitchFamily="18" charset="0"/>
              </a:rPr>
              <a:t>a </a:t>
            </a:r>
            <a:r>
              <a:rPr sz="2100" spc="-79" dirty="0">
                <a:latin typeface="Times New Roman" panose="02020603050405020304" pitchFamily="18" charset="0"/>
                <a:cs typeface="Times New Roman" panose="02020603050405020304" pitchFamily="18" charset="0"/>
              </a:rPr>
              <a:t>business </a:t>
            </a:r>
            <a:r>
              <a:rPr sz="2100" spc="-153" dirty="0">
                <a:latin typeface="Times New Roman" panose="02020603050405020304" pitchFamily="18" charset="0"/>
                <a:cs typeface="Times New Roman" panose="02020603050405020304" pitchFamily="18" charset="0"/>
              </a:rPr>
              <a:t>and, </a:t>
            </a:r>
            <a:r>
              <a:rPr sz="2100" spc="-109" dirty="0">
                <a:latin typeface="Times New Roman" panose="02020603050405020304" pitchFamily="18" charset="0"/>
                <a:cs typeface="Times New Roman" panose="02020603050405020304" pitchFamily="18" charset="0"/>
              </a:rPr>
              <a:t>therefore, </a:t>
            </a:r>
            <a:r>
              <a:rPr sz="2100" spc="-79" dirty="0">
                <a:latin typeface="Times New Roman" panose="02020603050405020304" pitchFamily="18" charset="0"/>
                <a:cs typeface="Times New Roman" panose="02020603050405020304" pitchFamily="18" charset="0"/>
              </a:rPr>
              <a:t>is </a:t>
            </a:r>
            <a:r>
              <a:rPr sz="2100" spc="-180" dirty="0">
                <a:latin typeface="Times New Roman" panose="02020603050405020304" pitchFamily="18" charset="0"/>
                <a:cs typeface="Times New Roman" panose="02020603050405020304" pitchFamily="18" charset="0"/>
              </a:rPr>
              <a:t>a </a:t>
            </a:r>
            <a:r>
              <a:rPr sz="2100" spc="-60" dirty="0">
                <a:latin typeface="Times New Roman" panose="02020603050405020304" pitchFamily="18" charset="0"/>
                <a:cs typeface="Times New Roman" panose="02020603050405020304" pitchFamily="18" charset="0"/>
              </a:rPr>
              <a:t>common </a:t>
            </a:r>
            <a:r>
              <a:rPr sz="2100" spc="-113" dirty="0">
                <a:latin typeface="Times New Roman" panose="02020603050405020304" pitchFamily="18" charset="0"/>
                <a:cs typeface="Times New Roman" panose="02020603050405020304" pitchFamily="18" charset="0"/>
              </a:rPr>
              <a:t>target </a:t>
            </a:r>
            <a:r>
              <a:rPr sz="2100" spc="-109" dirty="0">
                <a:latin typeface="Times New Roman" panose="02020603050405020304" pitchFamily="18" charset="0"/>
                <a:cs typeface="Times New Roman" panose="02020603050405020304" pitchFamily="18" charset="0"/>
              </a:rPr>
              <a:t> </a:t>
            </a:r>
            <a:r>
              <a:rPr sz="2100" spc="-68" dirty="0">
                <a:latin typeface="Times New Roman" panose="02020603050405020304" pitchFamily="18" charset="0"/>
                <a:cs typeface="Times New Roman" panose="02020603050405020304" pitchFamily="18" charset="0"/>
              </a:rPr>
              <a:t>for </a:t>
            </a:r>
            <a:r>
              <a:rPr sz="2100" spc="-131" dirty="0">
                <a:latin typeface="Times New Roman" panose="02020603050405020304" pitchFamily="18" charset="0"/>
                <a:cs typeface="Times New Roman" panose="02020603050405020304" pitchFamily="18" charset="0"/>
              </a:rPr>
              <a:t>attacks. </a:t>
            </a:r>
            <a:r>
              <a:rPr sz="2100" spc="-56" dirty="0">
                <a:latin typeface="Times New Roman" panose="02020603050405020304" pitchFamily="18" charset="0"/>
                <a:cs typeface="Times New Roman" panose="02020603050405020304" pitchFamily="18" charset="0"/>
              </a:rPr>
              <a:t>The </a:t>
            </a:r>
            <a:r>
              <a:rPr sz="2100" spc="-105" dirty="0">
                <a:latin typeface="Times New Roman" panose="02020603050405020304" pitchFamily="18" charset="0"/>
                <a:cs typeface="Times New Roman" panose="02020603050405020304" pitchFamily="18" charset="0"/>
              </a:rPr>
              <a:t>chances</a:t>
            </a:r>
            <a:r>
              <a:rPr sz="2100" spc="-101" dirty="0">
                <a:latin typeface="Times New Roman" panose="02020603050405020304" pitchFamily="18" charset="0"/>
                <a:cs typeface="Times New Roman" panose="02020603050405020304" pitchFamily="18" charset="0"/>
              </a:rPr>
              <a:t> </a:t>
            </a:r>
            <a:r>
              <a:rPr sz="2100" spc="-98" dirty="0">
                <a:latin typeface="Times New Roman" panose="02020603050405020304" pitchFamily="18" charset="0"/>
                <a:cs typeface="Times New Roman" panose="02020603050405020304" pitchFamily="18" charset="0"/>
              </a:rPr>
              <a:t>of</a:t>
            </a:r>
            <a:r>
              <a:rPr sz="2100" spc="-94" dirty="0">
                <a:latin typeface="Times New Roman" panose="02020603050405020304" pitchFamily="18" charset="0"/>
                <a:cs typeface="Times New Roman" panose="02020603050405020304" pitchFamily="18" charset="0"/>
              </a:rPr>
              <a:t> experiencing</a:t>
            </a:r>
            <a:r>
              <a:rPr sz="2100" spc="-90" dirty="0">
                <a:latin typeface="Times New Roman" panose="02020603050405020304" pitchFamily="18" charset="0"/>
                <a:cs typeface="Times New Roman" panose="02020603050405020304" pitchFamily="18" charset="0"/>
              </a:rPr>
              <a:t> </a:t>
            </a:r>
            <a:r>
              <a:rPr sz="2100" spc="-180" dirty="0">
                <a:latin typeface="Times New Roman" panose="02020603050405020304" pitchFamily="18" charset="0"/>
                <a:cs typeface="Times New Roman" panose="02020603050405020304" pitchFamily="18" charset="0"/>
              </a:rPr>
              <a:t>a</a:t>
            </a:r>
            <a:r>
              <a:rPr sz="2100" spc="-176" dirty="0">
                <a:latin typeface="Times New Roman" panose="02020603050405020304" pitchFamily="18" charset="0"/>
                <a:cs typeface="Times New Roman" panose="02020603050405020304" pitchFamily="18" charset="0"/>
              </a:rPr>
              <a:t> </a:t>
            </a:r>
            <a:r>
              <a:rPr sz="2100" spc="-143" dirty="0">
                <a:latin typeface="Times New Roman" panose="02020603050405020304" pitchFamily="18" charset="0"/>
                <a:cs typeface="Times New Roman" panose="02020603050405020304" pitchFamily="18" charset="0"/>
              </a:rPr>
              <a:t>data</a:t>
            </a:r>
            <a:r>
              <a:rPr sz="2100" spc="-139" dirty="0">
                <a:latin typeface="Times New Roman" panose="02020603050405020304" pitchFamily="18" charset="0"/>
                <a:cs typeface="Times New Roman" panose="02020603050405020304" pitchFamily="18" charset="0"/>
              </a:rPr>
              <a:t> </a:t>
            </a:r>
            <a:r>
              <a:rPr sz="2100" spc="-105" dirty="0">
                <a:latin typeface="Times New Roman" panose="02020603050405020304" pitchFamily="18" charset="0"/>
                <a:cs typeface="Times New Roman" panose="02020603050405020304" pitchFamily="18" charset="0"/>
              </a:rPr>
              <a:t>breach</a:t>
            </a:r>
            <a:r>
              <a:rPr sz="2100" spc="-101" dirty="0">
                <a:latin typeface="Times New Roman" panose="02020603050405020304" pitchFamily="18" charset="0"/>
                <a:cs typeface="Times New Roman" panose="02020603050405020304" pitchFamily="18" charset="0"/>
              </a:rPr>
              <a:t> </a:t>
            </a:r>
            <a:r>
              <a:rPr sz="2100" spc="-124" dirty="0">
                <a:latin typeface="Times New Roman" panose="02020603050405020304" pitchFamily="18" charset="0"/>
                <a:cs typeface="Times New Roman" panose="02020603050405020304" pitchFamily="18" charset="0"/>
              </a:rPr>
              <a:t>significantly </a:t>
            </a:r>
            <a:r>
              <a:rPr sz="2100" spc="-120" dirty="0">
                <a:latin typeface="Times New Roman" panose="02020603050405020304" pitchFamily="18" charset="0"/>
                <a:cs typeface="Times New Roman" panose="02020603050405020304" pitchFamily="18" charset="0"/>
              </a:rPr>
              <a:t> </a:t>
            </a:r>
            <a:r>
              <a:rPr sz="2100" spc="-101" dirty="0">
                <a:latin typeface="Times New Roman" panose="02020603050405020304" pitchFamily="18" charset="0"/>
                <a:cs typeface="Times New Roman" panose="02020603050405020304" pitchFamily="18" charset="0"/>
              </a:rPr>
              <a:t>in</a:t>
            </a:r>
            <a:r>
              <a:rPr sz="2100" spc="-116" dirty="0">
                <a:latin typeface="Times New Roman" panose="02020603050405020304" pitchFamily="18" charset="0"/>
                <a:cs typeface="Times New Roman" panose="02020603050405020304" pitchFamily="18" charset="0"/>
              </a:rPr>
              <a:t>c</a:t>
            </a:r>
            <a:r>
              <a:rPr sz="2100" spc="-30" dirty="0">
                <a:latin typeface="Times New Roman" panose="02020603050405020304" pitchFamily="18" charset="0"/>
                <a:cs typeface="Times New Roman" panose="02020603050405020304" pitchFamily="18" charset="0"/>
              </a:rPr>
              <a:t>r</a:t>
            </a:r>
            <a:r>
              <a:rPr sz="2100" spc="-116" dirty="0">
                <a:latin typeface="Times New Roman" panose="02020603050405020304" pitchFamily="18" charset="0"/>
                <a:cs typeface="Times New Roman" panose="02020603050405020304" pitchFamily="18" charset="0"/>
              </a:rPr>
              <a:t>ease</a:t>
            </a:r>
            <a:r>
              <a:rPr sz="2100" spc="-45" dirty="0">
                <a:latin typeface="Times New Roman" panose="02020603050405020304" pitchFamily="18" charset="0"/>
                <a:cs typeface="Times New Roman" panose="02020603050405020304" pitchFamily="18" charset="0"/>
              </a:rPr>
              <a:t> </a:t>
            </a:r>
            <a:r>
              <a:rPr sz="2100" spc="-113" dirty="0">
                <a:latin typeface="Times New Roman" panose="02020603050405020304" pitchFamily="18" charset="0"/>
                <a:cs typeface="Times New Roman" panose="02020603050405020304" pitchFamily="18" charset="0"/>
              </a:rPr>
              <a:t>whi</a:t>
            </a:r>
            <a:r>
              <a:rPr sz="2100" spc="-64" dirty="0">
                <a:latin typeface="Times New Roman" panose="02020603050405020304" pitchFamily="18" charset="0"/>
                <a:cs typeface="Times New Roman" panose="02020603050405020304" pitchFamily="18" charset="0"/>
              </a:rPr>
              <a:t>l</a:t>
            </a:r>
            <a:r>
              <a:rPr sz="2100" spc="-120" dirty="0">
                <a:latin typeface="Times New Roman" panose="02020603050405020304" pitchFamily="18" charset="0"/>
                <a:cs typeface="Times New Roman" panose="02020603050405020304" pitchFamily="18" charset="0"/>
              </a:rPr>
              <a:t>e</a:t>
            </a:r>
            <a:r>
              <a:rPr sz="2100" spc="-53" dirty="0">
                <a:latin typeface="Times New Roman" panose="02020603050405020304" pitchFamily="18" charset="0"/>
                <a:cs typeface="Times New Roman" panose="02020603050405020304" pitchFamily="18" charset="0"/>
              </a:rPr>
              <a:t> </a:t>
            </a:r>
            <a:r>
              <a:rPr sz="2100" spc="-94" dirty="0">
                <a:latin typeface="Times New Roman" panose="02020603050405020304" pitchFamily="18" charset="0"/>
                <a:cs typeface="Times New Roman" panose="02020603050405020304" pitchFamily="18" charset="0"/>
              </a:rPr>
              <a:t>using</a:t>
            </a:r>
            <a:r>
              <a:rPr sz="2100" spc="-41" dirty="0">
                <a:latin typeface="Times New Roman" panose="02020603050405020304" pitchFamily="18" charset="0"/>
                <a:cs typeface="Times New Roman" panose="02020603050405020304" pitchFamily="18" charset="0"/>
              </a:rPr>
              <a:t> </a:t>
            </a:r>
            <a:r>
              <a:rPr sz="2100" spc="-68" dirty="0">
                <a:latin typeface="Times New Roman" panose="02020603050405020304" pitchFamily="18" charset="0"/>
                <a:cs typeface="Times New Roman" panose="02020603050405020304" pitchFamily="18" charset="0"/>
              </a:rPr>
              <a:t>vi</a:t>
            </a:r>
            <a:r>
              <a:rPr sz="2100" spc="-30" dirty="0">
                <a:latin typeface="Times New Roman" panose="02020603050405020304" pitchFamily="18" charset="0"/>
                <a:cs typeface="Times New Roman" panose="02020603050405020304" pitchFamily="18" charset="0"/>
              </a:rPr>
              <a:t>r</a:t>
            </a:r>
            <a:r>
              <a:rPr sz="2100" spc="-113" dirty="0">
                <a:latin typeface="Times New Roman" panose="02020603050405020304" pitchFamily="18" charset="0"/>
                <a:cs typeface="Times New Roman" panose="02020603050405020304" pitchFamily="18" charset="0"/>
              </a:rPr>
              <a:t>tualization</a:t>
            </a:r>
            <a:r>
              <a:rPr sz="2100" spc="-270" dirty="0">
                <a:latin typeface="Times New Roman" panose="02020603050405020304" pitchFamily="18" charset="0"/>
                <a:cs typeface="Times New Roman" panose="02020603050405020304" pitchFamily="18" charset="0"/>
              </a:rPr>
              <a:t>.</a:t>
            </a:r>
            <a:endParaRPr sz="2100" dirty="0">
              <a:latin typeface="Times New Roman" panose="02020603050405020304" pitchFamily="18" charset="0"/>
              <a:cs typeface="Times New Roman" panose="02020603050405020304" pitchFamily="18" charset="0"/>
            </a:endParaRPr>
          </a:p>
          <a:p>
            <a:pPr marL="180975" marR="3810" indent="-171450" algn="just">
              <a:lnSpc>
                <a:spcPct val="150000"/>
              </a:lnSpc>
              <a:spcBef>
                <a:spcPts val="375"/>
              </a:spcBef>
              <a:buClr>
                <a:srgbClr val="B71E42"/>
              </a:buClr>
              <a:buFont typeface="Arial MT"/>
              <a:buChar char="•"/>
              <a:tabLst>
                <a:tab pos="180975" algn="l"/>
              </a:tabLst>
            </a:pPr>
            <a:r>
              <a:rPr sz="2100" spc="-165" dirty="0">
                <a:latin typeface="Times New Roman" panose="02020603050405020304" pitchFamily="18" charset="0"/>
                <a:cs typeface="Times New Roman" panose="02020603050405020304" pitchFamily="18" charset="0"/>
              </a:rPr>
              <a:t>Finally, </a:t>
            </a:r>
            <a:r>
              <a:rPr sz="2100" spc="-101" dirty="0">
                <a:latin typeface="Times New Roman" panose="02020603050405020304" pitchFamily="18" charset="0"/>
                <a:cs typeface="Times New Roman" panose="02020603050405020304" pitchFamily="18" charset="0"/>
              </a:rPr>
              <a:t>in </a:t>
            </a:r>
            <a:r>
              <a:rPr sz="2100" spc="-180" dirty="0">
                <a:latin typeface="Times New Roman" panose="02020603050405020304" pitchFamily="18" charset="0"/>
                <a:cs typeface="Times New Roman" panose="02020603050405020304" pitchFamily="18" charset="0"/>
              </a:rPr>
              <a:t>a </a:t>
            </a:r>
            <a:r>
              <a:rPr sz="2100" spc="-101" dirty="0">
                <a:latin typeface="Times New Roman" panose="02020603050405020304" pitchFamily="18" charset="0"/>
                <a:cs typeface="Times New Roman" panose="02020603050405020304" pitchFamily="18" charset="0"/>
              </a:rPr>
              <a:t>virtual </a:t>
            </a:r>
            <a:r>
              <a:rPr sz="2100" spc="-105" dirty="0">
                <a:latin typeface="Times New Roman" panose="02020603050405020304" pitchFamily="18" charset="0"/>
                <a:cs typeface="Times New Roman" panose="02020603050405020304" pitchFamily="18" charset="0"/>
              </a:rPr>
              <a:t>environment, </a:t>
            </a:r>
            <a:r>
              <a:rPr sz="2100" spc="-56" dirty="0">
                <a:latin typeface="Times New Roman" panose="02020603050405020304" pitchFamily="18" charset="0"/>
                <a:cs typeface="Times New Roman" panose="02020603050405020304" pitchFamily="18" charset="0"/>
              </a:rPr>
              <a:t>users </a:t>
            </a:r>
            <a:r>
              <a:rPr sz="2100" spc="-71" dirty="0">
                <a:latin typeface="Times New Roman" panose="02020603050405020304" pitchFamily="18" charset="0"/>
                <a:cs typeface="Times New Roman" panose="02020603050405020304" pitchFamily="18" charset="0"/>
              </a:rPr>
              <a:t>lose </a:t>
            </a:r>
            <a:r>
              <a:rPr sz="2100" spc="-64" dirty="0">
                <a:latin typeface="Times New Roman" panose="02020603050405020304" pitchFamily="18" charset="0"/>
                <a:cs typeface="Times New Roman" panose="02020603050405020304" pitchFamily="18" charset="0"/>
              </a:rPr>
              <a:t>control </a:t>
            </a:r>
            <a:r>
              <a:rPr sz="2100" spc="-98" dirty="0">
                <a:latin typeface="Times New Roman" panose="02020603050405020304" pitchFamily="18" charset="0"/>
                <a:cs typeface="Times New Roman" panose="02020603050405020304" pitchFamily="18" charset="0"/>
              </a:rPr>
              <a:t>of </a:t>
            </a:r>
            <a:r>
              <a:rPr sz="2100" spc="-109" dirty="0">
                <a:latin typeface="Times New Roman" panose="02020603050405020304" pitchFamily="18" charset="0"/>
                <a:cs typeface="Times New Roman" panose="02020603050405020304" pitchFamily="18" charset="0"/>
              </a:rPr>
              <a:t>what </a:t>
            </a:r>
            <a:r>
              <a:rPr sz="2100" spc="-113" dirty="0">
                <a:latin typeface="Times New Roman" panose="02020603050405020304" pitchFamily="18" charset="0"/>
                <a:cs typeface="Times New Roman" panose="02020603050405020304" pitchFamily="18" charset="0"/>
              </a:rPr>
              <a:t>they </a:t>
            </a:r>
            <a:r>
              <a:rPr sz="2100" spc="-124" dirty="0">
                <a:latin typeface="Times New Roman" panose="02020603050405020304" pitchFamily="18" charset="0"/>
                <a:cs typeface="Times New Roman" panose="02020603050405020304" pitchFamily="18" charset="0"/>
              </a:rPr>
              <a:t>can </a:t>
            </a:r>
            <a:r>
              <a:rPr sz="2100" spc="-30" dirty="0">
                <a:latin typeface="Times New Roman" panose="02020603050405020304" pitchFamily="18" charset="0"/>
                <a:cs typeface="Times New Roman" panose="02020603050405020304" pitchFamily="18" charset="0"/>
              </a:rPr>
              <a:t>do </a:t>
            </a:r>
            <a:r>
              <a:rPr sz="2100" spc="-26" dirty="0">
                <a:latin typeface="Times New Roman" panose="02020603050405020304" pitchFamily="18" charset="0"/>
                <a:cs typeface="Times New Roman" panose="02020603050405020304" pitchFamily="18" charset="0"/>
              </a:rPr>
              <a:t> </a:t>
            </a:r>
            <a:r>
              <a:rPr sz="2100" spc="-109" dirty="0">
                <a:latin typeface="Times New Roman" panose="02020603050405020304" pitchFamily="18" charset="0"/>
                <a:cs typeface="Times New Roman" panose="02020603050405020304" pitchFamily="18" charset="0"/>
              </a:rPr>
              <a:t>because </a:t>
            </a:r>
            <a:r>
              <a:rPr sz="2100" spc="-98" dirty="0">
                <a:latin typeface="Times New Roman" panose="02020603050405020304" pitchFamily="18" charset="0"/>
                <a:cs typeface="Times New Roman" panose="02020603050405020304" pitchFamily="18" charset="0"/>
              </a:rPr>
              <a:t>there </a:t>
            </a:r>
            <a:r>
              <a:rPr sz="2100" spc="-113" dirty="0">
                <a:latin typeface="Times New Roman" panose="02020603050405020304" pitchFamily="18" charset="0"/>
                <a:cs typeface="Times New Roman" panose="02020603050405020304" pitchFamily="18" charset="0"/>
              </a:rPr>
              <a:t>are </a:t>
            </a:r>
            <a:r>
              <a:rPr sz="2100" spc="-109" dirty="0">
                <a:latin typeface="Times New Roman" panose="02020603050405020304" pitchFamily="18" charset="0"/>
                <a:cs typeface="Times New Roman" panose="02020603050405020304" pitchFamily="18" charset="0"/>
              </a:rPr>
              <a:t>several </a:t>
            </a:r>
            <a:r>
              <a:rPr sz="2100" spc="-90" dirty="0">
                <a:latin typeface="Times New Roman" panose="02020603050405020304" pitchFamily="18" charset="0"/>
                <a:cs typeface="Times New Roman" panose="02020603050405020304" pitchFamily="18" charset="0"/>
              </a:rPr>
              <a:t>links </a:t>
            </a:r>
            <a:r>
              <a:rPr sz="2100" spc="-124" dirty="0">
                <a:latin typeface="Times New Roman" panose="02020603050405020304" pitchFamily="18" charset="0"/>
                <a:cs typeface="Times New Roman" panose="02020603050405020304" pitchFamily="18" charset="0"/>
              </a:rPr>
              <a:t>that </a:t>
            </a:r>
            <a:r>
              <a:rPr sz="2100" spc="-90" dirty="0">
                <a:latin typeface="Times New Roman" panose="02020603050405020304" pitchFamily="18" charset="0"/>
                <a:cs typeface="Times New Roman" panose="02020603050405020304" pitchFamily="18" charset="0"/>
              </a:rPr>
              <a:t>must </a:t>
            </a:r>
            <a:r>
              <a:rPr sz="2100" spc="-94" dirty="0">
                <a:latin typeface="Times New Roman" panose="02020603050405020304" pitchFamily="18" charset="0"/>
                <a:cs typeface="Times New Roman" panose="02020603050405020304" pitchFamily="18" charset="0"/>
              </a:rPr>
              <a:t>collaborate </a:t>
            </a:r>
            <a:r>
              <a:rPr sz="2100" spc="-45" dirty="0">
                <a:latin typeface="Times New Roman" panose="02020603050405020304" pitchFamily="18" charset="0"/>
                <a:cs typeface="Times New Roman" panose="02020603050405020304" pitchFamily="18" charset="0"/>
              </a:rPr>
              <a:t>to </a:t>
            </a:r>
            <a:r>
              <a:rPr sz="2100" spc="-79" dirty="0">
                <a:latin typeface="Times New Roman" panose="02020603050405020304" pitchFamily="18" charset="0"/>
                <a:cs typeface="Times New Roman" panose="02020603050405020304" pitchFamily="18" charset="0"/>
              </a:rPr>
              <a:t>perform </a:t>
            </a:r>
            <a:r>
              <a:rPr sz="2100" spc="-105" dirty="0">
                <a:latin typeface="Times New Roman" panose="02020603050405020304" pitchFamily="18" charset="0"/>
                <a:cs typeface="Times New Roman" panose="02020603050405020304" pitchFamily="18" charset="0"/>
              </a:rPr>
              <a:t>the </a:t>
            </a:r>
            <a:r>
              <a:rPr sz="2100" spc="-101" dirty="0">
                <a:latin typeface="Times New Roman" panose="02020603050405020304" pitchFamily="18" charset="0"/>
                <a:cs typeface="Times New Roman" panose="02020603050405020304" pitchFamily="18" charset="0"/>
              </a:rPr>
              <a:t> </a:t>
            </a:r>
            <a:r>
              <a:rPr sz="2100" spc="-113" dirty="0">
                <a:latin typeface="Times New Roman" panose="02020603050405020304" pitchFamily="18" charset="0"/>
                <a:cs typeface="Times New Roman" panose="02020603050405020304" pitchFamily="18" charset="0"/>
              </a:rPr>
              <a:t>same</a:t>
            </a:r>
            <a:r>
              <a:rPr sz="2100" spc="-38" dirty="0">
                <a:latin typeface="Times New Roman" panose="02020603050405020304" pitchFamily="18" charset="0"/>
                <a:cs typeface="Times New Roman" panose="02020603050405020304" pitchFamily="18" charset="0"/>
              </a:rPr>
              <a:t> </a:t>
            </a:r>
            <a:r>
              <a:rPr sz="2100" spc="-131" dirty="0">
                <a:latin typeface="Times New Roman" panose="02020603050405020304" pitchFamily="18" charset="0"/>
                <a:cs typeface="Times New Roman" panose="02020603050405020304" pitchFamily="18" charset="0"/>
              </a:rPr>
              <a:t>task.</a:t>
            </a:r>
            <a:r>
              <a:rPr sz="2100" spc="-225" dirty="0">
                <a:latin typeface="Times New Roman" panose="02020603050405020304" pitchFamily="18" charset="0"/>
                <a:cs typeface="Times New Roman" panose="02020603050405020304" pitchFamily="18" charset="0"/>
              </a:rPr>
              <a:t> </a:t>
            </a:r>
            <a:r>
              <a:rPr sz="2100" spc="-135" dirty="0">
                <a:latin typeface="Times New Roman" panose="02020603050405020304" pitchFamily="18" charset="0"/>
                <a:cs typeface="Times New Roman" panose="02020603050405020304" pitchFamily="18" charset="0"/>
              </a:rPr>
              <a:t>If</a:t>
            </a:r>
            <a:r>
              <a:rPr sz="2100" spc="-45" dirty="0">
                <a:latin typeface="Times New Roman" panose="02020603050405020304" pitchFamily="18" charset="0"/>
                <a:cs typeface="Times New Roman" panose="02020603050405020304" pitchFamily="18" charset="0"/>
              </a:rPr>
              <a:t> </a:t>
            </a:r>
            <a:r>
              <a:rPr sz="2100" spc="-135" dirty="0">
                <a:latin typeface="Times New Roman" panose="02020603050405020304" pitchFamily="18" charset="0"/>
                <a:cs typeface="Times New Roman" panose="02020603050405020304" pitchFamily="18" charset="0"/>
              </a:rPr>
              <a:t>any</a:t>
            </a:r>
            <a:r>
              <a:rPr sz="2100" spc="-45" dirty="0">
                <a:latin typeface="Times New Roman" panose="02020603050405020304" pitchFamily="18" charset="0"/>
                <a:cs typeface="Times New Roman" panose="02020603050405020304" pitchFamily="18" charset="0"/>
              </a:rPr>
              <a:t> </a:t>
            </a:r>
            <a:r>
              <a:rPr sz="2100" spc="-90" dirty="0">
                <a:latin typeface="Times New Roman" panose="02020603050405020304" pitchFamily="18" charset="0"/>
                <a:cs typeface="Times New Roman" panose="02020603050405020304" pitchFamily="18" charset="0"/>
              </a:rPr>
              <a:t>part</a:t>
            </a:r>
            <a:r>
              <a:rPr sz="2100" spc="-41" dirty="0">
                <a:latin typeface="Times New Roman" panose="02020603050405020304" pitchFamily="18" charset="0"/>
                <a:cs typeface="Times New Roman" panose="02020603050405020304" pitchFamily="18" charset="0"/>
              </a:rPr>
              <a:t> </a:t>
            </a:r>
            <a:r>
              <a:rPr sz="2100" spc="-79" dirty="0">
                <a:latin typeface="Times New Roman" panose="02020603050405020304" pitchFamily="18" charset="0"/>
                <a:cs typeface="Times New Roman" panose="02020603050405020304" pitchFamily="18" charset="0"/>
              </a:rPr>
              <a:t>is</a:t>
            </a:r>
            <a:r>
              <a:rPr sz="2100" spc="-34" dirty="0">
                <a:latin typeface="Times New Roman" panose="02020603050405020304" pitchFamily="18" charset="0"/>
                <a:cs typeface="Times New Roman" panose="02020603050405020304" pitchFamily="18" charset="0"/>
              </a:rPr>
              <a:t> </a:t>
            </a:r>
            <a:r>
              <a:rPr sz="2100" spc="-60" dirty="0">
                <a:latin typeface="Times New Roman" panose="02020603050405020304" pitchFamily="18" charset="0"/>
                <a:cs typeface="Times New Roman" panose="02020603050405020304" pitchFamily="18" charset="0"/>
              </a:rPr>
              <a:t>not</a:t>
            </a:r>
            <a:r>
              <a:rPr sz="2100" spc="-45" dirty="0">
                <a:latin typeface="Times New Roman" panose="02020603050405020304" pitchFamily="18" charset="0"/>
                <a:cs typeface="Times New Roman" panose="02020603050405020304" pitchFamily="18" charset="0"/>
              </a:rPr>
              <a:t> </a:t>
            </a:r>
            <a:r>
              <a:rPr sz="2100" spc="-90" dirty="0">
                <a:latin typeface="Times New Roman" panose="02020603050405020304" pitchFamily="18" charset="0"/>
                <a:cs typeface="Times New Roman" panose="02020603050405020304" pitchFamily="18" charset="0"/>
              </a:rPr>
              <a:t>working,</a:t>
            </a:r>
            <a:r>
              <a:rPr sz="2100" spc="-229" dirty="0">
                <a:latin typeface="Times New Roman" panose="02020603050405020304" pitchFamily="18" charset="0"/>
                <a:cs typeface="Times New Roman" panose="02020603050405020304" pitchFamily="18" charset="0"/>
              </a:rPr>
              <a:t> </a:t>
            </a:r>
            <a:r>
              <a:rPr sz="2100" spc="-101" dirty="0">
                <a:latin typeface="Times New Roman" panose="02020603050405020304" pitchFamily="18" charset="0"/>
                <a:cs typeface="Times New Roman" panose="02020603050405020304" pitchFamily="18" charset="0"/>
              </a:rPr>
              <a:t>then</a:t>
            </a:r>
            <a:r>
              <a:rPr sz="2100" spc="-41" dirty="0">
                <a:latin typeface="Times New Roman" panose="02020603050405020304" pitchFamily="18" charset="0"/>
                <a:cs typeface="Times New Roman" panose="02020603050405020304" pitchFamily="18" charset="0"/>
              </a:rPr>
              <a:t> </a:t>
            </a:r>
            <a:r>
              <a:rPr sz="2100" spc="-109" dirty="0">
                <a:latin typeface="Times New Roman" panose="02020603050405020304" pitchFamily="18" charset="0"/>
                <a:cs typeface="Times New Roman" panose="02020603050405020304" pitchFamily="18" charset="0"/>
              </a:rPr>
              <a:t>the</a:t>
            </a:r>
            <a:r>
              <a:rPr sz="2100" spc="-41" dirty="0">
                <a:latin typeface="Times New Roman" panose="02020603050405020304" pitchFamily="18" charset="0"/>
                <a:cs typeface="Times New Roman" panose="02020603050405020304" pitchFamily="18" charset="0"/>
              </a:rPr>
              <a:t> </a:t>
            </a:r>
            <a:r>
              <a:rPr sz="2100" spc="-98" dirty="0">
                <a:latin typeface="Times New Roman" panose="02020603050405020304" pitchFamily="18" charset="0"/>
                <a:cs typeface="Times New Roman" panose="02020603050405020304" pitchFamily="18" charset="0"/>
              </a:rPr>
              <a:t>entire</a:t>
            </a:r>
            <a:r>
              <a:rPr sz="2100" spc="-49" dirty="0">
                <a:latin typeface="Times New Roman" panose="02020603050405020304" pitchFamily="18" charset="0"/>
                <a:cs typeface="Times New Roman" panose="02020603050405020304" pitchFamily="18" charset="0"/>
              </a:rPr>
              <a:t> </a:t>
            </a:r>
            <a:r>
              <a:rPr sz="2100" spc="-75" dirty="0">
                <a:latin typeface="Times New Roman" panose="02020603050405020304" pitchFamily="18" charset="0"/>
                <a:cs typeface="Times New Roman" panose="02020603050405020304" pitchFamily="18" charset="0"/>
              </a:rPr>
              <a:t>operation</a:t>
            </a:r>
            <a:r>
              <a:rPr sz="2100" spc="-41" dirty="0">
                <a:latin typeface="Times New Roman" panose="02020603050405020304" pitchFamily="18" charset="0"/>
                <a:cs typeface="Times New Roman" panose="02020603050405020304" pitchFamily="18" charset="0"/>
              </a:rPr>
              <a:t> </a:t>
            </a:r>
            <a:r>
              <a:rPr sz="2100" spc="-113" dirty="0">
                <a:latin typeface="Times New Roman" panose="02020603050405020304" pitchFamily="18" charset="0"/>
                <a:cs typeface="Times New Roman" panose="02020603050405020304" pitchFamily="18" charset="0"/>
              </a:rPr>
              <a:t>will</a:t>
            </a:r>
            <a:r>
              <a:rPr sz="2100" spc="-53" dirty="0">
                <a:latin typeface="Times New Roman" panose="02020603050405020304" pitchFamily="18" charset="0"/>
                <a:cs typeface="Times New Roman" panose="02020603050405020304" pitchFamily="18" charset="0"/>
              </a:rPr>
              <a:t> </a:t>
            </a:r>
            <a:r>
              <a:rPr sz="2100" spc="-184" dirty="0">
                <a:latin typeface="Times New Roman" panose="02020603050405020304" pitchFamily="18" charset="0"/>
                <a:cs typeface="Times New Roman" panose="02020603050405020304" pitchFamily="18" charset="0"/>
              </a:rPr>
              <a:t>fail.</a:t>
            </a:r>
            <a:endParaRPr sz="2100" dirty="0">
              <a:latin typeface="Times New Roman" panose="02020603050405020304" pitchFamily="18" charset="0"/>
              <a:cs typeface="Times New Roman" panose="02020603050405020304" pitchFamily="18" charset="0"/>
            </a:endParaRPr>
          </a:p>
        </p:txBody>
      </p:sp>
      <p:sp>
        <p:nvSpPr>
          <p:cNvPr id="3" name="object 2"/>
          <p:cNvSpPr txBox="1">
            <a:spLocks/>
          </p:cNvSpPr>
          <p:nvPr/>
        </p:nvSpPr>
        <p:spPr>
          <a:xfrm>
            <a:off x="1105912" y="494938"/>
            <a:ext cx="2189702" cy="379431"/>
          </a:xfrm>
          <a:prstGeom prst="rect">
            <a:avLst/>
          </a:prstGeom>
        </p:spPr>
        <p:txBody>
          <a:bodyPr vert="horz" wrap="square" lIns="0" tIns="10001" rIns="0" bIns="0" rtlCol="0">
            <a:spAutoFit/>
          </a:bodyPr>
          <a:lstStyle>
            <a:lvl1pPr algn="l" defTabSz="914400" rtl="0" eaLnBrk="1" latinLnBrk="0" hangingPunct="1">
              <a:lnSpc>
                <a:spcPct val="90000"/>
              </a:lnSpc>
              <a:spcBef>
                <a:spcPct val="0"/>
              </a:spcBef>
              <a:buNone/>
              <a:defRPr sz="3400" kern="1200">
                <a:solidFill>
                  <a:schemeClr val="accent2"/>
                </a:solidFill>
                <a:latin typeface="+mj-lt"/>
                <a:ea typeface="+mj-ea"/>
                <a:cs typeface="+mj-cs"/>
              </a:defRPr>
            </a:lvl1pPr>
          </a:lstStyle>
          <a:p>
            <a:pPr marL="9525">
              <a:lnSpc>
                <a:spcPct val="100000"/>
              </a:lnSpc>
              <a:spcBef>
                <a:spcPts val="79"/>
              </a:spcBef>
            </a:pPr>
            <a:r>
              <a:rPr lang="en-IN" sz="2400" spc="15" dirty="0"/>
              <a:t>Limitations</a:t>
            </a:r>
            <a:endParaRPr lang="en-IN" sz="2400" dirty="0"/>
          </a:p>
        </p:txBody>
      </p:sp>
      <p:sp>
        <p:nvSpPr>
          <p:cNvPr id="4" name="Title 3"/>
          <p:cNvSpPr>
            <a:spLocks noGrp="1"/>
          </p:cNvSpPr>
          <p:nvPr>
            <p:ph type="title"/>
          </p:nvPr>
        </p:nvSpPr>
        <p:spPr/>
        <p:txBody>
          <a:bodyPr/>
          <a:lstStyle/>
          <a:p>
            <a:endParaRPr lang="en-IN"/>
          </a:p>
        </p:txBody>
      </p:sp>
    </p:spTree>
    <p:extLst>
      <p:ext uri="{BB962C8B-B14F-4D97-AF65-F5344CB8AC3E}">
        <p14:creationId xmlns:p14="http://schemas.microsoft.com/office/powerpoint/2010/main" val="255119642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spcFirstLastPara="1" vert="horz" wrap="square" lIns="0" tIns="10001" rIns="0" bIns="0" rtlCol="0" anchor="ctr" anchorCtr="0">
            <a:spAutoFit/>
          </a:bodyPr>
          <a:lstStyle/>
          <a:p>
            <a:pPr marL="9525">
              <a:spcBef>
                <a:spcPts val="79"/>
              </a:spcBef>
            </a:pPr>
            <a:r>
              <a:rPr sz="2400" spc="311" dirty="0"/>
              <a:t>N</a:t>
            </a:r>
            <a:r>
              <a:rPr sz="2400" spc="259" dirty="0"/>
              <a:t>E</a:t>
            </a:r>
            <a:r>
              <a:rPr sz="2400" spc="161" dirty="0"/>
              <a:t>E</a:t>
            </a:r>
            <a:r>
              <a:rPr sz="2400" spc="382" dirty="0"/>
              <a:t>D</a:t>
            </a:r>
            <a:r>
              <a:rPr sz="2400" spc="-64" dirty="0"/>
              <a:t> </a:t>
            </a:r>
            <a:r>
              <a:rPr sz="2400" spc="420" dirty="0"/>
              <a:t>O</a:t>
            </a:r>
            <a:r>
              <a:rPr sz="2400" spc="49" dirty="0"/>
              <a:t>F</a:t>
            </a:r>
            <a:r>
              <a:rPr sz="2400" spc="-424" dirty="0"/>
              <a:t> </a:t>
            </a:r>
            <a:r>
              <a:rPr lang="en-IN" sz="2400" spc="-424" dirty="0"/>
              <a:t>    </a:t>
            </a:r>
            <a:r>
              <a:rPr sz="2400" spc="180" dirty="0"/>
              <a:t>VI</a:t>
            </a:r>
            <a:r>
              <a:rPr sz="2400" spc="15" dirty="0"/>
              <a:t>R</a:t>
            </a:r>
            <a:r>
              <a:rPr sz="2400" spc="255" dirty="0"/>
              <a:t>T</a:t>
            </a:r>
            <a:r>
              <a:rPr sz="2400" spc="240" dirty="0"/>
              <a:t>U</a:t>
            </a:r>
            <a:r>
              <a:rPr sz="2400" spc="270" dirty="0"/>
              <a:t>A</a:t>
            </a:r>
            <a:r>
              <a:rPr sz="2400" spc="225" dirty="0"/>
              <a:t>L</a:t>
            </a:r>
            <a:r>
              <a:rPr sz="2400" spc="233" dirty="0"/>
              <a:t>IZ</a:t>
            </a:r>
            <a:r>
              <a:rPr sz="2400" spc="56" dirty="0"/>
              <a:t>A</a:t>
            </a:r>
            <a:r>
              <a:rPr sz="2400" spc="304" dirty="0"/>
              <a:t>TION</a:t>
            </a:r>
            <a:endParaRPr sz="2400" dirty="0"/>
          </a:p>
        </p:txBody>
      </p:sp>
      <p:sp>
        <p:nvSpPr>
          <p:cNvPr id="3" name="object 3"/>
          <p:cNvSpPr txBox="1"/>
          <p:nvPr/>
        </p:nvSpPr>
        <p:spPr>
          <a:xfrm>
            <a:off x="1003441" y="1060704"/>
            <a:ext cx="7529798" cy="3705502"/>
          </a:xfrm>
          <a:prstGeom prst="rect">
            <a:avLst/>
          </a:prstGeom>
        </p:spPr>
        <p:txBody>
          <a:bodyPr vert="horz" wrap="square" lIns="0" tIns="9525" rIns="0" bIns="0" rtlCol="0">
            <a:spAutoFit/>
          </a:bodyPr>
          <a:lstStyle/>
          <a:p>
            <a:pPr marL="180499" marR="5239" indent="-171450" algn="just">
              <a:lnSpc>
                <a:spcPct val="150000"/>
              </a:lnSpc>
              <a:spcBef>
                <a:spcPts val="75"/>
              </a:spcBef>
              <a:buClr>
                <a:srgbClr val="B71E42"/>
              </a:buClr>
              <a:buFont typeface="Arial MT"/>
              <a:buChar char="•"/>
              <a:tabLst>
                <a:tab pos="180975" algn="l"/>
              </a:tabLst>
            </a:pPr>
            <a:r>
              <a:rPr sz="1800" spc="-45" dirty="0">
                <a:latin typeface="Times New Roman" panose="02020603050405020304" pitchFamily="18" charset="0"/>
                <a:cs typeface="Times New Roman" panose="02020603050405020304" pitchFamily="18" charset="0"/>
              </a:rPr>
              <a:t>The </a:t>
            </a:r>
            <a:r>
              <a:rPr sz="1800" spc="-49" dirty="0">
                <a:latin typeface="Times New Roman" panose="02020603050405020304" pitchFamily="18" charset="0"/>
                <a:cs typeface="Times New Roman" panose="02020603050405020304" pitchFamily="18" charset="0"/>
              </a:rPr>
              <a:t>most </a:t>
            </a:r>
            <a:r>
              <a:rPr sz="1800" spc="-75" dirty="0">
                <a:latin typeface="Times New Roman" panose="02020603050405020304" pitchFamily="18" charset="0"/>
                <a:cs typeface="Times New Roman" panose="02020603050405020304" pitchFamily="18" charset="0"/>
              </a:rPr>
              <a:t>important</a:t>
            </a:r>
            <a:r>
              <a:rPr sz="1800" spc="-71" dirty="0">
                <a:latin typeface="Times New Roman" panose="02020603050405020304" pitchFamily="18" charset="0"/>
                <a:cs typeface="Times New Roman" panose="02020603050405020304" pitchFamily="18" charset="0"/>
              </a:rPr>
              <a:t> </a:t>
            </a:r>
            <a:r>
              <a:rPr sz="1800" spc="-86" dirty="0">
                <a:latin typeface="Times New Roman" panose="02020603050405020304" pitchFamily="18" charset="0"/>
                <a:cs typeface="Times New Roman" panose="02020603050405020304" pitchFamily="18" charset="0"/>
              </a:rPr>
              <a:t>function</a:t>
            </a:r>
            <a:r>
              <a:rPr sz="1800" spc="-83" dirty="0">
                <a:latin typeface="Times New Roman" panose="02020603050405020304" pitchFamily="18" charset="0"/>
                <a:cs typeface="Times New Roman" panose="02020603050405020304" pitchFamily="18" charset="0"/>
              </a:rPr>
              <a:t> of</a:t>
            </a:r>
            <a:r>
              <a:rPr sz="1800" spc="-79" dirty="0">
                <a:latin typeface="Times New Roman" panose="02020603050405020304" pitchFamily="18" charset="0"/>
                <a:cs typeface="Times New Roman" panose="02020603050405020304" pitchFamily="18" charset="0"/>
              </a:rPr>
              <a:t> </a:t>
            </a:r>
            <a:r>
              <a:rPr sz="1800" b="1" spc="-11" dirty="0">
                <a:latin typeface="Times New Roman" panose="02020603050405020304" pitchFamily="18" charset="0"/>
                <a:cs typeface="Times New Roman" panose="02020603050405020304" pitchFamily="18" charset="0"/>
              </a:rPr>
              <a:t>virtualization </a:t>
            </a:r>
            <a:r>
              <a:rPr sz="1800" spc="-64" dirty="0">
                <a:latin typeface="Times New Roman" panose="02020603050405020304" pitchFamily="18" charset="0"/>
                <a:cs typeface="Times New Roman" panose="02020603050405020304" pitchFamily="18" charset="0"/>
              </a:rPr>
              <a:t>is</a:t>
            </a:r>
            <a:r>
              <a:rPr sz="1800" spc="-60" dirty="0">
                <a:latin typeface="Times New Roman" panose="02020603050405020304" pitchFamily="18" charset="0"/>
                <a:cs typeface="Times New Roman" panose="02020603050405020304" pitchFamily="18" charset="0"/>
              </a:rPr>
              <a:t> </a:t>
            </a:r>
            <a:r>
              <a:rPr sz="1800" spc="-90" dirty="0">
                <a:latin typeface="Times New Roman" panose="02020603050405020304" pitchFamily="18" charset="0"/>
                <a:cs typeface="Times New Roman" panose="02020603050405020304" pitchFamily="18" charset="0"/>
              </a:rPr>
              <a:t>the</a:t>
            </a:r>
            <a:r>
              <a:rPr sz="1800" spc="-86" dirty="0">
                <a:latin typeface="Times New Roman" panose="02020603050405020304" pitchFamily="18" charset="0"/>
                <a:cs typeface="Times New Roman" panose="02020603050405020304" pitchFamily="18" charset="0"/>
              </a:rPr>
              <a:t> </a:t>
            </a:r>
            <a:r>
              <a:rPr sz="1800" spc="-109" dirty="0">
                <a:latin typeface="Times New Roman" panose="02020603050405020304" pitchFamily="18" charset="0"/>
                <a:cs typeface="Times New Roman" panose="02020603050405020304" pitchFamily="18" charset="0"/>
              </a:rPr>
              <a:t>capability</a:t>
            </a:r>
            <a:r>
              <a:rPr sz="1800" spc="-105" dirty="0">
                <a:latin typeface="Times New Roman" panose="02020603050405020304" pitchFamily="18" charset="0"/>
                <a:cs typeface="Times New Roman" panose="02020603050405020304" pitchFamily="18" charset="0"/>
              </a:rPr>
              <a:t> </a:t>
            </a:r>
            <a:r>
              <a:rPr sz="1800" spc="-86" dirty="0">
                <a:latin typeface="Times New Roman" panose="02020603050405020304" pitchFamily="18" charset="0"/>
                <a:cs typeface="Times New Roman" panose="02020603050405020304" pitchFamily="18" charset="0"/>
              </a:rPr>
              <a:t>of</a:t>
            </a:r>
            <a:r>
              <a:rPr sz="1800" spc="-83" dirty="0">
                <a:latin typeface="Times New Roman" panose="02020603050405020304" pitchFamily="18" charset="0"/>
                <a:cs typeface="Times New Roman" panose="02020603050405020304" pitchFamily="18" charset="0"/>
              </a:rPr>
              <a:t> </a:t>
            </a:r>
            <a:r>
              <a:rPr sz="1800" spc="-71" dirty="0">
                <a:latin typeface="Times New Roman" panose="02020603050405020304" pitchFamily="18" charset="0"/>
                <a:cs typeface="Times New Roman" panose="02020603050405020304" pitchFamily="18" charset="0"/>
              </a:rPr>
              <a:t>running</a:t>
            </a:r>
            <a:r>
              <a:rPr sz="1800" spc="-68" dirty="0">
                <a:latin typeface="Times New Roman" panose="02020603050405020304" pitchFamily="18" charset="0"/>
                <a:cs typeface="Times New Roman" panose="02020603050405020304" pitchFamily="18" charset="0"/>
              </a:rPr>
              <a:t> </a:t>
            </a:r>
            <a:r>
              <a:rPr sz="1800" spc="-101" dirty="0">
                <a:latin typeface="Times New Roman" panose="02020603050405020304" pitchFamily="18" charset="0"/>
                <a:cs typeface="Times New Roman" panose="02020603050405020304" pitchFamily="18" charset="0"/>
              </a:rPr>
              <a:t>multiple </a:t>
            </a:r>
            <a:r>
              <a:rPr sz="1800" spc="-98" dirty="0">
                <a:latin typeface="Times New Roman" panose="02020603050405020304" pitchFamily="18" charset="0"/>
                <a:cs typeface="Times New Roman" panose="02020603050405020304" pitchFamily="18" charset="0"/>
              </a:rPr>
              <a:t> </a:t>
            </a:r>
            <a:r>
              <a:rPr sz="1800" spc="-75" dirty="0">
                <a:latin typeface="Times New Roman" panose="02020603050405020304" pitchFamily="18" charset="0"/>
                <a:cs typeface="Times New Roman" panose="02020603050405020304" pitchFamily="18" charset="0"/>
              </a:rPr>
              <a:t>operating</a:t>
            </a:r>
            <a:r>
              <a:rPr sz="1800" spc="-71" dirty="0">
                <a:latin typeface="Times New Roman" panose="02020603050405020304" pitchFamily="18" charset="0"/>
                <a:cs typeface="Times New Roman" panose="02020603050405020304" pitchFamily="18" charset="0"/>
              </a:rPr>
              <a:t> </a:t>
            </a:r>
            <a:r>
              <a:rPr sz="1800" spc="-68" dirty="0">
                <a:latin typeface="Times New Roman" panose="02020603050405020304" pitchFamily="18" charset="0"/>
                <a:cs typeface="Times New Roman" panose="02020603050405020304" pitchFamily="18" charset="0"/>
              </a:rPr>
              <a:t>systems</a:t>
            </a:r>
            <a:r>
              <a:rPr sz="1800" spc="-41" dirty="0">
                <a:latin typeface="Times New Roman" panose="02020603050405020304" pitchFamily="18" charset="0"/>
                <a:cs typeface="Times New Roman" panose="02020603050405020304" pitchFamily="18" charset="0"/>
              </a:rPr>
              <a:t> </a:t>
            </a:r>
            <a:r>
              <a:rPr sz="1800" spc="-98" dirty="0">
                <a:latin typeface="Times New Roman" panose="02020603050405020304" pitchFamily="18" charset="0"/>
                <a:cs typeface="Times New Roman" panose="02020603050405020304" pitchFamily="18" charset="0"/>
              </a:rPr>
              <a:t>and</a:t>
            </a:r>
            <a:r>
              <a:rPr sz="1800" spc="-41" dirty="0">
                <a:latin typeface="Times New Roman" panose="02020603050405020304" pitchFamily="18" charset="0"/>
                <a:cs typeface="Times New Roman" panose="02020603050405020304" pitchFamily="18" charset="0"/>
              </a:rPr>
              <a:t> </a:t>
            </a:r>
            <a:r>
              <a:rPr sz="1800" spc="-90" dirty="0">
                <a:latin typeface="Times New Roman" panose="02020603050405020304" pitchFamily="18" charset="0"/>
                <a:cs typeface="Times New Roman" panose="02020603050405020304" pitchFamily="18" charset="0"/>
              </a:rPr>
              <a:t>applications</a:t>
            </a:r>
            <a:r>
              <a:rPr sz="1800" spc="-60" dirty="0">
                <a:latin typeface="Times New Roman" panose="02020603050405020304" pitchFamily="18" charset="0"/>
                <a:cs typeface="Times New Roman" panose="02020603050405020304" pitchFamily="18" charset="0"/>
              </a:rPr>
              <a:t> </a:t>
            </a:r>
            <a:r>
              <a:rPr sz="1800" spc="-26" dirty="0">
                <a:latin typeface="Times New Roman" panose="02020603050405020304" pitchFamily="18" charset="0"/>
                <a:cs typeface="Times New Roman" panose="02020603050405020304" pitchFamily="18" charset="0"/>
              </a:rPr>
              <a:t>on</a:t>
            </a:r>
            <a:r>
              <a:rPr sz="1800" spc="-45" dirty="0">
                <a:latin typeface="Times New Roman" panose="02020603050405020304" pitchFamily="18" charset="0"/>
                <a:cs typeface="Times New Roman" panose="02020603050405020304" pitchFamily="18" charset="0"/>
              </a:rPr>
              <a:t> </a:t>
            </a:r>
            <a:r>
              <a:rPr sz="1800" spc="-150" dirty="0">
                <a:latin typeface="Times New Roman" panose="02020603050405020304" pitchFamily="18" charset="0"/>
                <a:cs typeface="Times New Roman" panose="02020603050405020304" pitchFamily="18" charset="0"/>
              </a:rPr>
              <a:t>a</a:t>
            </a:r>
            <a:r>
              <a:rPr sz="1800" spc="-41" dirty="0">
                <a:latin typeface="Times New Roman" panose="02020603050405020304" pitchFamily="18" charset="0"/>
                <a:cs typeface="Times New Roman" panose="02020603050405020304" pitchFamily="18" charset="0"/>
              </a:rPr>
              <a:t> </a:t>
            </a:r>
            <a:r>
              <a:rPr sz="1800" spc="-86" dirty="0">
                <a:latin typeface="Times New Roman" panose="02020603050405020304" pitchFamily="18" charset="0"/>
                <a:cs typeface="Times New Roman" panose="02020603050405020304" pitchFamily="18" charset="0"/>
              </a:rPr>
              <a:t>single</a:t>
            </a:r>
            <a:r>
              <a:rPr sz="1800" spc="-45" dirty="0">
                <a:latin typeface="Times New Roman" panose="02020603050405020304" pitchFamily="18" charset="0"/>
                <a:cs typeface="Times New Roman" panose="02020603050405020304" pitchFamily="18" charset="0"/>
              </a:rPr>
              <a:t> </a:t>
            </a:r>
            <a:r>
              <a:rPr sz="1800" spc="-64" dirty="0">
                <a:latin typeface="Times New Roman" panose="02020603050405020304" pitchFamily="18" charset="0"/>
                <a:cs typeface="Times New Roman" panose="02020603050405020304" pitchFamily="18" charset="0"/>
              </a:rPr>
              <a:t>computer </a:t>
            </a:r>
            <a:r>
              <a:rPr sz="1800" spc="15" dirty="0">
                <a:latin typeface="Times New Roman" panose="02020603050405020304" pitchFamily="18" charset="0"/>
                <a:cs typeface="Times New Roman" panose="02020603050405020304" pitchFamily="18" charset="0"/>
              </a:rPr>
              <a:t>or</a:t>
            </a:r>
            <a:r>
              <a:rPr sz="1800" spc="-49" dirty="0">
                <a:latin typeface="Times New Roman" panose="02020603050405020304" pitchFamily="18" charset="0"/>
                <a:cs typeface="Times New Roman" panose="02020603050405020304" pitchFamily="18" charset="0"/>
              </a:rPr>
              <a:t> </a:t>
            </a:r>
            <a:r>
              <a:rPr sz="1800" spc="-94" dirty="0">
                <a:latin typeface="Times New Roman" panose="02020603050405020304" pitchFamily="18" charset="0"/>
                <a:cs typeface="Times New Roman" panose="02020603050405020304" pitchFamily="18" charset="0"/>
              </a:rPr>
              <a:t>server.</a:t>
            </a:r>
            <a:endParaRPr sz="1800" dirty="0">
              <a:latin typeface="Times New Roman" panose="02020603050405020304" pitchFamily="18" charset="0"/>
              <a:cs typeface="Times New Roman" panose="02020603050405020304" pitchFamily="18" charset="0"/>
            </a:endParaRPr>
          </a:p>
          <a:p>
            <a:pPr marL="180975" indent="-171450" algn="just">
              <a:lnSpc>
                <a:spcPct val="150000"/>
              </a:lnSpc>
              <a:spcBef>
                <a:spcPts val="1106"/>
              </a:spcBef>
              <a:buClr>
                <a:srgbClr val="B71E42"/>
              </a:buClr>
              <a:buFont typeface="Arial MT"/>
              <a:buChar char="•"/>
              <a:tabLst>
                <a:tab pos="180975" algn="l"/>
              </a:tabLst>
            </a:pPr>
            <a:r>
              <a:rPr sz="1800" b="1" spc="4" dirty="0">
                <a:latin typeface="Times New Roman" panose="02020603050405020304" pitchFamily="18" charset="0"/>
                <a:cs typeface="Times New Roman" panose="02020603050405020304" pitchFamily="18" charset="0"/>
              </a:rPr>
              <a:t>Virtualization</a:t>
            </a:r>
            <a:r>
              <a:rPr sz="1800" b="1" spc="124" dirty="0">
                <a:latin typeface="Times New Roman" panose="02020603050405020304" pitchFamily="18" charset="0"/>
                <a:cs typeface="Times New Roman" panose="02020603050405020304" pitchFamily="18" charset="0"/>
              </a:rPr>
              <a:t> </a:t>
            </a:r>
            <a:r>
              <a:rPr sz="1800" spc="-105" dirty="0">
                <a:latin typeface="Times New Roman" panose="02020603050405020304" pitchFamily="18" charset="0"/>
                <a:cs typeface="Times New Roman" panose="02020603050405020304" pitchFamily="18" charset="0"/>
              </a:rPr>
              <a:t>can</a:t>
            </a:r>
            <a:r>
              <a:rPr sz="1800" spc="120" dirty="0">
                <a:latin typeface="Times New Roman" panose="02020603050405020304" pitchFamily="18" charset="0"/>
                <a:cs typeface="Times New Roman" panose="02020603050405020304" pitchFamily="18" charset="0"/>
              </a:rPr>
              <a:t> </a:t>
            </a:r>
            <a:r>
              <a:rPr sz="1800" spc="-94" dirty="0">
                <a:latin typeface="Times New Roman" panose="02020603050405020304" pitchFamily="18" charset="0"/>
                <a:cs typeface="Times New Roman" panose="02020603050405020304" pitchFamily="18" charset="0"/>
              </a:rPr>
              <a:t>usually</a:t>
            </a:r>
            <a:r>
              <a:rPr sz="1800" spc="116" dirty="0">
                <a:latin typeface="Times New Roman" panose="02020603050405020304" pitchFamily="18" charset="0"/>
                <a:cs typeface="Times New Roman" panose="02020603050405020304" pitchFamily="18" charset="0"/>
              </a:rPr>
              <a:t> </a:t>
            </a:r>
            <a:r>
              <a:rPr sz="1800" spc="-75" dirty="0">
                <a:latin typeface="Times New Roman" panose="02020603050405020304" pitchFamily="18" charset="0"/>
                <a:cs typeface="Times New Roman" panose="02020603050405020304" pitchFamily="18" charset="0"/>
              </a:rPr>
              <a:t>improve</a:t>
            </a:r>
            <a:r>
              <a:rPr sz="1800" spc="116" dirty="0">
                <a:latin typeface="Times New Roman" panose="02020603050405020304" pitchFamily="18" charset="0"/>
                <a:cs typeface="Times New Roman" panose="02020603050405020304" pitchFamily="18" charset="0"/>
              </a:rPr>
              <a:t> </a:t>
            </a:r>
            <a:r>
              <a:rPr sz="1800" spc="-86" dirty="0">
                <a:latin typeface="Times New Roman" panose="02020603050405020304" pitchFamily="18" charset="0"/>
                <a:cs typeface="Times New Roman" panose="02020603050405020304" pitchFamily="18" charset="0"/>
              </a:rPr>
              <a:t>overall</a:t>
            </a:r>
            <a:r>
              <a:rPr sz="1800" spc="131" dirty="0">
                <a:latin typeface="Times New Roman" panose="02020603050405020304" pitchFamily="18" charset="0"/>
                <a:cs typeface="Times New Roman" panose="02020603050405020304" pitchFamily="18" charset="0"/>
              </a:rPr>
              <a:t> </a:t>
            </a:r>
            <a:r>
              <a:rPr sz="1800" spc="-98" dirty="0">
                <a:latin typeface="Times New Roman" panose="02020603050405020304" pitchFamily="18" charset="0"/>
                <a:cs typeface="Times New Roman" panose="02020603050405020304" pitchFamily="18" charset="0"/>
              </a:rPr>
              <a:t>application</a:t>
            </a:r>
            <a:r>
              <a:rPr sz="1800" spc="120" dirty="0">
                <a:latin typeface="Times New Roman" panose="02020603050405020304" pitchFamily="18" charset="0"/>
                <a:cs typeface="Times New Roman" panose="02020603050405020304" pitchFamily="18" charset="0"/>
              </a:rPr>
              <a:t> </a:t>
            </a:r>
            <a:r>
              <a:rPr sz="1800" spc="-79" dirty="0">
                <a:latin typeface="Times New Roman" panose="02020603050405020304" pitchFamily="18" charset="0"/>
                <a:cs typeface="Times New Roman" panose="02020603050405020304" pitchFamily="18" charset="0"/>
              </a:rPr>
              <a:t>performance</a:t>
            </a:r>
            <a:r>
              <a:rPr lang="en-IN" sz="1800" spc="-79" dirty="0">
                <a:latin typeface="Times New Roman" panose="02020603050405020304" pitchFamily="18" charset="0"/>
                <a:cs typeface="Times New Roman" panose="02020603050405020304" pitchFamily="18" charset="0"/>
              </a:rPr>
              <a:t> </a:t>
            </a:r>
            <a:r>
              <a:rPr sz="1800" spc="-83" dirty="0">
                <a:latin typeface="Times New Roman" panose="02020603050405020304" pitchFamily="18" charset="0"/>
                <a:cs typeface="Times New Roman" panose="02020603050405020304" pitchFamily="18" charset="0"/>
              </a:rPr>
              <a:t>due</a:t>
            </a:r>
            <a:r>
              <a:rPr sz="1800" spc="127" dirty="0">
                <a:latin typeface="Times New Roman" panose="02020603050405020304" pitchFamily="18" charset="0"/>
                <a:cs typeface="Times New Roman" panose="02020603050405020304" pitchFamily="18" charset="0"/>
              </a:rPr>
              <a:t> </a:t>
            </a:r>
            <a:r>
              <a:rPr sz="1800" spc="-38" dirty="0">
                <a:latin typeface="Times New Roman" panose="02020603050405020304" pitchFamily="18" charset="0"/>
                <a:cs typeface="Times New Roman" panose="02020603050405020304" pitchFamily="18" charset="0"/>
              </a:rPr>
              <a:t>to</a:t>
            </a:r>
            <a:r>
              <a:rPr sz="1800" spc="109" dirty="0">
                <a:latin typeface="Times New Roman" panose="02020603050405020304" pitchFamily="18" charset="0"/>
                <a:cs typeface="Times New Roman" panose="02020603050405020304" pitchFamily="18" charset="0"/>
              </a:rPr>
              <a:t> </a:t>
            </a:r>
            <a:r>
              <a:rPr sz="1800" spc="-68" dirty="0">
                <a:latin typeface="Times New Roman" panose="02020603050405020304" pitchFamily="18" charset="0"/>
                <a:cs typeface="Times New Roman" panose="02020603050405020304" pitchFamily="18" charset="0"/>
              </a:rPr>
              <a:t>technology</a:t>
            </a:r>
            <a:r>
              <a:rPr lang="en-IN" sz="1800" spc="-68" dirty="0">
                <a:latin typeface="Times New Roman" panose="02020603050405020304" pitchFamily="18" charset="0"/>
                <a:cs typeface="Times New Roman" panose="02020603050405020304" pitchFamily="18" charset="0"/>
              </a:rPr>
              <a:t> </a:t>
            </a:r>
            <a:r>
              <a:rPr sz="1800" spc="-101" dirty="0">
                <a:latin typeface="Times New Roman" panose="02020603050405020304" pitchFamily="18" charset="0"/>
                <a:cs typeface="Times New Roman" panose="02020603050405020304" pitchFamily="18" charset="0"/>
              </a:rPr>
              <a:t>that</a:t>
            </a:r>
            <a:r>
              <a:rPr sz="1800" spc="-64" dirty="0">
                <a:latin typeface="Times New Roman" panose="02020603050405020304" pitchFamily="18" charset="0"/>
                <a:cs typeface="Times New Roman" panose="02020603050405020304" pitchFamily="18" charset="0"/>
              </a:rPr>
              <a:t> </a:t>
            </a:r>
            <a:r>
              <a:rPr sz="1800" spc="-101" dirty="0">
                <a:latin typeface="Times New Roman" panose="02020603050405020304" pitchFamily="18" charset="0"/>
                <a:cs typeface="Times New Roman" panose="02020603050405020304" pitchFamily="18" charset="0"/>
              </a:rPr>
              <a:t>can</a:t>
            </a:r>
            <a:r>
              <a:rPr sz="1800" spc="-41" dirty="0">
                <a:latin typeface="Times New Roman" panose="02020603050405020304" pitchFamily="18" charset="0"/>
                <a:cs typeface="Times New Roman" panose="02020603050405020304" pitchFamily="18" charset="0"/>
              </a:rPr>
              <a:t> </a:t>
            </a:r>
            <a:r>
              <a:rPr sz="1800" spc="-109" dirty="0">
                <a:latin typeface="Times New Roman" panose="02020603050405020304" pitchFamily="18" charset="0"/>
                <a:cs typeface="Times New Roman" panose="02020603050405020304" pitchFamily="18" charset="0"/>
              </a:rPr>
              <a:t>balance</a:t>
            </a:r>
            <a:r>
              <a:rPr sz="1800" spc="-53" dirty="0">
                <a:latin typeface="Times New Roman" panose="02020603050405020304" pitchFamily="18" charset="0"/>
                <a:cs typeface="Times New Roman" panose="02020603050405020304" pitchFamily="18" charset="0"/>
              </a:rPr>
              <a:t> </a:t>
            </a:r>
            <a:r>
              <a:rPr sz="1800" spc="-68" dirty="0">
                <a:latin typeface="Times New Roman" panose="02020603050405020304" pitchFamily="18" charset="0"/>
                <a:cs typeface="Times New Roman" panose="02020603050405020304" pitchFamily="18" charset="0"/>
              </a:rPr>
              <a:t>resources,</a:t>
            </a:r>
            <a:r>
              <a:rPr sz="1800" spc="-199" dirty="0">
                <a:latin typeface="Times New Roman" panose="02020603050405020304" pitchFamily="18" charset="0"/>
                <a:cs typeface="Times New Roman" panose="02020603050405020304" pitchFamily="18" charset="0"/>
              </a:rPr>
              <a:t> </a:t>
            </a:r>
            <a:r>
              <a:rPr sz="1800" spc="-98" dirty="0">
                <a:latin typeface="Times New Roman" panose="02020603050405020304" pitchFamily="18" charset="0"/>
                <a:cs typeface="Times New Roman" panose="02020603050405020304" pitchFamily="18" charset="0"/>
              </a:rPr>
              <a:t>and</a:t>
            </a:r>
            <a:r>
              <a:rPr sz="1800" spc="-45" dirty="0">
                <a:latin typeface="Times New Roman" panose="02020603050405020304" pitchFamily="18" charset="0"/>
                <a:cs typeface="Times New Roman" panose="02020603050405020304" pitchFamily="18" charset="0"/>
              </a:rPr>
              <a:t> </a:t>
            </a:r>
            <a:r>
              <a:rPr sz="1800" spc="-64" dirty="0">
                <a:latin typeface="Times New Roman" panose="02020603050405020304" pitchFamily="18" charset="0"/>
                <a:cs typeface="Times New Roman" panose="02020603050405020304" pitchFamily="18" charset="0"/>
              </a:rPr>
              <a:t>provide</a:t>
            </a:r>
            <a:r>
              <a:rPr sz="1800" spc="-45" dirty="0">
                <a:latin typeface="Times New Roman" panose="02020603050405020304" pitchFamily="18" charset="0"/>
                <a:cs typeface="Times New Roman" panose="02020603050405020304" pitchFamily="18" charset="0"/>
              </a:rPr>
              <a:t> </a:t>
            </a:r>
            <a:r>
              <a:rPr sz="1800" spc="-64" dirty="0">
                <a:latin typeface="Times New Roman" panose="02020603050405020304" pitchFamily="18" charset="0"/>
                <a:cs typeface="Times New Roman" panose="02020603050405020304" pitchFamily="18" charset="0"/>
              </a:rPr>
              <a:t>only</a:t>
            </a:r>
            <a:r>
              <a:rPr sz="1800" spc="-45" dirty="0">
                <a:latin typeface="Times New Roman" panose="02020603050405020304" pitchFamily="18" charset="0"/>
                <a:cs typeface="Times New Roman" panose="02020603050405020304" pitchFamily="18" charset="0"/>
              </a:rPr>
              <a:t> </a:t>
            </a:r>
            <a:r>
              <a:rPr sz="1800" spc="-90" dirty="0">
                <a:latin typeface="Times New Roman" panose="02020603050405020304" pitchFamily="18" charset="0"/>
                <a:cs typeface="Times New Roman" panose="02020603050405020304" pitchFamily="18" charset="0"/>
              </a:rPr>
              <a:t>what</a:t>
            </a:r>
            <a:r>
              <a:rPr sz="1800" spc="-49" dirty="0">
                <a:latin typeface="Times New Roman" panose="02020603050405020304" pitchFamily="18" charset="0"/>
                <a:cs typeface="Times New Roman" panose="02020603050405020304" pitchFamily="18" charset="0"/>
              </a:rPr>
              <a:t> </a:t>
            </a:r>
            <a:r>
              <a:rPr sz="1800" spc="-86" dirty="0">
                <a:latin typeface="Times New Roman" panose="02020603050405020304" pitchFamily="18" charset="0"/>
                <a:cs typeface="Times New Roman" panose="02020603050405020304" pitchFamily="18" charset="0"/>
              </a:rPr>
              <a:t>the</a:t>
            </a:r>
            <a:r>
              <a:rPr sz="1800" spc="-53" dirty="0">
                <a:latin typeface="Times New Roman" panose="02020603050405020304" pitchFamily="18" charset="0"/>
                <a:cs typeface="Times New Roman" panose="02020603050405020304" pitchFamily="18" charset="0"/>
              </a:rPr>
              <a:t> </a:t>
            </a:r>
            <a:r>
              <a:rPr sz="1800" spc="-49" dirty="0">
                <a:latin typeface="Times New Roman" panose="02020603050405020304" pitchFamily="18" charset="0"/>
                <a:cs typeface="Times New Roman" panose="02020603050405020304" pitchFamily="18" charset="0"/>
              </a:rPr>
              <a:t>user</a:t>
            </a:r>
            <a:r>
              <a:rPr sz="1800" spc="-34" dirty="0">
                <a:latin typeface="Times New Roman" panose="02020603050405020304" pitchFamily="18" charset="0"/>
                <a:cs typeface="Times New Roman" panose="02020603050405020304" pitchFamily="18" charset="0"/>
              </a:rPr>
              <a:t> </a:t>
            </a:r>
            <a:r>
              <a:rPr sz="1800" spc="-101" dirty="0">
                <a:latin typeface="Times New Roman" panose="02020603050405020304" pitchFamily="18" charset="0"/>
                <a:cs typeface="Times New Roman" panose="02020603050405020304" pitchFamily="18" charset="0"/>
              </a:rPr>
              <a:t>needs.</a:t>
            </a:r>
            <a:endParaRPr sz="1800" dirty="0">
              <a:latin typeface="Times New Roman" panose="02020603050405020304" pitchFamily="18" charset="0"/>
              <a:cs typeface="Times New Roman" panose="02020603050405020304" pitchFamily="18" charset="0"/>
            </a:endParaRPr>
          </a:p>
          <a:p>
            <a:pPr marL="180975" indent="-171450" algn="just">
              <a:lnSpc>
                <a:spcPct val="150000"/>
              </a:lnSpc>
              <a:spcBef>
                <a:spcPts val="1118"/>
              </a:spcBef>
              <a:buClr>
                <a:srgbClr val="B71E42"/>
              </a:buClr>
              <a:buFont typeface="Arial MT"/>
              <a:buChar char="•"/>
              <a:tabLst>
                <a:tab pos="180975" algn="l"/>
              </a:tabLst>
            </a:pPr>
            <a:r>
              <a:rPr sz="1800" spc="-49" dirty="0">
                <a:latin typeface="Times New Roman" panose="02020603050405020304" pitchFamily="18" charset="0"/>
                <a:cs typeface="Times New Roman" panose="02020603050405020304" pitchFamily="18" charset="0"/>
              </a:rPr>
              <a:t>There </a:t>
            </a:r>
            <a:r>
              <a:rPr sz="1800" spc="-90" dirty="0">
                <a:latin typeface="Times New Roman" panose="02020603050405020304" pitchFamily="18" charset="0"/>
                <a:cs typeface="Times New Roman" panose="02020603050405020304" pitchFamily="18" charset="0"/>
              </a:rPr>
              <a:t>are</a:t>
            </a:r>
            <a:r>
              <a:rPr sz="1800" spc="-41" dirty="0">
                <a:latin typeface="Times New Roman" panose="02020603050405020304" pitchFamily="18" charset="0"/>
                <a:cs typeface="Times New Roman" panose="02020603050405020304" pitchFamily="18" charset="0"/>
              </a:rPr>
              <a:t> </a:t>
            </a:r>
            <a:r>
              <a:rPr sz="1800" spc="-105" dirty="0">
                <a:latin typeface="Times New Roman" panose="02020603050405020304" pitchFamily="18" charset="0"/>
                <a:cs typeface="Times New Roman" panose="02020603050405020304" pitchFamily="18" charset="0"/>
              </a:rPr>
              <a:t>many</a:t>
            </a:r>
            <a:r>
              <a:rPr sz="1800" spc="-60" dirty="0">
                <a:latin typeface="Times New Roman" panose="02020603050405020304" pitchFamily="18" charset="0"/>
                <a:cs typeface="Times New Roman" panose="02020603050405020304" pitchFamily="18" charset="0"/>
              </a:rPr>
              <a:t> </a:t>
            </a:r>
            <a:r>
              <a:rPr sz="1800" spc="-56" dirty="0">
                <a:latin typeface="Times New Roman" panose="02020603050405020304" pitchFamily="18" charset="0"/>
                <a:cs typeface="Times New Roman" panose="02020603050405020304" pitchFamily="18" charset="0"/>
              </a:rPr>
              <a:t>reasons</a:t>
            </a:r>
            <a:r>
              <a:rPr sz="1800" spc="-45" dirty="0">
                <a:latin typeface="Times New Roman" panose="02020603050405020304" pitchFamily="18" charset="0"/>
                <a:cs typeface="Times New Roman" panose="02020603050405020304" pitchFamily="18" charset="0"/>
              </a:rPr>
              <a:t> </a:t>
            </a:r>
            <a:r>
              <a:rPr sz="1800" spc="-83" dirty="0">
                <a:latin typeface="Times New Roman" panose="02020603050405020304" pitchFamily="18" charset="0"/>
                <a:cs typeface="Times New Roman" panose="02020603050405020304" pitchFamily="18" charset="0"/>
              </a:rPr>
              <a:t>why</a:t>
            </a:r>
            <a:r>
              <a:rPr sz="1800" spc="-45" dirty="0">
                <a:latin typeface="Times New Roman" panose="02020603050405020304" pitchFamily="18" charset="0"/>
                <a:cs typeface="Times New Roman" panose="02020603050405020304" pitchFamily="18" charset="0"/>
              </a:rPr>
              <a:t> </a:t>
            </a:r>
            <a:r>
              <a:rPr sz="1800" spc="-38" dirty="0">
                <a:latin typeface="Times New Roman" panose="02020603050405020304" pitchFamily="18" charset="0"/>
                <a:cs typeface="Times New Roman" panose="02020603050405020304" pitchFamily="18" charset="0"/>
              </a:rPr>
              <a:t>your</a:t>
            </a:r>
            <a:r>
              <a:rPr sz="1800" spc="-56" dirty="0">
                <a:latin typeface="Times New Roman" panose="02020603050405020304" pitchFamily="18" charset="0"/>
                <a:cs typeface="Times New Roman" panose="02020603050405020304" pitchFamily="18" charset="0"/>
              </a:rPr>
              <a:t> </a:t>
            </a:r>
            <a:r>
              <a:rPr sz="1800" spc="-79" dirty="0">
                <a:latin typeface="Times New Roman" panose="02020603050405020304" pitchFamily="18" charset="0"/>
                <a:cs typeface="Times New Roman" panose="02020603050405020304" pitchFamily="18" charset="0"/>
              </a:rPr>
              <a:t>company</a:t>
            </a:r>
            <a:r>
              <a:rPr sz="1800" spc="-64" dirty="0">
                <a:latin typeface="Times New Roman" panose="02020603050405020304" pitchFamily="18" charset="0"/>
                <a:cs typeface="Times New Roman" panose="02020603050405020304" pitchFamily="18" charset="0"/>
              </a:rPr>
              <a:t> </a:t>
            </a:r>
            <a:r>
              <a:rPr sz="1800" spc="-94" dirty="0">
                <a:latin typeface="Times New Roman" panose="02020603050405020304" pitchFamily="18" charset="0"/>
                <a:cs typeface="Times New Roman" panose="02020603050405020304" pitchFamily="18" charset="0"/>
              </a:rPr>
              <a:t>might</a:t>
            </a:r>
            <a:r>
              <a:rPr sz="1800" spc="-60" dirty="0">
                <a:latin typeface="Times New Roman" panose="02020603050405020304" pitchFamily="18" charset="0"/>
                <a:cs typeface="Times New Roman" panose="02020603050405020304" pitchFamily="18" charset="0"/>
              </a:rPr>
              <a:t> </a:t>
            </a:r>
            <a:r>
              <a:rPr sz="1800" spc="-53" dirty="0">
                <a:latin typeface="Times New Roman" panose="02020603050405020304" pitchFamily="18" charset="0"/>
                <a:cs typeface="Times New Roman" panose="02020603050405020304" pitchFamily="18" charset="0"/>
              </a:rPr>
              <a:t>consider</a:t>
            </a:r>
            <a:r>
              <a:rPr sz="1800" spc="-41" dirty="0">
                <a:latin typeface="Times New Roman" panose="02020603050405020304" pitchFamily="18" charset="0"/>
                <a:cs typeface="Times New Roman" panose="02020603050405020304" pitchFamily="18" charset="0"/>
              </a:rPr>
              <a:t> </a:t>
            </a:r>
            <a:r>
              <a:rPr sz="1800" spc="-75" dirty="0">
                <a:latin typeface="Times New Roman" panose="02020603050405020304" pitchFamily="18" charset="0"/>
                <a:cs typeface="Times New Roman" panose="02020603050405020304" pitchFamily="18" charset="0"/>
              </a:rPr>
              <a:t>using</a:t>
            </a:r>
            <a:r>
              <a:rPr sz="1800" spc="-56" dirty="0">
                <a:latin typeface="Times New Roman" panose="02020603050405020304" pitchFamily="18" charset="0"/>
                <a:cs typeface="Times New Roman" panose="02020603050405020304" pitchFamily="18" charset="0"/>
              </a:rPr>
              <a:t> </a:t>
            </a:r>
            <a:r>
              <a:rPr sz="1800" b="1" spc="-8" dirty="0">
                <a:latin typeface="Times New Roman" panose="02020603050405020304" pitchFamily="18" charset="0"/>
                <a:cs typeface="Times New Roman" panose="02020603050405020304" pitchFamily="18" charset="0"/>
              </a:rPr>
              <a:t>virtual</a:t>
            </a:r>
            <a:r>
              <a:rPr sz="1800" b="1" spc="-45" dirty="0">
                <a:latin typeface="Times New Roman" panose="02020603050405020304" pitchFamily="18" charset="0"/>
                <a:cs typeface="Times New Roman" panose="02020603050405020304" pitchFamily="18" charset="0"/>
              </a:rPr>
              <a:t> </a:t>
            </a:r>
            <a:r>
              <a:rPr sz="1800" b="1" spc="-23" dirty="0">
                <a:latin typeface="Times New Roman" panose="02020603050405020304" pitchFamily="18" charset="0"/>
                <a:cs typeface="Times New Roman" panose="02020603050405020304" pitchFamily="18" charset="0"/>
              </a:rPr>
              <a:t>machines</a:t>
            </a:r>
            <a:r>
              <a:rPr sz="1800" spc="-23" dirty="0">
                <a:latin typeface="Times New Roman" panose="02020603050405020304" pitchFamily="18" charset="0"/>
                <a:cs typeface="Times New Roman" panose="02020603050405020304" pitchFamily="18" charset="0"/>
              </a:rPr>
              <a:t>.</a:t>
            </a:r>
            <a:endParaRPr sz="1800" dirty="0">
              <a:latin typeface="Times New Roman" panose="02020603050405020304" pitchFamily="18" charset="0"/>
              <a:cs typeface="Times New Roman" panose="02020603050405020304" pitchFamily="18" charset="0"/>
            </a:endParaRPr>
          </a:p>
          <a:p>
            <a:pPr marL="180499" marR="3810" indent="-171450" algn="just">
              <a:lnSpc>
                <a:spcPct val="150000"/>
              </a:lnSpc>
              <a:spcBef>
                <a:spcPts val="743"/>
              </a:spcBef>
              <a:buClr>
                <a:srgbClr val="B71E42"/>
              </a:buClr>
              <a:buFont typeface="Arial MT"/>
              <a:buChar char="•"/>
              <a:tabLst>
                <a:tab pos="180975" algn="l"/>
              </a:tabLst>
            </a:pPr>
            <a:r>
              <a:rPr sz="1800" b="1" spc="116" dirty="0">
                <a:latin typeface="Times New Roman" panose="02020603050405020304" pitchFamily="18" charset="0"/>
                <a:cs typeface="Times New Roman" panose="02020603050405020304" pitchFamily="18" charset="0"/>
              </a:rPr>
              <a:t>VMs </a:t>
            </a:r>
            <a:r>
              <a:rPr sz="1800" spc="-86" dirty="0">
                <a:latin typeface="Times New Roman" panose="02020603050405020304" pitchFamily="18" charset="0"/>
                <a:cs typeface="Times New Roman" panose="02020603050405020304" pitchFamily="18" charset="0"/>
              </a:rPr>
              <a:t>allow</a:t>
            </a:r>
            <a:r>
              <a:rPr sz="1800" spc="-83" dirty="0">
                <a:latin typeface="Times New Roman" panose="02020603050405020304" pitchFamily="18" charset="0"/>
                <a:cs typeface="Times New Roman" panose="02020603050405020304" pitchFamily="18" charset="0"/>
              </a:rPr>
              <a:t> </a:t>
            </a:r>
            <a:r>
              <a:rPr sz="1800" spc="-56" dirty="0">
                <a:latin typeface="Times New Roman" panose="02020603050405020304" pitchFamily="18" charset="0"/>
                <a:cs typeface="Times New Roman" panose="02020603050405020304" pitchFamily="18" charset="0"/>
              </a:rPr>
              <a:t>for</a:t>
            </a:r>
            <a:r>
              <a:rPr sz="1800" spc="-53" dirty="0">
                <a:latin typeface="Times New Roman" panose="02020603050405020304" pitchFamily="18" charset="0"/>
                <a:cs typeface="Times New Roman" panose="02020603050405020304" pitchFamily="18" charset="0"/>
              </a:rPr>
              <a:t> </a:t>
            </a:r>
            <a:r>
              <a:rPr sz="1800" spc="-75" dirty="0">
                <a:latin typeface="Times New Roman" panose="02020603050405020304" pitchFamily="18" charset="0"/>
                <a:cs typeface="Times New Roman" panose="02020603050405020304" pitchFamily="18" charset="0"/>
              </a:rPr>
              <a:t>reduced</a:t>
            </a:r>
            <a:r>
              <a:rPr sz="1800" spc="-71" dirty="0">
                <a:latin typeface="Times New Roman" panose="02020603050405020304" pitchFamily="18" charset="0"/>
                <a:cs typeface="Times New Roman" panose="02020603050405020304" pitchFamily="18" charset="0"/>
              </a:rPr>
              <a:t> </a:t>
            </a:r>
            <a:r>
              <a:rPr sz="1800" spc="-90" dirty="0">
                <a:latin typeface="Times New Roman" panose="02020603050405020304" pitchFamily="18" charset="0"/>
                <a:cs typeface="Times New Roman" panose="02020603050405020304" pitchFamily="18" charset="0"/>
              </a:rPr>
              <a:t>overhead,</a:t>
            </a:r>
            <a:r>
              <a:rPr sz="1800" spc="-86" dirty="0">
                <a:latin typeface="Times New Roman" panose="02020603050405020304" pitchFamily="18" charset="0"/>
                <a:cs typeface="Times New Roman" panose="02020603050405020304" pitchFamily="18" charset="0"/>
              </a:rPr>
              <a:t> </a:t>
            </a:r>
            <a:r>
              <a:rPr sz="1800" spc="-79" dirty="0">
                <a:latin typeface="Times New Roman" panose="02020603050405020304" pitchFamily="18" charset="0"/>
                <a:cs typeface="Times New Roman" panose="02020603050405020304" pitchFamily="18" charset="0"/>
              </a:rPr>
              <a:t>with</a:t>
            </a:r>
            <a:r>
              <a:rPr sz="1800" spc="-75" dirty="0">
                <a:latin typeface="Times New Roman" panose="02020603050405020304" pitchFamily="18" charset="0"/>
                <a:cs typeface="Times New Roman" panose="02020603050405020304" pitchFamily="18" charset="0"/>
              </a:rPr>
              <a:t> </a:t>
            </a:r>
            <a:r>
              <a:rPr sz="1800" spc="-101" dirty="0">
                <a:latin typeface="Times New Roman" panose="02020603050405020304" pitchFamily="18" charset="0"/>
                <a:cs typeface="Times New Roman" panose="02020603050405020304" pitchFamily="18" charset="0"/>
              </a:rPr>
              <a:t>multiple</a:t>
            </a:r>
            <a:r>
              <a:rPr sz="1800" spc="-98" dirty="0">
                <a:latin typeface="Times New Roman" panose="02020603050405020304" pitchFamily="18" charset="0"/>
                <a:cs typeface="Times New Roman" panose="02020603050405020304" pitchFamily="18" charset="0"/>
              </a:rPr>
              <a:t> </a:t>
            </a:r>
            <a:r>
              <a:rPr sz="1800" spc="-68" dirty="0">
                <a:latin typeface="Times New Roman" panose="02020603050405020304" pitchFamily="18" charset="0"/>
                <a:cs typeface="Times New Roman" panose="02020603050405020304" pitchFamily="18" charset="0"/>
              </a:rPr>
              <a:t>systems</a:t>
            </a:r>
            <a:r>
              <a:rPr sz="1800" spc="-64" dirty="0">
                <a:latin typeface="Times New Roman" panose="02020603050405020304" pitchFamily="18" charset="0"/>
                <a:cs typeface="Times New Roman" panose="02020603050405020304" pitchFamily="18" charset="0"/>
              </a:rPr>
              <a:t> </a:t>
            </a:r>
            <a:r>
              <a:rPr sz="1800" spc="-79" dirty="0">
                <a:latin typeface="Times New Roman" panose="02020603050405020304" pitchFamily="18" charset="0"/>
                <a:cs typeface="Times New Roman" panose="02020603050405020304" pitchFamily="18" charset="0"/>
              </a:rPr>
              <a:t>operating</a:t>
            </a:r>
            <a:r>
              <a:rPr sz="1800" spc="-75" dirty="0">
                <a:latin typeface="Times New Roman" panose="02020603050405020304" pitchFamily="18" charset="0"/>
                <a:cs typeface="Times New Roman" panose="02020603050405020304" pitchFamily="18" charset="0"/>
              </a:rPr>
              <a:t> </a:t>
            </a:r>
            <a:r>
              <a:rPr sz="1800" spc="-71" dirty="0">
                <a:latin typeface="Times New Roman" panose="02020603050405020304" pitchFamily="18" charset="0"/>
                <a:cs typeface="Times New Roman" panose="02020603050405020304" pitchFamily="18" charset="0"/>
              </a:rPr>
              <a:t>from</a:t>
            </a:r>
            <a:r>
              <a:rPr sz="1800" spc="307" dirty="0">
                <a:latin typeface="Times New Roman" panose="02020603050405020304" pitchFamily="18" charset="0"/>
                <a:cs typeface="Times New Roman" panose="02020603050405020304" pitchFamily="18" charset="0"/>
              </a:rPr>
              <a:t> </a:t>
            </a:r>
            <a:r>
              <a:rPr sz="1800" spc="-90" dirty="0">
                <a:latin typeface="Times New Roman" panose="02020603050405020304" pitchFamily="18" charset="0"/>
                <a:cs typeface="Times New Roman" panose="02020603050405020304" pitchFamily="18" charset="0"/>
              </a:rPr>
              <a:t>the</a:t>
            </a:r>
            <a:r>
              <a:rPr sz="1800" spc="274" dirty="0">
                <a:latin typeface="Times New Roman" panose="02020603050405020304" pitchFamily="18" charset="0"/>
                <a:cs typeface="Times New Roman" panose="02020603050405020304" pitchFamily="18" charset="0"/>
              </a:rPr>
              <a:t> </a:t>
            </a:r>
            <a:r>
              <a:rPr sz="1800" spc="-98" dirty="0">
                <a:latin typeface="Times New Roman" panose="02020603050405020304" pitchFamily="18" charset="0"/>
                <a:cs typeface="Times New Roman" panose="02020603050405020304" pitchFamily="18" charset="0"/>
              </a:rPr>
              <a:t>same </a:t>
            </a:r>
            <a:r>
              <a:rPr sz="1800" spc="-94" dirty="0">
                <a:latin typeface="Times New Roman" panose="02020603050405020304" pitchFamily="18" charset="0"/>
                <a:cs typeface="Times New Roman" panose="02020603050405020304" pitchFamily="18" charset="0"/>
              </a:rPr>
              <a:t> </a:t>
            </a:r>
            <a:r>
              <a:rPr sz="1800" spc="-53" dirty="0">
                <a:latin typeface="Times New Roman" panose="02020603050405020304" pitchFamily="18" charset="0"/>
                <a:cs typeface="Times New Roman" panose="02020603050405020304" pitchFamily="18" charset="0"/>
              </a:rPr>
              <a:t>console </a:t>
            </a:r>
            <a:r>
              <a:rPr sz="1800" spc="-127" dirty="0">
                <a:latin typeface="Times New Roman" panose="02020603050405020304" pitchFamily="18" charset="0"/>
                <a:cs typeface="Times New Roman" panose="02020603050405020304" pitchFamily="18" charset="0"/>
              </a:rPr>
              <a:t>at</a:t>
            </a:r>
            <a:r>
              <a:rPr sz="1800" spc="195" dirty="0">
                <a:latin typeface="Times New Roman" panose="02020603050405020304" pitchFamily="18" charset="0"/>
                <a:cs typeface="Times New Roman" panose="02020603050405020304" pitchFamily="18" charset="0"/>
              </a:rPr>
              <a:t> </a:t>
            </a:r>
            <a:r>
              <a:rPr sz="1800" spc="-90" dirty="0">
                <a:latin typeface="Times New Roman" panose="02020603050405020304" pitchFamily="18" charset="0"/>
                <a:cs typeface="Times New Roman" panose="02020603050405020304" pitchFamily="18" charset="0"/>
              </a:rPr>
              <a:t>the </a:t>
            </a:r>
            <a:r>
              <a:rPr sz="1800" spc="-94" dirty="0">
                <a:latin typeface="Times New Roman" panose="02020603050405020304" pitchFamily="18" charset="0"/>
                <a:cs typeface="Times New Roman" panose="02020603050405020304" pitchFamily="18" charset="0"/>
              </a:rPr>
              <a:t>same </a:t>
            </a:r>
            <a:r>
              <a:rPr sz="1800" spc="-116" dirty="0">
                <a:latin typeface="Times New Roman" panose="02020603050405020304" pitchFamily="18" charset="0"/>
                <a:cs typeface="Times New Roman" panose="02020603050405020304" pitchFamily="18" charset="0"/>
              </a:rPr>
              <a:t>time. </a:t>
            </a:r>
            <a:r>
              <a:rPr sz="1800" b="1" spc="113" dirty="0">
                <a:latin typeface="Times New Roman" panose="02020603050405020304" pitchFamily="18" charset="0"/>
                <a:cs typeface="Times New Roman" panose="02020603050405020304" pitchFamily="18" charset="0"/>
              </a:rPr>
              <a:t>VMs </a:t>
            </a:r>
            <a:r>
              <a:rPr sz="1800" spc="-68" dirty="0">
                <a:latin typeface="Times New Roman" panose="02020603050405020304" pitchFamily="18" charset="0"/>
                <a:cs typeface="Times New Roman" panose="02020603050405020304" pitchFamily="18" charset="0"/>
              </a:rPr>
              <a:t>also provide </a:t>
            </a:r>
            <a:r>
              <a:rPr sz="1800" spc="-146" dirty="0">
                <a:latin typeface="Times New Roman" panose="02020603050405020304" pitchFamily="18" charset="0"/>
                <a:cs typeface="Times New Roman" panose="02020603050405020304" pitchFamily="18" charset="0"/>
              </a:rPr>
              <a:t>a</a:t>
            </a:r>
            <a:r>
              <a:rPr sz="1800" spc="161" dirty="0">
                <a:latin typeface="Times New Roman" panose="02020603050405020304" pitchFamily="18" charset="0"/>
                <a:cs typeface="Times New Roman" panose="02020603050405020304" pitchFamily="18" charset="0"/>
              </a:rPr>
              <a:t> </a:t>
            </a:r>
            <a:r>
              <a:rPr sz="1800" spc="-109" dirty="0">
                <a:latin typeface="Times New Roman" panose="02020603050405020304" pitchFamily="18" charset="0"/>
                <a:cs typeface="Times New Roman" panose="02020603050405020304" pitchFamily="18" charset="0"/>
              </a:rPr>
              <a:t>safety </a:t>
            </a:r>
            <a:r>
              <a:rPr sz="1800" spc="-86" dirty="0">
                <a:latin typeface="Times New Roman" panose="02020603050405020304" pitchFamily="18" charset="0"/>
                <a:cs typeface="Times New Roman" panose="02020603050405020304" pitchFamily="18" charset="0"/>
              </a:rPr>
              <a:t>net </a:t>
            </a:r>
            <a:r>
              <a:rPr sz="1800" spc="-56" dirty="0">
                <a:latin typeface="Times New Roman" panose="02020603050405020304" pitchFamily="18" charset="0"/>
                <a:cs typeface="Times New Roman" panose="02020603050405020304" pitchFamily="18" charset="0"/>
              </a:rPr>
              <a:t>for </a:t>
            </a:r>
            <a:r>
              <a:rPr sz="1800" spc="-41" dirty="0">
                <a:latin typeface="Times New Roman" panose="02020603050405020304" pitchFamily="18" charset="0"/>
                <a:cs typeface="Times New Roman" panose="02020603050405020304" pitchFamily="18" charset="0"/>
              </a:rPr>
              <a:t>your </a:t>
            </a:r>
            <a:r>
              <a:rPr sz="1800" spc="-143" dirty="0">
                <a:latin typeface="Times New Roman" panose="02020603050405020304" pitchFamily="18" charset="0"/>
                <a:cs typeface="Times New Roman" panose="02020603050405020304" pitchFamily="18" charset="0"/>
              </a:rPr>
              <a:t>data, </a:t>
            </a:r>
            <a:r>
              <a:rPr sz="1800" spc="-90" dirty="0">
                <a:latin typeface="Times New Roman" panose="02020603050405020304" pitchFamily="18" charset="0"/>
                <a:cs typeface="Times New Roman" panose="02020603050405020304" pitchFamily="18" charset="0"/>
              </a:rPr>
              <a:t>as </a:t>
            </a:r>
            <a:r>
              <a:rPr sz="1800" spc="-94" dirty="0">
                <a:latin typeface="Times New Roman" panose="02020603050405020304" pitchFamily="18" charset="0"/>
                <a:cs typeface="Times New Roman" panose="02020603050405020304" pitchFamily="18" charset="0"/>
              </a:rPr>
              <a:t>they </a:t>
            </a:r>
            <a:r>
              <a:rPr sz="1800" spc="-105" dirty="0">
                <a:latin typeface="Times New Roman" panose="02020603050405020304" pitchFamily="18" charset="0"/>
                <a:cs typeface="Times New Roman" panose="02020603050405020304" pitchFamily="18" charset="0"/>
              </a:rPr>
              <a:t>can </a:t>
            </a:r>
            <a:r>
              <a:rPr sz="1800" spc="-94" dirty="0">
                <a:latin typeface="Times New Roman" panose="02020603050405020304" pitchFamily="18" charset="0"/>
                <a:cs typeface="Times New Roman" panose="02020603050405020304" pitchFamily="18" charset="0"/>
              </a:rPr>
              <a:t>be </a:t>
            </a:r>
            <a:r>
              <a:rPr sz="1800" spc="-90" dirty="0">
                <a:latin typeface="Times New Roman" panose="02020603050405020304" pitchFamily="18" charset="0"/>
                <a:cs typeface="Times New Roman" panose="02020603050405020304" pitchFamily="18" charset="0"/>
              </a:rPr>
              <a:t> </a:t>
            </a:r>
            <a:r>
              <a:rPr sz="1800" spc="-68" dirty="0">
                <a:latin typeface="Times New Roman" panose="02020603050405020304" pitchFamily="18" charset="0"/>
                <a:cs typeface="Times New Roman" panose="02020603050405020304" pitchFamily="18" charset="0"/>
              </a:rPr>
              <a:t>used</a:t>
            </a:r>
            <a:r>
              <a:rPr sz="1800" spc="-38" dirty="0">
                <a:latin typeface="Times New Roman" panose="02020603050405020304" pitchFamily="18" charset="0"/>
                <a:cs typeface="Times New Roman" panose="02020603050405020304" pitchFamily="18" charset="0"/>
              </a:rPr>
              <a:t> to</a:t>
            </a:r>
            <a:r>
              <a:rPr sz="1800" spc="-49" dirty="0">
                <a:latin typeface="Times New Roman" panose="02020603050405020304" pitchFamily="18" charset="0"/>
                <a:cs typeface="Times New Roman" panose="02020603050405020304" pitchFamily="18" charset="0"/>
              </a:rPr>
              <a:t> </a:t>
            </a:r>
            <a:r>
              <a:rPr sz="1800" spc="-101" dirty="0">
                <a:latin typeface="Times New Roman" panose="02020603050405020304" pitchFamily="18" charset="0"/>
                <a:cs typeface="Times New Roman" panose="02020603050405020304" pitchFamily="18" charset="0"/>
              </a:rPr>
              <a:t>enable</a:t>
            </a:r>
            <a:r>
              <a:rPr sz="1800" spc="-56" dirty="0">
                <a:latin typeface="Times New Roman" panose="02020603050405020304" pitchFamily="18" charset="0"/>
                <a:cs typeface="Times New Roman" panose="02020603050405020304" pitchFamily="18" charset="0"/>
              </a:rPr>
              <a:t> </a:t>
            </a:r>
            <a:r>
              <a:rPr sz="1800" spc="-83" dirty="0">
                <a:latin typeface="Times New Roman" panose="02020603050405020304" pitchFamily="18" charset="0"/>
                <a:cs typeface="Times New Roman" panose="02020603050405020304" pitchFamily="18" charset="0"/>
              </a:rPr>
              <a:t>rapid</a:t>
            </a:r>
            <a:r>
              <a:rPr sz="1800" spc="-49" dirty="0">
                <a:latin typeface="Times New Roman" panose="02020603050405020304" pitchFamily="18" charset="0"/>
                <a:cs typeface="Times New Roman" panose="02020603050405020304" pitchFamily="18" charset="0"/>
              </a:rPr>
              <a:t> </a:t>
            </a:r>
            <a:r>
              <a:rPr sz="1800" spc="-71" dirty="0">
                <a:latin typeface="Times New Roman" panose="02020603050405020304" pitchFamily="18" charset="0"/>
                <a:cs typeface="Times New Roman" panose="02020603050405020304" pitchFamily="18" charset="0"/>
              </a:rPr>
              <a:t>disaster</a:t>
            </a:r>
            <a:r>
              <a:rPr sz="1800" spc="-38" dirty="0">
                <a:latin typeface="Times New Roman" panose="02020603050405020304" pitchFamily="18" charset="0"/>
                <a:cs typeface="Times New Roman" panose="02020603050405020304" pitchFamily="18" charset="0"/>
              </a:rPr>
              <a:t> </a:t>
            </a:r>
            <a:r>
              <a:rPr sz="1800" spc="-56" dirty="0">
                <a:latin typeface="Times New Roman" panose="02020603050405020304" pitchFamily="18" charset="0"/>
                <a:cs typeface="Times New Roman" panose="02020603050405020304" pitchFamily="18" charset="0"/>
              </a:rPr>
              <a:t>recovery</a:t>
            </a:r>
            <a:r>
              <a:rPr sz="1800" spc="-45" dirty="0">
                <a:latin typeface="Times New Roman" panose="02020603050405020304" pitchFamily="18" charset="0"/>
                <a:cs typeface="Times New Roman" panose="02020603050405020304" pitchFamily="18" charset="0"/>
              </a:rPr>
              <a:t> </a:t>
            </a:r>
            <a:r>
              <a:rPr sz="1800" spc="-98" dirty="0">
                <a:latin typeface="Times New Roman" panose="02020603050405020304" pitchFamily="18" charset="0"/>
                <a:cs typeface="Times New Roman" panose="02020603050405020304" pitchFamily="18" charset="0"/>
              </a:rPr>
              <a:t>and</a:t>
            </a:r>
            <a:r>
              <a:rPr sz="1800" spc="-49" dirty="0">
                <a:latin typeface="Times New Roman" panose="02020603050405020304" pitchFamily="18" charset="0"/>
                <a:cs typeface="Times New Roman" panose="02020603050405020304" pitchFamily="18" charset="0"/>
              </a:rPr>
              <a:t> </a:t>
            </a:r>
            <a:r>
              <a:rPr sz="1800" spc="-90" dirty="0">
                <a:latin typeface="Times New Roman" panose="02020603050405020304" pitchFamily="18" charset="0"/>
                <a:cs typeface="Times New Roman" panose="02020603050405020304" pitchFamily="18" charset="0"/>
              </a:rPr>
              <a:t>automatic</a:t>
            </a:r>
            <a:r>
              <a:rPr sz="1800" spc="-71" dirty="0">
                <a:latin typeface="Times New Roman" panose="02020603050405020304" pitchFamily="18" charset="0"/>
                <a:cs typeface="Times New Roman" panose="02020603050405020304" pitchFamily="18" charset="0"/>
              </a:rPr>
              <a:t> </a:t>
            </a:r>
            <a:r>
              <a:rPr sz="1800" spc="-98" dirty="0">
                <a:latin typeface="Times New Roman" panose="02020603050405020304" pitchFamily="18" charset="0"/>
                <a:cs typeface="Times New Roman" panose="02020603050405020304" pitchFamily="18" charset="0"/>
              </a:rPr>
              <a:t>backups.</a:t>
            </a:r>
            <a:endParaRPr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6430315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spcFirstLastPara="1" vert="horz" wrap="square" lIns="0" tIns="10001" rIns="0" bIns="0" rtlCol="0" anchor="ctr" anchorCtr="0">
            <a:spAutoFit/>
          </a:bodyPr>
          <a:lstStyle/>
          <a:p>
            <a:pPr marL="9525">
              <a:spcBef>
                <a:spcPts val="79"/>
              </a:spcBef>
            </a:pPr>
            <a:r>
              <a:rPr sz="2400" spc="311" dirty="0"/>
              <a:t>N</a:t>
            </a:r>
            <a:r>
              <a:rPr sz="2400" spc="259" dirty="0"/>
              <a:t>E</a:t>
            </a:r>
            <a:r>
              <a:rPr sz="2400" spc="161" dirty="0"/>
              <a:t>E</a:t>
            </a:r>
            <a:r>
              <a:rPr sz="2400" spc="382" dirty="0"/>
              <a:t>D</a:t>
            </a:r>
            <a:r>
              <a:rPr sz="2400" spc="-64" dirty="0"/>
              <a:t> </a:t>
            </a:r>
            <a:r>
              <a:rPr sz="2400" spc="420" dirty="0"/>
              <a:t>O</a:t>
            </a:r>
            <a:r>
              <a:rPr sz="2400" spc="49" dirty="0"/>
              <a:t>F</a:t>
            </a:r>
            <a:r>
              <a:rPr sz="2400" spc="-424" dirty="0"/>
              <a:t> </a:t>
            </a:r>
            <a:r>
              <a:rPr lang="en-IN" sz="2400" spc="-424" dirty="0"/>
              <a:t>    </a:t>
            </a:r>
            <a:r>
              <a:rPr sz="2400" spc="180" dirty="0"/>
              <a:t>VI</a:t>
            </a:r>
            <a:r>
              <a:rPr sz="2400" spc="15" dirty="0"/>
              <a:t>R</a:t>
            </a:r>
            <a:r>
              <a:rPr sz="2400" spc="255" dirty="0"/>
              <a:t>T</a:t>
            </a:r>
            <a:r>
              <a:rPr sz="2400" spc="240" dirty="0"/>
              <a:t>U</a:t>
            </a:r>
            <a:r>
              <a:rPr sz="2400" spc="270" dirty="0"/>
              <a:t>A</a:t>
            </a:r>
            <a:r>
              <a:rPr sz="2400" spc="225" dirty="0"/>
              <a:t>L</a:t>
            </a:r>
            <a:r>
              <a:rPr sz="2400" spc="233" dirty="0"/>
              <a:t>IZ</a:t>
            </a:r>
            <a:r>
              <a:rPr sz="2400" spc="56" dirty="0"/>
              <a:t>A</a:t>
            </a:r>
            <a:r>
              <a:rPr sz="2400" spc="304" dirty="0"/>
              <a:t>TION</a:t>
            </a:r>
            <a:endParaRPr sz="2400" dirty="0"/>
          </a:p>
        </p:txBody>
      </p:sp>
      <p:pic>
        <p:nvPicPr>
          <p:cNvPr id="4" name="Picture 3"/>
          <p:cNvPicPr>
            <a:picLocks noChangeAspect="1"/>
          </p:cNvPicPr>
          <p:nvPr/>
        </p:nvPicPr>
        <p:blipFill rotWithShape="1">
          <a:blip r:embed="rId2"/>
          <a:srcRect l="24700" t="41125" r="32290" b="23208"/>
          <a:stretch/>
        </p:blipFill>
        <p:spPr>
          <a:xfrm>
            <a:off x="1551874" y="1332689"/>
            <a:ext cx="6432932" cy="2999232"/>
          </a:xfrm>
          <a:prstGeom prst="rect">
            <a:avLst/>
          </a:prstGeom>
        </p:spPr>
      </p:pic>
    </p:spTree>
    <p:extLst>
      <p:ext uri="{BB962C8B-B14F-4D97-AF65-F5344CB8AC3E}">
        <p14:creationId xmlns:p14="http://schemas.microsoft.com/office/powerpoint/2010/main" val="64851420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spcFirstLastPara="1" vert="horz" wrap="square" lIns="0" tIns="10001" rIns="0" bIns="0" rtlCol="0" anchor="ctr" anchorCtr="0">
            <a:spAutoFit/>
          </a:bodyPr>
          <a:lstStyle/>
          <a:p>
            <a:pPr marL="9525">
              <a:spcBef>
                <a:spcPts val="79"/>
              </a:spcBef>
            </a:pPr>
            <a:r>
              <a:rPr sz="2400" spc="311" dirty="0"/>
              <a:t>N</a:t>
            </a:r>
            <a:r>
              <a:rPr sz="2400" spc="259" dirty="0"/>
              <a:t>E</a:t>
            </a:r>
            <a:r>
              <a:rPr sz="2400" spc="161" dirty="0"/>
              <a:t>E</a:t>
            </a:r>
            <a:r>
              <a:rPr sz="2400" spc="382" dirty="0"/>
              <a:t>D</a:t>
            </a:r>
            <a:r>
              <a:rPr sz="2400" spc="-64" dirty="0"/>
              <a:t> </a:t>
            </a:r>
            <a:r>
              <a:rPr sz="2400" spc="420" dirty="0"/>
              <a:t>O</a:t>
            </a:r>
            <a:r>
              <a:rPr sz="2400" spc="49" dirty="0"/>
              <a:t>F</a:t>
            </a:r>
            <a:r>
              <a:rPr sz="2400" spc="-424" dirty="0"/>
              <a:t> </a:t>
            </a:r>
            <a:r>
              <a:rPr lang="en-IN" sz="2400" spc="-424" dirty="0"/>
              <a:t>    </a:t>
            </a:r>
            <a:r>
              <a:rPr sz="2400" spc="180" dirty="0"/>
              <a:t>VI</a:t>
            </a:r>
            <a:r>
              <a:rPr sz="2400" spc="15" dirty="0"/>
              <a:t>R</a:t>
            </a:r>
            <a:r>
              <a:rPr sz="2400" spc="255" dirty="0"/>
              <a:t>T</a:t>
            </a:r>
            <a:r>
              <a:rPr sz="2400" spc="240" dirty="0"/>
              <a:t>U</a:t>
            </a:r>
            <a:r>
              <a:rPr sz="2400" spc="270" dirty="0"/>
              <a:t>A</a:t>
            </a:r>
            <a:r>
              <a:rPr sz="2400" spc="225" dirty="0"/>
              <a:t>L</a:t>
            </a:r>
            <a:r>
              <a:rPr sz="2400" spc="233" dirty="0"/>
              <a:t>IZ</a:t>
            </a:r>
            <a:r>
              <a:rPr sz="2400" spc="56" dirty="0"/>
              <a:t>A</a:t>
            </a:r>
            <a:r>
              <a:rPr sz="2400" spc="304" dirty="0"/>
              <a:t>TION</a:t>
            </a:r>
            <a:endParaRPr sz="2400" dirty="0"/>
          </a:p>
        </p:txBody>
      </p:sp>
      <p:sp>
        <p:nvSpPr>
          <p:cNvPr id="5" name="object 3"/>
          <p:cNvSpPr txBox="1"/>
          <p:nvPr/>
        </p:nvSpPr>
        <p:spPr>
          <a:xfrm>
            <a:off x="1197352" y="1060704"/>
            <a:ext cx="7310343" cy="2966197"/>
          </a:xfrm>
          <a:prstGeom prst="rect">
            <a:avLst/>
          </a:prstGeom>
        </p:spPr>
        <p:txBody>
          <a:bodyPr vert="horz" wrap="square" lIns="0" tIns="57150" rIns="0" bIns="0" rtlCol="0">
            <a:spAutoFit/>
          </a:bodyPr>
          <a:lstStyle/>
          <a:p>
            <a:pPr marL="213360" indent="-204311">
              <a:lnSpc>
                <a:spcPct val="150000"/>
              </a:lnSpc>
              <a:spcBef>
                <a:spcPts val="450"/>
              </a:spcBef>
              <a:buClr>
                <a:srgbClr val="B71E42"/>
              </a:buClr>
              <a:buSzPct val="95833"/>
              <a:buFont typeface="Wingdings"/>
              <a:buChar char=""/>
              <a:tabLst>
                <a:tab pos="213836" algn="l"/>
              </a:tabLst>
            </a:pPr>
            <a:r>
              <a:rPr lang="en-US" sz="1800" b="1" dirty="0"/>
              <a:t>ENHANCED PERFORMANCE-</a:t>
            </a:r>
            <a:r>
              <a:rPr lang="en-US" sz="2700" dirty="0"/>
              <a:t/>
            </a:r>
            <a:br>
              <a:rPr lang="en-US" sz="2700" dirty="0"/>
            </a:br>
            <a:r>
              <a:rPr lang="en-US" sz="1800" dirty="0"/>
              <a:t>Currently, the end user system i.e. PC is sufficiently powerful to fulfill all the basic computation requirements of the user, with various additional capabilities which are rarely used by the user. Most of their systems have sufficient resources which can host a virtual machine manager and can perform a virtual machine with acceptable performance so far.</a:t>
            </a:r>
            <a:endParaRPr sz="27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0120798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spcFirstLastPara="1" vert="horz" wrap="square" lIns="0" tIns="10001" rIns="0" bIns="0" rtlCol="0" anchor="ctr" anchorCtr="0">
            <a:spAutoFit/>
          </a:bodyPr>
          <a:lstStyle/>
          <a:p>
            <a:pPr marL="9525">
              <a:spcBef>
                <a:spcPts val="79"/>
              </a:spcBef>
            </a:pPr>
            <a:r>
              <a:rPr sz="2400" spc="311" dirty="0"/>
              <a:t>N</a:t>
            </a:r>
            <a:r>
              <a:rPr sz="2400" spc="259" dirty="0"/>
              <a:t>E</a:t>
            </a:r>
            <a:r>
              <a:rPr sz="2400" spc="161" dirty="0"/>
              <a:t>E</a:t>
            </a:r>
            <a:r>
              <a:rPr sz="2400" spc="382" dirty="0"/>
              <a:t>D</a:t>
            </a:r>
            <a:r>
              <a:rPr sz="2400" spc="-64" dirty="0"/>
              <a:t> </a:t>
            </a:r>
            <a:r>
              <a:rPr sz="2400" spc="420" dirty="0"/>
              <a:t>O</a:t>
            </a:r>
            <a:r>
              <a:rPr sz="2400" spc="49" dirty="0"/>
              <a:t>F</a:t>
            </a:r>
            <a:r>
              <a:rPr sz="2400" spc="-424" dirty="0"/>
              <a:t> </a:t>
            </a:r>
            <a:r>
              <a:rPr lang="en-IN" sz="2400" spc="-424" dirty="0"/>
              <a:t>    </a:t>
            </a:r>
            <a:r>
              <a:rPr sz="2400" spc="180" dirty="0"/>
              <a:t>VI</a:t>
            </a:r>
            <a:r>
              <a:rPr sz="2400" spc="15" dirty="0"/>
              <a:t>R</a:t>
            </a:r>
            <a:r>
              <a:rPr sz="2400" spc="255" dirty="0"/>
              <a:t>T</a:t>
            </a:r>
            <a:r>
              <a:rPr sz="2400" spc="240" dirty="0"/>
              <a:t>U</a:t>
            </a:r>
            <a:r>
              <a:rPr sz="2400" spc="270" dirty="0"/>
              <a:t>A</a:t>
            </a:r>
            <a:r>
              <a:rPr sz="2400" spc="225" dirty="0"/>
              <a:t>L</a:t>
            </a:r>
            <a:r>
              <a:rPr sz="2400" spc="233" dirty="0"/>
              <a:t>IZ</a:t>
            </a:r>
            <a:r>
              <a:rPr sz="2400" spc="56" dirty="0"/>
              <a:t>A</a:t>
            </a:r>
            <a:r>
              <a:rPr sz="2400" spc="304" dirty="0"/>
              <a:t>TION</a:t>
            </a:r>
            <a:endParaRPr sz="2400" dirty="0"/>
          </a:p>
        </p:txBody>
      </p:sp>
      <p:sp>
        <p:nvSpPr>
          <p:cNvPr id="5" name="object 3"/>
          <p:cNvSpPr txBox="1"/>
          <p:nvPr/>
        </p:nvSpPr>
        <p:spPr>
          <a:xfrm>
            <a:off x="1197352" y="1060704"/>
            <a:ext cx="7310343" cy="3381695"/>
          </a:xfrm>
          <a:prstGeom prst="rect">
            <a:avLst/>
          </a:prstGeom>
        </p:spPr>
        <p:txBody>
          <a:bodyPr vert="horz" wrap="square" lIns="0" tIns="57150" rIns="0" bIns="0" rtlCol="0">
            <a:spAutoFit/>
          </a:bodyPr>
          <a:lstStyle/>
          <a:p>
            <a:pPr marL="213360" indent="-204311">
              <a:lnSpc>
                <a:spcPct val="150000"/>
              </a:lnSpc>
              <a:spcBef>
                <a:spcPts val="450"/>
              </a:spcBef>
              <a:buClr>
                <a:srgbClr val="B71E42"/>
              </a:buClr>
              <a:buSzPct val="95833"/>
              <a:buFont typeface="Wingdings"/>
              <a:buChar char=""/>
              <a:tabLst>
                <a:tab pos="213836" algn="l"/>
              </a:tabLst>
            </a:pPr>
            <a:r>
              <a:rPr lang="en-US" sz="1800" b="1" dirty="0"/>
              <a:t>LIMITED USE OF HARDWARE AND SOFTWARE RESOURCES-</a:t>
            </a:r>
            <a:r>
              <a:rPr lang="en-US" sz="2400" dirty="0"/>
              <a:t/>
            </a:r>
            <a:br>
              <a:rPr lang="en-US" sz="2400" dirty="0"/>
            </a:br>
            <a:r>
              <a:rPr lang="en-US" sz="1800" dirty="0"/>
              <a:t>The limited use of the resources leads to under-utilization of hardware and software resources. As all the PCs of the user are sufficiently capable to fulfill their regular computational needs that’s why many of their computers are used often which can be used 24/7 continuously without any interruption. The efficiency of IT infrastructure could be increase by using these resources after hours for other purposes. This environment is possible to attain with the help of Virtualization.</a:t>
            </a:r>
            <a:endParaRPr sz="33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5035179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spcFirstLastPara="1" vert="horz" wrap="square" lIns="0" tIns="10001" rIns="0" bIns="0" rtlCol="0" anchor="ctr" anchorCtr="0">
            <a:spAutoFit/>
          </a:bodyPr>
          <a:lstStyle/>
          <a:p>
            <a:pPr marL="9525">
              <a:spcBef>
                <a:spcPts val="79"/>
              </a:spcBef>
            </a:pPr>
            <a:r>
              <a:rPr sz="2400" spc="311" dirty="0"/>
              <a:t>N</a:t>
            </a:r>
            <a:r>
              <a:rPr sz="2400" spc="259" dirty="0"/>
              <a:t>E</a:t>
            </a:r>
            <a:r>
              <a:rPr sz="2400" spc="161" dirty="0"/>
              <a:t>E</a:t>
            </a:r>
            <a:r>
              <a:rPr sz="2400" spc="382" dirty="0"/>
              <a:t>D</a:t>
            </a:r>
            <a:r>
              <a:rPr sz="2400" spc="-64" dirty="0"/>
              <a:t> </a:t>
            </a:r>
            <a:r>
              <a:rPr sz="2400" spc="420" dirty="0"/>
              <a:t>O</a:t>
            </a:r>
            <a:r>
              <a:rPr sz="2400" spc="49" dirty="0"/>
              <a:t>F</a:t>
            </a:r>
            <a:r>
              <a:rPr sz="2400" spc="-424" dirty="0"/>
              <a:t> </a:t>
            </a:r>
            <a:r>
              <a:rPr lang="en-IN" sz="2400" spc="-424" dirty="0"/>
              <a:t>    </a:t>
            </a:r>
            <a:r>
              <a:rPr sz="2400" spc="180" dirty="0"/>
              <a:t>VI</a:t>
            </a:r>
            <a:r>
              <a:rPr sz="2400" spc="15" dirty="0"/>
              <a:t>R</a:t>
            </a:r>
            <a:r>
              <a:rPr sz="2400" spc="255" dirty="0"/>
              <a:t>T</a:t>
            </a:r>
            <a:r>
              <a:rPr sz="2400" spc="240" dirty="0"/>
              <a:t>U</a:t>
            </a:r>
            <a:r>
              <a:rPr sz="2400" spc="270" dirty="0"/>
              <a:t>A</a:t>
            </a:r>
            <a:r>
              <a:rPr sz="2400" spc="225" dirty="0"/>
              <a:t>L</a:t>
            </a:r>
            <a:r>
              <a:rPr sz="2400" spc="233" dirty="0"/>
              <a:t>IZ</a:t>
            </a:r>
            <a:r>
              <a:rPr sz="2400" spc="56" dirty="0"/>
              <a:t>A</a:t>
            </a:r>
            <a:r>
              <a:rPr sz="2400" spc="304" dirty="0"/>
              <a:t>TION</a:t>
            </a:r>
            <a:endParaRPr sz="2400" dirty="0"/>
          </a:p>
        </p:txBody>
      </p:sp>
      <p:sp>
        <p:nvSpPr>
          <p:cNvPr id="5" name="object 3"/>
          <p:cNvSpPr txBox="1"/>
          <p:nvPr/>
        </p:nvSpPr>
        <p:spPr>
          <a:xfrm>
            <a:off x="1197352" y="1164822"/>
            <a:ext cx="7310343" cy="3381695"/>
          </a:xfrm>
          <a:prstGeom prst="rect">
            <a:avLst/>
          </a:prstGeom>
        </p:spPr>
        <p:txBody>
          <a:bodyPr vert="horz" wrap="square" lIns="0" tIns="57150" rIns="0" bIns="0" rtlCol="0">
            <a:spAutoFit/>
          </a:bodyPr>
          <a:lstStyle/>
          <a:p>
            <a:pPr marL="213360" indent="-204311">
              <a:lnSpc>
                <a:spcPct val="150000"/>
              </a:lnSpc>
              <a:spcBef>
                <a:spcPts val="450"/>
              </a:spcBef>
              <a:buClr>
                <a:srgbClr val="B71E42"/>
              </a:buClr>
              <a:buSzPct val="95833"/>
              <a:buFont typeface="Wingdings"/>
              <a:buChar char=""/>
              <a:tabLst>
                <a:tab pos="213836" algn="l"/>
              </a:tabLst>
            </a:pPr>
            <a:r>
              <a:rPr lang="en-US" sz="1800" b="1" dirty="0"/>
              <a:t>SHORTAGE OF SPACE-</a:t>
            </a:r>
            <a:r>
              <a:rPr lang="en-US" sz="2400" dirty="0"/>
              <a:t/>
            </a:r>
            <a:br>
              <a:rPr lang="en-US" sz="2400" dirty="0"/>
            </a:br>
            <a:r>
              <a:rPr lang="en-US" sz="1800" dirty="0"/>
              <a:t>The regular requirement for additional capacity, whether memory storage or compute power, leads data centers raise rapidly. Companies like Google, Microsoft and Amazon develop their infrastructure by building data centers as per their needs. Mostly, enterprises unable to pay to build any other data center to accommodate additional resource capacity. This heads to the diffusion of a technique which is known as server consolidation.</a:t>
            </a:r>
            <a:endParaRPr sz="405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620813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spcFirstLastPara="1" vert="horz" wrap="square" lIns="0" tIns="10001" rIns="0" bIns="0" rtlCol="0" anchor="ctr" anchorCtr="0">
            <a:spAutoFit/>
          </a:bodyPr>
          <a:lstStyle/>
          <a:p>
            <a:pPr marL="9525">
              <a:spcBef>
                <a:spcPts val="79"/>
              </a:spcBef>
            </a:pPr>
            <a:r>
              <a:rPr sz="2400" spc="311" dirty="0"/>
              <a:t>N</a:t>
            </a:r>
            <a:r>
              <a:rPr sz="2400" spc="259" dirty="0"/>
              <a:t>E</a:t>
            </a:r>
            <a:r>
              <a:rPr sz="2400" spc="161" dirty="0"/>
              <a:t>E</a:t>
            </a:r>
            <a:r>
              <a:rPr sz="2400" spc="382" dirty="0"/>
              <a:t>D</a:t>
            </a:r>
            <a:r>
              <a:rPr sz="2400" spc="-64" dirty="0"/>
              <a:t> </a:t>
            </a:r>
            <a:r>
              <a:rPr sz="2400" spc="420" dirty="0"/>
              <a:t>O</a:t>
            </a:r>
            <a:r>
              <a:rPr sz="2400" spc="49" dirty="0"/>
              <a:t>F</a:t>
            </a:r>
            <a:r>
              <a:rPr sz="2400" spc="-424" dirty="0"/>
              <a:t> </a:t>
            </a:r>
            <a:r>
              <a:rPr lang="en-IN" sz="2400" spc="-424" dirty="0"/>
              <a:t>    </a:t>
            </a:r>
            <a:r>
              <a:rPr sz="2400" spc="180" dirty="0"/>
              <a:t>VI</a:t>
            </a:r>
            <a:r>
              <a:rPr sz="2400" spc="15" dirty="0"/>
              <a:t>R</a:t>
            </a:r>
            <a:r>
              <a:rPr sz="2400" spc="255" dirty="0"/>
              <a:t>T</a:t>
            </a:r>
            <a:r>
              <a:rPr sz="2400" spc="240" dirty="0"/>
              <a:t>U</a:t>
            </a:r>
            <a:r>
              <a:rPr sz="2400" spc="270" dirty="0"/>
              <a:t>A</a:t>
            </a:r>
            <a:r>
              <a:rPr sz="2400" spc="225" dirty="0"/>
              <a:t>L</a:t>
            </a:r>
            <a:r>
              <a:rPr sz="2400" spc="233" dirty="0"/>
              <a:t>IZ</a:t>
            </a:r>
            <a:r>
              <a:rPr sz="2400" spc="56" dirty="0"/>
              <a:t>A</a:t>
            </a:r>
            <a:r>
              <a:rPr sz="2400" spc="304" dirty="0"/>
              <a:t>TION</a:t>
            </a:r>
            <a:endParaRPr sz="2400" dirty="0"/>
          </a:p>
        </p:txBody>
      </p:sp>
      <p:sp>
        <p:nvSpPr>
          <p:cNvPr id="5" name="object 3"/>
          <p:cNvSpPr txBox="1"/>
          <p:nvPr/>
        </p:nvSpPr>
        <p:spPr>
          <a:xfrm>
            <a:off x="1106806" y="940535"/>
            <a:ext cx="7531355" cy="3797193"/>
          </a:xfrm>
          <a:prstGeom prst="rect">
            <a:avLst/>
          </a:prstGeom>
        </p:spPr>
        <p:txBody>
          <a:bodyPr vert="horz" wrap="square" lIns="0" tIns="57150" rIns="0" bIns="0" rtlCol="0">
            <a:spAutoFit/>
          </a:bodyPr>
          <a:lstStyle/>
          <a:p>
            <a:pPr marL="213360" indent="-204311">
              <a:lnSpc>
                <a:spcPct val="150000"/>
              </a:lnSpc>
              <a:spcBef>
                <a:spcPts val="450"/>
              </a:spcBef>
              <a:buClr>
                <a:srgbClr val="B71E42"/>
              </a:buClr>
              <a:buSzPct val="95833"/>
              <a:buFont typeface="Wingdings"/>
              <a:buChar char=""/>
              <a:tabLst>
                <a:tab pos="213836" algn="l"/>
              </a:tabLst>
            </a:pPr>
            <a:r>
              <a:rPr lang="en-US" sz="1800" b="1" dirty="0"/>
              <a:t>ECO-FRIENDLY INITIATIVES-</a:t>
            </a:r>
            <a:r>
              <a:rPr lang="en-US" sz="2400" dirty="0"/>
              <a:t/>
            </a:r>
            <a:br>
              <a:rPr lang="en-US" sz="2400" dirty="0"/>
            </a:br>
            <a:r>
              <a:rPr lang="en-US" sz="1800" dirty="0"/>
              <a:t>At this time, corporations are actively seeking for various methods to minimize their expenditures on power which is consumed by their systems. Data centers are main power consumers and maintaining a data center operations needs a continuous power supply as well as a good amount of energy is needed to keep them cool for well-functioning. Therefore, server consolidation drops the power consumed and cooling impact by having a fall in number of servers. Virtualization can provide a sophisticated method of </a:t>
            </a:r>
            <a:r>
              <a:rPr lang="en-US" sz="1800" b="1" dirty="0"/>
              <a:t>server consolidation.</a:t>
            </a:r>
            <a:endParaRPr sz="495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736574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283114" y="444256"/>
            <a:ext cx="7141976" cy="496832"/>
          </a:xfrm>
          <a:prstGeom prst="rect">
            <a:avLst/>
          </a:prstGeom>
        </p:spPr>
        <p:txBody>
          <a:bodyPr spcFirstLastPara="1" vert="horz" wrap="square" lIns="0" tIns="10001" rIns="0" bIns="0" rtlCol="0" anchor="ctr" anchorCtr="0">
            <a:spAutoFit/>
          </a:bodyPr>
          <a:lstStyle/>
          <a:p>
            <a:pPr marL="9525">
              <a:spcBef>
                <a:spcPts val="79"/>
              </a:spcBef>
            </a:pPr>
            <a:r>
              <a:rPr sz="2400" spc="311" dirty="0"/>
              <a:t>N</a:t>
            </a:r>
            <a:r>
              <a:rPr sz="2400" spc="259" dirty="0"/>
              <a:t>E</a:t>
            </a:r>
            <a:r>
              <a:rPr sz="2400" spc="161" dirty="0"/>
              <a:t>E</a:t>
            </a:r>
            <a:r>
              <a:rPr sz="2400" spc="382" dirty="0"/>
              <a:t>D</a:t>
            </a:r>
            <a:r>
              <a:rPr sz="2400" spc="-64" dirty="0"/>
              <a:t> </a:t>
            </a:r>
            <a:r>
              <a:rPr sz="2400" spc="420" dirty="0"/>
              <a:t>O</a:t>
            </a:r>
            <a:r>
              <a:rPr sz="2400" spc="49" dirty="0"/>
              <a:t>F</a:t>
            </a:r>
            <a:r>
              <a:rPr sz="2400" spc="-424" dirty="0"/>
              <a:t> </a:t>
            </a:r>
            <a:r>
              <a:rPr lang="en-IN" sz="2400" spc="-424" dirty="0"/>
              <a:t>    </a:t>
            </a:r>
            <a:r>
              <a:rPr sz="2400" spc="180" dirty="0"/>
              <a:t>VI</a:t>
            </a:r>
            <a:r>
              <a:rPr sz="2400" spc="15" dirty="0"/>
              <a:t>R</a:t>
            </a:r>
            <a:r>
              <a:rPr sz="2400" spc="255" dirty="0"/>
              <a:t>T</a:t>
            </a:r>
            <a:r>
              <a:rPr sz="2400" spc="240" dirty="0"/>
              <a:t>U</a:t>
            </a:r>
            <a:r>
              <a:rPr sz="2400" spc="270" dirty="0"/>
              <a:t>A</a:t>
            </a:r>
            <a:r>
              <a:rPr sz="2400" spc="225" dirty="0"/>
              <a:t>L</a:t>
            </a:r>
            <a:r>
              <a:rPr sz="2400" spc="233" dirty="0"/>
              <a:t>IZ</a:t>
            </a:r>
            <a:r>
              <a:rPr sz="2400" spc="56" dirty="0"/>
              <a:t>A</a:t>
            </a:r>
            <a:r>
              <a:rPr sz="2400" spc="304" dirty="0"/>
              <a:t>TION</a:t>
            </a:r>
            <a:endParaRPr sz="2400" dirty="0"/>
          </a:p>
        </p:txBody>
      </p:sp>
      <p:sp>
        <p:nvSpPr>
          <p:cNvPr id="5" name="object 3"/>
          <p:cNvSpPr txBox="1"/>
          <p:nvPr/>
        </p:nvSpPr>
        <p:spPr>
          <a:xfrm>
            <a:off x="875489" y="941088"/>
            <a:ext cx="7957226" cy="3797193"/>
          </a:xfrm>
          <a:prstGeom prst="rect">
            <a:avLst/>
          </a:prstGeom>
        </p:spPr>
        <p:txBody>
          <a:bodyPr vert="horz" wrap="square" lIns="0" tIns="57150" rIns="0" bIns="0" rtlCol="0">
            <a:spAutoFit/>
          </a:bodyPr>
          <a:lstStyle/>
          <a:p>
            <a:pPr marL="213360" indent="-204311">
              <a:lnSpc>
                <a:spcPct val="150000"/>
              </a:lnSpc>
              <a:spcBef>
                <a:spcPts val="450"/>
              </a:spcBef>
              <a:buClr>
                <a:srgbClr val="B71E42"/>
              </a:buClr>
              <a:buSzPct val="95833"/>
              <a:buFont typeface="Wingdings"/>
              <a:buChar char=""/>
              <a:tabLst>
                <a:tab pos="213836" algn="l"/>
              </a:tabLst>
            </a:pPr>
            <a:r>
              <a:rPr lang="en-US" sz="1800" b="1" dirty="0"/>
              <a:t>ADMINISTRATIVE COSTS-</a:t>
            </a:r>
            <a:r>
              <a:rPr lang="en-US" sz="2400" dirty="0"/>
              <a:t/>
            </a:r>
            <a:br>
              <a:rPr lang="en-US" sz="2400" dirty="0"/>
            </a:br>
            <a:r>
              <a:rPr lang="en-US" sz="1800" dirty="0"/>
              <a:t>Furthermore, the rise in demand for capacity surplus, that convert into more servers in a data center, accountable for a significant increase in administrative costs. Hardware monitoring, server setup and updates, defective hardware replacement, server resources monitoring, and backups are included in common system administration tasks. These are personnel-intensive operations. The administrative costs is increased as per the number of servers. Virtualization decreases number of required servers for a given workload, hence reduces the cost of administrative employees.</a:t>
            </a:r>
            <a:endParaRPr sz="6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127779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spcFirstLastPara="1" vert="horz" wrap="square" lIns="0" tIns="10001" rIns="0" bIns="0" rtlCol="0" anchor="ctr" anchorCtr="0">
            <a:spAutoFit/>
          </a:bodyPr>
          <a:lstStyle/>
          <a:p>
            <a:pPr marL="9525">
              <a:spcBef>
                <a:spcPts val="79"/>
              </a:spcBef>
            </a:pPr>
            <a:r>
              <a:rPr lang="en-IN" b="1" dirty="0"/>
              <a:t>VIRTUALIZATION REFERENCE MODEL</a:t>
            </a:r>
            <a:endParaRPr sz="2400" dirty="0"/>
          </a:p>
        </p:txBody>
      </p:sp>
      <p:pic>
        <p:nvPicPr>
          <p:cNvPr id="3" name="Picture 2"/>
          <p:cNvPicPr>
            <a:picLocks noChangeAspect="1"/>
          </p:cNvPicPr>
          <p:nvPr/>
        </p:nvPicPr>
        <p:blipFill rotWithShape="1">
          <a:blip r:embed="rId2"/>
          <a:srcRect l="7084" t="22125" r="8583" b="9042"/>
          <a:stretch/>
        </p:blipFill>
        <p:spPr>
          <a:xfrm>
            <a:off x="557784" y="905256"/>
            <a:ext cx="8229600" cy="3776472"/>
          </a:xfrm>
          <a:prstGeom prst="rect">
            <a:avLst/>
          </a:prstGeom>
        </p:spPr>
      </p:pic>
    </p:spTree>
    <p:extLst>
      <p:ext uri="{BB962C8B-B14F-4D97-AF65-F5344CB8AC3E}">
        <p14:creationId xmlns:p14="http://schemas.microsoft.com/office/powerpoint/2010/main" val="274032468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77896" y="565931"/>
            <a:ext cx="8063380" cy="453810"/>
          </a:xfrm>
          <a:prstGeom prst="rect">
            <a:avLst/>
          </a:prstGeom>
        </p:spPr>
        <p:txBody>
          <a:bodyPr spcFirstLastPara="1" vert="horz" wrap="square" lIns="0" tIns="10001" rIns="0" bIns="0" rtlCol="0" anchor="ctr" anchorCtr="0">
            <a:spAutoFit/>
          </a:bodyPr>
          <a:lstStyle/>
          <a:p>
            <a:pPr marL="9525">
              <a:spcBef>
                <a:spcPts val="79"/>
              </a:spcBef>
            </a:pPr>
            <a:r>
              <a:rPr lang="en-IN" sz="2800" b="1" dirty="0"/>
              <a:t>VIRTUALIZATION REFERENCE MODEL</a:t>
            </a:r>
            <a:endParaRPr sz="1800" dirty="0"/>
          </a:p>
        </p:txBody>
      </p:sp>
      <p:sp>
        <p:nvSpPr>
          <p:cNvPr id="4" name="Rectangle 3"/>
          <p:cNvSpPr/>
          <p:nvPr/>
        </p:nvSpPr>
        <p:spPr>
          <a:xfrm>
            <a:off x="1033273" y="1204566"/>
            <a:ext cx="7498080" cy="2949525"/>
          </a:xfrm>
          <a:prstGeom prst="rect">
            <a:avLst/>
          </a:prstGeom>
        </p:spPr>
        <p:txBody>
          <a:bodyPr wrap="square">
            <a:spAutoFit/>
          </a:bodyPr>
          <a:lstStyle/>
          <a:p>
            <a:pPr marL="257175" indent="-257175">
              <a:lnSpc>
                <a:spcPct val="150000"/>
              </a:lnSpc>
              <a:buFont typeface="+mj-lt"/>
              <a:buAutoNum type="arabicPeriod"/>
            </a:pPr>
            <a:r>
              <a:rPr lang="en-US" sz="1800" b="1" dirty="0">
                <a:latin typeface="+mj-lt"/>
              </a:rPr>
              <a:t> GUEST:</a:t>
            </a:r>
            <a:r>
              <a:rPr lang="en-US" sz="1800" dirty="0">
                <a:latin typeface="+mj-lt"/>
              </a:rPr>
              <a:t/>
            </a:r>
            <a:br>
              <a:rPr lang="en-US" sz="1800" dirty="0">
                <a:latin typeface="+mj-lt"/>
              </a:rPr>
            </a:br>
            <a:r>
              <a:rPr lang="en-US" sz="1800" dirty="0">
                <a:latin typeface="+mj-lt"/>
              </a:rPr>
              <a:t>The guest represents the system component that interacts with the virtualization layer rather than with the host, as would normally happen. Guests usually consist of one or more virtual disk files, and a VM definition file. Virtual Machines are centrally managed by a host application that sees and manages each virtual machine as a different application</a:t>
            </a:r>
            <a:r>
              <a:rPr lang="en-US" sz="1800" dirty="0" smtClean="0">
                <a:latin typeface="+mj-lt"/>
              </a:rPr>
              <a:t>.</a:t>
            </a:r>
            <a:endParaRPr lang="en-IN" sz="1800" dirty="0">
              <a:latin typeface="+mj-lt"/>
            </a:endParaRPr>
          </a:p>
        </p:txBody>
      </p:sp>
    </p:spTree>
    <p:extLst>
      <p:ext uri="{BB962C8B-B14F-4D97-AF65-F5344CB8AC3E}">
        <p14:creationId xmlns:p14="http://schemas.microsoft.com/office/powerpoint/2010/main" val="174622438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58441" y="595109"/>
            <a:ext cx="8063380" cy="453810"/>
          </a:xfrm>
          <a:prstGeom prst="rect">
            <a:avLst/>
          </a:prstGeom>
        </p:spPr>
        <p:txBody>
          <a:bodyPr spcFirstLastPara="1" vert="horz" wrap="square" lIns="0" tIns="10001" rIns="0" bIns="0" rtlCol="0" anchor="ctr" anchorCtr="0">
            <a:spAutoFit/>
          </a:bodyPr>
          <a:lstStyle/>
          <a:p>
            <a:pPr marL="9525">
              <a:spcBef>
                <a:spcPts val="79"/>
              </a:spcBef>
            </a:pPr>
            <a:r>
              <a:rPr lang="en-IN" sz="2800" b="1" dirty="0"/>
              <a:t>VIRTUALIZATION REFERENCE MODEL</a:t>
            </a:r>
            <a:endParaRPr sz="1800" dirty="0"/>
          </a:p>
        </p:txBody>
      </p:sp>
      <p:sp>
        <p:nvSpPr>
          <p:cNvPr id="4" name="Rectangle 3"/>
          <p:cNvSpPr/>
          <p:nvPr/>
        </p:nvSpPr>
        <p:spPr>
          <a:xfrm>
            <a:off x="1072184" y="1204562"/>
            <a:ext cx="7498080" cy="2534027"/>
          </a:xfrm>
          <a:prstGeom prst="rect">
            <a:avLst/>
          </a:prstGeom>
        </p:spPr>
        <p:txBody>
          <a:bodyPr wrap="square">
            <a:spAutoFit/>
          </a:bodyPr>
          <a:lstStyle/>
          <a:p>
            <a:pPr marL="342900" indent="-342900">
              <a:lnSpc>
                <a:spcPct val="150000"/>
              </a:lnSpc>
              <a:buFont typeface="+mj-lt"/>
              <a:buAutoNum type="arabicPeriod" startAt="2"/>
            </a:pPr>
            <a:r>
              <a:rPr lang="en-US" sz="1800" b="1" dirty="0" smtClean="0">
                <a:latin typeface="+mj-lt"/>
              </a:rPr>
              <a:t>HOST</a:t>
            </a:r>
            <a:r>
              <a:rPr lang="en-US" sz="1800" b="1" dirty="0">
                <a:latin typeface="+mj-lt"/>
              </a:rPr>
              <a:t>:</a:t>
            </a:r>
            <a:r>
              <a:rPr lang="en-US" sz="1800" dirty="0">
                <a:latin typeface="+mj-lt"/>
              </a:rPr>
              <a:t/>
            </a:r>
            <a:br>
              <a:rPr lang="en-US" sz="1800" dirty="0">
                <a:latin typeface="+mj-lt"/>
              </a:rPr>
            </a:br>
            <a:r>
              <a:rPr lang="en-US" sz="1800" dirty="0">
                <a:latin typeface="+mj-lt"/>
              </a:rPr>
              <a:t>The host represents the original environment where the guest is supposed to be managed. Each guest runs on the host using shared resources donated to it by the host. The operating system, works as the host and manages the physical resource management, and the device support.</a:t>
            </a:r>
            <a:endParaRPr lang="en-IN" sz="1800" dirty="0">
              <a:latin typeface="+mj-lt"/>
            </a:endParaRPr>
          </a:p>
        </p:txBody>
      </p:sp>
    </p:spTree>
    <p:extLst>
      <p:ext uri="{BB962C8B-B14F-4D97-AF65-F5344CB8AC3E}">
        <p14:creationId xmlns:p14="http://schemas.microsoft.com/office/powerpoint/2010/main" val="224231635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97352" y="585383"/>
            <a:ext cx="7141976" cy="453810"/>
          </a:xfrm>
          <a:prstGeom prst="rect">
            <a:avLst/>
          </a:prstGeom>
        </p:spPr>
        <p:txBody>
          <a:bodyPr spcFirstLastPara="1" vert="horz" wrap="square" lIns="0" tIns="10001" rIns="0" bIns="0" rtlCol="0" anchor="ctr" anchorCtr="0">
            <a:spAutoFit/>
          </a:bodyPr>
          <a:lstStyle/>
          <a:p>
            <a:pPr marL="9525">
              <a:spcBef>
                <a:spcPts val="79"/>
              </a:spcBef>
            </a:pPr>
            <a:r>
              <a:rPr lang="en-IN" sz="2800" b="1" dirty="0"/>
              <a:t>VIRTUALIZATION REFERENCE MODEL</a:t>
            </a:r>
            <a:endParaRPr sz="1800" dirty="0"/>
          </a:p>
        </p:txBody>
      </p:sp>
      <p:sp>
        <p:nvSpPr>
          <p:cNvPr id="4" name="Rectangle 3"/>
          <p:cNvSpPr/>
          <p:nvPr/>
        </p:nvSpPr>
        <p:spPr>
          <a:xfrm>
            <a:off x="1019300" y="1039193"/>
            <a:ext cx="7498080" cy="3000821"/>
          </a:xfrm>
          <a:prstGeom prst="rect">
            <a:avLst/>
          </a:prstGeom>
        </p:spPr>
        <p:txBody>
          <a:bodyPr wrap="square">
            <a:spAutoFit/>
          </a:bodyPr>
          <a:lstStyle/>
          <a:p>
            <a:pPr fontAlgn="base">
              <a:lnSpc>
                <a:spcPct val="150000"/>
              </a:lnSpc>
            </a:pPr>
            <a:r>
              <a:rPr lang="en-US" sz="1800" b="1" dirty="0">
                <a:latin typeface="+mj-lt"/>
              </a:rPr>
              <a:t>3. VIRTUALIZATION LAYER:</a:t>
            </a:r>
            <a:r>
              <a:rPr lang="en-US" sz="1800" dirty="0">
                <a:latin typeface="+mj-lt"/>
              </a:rPr>
              <a:t/>
            </a:r>
            <a:br>
              <a:rPr lang="en-US" sz="1800" dirty="0">
                <a:latin typeface="+mj-lt"/>
              </a:rPr>
            </a:br>
            <a:r>
              <a:rPr lang="en-US" sz="1800" dirty="0">
                <a:latin typeface="+mj-lt"/>
              </a:rPr>
              <a:t>The virtualization layer is responsible for recreating the same or a different environment where the guest will operate. It is an additional abstraction layer between a network and storage hardware, computing, and the application running on it. Usually it helps to run a single operating system per machine which can be very inflexible compared to the usage of virtualization.</a:t>
            </a:r>
          </a:p>
        </p:txBody>
      </p:sp>
    </p:spTree>
    <p:extLst>
      <p:ext uri="{BB962C8B-B14F-4D97-AF65-F5344CB8AC3E}">
        <p14:creationId xmlns:p14="http://schemas.microsoft.com/office/powerpoint/2010/main" val="64556994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spcFirstLastPara="1" vert="horz" wrap="square" lIns="0" tIns="10001" rIns="0" bIns="0" rtlCol="0" anchor="ctr" anchorCtr="0">
            <a:spAutoFit/>
          </a:bodyPr>
          <a:lstStyle/>
          <a:p>
            <a:pPr marL="9525">
              <a:spcBef>
                <a:spcPts val="79"/>
              </a:spcBef>
            </a:pPr>
            <a:r>
              <a:rPr lang="en-IN" dirty="0"/>
              <a:t>Applications of virtualization</a:t>
            </a:r>
            <a:endParaRPr sz="2400" dirty="0"/>
          </a:p>
        </p:txBody>
      </p:sp>
      <p:sp>
        <p:nvSpPr>
          <p:cNvPr id="3" name="object 3"/>
          <p:cNvSpPr txBox="1"/>
          <p:nvPr/>
        </p:nvSpPr>
        <p:spPr>
          <a:xfrm>
            <a:off x="1147857" y="1068324"/>
            <a:ext cx="7310343" cy="3120085"/>
          </a:xfrm>
          <a:prstGeom prst="rect">
            <a:avLst/>
          </a:prstGeom>
        </p:spPr>
        <p:txBody>
          <a:bodyPr vert="horz" wrap="square" lIns="0" tIns="57150" rIns="0" bIns="0" rtlCol="0">
            <a:spAutoFit/>
          </a:bodyPr>
          <a:lstStyle/>
          <a:p>
            <a:pPr marL="213360" indent="-204311">
              <a:lnSpc>
                <a:spcPct val="150000"/>
              </a:lnSpc>
              <a:spcBef>
                <a:spcPts val="450"/>
              </a:spcBef>
              <a:buClr>
                <a:srgbClr val="B71E42"/>
              </a:buClr>
              <a:buSzPct val="95833"/>
              <a:buFont typeface="Wingdings"/>
              <a:buChar char=""/>
              <a:tabLst>
                <a:tab pos="213836" algn="l"/>
              </a:tabLst>
            </a:pPr>
            <a:r>
              <a:rPr sz="2100" b="1" spc="23" dirty="0">
                <a:latin typeface="Times New Roman" panose="02020603050405020304" pitchFamily="18" charset="0"/>
                <a:cs typeface="Times New Roman" panose="02020603050405020304" pitchFamily="18" charset="0"/>
              </a:rPr>
              <a:t>Server</a:t>
            </a:r>
            <a:r>
              <a:rPr sz="2100" b="1" spc="-75" dirty="0">
                <a:latin typeface="Times New Roman" panose="02020603050405020304" pitchFamily="18" charset="0"/>
                <a:cs typeface="Times New Roman" panose="02020603050405020304" pitchFamily="18" charset="0"/>
              </a:rPr>
              <a:t> </a:t>
            </a:r>
            <a:r>
              <a:rPr sz="2100" b="1" spc="8" dirty="0">
                <a:latin typeface="Times New Roman" panose="02020603050405020304" pitchFamily="18" charset="0"/>
                <a:cs typeface="Times New Roman" panose="02020603050405020304" pitchFamily="18" charset="0"/>
              </a:rPr>
              <a:t>Consolidation:</a:t>
            </a:r>
            <a:endParaRPr sz="2100" dirty="0">
              <a:latin typeface="Times New Roman" panose="02020603050405020304" pitchFamily="18" charset="0"/>
              <a:cs typeface="Times New Roman" panose="02020603050405020304" pitchFamily="18" charset="0"/>
            </a:endParaRPr>
          </a:p>
          <a:p>
            <a:pPr marL="523399" marR="3810" lvl="1" indent="-171450">
              <a:lnSpc>
                <a:spcPct val="150000"/>
              </a:lnSpc>
              <a:spcBef>
                <a:spcPts val="379"/>
              </a:spcBef>
              <a:buClr>
                <a:srgbClr val="B71E42"/>
              </a:buClr>
              <a:buFont typeface="Arial MT"/>
              <a:buChar char="•"/>
              <a:tabLst>
                <a:tab pos="523875" algn="l"/>
              </a:tabLst>
            </a:pPr>
            <a:r>
              <a:rPr sz="2100" spc="-83" dirty="0">
                <a:latin typeface="Times New Roman" panose="02020603050405020304" pitchFamily="18" charset="0"/>
                <a:cs typeface="Times New Roman" panose="02020603050405020304" pitchFamily="18" charset="0"/>
              </a:rPr>
              <a:t>Virtual</a:t>
            </a:r>
            <a:r>
              <a:rPr sz="2100" spc="233" dirty="0">
                <a:latin typeface="Times New Roman" panose="02020603050405020304" pitchFamily="18" charset="0"/>
                <a:cs typeface="Times New Roman" panose="02020603050405020304" pitchFamily="18" charset="0"/>
              </a:rPr>
              <a:t> </a:t>
            </a:r>
            <a:r>
              <a:rPr sz="2100" spc="-109" dirty="0">
                <a:latin typeface="Times New Roman" panose="02020603050405020304" pitchFamily="18" charset="0"/>
                <a:cs typeface="Times New Roman" panose="02020603050405020304" pitchFamily="18" charset="0"/>
              </a:rPr>
              <a:t>machines</a:t>
            </a:r>
            <a:r>
              <a:rPr sz="2100" spc="233" dirty="0">
                <a:latin typeface="Times New Roman" panose="02020603050405020304" pitchFamily="18" charset="0"/>
                <a:cs typeface="Times New Roman" panose="02020603050405020304" pitchFamily="18" charset="0"/>
              </a:rPr>
              <a:t> </a:t>
            </a:r>
            <a:r>
              <a:rPr sz="2100" spc="-109" dirty="0">
                <a:latin typeface="Times New Roman" panose="02020603050405020304" pitchFamily="18" charset="0"/>
                <a:cs typeface="Times New Roman" panose="02020603050405020304" pitchFamily="18" charset="0"/>
              </a:rPr>
              <a:t>are</a:t>
            </a:r>
            <a:r>
              <a:rPr sz="2100" spc="225" dirty="0">
                <a:latin typeface="Times New Roman" panose="02020603050405020304" pitchFamily="18" charset="0"/>
                <a:cs typeface="Times New Roman" panose="02020603050405020304" pitchFamily="18" charset="0"/>
              </a:rPr>
              <a:t> </a:t>
            </a:r>
            <a:r>
              <a:rPr sz="2100" spc="-86" dirty="0">
                <a:latin typeface="Times New Roman" panose="02020603050405020304" pitchFamily="18" charset="0"/>
                <a:cs typeface="Times New Roman" panose="02020603050405020304" pitchFamily="18" charset="0"/>
              </a:rPr>
              <a:t>used</a:t>
            </a:r>
            <a:r>
              <a:rPr sz="2100" spc="233" dirty="0">
                <a:latin typeface="Times New Roman" panose="02020603050405020304" pitchFamily="18" charset="0"/>
                <a:cs typeface="Times New Roman" panose="02020603050405020304" pitchFamily="18" charset="0"/>
              </a:rPr>
              <a:t> </a:t>
            </a:r>
            <a:r>
              <a:rPr sz="2100" spc="-45" dirty="0">
                <a:latin typeface="Times New Roman" panose="02020603050405020304" pitchFamily="18" charset="0"/>
                <a:cs typeface="Times New Roman" panose="02020603050405020304" pitchFamily="18" charset="0"/>
              </a:rPr>
              <a:t>to</a:t>
            </a:r>
            <a:r>
              <a:rPr sz="2100" spc="217" dirty="0">
                <a:latin typeface="Times New Roman" panose="02020603050405020304" pitchFamily="18" charset="0"/>
                <a:cs typeface="Times New Roman" panose="02020603050405020304" pitchFamily="18" charset="0"/>
              </a:rPr>
              <a:t> </a:t>
            </a:r>
            <a:r>
              <a:rPr sz="2100" spc="-86" dirty="0">
                <a:latin typeface="Times New Roman" panose="02020603050405020304" pitchFamily="18" charset="0"/>
                <a:cs typeface="Times New Roman" panose="02020603050405020304" pitchFamily="18" charset="0"/>
              </a:rPr>
              <a:t>consolidate</a:t>
            </a:r>
            <a:r>
              <a:rPr sz="2100" spc="233" dirty="0">
                <a:latin typeface="Times New Roman" panose="02020603050405020304" pitchFamily="18" charset="0"/>
                <a:cs typeface="Times New Roman" panose="02020603050405020304" pitchFamily="18" charset="0"/>
              </a:rPr>
              <a:t> </a:t>
            </a:r>
            <a:r>
              <a:rPr sz="2100" spc="-131" dirty="0">
                <a:latin typeface="Times New Roman" panose="02020603050405020304" pitchFamily="18" charset="0"/>
                <a:cs typeface="Times New Roman" panose="02020603050405020304" pitchFamily="18" charset="0"/>
              </a:rPr>
              <a:t>many</a:t>
            </a:r>
            <a:r>
              <a:rPr sz="2100" spc="233" dirty="0">
                <a:latin typeface="Times New Roman" panose="02020603050405020304" pitchFamily="18" charset="0"/>
                <a:cs typeface="Times New Roman" panose="02020603050405020304" pitchFamily="18" charset="0"/>
              </a:rPr>
              <a:t> </a:t>
            </a:r>
            <a:r>
              <a:rPr sz="2100" spc="-120" dirty="0">
                <a:latin typeface="Times New Roman" panose="02020603050405020304" pitchFamily="18" charset="0"/>
                <a:cs typeface="Times New Roman" panose="02020603050405020304" pitchFamily="18" charset="0"/>
              </a:rPr>
              <a:t>physical</a:t>
            </a:r>
            <a:r>
              <a:rPr sz="2100" spc="225" dirty="0">
                <a:latin typeface="Times New Roman" panose="02020603050405020304" pitchFamily="18" charset="0"/>
                <a:cs typeface="Times New Roman" panose="02020603050405020304" pitchFamily="18" charset="0"/>
              </a:rPr>
              <a:t> </a:t>
            </a:r>
            <a:r>
              <a:rPr sz="2100" spc="-56" dirty="0">
                <a:latin typeface="Times New Roman" panose="02020603050405020304" pitchFamily="18" charset="0"/>
                <a:cs typeface="Times New Roman" panose="02020603050405020304" pitchFamily="18" charset="0"/>
              </a:rPr>
              <a:t>servers</a:t>
            </a:r>
            <a:r>
              <a:rPr sz="2100" spc="229" dirty="0">
                <a:latin typeface="Times New Roman" panose="02020603050405020304" pitchFamily="18" charset="0"/>
                <a:cs typeface="Times New Roman" panose="02020603050405020304" pitchFamily="18" charset="0"/>
              </a:rPr>
              <a:t> </a:t>
            </a:r>
            <a:r>
              <a:rPr sz="2100" spc="-79" dirty="0">
                <a:latin typeface="Times New Roman" panose="02020603050405020304" pitchFamily="18" charset="0"/>
                <a:cs typeface="Times New Roman" panose="02020603050405020304" pitchFamily="18" charset="0"/>
              </a:rPr>
              <a:t>into </a:t>
            </a:r>
            <a:r>
              <a:rPr sz="2100" spc="-533" dirty="0">
                <a:latin typeface="Times New Roman" panose="02020603050405020304" pitchFamily="18" charset="0"/>
                <a:cs typeface="Times New Roman" panose="02020603050405020304" pitchFamily="18" charset="0"/>
              </a:rPr>
              <a:t> </a:t>
            </a:r>
            <a:r>
              <a:rPr sz="2100" spc="-236" dirty="0">
                <a:latin typeface="Times New Roman" panose="02020603050405020304" pitchFamily="18" charset="0"/>
                <a:cs typeface="Times New Roman" panose="02020603050405020304" pitchFamily="18" charset="0"/>
              </a:rPr>
              <a:t>f</a:t>
            </a:r>
            <a:r>
              <a:rPr sz="2100" spc="-146" dirty="0">
                <a:latin typeface="Times New Roman" panose="02020603050405020304" pitchFamily="18" charset="0"/>
                <a:cs typeface="Times New Roman" panose="02020603050405020304" pitchFamily="18" charset="0"/>
              </a:rPr>
              <a:t>e</a:t>
            </a:r>
            <a:r>
              <a:rPr sz="2100" spc="-83" dirty="0">
                <a:latin typeface="Times New Roman" panose="02020603050405020304" pitchFamily="18" charset="0"/>
                <a:cs typeface="Times New Roman" panose="02020603050405020304" pitchFamily="18" charset="0"/>
              </a:rPr>
              <a:t>w</a:t>
            </a:r>
            <a:r>
              <a:rPr sz="2100" spc="-53" dirty="0">
                <a:latin typeface="Times New Roman" panose="02020603050405020304" pitchFamily="18" charset="0"/>
                <a:cs typeface="Times New Roman" panose="02020603050405020304" pitchFamily="18" charset="0"/>
              </a:rPr>
              <a:t>er</a:t>
            </a:r>
            <a:r>
              <a:rPr sz="2100" spc="-49" dirty="0">
                <a:latin typeface="Times New Roman" panose="02020603050405020304" pitchFamily="18" charset="0"/>
                <a:cs typeface="Times New Roman" panose="02020603050405020304" pitchFamily="18" charset="0"/>
              </a:rPr>
              <a:t> </a:t>
            </a:r>
            <a:r>
              <a:rPr sz="2100" spc="-53" dirty="0">
                <a:latin typeface="Times New Roman" panose="02020603050405020304" pitchFamily="18" charset="0"/>
                <a:cs typeface="Times New Roman" panose="02020603050405020304" pitchFamily="18" charset="0"/>
              </a:rPr>
              <a:t>se</a:t>
            </a:r>
            <a:r>
              <a:rPr sz="2100" spc="8" dirty="0">
                <a:latin typeface="Times New Roman" panose="02020603050405020304" pitchFamily="18" charset="0"/>
                <a:cs typeface="Times New Roman" panose="02020603050405020304" pitchFamily="18" charset="0"/>
              </a:rPr>
              <a:t>r</a:t>
            </a:r>
            <a:r>
              <a:rPr sz="2100" spc="-127" dirty="0">
                <a:latin typeface="Times New Roman" panose="02020603050405020304" pitchFamily="18" charset="0"/>
                <a:cs typeface="Times New Roman" panose="02020603050405020304" pitchFamily="18" charset="0"/>
              </a:rPr>
              <a:t>v</a:t>
            </a:r>
            <a:r>
              <a:rPr sz="2100" spc="-53" dirty="0">
                <a:latin typeface="Times New Roman" panose="02020603050405020304" pitchFamily="18" charset="0"/>
                <a:cs typeface="Times New Roman" panose="02020603050405020304" pitchFamily="18" charset="0"/>
              </a:rPr>
              <a:t>er</a:t>
            </a:r>
            <a:r>
              <a:rPr sz="2100" spc="-49" dirty="0">
                <a:latin typeface="Times New Roman" panose="02020603050405020304" pitchFamily="18" charset="0"/>
                <a:cs typeface="Times New Roman" panose="02020603050405020304" pitchFamily="18" charset="0"/>
              </a:rPr>
              <a:t>s</a:t>
            </a:r>
            <a:r>
              <a:rPr sz="2100" spc="-266" dirty="0">
                <a:latin typeface="Times New Roman" panose="02020603050405020304" pitchFamily="18" charset="0"/>
                <a:cs typeface="Times New Roman" panose="02020603050405020304" pitchFamily="18" charset="0"/>
              </a:rPr>
              <a:t>.</a:t>
            </a:r>
            <a:endParaRPr sz="2100" dirty="0">
              <a:latin typeface="Times New Roman" panose="02020603050405020304" pitchFamily="18" charset="0"/>
              <a:cs typeface="Times New Roman" panose="02020603050405020304" pitchFamily="18" charset="0"/>
            </a:endParaRPr>
          </a:p>
          <a:p>
            <a:pPr marL="523399" marR="4763" lvl="1" indent="-171450">
              <a:lnSpc>
                <a:spcPct val="150000"/>
              </a:lnSpc>
              <a:spcBef>
                <a:spcPts val="379"/>
              </a:spcBef>
              <a:buClr>
                <a:srgbClr val="B71E42"/>
              </a:buClr>
              <a:buFont typeface="Arial MT"/>
              <a:buChar char="•"/>
              <a:tabLst>
                <a:tab pos="523875" algn="l"/>
                <a:tab pos="1058704" algn="l"/>
                <a:tab pos="1872615" algn="l"/>
                <a:tab pos="2571274" algn="l"/>
                <a:tab pos="2817019" algn="l"/>
                <a:tab pos="3740468" algn="l"/>
                <a:tab pos="4032885" algn="l"/>
                <a:tab pos="4238625" algn="l"/>
                <a:tab pos="4929188" algn="l"/>
                <a:tab pos="5800249" algn="l"/>
              </a:tabLst>
            </a:pPr>
            <a:r>
              <a:rPr sz="2100" spc="-109" dirty="0">
                <a:latin typeface="Times New Roman" panose="02020603050405020304" pitchFamily="18" charset="0"/>
                <a:cs typeface="Times New Roman" panose="02020603050405020304" pitchFamily="18" charset="0"/>
              </a:rPr>
              <a:t>Each	</a:t>
            </a:r>
            <a:r>
              <a:rPr sz="2100" spc="-120" dirty="0">
                <a:latin typeface="Times New Roman" panose="02020603050405020304" pitchFamily="18" charset="0"/>
                <a:cs typeface="Times New Roman" panose="02020603050405020304" pitchFamily="18" charset="0"/>
              </a:rPr>
              <a:t>physical	</a:t>
            </a:r>
            <a:r>
              <a:rPr sz="2100" spc="-56" dirty="0">
                <a:latin typeface="Times New Roman" panose="02020603050405020304" pitchFamily="18" charset="0"/>
                <a:cs typeface="Times New Roman" panose="02020603050405020304" pitchFamily="18" charset="0"/>
              </a:rPr>
              <a:t>server	</a:t>
            </a:r>
            <a:r>
              <a:rPr sz="2100" spc="-79" dirty="0">
                <a:latin typeface="Times New Roman" panose="02020603050405020304" pitchFamily="18" charset="0"/>
                <a:cs typeface="Times New Roman" panose="02020603050405020304" pitchFamily="18" charset="0"/>
              </a:rPr>
              <a:t>is	</a:t>
            </a:r>
            <a:r>
              <a:rPr sz="2100" spc="-120" dirty="0">
                <a:latin typeface="Times New Roman" panose="02020603050405020304" pitchFamily="18" charset="0"/>
                <a:cs typeface="Times New Roman" panose="02020603050405020304" pitchFamily="18" charset="0"/>
              </a:rPr>
              <a:t>reflected	</a:t>
            </a:r>
            <a:r>
              <a:rPr sz="2100" spc="-116" dirty="0">
                <a:latin typeface="Times New Roman" panose="02020603050405020304" pitchFamily="18" charset="0"/>
                <a:cs typeface="Times New Roman" panose="02020603050405020304" pitchFamily="18" charset="0"/>
              </a:rPr>
              <a:t>as	</a:t>
            </a:r>
            <a:r>
              <a:rPr sz="2100" spc="-180" dirty="0">
                <a:latin typeface="Times New Roman" panose="02020603050405020304" pitchFamily="18" charset="0"/>
                <a:cs typeface="Times New Roman" panose="02020603050405020304" pitchFamily="18" charset="0"/>
              </a:rPr>
              <a:t>a	</a:t>
            </a:r>
            <a:r>
              <a:rPr sz="2100" spc="-98" dirty="0">
                <a:latin typeface="Times New Roman" panose="02020603050405020304" pitchFamily="18" charset="0"/>
                <a:cs typeface="Times New Roman" panose="02020603050405020304" pitchFamily="18" charset="0"/>
              </a:rPr>
              <a:t>virtual	</a:t>
            </a:r>
            <a:r>
              <a:rPr sz="2100" spc="-116" dirty="0">
                <a:latin typeface="Times New Roman" panose="02020603050405020304" pitchFamily="18" charset="0"/>
                <a:cs typeface="Times New Roman" panose="02020603050405020304" pitchFamily="18" charset="0"/>
              </a:rPr>
              <a:t>machine	</a:t>
            </a:r>
            <a:r>
              <a:rPr sz="2100" spc="-143" dirty="0">
                <a:latin typeface="Times New Roman" panose="02020603050405020304" pitchFamily="18" charset="0"/>
                <a:cs typeface="Times New Roman" panose="02020603050405020304" pitchFamily="18" charset="0"/>
              </a:rPr>
              <a:t>“guest”.</a:t>
            </a:r>
            <a:r>
              <a:rPr sz="2100" spc="86" dirty="0">
                <a:latin typeface="Times New Roman" panose="02020603050405020304" pitchFamily="18" charset="0"/>
                <a:cs typeface="Times New Roman" panose="02020603050405020304" pitchFamily="18" charset="0"/>
              </a:rPr>
              <a:t> </a:t>
            </a:r>
            <a:r>
              <a:rPr sz="2100" spc="-75" dirty="0">
                <a:latin typeface="Times New Roman" panose="02020603050405020304" pitchFamily="18" charset="0"/>
                <a:cs typeface="Times New Roman" panose="02020603050405020304" pitchFamily="18" charset="0"/>
              </a:rPr>
              <a:t>They </a:t>
            </a:r>
            <a:r>
              <a:rPr sz="2100" spc="-529" dirty="0">
                <a:latin typeface="Times New Roman" panose="02020603050405020304" pitchFamily="18" charset="0"/>
                <a:cs typeface="Times New Roman" panose="02020603050405020304" pitchFamily="18" charset="0"/>
              </a:rPr>
              <a:t> </a:t>
            </a:r>
            <a:r>
              <a:rPr sz="2100" spc="-30" dirty="0">
                <a:latin typeface="Times New Roman" panose="02020603050405020304" pitchFamily="18" charset="0"/>
                <a:cs typeface="Times New Roman" panose="02020603050405020304" pitchFamily="18" charset="0"/>
              </a:rPr>
              <a:t>r</a:t>
            </a:r>
            <a:r>
              <a:rPr sz="2100" spc="-98" dirty="0">
                <a:latin typeface="Times New Roman" panose="02020603050405020304" pitchFamily="18" charset="0"/>
                <a:cs typeface="Times New Roman" panose="02020603050405020304" pitchFamily="18" charset="0"/>
              </a:rPr>
              <a:t>eside</a:t>
            </a:r>
            <a:r>
              <a:rPr sz="2100" spc="-41" dirty="0">
                <a:latin typeface="Times New Roman" panose="02020603050405020304" pitchFamily="18" charset="0"/>
                <a:cs typeface="Times New Roman" panose="02020603050405020304" pitchFamily="18" charset="0"/>
              </a:rPr>
              <a:t> </a:t>
            </a:r>
            <a:r>
              <a:rPr sz="2100" spc="-34" dirty="0">
                <a:latin typeface="Times New Roman" panose="02020603050405020304" pitchFamily="18" charset="0"/>
                <a:cs typeface="Times New Roman" panose="02020603050405020304" pitchFamily="18" charset="0"/>
              </a:rPr>
              <a:t>o</a:t>
            </a:r>
            <a:r>
              <a:rPr sz="2100" spc="-30" dirty="0">
                <a:latin typeface="Times New Roman" panose="02020603050405020304" pitchFamily="18" charset="0"/>
                <a:cs typeface="Times New Roman" panose="02020603050405020304" pitchFamily="18" charset="0"/>
              </a:rPr>
              <a:t>n</a:t>
            </a:r>
            <a:r>
              <a:rPr sz="2100" spc="-41" dirty="0">
                <a:latin typeface="Times New Roman" panose="02020603050405020304" pitchFamily="18" charset="0"/>
                <a:cs typeface="Times New Roman" panose="02020603050405020304" pitchFamily="18" charset="0"/>
              </a:rPr>
              <a:t> </a:t>
            </a:r>
            <a:r>
              <a:rPr sz="2100" spc="-180" dirty="0">
                <a:latin typeface="Times New Roman" panose="02020603050405020304" pitchFamily="18" charset="0"/>
                <a:cs typeface="Times New Roman" panose="02020603050405020304" pitchFamily="18" charset="0"/>
              </a:rPr>
              <a:t>a</a:t>
            </a:r>
            <a:r>
              <a:rPr sz="2100" spc="-53" dirty="0">
                <a:latin typeface="Times New Roman" panose="02020603050405020304" pitchFamily="18" charset="0"/>
                <a:cs typeface="Times New Roman" panose="02020603050405020304" pitchFamily="18" charset="0"/>
              </a:rPr>
              <a:t> </a:t>
            </a:r>
            <a:r>
              <a:rPr sz="2100" spc="-68" dirty="0">
                <a:latin typeface="Times New Roman" panose="02020603050405020304" pitchFamily="18" charset="0"/>
                <a:cs typeface="Times New Roman" panose="02020603050405020304" pitchFamily="18" charset="0"/>
              </a:rPr>
              <a:t>vi</a:t>
            </a:r>
            <a:r>
              <a:rPr sz="2100" spc="-30" dirty="0">
                <a:latin typeface="Times New Roman" panose="02020603050405020304" pitchFamily="18" charset="0"/>
                <a:cs typeface="Times New Roman" panose="02020603050405020304" pitchFamily="18" charset="0"/>
              </a:rPr>
              <a:t>r</a:t>
            </a:r>
            <a:r>
              <a:rPr sz="2100" spc="-131" dirty="0">
                <a:latin typeface="Times New Roman" panose="02020603050405020304" pitchFamily="18" charset="0"/>
                <a:cs typeface="Times New Roman" panose="02020603050405020304" pitchFamily="18" charset="0"/>
              </a:rPr>
              <a:t>tual</a:t>
            </a:r>
            <a:r>
              <a:rPr sz="2100" spc="-45" dirty="0">
                <a:latin typeface="Times New Roman" panose="02020603050405020304" pitchFamily="18" charset="0"/>
                <a:cs typeface="Times New Roman" panose="02020603050405020304" pitchFamily="18" charset="0"/>
              </a:rPr>
              <a:t> </a:t>
            </a:r>
            <a:r>
              <a:rPr sz="2100" spc="-176" dirty="0">
                <a:latin typeface="Times New Roman" panose="02020603050405020304" pitchFamily="18" charset="0"/>
                <a:cs typeface="Times New Roman" panose="02020603050405020304" pitchFamily="18" charset="0"/>
              </a:rPr>
              <a:t>m</a:t>
            </a:r>
            <a:r>
              <a:rPr sz="2100" spc="-120" dirty="0">
                <a:latin typeface="Times New Roman" panose="02020603050405020304" pitchFamily="18" charset="0"/>
                <a:cs typeface="Times New Roman" panose="02020603050405020304" pitchFamily="18" charset="0"/>
              </a:rPr>
              <a:t>a</a:t>
            </a:r>
            <a:r>
              <a:rPr sz="2100" spc="-105" dirty="0">
                <a:latin typeface="Times New Roman" panose="02020603050405020304" pitchFamily="18" charset="0"/>
                <a:cs typeface="Times New Roman" panose="02020603050405020304" pitchFamily="18" charset="0"/>
              </a:rPr>
              <a:t>chine</a:t>
            </a:r>
            <a:r>
              <a:rPr sz="2100" spc="-45" dirty="0">
                <a:latin typeface="Times New Roman" panose="02020603050405020304" pitchFamily="18" charset="0"/>
                <a:cs typeface="Times New Roman" panose="02020603050405020304" pitchFamily="18" charset="0"/>
              </a:rPr>
              <a:t> </a:t>
            </a:r>
            <a:r>
              <a:rPr sz="2100" spc="-53" dirty="0">
                <a:latin typeface="Times New Roman" panose="02020603050405020304" pitchFamily="18" charset="0"/>
                <a:cs typeface="Times New Roman" panose="02020603050405020304" pitchFamily="18" charset="0"/>
              </a:rPr>
              <a:t>host</a:t>
            </a:r>
            <a:r>
              <a:rPr sz="2100" spc="-49" dirty="0">
                <a:latin typeface="Times New Roman" panose="02020603050405020304" pitchFamily="18" charset="0"/>
                <a:cs typeface="Times New Roman" panose="02020603050405020304" pitchFamily="18" charset="0"/>
              </a:rPr>
              <a:t> </a:t>
            </a:r>
            <a:r>
              <a:rPr sz="2100" spc="-75" dirty="0">
                <a:latin typeface="Times New Roman" panose="02020603050405020304" pitchFamily="18" charset="0"/>
                <a:cs typeface="Times New Roman" panose="02020603050405020304" pitchFamily="18" charset="0"/>
              </a:rPr>
              <a:t>sys</a:t>
            </a:r>
            <a:r>
              <a:rPr sz="2100" spc="-64" dirty="0">
                <a:latin typeface="Times New Roman" panose="02020603050405020304" pitchFamily="18" charset="0"/>
                <a:cs typeface="Times New Roman" panose="02020603050405020304" pitchFamily="18" charset="0"/>
              </a:rPr>
              <a:t>t</a:t>
            </a:r>
            <a:r>
              <a:rPr sz="2100" spc="-116" dirty="0">
                <a:latin typeface="Times New Roman" panose="02020603050405020304" pitchFamily="18" charset="0"/>
                <a:cs typeface="Times New Roman" panose="02020603050405020304" pitchFamily="18" charset="0"/>
              </a:rPr>
              <a:t>em</a:t>
            </a:r>
            <a:r>
              <a:rPr sz="2100" spc="-270" dirty="0">
                <a:latin typeface="Times New Roman" panose="02020603050405020304" pitchFamily="18" charset="0"/>
                <a:cs typeface="Times New Roman" panose="02020603050405020304" pitchFamily="18" charset="0"/>
              </a:rPr>
              <a:t>.</a:t>
            </a:r>
            <a:endParaRPr sz="2100" dirty="0">
              <a:latin typeface="Times New Roman" panose="02020603050405020304" pitchFamily="18" charset="0"/>
              <a:cs typeface="Times New Roman" panose="02020603050405020304" pitchFamily="18" charset="0"/>
            </a:endParaRPr>
          </a:p>
          <a:p>
            <a:pPr marL="523875" lvl="1" indent="-171926">
              <a:lnSpc>
                <a:spcPct val="150000"/>
              </a:lnSpc>
              <a:spcBef>
                <a:spcPts val="371"/>
              </a:spcBef>
              <a:buClr>
                <a:srgbClr val="B71E42"/>
              </a:buClr>
              <a:buFont typeface="Arial MT"/>
              <a:buChar char="•"/>
              <a:tabLst>
                <a:tab pos="523875" algn="l"/>
              </a:tabLst>
            </a:pPr>
            <a:r>
              <a:rPr sz="2100" spc="-53" dirty="0">
                <a:latin typeface="Times New Roman" panose="02020603050405020304" pitchFamily="18" charset="0"/>
                <a:cs typeface="Times New Roman" panose="02020603050405020304" pitchFamily="18" charset="0"/>
              </a:rPr>
              <a:t>This</a:t>
            </a:r>
            <a:r>
              <a:rPr sz="2100" spc="-41" dirty="0">
                <a:latin typeface="Times New Roman" panose="02020603050405020304" pitchFamily="18" charset="0"/>
                <a:cs typeface="Times New Roman" panose="02020603050405020304" pitchFamily="18" charset="0"/>
              </a:rPr>
              <a:t> </a:t>
            </a:r>
            <a:r>
              <a:rPr sz="2100" spc="-79" dirty="0">
                <a:latin typeface="Times New Roman" panose="02020603050405020304" pitchFamily="18" charset="0"/>
                <a:cs typeface="Times New Roman" panose="02020603050405020304" pitchFamily="18" charset="0"/>
              </a:rPr>
              <a:t>is</a:t>
            </a:r>
            <a:r>
              <a:rPr sz="2100" spc="-41" dirty="0">
                <a:latin typeface="Times New Roman" panose="02020603050405020304" pitchFamily="18" charset="0"/>
                <a:cs typeface="Times New Roman" panose="02020603050405020304" pitchFamily="18" charset="0"/>
              </a:rPr>
              <a:t> </a:t>
            </a:r>
            <a:r>
              <a:rPr sz="2100" spc="-83" dirty="0">
                <a:latin typeface="Times New Roman" panose="02020603050405020304" pitchFamily="18" charset="0"/>
                <a:cs typeface="Times New Roman" panose="02020603050405020304" pitchFamily="18" charset="0"/>
              </a:rPr>
              <a:t>also</a:t>
            </a:r>
            <a:r>
              <a:rPr sz="2100" spc="-41" dirty="0">
                <a:latin typeface="Times New Roman" panose="02020603050405020304" pitchFamily="18" charset="0"/>
                <a:cs typeface="Times New Roman" panose="02020603050405020304" pitchFamily="18" charset="0"/>
              </a:rPr>
              <a:t> </a:t>
            </a:r>
            <a:r>
              <a:rPr sz="2100" spc="-53" dirty="0">
                <a:latin typeface="Times New Roman" panose="02020603050405020304" pitchFamily="18" charset="0"/>
                <a:cs typeface="Times New Roman" panose="02020603050405020304" pitchFamily="18" charset="0"/>
              </a:rPr>
              <a:t>known</a:t>
            </a:r>
            <a:r>
              <a:rPr sz="2100" spc="-38" dirty="0">
                <a:latin typeface="Times New Roman" panose="02020603050405020304" pitchFamily="18" charset="0"/>
                <a:cs typeface="Times New Roman" panose="02020603050405020304" pitchFamily="18" charset="0"/>
              </a:rPr>
              <a:t> </a:t>
            </a:r>
            <a:r>
              <a:rPr sz="2100" spc="-109" dirty="0">
                <a:latin typeface="Times New Roman" panose="02020603050405020304" pitchFamily="18" charset="0"/>
                <a:cs typeface="Times New Roman" panose="02020603050405020304" pitchFamily="18" charset="0"/>
              </a:rPr>
              <a:t>as</a:t>
            </a:r>
            <a:r>
              <a:rPr sz="2100" spc="-217" dirty="0">
                <a:latin typeface="Times New Roman" panose="02020603050405020304" pitchFamily="18" charset="0"/>
                <a:cs typeface="Times New Roman" panose="02020603050405020304" pitchFamily="18" charset="0"/>
              </a:rPr>
              <a:t> </a:t>
            </a:r>
            <a:r>
              <a:rPr sz="2100" spc="-101" dirty="0">
                <a:latin typeface="Times New Roman" panose="02020603050405020304" pitchFamily="18" charset="0"/>
                <a:cs typeface="Times New Roman" panose="02020603050405020304" pitchFamily="18" charset="0"/>
              </a:rPr>
              <a:t>“Physical-to-Virtual”</a:t>
            </a:r>
            <a:r>
              <a:rPr sz="2100" spc="-53" dirty="0">
                <a:latin typeface="Times New Roman" panose="02020603050405020304" pitchFamily="18" charset="0"/>
                <a:cs typeface="Times New Roman" panose="02020603050405020304" pitchFamily="18" charset="0"/>
              </a:rPr>
              <a:t> </a:t>
            </a:r>
            <a:r>
              <a:rPr sz="2100" spc="15" dirty="0">
                <a:latin typeface="Times New Roman" panose="02020603050405020304" pitchFamily="18" charset="0"/>
                <a:cs typeface="Times New Roman" panose="02020603050405020304" pitchFamily="18" charset="0"/>
              </a:rPr>
              <a:t>or</a:t>
            </a:r>
            <a:r>
              <a:rPr sz="2100" spc="-229" dirty="0">
                <a:latin typeface="Times New Roman" panose="02020603050405020304" pitchFamily="18" charset="0"/>
                <a:cs typeface="Times New Roman" panose="02020603050405020304" pitchFamily="18" charset="0"/>
              </a:rPr>
              <a:t> </a:t>
            </a:r>
            <a:r>
              <a:rPr sz="2100" spc="-127" dirty="0">
                <a:latin typeface="Times New Roman" panose="02020603050405020304" pitchFamily="18" charset="0"/>
                <a:cs typeface="Times New Roman" panose="02020603050405020304" pitchFamily="18" charset="0"/>
              </a:rPr>
              <a:t>‘P2V’</a:t>
            </a:r>
            <a:r>
              <a:rPr sz="2100" spc="-45" dirty="0">
                <a:latin typeface="Times New Roman" panose="02020603050405020304" pitchFamily="18" charset="0"/>
                <a:cs typeface="Times New Roman" panose="02020603050405020304" pitchFamily="18" charset="0"/>
              </a:rPr>
              <a:t> </a:t>
            </a:r>
            <a:r>
              <a:rPr sz="2100" spc="-98" dirty="0">
                <a:latin typeface="Times New Roman" panose="02020603050405020304" pitchFamily="18" charset="0"/>
                <a:cs typeface="Times New Roman" panose="02020603050405020304" pitchFamily="18" charset="0"/>
              </a:rPr>
              <a:t>transformation.</a:t>
            </a:r>
            <a:endParaRPr sz="21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058209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147858" y="1004315"/>
            <a:ext cx="7438358" cy="2639825"/>
          </a:xfrm>
          <a:prstGeom prst="rect">
            <a:avLst/>
          </a:prstGeom>
        </p:spPr>
        <p:txBody>
          <a:bodyPr vert="horz" wrap="square" lIns="0" tIns="112395" rIns="0" bIns="0" rtlCol="0">
            <a:spAutoFit/>
          </a:bodyPr>
          <a:lstStyle/>
          <a:p>
            <a:pPr marL="213360" indent="-204311">
              <a:lnSpc>
                <a:spcPct val="150000"/>
              </a:lnSpc>
              <a:spcBef>
                <a:spcPts val="885"/>
              </a:spcBef>
              <a:buClr>
                <a:srgbClr val="B71E42"/>
              </a:buClr>
              <a:buSzPct val="95833"/>
              <a:buFont typeface="Wingdings"/>
              <a:buChar char=""/>
              <a:tabLst>
                <a:tab pos="213836" algn="l"/>
              </a:tabLst>
            </a:pPr>
            <a:r>
              <a:rPr sz="2100" b="1" spc="26" dirty="0">
                <a:latin typeface="Times New Roman" panose="02020603050405020304" pitchFamily="18" charset="0"/>
                <a:cs typeface="Times New Roman" panose="02020603050405020304" pitchFamily="18" charset="0"/>
              </a:rPr>
              <a:t>Disaster</a:t>
            </a:r>
            <a:r>
              <a:rPr sz="2100" b="1" spc="-53" dirty="0">
                <a:latin typeface="Times New Roman" panose="02020603050405020304" pitchFamily="18" charset="0"/>
                <a:cs typeface="Times New Roman" panose="02020603050405020304" pitchFamily="18" charset="0"/>
              </a:rPr>
              <a:t> </a:t>
            </a:r>
            <a:r>
              <a:rPr sz="2100" b="1" spc="-26" dirty="0">
                <a:latin typeface="Times New Roman" panose="02020603050405020304" pitchFamily="18" charset="0"/>
                <a:cs typeface="Times New Roman" panose="02020603050405020304" pitchFamily="18" charset="0"/>
              </a:rPr>
              <a:t>Recovery:</a:t>
            </a:r>
            <a:endParaRPr sz="2100" dirty="0">
              <a:latin typeface="Times New Roman" panose="02020603050405020304" pitchFamily="18" charset="0"/>
              <a:cs typeface="Times New Roman" panose="02020603050405020304" pitchFamily="18" charset="0"/>
            </a:endParaRPr>
          </a:p>
          <a:p>
            <a:pPr marL="523399" marR="26670" lvl="1" indent="-171450">
              <a:lnSpc>
                <a:spcPct val="150000"/>
              </a:lnSpc>
              <a:spcBef>
                <a:spcPts val="379"/>
              </a:spcBef>
              <a:buClr>
                <a:srgbClr val="B71E42"/>
              </a:buClr>
              <a:buFont typeface="Arial MT"/>
              <a:buChar char="•"/>
              <a:tabLst>
                <a:tab pos="523875" algn="l"/>
                <a:tab pos="1277303" algn="l"/>
                <a:tab pos="2257901" algn="l"/>
                <a:tab pos="2701290" algn="l"/>
                <a:tab pos="3057049" algn="l"/>
                <a:tab pos="3617119" algn="l"/>
                <a:tab pos="3932396" algn="l"/>
                <a:tab pos="4479131" algn="l"/>
                <a:tab pos="5413057" algn="l"/>
                <a:tab pos="6804184" algn="l"/>
              </a:tabLst>
            </a:pPr>
            <a:r>
              <a:rPr sz="2100" spc="-26" dirty="0">
                <a:latin typeface="Times New Roman" panose="02020603050405020304" pitchFamily="18" charset="0"/>
                <a:cs typeface="Times New Roman" panose="02020603050405020304" pitchFamily="18" charset="0"/>
              </a:rPr>
              <a:t>Vi</a:t>
            </a:r>
            <a:r>
              <a:rPr sz="2100" spc="8" dirty="0">
                <a:latin typeface="Times New Roman" panose="02020603050405020304" pitchFamily="18" charset="0"/>
                <a:cs typeface="Times New Roman" panose="02020603050405020304" pitchFamily="18" charset="0"/>
              </a:rPr>
              <a:t>r</a:t>
            </a:r>
            <a:r>
              <a:rPr sz="2100" spc="-131" dirty="0">
                <a:latin typeface="Times New Roman" panose="02020603050405020304" pitchFamily="18" charset="0"/>
                <a:cs typeface="Times New Roman" panose="02020603050405020304" pitchFamily="18" charset="0"/>
              </a:rPr>
              <a:t>tual</a:t>
            </a:r>
            <a:r>
              <a:rPr sz="2100" dirty="0">
                <a:latin typeface="Times New Roman" panose="02020603050405020304" pitchFamily="18" charset="0"/>
                <a:cs typeface="Times New Roman" panose="02020603050405020304" pitchFamily="18" charset="0"/>
              </a:rPr>
              <a:t>	</a:t>
            </a:r>
            <a:r>
              <a:rPr sz="2100" spc="-176" dirty="0">
                <a:latin typeface="Times New Roman" panose="02020603050405020304" pitchFamily="18" charset="0"/>
                <a:cs typeface="Times New Roman" panose="02020603050405020304" pitchFamily="18" charset="0"/>
              </a:rPr>
              <a:t>m</a:t>
            </a:r>
            <a:r>
              <a:rPr sz="2100" spc="-120" dirty="0">
                <a:latin typeface="Times New Roman" panose="02020603050405020304" pitchFamily="18" charset="0"/>
                <a:cs typeface="Times New Roman" panose="02020603050405020304" pitchFamily="18" charset="0"/>
              </a:rPr>
              <a:t>a</a:t>
            </a:r>
            <a:r>
              <a:rPr sz="2100" spc="-113" dirty="0">
                <a:latin typeface="Times New Roman" panose="02020603050405020304" pitchFamily="18" charset="0"/>
                <a:cs typeface="Times New Roman" panose="02020603050405020304" pitchFamily="18" charset="0"/>
              </a:rPr>
              <a:t>c</a:t>
            </a:r>
            <a:r>
              <a:rPr sz="2100" spc="-90" dirty="0">
                <a:latin typeface="Times New Roman" panose="02020603050405020304" pitchFamily="18" charset="0"/>
                <a:cs typeface="Times New Roman" panose="02020603050405020304" pitchFamily="18" charset="0"/>
              </a:rPr>
              <a:t>hines</a:t>
            </a:r>
            <a:r>
              <a:rPr sz="2100" dirty="0">
                <a:latin typeface="Times New Roman" panose="02020603050405020304" pitchFamily="18" charset="0"/>
                <a:cs typeface="Times New Roman" panose="02020603050405020304" pitchFamily="18" charset="0"/>
              </a:rPr>
              <a:t>	</a:t>
            </a:r>
            <a:r>
              <a:rPr sz="2100" spc="-124" dirty="0">
                <a:latin typeface="Times New Roman" panose="02020603050405020304" pitchFamily="18" charset="0"/>
                <a:cs typeface="Times New Roman" panose="02020603050405020304" pitchFamily="18" charset="0"/>
              </a:rPr>
              <a:t>can</a:t>
            </a:r>
            <a:r>
              <a:rPr sz="2100" dirty="0">
                <a:latin typeface="Times New Roman" panose="02020603050405020304" pitchFamily="18" charset="0"/>
                <a:cs typeface="Times New Roman" panose="02020603050405020304" pitchFamily="18" charset="0"/>
              </a:rPr>
              <a:t>	</a:t>
            </a:r>
            <a:r>
              <a:rPr sz="2100" spc="-124" dirty="0">
                <a:latin typeface="Times New Roman" panose="02020603050405020304" pitchFamily="18" charset="0"/>
                <a:cs typeface="Times New Roman" panose="02020603050405020304" pitchFamily="18" charset="0"/>
              </a:rPr>
              <a:t>b</a:t>
            </a:r>
            <a:r>
              <a:rPr sz="2100" spc="-113" dirty="0">
                <a:latin typeface="Times New Roman" panose="02020603050405020304" pitchFamily="18" charset="0"/>
                <a:cs typeface="Times New Roman" panose="02020603050405020304" pitchFamily="18" charset="0"/>
              </a:rPr>
              <a:t>e</a:t>
            </a:r>
            <a:r>
              <a:rPr sz="2100" dirty="0">
                <a:latin typeface="Times New Roman" panose="02020603050405020304" pitchFamily="18" charset="0"/>
                <a:cs typeface="Times New Roman" panose="02020603050405020304" pitchFamily="18" charset="0"/>
              </a:rPr>
              <a:t>	</a:t>
            </a:r>
            <a:r>
              <a:rPr sz="2100" spc="-83" dirty="0">
                <a:latin typeface="Times New Roman" panose="02020603050405020304" pitchFamily="18" charset="0"/>
                <a:cs typeface="Times New Roman" panose="02020603050405020304" pitchFamily="18" charset="0"/>
              </a:rPr>
              <a:t>used</a:t>
            </a:r>
            <a:r>
              <a:rPr sz="2100" dirty="0">
                <a:latin typeface="Times New Roman" panose="02020603050405020304" pitchFamily="18" charset="0"/>
                <a:cs typeface="Times New Roman" panose="02020603050405020304" pitchFamily="18" charset="0"/>
              </a:rPr>
              <a:t>	</a:t>
            </a:r>
            <a:r>
              <a:rPr sz="2100" spc="-127" dirty="0">
                <a:latin typeface="Times New Roman" panose="02020603050405020304" pitchFamily="18" charset="0"/>
                <a:cs typeface="Times New Roman" panose="02020603050405020304" pitchFamily="18" charset="0"/>
              </a:rPr>
              <a:t>a</a:t>
            </a:r>
            <a:r>
              <a:rPr sz="2100" spc="-94" dirty="0">
                <a:latin typeface="Times New Roman" panose="02020603050405020304" pitchFamily="18" charset="0"/>
                <a:cs typeface="Times New Roman" panose="02020603050405020304" pitchFamily="18" charset="0"/>
              </a:rPr>
              <a:t>s</a:t>
            </a:r>
            <a:r>
              <a:rPr sz="2100" dirty="0">
                <a:latin typeface="Times New Roman" panose="02020603050405020304" pitchFamily="18" charset="0"/>
                <a:cs typeface="Times New Roman" panose="02020603050405020304" pitchFamily="18" charset="0"/>
              </a:rPr>
              <a:t>	</a:t>
            </a:r>
            <a:r>
              <a:rPr sz="2100" spc="-79" dirty="0">
                <a:latin typeface="Times New Roman" panose="02020603050405020304" pitchFamily="18" charset="0"/>
                <a:cs typeface="Times New Roman" panose="02020603050405020304" pitchFamily="18" charset="0"/>
              </a:rPr>
              <a:t>“h</a:t>
            </a:r>
            <a:r>
              <a:rPr sz="2100" spc="-86" dirty="0">
                <a:latin typeface="Times New Roman" panose="02020603050405020304" pitchFamily="18" charset="0"/>
                <a:cs typeface="Times New Roman" panose="02020603050405020304" pitchFamily="18" charset="0"/>
              </a:rPr>
              <a:t>o</a:t>
            </a:r>
            <a:r>
              <a:rPr sz="2100" spc="-116" dirty="0">
                <a:latin typeface="Times New Roman" panose="02020603050405020304" pitchFamily="18" charset="0"/>
                <a:cs typeface="Times New Roman" panose="02020603050405020304" pitchFamily="18" charset="0"/>
              </a:rPr>
              <a:t>t</a:t>
            </a:r>
            <a:r>
              <a:rPr sz="2100" dirty="0">
                <a:latin typeface="Times New Roman" panose="02020603050405020304" pitchFamily="18" charset="0"/>
                <a:cs typeface="Times New Roman" panose="02020603050405020304" pitchFamily="18" charset="0"/>
              </a:rPr>
              <a:t>	</a:t>
            </a:r>
            <a:r>
              <a:rPr sz="2100" spc="-98" dirty="0">
                <a:latin typeface="Times New Roman" panose="02020603050405020304" pitchFamily="18" charset="0"/>
                <a:cs typeface="Times New Roman" panose="02020603050405020304" pitchFamily="18" charset="0"/>
              </a:rPr>
              <a:t>stand</a:t>
            </a:r>
            <a:r>
              <a:rPr sz="2100" spc="-131" dirty="0">
                <a:latin typeface="Times New Roman" panose="02020603050405020304" pitchFamily="18" charset="0"/>
                <a:cs typeface="Times New Roman" panose="02020603050405020304" pitchFamily="18" charset="0"/>
              </a:rPr>
              <a:t>b</a:t>
            </a:r>
            <a:r>
              <a:rPr sz="2100" spc="-139" dirty="0">
                <a:latin typeface="Times New Roman" panose="02020603050405020304" pitchFamily="18" charset="0"/>
                <a:cs typeface="Times New Roman" panose="02020603050405020304" pitchFamily="18" charset="0"/>
              </a:rPr>
              <a:t>y”</a:t>
            </a:r>
            <a:r>
              <a:rPr sz="2100" dirty="0">
                <a:latin typeface="Times New Roman" panose="02020603050405020304" pitchFamily="18" charset="0"/>
                <a:cs typeface="Times New Roman" panose="02020603050405020304" pitchFamily="18" charset="0"/>
              </a:rPr>
              <a:t>	</a:t>
            </a:r>
            <a:r>
              <a:rPr sz="2100" spc="-105" dirty="0">
                <a:latin typeface="Times New Roman" panose="02020603050405020304" pitchFamily="18" charset="0"/>
                <a:cs typeface="Times New Roman" panose="02020603050405020304" pitchFamily="18" charset="0"/>
              </a:rPr>
              <a:t>e</a:t>
            </a:r>
            <a:r>
              <a:rPr sz="2100" spc="-131" dirty="0">
                <a:latin typeface="Times New Roman" panose="02020603050405020304" pitchFamily="18" charset="0"/>
                <a:cs typeface="Times New Roman" panose="02020603050405020304" pitchFamily="18" charset="0"/>
              </a:rPr>
              <a:t>n</a:t>
            </a:r>
            <a:r>
              <a:rPr sz="2100" spc="-68" dirty="0">
                <a:latin typeface="Times New Roman" panose="02020603050405020304" pitchFamily="18" charset="0"/>
                <a:cs typeface="Times New Roman" panose="02020603050405020304" pitchFamily="18" charset="0"/>
              </a:rPr>
              <a:t>vi</a:t>
            </a:r>
            <a:r>
              <a:rPr sz="2100" spc="-113" dirty="0">
                <a:latin typeface="Times New Roman" panose="02020603050405020304" pitchFamily="18" charset="0"/>
                <a:cs typeface="Times New Roman" panose="02020603050405020304" pitchFamily="18" charset="0"/>
              </a:rPr>
              <a:t>r</a:t>
            </a:r>
            <a:r>
              <a:rPr sz="2100" spc="-30" dirty="0">
                <a:latin typeface="Times New Roman" panose="02020603050405020304" pitchFamily="18" charset="0"/>
                <a:cs typeface="Times New Roman" panose="02020603050405020304" pitchFamily="18" charset="0"/>
              </a:rPr>
              <a:t>o</a:t>
            </a:r>
            <a:r>
              <a:rPr sz="2100" spc="-45" dirty="0">
                <a:latin typeface="Times New Roman" panose="02020603050405020304" pitchFamily="18" charset="0"/>
                <a:cs typeface="Times New Roman" panose="02020603050405020304" pitchFamily="18" charset="0"/>
              </a:rPr>
              <a:t>n</a:t>
            </a:r>
            <a:r>
              <a:rPr sz="2100" spc="-94" dirty="0">
                <a:latin typeface="Times New Roman" panose="02020603050405020304" pitchFamily="18" charset="0"/>
                <a:cs typeface="Times New Roman" panose="02020603050405020304" pitchFamily="18" charset="0"/>
              </a:rPr>
              <a:t>ments</a:t>
            </a:r>
            <a:r>
              <a:rPr sz="2100" dirty="0">
                <a:latin typeface="Times New Roman" panose="02020603050405020304" pitchFamily="18" charset="0"/>
                <a:cs typeface="Times New Roman" panose="02020603050405020304" pitchFamily="18" charset="0"/>
              </a:rPr>
              <a:t>	</a:t>
            </a:r>
            <a:r>
              <a:rPr sz="2100" spc="-236" dirty="0">
                <a:latin typeface="Times New Roman" panose="02020603050405020304" pitchFamily="18" charset="0"/>
                <a:cs typeface="Times New Roman" panose="02020603050405020304" pitchFamily="18" charset="0"/>
              </a:rPr>
              <a:t>f</a:t>
            </a:r>
            <a:r>
              <a:rPr sz="2100" spc="15" dirty="0">
                <a:latin typeface="Times New Roman" panose="02020603050405020304" pitchFamily="18" charset="0"/>
                <a:cs typeface="Times New Roman" panose="02020603050405020304" pitchFamily="18" charset="0"/>
              </a:rPr>
              <a:t>or  </a:t>
            </a:r>
            <a:r>
              <a:rPr sz="2100" spc="-94" dirty="0">
                <a:latin typeface="Times New Roman" panose="02020603050405020304" pitchFamily="18" charset="0"/>
                <a:cs typeface="Times New Roman" panose="02020603050405020304" pitchFamily="18" charset="0"/>
              </a:rPr>
              <a:t>p</a:t>
            </a:r>
            <a:r>
              <a:rPr sz="2100" spc="-161" dirty="0">
                <a:latin typeface="Times New Roman" panose="02020603050405020304" pitchFamily="18" charset="0"/>
                <a:cs typeface="Times New Roman" panose="02020603050405020304" pitchFamily="18" charset="0"/>
              </a:rPr>
              <a:t>h</a:t>
            </a:r>
            <a:r>
              <a:rPr sz="2100" spc="-86" dirty="0">
                <a:latin typeface="Times New Roman" panose="02020603050405020304" pitchFamily="18" charset="0"/>
                <a:cs typeface="Times New Roman" panose="02020603050405020304" pitchFamily="18" charset="0"/>
              </a:rPr>
              <a:t>ysi</a:t>
            </a:r>
            <a:r>
              <a:rPr sz="2100" spc="-101" dirty="0">
                <a:latin typeface="Times New Roman" panose="02020603050405020304" pitchFamily="18" charset="0"/>
                <a:cs typeface="Times New Roman" panose="02020603050405020304" pitchFamily="18" charset="0"/>
              </a:rPr>
              <a:t>c</a:t>
            </a:r>
            <a:r>
              <a:rPr sz="2100" spc="-158" dirty="0">
                <a:latin typeface="Times New Roman" panose="02020603050405020304" pitchFamily="18" charset="0"/>
                <a:cs typeface="Times New Roman" panose="02020603050405020304" pitchFamily="18" charset="0"/>
              </a:rPr>
              <a:t>al</a:t>
            </a:r>
            <a:r>
              <a:rPr sz="2100" spc="-60" dirty="0">
                <a:latin typeface="Times New Roman" panose="02020603050405020304" pitchFamily="18" charset="0"/>
                <a:cs typeface="Times New Roman" panose="02020603050405020304" pitchFamily="18" charset="0"/>
              </a:rPr>
              <a:t> </a:t>
            </a:r>
            <a:r>
              <a:rPr sz="2100" spc="-53" dirty="0">
                <a:latin typeface="Times New Roman" panose="02020603050405020304" pitchFamily="18" charset="0"/>
                <a:cs typeface="Times New Roman" panose="02020603050405020304" pitchFamily="18" charset="0"/>
              </a:rPr>
              <a:t>p</a:t>
            </a:r>
            <a:r>
              <a:rPr sz="2100" spc="-86" dirty="0">
                <a:latin typeface="Times New Roman" panose="02020603050405020304" pitchFamily="18" charset="0"/>
                <a:cs typeface="Times New Roman" panose="02020603050405020304" pitchFamily="18" charset="0"/>
              </a:rPr>
              <a:t>r</a:t>
            </a:r>
            <a:r>
              <a:rPr sz="2100" spc="-30" dirty="0">
                <a:latin typeface="Times New Roman" panose="02020603050405020304" pitchFamily="18" charset="0"/>
                <a:cs typeface="Times New Roman" panose="02020603050405020304" pitchFamily="18" charset="0"/>
              </a:rPr>
              <a:t>o</a:t>
            </a:r>
            <a:r>
              <a:rPr sz="2100" spc="-38" dirty="0">
                <a:latin typeface="Times New Roman" panose="02020603050405020304" pitchFamily="18" charset="0"/>
                <a:cs typeface="Times New Roman" panose="02020603050405020304" pitchFamily="18" charset="0"/>
              </a:rPr>
              <a:t>d</a:t>
            </a:r>
            <a:r>
              <a:rPr sz="2100" spc="-116" dirty="0">
                <a:latin typeface="Times New Roman" panose="02020603050405020304" pitchFamily="18" charset="0"/>
                <a:cs typeface="Times New Roman" panose="02020603050405020304" pitchFamily="18" charset="0"/>
              </a:rPr>
              <a:t>uct</a:t>
            </a:r>
            <a:r>
              <a:rPr sz="2100" spc="-68" dirty="0">
                <a:latin typeface="Times New Roman" panose="02020603050405020304" pitchFamily="18" charset="0"/>
                <a:cs typeface="Times New Roman" panose="02020603050405020304" pitchFamily="18" charset="0"/>
              </a:rPr>
              <a:t>i</a:t>
            </a:r>
            <a:r>
              <a:rPr sz="2100" spc="-30" dirty="0">
                <a:latin typeface="Times New Roman" panose="02020603050405020304" pitchFamily="18" charset="0"/>
                <a:cs typeface="Times New Roman" panose="02020603050405020304" pitchFamily="18" charset="0"/>
              </a:rPr>
              <a:t>on</a:t>
            </a:r>
            <a:r>
              <a:rPr sz="2100" spc="-53" dirty="0">
                <a:latin typeface="Times New Roman" panose="02020603050405020304" pitchFamily="18" charset="0"/>
                <a:cs typeface="Times New Roman" panose="02020603050405020304" pitchFamily="18" charset="0"/>
              </a:rPr>
              <a:t> se</a:t>
            </a:r>
            <a:r>
              <a:rPr sz="2100" spc="8" dirty="0">
                <a:latin typeface="Times New Roman" panose="02020603050405020304" pitchFamily="18" charset="0"/>
                <a:cs typeface="Times New Roman" panose="02020603050405020304" pitchFamily="18" charset="0"/>
              </a:rPr>
              <a:t>r</a:t>
            </a:r>
            <a:r>
              <a:rPr sz="2100" spc="-127" dirty="0">
                <a:latin typeface="Times New Roman" panose="02020603050405020304" pitchFamily="18" charset="0"/>
                <a:cs typeface="Times New Roman" panose="02020603050405020304" pitchFamily="18" charset="0"/>
              </a:rPr>
              <a:t>v</a:t>
            </a:r>
            <a:r>
              <a:rPr sz="2100" spc="-53" dirty="0">
                <a:latin typeface="Times New Roman" panose="02020603050405020304" pitchFamily="18" charset="0"/>
                <a:cs typeface="Times New Roman" panose="02020603050405020304" pitchFamily="18" charset="0"/>
              </a:rPr>
              <a:t>er</a:t>
            </a:r>
            <a:r>
              <a:rPr sz="2100" spc="-49" dirty="0">
                <a:latin typeface="Times New Roman" panose="02020603050405020304" pitchFamily="18" charset="0"/>
                <a:cs typeface="Times New Roman" panose="02020603050405020304" pitchFamily="18" charset="0"/>
              </a:rPr>
              <a:t>s</a:t>
            </a:r>
            <a:r>
              <a:rPr sz="2100" spc="-266" dirty="0">
                <a:latin typeface="Times New Roman" panose="02020603050405020304" pitchFamily="18" charset="0"/>
                <a:cs typeface="Times New Roman" panose="02020603050405020304" pitchFamily="18" charset="0"/>
              </a:rPr>
              <a:t>.</a:t>
            </a:r>
            <a:endParaRPr sz="2100" dirty="0">
              <a:latin typeface="Times New Roman" panose="02020603050405020304" pitchFamily="18" charset="0"/>
              <a:cs typeface="Times New Roman" panose="02020603050405020304" pitchFamily="18" charset="0"/>
            </a:endParaRPr>
          </a:p>
          <a:p>
            <a:pPr marL="523399" marR="3810" lvl="1" indent="-171450">
              <a:lnSpc>
                <a:spcPct val="150000"/>
              </a:lnSpc>
              <a:spcBef>
                <a:spcPts val="368"/>
              </a:spcBef>
              <a:buClr>
                <a:srgbClr val="B71E42"/>
              </a:buClr>
              <a:buFont typeface="Arial MT"/>
              <a:buChar char="•"/>
              <a:tabLst>
                <a:tab pos="523875" algn="l"/>
              </a:tabLst>
            </a:pPr>
            <a:r>
              <a:rPr sz="2100" spc="-83" dirty="0">
                <a:latin typeface="Times New Roman" panose="02020603050405020304" pitchFamily="18" charset="0"/>
                <a:cs typeface="Times New Roman" panose="02020603050405020304" pitchFamily="18" charset="0"/>
              </a:rPr>
              <a:t>Virtual</a:t>
            </a:r>
            <a:r>
              <a:rPr sz="2100" spc="113" dirty="0">
                <a:latin typeface="Times New Roman" panose="02020603050405020304" pitchFamily="18" charset="0"/>
                <a:cs typeface="Times New Roman" panose="02020603050405020304" pitchFamily="18" charset="0"/>
              </a:rPr>
              <a:t> </a:t>
            </a:r>
            <a:r>
              <a:rPr sz="2100" spc="-79" dirty="0">
                <a:latin typeface="Times New Roman" panose="02020603050405020304" pitchFamily="18" charset="0"/>
                <a:cs typeface="Times New Roman" panose="02020603050405020304" pitchFamily="18" charset="0"/>
              </a:rPr>
              <a:t>storage</a:t>
            </a:r>
            <a:r>
              <a:rPr sz="2100" spc="113" dirty="0">
                <a:latin typeface="Times New Roman" panose="02020603050405020304" pitchFamily="18" charset="0"/>
                <a:cs typeface="Times New Roman" panose="02020603050405020304" pitchFamily="18" charset="0"/>
              </a:rPr>
              <a:t> </a:t>
            </a:r>
            <a:r>
              <a:rPr sz="2100" spc="-124" dirty="0">
                <a:latin typeface="Times New Roman" panose="02020603050405020304" pitchFamily="18" charset="0"/>
                <a:cs typeface="Times New Roman" panose="02020603050405020304" pitchFamily="18" charset="0"/>
              </a:rPr>
              <a:t>can</a:t>
            </a:r>
            <a:r>
              <a:rPr sz="2100" spc="109" dirty="0">
                <a:latin typeface="Times New Roman" panose="02020603050405020304" pitchFamily="18" charset="0"/>
                <a:cs typeface="Times New Roman" panose="02020603050405020304" pitchFamily="18" charset="0"/>
              </a:rPr>
              <a:t> </a:t>
            </a:r>
            <a:r>
              <a:rPr sz="2100" spc="-113" dirty="0">
                <a:latin typeface="Times New Roman" panose="02020603050405020304" pitchFamily="18" charset="0"/>
                <a:cs typeface="Times New Roman" panose="02020603050405020304" pitchFamily="18" charset="0"/>
              </a:rPr>
              <a:t>be</a:t>
            </a:r>
            <a:r>
              <a:rPr sz="2100" spc="101" dirty="0">
                <a:latin typeface="Times New Roman" panose="02020603050405020304" pitchFamily="18" charset="0"/>
                <a:cs typeface="Times New Roman" panose="02020603050405020304" pitchFamily="18" charset="0"/>
              </a:rPr>
              <a:t> </a:t>
            </a:r>
            <a:r>
              <a:rPr sz="2100" spc="-113" dirty="0">
                <a:latin typeface="Times New Roman" panose="02020603050405020304" pitchFamily="18" charset="0"/>
                <a:cs typeface="Times New Roman" panose="02020603050405020304" pitchFamily="18" charset="0"/>
              </a:rPr>
              <a:t>replicated</a:t>
            </a:r>
            <a:r>
              <a:rPr sz="2100" spc="113" dirty="0">
                <a:latin typeface="Times New Roman" panose="02020603050405020304" pitchFamily="18" charset="0"/>
                <a:cs typeface="Times New Roman" panose="02020603050405020304" pitchFamily="18" charset="0"/>
              </a:rPr>
              <a:t> </a:t>
            </a:r>
            <a:r>
              <a:rPr sz="2100" spc="-124" dirty="0">
                <a:latin typeface="Times New Roman" panose="02020603050405020304" pitchFamily="18" charset="0"/>
                <a:cs typeface="Times New Roman" panose="02020603050405020304" pitchFamily="18" charset="0"/>
              </a:rPr>
              <a:t>and</a:t>
            </a:r>
            <a:r>
              <a:rPr sz="2100" spc="116" dirty="0">
                <a:latin typeface="Times New Roman" panose="02020603050405020304" pitchFamily="18" charset="0"/>
                <a:cs typeface="Times New Roman" panose="02020603050405020304" pitchFamily="18" charset="0"/>
              </a:rPr>
              <a:t> </a:t>
            </a:r>
            <a:r>
              <a:rPr sz="2100" spc="-94" dirty="0">
                <a:latin typeface="Times New Roman" panose="02020603050405020304" pitchFamily="18" charset="0"/>
                <a:cs typeface="Times New Roman" panose="02020603050405020304" pitchFamily="18" charset="0"/>
              </a:rPr>
              <a:t>transferred</a:t>
            </a:r>
            <a:r>
              <a:rPr sz="2100" spc="113" dirty="0">
                <a:latin typeface="Times New Roman" panose="02020603050405020304" pitchFamily="18" charset="0"/>
                <a:cs typeface="Times New Roman" panose="02020603050405020304" pitchFamily="18" charset="0"/>
              </a:rPr>
              <a:t> </a:t>
            </a:r>
            <a:r>
              <a:rPr sz="2100" spc="-45" dirty="0">
                <a:latin typeface="Times New Roman" panose="02020603050405020304" pitchFamily="18" charset="0"/>
                <a:cs typeface="Times New Roman" panose="02020603050405020304" pitchFamily="18" charset="0"/>
              </a:rPr>
              <a:t>to</a:t>
            </a:r>
            <a:r>
              <a:rPr sz="2100" spc="113" dirty="0">
                <a:latin typeface="Times New Roman" panose="02020603050405020304" pitchFamily="18" charset="0"/>
                <a:cs typeface="Times New Roman" panose="02020603050405020304" pitchFamily="18" charset="0"/>
              </a:rPr>
              <a:t> </a:t>
            </a:r>
            <a:r>
              <a:rPr sz="2100" spc="-79" dirty="0">
                <a:latin typeface="Times New Roman" panose="02020603050405020304" pitchFamily="18" charset="0"/>
                <a:cs typeface="Times New Roman" panose="02020603050405020304" pitchFamily="18" charset="0"/>
              </a:rPr>
              <a:t>another</a:t>
            </a:r>
            <a:r>
              <a:rPr sz="2100" spc="113" dirty="0">
                <a:latin typeface="Times New Roman" panose="02020603050405020304" pitchFamily="18" charset="0"/>
                <a:cs typeface="Times New Roman" panose="02020603050405020304" pitchFamily="18" charset="0"/>
              </a:rPr>
              <a:t> </a:t>
            </a:r>
            <a:r>
              <a:rPr sz="2100" spc="-109" dirty="0">
                <a:latin typeface="Times New Roman" panose="02020603050405020304" pitchFamily="18" charset="0"/>
                <a:cs typeface="Times New Roman" panose="02020603050405020304" pitchFamily="18" charset="0"/>
              </a:rPr>
              <a:t>location. </a:t>
            </a:r>
            <a:r>
              <a:rPr sz="2100" spc="-529" dirty="0">
                <a:latin typeface="Times New Roman" panose="02020603050405020304" pitchFamily="18" charset="0"/>
                <a:cs typeface="Times New Roman" panose="02020603050405020304" pitchFamily="18" charset="0"/>
              </a:rPr>
              <a:t> </a:t>
            </a:r>
            <a:r>
              <a:rPr sz="2100" spc="-26" dirty="0">
                <a:latin typeface="Times New Roman" panose="02020603050405020304" pitchFamily="18" charset="0"/>
                <a:cs typeface="Times New Roman" panose="02020603050405020304" pitchFamily="18" charset="0"/>
              </a:rPr>
              <a:t>Vi</a:t>
            </a:r>
            <a:r>
              <a:rPr sz="2100" spc="8" dirty="0">
                <a:latin typeface="Times New Roman" panose="02020603050405020304" pitchFamily="18" charset="0"/>
                <a:cs typeface="Times New Roman" panose="02020603050405020304" pitchFamily="18" charset="0"/>
              </a:rPr>
              <a:t>r</a:t>
            </a:r>
            <a:r>
              <a:rPr sz="2100" spc="-113" dirty="0">
                <a:latin typeface="Times New Roman" panose="02020603050405020304" pitchFamily="18" charset="0"/>
                <a:cs typeface="Times New Roman" panose="02020603050405020304" pitchFamily="18" charset="0"/>
              </a:rPr>
              <a:t>tualization</a:t>
            </a:r>
            <a:r>
              <a:rPr sz="2100" spc="-49" dirty="0">
                <a:latin typeface="Times New Roman" panose="02020603050405020304" pitchFamily="18" charset="0"/>
                <a:cs typeface="Times New Roman" panose="02020603050405020304" pitchFamily="18" charset="0"/>
              </a:rPr>
              <a:t> </a:t>
            </a:r>
            <a:r>
              <a:rPr sz="2100" spc="-79" dirty="0">
                <a:latin typeface="Times New Roman" panose="02020603050405020304" pitchFamily="18" charset="0"/>
                <a:cs typeface="Times New Roman" panose="02020603050405020304" pitchFamily="18" charset="0"/>
              </a:rPr>
              <a:t>is</a:t>
            </a:r>
            <a:r>
              <a:rPr sz="2100" spc="-49" dirty="0">
                <a:latin typeface="Times New Roman" panose="02020603050405020304" pitchFamily="18" charset="0"/>
                <a:cs typeface="Times New Roman" panose="02020603050405020304" pitchFamily="18" charset="0"/>
              </a:rPr>
              <a:t> </a:t>
            </a:r>
            <a:r>
              <a:rPr sz="2100" spc="-127" dirty="0">
                <a:latin typeface="Times New Roman" panose="02020603050405020304" pitchFamily="18" charset="0"/>
                <a:cs typeface="Times New Roman" panose="02020603050405020304" pitchFamily="18" charset="0"/>
              </a:rPr>
              <a:t>v</a:t>
            </a:r>
            <a:r>
              <a:rPr sz="2100" spc="-64" dirty="0">
                <a:latin typeface="Times New Roman" panose="02020603050405020304" pitchFamily="18" charset="0"/>
                <a:cs typeface="Times New Roman" panose="02020603050405020304" pitchFamily="18" charset="0"/>
              </a:rPr>
              <a:t>e</a:t>
            </a:r>
            <a:r>
              <a:rPr sz="2100" spc="4" dirty="0">
                <a:latin typeface="Times New Roman" panose="02020603050405020304" pitchFamily="18" charset="0"/>
                <a:cs typeface="Times New Roman" panose="02020603050405020304" pitchFamily="18" charset="0"/>
              </a:rPr>
              <a:t>r</a:t>
            </a:r>
            <a:r>
              <a:rPr sz="2100" spc="-101" dirty="0">
                <a:latin typeface="Times New Roman" panose="02020603050405020304" pitchFamily="18" charset="0"/>
                <a:cs typeface="Times New Roman" panose="02020603050405020304" pitchFamily="18" charset="0"/>
              </a:rPr>
              <a:t>y</a:t>
            </a:r>
            <a:r>
              <a:rPr sz="2100" spc="-53" dirty="0">
                <a:latin typeface="Times New Roman" panose="02020603050405020304" pitchFamily="18" charset="0"/>
                <a:cs typeface="Times New Roman" panose="02020603050405020304" pitchFamily="18" charset="0"/>
              </a:rPr>
              <a:t> </a:t>
            </a:r>
            <a:r>
              <a:rPr sz="2100" spc="-109" dirty="0">
                <a:latin typeface="Times New Roman" panose="02020603050405020304" pitchFamily="18" charset="0"/>
                <a:cs typeface="Times New Roman" panose="02020603050405020304" pitchFamily="18" charset="0"/>
              </a:rPr>
              <a:t>usefu</a:t>
            </a:r>
            <a:r>
              <a:rPr sz="2100" spc="-139" dirty="0">
                <a:latin typeface="Times New Roman" panose="02020603050405020304" pitchFamily="18" charset="0"/>
                <a:cs typeface="Times New Roman" panose="02020603050405020304" pitchFamily="18" charset="0"/>
              </a:rPr>
              <a:t>l</a:t>
            </a:r>
            <a:r>
              <a:rPr sz="2100" spc="-49" dirty="0">
                <a:latin typeface="Times New Roman" panose="02020603050405020304" pitchFamily="18" charset="0"/>
                <a:cs typeface="Times New Roman" panose="02020603050405020304" pitchFamily="18" charset="0"/>
              </a:rPr>
              <a:t> </a:t>
            </a:r>
            <a:r>
              <a:rPr sz="2100" spc="-101" dirty="0">
                <a:latin typeface="Times New Roman" panose="02020603050405020304" pitchFamily="18" charset="0"/>
                <a:cs typeface="Times New Roman" panose="02020603050405020304" pitchFamily="18" charset="0"/>
              </a:rPr>
              <a:t>in</a:t>
            </a:r>
            <a:r>
              <a:rPr sz="2100" spc="-49" dirty="0">
                <a:latin typeface="Times New Roman" panose="02020603050405020304" pitchFamily="18" charset="0"/>
                <a:cs typeface="Times New Roman" panose="02020603050405020304" pitchFamily="18" charset="0"/>
              </a:rPr>
              <a:t> </a:t>
            </a:r>
            <a:r>
              <a:rPr sz="2100" spc="-116" dirty="0">
                <a:latin typeface="Times New Roman" panose="02020603050405020304" pitchFamily="18" charset="0"/>
                <a:cs typeface="Times New Roman" panose="02020603050405020304" pitchFamily="18" charset="0"/>
              </a:rPr>
              <a:t>planning</a:t>
            </a:r>
            <a:r>
              <a:rPr sz="2100" spc="-45" dirty="0">
                <a:latin typeface="Times New Roman" panose="02020603050405020304" pitchFamily="18" charset="0"/>
                <a:cs typeface="Times New Roman" panose="02020603050405020304" pitchFamily="18" charset="0"/>
              </a:rPr>
              <a:t> </a:t>
            </a:r>
            <a:r>
              <a:rPr sz="2100" spc="-236" dirty="0">
                <a:latin typeface="Times New Roman" panose="02020603050405020304" pitchFamily="18" charset="0"/>
                <a:cs typeface="Times New Roman" panose="02020603050405020304" pitchFamily="18" charset="0"/>
              </a:rPr>
              <a:t>f</a:t>
            </a:r>
            <a:r>
              <a:rPr sz="2100" spc="19" dirty="0">
                <a:latin typeface="Times New Roman" panose="02020603050405020304" pitchFamily="18" charset="0"/>
                <a:cs typeface="Times New Roman" panose="02020603050405020304" pitchFamily="18" charset="0"/>
              </a:rPr>
              <a:t>or</a:t>
            </a:r>
            <a:r>
              <a:rPr sz="2100" spc="-45" dirty="0">
                <a:latin typeface="Times New Roman" panose="02020603050405020304" pitchFamily="18" charset="0"/>
                <a:cs typeface="Times New Roman" panose="02020603050405020304" pitchFamily="18" charset="0"/>
              </a:rPr>
              <a:t> </a:t>
            </a:r>
            <a:r>
              <a:rPr sz="2100" spc="-86" dirty="0">
                <a:latin typeface="Times New Roman" panose="02020603050405020304" pitchFamily="18" charset="0"/>
                <a:cs typeface="Times New Roman" panose="02020603050405020304" pitchFamily="18" charset="0"/>
              </a:rPr>
              <a:t>disaster</a:t>
            </a:r>
            <a:r>
              <a:rPr sz="2100" spc="-49" dirty="0">
                <a:latin typeface="Times New Roman" panose="02020603050405020304" pitchFamily="18" charset="0"/>
                <a:cs typeface="Times New Roman" panose="02020603050405020304" pitchFamily="18" charset="0"/>
              </a:rPr>
              <a:t> </a:t>
            </a:r>
            <a:r>
              <a:rPr sz="2100" spc="-30" dirty="0">
                <a:latin typeface="Times New Roman" panose="02020603050405020304" pitchFamily="18" charset="0"/>
                <a:cs typeface="Times New Roman" panose="02020603050405020304" pitchFamily="18" charset="0"/>
              </a:rPr>
              <a:t>r</a:t>
            </a:r>
            <a:r>
              <a:rPr sz="2100" spc="-68" dirty="0">
                <a:latin typeface="Times New Roman" panose="02020603050405020304" pitchFamily="18" charset="0"/>
                <a:cs typeface="Times New Roman" panose="02020603050405020304" pitchFamily="18" charset="0"/>
              </a:rPr>
              <a:t>ec</a:t>
            </a:r>
            <a:r>
              <a:rPr sz="2100" spc="-86" dirty="0">
                <a:latin typeface="Times New Roman" panose="02020603050405020304" pitchFamily="18" charset="0"/>
                <a:cs typeface="Times New Roman" panose="02020603050405020304" pitchFamily="18" charset="0"/>
              </a:rPr>
              <a:t>o</a:t>
            </a:r>
            <a:r>
              <a:rPr sz="2100" spc="-127" dirty="0">
                <a:latin typeface="Times New Roman" panose="02020603050405020304" pitchFamily="18" charset="0"/>
                <a:cs typeface="Times New Roman" panose="02020603050405020304" pitchFamily="18" charset="0"/>
              </a:rPr>
              <a:t>v</a:t>
            </a:r>
            <a:r>
              <a:rPr sz="2100" spc="-64" dirty="0">
                <a:latin typeface="Times New Roman" panose="02020603050405020304" pitchFamily="18" charset="0"/>
                <a:cs typeface="Times New Roman" panose="02020603050405020304" pitchFamily="18" charset="0"/>
              </a:rPr>
              <a:t>e</a:t>
            </a:r>
            <a:r>
              <a:rPr sz="2100" spc="4" dirty="0">
                <a:latin typeface="Times New Roman" panose="02020603050405020304" pitchFamily="18" charset="0"/>
                <a:cs typeface="Times New Roman" panose="02020603050405020304" pitchFamily="18" charset="0"/>
              </a:rPr>
              <a:t>r</a:t>
            </a:r>
            <a:r>
              <a:rPr sz="2100" spc="-240" dirty="0">
                <a:latin typeface="Times New Roman" panose="02020603050405020304" pitchFamily="18" charset="0"/>
                <a:cs typeface="Times New Roman" panose="02020603050405020304" pitchFamily="18" charset="0"/>
              </a:rPr>
              <a:t>y</a:t>
            </a:r>
            <a:r>
              <a:rPr sz="2100" spc="-270" dirty="0">
                <a:latin typeface="Times New Roman" panose="02020603050405020304" pitchFamily="18" charset="0"/>
                <a:cs typeface="Times New Roman" panose="02020603050405020304" pitchFamily="18" charset="0"/>
              </a:rPr>
              <a:t>.</a:t>
            </a:r>
            <a:endParaRPr sz="2100" dirty="0">
              <a:latin typeface="Times New Roman" panose="02020603050405020304" pitchFamily="18" charset="0"/>
              <a:cs typeface="Times New Roman" panose="02020603050405020304" pitchFamily="18" charset="0"/>
            </a:endParaRPr>
          </a:p>
        </p:txBody>
      </p:sp>
      <p:sp>
        <p:nvSpPr>
          <p:cNvPr id="3" name="object 2"/>
          <p:cNvSpPr txBox="1">
            <a:spLocks/>
          </p:cNvSpPr>
          <p:nvPr/>
        </p:nvSpPr>
        <p:spPr>
          <a:xfrm>
            <a:off x="1147858" y="342684"/>
            <a:ext cx="4740878" cy="402514"/>
          </a:xfrm>
          <a:prstGeom prst="rect">
            <a:avLst/>
          </a:prstGeom>
        </p:spPr>
        <p:txBody>
          <a:bodyPr vert="horz" wrap="square" lIns="0" tIns="10001" rIns="0" bIns="0" rtlCol="0">
            <a:spAutoFit/>
          </a:bodyPr>
          <a:lstStyle>
            <a:lvl1pPr algn="l" defTabSz="914400" rtl="0" eaLnBrk="1" latinLnBrk="0" hangingPunct="1">
              <a:lnSpc>
                <a:spcPct val="90000"/>
              </a:lnSpc>
              <a:spcBef>
                <a:spcPct val="0"/>
              </a:spcBef>
              <a:buNone/>
              <a:defRPr sz="3400" kern="1200">
                <a:solidFill>
                  <a:schemeClr val="accent2"/>
                </a:solidFill>
                <a:latin typeface="+mj-lt"/>
                <a:ea typeface="+mj-ea"/>
                <a:cs typeface="+mj-cs"/>
              </a:defRPr>
            </a:lvl1pPr>
          </a:lstStyle>
          <a:p>
            <a:pPr marL="9525">
              <a:lnSpc>
                <a:spcPct val="100000"/>
              </a:lnSpc>
              <a:spcBef>
                <a:spcPts val="79"/>
              </a:spcBef>
            </a:pPr>
            <a:r>
              <a:rPr lang="en-IN" sz="2550" dirty="0"/>
              <a:t>Applications of virtualization</a:t>
            </a:r>
            <a:endParaRPr lang="en-IN" sz="2400" dirty="0"/>
          </a:p>
        </p:txBody>
      </p:sp>
      <p:sp>
        <p:nvSpPr>
          <p:cNvPr id="4" name="Title 3"/>
          <p:cNvSpPr>
            <a:spLocks noGrp="1"/>
          </p:cNvSpPr>
          <p:nvPr>
            <p:ph type="title"/>
          </p:nvPr>
        </p:nvSpPr>
        <p:spPr/>
        <p:txBody>
          <a:bodyPr/>
          <a:lstStyle/>
          <a:p>
            <a:endParaRPr lang="en-IN"/>
          </a:p>
        </p:txBody>
      </p:sp>
    </p:spTree>
    <p:extLst>
      <p:ext uri="{BB962C8B-B14F-4D97-AF65-F5344CB8AC3E}">
        <p14:creationId xmlns:p14="http://schemas.microsoft.com/office/powerpoint/2010/main" val="5169597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147858" y="1111758"/>
            <a:ext cx="7086600" cy="3404458"/>
          </a:xfrm>
          <a:prstGeom prst="rect">
            <a:avLst/>
          </a:prstGeom>
        </p:spPr>
        <p:txBody>
          <a:bodyPr vert="horz" wrap="square" lIns="0" tIns="84773" rIns="0" bIns="0" rtlCol="0">
            <a:spAutoFit/>
          </a:bodyPr>
          <a:lstStyle/>
          <a:p>
            <a:pPr marL="213360" indent="-204311">
              <a:lnSpc>
                <a:spcPct val="150000"/>
              </a:lnSpc>
              <a:spcBef>
                <a:spcPts val="668"/>
              </a:spcBef>
              <a:buClr>
                <a:srgbClr val="B71E42"/>
              </a:buClr>
              <a:buSzPct val="95833"/>
              <a:buFont typeface="Wingdings"/>
              <a:buChar char=""/>
              <a:tabLst>
                <a:tab pos="213836" algn="l"/>
              </a:tabLst>
            </a:pPr>
            <a:r>
              <a:rPr sz="1800" b="1" spc="-105" dirty="0">
                <a:latin typeface="Times New Roman" panose="02020603050405020304" pitchFamily="18" charset="0"/>
                <a:cs typeface="Times New Roman" panose="02020603050405020304" pitchFamily="18" charset="0"/>
              </a:rPr>
              <a:t>T</a:t>
            </a:r>
            <a:r>
              <a:rPr sz="1800" b="1" spc="-30" dirty="0">
                <a:latin typeface="Times New Roman" panose="02020603050405020304" pitchFamily="18" charset="0"/>
                <a:cs typeface="Times New Roman" panose="02020603050405020304" pitchFamily="18" charset="0"/>
              </a:rPr>
              <a:t>es</a:t>
            </a:r>
            <a:r>
              <a:rPr sz="1800" b="1" spc="4" dirty="0">
                <a:latin typeface="Times New Roman" panose="02020603050405020304" pitchFamily="18" charset="0"/>
                <a:cs typeface="Times New Roman" panose="02020603050405020304" pitchFamily="18" charset="0"/>
              </a:rPr>
              <a:t>ting</a:t>
            </a:r>
            <a:r>
              <a:rPr sz="1800" b="1" spc="-41" dirty="0">
                <a:latin typeface="Times New Roman" panose="02020603050405020304" pitchFamily="18" charset="0"/>
                <a:cs typeface="Times New Roman" panose="02020603050405020304" pitchFamily="18" charset="0"/>
              </a:rPr>
              <a:t> </a:t>
            </a:r>
            <a:r>
              <a:rPr sz="1800" b="1" spc="-8" dirty="0">
                <a:latin typeface="Times New Roman" panose="02020603050405020304" pitchFamily="18" charset="0"/>
                <a:cs typeface="Times New Roman" panose="02020603050405020304" pitchFamily="18" charset="0"/>
              </a:rPr>
              <a:t>and</a:t>
            </a:r>
            <a:r>
              <a:rPr sz="1800" b="1" spc="-315" dirty="0">
                <a:latin typeface="Times New Roman" panose="02020603050405020304" pitchFamily="18" charset="0"/>
                <a:cs typeface="Times New Roman" panose="02020603050405020304" pitchFamily="18" charset="0"/>
              </a:rPr>
              <a:t> </a:t>
            </a:r>
            <a:r>
              <a:rPr sz="1800" b="1" spc="-34" dirty="0">
                <a:latin typeface="Times New Roman" panose="02020603050405020304" pitchFamily="18" charset="0"/>
                <a:cs typeface="Times New Roman" panose="02020603050405020304" pitchFamily="18" charset="0"/>
              </a:rPr>
              <a:t>T</a:t>
            </a:r>
            <a:r>
              <a:rPr sz="1800" b="1" spc="-19" dirty="0">
                <a:latin typeface="Times New Roman" panose="02020603050405020304" pitchFamily="18" charset="0"/>
                <a:cs typeface="Times New Roman" panose="02020603050405020304" pitchFamily="18" charset="0"/>
              </a:rPr>
              <a:t>raini</a:t>
            </a:r>
            <a:r>
              <a:rPr sz="1800" b="1" spc="-23" dirty="0">
                <a:latin typeface="Times New Roman" panose="02020603050405020304" pitchFamily="18" charset="0"/>
                <a:cs typeface="Times New Roman" panose="02020603050405020304" pitchFamily="18" charset="0"/>
              </a:rPr>
              <a:t>n</a:t>
            </a:r>
            <a:r>
              <a:rPr sz="1800" b="1" spc="71" dirty="0">
                <a:latin typeface="Times New Roman" panose="02020603050405020304" pitchFamily="18" charset="0"/>
                <a:cs typeface="Times New Roman" panose="02020603050405020304" pitchFamily="18" charset="0"/>
              </a:rPr>
              <a:t>g</a:t>
            </a:r>
            <a:r>
              <a:rPr sz="1800" b="1" spc="-176" dirty="0">
                <a:latin typeface="Times New Roman" panose="02020603050405020304" pitchFamily="18" charset="0"/>
                <a:cs typeface="Times New Roman" panose="02020603050405020304" pitchFamily="18" charset="0"/>
              </a:rPr>
              <a:t>:</a:t>
            </a:r>
            <a:endParaRPr sz="1800" dirty="0">
              <a:latin typeface="Times New Roman" panose="02020603050405020304" pitchFamily="18" charset="0"/>
              <a:cs typeface="Times New Roman" panose="02020603050405020304" pitchFamily="18" charset="0"/>
            </a:endParaRPr>
          </a:p>
          <a:p>
            <a:pPr marL="523875" lvl="1" indent="-171926">
              <a:lnSpc>
                <a:spcPct val="150000"/>
              </a:lnSpc>
              <a:spcBef>
                <a:spcPts val="596"/>
              </a:spcBef>
              <a:buClr>
                <a:srgbClr val="B71E42"/>
              </a:buClr>
              <a:buFont typeface="Arial MT"/>
              <a:buChar char="•"/>
              <a:tabLst>
                <a:tab pos="523875" algn="l"/>
              </a:tabLst>
            </a:pPr>
            <a:r>
              <a:rPr sz="1800" spc="-90" dirty="0">
                <a:latin typeface="Times New Roman" panose="02020603050405020304" pitchFamily="18" charset="0"/>
                <a:cs typeface="Times New Roman" panose="02020603050405020304" pitchFamily="18" charset="0"/>
              </a:rPr>
              <a:t>Virtualization</a:t>
            </a:r>
            <a:r>
              <a:rPr sz="1800" spc="-49" dirty="0">
                <a:latin typeface="Times New Roman" panose="02020603050405020304" pitchFamily="18" charset="0"/>
                <a:cs typeface="Times New Roman" panose="02020603050405020304" pitchFamily="18" charset="0"/>
              </a:rPr>
              <a:t> </a:t>
            </a:r>
            <a:r>
              <a:rPr sz="1800" spc="-124" dirty="0">
                <a:latin typeface="Times New Roman" panose="02020603050405020304" pitchFamily="18" charset="0"/>
                <a:cs typeface="Times New Roman" panose="02020603050405020304" pitchFamily="18" charset="0"/>
              </a:rPr>
              <a:t>can</a:t>
            </a:r>
            <a:r>
              <a:rPr sz="1800" spc="-49" dirty="0">
                <a:latin typeface="Times New Roman" panose="02020603050405020304" pitchFamily="18" charset="0"/>
                <a:cs typeface="Times New Roman" panose="02020603050405020304" pitchFamily="18" charset="0"/>
              </a:rPr>
              <a:t> </a:t>
            </a:r>
            <a:r>
              <a:rPr sz="1800" spc="-127" dirty="0">
                <a:latin typeface="Times New Roman" panose="02020603050405020304" pitchFamily="18" charset="0"/>
                <a:cs typeface="Times New Roman" panose="02020603050405020304" pitchFamily="18" charset="0"/>
              </a:rPr>
              <a:t>give</a:t>
            </a:r>
            <a:r>
              <a:rPr sz="1800" spc="-45" dirty="0">
                <a:latin typeface="Times New Roman" panose="02020603050405020304" pitchFamily="18" charset="0"/>
                <a:cs typeface="Times New Roman" panose="02020603050405020304" pitchFamily="18" charset="0"/>
              </a:rPr>
              <a:t> </a:t>
            </a:r>
            <a:r>
              <a:rPr sz="1800" spc="-26" dirty="0">
                <a:latin typeface="Times New Roman" panose="02020603050405020304" pitchFamily="18" charset="0"/>
                <a:cs typeface="Times New Roman" panose="02020603050405020304" pitchFamily="18" charset="0"/>
              </a:rPr>
              <a:t>root</a:t>
            </a:r>
            <a:r>
              <a:rPr sz="1800" spc="-38" dirty="0">
                <a:latin typeface="Times New Roman" panose="02020603050405020304" pitchFamily="18" charset="0"/>
                <a:cs typeface="Times New Roman" panose="02020603050405020304" pitchFamily="18" charset="0"/>
              </a:rPr>
              <a:t> </a:t>
            </a:r>
            <a:r>
              <a:rPr sz="1800" spc="-98" dirty="0">
                <a:latin typeface="Times New Roman" panose="02020603050405020304" pitchFamily="18" charset="0"/>
                <a:cs typeface="Times New Roman" panose="02020603050405020304" pitchFamily="18" charset="0"/>
              </a:rPr>
              <a:t>access</a:t>
            </a:r>
            <a:r>
              <a:rPr sz="1800" spc="-56" dirty="0">
                <a:latin typeface="Times New Roman" panose="02020603050405020304" pitchFamily="18" charset="0"/>
                <a:cs typeface="Times New Roman" panose="02020603050405020304" pitchFamily="18" charset="0"/>
              </a:rPr>
              <a:t> </a:t>
            </a:r>
            <a:r>
              <a:rPr sz="1800" spc="-45" dirty="0">
                <a:latin typeface="Times New Roman" panose="02020603050405020304" pitchFamily="18" charset="0"/>
                <a:cs typeface="Times New Roman" panose="02020603050405020304" pitchFamily="18" charset="0"/>
              </a:rPr>
              <a:t>to</a:t>
            </a:r>
            <a:r>
              <a:rPr sz="1800" spc="-41" dirty="0">
                <a:latin typeface="Times New Roman" panose="02020603050405020304" pitchFamily="18" charset="0"/>
                <a:cs typeface="Times New Roman" panose="02020603050405020304" pitchFamily="18" charset="0"/>
              </a:rPr>
              <a:t> </a:t>
            </a:r>
            <a:r>
              <a:rPr sz="1800" spc="-180" dirty="0">
                <a:latin typeface="Times New Roman" panose="02020603050405020304" pitchFamily="18" charset="0"/>
                <a:cs typeface="Times New Roman" panose="02020603050405020304" pitchFamily="18" charset="0"/>
              </a:rPr>
              <a:t>a</a:t>
            </a:r>
            <a:r>
              <a:rPr sz="1800" spc="-53" dirty="0">
                <a:latin typeface="Times New Roman" panose="02020603050405020304" pitchFamily="18" charset="0"/>
                <a:cs typeface="Times New Roman" panose="02020603050405020304" pitchFamily="18" charset="0"/>
              </a:rPr>
              <a:t> </a:t>
            </a:r>
            <a:r>
              <a:rPr sz="1800" spc="-98" dirty="0">
                <a:latin typeface="Times New Roman" panose="02020603050405020304" pitchFamily="18" charset="0"/>
                <a:cs typeface="Times New Roman" panose="02020603050405020304" pitchFamily="18" charset="0"/>
              </a:rPr>
              <a:t>virtual</a:t>
            </a:r>
            <a:r>
              <a:rPr sz="1800" spc="-45" dirty="0">
                <a:latin typeface="Times New Roman" panose="02020603050405020304" pitchFamily="18" charset="0"/>
                <a:cs typeface="Times New Roman" panose="02020603050405020304" pitchFamily="18" charset="0"/>
              </a:rPr>
              <a:t> </a:t>
            </a:r>
            <a:r>
              <a:rPr sz="1800" spc="-131" dirty="0">
                <a:latin typeface="Times New Roman" panose="02020603050405020304" pitchFamily="18" charset="0"/>
                <a:cs typeface="Times New Roman" panose="02020603050405020304" pitchFamily="18" charset="0"/>
              </a:rPr>
              <a:t>machine.</a:t>
            </a:r>
            <a:endParaRPr sz="1800" dirty="0">
              <a:latin typeface="Times New Roman" panose="02020603050405020304" pitchFamily="18" charset="0"/>
              <a:cs typeface="Times New Roman" panose="02020603050405020304" pitchFamily="18" charset="0"/>
            </a:endParaRPr>
          </a:p>
          <a:p>
            <a:pPr marL="523875" lvl="1" indent="-171926">
              <a:lnSpc>
                <a:spcPct val="150000"/>
              </a:lnSpc>
              <a:spcBef>
                <a:spcPts val="585"/>
              </a:spcBef>
              <a:buClr>
                <a:srgbClr val="B71E42"/>
              </a:buClr>
              <a:buFont typeface="Arial MT"/>
              <a:buChar char="•"/>
              <a:tabLst>
                <a:tab pos="523875" algn="l"/>
              </a:tabLst>
            </a:pPr>
            <a:r>
              <a:rPr sz="1800" spc="-49" dirty="0">
                <a:latin typeface="Times New Roman" panose="02020603050405020304" pitchFamily="18" charset="0"/>
                <a:cs typeface="Times New Roman" panose="02020603050405020304" pitchFamily="18" charset="0"/>
              </a:rPr>
              <a:t>This</a:t>
            </a:r>
            <a:r>
              <a:rPr sz="1800" spc="135" dirty="0">
                <a:latin typeface="Times New Roman" panose="02020603050405020304" pitchFamily="18" charset="0"/>
                <a:cs typeface="Times New Roman" panose="02020603050405020304" pitchFamily="18" charset="0"/>
              </a:rPr>
              <a:t> </a:t>
            </a:r>
            <a:r>
              <a:rPr sz="1800" spc="-124" dirty="0">
                <a:latin typeface="Times New Roman" panose="02020603050405020304" pitchFamily="18" charset="0"/>
                <a:cs typeface="Times New Roman" panose="02020603050405020304" pitchFamily="18" charset="0"/>
              </a:rPr>
              <a:t>can</a:t>
            </a:r>
            <a:r>
              <a:rPr sz="1800" spc="143" dirty="0">
                <a:latin typeface="Times New Roman" panose="02020603050405020304" pitchFamily="18" charset="0"/>
                <a:cs typeface="Times New Roman" panose="02020603050405020304" pitchFamily="18" charset="0"/>
              </a:rPr>
              <a:t> </a:t>
            </a:r>
            <a:r>
              <a:rPr sz="1800" spc="-113" dirty="0">
                <a:latin typeface="Times New Roman" panose="02020603050405020304" pitchFamily="18" charset="0"/>
                <a:cs typeface="Times New Roman" panose="02020603050405020304" pitchFamily="18" charset="0"/>
              </a:rPr>
              <a:t>be</a:t>
            </a:r>
            <a:r>
              <a:rPr sz="1800" spc="135" dirty="0">
                <a:latin typeface="Times New Roman" panose="02020603050405020304" pitchFamily="18" charset="0"/>
                <a:cs typeface="Times New Roman" panose="02020603050405020304" pitchFamily="18" charset="0"/>
              </a:rPr>
              <a:t> </a:t>
            </a:r>
            <a:r>
              <a:rPr sz="1800" spc="-75" dirty="0">
                <a:latin typeface="Times New Roman" panose="02020603050405020304" pitchFamily="18" charset="0"/>
                <a:cs typeface="Times New Roman" panose="02020603050405020304" pitchFamily="18" charset="0"/>
              </a:rPr>
              <a:t>very</a:t>
            </a:r>
            <a:r>
              <a:rPr sz="1800" spc="135" dirty="0">
                <a:latin typeface="Times New Roman" panose="02020603050405020304" pitchFamily="18" charset="0"/>
                <a:cs typeface="Times New Roman" panose="02020603050405020304" pitchFamily="18" charset="0"/>
              </a:rPr>
              <a:t> </a:t>
            </a:r>
            <a:r>
              <a:rPr sz="1800" spc="-113" dirty="0">
                <a:latin typeface="Times New Roman" panose="02020603050405020304" pitchFamily="18" charset="0"/>
                <a:cs typeface="Times New Roman" panose="02020603050405020304" pitchFamily="18" charset="0"/>
              </a:rPr>
              <a:t>useful</a:t>
            </a:r>
            <a:r>
              <a:rPr sz="1800" spc="135" dirty="0">
                <a:latin typeface="Times New Roman" panose="02020603050405020304" pitchFamily="18" charset="0"/>
                <a:cs typeface="Times New Roman" panose="02020603050405020304" pitchFamily="18" charset="0"/>
              </a:rPr>
              <a:t> </a:t>
            </a:r>
            <a:r>
              <a:rPr sz="1800" spc="-79" dirty="0">
                <a:latin typeface="Times New Roman" panose="02020603050405020304" pitchFamily="18" charset="0"/>
                <a:cs typeface="Times New Roman" panose="02020603050405020304" pitchFamily="18" charset="0"/>
              </a:rPr>
              <a:t>such</a:t>
            </a:r>
            <a:r>
              <a:rPr sz="1800" spc="135" dirty="0">
                <a:latin typeface="Times New Roman" panose="02020603050405020304" pitchFamily="18" charset="0"/>
                <a:cs typeface="Times New Roman" panose="02020603050405020304" pitchFamily="18" charset="0"/>
              </a:rPr>
              <a:t> </a:t>
            </a:r>
            <a:r>
              <a:rPr sz="1800" spc="-113" dirty="0">
                <a:latin typeface="Times New Roman" panose="02020603050405020304" pitchFamily="18" charset="0"/>
                <a:cs typeface="Times New Roman" panose="02020603050405020304" pitchFamily="18" charset="0"/>
              </a:rPr>
              <a:t>as</a:t>
            </a:r>
            <a:r>
              <a:rPr sz="1800" spc="139" dirty="0">
                <a:latin typeface="Times New Roman" panose="02020603050405020304" pitchFamily="18" charset="0"/>
                <a:cs typeface="Times New Roman" panose="02020603050405020304" pitchFamily="18" charset="0"/>
              </a:rPr>
              <a:t> </a:t>
            </a:r>
            <a:r>
              <a:rPr sz="1800" spc="-101" dirty="0">
                <a:latin typeface="Times New Roman" panose="02020603050405020304" pitchFamily="18" charset="0"/>
                <a:cs typeface="Times New Roman" panose="02020603050405020304" pitchFamily="18" charset="0"/>
              </a:rPr>
              <a:t>in</a:t>
            </a:r>
            <a:r>
              <a:rPr sz="1800" spc="124" dirty="0">
                <a:latin typeface="Times New Roman" panose="02020603050405020304" pitchFamily="18" charset="0"/>
                <a:cs typeface="Times New Roman" panose="02020603050405020304" pitchFamily="18" charset="0"/>
              </a:rPr>
              <a:t> </a:t>
            </a:r>
            <a:r>
              <a:rPr sz="1800" spc="-90" dirty="0">
                <a:latin typeface="Times New Roman" panose="02020603050405020304" pitchFamily="18" charset="0"/>
                <a:cs typeface="Times New Roman" panose="02020603050405020304" pitchFamily="18" charset="0"/>
              </a:rPr>
              <a:t>kernel</a:t>
            </a:r>
            <a:r>
              <a:rPr sz="1800" spc="143" dirty="0">
                <a:latin typeface="Times New Roman" panose="02020603050405020304" pitchFamily="18" charset="0"/>
                <a:cs typeface="Times New Roman" panose="02020603050405020304" pitchFamily="18" charset="0"/>
              </a:rPr>
              <a:t> </a:t>
            </a:r>
            <a:r>
              <a:rPr sz="1800" spc="-105" dirty="0">
                <a:latin typeface="Times New Roman" panose="02020603050405020304" pitchFamily="18" charset="0"/>
                <a:cs typeface="Times New Roman" panose="02020603050405020304" pitchFamily="18" charset="0"/>
              </a:rPr>
              <a:t>development</a:t>
            </a:r>
            <a:r>
              <a:rPr sz="1800" spc="143" dirty="0">
                <a:latin typeface="Times New Roman" panose="02020603050405020304" pitchFamily="18" charset="0"/>
                <a:cs typeface="Times New Roman" panose="02020603050405020304" pitchFamily="18" charset="0"/>
              </a:rPr>
              <a:t> </a:t>
            </a:r>
            <a:r>
              <a:rPr sz="1800" spc="-116" dirty="0">
                <a:latin typeface="Times New Roman" panose="02020603050405020304" pitchFamily="18" charset="0"/>
                <a:cs typeface="Times New Roman" panose="02020603050405020304" pitchFamily="18" charset="0"/>
              </a:rPr>
              <a:t>and</a:t>
            </a:r>
            <a:r>
              <a:rPr sz="1800" spc="135" dirty="0">
                <a:latin typeface="Times New Roman" panose="02020603050405020304" pitchFamily="18" charset="0"/>
                <a:cs typeface="Times New Roman" panose="02020603050405020304" pitchFamily="18" charset="0"/>
              </a:rPr>
              <a:t> </a:t>
            </a:r>
            <a:r>
              <a:rPr sz="1800" spc="-94" dirty="0">
                <a:latin typeface="Times New Roman" panose="02020603050405020304" pitchFamily="18" charset="0"/>
                <a:cs typeface="Times New Roman" panose="02020603050405020304" pitchFamily="18" charset="0"/>
              </a:rPr>
              <a:t>operating</a:t>
            </a:r>
            <a:endParaRPr sz="1800" dirty="0">
              <a:latin typeface="Times New Roman" panose="02020603050405020304" pitchFamily="18" charset="0"/>
              <a:cs typeface="Times New Roman" panose="02020603050405020304" pitchFamily="18" charset="0"/>
            </a:endParaRPr>
          </a:p>
          <a:p>
            <a:pPr marL="523399">
              <a:lnSpc>
                <a:spcPct val="150000"/>
              </a:lnSpc>
              <a:spcBef>
                <a:spcPts val="217"/>
              </a:spcBef>
            </a:pPr>
            <a:r>
              <a:rPr sz="1800" spc="-75" dirty="0">
                <a:latin typeface="Times New Roman" panose="02020603050405020304" pitchFamily="18" charset="0"/>
                <a:cs typeface="Times New Roman" panose="02020603050405020304" pitchFamily="18" charset="0"/>
              </a:rPr>
              <a:t>sys</a:t>
            </a:r>
            <a:r>
              <a:rPr sz="1800" spc="-64" dirty="0">
                <a:latin typeface="Times New Roman" panose="02020603050405020304" pitchFamily="18" charset="0"/>
                <a:cs typeface="Times New Roman" panose="02020603050405020304" pitchFamily="18" charset="0"/>
              </a:rPr>
              <a:t>t</a:t>
            </a:r>
            <a:r>
              <a:rPr sz="1800" spc="-116" dirty="0">
                <a:latin typeface="Times New Roman" panose="02020603050405020304" pitchFamily="18" charset="0"/>
                <a:cs typeface="Times New Roman" panose="02020603050405020304" pitchFamily="18" charset="0"/>
              </a:rPr>
              <a:t>em</a:t>
            </a:r>
            <a:r>
              <a:rPr sz="1800" spc="-45" dirty="0">
                <a:latin typeface="Times New Roman" panose="02020603050405020304" pitchFamily="18" charset="0"/>
                <a:cs typeface="Times New Roman" panose="02020603050405020304" pitchFamily="18" charset="0"/>
              </a:rPr>
              <a:t> </a:t>
            </a:r>
            <a:r>
              <a:rPr sz="1800" spc="-49" dirty="0">
                <a:latin typeface="Times New Roman" panose="02020603050405020304" pitchFamily="18" charset="0"/>
                <a:cs typeface="Times New Roman" panose="02020603050405020304" pitchFamily="18" charset="0"/>
              </a:rPr>
              <a:t>courses</a:t>
            </a:r>
            <a:r>
              <a:rPr sz="1800" spc="-270" dirty="0">
                <a:latin typeface="Times New Roman" panose="02020603050405020304" pitchFamily="18" charset="0"/>
                <a:cs typeface="Times New Roman" panose="02020603050405020304" pitchFamily="18" charset="0"/>
              </a:rPr>
              <a:t>.</a:t>
            </a:r>
            <a:endParaRPr sz="1800" dirty="0">
              <a:latin typeface="Times New Roman" panose="02020603050405020304" pitchFamily="18" charset="0"/>
              <a:cs typeface="Times New Roman" panose="02020603050405020304" pitchFamily="18" charset="0"/>
            </a:endParaRPr>
          </a:p>
          <a:p>
            <a:pPr marL="213360" indent="-204311">
              <a:lnSpc>
                <a:spcPct val="150000"/>
              </a:lnSpc>
              <a:spcBef>
                <a:spcPts val="971"/>
              </a:spcBef>
              <a:buClr>
                <a:srgbClr val="B71E42"/>
              </a:buClr>
              <a:buSzPct val="95833"/>
              <a:buFont typeface="Wingdings"/>
              <a:buChar char=""/>
              <a:tabLst>
                <a:tab pos="213836" algn="l"/>
              </a:tabLst>
            </a:pPr>
            <a:r>
              <a:rPr sz="1800" b="1" spc="-15" dirty="0">
                <a:latin typeface="Times New Roman" panose="02020603050405020304" pitchFamily="18" charset="0"/>
                <a:cs typeface="Times New Roman" panose="02020603050405020304" pitchFamily="18" charset="0"/>
              </a:rPr>
              <a:t>P</a:t>
            </a:r>
            <a:r>
              <a:rPr sz="1800" b="1" spc="45" dirty="0">
                <a:latin typeface="Times New Roman" panose="02020603050405020304" pitchFamily="18" charset="0"/>
                <a:cs typeface="Times New Roman" panose="02020603050405020304" pitchFamily="18" charset="0"/>
              </a:rPr>
              <a:t>o</a:t>
            </a:r>
            <a:r>
              <a:rPr sz="1800" b="1" spc="75" dirty="0">
                <a:latin typeface="Times New Roman" panose="02020603050405020304" pitchFamily="18" charset="0"/>
                <a:cs typeface="Times New Roman" panose="02020603050405020304" pitchFamily="18" charset="0"/>
              </a:rPr>
              <a:t>r</a:t>
            </a:r>
            <a:r>
              <a:rPr sz="1800" b="1" spc="4" dirty="0">
                <a:latin typeface="Times New Roman" panose="02020603050405020304" pitchFamily="18" charset="0"/>
                <a:cs typeface="Times New Roman" panose="02020603050405020304" pitchFamily="18" charset="0"/>
              </a:rPr>
              <a:t>ta</a:t>
            </a:r>
            <a:r>
              <a:rPr sz="1800" b="1" spc="-15" dirty="0">
                <a:latin typeface="Times New Roman" panose="02020603050405020304" pitchFamily="18" charset="0"/>
                <a:cs typeface="Times New Roman" panose="02020603050405020304" pitchFamily="18" charset="0"/>
              </a:rPr>
              <a:t>b</a:t>
            </a:r>
            <a:r>
              <a:rPr sz="1800" b="1" spc="-45" dirty="0">
                <a:latin typeface="Times New Roman" panose="02020603050405020304" pitchFamily="18" charset="0"/>
                <a:cs typeface="Times New Roman" panose="02020603050405020304" pitchFamily="18" charset="0"/>
              </a:rPr>
              <a:t>le</a:t>
            </a:r>
            <a:r>
              <a:rPr sz="1800" b="1" spc="-266" dirty="0">
                <a:latin typeface="Times New Roman" panose="02020603050405020304" pitchFamily="18" charset="0"/>
                <a:cs typeface="Times New Roman" panose="02020603050405020304" pitchFamily="18" charset="0"/>
              </a:rPr>
              <a:t> </a:t>
            </a:r>
            <a:r>
              <a:rPr sz="1800" b="1" spc="338" dirty="0">
                <a:latin typeface="Times New Roman" panose="02020603050405020304" pitchFamily="18" charset="0"/>
                <a:cs typeface="Times New Roman" panose="02020603050405020304" pitchFamily="18" charset="0"/>
              </a:rPr>
              <a:t>W</a:t>
            </a:r>
            <a:r>
              <a:rPr sz="1800" b="1" spc="45" dirty="0">
                <a:latin typeface="Times New Roman" panose="02020603050405020304" pitchFamily="18" charset="0"/>
                <a:cs typeface="Times New Roman" panose="02020603050405020304" pitchFamily="18" charset="0"/>
              </a:rPr>
              <a:t>o</a:t>
            </a:r>
            <a:r>
              <a:rPr sz="1800" b="1" spc="38" dirty="0">
                <a:latin typeface="Times New Roman" panose="02020603050405020304" pitchFamily="18" charset="0"/>
                <a:cs typeface="Times New Roman" panose="02020603050405020304" pitchFamily="18" charset="0"/>
              </a:rPr>
              <a:t>r</a:t>
            </a:r>
            <a:r>
              <a:rPr sz="1800" b="1" dirty="0">
                <a:latin typeface="Times New Roman" panose="02020603050405020304" pitchFamily="18" charset="0"/>
                <a:cs typeface="Times New Roman" panose="02020603050405020304" pitchFamily="18" charset="0"/>
              </a:rPr>
              <a:t>k</a:t>
            </a:r>
            <a:r>
              <a:rPr sz="1800" b="1" spc="-8" dirty="0">
                <a:latin typeface="Times New Roman" panose="02020603050405020304" pitchFamily="18" charset="0"/>
                <a:cs typeface="Times New Roman" panose="02020603050405020304" pitchFamily="18" charset="0"/>
              </a:rPr>
              <a:t>s</a:t>
            </a:r>
            <a:r>
              <a:rPr sz="1800" b="1" spc="-19" dirty="0">
                <a:latin typeface="Times New Roman" panose="02020603050405020304" pitchFamily="18" charset="0"/>
                <a:cs typeface="Times New Roman" panose="02020603050405020304" pitchFamily="18" charset="0"/>
              </a:rPr>
              <a:t>paces</a:t>
            </a:r>
            <a:r>
              <a:rPr sz="1800" b="1" spc="-176" dirty="0">
                <a:latin typeface="Times New Roman" panose="02020603050405020304" pitchFamily="18" charset="0"/>
                <a:cs typeface="Times New Roman" panose="02020603050405020304" pitchFamily="18" charset="0"/>
              </a:rPr>
              <a:t>:</a:t>
            </a:r>
            <a:endParaRPr sz="1800" dirty="0">
              <a:latin typeface="Times New Roman" panose="02020603050405020304" pitchFamily="18" charset="0"/>
              <a:cs typeface="Times New Roman" panose="02020603050405020304" pitchFamily="18" charset="0"/>
            </a:endParaRPr>
          </a:p>
          <a:p>
            <a:pPr marL="523875" lvl="1" indent="-171926">
              <a:lnSpc>
                <a:spcPct val="150000"/>
              </a:lnSpc>
              <a:spcBef>
                <a:spcPts val="585"/>
              </a:spcBef>
              <a:buClr>
                <a:srgbClr val="B71E42"/>
              </a:buClr>
              <a:buFont typeface="Arial MT"/>
              <a:buChar char="•"/>
              <a:tabLst>
                <a:tab pos="523875" algn="l"/>
                <a:tab pos="1336358" algn="l"/>
                <a:tab pos="2661284" algn="l"/>
                <a:tab pos="3235166" algn="l"/>
                <a:tab pos="3827145" algn="l"/>
                <a:tab pos="5184457" algn="l"/>
                <a:tab pos="5550218" algn="l"/>
                <a:tab pos="6293168" algn="l"/>
              </a:tabLst>
            </a:pPr>
            <a:r>
              <a:rPr sz="1800" spc="-83" dirty="0">
                <a:latin typeface="Times New Roman" panose="02020603050405020304" pitchFamily="18" charset="0"/>
                <a:cs typeface="Times New Roman" panose="02020603050405020304" pitchFamily="18" charset="0"/>
              </a:rPr>
              <a:t>Recent</a:t>
            </a:r>
            <a:r>
              <a:rPr sz="1800" dirty="0">
                <a:latin typeface="Times New Roman" panose="02020603050405020304" pitchFamily="18" charset="0"/>
                <a:cs typeface="Times New Roman" panose="02020603050405020304" pitchFamily="18" charset="0"/>
              </a:rPr>
              <a:t>	</a:t>
            </a:r>
            <a:r>
              <a:rPr sz="1800" spc="-124" dirty="0">
                <a:latin typeface="Times New Roman" panose="02020603050405020304" pitchFamily="18" charset="0"/>
                <a:cs typeface="Times New Roman" panose="02020603050405020304" pitchFamily="18" charset="0"/>
              </a:rPr>
              <a:t>t</a:t>
            </a:r>
            <a:r>
              <a:rPr sz="1800" spc="-101" dirty="0">
                <a:latin typeface="Times New Roman" panose="02020603050405020304" pitchFamily="18" charset="0"/>
                <a:cs typeface="Times New Roman" panose="02020603050405020304" pitchFamily="18" charset="0"/>
              </a:rPr>
              <a:t>ec</a:t>
            </a:r>
            <a:r>
              <a:rPr sz="1800" spc="-113" dirty="0">
                <a:latin typeface="Times New Roman" panose="02020603050405020304" pitchFamily="18" charset="0"/>
                <a:cs typeface="Times New Roman" panose="02020603050405020304" pitchFamily="18" charset="0"/>
              </a:rPr>
              <a:t>h</a:t>
            </a:r>
            <a:r>
              <a:rPr sz="1800" spc="-30" dirty="0">
                <a:latin typeface="Times New Roman" panose="02020603050405020304" pitchFamily="18" charset="0"/>
                <a:cs typeface="Times New Roman" panose="02020603050405020304" pitchFamily="18" charset="0"/>
              </a:rPr>
              <a:t>n</a:t>
            </a:r>
            <a:r>
              <a:rPr sz="1800" spc="-38" dirty="0">
                <a:latin typeface="Times New Roman" panose="02020603050405020304" pitchFamily="18" charset="0"/>
                <a:cs typeface="Times New Roman" panose="02020603050405020304" pitchFamily="18" charset="0"/>
              </a:rPr>
              <a:t>o</a:t>
            </a:r>
            <a:r>
              <a:rPr sz="1800" spc="-83" dirty="0">
                <a:latin typeface="Times New Roman" panose="02020603050405020304" pitchFamily="18" charset="0"/>
                <a:cs typeface="Times New Roman" panose="02020603050405020304" pitchFamily="18" charset="0"/>
              </a:rPr>
              <a:t>lo</a:t>
            </a:r>
            <a:r>
              <a:rPr sz="1800" spc="-105" dirty="0">
                <a:latin typeface="Times New Roman" panose="02020603050405020304" pitchFamily="18" charset="0"/>
                <a:cs typeface="Times New Roman" panose="02020603050405020304" pitchFamily="18" charset="0"/>
              </a:rPr>
              <a:t>g</a:t>
            </a:r>
            <a:r>
              <a:rPr sz="1800" spc="-98" dirty="0">
                <a:latin typeface="Times New Roman" panose="02020603050405020304" pitchFamily="18" charset="0"/>
                <a:cs typeface="Times New Roman" panose="02020603050405020304" pitchFamily="18" charset="0"/>
              </a:rPr>
              <a:t>ie</a:t>
            </a:r>
            <a:r>
              <a:rPr sz="1800" spc="-90" dirty="0">
                <a:latin typeface="Times New Roman" panose="02020603050405020304" pitchFamily="18" charset="0"/>
                <a:cs typeface="Times New Roman" panose="02020603050405020304" pitchFamily="18" charset="0"/>
              </a:rPr>
              <a:t>s</a:t>
            </a:r>
            <a:r>
              <a:rPr sz="1800" dirty="0">
                <a:latin typeface="Times New Roman" panose="02020603050405020304" pitchFamily="18" charset="0"/>
                <a:cs typeface="Times New Roman" panose="02020603050405020304" pitchFamily="18" charset="0"/>
              </a:rPr>
              <a:t>	</a:t>
            </a:r>
            <a:r>
              <a:rPr sz="1800" spc="-135" dirty="0">
                <a:latin typeface="Times New Roman" panose="02020603050405020304" pitchFamily="18" charset="0"/>
                <a:cs typeface="Times New Roman" panose="02020603050405020304" pitchFamily="18" charset="0"/>
              </a:rPr>
              <a:t>h</a:t>
            </a:r>
            <a:r>
              <a:rPr sz="1800" spc="-199" dirty="0">
                <a:latin typeface="Times New Roman" panose="02020603050405020304" pitchFamily="18" charset="0"/>
                <a:cs typeface="Times New Roman" panose="02020603050405020304" pitchFamily="18" charset="0"/>
              </a:rPr>
              <a:t>a</a:t>
            </a:r>
            <a:r>
              <a:rPr sz="1800" spc="-127" dirty="0">
                <a:latin typeface="Times New Roman" panose="02020603050405020304" pitchFamily="18" charset="0"/>
                <a:cs typeface="Times New Roman" panose="02020603050405020304" pitchFamily="18" charset="0"/>
              </a:rPr>
              <a:t>v</a:t>
            </a:r>
            <a:r>
              <a:rPr sz="1800" spc="-120" dirty="0">
                <a:latin typeface="Times New Roman" panose="02020603050405020304" pitchFamily="18" charset="0"/>
                <a:cs typeface="Times New Roman" panose="02020603050405020304" pitchFamily="18" charset="0"/>
              </a:rPr>
              <a:t>e</a:t>
            </a:r>
            <a:r>
              <a:rPr sz="1800" dirty="0">
                <a:latin typeface="Times New Roman" panose="02020603050405020304" pitchFamily="18" charset="0"/>
                <a:cs typeface="Times New Roman" panose="02020603050405020304" pitchFamily="18" charset="0"/>
              </a:rPr>
              <a:t>	</a:t>
            </a:r>
            <a:r>
              <a:rPr sz="1800" spc="-83" dirty="0">
                <a:latin typeface="Times New Roman" panose="02020603050405020304" pitchFamily="18" charset="0"/>
                <a:cs typeface="Times New Roman" panose="02020603050405020304" pitchFamily="18" charset="0"/>
              </a:rPr>
              <a:t>used</a:t>
            </a:r>
            <a:r>
              <a:rPr sz="1800" dirty="0">
                <a:latin typeface="Times New Roman" panose="02020603050405020304" pitchFamily="18" charset="0"/>
                <a:cs typeface="Times New Roman" panose="02020603050405020304" pitchFamily="18" charset="0"/>
              </a:rPr>
              <a:t>	</a:t>
            </a:r>
            <a:r>
              <a:rPr sz="1800" spc="-101" dirty="0">
                <a:latin typeface="Times New Roman" panose="02020603050405020304" pitchFamily="18" charset="0"/>
                <a:cs typeface="Times New Roman" panose="02020603050405020304" pitchFamily="18" charset="0"/>
              </a:rPr>
              <a:t>v</a:t>
            </a:r>
            <a:r>
              <a:rPr sz="1800" spc="-49" dirty="0">
                <a:latin typeface="Times New Roman" panose="02020603050405020304" pitchFamily="18" charset="0"/>
                <a:cs typeface="Times New Roman" panose="02020603050405020304" pitchFamily="18" charset="0"/>
              </a:rPr>
              <a:t>i</a:t>
            </a:r>
            <a:r>
              <a:rPr sz="1800" spc="-34" dirty="0">
                <a:latin typeface="Times New Roman" panose="02020603050405020304" pitchFamily="18" charset="0"/>
                <a:cs typeface="Times New Roman" panose="02020603050405020304" pitchFamily="18" charset="0"/>
              </a:rPr>
              <a:t>r</a:t>
            </a:r>
            <a:r>
              <a:rPr sz="1800" spc="-127" dirty="0">
                <a:latin typeface="Times New Roman" panose="02020603050405020304" pitchFamily="18" charset="0"/>
                <a:cs typeface="Times New Roman" panose="02020603050405020304" pitchFamily="18" charset="0"/>
              </a:rPr>
              <a:t>tualiz</a:t>
            </a:r>
            <a:r>
              <a:rPr sz="1800" spc="-169" dirty="0">
                <a:latin typeface="Times New Roman" panose="02020603050405020304" pitchFamily="18" charset="0"/>
                <a:cs typeface="Times New Roman" panose="02020603050405020304" pitchFamily="18" charset="0"/>
              </a:rPr>
              <a:t>a</a:t>
            </a:r>
            <a:r>
              <a:rPr sz="1800" spc="-75" dirty="0">
                <a:latin typeface="Times New Roman" panose="02020603050405020304" pitchFamily="18" charset="0"/>
                <a:cs typeface="Times New Roman" panose="02020603050405020304" pitchFamily="18" charset="0"/>
              </a:rPr>
              <a:t>tion</a:t>
            </a:r>
            <a:r>
              <a:rPr sz="1800" dirty="0">
                <a:latin typeface="Times New Roman" panose="02020603050405020304" pitchFamily="18" charset="0"/>
                <a:cs typeface="Times New Roman" panose="02020603050405020304" pitchFamily="18" charset="0"/>
              </a:rPr>
              <a:t>	</a:t>
            </a:r>
            <a:r>
              <a:rPr sz="1800" spc="-45" dirty="0">
                <a:latin typeface="Times New Roman" panose="02020603050405020304" pitchFamily="18" charset="0"/>
                <a:cs typeface="Times New Roman" panose="02020603050405020304" pitchFamily="18" charset="0"/>
              </a:rPr>
              <a:t>to</a:t>
            </a:r>
            <a:r>
              <a:rPr sz="1800" dirty="0">
                <a:latin typeface="Times New Roman" panose="02020603050405020304" pitchFamily="18" charset="0"/>
                <a:cs typeface="Times New Roman" panose="02020603050405020304" pitchFamily="18" charset="0"/>
              </a:rPr>
              <a:t>	</a:t>
            </a:r>
            <a:r>
              <a:rPr sz="1800" spc="-53" dirty="0">
                <a:latin typeface="Times New Roman" panose="02020603050405020304" pitchFamily="18" charset="0"/>
                <a:cs typeface="Times New Roman" panose="02020603050405020304" pitchFamily="18" charset="0"/>
              </a:rPr>
              <a:t>c</a:t>
            </a:r>
            <a:r>
              <a:rPr sz="1800" spc="-79" dirty="0">
                <a:latin typeface="Times New Roman" panose="02020603050405020304" pitchFamily="18" charset="0"/>
                <a:cs typeface="Times New Roman" panose="02020603050405020304" pitchFamily="18" charset="0"/>
              </a:rPr>
              <a:t>r</a:t>
            </a:r>
            <a:r>
              <a:rPr sz="1800" spc="-135" dirty="0">
                <a:latin typeface="Times New Roman" panose="02020603050405020304" pitchFamily="18" charset="0"/>
                <a:cs typeface="Times New Roman" panose="02020603050405020304" pitchFamily="18" charset="0"/>
              </a:rPr>
              <a:t>eate</a:t>
            </a:r>
            <a:r>
              <a:rPr sz="1800" dirty="0">
                <a:latin typeface="Times New Roman" panose="02020603050405020304" pitchFamily="18" charset="0"/>
                <a:cs typeface="Times New Roman" panose="02020603050405020304" pitchFamily="18" charset="0"/>
              </a:rPr>
              <a:t>	</a:t>
            </a:r>
            <a:r>
              <a:rPr sz="1800" spc="-38" dirty="0">
                <a:latin typeface="Times New Roman" panose="02020603050405020304" pitchFamily="18" charset="0"/>
                <a:cs typeface="Times New Roman" panose="02020603050405020304" pitchFamily="18" charset="0"/>
              </a:rPr>
              <a:t>p</a:t>
            </a:r>
            <a:r>
              <a:rPr sz="1800" spc="-45" dirty="0">
                <a:latin typeface="Times New Roman" panose="02020603050405020304" pitchFamily="18" charset="0"/>
                <a:cs typeface="Times New Roman" panose="02020603050405020304" pitchFamily="18" charset="0"/>
              </a:rPr>
              <a:t>o</a:t>
            </a:r>
            <a:r>
              <a:rPr sz="1800" spc="41" dirty="0">
                <a:latin typeface="Times New Roman" panose="02020603050405020304" pitchFamily="18" charset="0"/>
                <a:cs typeface="Times New Roman" panose="02020603050405020304" pitchFamily="18" charset="0"/>
              </a:rPr>
              <a:t>r</a:t>
            </a:r>
            <a:r>
              <a:rPr sz="1800" spc="-131" dirty="0">
                <a:latin typeface="Times New Roman" panose="02020603050405020304" pitchFamily="18" charset="0"/>
                <a:cs typeface="Times New Roman" panose="02020603050405020304" pitchFamily="18" charset="0"/>
              </a:rPr>
              <a:t>table</a:t>
            </a:r>
            <a:endParaRPr sz="1800" dirty="0">
              <a:latin typeface="Times New Roman" panose="02020603050405020304" pitchFamily="18" charset="0"/>
              <a:cs typeface="Times New Roman" panose="02020603050405020304" pitchFamily="18" charset="0"/>
            </a:endParaRPr>
          </a:p>
          <a:p>
            <a:pPr marL="523399">
              <a:lnSpc>
                <a:spcPct val="150000"/>
              </a:lnSpc>
              <a:spcBef>
                <a:spcPts val="217"/>
              </a:spcBef>
            </a:pPr>
            <a:r>
              <a:rPr sz="1800" spc="-83" dirty="0">
                <a:latin typeface="Times New Roman" panose="02020603050405020304" pitchFamily="18" charset="0"/>
                <a:cs typeface="Times New Roman" panose="02020603050405020304" pitchFamily="18" charset="0"/>
              </a:rPr>
              <a:t>w</a:t>
            </a:r>
            <a:r>
              <a:rPr sz="1800" spc="-56" dirty="0">
                <a:latin typeface="Times New Roman" panose="02020603050405020304" pitchFamily="18" charset="0"/>
                <a:cs typeface="Times New Roman" panose="02020603050405020304" pitchFamily="18" charset="0"/>
              </a:rPr>
              <a:t>orksp</a:t>
            </a:r>
            <a:r>
              <a:rPr sz="1800" spc="-68" dirty="0">
                <a:latin typeface="Times New Roman" panose="02020603050405020304" pitchFamily="18" charset="0"/>
                <a:cs typeface="Times New Roman" panose="02020603050405020304" pitchFamily="18" charset="0"/>
              </a:rPr>
              <a:t>a</a:t>
            </a:r>
            <a:r>
              <a:rPr sz="1800" spc="-86" dirty="0">
                <a:latin typeface="Times New Roman" panose="02020603050405020304" pitchFamily="18" charset="0"/>
                <a:cs typeface="Times New Roman" panose="02020603050405020304" pitchFamily="18" charset="0"/>
              </a:rPr>
              <a:t>ces</a:t>
            </a:r>
            <a:r>
              <a:rPr sz="1800" spc="-41" dirty="0">
                <a:latin typeface="Times New Roman" panose="02020603050405020304" pitchFamily="18" charset="0"/>
                <a:cs typeface="Times New Roman" panose="02020603050405020304" pitchFamily="18" charset="0"/>
              </a:rPr>
              <a:t> </a:t>
            </a:r>
            <a:r>
              <a:rPr sz="1800" spc="-34" dirty="0">
                <a:latin typeface="Times New Roman" panose="02020603050405020304" pitchFamily="18" charset="0"/>
                <a:cs typeface="Times New Roman" panose="02020603050405020304" pitchFamily="18" charset="0"/>
              </a:rPr>
              <a:t>o</a:t>
            </a:r>
            <a:r>
              <a:rPr sz="1800" spc="-30" dirty="0">
                <a:latin typeface="Times New Roman" panose="02020603050405020304" pitchFamily="18" charset="0"/>
                <a:cs typeface="Times New Roman" panose="02020603050405020304" pitchFamily="18" charset="0"/>
              </a:rPr>
              <a:t>n</a:t>
            </a:r>
            <a:r>
              <a:rPr sz="1800" spc="-41" dirty="0">
                <a:latin typeface="Times New Roman" panose="02020603050405020304" pitchFamily="18" charset="0"/>
                <a:cs typeface="Times New Roman" panose="02020603050405020304" pitchFamily="18" charset="0"/>
              </a:rPr>
              <a:t> </a:t>
            </a:r>
            <a:r>
              <a:rPr sz="1800" spc="-105" dirty="0">
                <a:latin typeface="Times New Roman" panose="02020603050405020304" pitchFamily="18" charset="0"/>
                <a:cs typeface="Times New Roman" panose="02020603050405020304" pitchFamily="18" charset="0"/>
              </a:rPr>
              <a:t>d</a:t>
            </a:r>
            <a:r>
              <a:rPr sz="1800" spc="-131" dirty="0">
                <a:latin typeface="Times New Roman" panose="02020603050405020304" pitchFamily="18" charset="0"/>
                <a:cs typeface="Times New Roman" panose="02020603050405020304" pitchFamily="18" charset="0"/>
              </a:rPr>
              <a:t>e</a:t>
            </a:r>
            <a:r>
              <a:rPr sz="1800" spc="-98" dirty="0">
                <a:latin typeface="Times New Roman" panose="02020603050405020304" pitchFamily="18" charset="0"/>
                <a:cs typeface="Times New Roman" panose="02020603050405020304" pitchFamily="18" charset="0"/>
              </a:rPr>
              <a:t>vi</a:t>
            </a:r>
            <a:r>
              <a:rPr sz="1800" spc="-120" dirty="0">
                <a:latin typeface="Times New Roman" panose="02020603050405020304" pitchFamily="18" charset="0"/>
                <a:cs typeface="Times New Roman" panose="02020603050405020304" pitchFamily="18" charset="0"/>
              </a:rPr>
              <a:t>c</a:t>
            </a:r>
            <a:r>
              <a:rPr sz="1800" spc="-79" dirty="0">
                <a:latin typeface="Times New Roman" panose="02020603050405020304" pitchFamily="18" charset="0"/>
                <a:cs typeface="Times New Roman" panose="02020603050405020304" pitchFamily="18" charset="0"/>
              </a:rPr>
              <a:t>es</a:t>
            </a:r>
            <a:r>
              <a:rPr sz="1800" spc="-53" dirty="0">
                <a:latin typeface="Times New Roman" panose="02020603050405020304" pitchFamily="18" charset="0"/>
                <a:cs typeface="Times New Roman" panose="02020603050405020304" pitchFamily="18" charset="0"/>
              </a:rPr>
              <a:t> </a:t>
            </a:r>
            <a:r>
              <a:rPr sz="1800" spc="-86" dirty="0">
                <a:latin typeface="Times New Roman" panose="02020603050405020304" pitchFamily="18" charset="0"/>
                <a:cs typeface="Times New Roman" panose="02020603050405020304" pitchFamily="18" charset="0"/>
              </a:rPr>
              <a:t>li</a:t>
            </a:r>
            <a:r>
              <a:rPr sz="1800" spc="-195" dirty="0">
                <a:latin typeface="Times New Roman" panose="02020603050405020304" pitchFamily="18" charset="0"/>
                <a:cs typeface="Times New Roman" panose="02020603050405020304" pitchFamily="18" charset="0"/>
              </a:rPr>
              <a:t>k</a:t>
            </a:r>
            <a:r>
              <a:rPr sz="1800" spc="-120" dirty="0">
                <a:latin typeface="Times New Roman" panose="02020603050405020304" pitchFamily="18" charset="0"/>
                <a:cs typeface="Times New Roman" panose="02020603050405020304" pitchFamily="18" charset="0"/>
              </a:rPr>
              <a:t>e</a:t>
            </a:r>
            <a:r>
              <a:rPr sz="1800" spc="-56" dirty="0">
                <a:latin typeface="Times New Roman" panose="02020603050405020304" pitchFamily="18" charset="0"/>
                <a:cs typeface="Times New Roman" panose="02020603050405020304" pitchFamily="18" charset="0"/>
              </a:rPr>
              <a:t> </a:t>
            </a:r>
            <a:r>
              <a:rPr sz="1800" spc="-75" dirty="0">
                <a:latin typeface="Times New Roman" panose="02020603050405020304" pitchFamily="18" charset="0"/>
                <a:cs typeface="Times New Roman" panose="02020603050405020304" pitchFamily="18" charset="0"/>
              </a:rPr>
              <a:t>i</a:t>
            </a:r>
            <a:r>
              <a:rPr sz="1800" spc="-184" dirty="0">
                <a:latin typeface="Times New Roman" panose="02020603050405020304" pitchFamily="18" charset="0"/>
                <a:cs typeface="Times New Roman" panose="02020603050405020304" pitchFamily="18" charset="0"/>
              </a:rPr>
              <a:t>P</a:t>
            </a:r>
            <a:r>
              <a:rPr sz="1800" spc="-34" dirty="0">
                <a:latin typeface="Times New Roman" panose="02020603050405020304" pitchFamily="18" charset="0"/>
                <a:cs typeface="Times New Roman" panose="02020603050405020304" pitchFamily="18" charset="0"/>
              </a:rPr>
              <a:t>ods</a:t>
            </a:r>
            <a:r>
              <a:rPr sz="1800" spc="-41" dirty="0">
                <a:latin typeface="Times New Roman" panose="02020603050405020304" pitchFamily="18" charset="0"/>
                <a:cs typeface="Times New Roman" panose="02020603050405020304" pitchFamily="18" charset="0"/>
              </a:rPr>
              <a:t> </a:t>
            </a:r>
            <a:r>
              <a:rPr sz="1800" spc="-116" dirty="0">
                <a:latin typeface="Times New Roman" panose="02020603050405020304" pitchFamily="18" charset="0"/>
                <a:cs typeface="Times New Roman" panose="02020603050405020304" pitchFamily="18" charset="0"/>
              </a:rPr>
              <a:t>and</a:t>
            </a:r>
            <a:r>
              <a:rPr sz="1800" spc="-53" dirty="0">
                <a:latin typeface="Times New Roman" panose="02020603050405020304" pitchFamily="18" charset="0"/>
                <a:cs typeface="Times New Roman" panose="02020603050405020304" pitchFamily="18" charset="0"/>
              </a:rPr>
              <a:t> </a:t>
            </a:r>
            <a:r>
              <a:rPr sz="1800" spc="19" dirty="0">
                <a:latin typeface="Times New Roman" panose="02020603050405020304" pitchFamily="18" charset="0"/>
                <a:cs typeface="Times New Roman" panose="02020603050405020304" pitchFamily="18" charset="0"/>
              </a:rPr>
              <a:t>USB</a:t>
            </a:r>
            <a:r>
              <a:rPr sz="1800" spc="-53" dirty="0">
                <a:latin typeface="Times New Roman" panose="02020603050405020304" pitchFamily="18" charset="0"/>
                <a:cs typeface="Times New Roman" panose="02020603050405020304" pitchFamily="18" charset="0"/>
              </a:rPr>
              <a:t> </a:t>
            </a:r>
            <a:r>
              <a:rPr sz="1800" spc="-83" dirty="0">
                <a:latin typeface="Times New Roman" panose="02020603050405020304" pitchFamily="18" charset="0"/>
                <a:cs typeface="Times New Roman" panose="02020603050405020304" pitchFamily="18" charset="0"/>
              </a:rPr>
              <a:t>mem</a:t>
            </a:r>
            <a:r>
              <a:rPr sz="1800" spc="-68" dirty="0">
                <a:latin typeface="Times New Roman" panose="02020603050405020304" pitchFamily="18" charset="0"/>
                <a:cs typeface="Times New Roman" panose="02020603050405020304" pitchFamily="18" charset="0"/>
              </a:rPr>
              <a:t>o</a:t>
            </a:r>
            <a:r>
              <a:rPr sz="1800" spc="60" dirty="0">
                <a:latin typeface="Times New Roman" panose="02020603050405020304" pitchFamily="18" charset="0"/>
                <a:cs typeface="Times New Roman" panose="02020603050405020304" pitchFamily="18" charset="0"/>
              </a:rPr>
              <a:t>r</a:t>
            </a:r>
            <a:r>
              <a:rPr sz="1800" spc="-101" dirty="0">
                <a:latin typeface="Times New Roman" panose="02020603050405020304" pitchFamily="18" charset="0"/>
                <a:cs typeface="Times New Roman" panose="02020603050405020304" pitchFamily="18" charset="0"/>
              </a:rPr>
              <a:t>y</a:t>
            </a:r>
            <a:r>
              <a:rPr sz="1800" spc="-34" dirty="0">
                <a:latin typeface="Times New Roman" panose="02020603050405020304" pitchFamily="18" charset="0"/>
                <a:cs typeface="Times New Roman" panose="02020603050405020304" pitchFamily="18" charset="0"/>
              </a:rPr>
              <a:t> </a:t>
            </a:r>
            <a:r>
              <a:rPr sz="1800" spc="-101" dirty="0">
                <a:latin typeface="Times New Roman" panose="02020603050405020304" pitchFamily="18" charset="0"/>
                <a:cs typeface="Times New Roman" panose="02020603050405020304" pitchFamily="18" charset="0"/>
              </a:rPr>
              <a:t>st</a:t>
            </a:r>
            <a:r>
              <a:rPr sz="1800" spc="-68" dirty="0">
                <a:latin typeface="Times New Roman" panose="02020603050405020304" pitchFamily="18" charset="0"/>
                <a:cs typeface="Times New Roman" panose="02020603050405020304" pitchFamily="18" charset="0"/>
              </a:rPr>
              <a:t>ick</a:t>
            </a:r>
            <a:r>
              <a:rPr sz="1800" spc="-53" dirty="0">
                <a:latin typeface="Times New Roman" panose="02020603050405020304" pitchFamily="18" charset="0"/>
                <a:cs typeface="Times New Roman" panose="02020603050405020304" pitchFamily="18" charset="0"/>
              </a:rPr>
              <a:t>s</a:t>
            </a:r>
            <a:r>
              <a:rPr sz="1800" spc="-270" dirty="0">
                <a:latin typeface="Times New Roman" panose="02020603050405020304" pitchFamily="18" charset="0"/>
                <a:cs typeface="Times New Roman" panose="02020603050405020304" pitchFamily="18" charset="0"/>
              </a:rPr>
              <a:t>.</a:t>
            </a:r>
            <a:endParaRPr sz="1800" dirty="0">
              <a:latin typeface="Times New Roman" panose="02020603050405020304" pitchFamily="18" charset="0"/>
              <a:cs typeface="Times New Roman" panose="02020603050405020304" pitchFamily="18" charset="0"/>
            </a:endParaRPr>
          </a:p>
        </p:txBody>
      </p:sp>
      <p:sp>
        <p:nvSpPr>
          <p:cNvPr id="3" name="object 2"/>
          <p:cNvSpPr txBox="1">
            <a:spLocks/>
          </p:cNvSpPr>
          <p:nvPr/>
        </p:nvSpPr>
        <p:spPr>
          <a:xfrm>
            <a:off x="1147858" y="342684"/>
            <a:ext cx="4740878" cy="402514"/>
          </a:xfrm>
          <a:prstGeom prst="rect">
            <a:avLst/>
          </a:prstGeom>
        </p:spPr>
        <p:txBody>
          <a:bodyPr vert="horz" wrap="square" lIns="0" tIns="10001" rIns="0" bIns="0" rtlCol="0">
            <a:spAutoFit/>
          </a:bodyPr>
          <a:lstStyle>
            <a:lvl1pPr algn="l" defTabSz="914400" rtl="0" eaLnBrk="1" latinLnBrk="0" hangingPunct="1">
              <a:lnSpc>
                <a:spcPct val="90000"/>
              </a:lnSpc>
              <a:spcBef>
                <a:spcPct val="0"/>
              </a:spcBef>
              <a:buNone/>
              <a:defRPr sz="3400" kern="1200">
                <a:solidFill>
                  <a:schemeClr val="accent2"/>
                </a:solidFill>
                <a:latin typeface="+mj-lt"/>
                <a:ea typeface="+mj-ea"/>
                <a:cs typeface="+mj-cs"/>
              </a:defRPr>
            </a:lvl1pPr>
          </a:lstStyle>
          <a:p>
            <a:pPr marL="9525">
              <a:lnSpc>
                <a:spcPct val="100000"/>
              </a:lnSpc>
              <a:spcBef>
                <a:spcPts val="79"/>
              </a:spcBef>
            </a:pPr>
            <a:r>
              <a:rPr lang="en-IN" sz="2550" dirty="0"/>
              <a:t>Applications of virtualization</a:t>
            </a:r>
            <a:endParaRPr lang="en-IN" sz="2400" dirty="0"/>
          </a:p>
        </p:txBody>
      </p:sp>
      <p:sp>
        <p:nvSpPr>
          <p:cNvPr id="4" name="Title 3"/>
          <p:cNvSpPr>
            <a:spLocks noGrp="1"/>
          </p:cNvSpPr>
          <p:nvPr>
            <p:ph type="title"/>
          </p:nvPr>
        </p:nvSpPr>
        <p:spPr/>
        <p:txBody>
          <a:bodyPr/>
          <a:lstStyle/>
          <a:p>
            <a:endParaRPr lang="en-IN"/>
          </a:p>
        </p:txBody>
      </p:sp>
    </p:spTree>
    <p:extLst>
      <p:ext uri="{BB962C8B-B14F-4D97-AF65-F5344CB8AC3E}">
        <p14:creationId xmlns:p14="http://schemas.microsoft.com/office/powerpoint/2010/main" val="345205720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147858" y="974598"/>
            <a:ext cx="7085648" cy="3581430"/>
          </a:xfrm>
          <a:prstGeom prst="rect">
            <a:avLst/>
          </a:prstGeom>
        </p:spPr>
        <p:txBody>
          <a:bodyPr vert="horz" wrap="square" lIns="0" tIns="84773" rIns="0" bIns="0" rtlCol="0">
            <a:spAutoFit/>
          </a:bodyPr>
          <a:lstStyle/>
          <a:p>
            <a:pPr marL="213360" indent="-204311" algn="just">
              <a:lnSpc>
                <a:spcPct val="150000"/>
              </a:lnSpc>
              <a:spcBef>
                <a:spcPts val="668"/>
              </a:spcBef>
              <a:buClr>
                <a:srgbClr val="B71E42"/>
              </a:buClr>
              <a:buSzPct val="95833"/>
              <a:buFont typeface="Wingdings"/>
              <a:buChar char=""/>
              <a:tabLst>
                <a:tab pos="213836" algn="l"/>
              </a:tabLst>
            </a:pPr>
            <a:r>
              <a:rPr sz="2100" b="1" spc="-15" dirty="0">
                <a:latin typeface="Times New Roman" panose="02020603050405020304" pitchFamily="18" charset="0"/>
                <a:cs typeface="Times New Roman" panose="02020603050405020304" pitchFamily="18" charset="0"/>
              </a:rPr>
              <a:t>P</a:t>
            </a:r>
            <a:r>
              <a:rPr sz="2100" b="1" spc="45" dirty="0">
                <a:latin typeface="Times New Roman" panose="02020603050405020304" pitchFamily="18" charset="0"/>
                <a:cs typeface="Times New Roman" panose="02020603050405020304" pitchFamily="18" charset="0"/>
              </a:rPr>
              <a:t>o</a:t>
            </a:r>
            <a:r>
              <a:rPr sz="2100" b="1" spc="75" dirty="0">
                <a:latin typeface="Times New Roman" panose="02020603050405020304" pitchFamily="18" charset="0"/>
                <a:cs typeface="Times New Roman" panose="02020603050405020304" pitchFamily="18" charset="0"/>
              </a:rPr>
              <a:t>r</a:t>
            </a:r>
            <a:r>
              <a:rPr sz="2100" b="1" spc="4" dirty="0">
                <a:latin typeface="Times New Roman" panose="02020603050405020304" pitchFamily="18" charset="0"/>
                <a:cs typeface="Times New Roman" panose="02020603050405020304" pitchFamily="18" charset="0"/>
              </a:rPr>
              <a:t>ta</a:t>
            </a:r>
            <a:r>
              <a:rPr sz="2100" b="1" spc="-15" dirty="0">
                <a:latin typeface="Times New Roman" panose="02020603050405020304" pitchFamily="18" charset="0"/>
                <a:cs typeface="Times New Roman" panose="02020603050405020304" pitchFamily="18" charset="0"/>
              </a:rPr>
              <a:t>b</a:t>
            </a:r>
            <a:r>
              <a:rPr sz="2100" b="1" spc="-45" dirty="0">
                <a:latin typeface="Times New Roman" panose="02020603050405020304" pitchFamily="18" charset="0"/>
                <a:cs typeface="Times New Roman" panose="02020603050405020304" pitchFamily="18" charset="0"/>
              </a:rPr>
              <a:t>le</a:t>
            </a:r>
            <a:r>
              <a:rPr sz="2100" b="1" spc="-221" dirty="0">
                <a:latin typeface="Times New Roman" panose="02020603050405020304" pitchFamily="18" charset="0"/>
                <a:cs typeface="Times New Roman" panose="02020603050405020304" pitchFamily="18" charset="0"/>
              </a:rPr>
              <a:t> </a:t>
            </a:r>
            <a:r>
              <a:rPr sz="2100" b="1" spc="90" dirty="0">
                <a:latin typeface="Times New Roman" panose="02020603050405020304" pitchFamily="18" charset="0"/>
                <a:cs typeface="Times New Roman" panose="02020603050405020304" pitchFamily="18" charset="0"/>
              </a:rPr>
              <a:t>App</a:t>
            </a:r>
            <a:r>
              <a:rPr sz="2100" b="1" spc="-26" dirty="0">
                <a:latin typeface="Times New Roman" panose="02020603050405020304" pitchFamily="18" charset="0"/>
                <a:cs typeface="Times New Roman" panose="02020603050405020304" pitchFamily="18" charset="0"/>
              </a:rPr>
              <a:t>lic</a:t>
            </a:r>
            <a:r>
              <a:rPr sz="2100" b="1" spc="-49" dirty="0">
                <a:latin typeface="Times New Roman" panose="02020603050405020304" pitchFamily="18" charset="0"/>
                <a:cs typeface="Times New Roman" panose="02020603050405020304" pitchFamily="18" charset="0"/>
              </a:rPr>
              <a:t>a</a:t>
            </a:r>
            <a:r>
              <a:rPr sz="2100" b="1" spc="-4" dirty="0">
                <a:latin typeface="Times New Roman" panose="02020603050405020304" pitchFamily="18" charset="0"/>
                <a:cs typeface="Times New Roman" panose="02020603050405020304" pitchFamily="18" charset="0"/>
              </a:rPr>
              <a:t>tion</a:t>
            </a:r>
            <a:r>
              <a:rPr sz="2100" b="1" spc="-8" dirty="0">
                <a:latin typeface="Times New Roman" panose="02020603050405020304" pitchFamily="18" charset="0"/>
                <a:cs typeface="Times New Roman" panose="02020603050405020304" pitchFamily="18" charset="0"/>
              </a:rPr>
              <a:t>s</a:t>
            </a:r>
            <a:r>
              <a:rPr sz="2100" b="1" spc="-176" dirty="0">
                <a:latin typeface="Times New Roman" panose="02020603050405020304" pitchFamily="18" charset="0"/>
                <a:cs typeface="Times New Roman" panose="02020603050405020304" pitchFamily="18" charset="0"/>
              </a:rPr>
              <a:t>:</a:t>
            </a:r>
            <a:endParaRPr sz="2100" dirty="0">
              <a:latin typeface="Times New Roman" panose="02020603050405020304" pitchFamily="18" charset="0"/>
              <a:cs typeface="Times New Roman" panose="02020603050405020304" pitchFamily="18" charset="0"/>
            </a:endParaRPr>
          </a:p>
          <a:p>
            <a:pPr marL="523399" marR="4763" lvl="1" indent="-171450" algn="just">
              <a:lnSpc>
                <a:spcPct val="150000"/>
              </a:lnSpc>
              <a:spcBef>
                <a:spcPts val="379"/>
              </a:spcBef>
              <a:buClr>
                <a:srgbClr val="B71E42"/>
              </a:buClr>
              <a:buFont typeface="Arial MT"/>
              <a:buChar char="•"/>
              <a:tabLst>
                <a:tab pos="523875" algn="l"/>
              </a:tabLst>
            </a:pPr>
            <a:r>
              <a:rPr sz="2100" spc="-90" dirty="0">
                <a:latin typeface="Times New Roman" panose="02020603050405020304" pitchFamily="18" charset="0"/>
                <a:cs typeface="Times New Roman" panose="02020603050405020304" pitchFamily="18" charset="0"/>
              </a:rPr>
              <a:t>Portable </a:t>
            </a:r>
            <a:r>
              <a:rPr sz="2100" spc="-109" dirty="0">
                <a:latin typeface="Times New Roman" panose="02020603050405020304" pitchFamily="18" charset="0"/>
                <a:cs typeface="Times New Roman" panose="02020603050405020304" pitchFamily="18" charset="0"/>
              </a:rPr>
              <a:t>applications </a:t>
            </a:r>
            <a:r>
              <a:rPr sz="2100" spc="-113" dirty="0">
                <a:latin typeface="Times New Roman" panose="02020603050405020304" pitchFamily="18" charset="0"/>
                <a:cs typeface="Times New Roman" panose="02020603050405020304" pitchFamily="18" charset="0"/>
              </a:rPr>
              <a:t>are </a:t>
            </a:r>
            <a:r>
              <a:rPr sz="2100" spc="-105" dirty="0">
                <a:latin typeface="Times New Roman" panose="02020603050405020304" pitchFamily="18" charset="0"/>
                <a:cs typeface="Times New Roman" panose="02020603050405020304" pitchFamily="18" charset="0"/>
              </a:rPr>
              <a:t>needed </a:t>
            </a:r>
            <a:r>
              <a:rPr sz="2100" spc="-86" dirty="0">
                <a:latin typeface="Times New Roman" panose="02020603050405020304" pitchFamily="18" charset="0"/>
                <a:cs typeface="Times New Roman" panose="02020603050405020304" pitchFamily="18" charset="0"/>
              </a:rPr>
              <a:t>when </a:t>
            </a:r>
            <a:r>
              <a:rPr sz="2100" spc="-83" dirty="0">
                <a:latin typeface="Times New Roman" panose="02020603050405020304" pitchFamily="18" charset="0"/>
                <a:cs typeface="Times New Roman" panose="02020603050405020304" pitchFamily="18" charset="0"/>
              </a:rPr>
              <a:t>running </a:t>
            </a:r>
            <a:r>
              <a:rPr sz="2100" spc="-135" dirty="0">
                <a:latin typeface="Times New Roman" panose="02020603050405020304" pitchFamily="18" charset="0"/>
                <a:cs typeface="Times New Roman" panose="02020603050405020304" pitchFamily="18" charset="0"/>
              </a:rPr>
              <a:t>an </a:t>
            </a:r>
            <a:r>
              <a:rPr sz="2100" spc="-116" dirty="0">
                <a:latin typeface="Times New Roman" panose="02020603050405020304" pitchFamily="18" charset="0"/>
                <a:cs typeface="Times New Roman" panose="02020603050405020304" pitchFamily="18" charset="0"/>
              </a:rPr>
              <a:t>application </a:t>
            </a:r>
            <a:r>
              <a:rPr sz="2100" spc="-83" dirty="0">
                <a:latin typeface="Times New Roman" panose="02020603050405020304" pitchFamily="18" charset="0"/>
                <a:cs typeface="Times New Roman" panose="02020603050405020304" pitchFamily="18" charset="0"/>
              </a:rPr>
              <a:t>from </a:t>
            </a:r>
            <a:r>
              <a:rPr sz="2100" spc="-180" dirty="0">
                <a:latin typeface="Times New Roman" panose="02020603050405020304" pitchFamily="18" charset="0"/>
                <a:cs typeface="Times New Roman" panose="02020603050405020304" pitchFamily="18" charset="0"/>
              </a:rPr>
              <a:t>a </a:t>
            </a:r>
            <a:r>
              <a:rPr sz="2100" spc="-176" dirty="0">
                <a:latin typeface="Times New Roman" panose="02020603050405020304" pitchFamily="18" charset="0"/>
                <a:cs typeface="Times New Roman" panose="02020603050405020304" pitchFamily="18" charset="0"/>
              </a:rPr>
              <a:t> </a:t>
            </a:r>
            <a:r>
              <a:rPr sz="2100" spc="-30" dirty="0">
                <a:latin typeface="Times New Roman" panose="02020603050405020304" pitchFamily="18" charset="0"/>
                <a:cs typeface="Times New Roman" panose="02020603050405020304" pitchFamily="18" charset="0"/>
              </a:rPr>
              <a:t>r</a:t>
            </a:r>
            <a:r>
              <a:rPr sz="2100" spc="-71" dirty="0">
                <a:latin typeface="Times New Roman" panose="02020603050405020304" pitchFamily="18" charset="0"/>
                <a:cs typeface="Times New Roman" panose="02020603050405020304" pitchFamily="18" charset="0"/>
              </a:rPr>
              <a:t>em</a:t>
            </a:r>
            <a:r>
              <a:rPr sz="2100" spc="-83" dirty="0">
                <a:latin typeface="Times New Roman" panose="02020603050405020304" pitchFamily="18" charset="0"/>
                <a:cs typeface="Times New Roman" panose="02020603050405020304" pitchFamily="18" charset="0"/>
              </a:rPr>
              <a:t>o</a:t>
            </a:r>
            <a:r>
              <a:rPr sz="2100" spc="-127" dirty="0">
                <a:latin typeface="Times New Roman" panose="02020603050405020304" pitchFamily="18" charset="0"/>
                <a:cs typeface="Times New Roman" panose="02020603050405020304" pitchFamily="18" charset="0"/>
              </a:rPr>
              <a:t>vable</a:t>
            </a:r>
            <a:r>
              <a:rPr sz="2100" spc="-49" dirty="0">
                <a:latin typeface="Times New Roman" panose="02020603050405020304" pitchFamily="18" charset="0"/>
                <a:cs typeface="Times New Roman" panose="02020603050405020304" pitchFamily="18" charset="0"/>
              </a:rPr>
              <a:t> </a:t>
            </a:r>
            <a:r>
              <a:rPr sz="2100" spc="-68" dirty="0">
                <a:latin typeface="Times New Roman" panose="02020603050405020304" pitchFamily="18" charset="0"/>
                <a:cs typeface="Times New Roman" panose="02020603050405020304" pitchFamily="18" charset="0"/>
              </a:rPr>
              <a:t>dri</a:t>
            </a:r>
            <a:r>
              <a:rPr sz="2100" spc="-120" dirty="0">
                <a:latin typeface="Times New Roman" panose="02020603050405020304" pitchFamily="18" charset="0"/>
                <a:cs typeface="Times New Roman" panose="02020603050405020304" pitchFamily="18" charset="0"/>
              </a:rPr>
              <a:t>v</a:t>
            </a:r>
            <a:r>
              <a:rPr sz="2100" spc="-86" dirty="0">
                <a:latin typeface="Times New Roman" panose="02020603050405020304" pitchFamily="18" charset="0"/>
                <a:cs typeface="Times New Roman" panose="02020603050405020304" pitchFamily="18" charset="0"/>
              </a:rPr>
              <a:t>e</a:t>
            </a:r>
            <a:r>
              <a:rPr sz="2100" spc="-266" dirty="0">
                <a:latin typeface="Times New Roman" panose="02020603050405020304" pitchFamily="18" charset="0"/>
                <a:cs typeface="Times New Roman" panose="02020603050405020304" pitchFamily="18" charset="0"/>
              </a:rPr>
              <a:t>,</a:t>
            </a:r>
            <a:r>
              <a:rPr sz="2100" spc="-229" dirty="0">
                <a:latin typeface="Times New Roman" panose="02020603050405020304" pitchFamily="18" charset="0"/>
                <a:cs typeface="Times New Roman" panose="02020603050405020304" pitchFamily="18" charset="0"/>
              </a:rPr>
              <a:t> </a:t>
            </a:r>
            <a:r>
              <a:rPr sz="2100" spc="-83" dirty="0">
                <a:latin typeface="Times New Roman" panose="02020603050405020304" pitchFamily="18" charset="0"/>
                <a:cs typeface="Times New Roman" panose="02020603050405020304" pitchFamily="18" charset="0"/>
              </a:rPr>
              <a:t>withou</a:t>
            </a:r>
            <a:r>
              <a:rPr sz="2100" spc="-64" dirty="0">
                <a:latin typeface="Times New Roman" panose="02020603050405020304" pitchFamily="18" charset="0"/>
                <a:cs typeface="Times New Roman" panose="02020603050405020304" pitchFamily="18" charset="0"/>
              </a:rPr>
              <a:t>t</a:t>
            </a:r>
            <a:r>
              <a:rPr sz="2100" spc="-53" dirty="0">
                <a:latin typeface="Times New Roman" panose="02020603050405020304" pitchFamily="18" charset="0"/>
                <a:cs typeface="Times New Roman" panose="02020603050405020304" pitchFamily="18" charset="0"/>
              </a:rPr>
              <a:t> </a:t>
            </a:r>
            <a:r>
              <a:rPr sz="2100" spc="-116" dirty="0">
                <a:latin typeface="Times New Roman" panose="02020603050405020304" pitchFamily="18" charset="0"/>
                <a:cs typeface="Times New Roman" panose="02020603050405020304" pitchFamily="18" charset="0"/>
              </a:rPr>
              <a:t>installin</a:t>
            </a:r>
            <a:r>
              <a:rPr sz="2100" spc="-143" dirty="0">
                <a:latin typeface="Times New Roman" panose="02020603050405020304" pitchFamily="18" charset="0"/>
                <a:cs typeface="Times New Roman" panose="02020603050405020304" pitchFamily="18" charset="0"/>
              </a:rPr>
              <a:t>g</a:t>
            </a:r>
            <a:r>
              <a:rPr sz="2100" spc="-49" dirty="0">
                <a:latin typeface="Times New Roman" panose="02020603050405020304" pitchFamily="18" charset="0"/>
                <a:cs typeface="Times New Roman" panose="02020603050405020304" pitchFamily="18" charset="0"/>
              </a:rPr>
              <a:t> </a:t>
            </a:r>
            <a:r>
              <a:rPr sz="2100" spc="-116" dirty="0">
                <a:latin typeface="Times New Roman" panose="02020603050405020304" pitchFamily="18" charset="0"/>
                <a:cs typeface="Times New Roman" panose="02020603050405020304" pitchFamily="18" charset="0"/>
              </a:rPr>
              <a:t>it</a:t>
            </a:r>
            <a:r>
              <a:rPr sz="2100" spc="-45" dirty="0">
                <a:latin typeface="Times New Roman" panose="02020603050405020304" pitchFamily="18" charset="0"/>
                <a:cs typeface="Times New Roman" panose="02020603050405020304" pitchFamily="18" charset="0"/>
              </a:rPr>
              <a:t> </a:t>
            </a:r>
            <a:r>
              <a:rPr sz="2100" spc="-38" dirty="0">
                <a:latin typeface="Times New Roman" panose="02020603050405020304" pitchFamily="18" charset="0"/>
                <a:cs typeface="Times New Roman" panose="02020603050405020304" pitchFamily="18" charset="0"/>
              </a:rPr>
              <a:t>o</a:t>
            </a:r>
            <a:r>
              <a:rPr sz="2100" spc="-30" dirty="0">
                <a:latin typeface="Times New Roman" panose="02020603050405020304" pitchFamily="18" charset="0"/>
                <a:cs typeface="Times New Roman" panose="02020603050405020304" pitchFamily="18" charset="0"/>
              </a:rPr>
              <a:t>n</a:t>
            </a:r>
            <a:r>
              <a:rPr sz="2100" spc="-49" dirty="0">
                <a:latin typeface="Times New Roman" panose="02020603050405020304" pitchFamily="18" charset="0"/>
                <a:cs typeface="Times New Roman" panose="02020603050405020304" pitchFamily="18" charset="0"/>
              </a:rPr>
              <a:t> </a:t>
            </a:r>
            <a:r>
              <a:rPr sz="2100" spc="-105" dirty="0">
                <a:latin typeface="Times New Roman" panose="02020603050405020304" pitchFamily="18" charset="0"/>
                <a:cs typeface="Times New Roman" panose="02020603050405020304" pitchFamily="18" charset="0"/>
              </a:rPr>
              <a:t>the</a:t>
            </a:r>
            <a:r>
              <a:rPr sz="2100" spc="-45" dirty="0">
                <a:latin typeface="Times New Roman" panose="02020603050405020304" pitchFamily="18" charset="0"/>
                <a:cs typeface="Times New Roman" panose="02020603050405020304" pitchFamily="18" charset="0"/>
              </a:rPr>
              <a:t> </a:t>
            </a:r>
            <a:r>
              <a:rPr sz="2100" spc="-86" dirty="0">
                <a:latin typeface="Times New Roman" panose="02020603050405020304" pitchFamily="18" charset="0"/>
                <a:cs typeface="Times New Roman" panose="02020603050405020304" pitchFamily="18" charset="0"/>
              </a:rPr>
              <a:t>system</a:t>
            </a:r>
            <a:r>
              <a:rPr sz="2100" spc="-409" dirty="0">
                <a:latin typeface="Times New Roman" panose="02020603050405020304" pitchFamily="18" charset="0"/>
                <a:cs typeface="Times New Roman" panose="02020603050405020304" pitchFamily="18" charset="0"/>
              </a:rPr>
              <a:t>’</a:t>
            </a:r>
            <a:r>
              <a:rPr sz="2100" spc="-38" dirty="0">
                <a:latin typeface="Times New Roman" panose="02020603050405020304" pitchFamily="18" charset="0"/>
                <a:cs typeface="Times New Roman" panose="02020603050405020304" pitchFamily="18" charset="0"/>
              </a:rPr>
              <a:t>s</a:t>
            </a:r>
            <a:r>
              <a:rPr sz="2100" spc="-60" dirty="0">
                <a:latin typeface="Times New Roman" panose="02020603050405020304" pitchFamily="18" charset="0"/>
                <a:cs typeface="Times New Roman" panose="02020603050405020304" pitchFamily="18" charset="0"/>
              </a:rPr>
              <a:t> </a:t>
            </a:r>
            <a:r>
              <a:rPr sz="2100" spc="-172" dirty="0">
                <a:latin typeface="Times New Roman" panose="02020603050405020304" pitchFamily="18" charset="0"/>
                <a:cs typeface="Times New Roman" panose="02020603050405020304" pitchFamily="18" charset="0"/>
              </a:rPr>
              <a:t>m</a:t>
            </a:r>
            <a:r>
              <a:rPr sz="2100" spc="-120" dirty="0">
                <a:latin typeface="Times New Roman" panose="02020603050405020304" pitchFamily="18" charset="0"/>
                <a:cs typeface="Times New Roman" panose="02020603050405020304" pitchFamily="18" charset="0"/>
              </a:rPr>
              <a:t>a</a:t>
            </a:r>
            <a:r>
              <a:rPr sz="2100" spc="-75" dirty="0">
                <a:latin typeface="Times New Roman" panose="02020603050405020304" pitchFamily="18" charset="0"/>
                <a:cs typeface="Times New Roman" panose="02020603050405020304" pitchFamily="18" charset="0"/>
              </a:rPr>
              <a:t>i</a:t>
            </a:r>
            <a:r>
              <a:rPr sz="2100" spc="-135" dirty="0">
                <a:latin typeface="Times New Roman" panose="02020603050405020304" pitchFamily="18" charset="0"/>
                <a:cs typeface="Times New Roman" panose="02020603050405020304" pitchFamily="18" charset="0"/>
              </a:rPr>
              <a:t>n</a:t>
            </a:r>
            <a:r>
              <a:rPr sz="2100" spc="-41" dirty="0">
                <a:latin typeface="Times New Roman" panose="02020603050405020304" pitchFamily="18" charset="0"/>
                <a:cs typeface="Times New Roman" panose="02020603050405020304" pitchFamily="18" charset="0"/>
              </a:rPr>
              <a:t> </a:t>
            </a:r>
            <a:r>
              <a:rPr sz="2100" spc="-71" dirty="0">
                <a:latin typeface="Times New Roman" panose="02020603050405020304" pitchFamily="18" charset="0"/>
                <a:cs typeface="Times New Roman" panose="02020603050405020304" pitchFamily="18" charset="0"/>
              </a:rPr>
              <a:t>disk</a:t>
            </a:r>
            <a:r>
              <a:rPr sz="2100" spc="-49" dirty="0">
                <a:latin typeface="Times New Roman" panose="02020603050405020304" pitchFamily="18" charset="0"/>
                <a:cs typeface="Times New Roman" panose="02020603050405020304" pitchFamily="18" charset="0"/>
              </a:rPr>
              <a:t> </a:t>
            </a:r>
            <a:r>
              <a:rPr sz="2100" spc="-68" dirty="0">
                <a:latin typeface="Times New Roman" panose="02020603050405020304" pitchFamily="18" charset="0"/>
                <a:cs typeface="Times New Roman" panose="02020603050405020304" pitchFamily="18" charset="0"/>
              </a:rPr>
              <a:t>dri</a:t>
            </a:r>
            <a:r>
              <a:rPr sz="2100" spc="-120" dirty="0">
                <a:latin typeface="Times New Roman" panose="02020603050405020304" pitchFamily="18" charset="0"/>
                <a:cs typeface="Times New Roman" panose="02020603050405020304" pitchFamily="18" charset="0"/>
              </a:rPr>
              <a:t>v</a:t>
            </a:r>
            <a:r>
              <a:rPr sz="2100" spc="-86" dirty="0">
                <a:latin typeface="Times New Roman" panose="02020603050405020304" pitchFamily="18" charset="0"/>
                <a:cs typeface="Times New Roman" panose="02020603050405020304" pitchFamily="18" charset="0"/>
              </a:rPr>
              <a:t>e</a:t>
            </a:r>
            <a:r>
              <a:rPr sz="2100" spc="-266" dirty="0">
                <a:latin typeface="Times New Roman" panose="02020603050405020304" pitchFamily="18" charset="0"/>
                <a:cs typeface="Times New Roman" panose="02020603050405020304" pitchFamily="18" charset="0"/>
              </a:rPr>
              <a:t>.</a:t>
            </a:r>
            <a:endParaRPr sz="2100" dirty="0">
              <a:latin typeface="Times New Roman" panose="02020603050405020304" pitchFamily="18" charset="0"/>
              <a:cs typeface="Times New Roman" panose="02020603050405020304" pitchFamily="18" charset="0"/>
            </a:endParaRPr>
          </a:p>
          <a:p>
            <a:pPr marL="523399" marR="3810" lvl="1" indent="-171450" algn="just">
              <a:lnSpc>
                <a:spcPct val="150000"/>
              </a:lnSpc>
              <a:spcBef>
                <a:spcPts val="371"/>
              </a:spcBef>
              <a:buClr>
                <a:srgbClr val="B71E42"/>
              </a:buClr>
              <a:buFont typeface="Arial MT"/>
              <a:buChar char="•"/>
              <a:tabLst>
                <a:tab pos="523875" algn="l"/>
              </a:tabLst>
            </a:pPr>
            <a:r>
              <a:rPr sz="2100" spc="-90" dirty="0">
                <a:latin typeface="Times New Roman" panose="02020603050405020304" pitchFamily="18" charset="0"/>
                <a:cs typeface="Times New Roman" panose="02020603050405020304" pitchFamily="18" charset="0"/>
              </a:rPr>
              <a:t>Virtualization </a:t>
            </a:r>
            <a:r>
              <a:rPr sz="2100" spc="-124" dirty="0">
                <a:latin typeface="Times New Roman" panose="02020603050405020304" pitchFamily="18" charset="0"/>
                <a:cs typeface="Times New Roman" panose="02020603050405020304" pitchFamily="18" charset="0"/>
              </a:rPr>
              <a:t>can </a:t>
            </a:r>
            <a:r>
              <a:rPr sz="2100" spc="-113" dirty="0">
                <a:latin typeface="Times New Roman" panose="02020603050405020304" pitchFamily="18" charset="0"/>
                <a:cs typeface="Times New Roman" panose="02020603050405020304" pitchFamily="18" charset="0"/>
              </a:rPr>
              <a:t>be </a:t>
            </a:r>
            <a:r>
              <a:rPr sz="2100" spc="-83" dirty="0">
                <a:latin typeface="Times New Roman" panose="02020603050405020304" pitchFamily="18" charset="0"/>
                <a:cs typeface="Times New Roman" panose="02020603050405020304" pitchFamily="18" charset="0"/>
              </a:rPr>
              <a:t>used </a:t>
            </a:r>
            <a:r>
              <a:rPr sz="2100" spc="-45" dirty="0">
                <a:latin typeface="Times New Roman" panose="02020603050405020304" pitchFamily="18" charset="0"/>
                <a:cs typeface="Times New Roman" panose="02020603050405020304" pitchFamily="18" charset="0"/>
              </a:rPr>
              <a:t>to </a:t>
            </a:r>
            <a:r>
              <a:rPr sz="2100" spc="-56" dirty="0">
                <a:latin typeface="Times New Roman" panose="02020603050405020304" pitchFamily="18" charset="0"/>
                <a:cs typeface="Times New Roman" panose="02020603050405020304" pitchFamily="18" charset="0"/>
              </a:rPr>
              <a:t>store </a:t>
            </a:r>
            <a:r>
              <a:rPr sz="2100" spc="-71" dirty="0">
                <a:latin typeface="Times New Roman" panose="02020603050405020304" pitchFamily="18" charset="0"/>
                <a:cs typeface="Times New Roman" panose="02020603050405020304" pitchFamily="18" charset="0"/>
              </a:rPr>
              <a:t>temporary </a:t>
            </a:r>
            <a:r>
              <a:rPr sz="2100" spc="-150" dirty="0">
                <a:latin typeface="Times New Roman" panose="02020603050405020304" pitchFamily="18" charset="0"/>
                <a:cs typeface="Times New Roman" panose="02020603050405020304" pitchFamily="18" charset="0"/>
              </a:rPr>
              <a:t>files, </a:t>
            </a:r>
            <a:r>
              <a:rPr sz="2100" spc="-64" dirty="0">
                <a:latin typeface="Times New Roman" panose="02020603050405020304" pitchFamily="18" charset="0"/>
                <a:cs typeface="Times New Roman" panose="02020603050405020304" pitchFamily="18" charset="0"/>
              </a:rPr>
              <a:t>windows </a:t>
            </a:r>
            <a:r>
              <a:rPr sz="2100" spc="-75" dirty="0">
                <a:latin typeface="Times New Roman" panose="02020603050405020304" pitchFamily="18" charset="0"/>
                <a:cs typeface="Times New Roman" panose="02020603050405020304" pitchFamily="18" charset="0"/>
              </a:rPr>
              <a:t>registry </a:t>
            </a:r>
            <a:r>
              <a:rPr sz="2100" spc="-71" dirty="0">
                <a:latin typeface="Times New Roman" panose="02020603050405020304" pitchFamily="18" charset="0"/>
                <a:cs typeface="Times New Roman" panose="02020603050405020304" pitchFamily="18" charset="0"/>
              </a:rPr>
              <a:t> </a:t>
            </a:r>
            <a:r>
              <a:rPr sz="2100" spc="-86" dirty="0">
                <a:latin typeface="Times New Roman" panose="02020603050405020304" pitchFamily="18" charset="0"/>
                <a:cs typeface="Times New Roman" panose="02020603050405020304" pitchFamily="18" charset="0"/>
              </a:rPr>
              <a:t>entries </a:t>
            </a:r>
            <a:r>
              <a:rPr sz="2100" spc="-116" dirty="0">
                <a:latin typeface="Times New Roman" panose="02020603050405020304" pitchFamily="18" charset="0"/>
                <a:cs typeface="Times New Roman" panose="02020603050405020304" pitchFamily="18" charset="0"/>
              </a:rPr>
              <a:t>and </a:t>
            </a:r>
            <a:r>
              <a:rPr sz="2100" spc="-56" dirty="0">
                <a:latin typeface="Times New Roman" panose="02020603050405020304" pitchFamily="18" charset="0"/>
                <a:cs typeface="Times New Roman" panose="02020603050405020304" pitchFamily="18" charset="0"/>
              </a:rPr>
              <a:t>other </a:t>
            </a:r>
            <a:r>
              <a:rPr sz="2100" spc="-94" dirty="0">
                <a:latin typeface="Times New Roman" panose="02020603050405020304" pitchFamily="18" charset="0"/>
                <a:cs typeface="Times New Roman" panose="02020603050405020304" pitchFamily="18" charset="0"/>
              </a:rPr>
              <a:t>information </a:t>
            </a:r>
            <a:r>
              <a:rPr sz="2100" spc="-101" dirty="0">
                <a:latin typeface="Times New Roman" panose="02020603050405020304" pitchFamily="18" charset="0"/>
                <a:cs typeface="Times New Roman" panose="02020603050405020304" pitchFamily="18" charset="0"/>
              </a:rPr>
              <a:t>in </a:t>
            </a:r>
            <a:r>
              <a:rPr sz="2100" spc="-109" dirty="0">
                <a:latin typeface="Times New Roman" panose="02020603050405020304" pitchFamily="18" charset="0"/>
                <a:cs typeface="Times New Roman" panose="02020603050405020304" pitchFamily="18" charset="0"/>
              </a:rPr>
              <a:t>the </a:t>
            </a:r>
            <a:r>
              <a:rPr sz="2100" spc="-131" dirty="0">
                <a:latin typeface="Times New Roman" panose="02020603050405020304" pitchFamily="18" charset="0"/>
                <a:cs typeface="Times New Roman" panose="02020603050405020304" pitchFamily="18" charset="0"/>
              </a:rPr>
              <a:t>application’s </a:t>
            </a:r>
            <a:r>
              <a:rPr sz="2100" spc="-109" dirty="0">
                <a:latin typeface="Times New Roman" panose="02020603050405020304" pitchFamily="18" charset="0"/>
                <a:cs typeface="Times New Roman" panose="02020603050405020304" pitchFamily="18" charset="0"/>
              </a:rPr>
              <a:t>installation </a:t>
            </a:r>
            <a:r>
              <a:rPr sz="2100" spc="-68" dirty="0">
                <a:latin typeface="Times New Roman" panose="02020603050405020304" pitchFamily="18" charset="0"/>
                <a:cs typeface="Times New Roman" panose="02020603050405020304" pitchFamily="18" charset="0"/>
              </a:rPr>
              <a:t>directory </a:t>
            </a:r>
            <a:r>
              <a:rPr sz="2100" spc="-64" dirty="0">
                <a:latin typeface="Times New Roman" panose="02020603050405020304" pitchFamily="18" charset="0"/>
                <a:cs typeface="Times New Roman" panose="02020603050405020304" pitchFamily="18" charset="0"/>
              </a:rPr>
              <a:t> </a:t>
            </a:r>
            <a:r>
              <a:rPr sz="2100" spc="-116" dirty="0">
                <a:latin typeface="Times New Roman" panose="02020603050405020304" pitchFamily="18" charset="0"/>
                <a:cs typeface="Times New Roman" panose="02020603050405020304" pitchFamily="18" charset="0"/>
              </a:rPr>
              <a:t>and</a:t>
            </a:r>
            <a:r>
              <a:rPr sz="2100" spc="-41" dirty="0">
                <a:latin typeface="Times New Roman" panose="02020603050405020304" pitchFamily="18" charset="0"/>
                <a:cs typeface="Times New Roman" panose="02020603050405020304" pitchFamily="18" charset="0"/>
              </a:rPr>
              <a:t> </a:t>
            </a:r>
            <a:r>
              <a:rPr sz="2100" spc="-60" dirty="0">
                <a:latin typeface="Times New Roman" panose="02020603050405020304" pitchFamily="18" charset="0"/>
                <a:cs typeface="Times New Roman" panose="02020603050405020304" pitchFamily="18" charset="0"/>
              </a:rPr>
              <a:t>not</a:t>
            </a:r>
            <a:r>
              <a:rPr sz="2100" spc="-49" dirty="0">
                <a:latin typeface="Times New Roman" panose="02020603050405020304" pitchFamily="18" charset="0"/>
                <a:cs typeface="Times New Roman" panose="02020603050405020304" pitchFamily="18" charset="0"/>
              </a:rPr>
              <a:t> </a:t>
            </a:r>
            <a:r>
              <a:rPr sz="2100" spc="-98" dirty="0">
                <a:latin typeface="Times New Roman" panose="02020603050405020304" pitchFamily="18" charset="0"/>
                <a:cs typeface="Times New Roman" panose="02020603050405020304" pitchFamily="18" charset="0"/>
              </a:rPr>
              <a:t>within</a:t>
            </a:r>
            <a:r>
              <a:rPr sz="2100" spc="-56" dirty="0">
                <a:latin typeface="Times New Roman" panose="02020603050405020304" pitchFamily="18" charset="0"/>
                <a:cs typeface="Times New Roman" panose="02020603050405020304" pitchFamily="18" charset="0"/>
              </a:rPr>
              <a:t> </a:t>
            </a:r>
            <a:r>
              <a:rPr sz="2100" spc="-109" dirty="0">
                <a:latin typeface="Times New Roman" panose="02020603050405020304" pitchFamily="18" charset="0"/>
                <a:cs typeface="Times New Roman" panose="02020603050405020304" pitchFamily="18" charset="0"/>
              </a:rPr>
              <a:t>the</a:t>
            </a:r>
            <a:r>
              <a:rPr sz="2100" spc="-45" dirty="0">
                <a:latin typeface="Times New Roman" panose="02020603050405020304" pitchFamily="18" charset="0"/>
                <a:cs typeface="Times New Roman" panose="02020603050405020304" pitchFamily="18" charset="0"/>
              </a:rPr>
              <a:t> </a:t>
            </a:r>
            <a:r>
              <a:rPr sz="2100" spc="-120" dirty="0">
                <a:latin typeface="Times New Roman" panose="02020603050405020304" pitchFamily="18" charset="0"/>
                <a:cs typeface="Times New Roman" panose="02020603050405020304" pitchFamily="18" charset="0"/>
              </a:rPr>
              <a:t>system’s</a:t>
            </a:r>
            <a:r>
              <a:rPr sz="2100" spc="-56" dirty="0">
                <a:latin typeface="Times New Roman" panose="02020603050405020304" pitchFamily="18" charset="0"/>
                <a:cs typeface="Times New Roman" panose="02020603050405020304" pitchFamily="18" charset="0"/>
              </a:rPr>
              <a:t> </a:t>
            </a:r>
            <a:r>
              <a:rPr sz="2100" spc="-101" dirty="0">
                <a:latin typeface="Times New Roman" panose="02020603050405020304" pitchFamily="18" charset="0"/>
                <a:cs typeface="Times New Roman" panose="02020603050405020304" pitchFamily="18" charset="0"/>
              </a:rPr>
              <a:t>permanent</a:t>
            </a:r>
            <a:r>
              <a:rPr sz="2100" spc="-34" dirty="0">
                <a:latin typeface="Times New Roman" panose="02020603050405020304" pitchFamily="18" charset="0"/>
                <a:cs typeface="Times New Roman" panose="02020603050405020304" pitchFamily="18" charset="0"/>
              </a:rPr>
              <a:t> </a:t>
            </a:r>
            <a:r>
              <a:rPr sz="2100" spc="-150" dirty="0">
                <a:latin typeface="Times New Roman" panose="02020603050405020304" pitchFamily="18" charset="0"/>
                <a:cs typeface="Times New Roman" panose="02020603050405020304" pitchFamily="18" charset="0"/>
              </a:rPr>
              <a:t>file</a:t>
            </a:r>
            <a:r>
              <a:rPr sz="2100" spc="-53" dirty="0">
                <a:latin typeface="Times New Roman" panose="02020603050405020304" pitchFamily="18" charset="0"/>
                <a:cs typeface="Times New Roman" panose="02020603050405020304" pitchFamily="18" charset="0"/>
              </a:rPr>
              <a:t> </a:t>
            </a:r>
            <a:r>
              <a:rPr sz="2100" spc="-113" dirty="0">
                <a:latin typeface="Times New Roman" panose="02020603050405020304" pitchFamily="18" charset="0"/>
                <a:cs typeface="Times New Roman" panose="02020603050405020304" pitchFamily="18" charset="0"/>
              </a:rPr>
              <a:t>system.</a:t>
            </a:r>
            <a:endParaRPr sz="2100" dirty="0">
              <a:latin typeface="Times New Roman" panose="02020603050405020304" pitchFamily="18" charset="0"/>
              <a:cs typeface="Times New Roman" panose="02020603050405020304" pitchFamily="18" charset="0"/>
            </a:endParaRPr>
          </a:p>
        </p:txBody>
      </p:sp>
      <p:sp>
        <p:nvSpPr>
          <p:cNvPr id="3" name="object 2"/>
          <p:cNvSpPr txBox="1">
            <a:spLocks/>
          </p:cNvSpPr>
          <p:nvPr/>
        </p:nvSpPr>
        <p:spPr>
          <a:xfrm>
            <a:off x="1147858" y="342684"/>
            <a:ext cx="4740878" cy="402514"/>
          </a:xfrm>
          <a:prstGeom prst="rect">
            <a:avLst/>
          </a:prstGeom>
        </p:spPr>
        <p:txBody>
          <a:bodyPr vert="horz" wrap="square" lIns="0" tIns="10001" rIns="0" bIns="0" rtlCol="0">
            <a:spAutoFit/>
          </a:bodyPr>
          <a:lstStyle>
            <a:lvl1pPr algn="l" defTabSz="914400" rtl="0" eaLnBrk="1" latinLnBrk="0" hangingPunct="1">
              <a:lnSpc>
                <a:spcPct val="90000"/>
              </a:lnSpc>
              <a:spcBef>
                <a:spcPct val="0"/>
              </a:spcBef>
              <a:buNone/>
              <a:defRPr sz="3400" kern="1200">
                <a:solidFill>
                  <a:schemeClr val="accent2"/>
                </a:solidFill>
                <a:latin typeface="+mj-lt"/>
                <a:ea typeface="+mj-ea"/>
                <a:cs typeface="+mj-cs"/>
              </a:defRPr>
            </a:lvl1pPr>
          </a:lstStyle>
          <a:p>
            <a:pPr marL="9525">
              <a:lnSpc>
                <a:spcPct val="100000"/>
              </a:lnSpc>
              <a:spcBef>
                <a:spcPts val="79"/>
              </a:spcBef>
            </a:pPr>
            <a:r>
              <a:rPr lang="en-IN" sz="2550" dirty="0"/>
              <a:t>Applications of virtualization</a:t>
            </a:r>
            <a:endParaRPr lang="en-IN" sz="2400" dirty="0"/>
          </a:p>
        </p:txBody>
      </p:sp>
      <p:sp>
        <p:nvSpPr>
          <p:cNvPr id="4" name="Title 3"/>
          <p:cNvSpPr>
            <a:spLocks noGrp="1"/>
          </p:cNvSpPr>
          <p:nvPr>
            <p:ph type="title"/>
          </p:nvPr>
        </p:nvSpPr>
        <p:spPr/>
        <p:txBody>
          <a:bodyPr/>
          <a:lstStyle/>
          <a:p>
            <a:endParaRPr lang="en-IN"/>
          </a:p>
        </p:txBody>
      </p:sp>
    </p:spTree>
    <p:extLst>
      <p:ext uri="{BB962C8B-B14F-4D97-AF65-F5344CB8AC3E}">
        <p14:creationId xmlns:p14="http://schemas.microsoft.com/office/powerpoint/2010/main" val="220167351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spcFirstLastPara="1" vert="horz" wrap="square" lIns="0" tIns="10001" rIns="0" bIns="0" rtlCol="0" anchor="ctr" anchorCtr="0">
            <a:spAutoFit/>
          </a:bodyPr>
          <a:lstStyle/>
          <a:p>
            <a:pPr marL="9525">
              <a:spcBef>
                <a:spcPts val="79"/>
              </a:spcBef>
            </a:pPr>
            <a:r>
              <a:rPr sz="2400" spc="176" dirty="0"/>
              <a:t>SI</a:t>
            </a:r>
            <a:r>
              <a:rPr sz="2400" spc="330" dirty="0"/>
              <a:t>M</a:t>
            </a:r>
            <a:r>
              <a:rPr sz="2400" spc="248" dirty="0"/>
              <a:t>UL</a:t>
            </a:r>
            <a:r>
              <a:rPr sz="2400" spc="56" dirty="0"/>
              <a:t>A</a:t>
            </a:r>
            <a:r>
              <a:rPr sz="2400" spc="304" dirty="0"/>
              <a:t>TION</a:t>
            </a:r>
            <a:r>
              <a:rPr sz="2400" spc="225" dirty="0"/>
              <a:t>S</a:t>
            </a:r>
            <a:r>
              <a:rPr sz="2400" spc="-311" dirty="0"/>
              <a:t> </a:t>
            </a:r>
            <a:r>
              <a:rPr sz="2400" spc="382" dirty="0"/>
              <a:t>A</a:t>
            </a:r>
            <a:r>
              <a:rPr sz="2400" spc="390" dirty="0"/>
              <a:t>N</a:t>
            </a:r>
            <a:r>
              <a:rPr sz="2400" spc="382" dirty="0"/>
              <a:t>D</a:t>
            </a:r>
            <a:r>
              <a:rPr sz="2400" spc="-56" dirty="0"/>
              <a:t> </a:t>
            </a:r>
            <a:r>
              <a:rPr sz="2400" spc="146" dirty="0"/>
              <a:t>E</a:t>
            </a:r>
            <a:r>
              <a:rPr sz="2400" spc="281" dirty="0"/>
              <a:t>MUL</a:t>
            </a:r>
            <a:r>
              <a:rPr sz="2400" spc="56" dirty="0"/>
              <a:t>A</a:t>
            </a:r>
            <a:r>
              <a:rPr sz="2400" spc="289" dirty="0"/>
              <a:t>TIONS</a:t>
            </a:r>
            <a:endParaRPr sz="2400" dirty="0"/>
          </a:p>
        </p:txBody>
      </p:sp>
      <p:sp>
        <p:nvSpPr>
          <p:cNvPr id="3" name="object 3"/>
          <p:cNvSpPr txBox="1"/>
          <p:nvPr/>
        </p:nvSpPr>
        <p:spPr>
          <a:xfrm>
            <a:off x="1376458" y="957596"/>
            <a:ext cx="7107555" cy="3590566"/>
          </a:xfrm>
          <a:prstGeom prst="rect">
            <a:avLst/>
          </a:prstGeom>
        </p:spPr>
        <p:txBody>
          <a:bodyPr vert="horz" wrap="square" lIns="0" tIns="10001" rIns="0" bIns="0" rtlCol="0">
            <a:spAutoFit/>
          </a:bodyPr>
          <a:lstStyle/>
          <a:p>
            <a:pPr marL="180499" marR="3810" indent="-171450" algn="just">
              <a:lnSpc>
                <a:spcPct val="150000"/>
              </a:lnSpc>
              <a:spcBef>
                <a:spcPts val="79"/>
              </a:spcBef>
              <a:buClr>
                <a:srgbClr val="B71E42"/>
              </a:buClr>
              <a:buFont typeface="Arial MT"/>
              <a:buChar char="•"/>
              <a:tabLst>
                <a:tab pos="180975" algn="l"/>
              </a:tabLst>
            </a:pPr>
            <a:r>
              <a:rPr sz="1800" spc="-56" dirty="0">
                <a:latin typeface="Times New Roman" panose="02020603050405020304" pitchFamily="18" charset="0"/>
                <a:cs typeface="Times New Roman" panose="02020603050405020304" pitchFamily="18" charset="0"/>
              </a:rPr>
              <a:t>Often </a:t>
            </a:r>
            <a:r>
              <a:rPr sz="1800" spc="-109" dirty="0">
                <a:latin typeface="Times New Roman" panose="02020603050405020304" pitchFamily="18" charset="0"/>
                <a:cs typeface="Times New Roman" panose="02020603050405020304" pitchFamily="18" charset="0"/>
              </a:rPr>
              <a:t>the </a:t>
            </a:r>
            <a:r>
              <a:rPr sz="1800" spc="-75" dirty="0">
                <a:latin typeface="Times New Roman" panose="02020603050405020304" pitchFamily="18" charset="0"/>
                <a:cs typeface="Times New Roman" panose="02020603050405020304" pitchFamily="18" charset="0"/>
              </a:rPr>
              <a:t>terms </a:t>
            </a:r>
            <a:r>
              <a:rPr sz="1800" spc="-101" dirty="0">
                <a:latin typeface="Times New Roman" panose="02020603050405020304" pitchFamily="18" charset="0"/>
                <a:cs typeface="Times New Roman" panose="02020603050405020304" pitchFamily="18" charset="0"/>
              </a:rPr>
              <a:t>simulation </a:t>
            </a:r>
            <a:r>
              <a:rPr sz="1800" spc="-116" dirty="0">
                <a:latin typeface="Times New Roman" panose="02020603050405020304" pitchFamily="18" charset="0"/>
                <a:cs typeface="Times New Roman" panose="02020603050405020304" pitchFamily="18" charset="0"/>
              </a:rPr>
              <a:t>and </a:t>
            </a:r>
            <a:r>
              <a:rPr sz="1800" spc="-105" dirty="0">
                <a:latin typeface="Times New Roman" panose="02020603050405020304" pitchFamily="18" charset="0"/>
                <a:cs typeface="Times New Roman" panose="02020603050405020304" pitchFamily="18" charset="0"/>
              </a:rPr>
              <a:t>emulation </a:t>
            </a:r>
            <a:r>
              <a:rPr sz="1800" spc="-113" dirty="0">
                <a:latin typeface="Times New Roman" panose="02020603050405020304" pitchFamily="18" charset="0"/>
                <a:cs typeface="Times New Roman" panose="02020603050405020304" pitchFamily="18" charset="0"/>
              </a:rPr>
              <a:t>are </a:t>
            </a:r>
            <a:r>
              <a:rPr sz="1800" spc="-83" dirty="0">
                <a:latin typeface="Times New Roman" panose="02020603050405020304" pitchFamily="18" charset="0"/>
                <a:cs typeface="Times New Roman" panose="02020603050405020304" pitchFamily="18" charset="0"/>
              </a:rPr>
              <a:t>used </a:t>
            </a:r>
            <a:r>
              <a:rPr sz="1800" spc="-135" dirty="0">
                <a:latin typeface="Times New Roman" panose="02020603050405020304" pitchFamily="18" charset="0"/>
                <a:cs typeface="Times New Roman" panose="02020603050405020304" pitchFamily="18" charset="0"/>
              </a:rPr>
              <a:t>interchangeably. </a:t>
            </a:r>
            <a:r>
              <a:rPr sz="1800" spc="-120" dirty="0">
                <a:latin typeface="Times New Roman" panose="02020603050405020304" pitchFamily="18" charset="0"/>
                <a:cs typeface="Times New Roman" panose="02020603050405020304" pitchFamily="18" charset="0"/>
              </a:rPr>
              <a:t>But, </a:t>
            </a:r>
            <a:r>
              <a:rPr sz="1800" spc="-116" dirty="0">
                <a:latin typeface="Times New Roman" panose="02020603050405020304" pitchFamily="18" charset="0"/>
                <a:cs typeface="Times New Roman" panose="02020603050405020304" pitchFamily="18" charset="0"/>
              </a:rPr>
              <a:t> </a:t>
            </a:r>
            <a:r>
              <a:rPr sz="1800" spc="-94" dirty="0">
                <a:latin typeface="Times New Roman" panose="02020603050405020304" pitchFamily="18" charset="0"/>
                <a:cs typeface="Times New Roman" panose="02020603050405020304" pitchFamily="18" charset="0"/>
              </a:rPr>
              <a:t>there </a:t>
            </a:r>
            <a:r>
              <a:rPr sz="1800" spc="-79" dirty="0">
                <a:latin typeface="Times New Roman" panose="02020603050405020304" pitchFamily="18" charset="0"/>
                <a:cs typeface="Times New Roman" panose="02020603050405020304" pitchFamily="18" charset="0"/>
              </a:rPr>
              <a:t>is </a:t>
            </a:r>
            <a:r>
              <a:rPr sz="1800" spc="-180" dirty="0">
                <a:latin typeface="Times New Roman" panose="02020603050405020304" pitchFamily="18" charset="0"/>
                <a:cs typeface="Times New Roman" panose="02020603050405020304" pitchFamily="18" charset="0"/>
              </a:rPr>
              <a:t>a </a:t>
            </a:r>
            <a:r>
              <a:rPr sz="1800" spc="-98" dirty="0">
                <a:latin typeface="Times New Roman" panose="02020603050405020304" pitchFamily="18" charset="0"/>
                <a:cs typeface="Times New Roman" panose="02020603050405020304" pitchFamily="18" charset="0"/>
              </a:rPr>
              <a:t>distinct </a:t>
            </a:r>
            <a:r>
              <a:rPr sz="1800" spc="-124" dirty="0">
                <a:latin typeface="Times New Roman" panose="02020603050405020304" pitchFamily="18" charset="0"/>
                <a:cs typeface="Times New Roman" panose="02020603050405020304" pitchFamily="18" charset="0"/>
              </a:rPr>
              <a:t>difference </a:t>
            </a:r>
            <a:r>
              <a:rPr sz="1800" spc="-109" dirty="0">
                <a:latin typeface="Times New Roman" panose="02020603050405020304" pitchFamily="18" charset="0"/>
                <a:cs typeface="Times New Roman" panose="02020603050405020304" pitchFamily="18" charset="0"/>
              </a:rPr>
              <a:t>between </a:t>
            </a:r>
            <a:r>
              <a:rPr sz="1800" spc="-86" dirty="0">
                <a:latin typeface="Times New Roman" panose="02020603050405020304" pitchFamily="18" charset="0"/>
                <a:cs typeface="Times New Roman" panose="02020603050405020304" pitchFamily="18" charset="0"/>
              </a:rPr>
              <a:t>emulators </a:t>
            </a:r>
            <a:r>
              <a:rPr sz="1800" spc="-135" dirty="0">
                <a:latin typeface="Times New Roman" panose="02020603050405020304" pitchFamily="18" charset="0"/>
                <a:cs typeface="Times New Roman" panose="02020603050405020304" pitchFamily="18" charset="0"/>
              </a:rPr>
              <a:t>vs. </a:t>
            </a:r>
            <a:r>
              <a:rPr sz="1800" spc="-98" dirty="0">
                <a:latin typeface="Times New Roman" panose="02020603050405020304" pitchFamily="18" charset="0"/>
                <a:cs typeface="Times New Roman" panose="02020603050405020304" pitchFamily="18" charset="0"/>
              </a:rPr>
              <a:t>simulators. </a:t>
            </a:r>
            <a:r>
              <a:rPr sz="1800" spc="-45" dirty="0">
                <a:latin typeface="Times New Roman" panose="02020603050405020304" pitchFamily="18" charset="0"/>
                <a:cs typeface="Times New Roman" panose="02020603050405020304" pitchFamily="18" charset="0"/>
              </a:rPr>
              <a:t>Both </a:t>
            </a:r>
            <a:r>
              <a:rPr sz="1800" spc="-116" dirty="0">
                <a:latin typeface="Times New Roman" panose="02020603050405020304" pitchFamily="18" charset="0"/>
                <a:cs typeface="Times New Roman" panose="02020603050405020304" pitchFamily="18" charset="0"/>
              </a:rPr>
              <a:t>mimic </a:t>
            </a:r>
            <a:r>
              <a:rPr sz="1800" spc="-113" dirty="0">
                <a:latin typeface="Times New Roman" panose="02020603050405020304" pitchFamily="18" charset="0"/>
                <a:cs typeface="Times New Roman" panose="02020603050405020304" pitchFamily="18" charset="0"/>
              </a:rPr>
              <a:t> </a:t>
            </a:r>
            <a:r>
              <a:rPr sz="1800" spc="-109" dirty="0">
                <a:latin typeface="Times New Roman" panose="02020603050405020304" pitchFamily="18" charset="0"/>
                <a:cs typeface="Times New Roman" panose="02020603050405020304" pitchFamily="18" charset="0"/>
              </a:rPr>
              <a:t>the </a:t>
            </a:r>
            <a:r>
              <a:rPr sz="1800" spc="-116" dirty="0">
                <a:latin typeface="Times New Roman" panose="02020603050405020304" pitchFamily="18" charset="0"/>
                <a:cs typeface="Times New Roman" panose="02020603050405020304" pitchFamily="18" charset="0"/>
              </a:rPr>
              <a:t>real </a:t>
            </a:r>
            <a:r>
              <a:rPr sz="1800" spc="-113" dirty="0">
                <a:latin typeface="Times New Roman" panose="02020603050405020304" pitchFamily="18" charset="0"/>
                <a:cs typeface="Times New Roman" panose="02020603050405020304" pitchFamily="18" charset="0"/>
              </a:rPr>
              <a:t>thing </a:t>
            </a:r>
            <a:r>
              <a:rPr sz="1800" spc="-101" dirty="0">
                <a:latin typeface="Times New Roman" panose="02020603050405020304" pitchFamily="18" charset="0"/>
                <a:cs typeface="Times New Roman" panose="02020603050405020304" pitchFamily="18" charset="0"/>
              </a:rPr>
              <a:t>in </a:t>
            </a:r>
            <a:r>
              <a:rPr sz="1800" spc="-180" dirty="0">
                <a:latin typeface="Times New Roman" panose="02020603050405020304" pitchFamily="18" charset="0"/>
                <a:cs typeface="Times New Roman" panose="02020603050405020304" pitchFamily="18" charset="0"/>
              </a:rPr>
              <a:t>a </a:t>
            </a:r>
            <a:r>
              <a:rPr sz="1800" spc="-101" dirty="0">
                <a:latin typeface="Times New Roman" panose="02020603050405020304" pitchFamily="18" charset="0"/>
                <a:cs typeface="Times New Roman" panose="02020603050405020304" pitchFamily="18" charset="0"/>
              </a:rPr>
              <a:t>virtual </a:t>
            </a:r>
            <a:r>
              <a:rPr sz="1800" spc="-105" dirty="0">
                <a:latin typeface="Times New Roman" panose="02020603050405020304" pitchFamily="18" charset="0"/>
                <a:cs typeface="Times New Roman" panose="02020603050405020304" pitchFamily="18" charset="0"/>
              </a:rPr>
              <a:t>environment. </a:t>
            </a:r>
            <a:r>
              <a:rPr sz="1800" spc="-98" dirty="0">
                <a:latin typeface="Times New Roman" panose="02020603050405020304" pitchFamily="18" charset="0"/>
                <a:cs typeface="Times New Roman" panose="02020603050405020304" pitchFamily="18" charset="0"/>
              </a:rPr>
              <a:t>However, </a:t>
            </a:r>
            <a:r>
              <a:rPr sz="1800" spc="-109" dirty="0">
                <a:latin typeface="Times New Roman" panose="02020603050405020304" pitchFamily="18" charset="0"/>
                <a:cs typeface="Times New Roman" panose="02020603050405020304" pitchFamily="18" charset="0"/>
              </a:rPr>
              <a:t>the </a:t>
            </a:r>
            <a:r>
              <a:rPr sz="1800" spc="-116" dirty="0">
                <a:latin typeface="Times New Roman" panose="02020603050405020304" pitchFamily="18" charset="0"/>
                <a:cs typeface="Times New Roman" panose="02020603050405020304" pitchFamily="18" charset="0"/>
              </a:rPr>
              <a:t>differences </a:t>
            </a:r>
            <a:r>
              <a:rPr sz="1800" spc="-109" dirty="0">
                <a:latin typeface="Times New Roman" panose="02020603050405020304" pitchFamily="18" charset="0"/>
                <a:cs typeface="Times New Roman" panose="02020603050405020304" pitchFamily="18" charset="0"/>
              </a:rPr>
              <a:t>between </a:t>
            </a:r>
            <a:r>
              <a:rPr sz="1800" spc="-105" dirty="0">
                <a:latin typeface="Times New Roman" panose="02020603050405020304" pitchFamily="18" charset="0"/>
                <a:cs typeface="Times New Roman" panose="02020603050405020304" pitchFamily="18" charset="0"/>
              </a:rPr>
              <a:t> emulation</a:t>
            </a:r>
            <a:r>
              <a:rPr sz="1800" spc="338" dirty="0">
                <a:latin typeface="Times New Roman" panose="02020603050405020304" pitchFamily="18" charset="0"/>
                <a:cs typeface="Times New Roman" panose="02020603050405020304" pitchFamily="18" charset="0"/>
              </a:rPr>
              <a:t> </a:t>
            </a:r>
            <a:r>
              <a:rPr sz="1800" spc="-135" dirty="0">
                <a:latin typeface="Times New Roman" panose="02020603050405020304" pitchFamily="18" charset="0"/>
                <a:cs typeface="Times New Roman" panose="02020603050405020304" pitchFamily="18" charset="0"/>
              </a:rPr>
              <a:t>vs.</a:t>
            </a:r>
            <a:r>
              <a:rPr sz="1800" spc="-131" dirty="0">
                <a:latin typeface="Times New Roman" panose="02020603050405020304" pitchFamily="18" charset="0"/>
                <a:cs typeface="Times New Roman" panose="02020603050405020304" pitchFamily="18" charset="0"/>
              </a:rPr>
              <a:t> </a:t>
            </a:r>
            <a:r>
              <a:rPr sz="1800" spc="-101" dirty="0">
                <a:latin typeface="Times New Roman" panose="02020603050405020304" pitchFamily="18" charset="0"/>
                <a:cs typeface="Times New Roman" panose="02020603050405020304" pitchFamily="18" charset="0"/>
              </a:rPr>
              <a:t>simulation</a:t>
            </a:r>
            <a:r>
              <a:rPr sz="1800" spc="-98" dirty="0">
                <a:latin typeface="Times New Roman" panose="02020603050405020304" pitchFamily="18" charset="0"/>
                <a:cs typeface="Times New Roman" panose="02020603050405020304" pitchFamily="18" charset="0"/>
              </a:rPr>
              <a:t> </a:t>
            </a:r>
            <a:r>
              <a:rPr sz="1800" spc="-109" dirty="0">
                <a:latin typeface="Times New Roman" panose="02020603050405020304" pitchFamily="18" charset="0"/>
                <a:cs typeface="Times New Roman" panose="02020603050405020304" pitchFamily="18" charset="0"/>
              </a:rPr>
              <a:t>are</a:t>
            </a:r>
            <a:r>
              <a:rPr sz="1800" spc="-105" dirty="0">
                <a:latin typeface="Times New Roman" panose="02020603050405020304" pitchFamily="18" charset="0"/>
                <a:cs typeface="Times New Roman" panose="02020603050405020304" pitchFamily="18" charset="0"/>
              </a:rPr>
              <a:t> </a:t>
            </a:r>
            <a:r>
              <a:rPr sz="1800" spc="-113" dirty="0">
                <a:latin typeface="Times New Roman" panose="02020603050405020304" pitchFamily="18" charset="0"/>
                <a:cs typeface="Times New Roman" panose="02020603050405020304" pitchFamily="18" charset="0"/>
              </a:rPr>
              <a:t>quite</a:t>
            </a:r>
            <a:r>
              <a:rPr sz="1800" spc="-109" dirty="0">
                <a:latin typeface="Times New Roman" panose="02020603050405020304" pitchFamily="18" charset="0"/>
                <a:cs typeface="Times New Roman" panose="02020603050405020304" pitchFamily="18" charset="0"/>
              </a:rPr>
              <a:t> </a:t>
            </a:r>
            <a:r>
              <a:rPr sz="1800" spc="-120" dirty="0">
                <a:latin typeface="Times New Roman" panose="02020603050405020304" pitchFamily="18" charset="0"/>
                <a:cs typeface="Times New Roman" panose="02020603050405020304" pitchFamily="18" charset="0"/>
              </a:rPr>
              <a:t>big</a:t>
            </a:r>
            <a:r>
              <a:rPr sz="1800" spc="-116" dirty="0">
                <a:latin typeface="Times New Roman" panose="02020603050405020304" pitchFamily="18" charset="0"/>
                <a:cs typeface="Times New Roman" panose="02020603050405020304" pitchFamily="18" charset="0"/>
              </a:rPr>
              <a:t> </a:t>
            </a:r>
            <a:r>
              <a:rPr sz="1800" spc="-90" dirty="0">
                <a:latin typeface="Times New Roman" panose="02020603050405020304" pitchFamily="18" charset="0"/>
                <a:cs typeface="Times New Roman" panose="02020603050405020304" pitchFamily="18" charset="0"/>
              </a:rPr>
              <a:t>when</a:t>
            </a:r>
            <a:r>
              <a:rPr sz="1800" spc="-86" dirty="0">
                <a:latin typeface="Times New Roman" panose="02020603050405020304" pitchFamily="18" charset="0"/>
                <a:cs typeface="Times New Roman" panose="02020603050405020304" pitchFamily="18" charset="0"/>
              </a:rPr>
              <a:t> </a:t>
            </a:r>
            <a:r>
              <a:rPr sz="1800" spc="-124" dirty="0">
                <a:latin typeface="Times New Roman" panose="02020603050405020304" pitchFamily="18" charset="0"/>
                <a:cs typeface="Times New Roman" panose="02020603050405020304" pitchFamily="18" charset="0"/>
              </a:rPr>
              <a:t>it</a:t>
            </a:r>
            <a:r>
              <a:rPr sz="1800" spc="296" dirty="0">
                <a:latin typeface="Times New Roman" panose="02020603050405020304" pitchFamily="18" charset="0"/>
                <a:cs typeface="Times New Roman" panose="02020603050405020304" pitchFamily="18" charset="0"/>
              </a:rPr>
              <a:t> </a:t>
            </a:r>
            <a:r>
              <a:rPr sz="1800" spc="-71" dirty="0">
                <a:latin typeface="Times New Roman" panose="02020603050405020304" pitchFamily="18" charset="0"/>
                <a:cs typeface="Times New Roman" panose="02020603050405020304" pitchFamily="18" charset="0"/>
              </a:rPr>
              <a:t>comes</a:t>
            </a:r>
            <a:r>
              <a:rPr sz="1800" spc="-68" dirty="0">
                <a:latin typeface="Times New Roman" panose="02020603050405020304" pitchFamily="18" charset="0"/>
                <a:cs typeface="Times New Roman" panose="02020603050405020304" pitchFamily="18" charset="0"/>
              </a:rPr>
              <a:t> </a:t>
            </a:r>
            <a:r>
              <a:rPr sz="1800" spc="-45" dirty="0">
                <a:latin typeface="Times New Roman" panose="02020603050405020304" pitchFamily="18" charset="0"/>
                <a:cs typeface="Times New Roman" panose="02020603050405020304" pitchFamily="18" charset="0"/>
              </a:rPr>
              <a:t>to</a:t>
            </a:r>
            <a:r>
              <a:rPr sz="1800" spc="450" dirty="0">
                <a:latin typeface="Times New Roman" panose="02020603050405020304" pitchFamily="18" charset="0"/>
                <a:cs typeface="Times New Roman" panose="02020603050405020304" pitchFamily="18" charset="0"/>
              </a:rPr>
              <a:t> </a:t>
            </a:r>
            <a:r>
              <a:rPr sz="1800" spc="-98" dirty="0">
                <a:latin typeface="Times New Roman" panose="02020603050405020304" pitchFamily="18" charset="0"/>
                <a:cs typeface="Times New Roman" panose="02020603050405020304" pitchFamily="18" charset="0"/>
              </a:rPr>
              <a:t>mobile </a:t>
            </a:r>
            <a:r>
              <a:rPr sz="1800" spc="-94" dirty="0">
                <a:latin typeface="Times New Roman" panose="02020603050405020304" pitchFamily="18" charset="0"/>
                <a:cs typeface="Times New Roman" panose="02020603050405020304" pitchFamily="18" charset="0"/>
              </a:rPr>
              <a:t> </a:t>
            </a:r>
            <a:r>
              <a:rPr sz="1800" spc="-109" dirty="0">
                <a:latin typeface="Times New Roman" panose="02020603050405020304" pitchFamily="18" charset="0"/>
                <a:cs typeface="Times New Roman" panose="02020603050405020304" pitchFamily="18" charset="0"/>
              </a:rPr>
              <a:t>automation.</a:t>
            </a:r>
            <a:endParaRPr sz="1800" dirty="0">
              <a:latin typeface="Times New Roman" panose="02020603050405020304" pitchFamily="18" charset="0"/>
              <a:cs typeface="Times New Roman" panose="02020603050405020304" pitchFamily="18" charset="0"/>
            </a:endParaRPr>
          </a:p>
          <a:p>
            <a:pPr marL="9525" algn="just">
              <a:lnSpc>
                <a:spcPct val="150000"/>
              </a:lnSpc>
              <a:spcBef>
                <a:spcPts val="1181"/>
              </a:spcBef>
            </a:pPr>
            <a:r>
              <a:rPr sz="1800" b="1" spc="-68" dirty="0">
                <a:latin typeface="Times New Roman" panose="02020603050405020304" pitchFamily="18" charset="0"/>
                <a:cs typeface="Times New Roman" panose="02020603050405020304" pitchFamily="18" charset="0"/>
              </a:rPr>
              <a:t>E</a:t>
            </a:r>
            <a:r>
              <a:rPr sz="1800" b="1" spc="-127" dirty="0">
                <a:latin typeface="Times New Roman" panose="02020603050405020304" pitchFamily="18" charset="0"/>
                <a:cs typeface="Times New Roman" panose="02020603050405020304" pitchFamily="18" charset="0"/>
              </a:rPr>
              <a:t>m</a:t>
            </a:r>
            <a:r>
              <a:rPr sz="1800" b="1" spc="-101" dirty="0">
                <a:latin typeface="Times New Roman" panose="02020603050405020304" pitchFamily="18" charset="0"/>
                <a:cs typeface="Times New Roman" panose="02020603050405020304" pitchFamily="18" charset="0"/>
              </a:rPr>
              <a:t>ulation</a:t>
            </a:r>
            <a:r>
              <a:rPr sz="1800" b="1" spc="-45" dirty="0">
                <a:latin typeface="Times New Roman" panose="02020603050405020304" pitchFamily="18" charset="0"/>
                <a:cs typeface="Times New Roman" panose="02020603050405020304" pitchFamily="18" charset="0"/>
              </a:rPr>
              <a:t> </a:t>
            </a:r>
            <a:r>
              <a:rPr sz="1800" b="1" spc="-68" dirty="0">
                <a:latin typeface="Times New Roman" panose="02020603050405020304" pitchFamily="18" charset="0"/>
                <a:cs typeface="Times New Roman" panose="02020603050405020304" pitchFamily="18" charset="0"/>
              </a:rPr>
              <a:t>vs</a:t>
            </a:r>
            <a:r>
              <a:rPr lang="en-IN" sz="1800" b="1" spc="-270" dirty="0">
                <a:latin typeface="Times New Roman" panose="02020603050405020304" pitchFamily="18" charset="0"/>
                <a:cs typeface="Times New Roman" panose="02020603050405020304" pitchFamily="18" charset="0"/>
              </a:rPr>
              <a:t>  </a:t>
            </a:r>
            <a:r>
              <a:rPr sz="1800" b="1" spc="-83" dirty="0">
                <a:latin typeface="Times New Roman" panose="02020603050405020304" pitchFamily="18" charset="0"/>
                <a:cs typeface="Times New Roman" panose="02020603050405020304" pitchFamily="18" charset="0"/>
              </a:rPr>
              <a:t>Si</a:t>
            </a:r>
            <a:r>
              <a:rPr sz="1800" b="1" spc="-131" dirty="0">
                <a:latin typeface="Times New Roman" panose="02020603050405020304" pitchFamily="18" charset="0"/>
                <a:cs typeface="Times New Roman" panose="02020603050405020304" pitchFamily="18" charset="0"/>
              </a:rPr>
              <a:t>m</a:t>
            </a:r>
            <a:r>
              <a:rPr sz="1800" b="1" spc="-101" dirty="0">
                <a:latin typeface="Times New Roman" panose="02020603050405020304" pitchFamily="18" charset="0"/>
                <a:cs typeface="Times New Roman" panose="02020603050405020304" pitchFamily="18" charset="0"/>
              </a:rPr>
              <a:t>ulation</a:t>
            </a:r>
            <a:endParaRPr sz="1800" b="1" dirty="0">
              <a:latin typeface="Times New Roman" panose="02020603050405020304" pitchFamily="18" charset="0"/>
              <a:cs typeface="Times New Roman" panose="02020603050405020304" pitchFamily="18" charset="0"/>
            </a:endParaRPr>
          </a:p>
          <a:p>
            <a:pPr marL="180499" marR="25718" indent="-171450" algn="just">
              <a:lnSpc>
                <a:spcPct val="150000"/>
              </a:lnSpc>
              <a:spcBef>
                <a:spcPts val="754"/>
              </a:spcBef>
              <a:buClr>
                <a:srgbClr val="B71E42"/>
              </a:buClr>
              <a:buFont typeface="Arial MT"/>
              <a:buChar char="•"/>
              <a:tabLst>
                <a:tab pos="180975" algn="l"/>
              </a:tabLst>
            </a:pPr>
            <a:r>
              <a:rPr sz="1800" spc="139" dirty="0">
                <a:latin typeface="Times New Roman" panose="02020603050405020304" pitchFamily="18" charset="0"/>
                <a:cs typeface="Times New Roman" panose="02020603050405020304" pitchFamily="18" charset="0"/>
              </a:rPr>
              <a:t>A </a:t>
            </a:r>
            <a:r>
              <a:rPr sz="1800" spc="-86" dirty="0">
                <a:latin typeface="Times New Roman" panose="02020603050405020304" pitchFamily="18" charset="0"/>
                <a:cs typeface="Times New Roman" panose="02020603050405020304" pitchFamily="18" charset="0"/>
              </a:rPr>
              <a:t>simulator</a:t>
            </a:r>
            <a:r>
              <a:rPr sz="1800" spc="-83" dirty="0">
                <a:latin typeface="Times New Roman" panose="02020603050405020304" pitchFamily="18" charset="0"/>
                <a:cs typeface="Times New Roman" panose="02020603050405020304" pitchFamily="18" charset="0"/>
              </a:rPr>
              <a:t> </a:t>
            </a:r>
            <a:r>
              <a:rPr sz="1800" spc="-101" dirty="0">
                <a:latin typeface="Times New Roman" panose="02020603050405020304" pitchFamily="18" charset="0"/>
                <a:cs typeface="Times New Roman" panose="02020603050405020304" pitchFamily="18" charset="0"/>
              </a:rPr>
              <a:t>creates</a:t>
            </a:r>
            <a:r>
              <a:rPr sz="1800" spc="-98" dirty="0">
                <a:latin typeface="Times New Roman" panose="02020603050405020304" pitchFamily="18" charset="0"/>
                <a:cs typeface="Times New Roman" panose="02020603050405020304" pitchFamily="18" charset="0"/>
              </a:rPr>
              <a:t> </a:t>
            </a:r>
            <a:r>
              <a:rPr sz="1800" spc="-139" dirty="0">
                <a:latin typeface="Times New Roman" panose="02020603050405020304" pitchFamily="18" charset="0"/>
                <a:cs typeface="Times New Roman" panose="02020603050405020304" pitchFamily="18" charset="0"/>
              </a:rPr>
              <a:t>an</a:t>
            </a:r>
            <a:r>
              <a:rPr sz="1800" spc="-135" dirty="0">
                <a:latin typeface="Times New Roman" panose="02020603050405020304" pitchFamily="18" charset="0"/>
                <a:cs typeface="Times New Roman" panose="02020603050405020304" pitchFamily="18" charset="0"/>
              </a:rPr>
              <a:t> </a:t>
            </a:r>
            <a:r>
              <a:rPr sz="1800" spc="-90" dirty="0">
                <a:latin typeface="Times New Roman" panose="02020603050405020304" pitchFamily="18" charset="0"/>
                <a:cs typeface="Times New Roman" panose="02020603050405020304" pitchFamily="18" charset="0"/>
              </a:rPr>
              <a:t>environment</a:t>
            </a:r>
            <a:r>
              <a:rPr sz="1800" spc="-86" dirty="0">
                <a:latin typeface="Times New Roman" panose="02020603050405020304" pitchFamily="18" charset="0"/>
                <a:cs typeface="Times New Roman" panose="02020603050405020304" pitchFamily="18" charset="0"/>
              </a:rPr>
              <a:t> </a:t>
            </a:r>
            <a:r>
              <a:rPr sz="1800" spc="-124" dirty="0">
                <a:latin typeface="Times New Roman" panose="02020603050405020304" pitchFamily="18" charset="0"/>
                <a:cs typeface="Times New Roman" panose="02020603050405020304" pitchFamily="18" charset="0"/>
              </a:rPr>
              <a:t>that</a:t>
            </a:r>
            <a:r>
              <a:rPr sz="1800" spc="296" dirty="0">
                <a:latin typeface="Times New Roman" panose="02020603050405020304" pitchFamily="18" charset="0"/>
                <a:cs typeface="Times New Roman" panose="02020603050405020304" pitchFamily="18" charset="0"/>
              </a:rPr>
              <a:t> </a:t>
            </a:r>
            <a:r>
              <a:rPr sz="1800" spc="-105" dirty="0">
                <a:latin typeface="Times New Roman" panose="02020603050405020304" pitchFamily="18" charset="0"/>
                <a:cs typeface="Times New Roman" panose="02020603050405020304" pitchFamily="18" charset="0"/>
              </a:rPr>
              <a:t>mimics</a:t>
            </a:r>
            <a:r>
              <a:rPr sz="1800" spc="-101" dirty="0">
                <a:latin typeface="Times New Roman" panose="02020603050405020304" pitchFamily="18" charset="0"/>
                <a:cs typeface="Times New Roman" panose="02020603050405020304" pitchFamily="18" charset="0"/>
              </a:rPr>
              <a:t> </a:t>
            </a:r>
            <a:r>
              <a:rPr sz="1800" spc="-109" dirty="0">
                <a:latin typeface="Times New Roman" panose="02020603050405020304" pitchFamily="18" charset="0"/>
                <a:cs typeface="Times New Roman" panose="02020603050405020304" pitchFamily="18" charset="0"/>
              </a:rPr>
              <a:t>the</a:t>
            </a:r>
            <a:r>
              <a:rPr sz="1800" spc="-105" dirty="0">
                <a:latin typeface="Times New Roman" panose="02020603050405020304" pitchFamily="18" charset="0"/>
                <a:cs typeface="Times New Roman" panose="02020603050405020304" pitchFamily="18" charset="0"/>
              </a:rPr>
              <a:t> </a:t>
            </a:r>
            <a:r>
              <a:rPr sz="1800" spc="-94" dirty="0">
                <a:latin typeface="Times New Roman" panose="02020603050405020304" pitchFamily="18" charset="0"/>
                <a:cs typeface="Times New Roman" panose="02020603050405020304" pitchFamily="18" charset="0"/>
              </a:rPr>
              <a:t>behavior</a:t>
            </a:r>
            <a:r>
              <a:rPr sz="1800" spc="-90" dirty="0">
                <a:latin typeface="Times New Roman" panose="02020603050405020304" pitchFamily="18" charset="0"/>
                <a:cs typeface="Times New Roman" panose="02020603050405020304" pitchFamily="18" charset="0"/>
              </a:rPr>
              <a:t> </a:t>
            </a:r>
            <a:r>
              <a:rPr sz="1800" spc="-116" dirty="0">
                <a:latin typeface="Times New Roman" panose="02020603050405020304" pitchFamily="18" charset="0"/>
                <a:cs typeface="Times New Roman" panose="02020603050405020304" pitchFamily="18" charset="0"/>
              </a:rPr>
              <a:t>and </a:t>
            </a:r>
            <a:r>
              <a:rPr sz="1800" spc="-113" dirty="0">
                <a:latin typeface="Times New Roman" panose="02020603050405020304" pitchFamily="18" charset="0"/>
                <a:cs typeface="Times New Roman" panose="02020603050405020304" pitchFamily="18" charset="0"/>
              </a:rPr>
              <a:t> </a:t>
            </a:r>
            <a:r>
              <a:rPr sz="1800" spc="-86" dirty="0">
                <a:latin typeface="Times New Roman" panose="02020603050405020304" pitchFamily="18" charset="0"/>
                <a:cs typeface="Times New Roman" panose="02020603050405020304" pitchFamily="18" charset="0"/>
              </a:rPr>
              <a:t>configurations </a:t>
            </a:r>
            <a:r>
              <a:rPr sz="1800" spc="-98" dirty="0">
                <a:latin typeface="Times New Roman" panose="02020603050405020304" pitchFamily="18" charset="0"/>
                <a:cs typeface="Times New Roman" panose="02020603050405020304" pitchFamily="18" charset="0"/>
              </a:rPr>
              <a:t>of </a:t>
            </a:r>
            <a:r>
              <a:rPr sz="1800" spc="-180" dirty="0">
                <a:latin typeface="Times New Roman" panose="02020603050405020304" pitchFamily="18" charset="0"/>
                <a:cs typeface="Times New Roman" panose="02020603050405020304" pitchFamily="18" charset="0"/>
              </a:rPr>
              <a:t>a </a:t>
            </a:r>
            <a:r>
              <a:rPr sz="1800" spc="-116" dirty="0">
                <a:latin typeface="Times New Roman" panose="02020603050405020304" pitchFamily="18" charset="0"/>
                <a:cs typeface="Times New Roman" panose="02020603050405020304" pitchFamily="18" charset="0"/>
              </a:rPr>
              <a:t>real </a:t>
            </a:r>
            <a:r>
              <a:rPr sz="1800" spc="-131" dirty="0">
                <a:latin typeface="Times New Roman" panose="02020603050405020304" pitchFamily="18" charset="0"/>
                <a:cs typeface="Times New Roman" panose="02020603050405020304" pitchFamily="18" charset="0"/>
              </a:rPr>
              <a:t>device. </a:t>
            </a:r>
            <a:r>
              <a:rPr sz="1800" spc="94" dirty="0">
                <a:latin typeface="Times New Roman" panose="02020603050405020304" pitchFamily="18" charset="0"/>
                <a:cs typeface="Times New Roman" panose="02020603050405020304" pitchFamily="18" charset="0"/>
              </a:rPr>
              <a:t>On </a:t>
            </a:r>
            <a:r>
              <a:rPr sz="1800" spc="-109" dirty="0">
                <a:latin typeface="Times New Roman" panose="02020603050405020304" pitchFamily="18" charset="0"/>
                <a:cs typeface="Times New Roman" panose="02020603050405020304" pitchFamily="18" charset="0"/>
              </a:rPr>
              <a:t>the </a:t>
            </a:r>
            <a:r>
              <a:rPr sz="1800" spc="-56" dirty="0">
                <a:latin typeface="Times New Roman" panose="02020603050405020304" pitchFamily="18" charset="0"/>
                <a:cs typeface="Times New Roman" panose="02020603050405020304" pitchFamily="18" charset="0"/>
              </a:rPr>
              <a:t>other </a:t>
            </a:r>
            <a:r>
              <a:rPr sz="1800" spc="-143" dirty="0">
                <a:latin typeface="Times New Roman" panose="02020603050405020304" pitchFamily="18" charset="0"/>
                <a:cs typeface="Times New Roman" panose="02020603050405020304" pitchFamily="18" charset="0"/>
              </a:rPr>
              <a:t>hand, </a:t>
            </a:r>
            <a:r>
              <a:rPr sz="1800" spc="-135" dirty="0">
                <a:latin typeface="Times New Roman" panose="02020603050405020304" pitchFamily="18" charset="0"/>
                <a:cs typeface="Times New Roman" panose="02020603050405020304" pitchFamily="18" charset="0"/>
              </a:rPr>
              <a:t>an </a:t>
            </a:r>
            <a:r>
              <a:rPr sz="1800" spc="-94" dirty="0">
                <a:latin typeface="Times New Roman" panose="02020603050405020304" pitchFamily="18" charset="0"/>
                <a:cs typeface="Times New Roman" panose="02020603050405020304" pitchFamily="18" charset="0"/>
              </a:rPr>
              <a:t>emulator </a:t>
            </a:r>
            <a:r>
              <a:rPr sz="1800" spc="-109" dirty="0">
                <a:latin typeface="Times New Roman" panose="02020603050405020304" pitchFamily="18" charset="0"/>
                <a:cs typeface="Times New Roman" panose="02020603050405020304" pitchFamily="18" charset="0"/>
              </a:rPr>
              <a:t>duplicates </a:t>
            </a:r>
            <a:r>
              <a:rPr sz="1800" spc="-150" dirty="0">
                <a:latin typeface="Times New Roman" panose="02020603050405020304" pitchFamily="18" charset="0"/>
                <a:cs typeface="Times New Roman" panose="02020603050405020304" pitchFamily="18" charset="0"/>
              </a:rPr>
              <a:t>all</a:t>
            </a:r>
            <a:r>
              <a:rPr sz="1800" spc="-49" dirty="0">
                <a:latin typeface="Times New Roman" panose="02020603050405020304" pitchFamily="18" charset="0"/>
                <a:cs typeface="Times New Roman" panose="02020603050405020304" pitchFamily="18" charset="0"/>
              </a:rPr>
              <a:t> </a:t>
            </a:r>
            <a:r>
              <a:rPr sz="1800" spc="-109" dirty="0">
                <a:latin typeface="Times New Roman" panose="02020603050405020304" pitchFamily="18" charset="0"/>
                <a:cs typeface="Times New Roman" panose="02020603050405020304" pitchFamily="18" charset="0"/>
              </a:rPr>
              <a:t>the</a:t>
            </a:r>
            <a:r>
              <a:rPr sz="1800" spc="-41" dirty="0">
                <a:latin typeface="Times New Roman" panose="02020603050405020304" pitchFamily="18" charset="0"/>
                <a:cs typeface="Times New Roman" panose="02020603050405020304" pitchFamily="18" charset="0"/>
              </a:rPr>
              <a:t> </a:t>
            </a:r>
            <a:r>
              <a:rPr sz="1800" spc="-94" dirty="0">
                <a:latin typeface="Times New Roman" panose="02020603050405020304" pitchFamily="18" charset="0"/>
                <a:cs typeface="Times New Roman" panose="02020603050405020304" pitchFamily="18" charset="0"/>
              </a:rPr>
              <a:t>ha</a:t>
            </a:r>
            <a:r>
              <a:rPr sz="1800" spc="-101" dirty="0">
                <a:latin typeface="Times New Roman" panose="02020603050405020304" pitchFamily="18" charset="0"/>
                <a:cs typeface="Times New Roman" panose="02020603050405020304" pitchFamily="18" charset="0"/>
              </a:rPr>
              <a:t>r</a:t>
            </a:r>
            <a:r>
              <a:rPr sz="1800" spc="-83" dirty="0">
                <a:latin typeface="Times New Roman" panose="02020603050405020304" pitchFamily="18" charset="0"/>
                <a:cs typeface="Times New Roman" panose="02020603050405020304" pitchFamily="18" charset="0"/>
              </a:rPr>
              <a:t>dwa</a:t>
            </a:r>
            <a:r>
              <a:rPr sz="1800" spc="-94" dirty="0">
                <a:latin typeface="Times New Roman" panose="02020603050405020304" pitchFamily="18" charset="0"/>
                <a:cs typeface="Times New Roman" panose="02020603050405020304" pitchFamily="18" charset="0"/>
              </a:rPr>
              <a:t>r</a:t>
            </a:r>
            <a:r>
              <a:rPr sz="1800" spc="-120" dirty="0">
                <a:latin typeface="Times New Roman" panose="02020603050405020304" pitchFamily="18" charset="0"/>
                <a:cs typeface="Times New Roman" panose="02020603050405020304" pitchFamily="18" charset="0"/>
              </a:rPr>
              <a:t>e</a:t>
            </a:r>
            <a:r>
              <a:rPr sz="1800" spc="-38" dirty="0">
                <a:latin typeface="Times New Roman" panose="02020603050405020304" pitchFamily="18" charset="0"/>
                <a:cs typeface="Times New Roman" panose="02020603050405020304" pitchFamily="18" charset="0"/>
              </a:rPr>
              <a:t> </a:t>
            </a:r>
            <a:r>
              <a:rPr sz="1800" spc="-116" dirty="0">
                <a:latin typeface="Times New Roman" panose="02020603050405020304" pitchFamily="18" charset="0"/>
                <a:cs typeface="Times New Roman" panose="02020603050405020304" pitchFamily="18" charset="0"/>
              </a:rPr>
              <a:t>and</a:t>
            </a:r>
            <a:r>
              <a:rPr sz="1800" spc="-45" dirty="0">
                <a:latin typeface="Times New Roman" panose="02020603050405020304" pitchFamily="18" charset="0"/>
                <a:cs typeface="Times New Roman" panose="02020603050405020304" pitchFamily="18" charset="0"/>
              </a:rPr>
              <a:t> </a:t>
            </a:r>
            <a:r>
              <a:rPr sz="1800" spc="-83" dirty="0">
                <a:latin typeface="Times New Roman" panose="02020603050405020304" pitchFamily="18" charset="0"/>
                <a:cs typeface="Times New Roman" panose="02020603050405020304" pitchFamily="18" charset="0"/>
              </a:rPr>
              <a:t>softwa</a:t>
            </a:r>
            <a:r>
              <a:rPr sz="1800" spc="-105" dirty="0">
                <a:latin typeface="Times New Roman" panose="02020603050405020304" pitchFamily="18" charset="0"/>
                <a:cs typeface="Times New Roman" panose="02020603050405020304" pitchFamily="18" charset="0"/>
              </a:rPr>
              <a:t>r</a:t>
            </a:r>
            <a:r>
              <a:rPr sz="1800" spc="-120" dirty="0">
                <a:latin typeface="Times New Roman" panose="02020603050405020304" pitchFamily="18" charset="0"/>
                <a:cs typeface="Times New Roman" panose="02020603050405020304" pitchFamily="18" charset="0"/>
              </a:rPr>
              <a:t>e</a:t>
            </a:r>
            <a:r>
              <a:rPr sz="1800" spc="-49" dirty="0">
                <a:latin typeface="Times New Roman" panose="02020603050405020304" pitchFamily="18" charset="0"/>
                <a:cs typeface="Times New Roman" panose="02020603050405020304" pitchFamily="18" charset="0"/>
              </a:rPr>
              <a:t> </a:t>
            </a:r>
            <a:r>
              <a:rPr sz="1800" spc="-236" dirty="0">
                <a:latin typeface="Times New Roman" panose="02020603050405020304" pitchFamily="18" charset="0"/>
                <a:cs typeface="Times New Roman" panose="02020603050405020304" pitchFamily="18" charset="0"/>
              </a:rPr>
              <a:t>f</a:t>
            </a:r>
            <a:r>
              <a:rPr sz="1800" spc="-101" dirty="0">
                <a:latin typeface="Times New Roman" panose="02020603050405020304" pitchFamily="18" charset="0"/>
                <a:cs typeface="Times New Roman" panose="02020603050405020304" pitchFamily="18" charset="0"/>
              </a:rPr>
              <a:t>eatu</a:t>
            </a:r>
            <a:r>
              <a:rPr sz="1800" spc="-116" dirty="0">
                <a:latin typeface="Times New Roman" panose="02020603050405020304" pitchFamily="18" charset="0"/>
                <a:cs typeface="Times New Roman" panose="02020603050405020304" pitchFamily="18" charset="0"/>
              </a:rPr>
              <a:t>r</a:t>
            </a:r>
            <a:r>
              <a:rPr sz="1800" spc="-79" dirty="0">
                <a:latin typeface="Times New Roman" panose="02020603050405020304" pitchFamily="18" charset="0"/>
                <a:cs typeface="Times New Roman" panose="02020603050405020304" pitchFamily="18" charset="0"/>
              </a:rPr>
              <a:t>es</a:t>
            </a:r>
            <a:r>
              <a:rPr sz="1800" spc="-45" dirty="0">
                <a:latin typeface="Times New Roman" panose="02020603050405020304" pitchFamily="18" charset="0"/>
                <a:cs typeface="Times New Roman" panose="02020603050405020304" pitchFamily="18" charset="0"/>
              </a:rPr>
              <a:t> </a:t>
            </a:r>
            <a:r>
              <a:rPr sz="1800" spc="-116" dirty="0">
                <a:latin typeface="Times New Roman" panose="02020603050405020304" pitchFamily="18" charset="0"/>
                <a:cs typeface="Times New Roman" panose="02020603050405020304" pitchFamily="18" charset="0"/>
              </a:rPr>
              <a:t>o</a:t>
            </a:r>
            <a:r>
              <a:rPr sz="1800" spc="-79" dirty="0">
                <a:latin typeface="Times New Roman" panose="02020603050405020304" pitchFamily="18" charset="0"/>
                <a:cs typeface="Times New Roman" panose="02020603050405020304" pitchFamily="18" charset="0"/>
              </a:rPr>
              <a:t>f</a:t>
            </a:r>
            <a:r>
              <a:rPr sz="1800" spc="-41" dirty="0">
                <a:latin typeface="Times New Roman" panose="02020603050405020304" pitchFamily="18" charset="0"/>
                <a:cs typeface="Times New Roman" panose="02020603050405020304" pitchFamily="18" charset="0"/>
              </a:rPr>
              <a:t> </a:t>
            </a:r>
            <a:r>
              <a:rPr sz="1800" spc="-180" dirty="0">
                <a:latin typeface="Times New Roman" panose="02020603050405020304" pitchFamily="18" charset="0"/>
                <a:cs typeface="Times New Roman" panose="02020603050405020304" pitchFamily="18" charset="0"/>
              </a:rPr>
              <a:t>a</a:t>
            </a:r>
            <a:r>
              <a:rPr sz="1800" spc="-45" dirty="0">
                <a:latin typeface="Times New Roman" panose="02020603050405020304" pitchFamily="18" charset="0"/>
                <a:cs typeface="Times New Roman" panose="02020603050405020304" pitchFamily="18" charset="0"/>
              </a:rPr>
              <a:t> </a:t>
            </a:r>
            <a:r>
              <a:rPr sz="1800" spc="-30" dirty="0">
                <a:latin typeface="Times New Roman" panose="02020603050405020304" pitchFamily="18" charset="0"/>
                <a:cs typeface="Times New Roman" panose="02020603050405020304" pitchFamily="18" charset="0"/>
              </a:rPr>
              <a:t>r</a:t>
            </a:r>
            <a:r>
              <a:rPr sz="1800" spc="-146" dirty="0">
                <a:latin typeface="Times New Roman" panose="02020603050405020304" pitchFamily="18" charset="0"/>
                <a:cs typeface="Times New Roman" panose="02020603050405020304" pitchFamily="18" charset="0"/>
              </a:rPr>
              <a:t>eal</a:t>
            </a:r>
            <a:r>
              <a:rPr sz="1800" spc="-49" dirty="0">
                <a:latin typeface="Times New Roman" panose="02020603050405020304" pitchFamily="18" charset="0"/>
                <a:cs typeface="Times New Roman" panose="02020603050405020304" pitchFamily="18" charset="0"/>
              </a:rPr>
              <a:t> </a:t>
            </a:r>
            <a:r>
              <a:rPr sz="1800" spc="-105" dirty="0">
                <a:latin typeface="Times New Roman" panose="02020603050405020304" pitchFamily="18" charset="0"/>
                <a:cs typeface="Times New Roman" panose="02020603050405020304" pitchFamily="18" charset="0"/>
              </a:rPr>
              <a:t>d</a:t>
            </a:r>
            <a:r>
              <a:rPr sz="1800" spc="-131" dirty="0">
                <a:latin typeface="Times New Roman" panose="02020603050405020304" pitchFamily="18" charset="0"/>
                <a:cs typeface="Times New Roman" panose="02020603050405020304" pitchFamily="18" charset="0"/>
              </a:rPr>
              <a:t>e</a:t>
            </a:r>
            <a:r>
              <a:rPr sz="1800" spc="-98" dirty="0">
                <a:latin typeface="Times New Roman" panose="02020603050405020304" pitchFamily="18" charset="0"/>
                <a:cs typeface="Times New Roman" panose="02020603050405020304" pitchFamily="18" charset="0"/>
              </a:rPr>
              <a:t>vi</a:t>
            </a:r>
            <a:r>
              <a:rPr sz="1800" spc="-120" dirty="0">
                <a:latin typeface="Times New Roman" panose="02020603050405020304" pitchFamily="18" charset="0"/>
                <a:cs typeface="Times New Roman" panose="02020603050405020304" pitchFamily="18" charset="0"/>
              </a:rPr>
              <a:t>c</a:t>
            </a:r>
            <a:r>
              <a:rPr sz="1800" spc="-83" dirty="0">
                <a:latin typeface="Times New Roman" panose="02020603050405020304" pitchFamily="18" charset="0"/>
                <a:cs typeface="Times New Roman" panose="02020603050405020304" pitchFamily="18" charset="0"/>
              </a:rPr>
              <a:t>e</a:t>
            </a:r>
            <a:r>
              <a:rPr sz="1800" spc="-270" dirty="0">
                <a:latin typeface="Times New Roman" panose="02020603050405020304" pitchFamily="18" charset="0"/>
                <a:cs typeface="Times New Roman" panose="02020603050405020304" pitchFamily="18" charset="0"/>
              </a:rPr>
              <a:t>.</a:t>
            </a:r>
            <a:endParaRPr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2677348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184434" y="152781"/>
            <a:ext cx="7086124" cy="4397679"/>
          </a:xfrm>
          <a:prstGeom prst="rect">
            <a:avLst/>
          </a:prstGeom>
        </p:spPr>
        <p:txBody>
          <a:bodyPr vert="horz" wrap="square" lIns="0" tIns="159068" rIns="0" bIns="0" rtlCol="0">
            <a:spAutoFit/>
          </a:bodyPr>
          <a:lstStyle/>
          <a:p>
            <a:pPr marL="9525">
              <a:lnSpc>
                <a:spcPct val="150000"/>
              </a:lnSpc>
              <a:spcBef>
                <a:spcPts val="1253"/>
              </a:spcBef>
            </a:pPr>
            <a:r>
              <a:rPr sz="2100" spc="26" dirty="0">
                <a:uFill>
                  <a:solidFill>
                    <a:srgbClr val="000000"/>
                  </a:solidFill>
                </a:uFill>
                <a:latin typeface="Times New Roman" panose="02020603050405020304" pitchFamily="18" charset="0"/>
                <a:cs typeface="Times New Roman" panose="02020603050405020304" pitchFamily="18" charset="0"/>
              </a:rPr>
              <a:t>Wh</a:t>
            </a:r>
            <a:r>
              <a:rPr sz="2100" spc="11" dirty="0">
                <a:uFill>
                  <a:solidFill>
                    <a:srgbClr val="000000"/>
                  </a:solidFill>
                </a:uFill>
                <a:latin typeface="Times New Roman" panose="02020603050405020304" pitchFamily="18" charset="0"/>
                <a:cs typeface="Times New Roman" panose="02020603050405020304" pitchFamily="18" charset="0"/>
              </a:rPr>
              <a:t>a</a:t>
            </a:r>
            <a:r>
              <a:rPr sz="2100" spc="-116" dirty="0">
                <a:uFill>
                  <a:solidFill>
                    <a:srgbClr val="000000"/>
                  </a:solidFill>
                </a:uFill>
                <a:latin typeface="Times New Roman" panose="02020603050405020304" pitchFamily="18" charset="0"/>
                <a:cs typeface="Times New Roman" panose="02020603050405020304" pitchFamily="18" charset="0"/>
              </a:rPr>
              <a:t>t</a:t>
            </a:r>
            <a:r>
              <a:rPr sz="2100" spc="-217" dirty="0">
                <a:uFill>
                  <a:solidFill>
                    <a:srgbClr val="000000"/>
                  </a:solidFill>
                </a:uFill>
                <a:latin typeface="Times New Roman" panose="02020603050405020304" pitchFamily="18" charset="0"/>
                <a:cs typeface="Times New Roman" panose="02020603050405020304" pitchFamily="18" charset="0"/>
              </a:rPr>
              <a:t> </a:t>
            </a:r>
            <a:r>
              <a:rPr sz="2100" spc="90" dirty="0">
                <a:uFill>
                  <a:solidFill>
                    <a:srgbClr val="000000"/>
                  </a:solidFill>
                </a:uFill>
                <a:latin typeface="Times New Roman" panose="02020603050405020304" pitchFamily="18" charset="0"/>
                <a:cs typeface="Times New Roman" panose="02020603050405020304" pitchFamily="18" charset="0"/>
              </a:rPr>
              <a:t>A</a:t>
            </a:r>
            <a:r>
              <a:rPr sz="2100" spc="15" dirty="0">
                <a:uFill>
                  <a:solidFill>
                    <a:srgbClr val="000000"/>
                  </a:solidFill>
                </a:uFill>
                <a:latin typeface="Times New Roman" panose="02020603050405020304" pitchFamily="18" charset="0"/>
                <a:cs typeface="Times New Roman" panose="02020603050405020304" pitchFamily="18" charset="0"/>
              </a:rPr>
              <a:t>r</a:t>
            </a:r>
            <a:r>
              <a:rPr sz="2100" spc="-120" dirty="0">
                <a:uFill>
                  <a:solidFill>
                    <a:srgbClr val="000000"/>
                  </a:solidFill>
                </a:uFill>
                <a:latin typeface="Times New Roman" panose="02020603050405020304" pitchFamily="18" charset="0"/>
                <a:cs typeface="Times New Roman" panose="02020603050405020304" pitchFamily="18" charset="0"/>
              </a:rPr>
              <a:t>e</a:t>
            </a:r>
            <a:r>
              <a:rPr sz="2100" spc="-45" dirty="0">
                <a:uFill>
                  <a:solidFill>
                    <a:srgbClr val="000000"/>
                  </a:solidFill>
                </a:uFill>
                <a:latin typeface="Times New Roman" panose="02020603050405020304" pitchFamily="18" charset="0"/>
                <a:cs typeface="Times New Roman" panose="02020603050405020304" pitchFamily="18" charset="0"/>
              </a:rPr>
              <a:t> </a:t>
            </a:r>
            <a:r>
              <a:rPr sz="2100" spc="-83" dirty="0">
                <a:uFill>
                  <a:solidFill>
                    <a:srgbClr val="000000"/>
                  </a:solidFill>
                </a:uFill>
                <a:latin typeface="Times New Roman" panose="02020603050405020304" pitchFamily="18" charset="0"/>
                <a:cs typeface="Times New Roman" panose="02020603050405020304" pitchFamily="18" charset="0"/>
              </a:rPr>
              <a:t>Si</a:t>
            </a:r>
            <a:r>
              <a:rPr sz="2100" spc="-131" dirty="0">
                <a:uFill>
                  <a:solidFill>
                    <a:srgbClr val="000000"/>
                  </a:solidFill>
                </a:uFill>
                <a:latin typeface="Times New Roman" panose="02020603050405020304" pitchFamily="18" charset="0"/>
                <a:cs typeface="Times New Roman" panose="02020603050405020304" pitchFamily="18" charset="0"/>
              </a:rPr>
              <a:t>m</a:t>
            </a:r>
            <a:r>
              <a:rPr sz="2100" spc="-71" dirty="0">
                <a:uFill>
                  <a:solidFill>
                    <a:srgbClr val="000000"/>
                  </a:solidFill>
                </a:uFill>
                <a:latin typeface="Times New Roman" panose="02020603050405020304" pitchFamily="18" charset="0"/>
                <a:cs typeface="Times New Roman" panose="02020603050405020304" pitchFamily="18" charset="0"/>
              </a:rPr>
              <a:t>ulators?</a:t>
            </a:r>
            <a:endParaRPr sz="2100" dirty="0">
              <a:latin typeface="Times New Roman" panose="02020603050405020304" pitchFamily="18" charset="0"/>
              <a:cs typeface="Times New Roman" panose="02020603050405020304" pitchFamily="18" charset="0"/>
            </a:endParaRPr>
          </a:p>
          <a:p>
            <a:pPr marL="180975" indent="-171450" algn="just">
              <a:lnSpc>
                <a:spcPct val="150000"/>
              </a:lnSpc>
              <a:spcBef>
                <a:spcPts val="1178"/>
              </a:spcBef>
              <a:buClr>
                <a:srgbClr val="B71E42"/>
              </a:buClr>
              <a:buFont typeface="Arial MT"/>
              <a:buChar char="•"/>
              <a:tabLst>
                <a:tab pos="180975" algn="l"/>
              </a:tabLst>
            </a:pPr>
            <a:r>
              <a:rPr sz="2100" spc="139" dirty="0">
                <a:latin typeface="Times New Roman" panose="02020603050405020304" pitchFamily="18" charset="0"/>
                <a:cs typeface="Times New Roman" panose="02020603050405020304" pitchFamily="18" charset="0"/>
              </a:rPr>
              <a:t>A</a:t>
            </a:r>
            <a:r>
              <a:rPr sz="2100" spc="-45" dirty="0">
                <a:latin typeface="Times New Roman" panose="02020603050405020304" pitchFamily="18" charset="0"/>
                <a:cs typeface="Times New Roman" panose="02020603050405020304" pitchFamily="18" charset="0"/>
              </a:rPr>
              <a:t> </a:t>
            </a:r>
            <a:r>
              <a:rPr sz="2100" spc="-86" dirty="0">
                <a:latin typeface="Times New Roman" panose="02020603050405020304" pitchFamily="18" charset="0"/>
                <a:cs typeface="Times New Roman" panose="02020603050405020304" pitchFamily="18" charset="0"/>
              </a:rPr>
              <a:t>simulator</a:t>
            </a:r>
            <a:r>
              <a:rPr sz="2100" spc="-49" dirty="0">
                <a:latin typeface="Times New Roman" panose="02020603050405020304" pitchFamily="18" charset="0"/>
                <a:cs typeface="Times New Roman" panose="02020603050405020304" pitchFamily="18" charset="0"/>
              </a:rPr>
              <a:t> </a:t>
            </a:r>
            <a:r>
              <a:rPr sz="2100" b="1" u="sng" spc="-101" dirty="0">
                <a:latin typeface="Times New Roman" panose="02020603050405020304" pitchFamily="18" charset="0"/>
                <a:cs typeface="Times New Roman" panose="02020603050405020304" pitchFamily="18" charset="0"/>
              </a:rPr>
              <a:t>mimics</a:t>
            </a:r>
            <a:r>
              <a:rPr sz="2100" b="1" u="sng" spc="-45" dirty="0">
                <a:latin typeface="Times New Roman" panose="02020603050405020304" pitchFamily="18" charset="0"/>
                <a:cs typeface="Times New Roman" panose="02020603050405020304" pitchFamily="18" charset="0"/>
              </a:rPr>
              <a:t> </a:t>
            </a:r>
            <a:r>
              <a:rPr sz="2100" b="1" u="sng" spc="-109" dirty="0">
                <a:latin typeface="Times New Roman" panose="02020603050405020304" pitchFamily="18" charset="0"/>
                <a:cs typeface="Times New Roman" panose="02020603050405020304" pitchFamily="18" charset="0"/>
              </a:rPr>
              <a:t>the</a:t>
            </a:r>
            <a:r>
              <a:rPr sz="2100" b="1" u="sng" spc="-41" dirty="0">
                <a:latin typeface="Times New Roman" panose="02020603050405020304" pitchFamily="18" charset="0"/>
                <a:cs typeface="Times New Roman" panose="02020603050405020304" pitchFamily="18" charset="0"/>
              </a:rPr>
              <a:t> </a:t>
            </a:r>
            <a:r>
              <a:rPr sz="2100" b="1" u="sng" spc="-109" dirty="0">
                <a:latin typeface="Times New Roman" panose="02020603050405020304" pitchFamily="18" charset="0"/>
                <a:cs typeface="Times New Roman" panose="02020603050405020304" pitchFamily="18" charset="0"/>
              </a:rPr>
              <a:t>basic</a:t>
            </a:r>
            <a:r>
              <a:rPr sz="2100" b="1" u="sng" spc="-45" dirty="0">
                <a:latin typeface="Times New Roman" panose="02020603050405020304" pitchFamily="18" charset="0"/>
                <a:cs typeface="Times New Roman" panose="02020603050405020304" pitchFamily="18" charset="0"/>
              </a:rPr>
              <a:t> </a:t>
            </a:r>
            <a:r>
              <a:rPr sz="2100" b="1" u="sng" spc="-94" dirty="0">
                <a:latin typeface="Times New Roman" panose="02020603050405020304" pitchFamily="18" charset="0"/>
                <a:cs typeface="Times New Roman" panose="02020603050405020304" pitchFamily="18" charset="0"/>
              </a:rPr>
              <a:t>behavior</a:t>
            </a:r>
            <a:r>
              <a:rPr sz="2100" b="1" u="sng" spc="-45" dirty="0">
                <a:latin typeface="Times New Roman" panose="02020603050405020304" pitchFamily="18" charset="0"/>
                <a:cs typeface="Times New Roman" panose="02020603050405020304" pitchFamily="18" charset="0"/>
              </a:rPr>
              <a:t> </a:t>
            </a:r>
            <a:r>
              <a:rPr sz="2100" spc="-98" dirty="0">
                <a:latin typeface="Times New Roman" panose="02020603050405020304" pitchFamily="18" charset="0"/>
                <a:cs typeface="Times New Roman" panose="02020603050405020304" pitchFamily="18" charset="0"/>
              </a:rPr>
              <a:t>of</a:t>
            </a:r>
            <a:r>
              <a:rPr sz="2100" spc="-49" dirty="0">
                <a:latin typeface="Times New Roman" panose="02020603050405020304" pitchFamily="18" charset="0"/>
                <a:cs typeface="Times New Roman" panose="02020603050405020304" pitchFamily="18" charset="0"/>
              </a:rPr>
              <a:t> </a:t>
            </a:r>
            <a:r>
              <a:rPr sz="2100" spc="-180" dirty="0">
                <a:latin typeface="Times New Roman" panose="02020603050405020304" pitchFamily="18" charset="0"/>
                <a:cs typeface="Times New Roman" panose="02020603050405020304" pitchFamily="18" charset="0"/>
              </a:rPr>
              <a:t>a</a:t>
            </a:r>
            <a:r>
              <a:rPr sz="2100" spc="-41" dirty="0">
                <a:latin typeface="Times New Roman" panose="02020603050405020304" pitchFamily="18" charset="0"/>
                <a:cs typeface="Times New Roman" panose="02020603050405020304" pitchFamily="18" charset="0"/>
              </a:rPr>
              <a:t> </a:t>
            </a:r>
            <a:r>
              <a:rPr sz="2100" spc="-127" dirty="0">
                <a:latin typeface="Times New Roman" panose="02020603050405020304" pitchFamily="18" charset="0"/>
                <a:cs typeface="Times New Roman" panose="02020603050405020304" pitchFamily="18" charset="0"/>
              </a:rPr>
              <a:t>device.</a:t>
            </a:r>
            <a:endParaRPr sz="2100" dirty="0">
              <a:latin typeface="Times New Roman" panose="02020603050405020304" pitchFamily="18" charset="0"/>
              <a:cs typeface="Times New Roman" panose="02020603050405020304" pitchFamily="18" charset="0"/>
            </a:endParaRPr>
          </a:p>
          <a:p>
            <a:pPr marL="180499" marR="3810" indent="-171450" algn="just">
              <a:lnSpc>
                <a:spcPct val="150000"/>
              </a:lnSpc>
              <a:spcBef>
                <a:spcPts val="758"/>
              </a:spcBef>
              <a:buClr>
                <a:srgbClr val="B71E42"/>
              </a:buClr>
              <a:buFont typeface="Arial MT"/>
              <a:buChar char="•"/>
              <a:tabLst>
                <a:tab pos="180975" algn="l"/>
              </a:tabLst>
            </a:pPr>
            <a:r>
              <a:rPr sz="2100" spc="-83" dirty="0">
                <a:latin typeface="Times New Roman" panose="02020603050405020304" pitchFamily="18" charset="0"/>
                <a:cs typeface="Times New Roman" panose="02020603050405020304" pitchFamily="18" charset="0"/>
              </a:rPr>
              <a:t>Simulators </a:t>
            </a:r>
            <a:r>
              <a:rPr sz="2100" spc="-124" dirty="0">
                <a:latin typeface="Times New Roman" panose="02020603050405020304" pitchFamily="18" charset="0"/>
                <a:cs typeface="Times New Roman" panose="02020603050405020304" pitchFamily="18" charset="0"/>
              </a:rPr>
              <a:t>mean </a:t>
            </a:r>
            <a:r>
              <a:rPr sz="2100" spc="-49" dirty="0">
                <a:latin typeface="Times New Roman" panose="02020603050405020304" pitchFamily="18" charset="0"/>
                <a:cs typeface="Times New Roman" panose="02020603050405020304" pitchFamily="18" charset="0"/>
              </a:rPr>
              <a:t>you're </a:t>
            </a:r>
            <a:r>
              <a:rPr sz="2100" spc="-98" dirty="0">
                <a:latin typeface="Times New Roman" panose="02020603050405020304" pitchFamily="18" charset="0"/>
                <a:cs typeface="Times New Roman" panose="02020603050405020304" pitchFamily="18" charset="0"/>
              </a:rPr>
              <a:t>copying things </a:t>
            </a:r>
            <a:r>
              <a:rPr sz="2100" spc="-83" dirty="0">
                <a:latin typeface="Times New Roman" panose="02020603050405020304" pitchFamily="18" charset="0"/>
                <a:cs typeface="Times New Roman" panose="02020603050405020304" pitchFamily="18" charset="0"/>
              </a:rPr>
              <a:t>from </a:t>
            </a:r>
            <a:r>
              <a:rPr sz="2100" spc="-109" dirty="0">
                <a:latin typeface="Times New Roman" panose="02020603050405020304" pitchFamily="18" charset="0"/>
                <a:cs typeface="Times New Roman" panose="02020603050405020304" pitchFamily="18" charset="0"/>
              </a:rPr>
              <a:t>the </a:t>
            </a:r>
            <a:r>
              <a:rPr sz="2100" spc="-116" dirty="0">
                <a:latin typeface="Times New Roman" panose="02020603050405020304" pitchFamily="18" charset="0"/>
                <a:cs typeface="Times New Roman" panose="02020603050405020304" pitchFamily="18" charset="0"/>
              </a:rPr>
              <a:t>real </a:t>
            </a:r>
            <a:r>
              <a:rPr sz="2100" spc="-56" dirty="0">
                <a:latin typeface="Times New Roman" panose="02020603050405020304" pitchFamily="18" charset="0"/>
                <a:cs typeface="Times New Roman" panose="02020603050405020304" pitchFamily="18" charset="0"/>
              </a:rPr>
              <a:t>world </a:t>
            </a:r>
            <a:r>
              <a:rPr sz="2100" spc="-79" dirty="0">
                <a:latin typeface="Times New Roman" panose="02020603050405020304" pitchFamily="18" charset="0"/>
                <a:cs typeface="Times New Roman" panose="02020603050405020304" pitchFamily="18" charset="0"/>
              </a:rPr>
              <a:t>into </a:t>
            </a:r>
            <a:r>
              <a:rPr sz="2100" spc="-180" dirty="0">
                <a:latin typeface="Times New Roman" panose="02020603050405020304" pitchFamily="18" charset="0"/>
                <a:cs typeface="Times New Roman" panose="02020603050405020304" pitchFamily="18" charset="0"/>
              </a:rPr>
              <a:t>a </a:t>
            </a:r>
            <a:r>
              <a:rPr sz="2100" spc="-101" dirty="0">
                <a:latin typeface="Times New Roman" panose="02020603050405020304" pitchFamily="18" charset="0"/>
                <a:cs typeface="Times New Roman" panose="02020603050405020304" pitchFamily="18" charset="0"/>
              </a:rPr>
              <a:t>virtual </a:t>
            </a:r>
            <a:r>
              <a:rPr sz="2100" spc="-98" dirty="0">
                <a:latin typeface="Times New Roman" panose="02020603050405020304" pitchFamily="18" charset="0"/>
                <a:cs typeface="Times New Roman" panose="02020603050405020304" pitchFamily="18" charset="0"/>
              </a:rPr>
              <a:t> </a:t>
            </a:r>
            <a:r>
              <a:rPr sz="2100" spc="-90" dirty="0">
                <a:latin typeface="Times New Roman" panose="02020603050405020304" pitchFamily="18" charset="0"/>
                <a:cs typeface="Times New Roman" panose="02020603050405020304" pitchFamily="18" charset="0"/>
              </a:rPr>
              <a:t>environment </a:t>
            </a:r>
            <a:r>
              <a:rPr sz="2100" spc="-45" dirty="0">
                <a:latin typeface="Times New Roman" panose="02020603050405020304" pitchFamily="18" charset="0"/>
                <a:cs typeface="Times New Roman" panose="02020603050405020304" pitchFamily="18" charset="0"/>
              </a:rPr>
              <a:t>to </a:t>
            </a:r>
            <a:r>
              <a:rPr sz="2100" spc="-127" dirty="0">
                <a:latin typeface="Times New Roman" panose="02020603050405020304" pitchFamily="18" charset="0"/>
                <a:cs typeface="Times New Roman" panose="02020603050405020304" pitchFamily="18" charset="0"/>
              </a:rPr>
              <a:t>give </a:t>
            </a:r>
            <a:r>
              <a:rPr sz="2100" spc="-135" dirty="0">
                <a:latin typeface="Times New Roman" panose="02020603050405020304" pitchFamily="18" charset="0"/>
                <a:cs typeface="Times New Roman" panose="02020603050405020304" pitchFamily="18" charset="0"/>
              </a:rPr>
              <a:t>an </a:t>
            </a:r>
            <a:r>
              <a:rPr sz="2100" spc="-131" dirty="0">
                <a:latin typeface="Times New Roman" panose="02020603050405020304" pitchFamily="18" charset="0"/>
                <a:cs typeface="Times New Roman" panose="02020603050405020304" pitchFamily="18" charset="0"/>
              </a:rPr>
              <a:t>idea </a:t>
            </a:r>
            <a:r>
              <a:rPr sz="2100" spc="-94" dirty="0">
                <a:latin typeface="Times New Roman" panose="02020603050405020304" pitchFamily="18" charset="0"/>
                <a:cs typeface="Times New Roman" panose="02020603050405020304" pitchFamily="18" charset="0"/>
              </a:rPr>
              <a:t>about </a:t>
            </a:r>
            <a:r>
              <a:rPr sz="2100" spc="-45" dirty="0">
                <a:latin typeface="Times New Roman" panose="02020603050405020304" pitchFamily="18" charset="0"/>
                <a:cs typeface="Times New Roman" panose="02020603050405020304" pitchFamily="18" charset="0"/>
              </a:rPr>
              <a:t>how </a:t>
            </a:r>
            <a:r>
              <a:rPr sz="2100" spc="-124" dirty="0">
                <a:latin typeface="Times New Roman" panose="02020603050405020304" pitchFamily="18" charset="0"/>
                <a:cs typeface="Times New Roman" panose="02020603050405020304" pitchFamily="18" charset="0"/>
              </a:rPr>
              <a:t>that </a:t>
            </a:r>
            <a:r>
              <a:rPr sz="2100" spc="-109" dirty="0">
                <a:latin typeface="Times New Roman" panose="02020603050405020304" pitchFamily="18" charset="0"/>
                <a:cs typeface="Times New Roman" panose="02020603050405020304" pitchFamily="18" charset="0"/>
              </a:rPr>
              <a:t>thing </a:t>
            </a:r>
            <a:r>
              <a:rPr sz="2100" spc="-75" dirty="0">
                <a:latin typeface="Times New Roman" panose="02020603050405020304" pitchFamily="18" charset="0"/>
                <a:cs typeface="Times New Roman" panose="02020603050405020304" pitchFamily="18" charset="0"/>
              </a:rPr>
              <a:t>would work. </a:t>
            </a:r>
            <a:r>
              <a:rPr sz="2100" spc="-86" dirty="0">
                <a:latin typeface="Times New Roman" panose="02020603050405020304" pitchFamily="18" charset="0"/>
                <a:cs typeface="Times New Roman" panose="02020603050405020304" pitchFamily="18" charset="0"/>
              </a:rPr>
              <a:t>It </a:t>
            </a:r>
            <a:r>
              <a:rPr sz="2100" spc="-109" dirty="0">
                <a:latin typeface="Times New Roman" panose="02020603050405020304" pitchFamily="18" charset="0"/>
                <a:cs typeface="Times New Roman" panose="02020603050405020304" pitchFamily="18" charset="0"/>
              </a:rPr>
              <a:t>simulates </a:t>
            </a:r>
            <a:r>
              <a:rPr sz="2100" spc="-105" dirty="0">
                <a:latin typeface="Times New Roman" panose="02020603050405020304" pitchFamily="18" charset="0"/>
                <a:cs typeface="Times New Roman" panose="02020603050405020304" pitchFamily="18" charset="0"/>
              </a:rPr>
              <a:t> </a:t>
            </a:r>
            <a:r>
              <a:rPr sz="2100" spc="-109" dirty="0">
                <a:latin typeface="Times New Roman" panose="02020603050405020304" pitchFamily="18" charset="0"/>
                <a:cs typeface="Times New Roman" panose="02020603050405020304" pitchFamily="18" charset="0"/>
              </a:rPr>
              <a:t>the </a:t>
            </a:r>
            <a:r>
              <a:rPr sz="2100" spc="-113" dirty="0">
                <a:latin typeface="Times New Roman" panose="02020603050405020304" pitchFamily="18" charset="0"/>
                <a:cs typeface="Times New Roman" panose="02020603050405020304" pitchFamily="18" charset="0"/>
              </a:rPr>
              <a:t>basic </a:t>
            </a:r>
            <a:r>
              <a:rPr sz="2100" spc="-94" dirty="0">
                <a:latin typeface="Times New Roman" panose="02020603050405020304" pitchFamily="18" charset="0"/>
                <a:cs typeface="Times New Roman" panose="02020603050405020304" pitchFamily="18" charset="0"/>
              </a:rPr>
              <a:t>behavior </a:t>
            </a:r>
            <a:r>
              <a:rPr sz="2100" spc="-101" dirty="0">
                <a:latin typeface="Times New Roman" panose="02020603050405020304" pitchFamily="18" charset="0"/>
                <a:cs typeface="Times New Roman" panose="02020603050405020304" pitchFamily="18" charset="0"/>
              </a:rPr>
              <a:t>but </a:t>
            </a:r>
            <a:r>
              <a:rPr sz="2100" i="1" spc="-113" dirty="0">
                <a:latin typeface="Times New Roman" panose="02020603050405020304" pitchFamily="18" charset="0"/>
                <a:cs typeface="Times New Roman" panose="02020603050405020304" pitchFamily="18" charset="0"/>
              </a:rPr>
              <a:t>doesn’t </a:t>
            </a:r>
            <a:r>
              <a:rPr sz="2100" i="1" spc="-98" dirty="0">
                <a:latin typeface="Times New Roman" panose="02020603050405020304" pitchFamily="18" charset="0"/>
                <a:cs typeface="Times New Roman" panose="02020603050405020304" pitchFamily="18" charset="0"/>
              </a:rPr>
              <a:t>necessarily </a:t>
            </a:r>
            <a:r>
              <a:rPr sz="2100" i="1" spc="-86" dirty="0">
                <a:latin typeface="Times New Roman" panose="02020603050405020304" pitchFamily="18" charset="0"/>
                <a:cs typeface="Times New Roman" panose="02020603050405020304" pitchFamily="18" charset="0"/>
              </a:rPr>
              <a:t>follow </a:t>
            </a:r>
            <a:r>
              <a:rPr sz="2100" i="1" spc="-150" dirty="0">
                <a:latin typeface="Times New Roman" panose="02020603050405020304" pitchFamily="18" charset="0"/>
                <a:cs typeface="Times New Roman" panose="02020603050405020304" pitchFamily="18" charset="0"/>
              </a:rPr>
              <a:t>all </a:t>
            </a:r>
            <a:r>
              <a:rPr sz="2100" i="1" spc="-109" dirty="0">
                <a:latin typeface="Times New Roman" panose="02020603050405020304" pitchFamily="18" charset="0"/>
                <a:cs typeface="Times New Roman" panose="02020603050405020304" pitchFamily="18" charset="0"/>
              </a:rPr>
              <a:t>the </a:t>
            </a:r>
            <a:r>
              <a:rPr sz="2100" i="1" spc="-75" dirty="0">
                <a:latin typeface="Times New Roman" panose="02020603050405020304" pitchFamily="18" charset="0"/>
                <a:cs typeface="Times New Roman" panose="02020603050405020304" pitchFamily="18" charset="0"/>
              </a:rPr>
              <a:t>rules </a:t>
            </a:r>
            <a:r>
              <a:rPr sz="2100" i="1" spc="-98" dirty="0">
                <a:latin typeface="Times New Roman" panose="02020603050405020304" pitchFamily="18" charset="0"/>
                <a:cs typeface="Times New Roman" panose="02020603050405020304" pitchFamily="18" charset="0"/>
              </a:rPr>
              <a:t>of </a:t>
            </a:r>
            <a:r>
              <a:rPr sz="2100" i="1" spc="-109" dirty="0">
                <a:latin typeface="Times New Roman" panose="02020603050405020304" pitchFamily="18" charset="0"/>
                <a:cs typeface="Times New Roman" panose="02020603050405020304" pitchFamily="18" charset="0"/>
              </a:rPr>
              <a:t>the </a:t>
            </a:r>
            <a:r>
              <a:rPr sz="2100" i="1" spc="-116" dirty="0">
                <a:latin typeface="Times New Roman" panose="02020603050405020304" pitchFamily="18" charset="0"/>
                <a:cs typeface="Times New Roman" panose="02020603050405020304" pitchFamily="18" charset="0"/>
              </a:rPr>
              <a:t>real </a:t>
            </a:r>
            <a:r>
              <a:rPr sz="2100" i="1" spc="-113" dirty="0">
                <a:latin typeface="Times New Roman" panose="02020603050405020304" pitchFamily="18" charset="0"/>
                <a:cs typeface="Times New Roman" panose="02020603050405020304" pitchFamily="18" charset="0"/>
              </a:rPr>
              <a:t> </a:t>
            </a:r>
            <a:r>
              <a:rPr sz="2100" i="1" spc="-105" dirty="0">
                <a:latin typeface="Times New Roman" panose="02020603050405020304" pitchFamily="18" charset="0"/>
                <a:cs typeface="Times New Roman" panose="02020603050405020304" pitchFamily="18" charset="0"/>
              </a:rPr>
              <a:t>environment.</a:t>
            </a:r>
            <a:endParaRPr sz="2100" i="1" dirty="0">
              <a:latin typeface="Times New Roman" panose="02020603050405020304" pitchFamily="18" charset="0"/>
              <a:cs typeface="Times New Roman" panose="02020603050405020304" pitchFamily="18" charset="0"/>
            </a:endParaRPr>
          </a:p>
          <a:p>
            <a:pPr marL="180499" marR="4286" indent="-171450" algn="just">
              <a:lnSpc>
                <a:spcPct val="150000"/>
              </a:lnSpc>
              <a:spcBef>
                <a:spcPts val="750"/>
              </a:spcBef>
              <a:buClr>
                <a:srgbClr val="B71E42"/>
              </a:buClr>
              <a:buFont typeface="Arial MT"/>
              <a:buChar char="•"/>
              <a:tabLst>
                <a:tab pos="180975" algn="l"/>
              </a:tabLst>
            </a:pPr>
            <a:r>
              <a:rPr sz="2100" spc="139" dirty="0">
                <a:latin typeface="Times New Roman" panose="02020603050405020304" pitchFamily="18" charset="0"/>
                <a:cs typeface="Times New Roman" panose="02020603050405020304" pitchFamily="18" charset="0"/>
              </a:rPr>
              <a:t>A </a:t>
            </a:r>
            <a:r>
              <a:rPr sz="2100" spc="-86" dirty="0">
                <a:latin typeface="Times New Roman" panose="02020603050405020304" pitchFamily="18" charset="0"/>
                <a:cs typeface="Times New Roman" panose="02020603050405020304" pitchFamily="18" charset="0"/>
              </a:rPr>
              <a:t>simulator </a:t>
            </a:r>
            <a:r>
              <a:rPr sz="2100" spc="-101" dirty="0">
                <a:latin typeface="Times New Roman" panose="02020603050405020304" pitchFamily="18" charset="0"/>
                <a:cs typeface="Times New Roman" panose="02020603050405020304" pitchFamily="18" charset="0"/>
              </a:rPr>
              <a:t>in </a:t>
            </a:r>
            <a:r>
              <a:rPr sz="2100" spc="-98" dirty="0">
                <a:latin typeface="Times New Roman" panose="02020603050405020304" pitchFamily="18" charset="0"/>
                <a:cs typeface="Times New Roman" panose="02020603050405020304" pitchFamily="18" charset="0"/>
              </a:rPr>
              <a:t>mobile </a:t>
            </a:r>
            <a:r>
              <a:rPr sz="2100" spc="-105" dirty="0">
                <a:latin typeface="Times New Roman" panose="02020603050405020304" pitchFamily="18" charset="0"/>
                <a:cs typeface="Times New Roman" panose="02020603050405020304" pitchFamily="18" charset="0"/>
              </a:rPr>
              <a:t>testing </a:t>
            </a:r>
            <a:r>
              <a:rPr sz="2100" spc="-79" dirty="0">
                <a:latin typeface="Times New Roman" panose="02020603050405020304" pitchFamily="18" charset="0"/>
                <a:cs typeface="Times New Roman" panose="02020603050405020304" pitchFamily="18" charset="0"/>
              </a:rPr>
              <a:t>is </a:t>
            </a:r>
            <a:r>
              <a:rPr sz="2100" spc="-86" dirty="0">
                <a:latin typeface="Times New Roman" panose="02020603050405020304" pitchFamily="18" charset="0"/>
                <a:cs typeface="Times New Roman" panose="02020603050405020304" pitchFamily="18" charset="0"/>
              </a:rPr>
              <a:t>also </a:t>
            </a:r>
            <a:r>
              <a:rPr sz="2100" spc="-180" dirty="0">
                <a:latin typeface="Times New Roman" panose="02020603050405020304" pitchFamily="18" charset="0"/>
                <a:cs typeface="Times New Roman" panose="02020603050405020304" pitchFamily="18" charset="0"/>
              </a:rPr>
              <a:t>a </a:t>
            </a:r>
            <a:r>
              <a:rPr sz="2100" spc="-98" dirty="0">
                <a:latin typeface="Times New Roman" panose="02020603050405020304" pitchFamily="18" charset="0"/>
                <a:cs typeface="Times New Roman" panose="02020603050405020304" pitchFamily="18" charset="0"/>
              </a:rPr>
              <a:t>virtual </a:t>
            </a:r>
            <a:r>
              <a:rPr sz="2100" spc="-131" dirty="0">
                <a:latin typeface="Times New Roman" panose="02020603050405020304" pitchFamily="18" charset="0"/>
                <a:cs typeface="Times New Roman" panose="02020603050405020304" pitchFamily="18" charset="0"/>
              </a:rPr>
              <a:t>device. </a:t>
            </a:r>
            <a:r>
              <a:rPr sz="2100" spc="-90" dirty="0">
                <a:latin typeface="Times New Roman" panose="02020603050405020304" pitchFamily="18" charset="0"/>
                <a:cs typeface="Times New Roman" panose="02020603050405020304" pitchFamily="18" charset="0"/>
              </a:rPr>
              <a:t>It </a:t>
            </a:r>
            <a:r>
              <a:rPr sz="2100" spc="-94" dirty="0">
                <a:latin typeface="Times New Roman" panose="02020603050405020304" pitchFamily="18" charset="0"/>
                <a:cs typeface="Times New Roman" panose="02020603050405020304" pitchFamily="18" charset="0"/>
              </a:rPr>
              <a:t>allows </a:t>
            </a:r>
            <a:r>
              <a:rPr sz="2100" spc="-64" dirty="0">
                <a:latin typeface="Times New Roman" panose="02020603050405020304" pitchFamily="18" charset="0"/>
                <a:cs typeface="Times New Roman" panose="02020603050405020304" pitchFamily="18" charset="0"/>
              </a:rPr>
              <a:t>you </a:t>
            </a:r>
            <a:r>
              <a:rPr sz="2100" spc="-45" dirty="0">
                <a:latin typeface="Times New Roman" panose="02020603050405020304" pitchFamily="18" charset="0"/>
                <a:cs typeface="Times New Roman" panose="02020603050405020304" pitchFamily="18" charset="0"/>
              </a:rPr>
              <a:t>to </a:t>
            </a:r>
            <a:r>
              <a:rPr sz="2100" spc="-98" dirty="0">
                <a:latin typeface="Times New Roman" panose="02020603050405020304" pitchFamily="18" charset="0"/>
                <a:cs typeface="Times New Roman" panose="02020603050405020304" pitchFamily="18" charset="0"/>
              </a:rPr>
              <a:t>test </a:t>
            </a:r>
            <a:r>
              <a:rPr sz="2100" spc="-94" dirty="0">
                <a:latin typeface="Times New Roman" panose="02020603050405020304" pitchFamily="18" charset="0"/>
                <a:cs typeface="Times New Roman" panose="02020603050405020304" pitchFamily="18" charset="0"/>
              </a:rPr>
              <a:t> </a:t>
            </a:r>
            <a:r>
              <a:rPr sz="2100" spc="-45" dirty="0">
                <a:latin typeface="Times New Roman" panose="02020603050405020304" pitchFamily="18" charset="0"/>
                <a:cs typeface="Times New Roman" panose="02020603050405020304" pitchFamily="18" charset="0"/>
              </a:rPr>
              <a:t>your</a:t>
            </a:r>
            <a:r>
              <a:rPr sz="2100" spc="-56" dirty="0">
                <a:latin typeface="Times New Roman" panose="02020603050405020304" pitchFamily="18" charset="0"/>
                <a:cs typeface="Times New Roman" panose="02020603050405020304" pitchFamily="18" charset="0"/>
              </a:rPr>
              <a:t> </a:t>
            </a:r>
            <a:r>
              <a:rPr sz="2100" spc="-139" dirty="0">
                <a:latin typeface="Times New Roman" panose="02020603050405020304" pitchFamily="18" charset="0"/>
                <a:cs typeface="Times New Roman" panose="02020603050405020304" pitchFamily="18" charset="0"/>
              </a:rPr>
              <a:t>app</a:t>
            </a:r>
            <a:r>
              <a:rPr sz="2100" spc="-38" dirty="0">
                <a:latin typeface="Times New Roman" panose="02020603050405020304" pitchFamily="18" charset="0"/>
                <a:cs typeface="Times New Roman" panose="02020603050405020304" pitchFamily="18" charset="0"/>
              </a:rPr>
              <a:t> </a:t>
            </a:r>
            <a:r>
              <a:rPr sz="2100" spc="-113" dirty="0">
                <a:latin typeface="Times New Roman" panose="02020603050405020304" pitchFamily="18" charset="0"/>
                <a:cs typeface="Times New Roman" panose="02020603050405020304" pitchFamily="18" charset="0"/>
              </a:rPr>
              <a:t>by</a:t>
            </a:r>
            <a:r>
              <a:rPr sz="2100" spc="-45" dirty="0">
                <a:latin typeface="Times New Roman" panose="02020603050405020304" pitchFamily="18" charset="0"/>
                <a:cs typeface="Times New Roman" panose="02020603050405020304" pitchFamily="18" charset="0"/>
              </a:rPr>
              <a:t> </a:t>
            </a:r>
            <a:r>
              <a:rPr sz="2100" spc="-116" dirty="0">
                <a:latin typeface="Times New Roman" panose="02020603050405020304" pitchFamily="18" charset="0"/>
                <a:cs typeface="Times New Roman" panose="02020603050405020304" pitchFamily="18" charset="0"/>
              </a:rPr>
              <a:t>simulating</a:t>
            </a:r>
            <a:r>
              <a:rPr sz="2100" spc="-49" dirty="0">
                <a:latin typeface="Times New Roman" panose="02020603050405020304" pitchFamily="18" charset="0"/>
                <a:cs typeface="Times New Roman" panose="02020603050405020304" pitchFamily="18" charset="0"/>
              </a:rPr>
              <a:t> </a:t>
            </a:r>
            <a:r>
              <a:rPr sz="2100" spc="-94" dirty="0">
                <a:latin typeface="Times New Roman" panose="02020603050405020304" pitchFamily="18" charset="0"/>
                <a:cs typeface="Times New Roman" panose="02020603050405020304" pitchFamily="18" charset="0"/>
              </a:rPr>
              <a:t>behavior</a:t>
            </a:r>
            <a:r>
              <a:rPr sz="2100" spc="-49" dirty="0">
                <a:latin typeface="Times New Roman" panose="02020603050405020304" pitchFamily="18" charset="0"/>
                <a:cs typeface="Times New Roman" panose="02020603050405020304" pitchFamily="18" charset="0"/>
              </a:rPr>
              <a:t> </a:t>
            </a:r>
            <a:r>
              <a:rPr sz="2100" spc="-98" dirty="0">
                <a:latin typeface="Times New Roman" panose="02020603050405020304" pitchFamily="18" charset="0"/>
                <a:cs typeface="Times New Roman" panose="02020603050405020304" pitchFamily="18" charset="0"/>
              </a:rPr>
              <a:t>of</a:t>
            </a:r>
            <a:r>
              <a:rPr sz="2100" spc="-41" dirty="0">
                <a:latin typeface="Times New Roman" panose="02020603050405020304" pitchFamily="18" charset="0"/>
                <a:cs typeface="Times New Roman" panose="02020603050405020304" pitchFamily="18" charset="0"/>
              </a:rPr>
              <a:t> </a:t>
            </a:r>
            <a:r>
              <a:rPr sz="2100" spc="-180" dirty="0">
                <a:latin typeface="Times New Roman" panose="02020603050405020304" pitchFamily="18" charset="0"/>
                <a:cs typeface="Times New Roman" panose="02020603050405020304" pitchFamily="18" charset="0"/>
              </a:rPr>
              <a:t>a</a:t>
            </a:r>
            <a:r>
              <a:rPr sz="2100" spc="-53" dirty="0">
                <a:latin typeface="Times New Roman" panose="02020603050405020304" pitchFamily="18" charset="0"/>
                <a:cs typeface="Times New Roman" panose="02020603050405020304" pitchFamily="18" charset="0"/>
              </a:rPr>
              <a:t> </a:t>
            </a:r>
            <a:r>
              <a:rPr sz="2100" spc="-116" dirty="0">
                <a:latin typeface="Times New Roman" panose="02020603050405020304" pitchFamily="18" charset="0"/>
                <a:cs typeface="Times New Roman" panose="02020603050405020304" pitchFamily="18" charset="0"/>
              </a:rPr>
              <a:t>real</a:t>
            </a:r>
            <a:r>
              <a:rPr sz="2100" spc="-41" dirty="0">
                <a:latin typeface="Times New Roman" panose="02020603050405020304" pitchFamily="18" charset="0"/>
                <a:cs typeface="Times New Roman" panose="02020603050405020304" pitchFamily="18" charset="0"/>
              </a:rPr>
              <a:t> </a:t>
            </a:r>
            <a:r>
              <a:rPr sz="2100" spc="-127" dirty="0">
                <a:latin typeface="Times New Roman" panose="02020603050405020304" pitchFamily="18" charset="0"/>
                <a:cs typeface="Times New Roman" panose="02020603050405020304" pitchFamily="18" charset="0"/>
              </a:rPr>
              <a:t>device.</a:t>
            </a:r>
            <a:endParaRPr sz="2100" dirty="0">
              <a:latin typeface="Times New Roman" panose="02020603050405020304" pitchFamily="18" charset="0"/>
              <a:cs typeface="Times New Roman" panose="02020603050405020304" pitchFamily="18" charset="0"/>
            </a:endParaRPr>
          </a:p>
        </p:txBody>
      </p:sp>
      <p:sp>
        <p:nvSpPr>
          <p:cNvPr id="3" name="Title 2"/>
          <p:cNvSpPr>
            <a:spLocks noGrp="1"/>
          </p:cNvSpPr>
          <p:nvPr>
            <p:ph type="title"/>
          </p:nvPr>
        </p:nvSpPr>
        <p:spPr/>
        <p:txBody>
          <a:bodyPr/>
          <a:lstStyle/>
          <a:p>
            <a:endParaRPr lang="en-IN"/>
          </a:p>
        </p:txBody>
      </p:sp>
    </p:spTree>
    <p:extLst>
      <p:ext uri="{BB962C8B-B14F-4D97-AF65-F5344CB8AC3E}">
        <p14:creationId xmlns:p14="http://schemas.microsoft.com/office/powerpoint/2010/main" val="358507803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745867" y="1060704"/>
            <a:ext cx="3306587" cy="3442128"/>
          </a:xfrm>
          <a:prstGeom prst="rect">
            <a:avLst/>
          </a:prstGeom>
        </p:spPr>
        <p:txBody>
          <a:bodyPr vert="horz" wrap="square" lIns="0" tIns="104299" rIns="0" bIns="0" rtlCol="0">
            <a:spAutoFit/>
          </a:bodyPr>
          <a:lstStyle/>
          <a:p>
            <a:pPr marL="9525">
              <a:lnSpc>
                <a:spcPct val="150000"/>
              </a:lnSpc>
              <a:spcBef>
                <a:spcPts val="821"/>
              </a:spcBef>
            </a:pPr>
            <a:r>
              <a:rPr sz="1800" b="1" spc="-113" dirty="0">
                <a:latin typeface="+mj-lt"/>
                <a:cs typeface="Times New Roman" panose="02020603050405020304" pitchFamily="18" charset="0"/>
              </a:rPr>
              <a:t>Fl</a:t>
            </a:r>
            <a:r>
              <a:rPr sz="1800" b="1" spc="-71" dirty="0">
                <a:latin typeface="+mj-lt"/>
                <a:cs typeface="Times New Roman" panose="02020603050405020304" pitchFamily="18" charset="0"/>
              </a:rPr>
              <a:t>i</a:t>
            </a:r>
            <a:r>
              <a:rPr sz="1800" b="1" spc="-90" dirty="0">
                <a:latin typeface="+mj-lt"/>
                <a:cs typeface="Times New Roman" panose="02020603050405020304" pitchFamily="18" charset="0"/>
              </a:rPr>
              <a:t>ght</a:t>
            </a:r>
            <a:r>
              <a:rPr sz="1800" b="1" spc="-45" dirty="0">
                <a:latin typeface="+mj-lt"/>
                <a:cs typeface="Times New Roman" panose="02020603050405020304" pitchFamily="18" charset="0"/>
              </a:rPr>
              <a:t> </a:t>
            </a:r>
            <a:r>
              <a:rPr sz="1800" b="1" spc="-53" dirty="0">
                <a:latin typeface="+mj-lt"/>
                <a:cs typeface="Times New Roman" panose="02020603050405020304" pitchFamily="18" charset="0"/>
              </a:rPr>
              <a:t>Si</a:t>
            </a:r>
            <a:r>
              <a:rPr sz="1800" b="1" spc="-131" dirty="0">
                <a:latin typeface="+mj-lt"/>
                <a:cs typeface="Times New Roman" panose="02020603050405020304" pitchFamily="18" charset="0"/>
              </a:rPr>
              <a:t>m</a:t>
            </a:r>
            <a:r>
              <a:rPr sz="1800" b="1" spc="-64" dirty="0">
                <a:latin typeface="+mj-lt"/>
                <a:cs typeface="Times New Roman" panose="02020603050405020304" pitchFamily="18" charset="0"/>
              </a:rPr>
              <a:t>ulator</a:t>
            </a:r>
            <a:r>
              <a:rPr sz="1800" b="1" spc="-30" dirty="0">
                <a:latin typeface="+mj-lt"/>
                <a:cs typeface="Times New Roman" panose="02020603050405020304" pitchFamily="18" charset="0"/>
              </a:rPr>
              <a:t>s</a:t>
            </a:r>
            <a:endParaRPr sz="1800" b="1" dirty="0">
              <a:latin typeface="+mj-lt"/>
              <a:cs typeface="Times New Roman" panose="02020603050405020304" pitchFamily="18" charset="0"/>
            </a:endParaRPr>
          </a:p>
          <a:p>
            <a:pPr marL="9525">
              <a:lnSpc>
                <a:spcPct val="150000"/>
              </a:lnSpc>
              <a:spcBef>
                <a:spcPts val="71"/>
              </a:spcBef>
              <a:tabLst>
                <a:tab pos="391001" algn="l"/>
              </a:tabLst>
            </a:pPr>
            <a:r>
              <a:rPr lang="en-US" sz="1800" dirty="0">
                <a:latin typeface="+mj-lt"/>
              </a:rPr>
              <a:t>Purpose of a flight simulator is to help the pilot to achieve, test and maintain proficiency in handling airplane operation without involving any risk to property or lives, and at a much lower cost than training in the air</a:t>
            </a:r>
            <a:endParaRPr sz="1800" dirty="0">
              <a:latin typeface="+mj-lt"/>
              <a:cs typeface="Times New Roman" panose="02020603050405020304" pitchFamily="18" charset="0"/>
            </a:endParaRPr>
          </a:p>
        </p:txBody>
      </p:sp>
      <p:sp>
        <p:nvSpPr>
          <p:cNvPr id="3" name="object 3"/>
          <p:cNvSpPr txBox="1"/>
          <p:nvPr/>
        </p:nvSpPr>
        <p:spPr>
          <a:xfrm>
            <a:off x="1319307" y="2277389"/>
            <a:ext cx="840105" cy="228428"/>
          </a:xfrm>
          <a:prstGeom prst="rect">
            <a:avLst/>
          </a:prstGeom>
        </p:spPr>
        <p:txBody>
          <a:bodyPr vert="horz" wrap="square" lIns="0" tIns="9049" rIns="0" bIns="0" rtlCol="0">
            <a:spAutoFit/>
          </a:bodyPr>
          <a:lstStyle/>
          <a:p>
            <a:pPr marL="9525">
              <a:spcBef>
                <a:spcPts val="71"/>
              </a:spcBef>
              <a:tabLst>
                <a:tab pos="391001" algn="l"/>
              </a:tabLst>
            </a:pPr>
            <a:endParaRPr sz="1425" dirty="0">
              <a:latin typeface="Trebuchet MS"/>
              <a:cs typeface="Trebuchet MS"/>
            </a:endParaRPr>
          </a:p>
        </p:txBody>
      </p:sp>
      <p:pic>
        <p:nvPicPr>
          <p:cNvPr id="11" name="object 11"/>
          <p:cNvPicPr/>
          <p:nvPr/>
        </p:nvPicPr>
        <p:blipFill>
          <a:blip r:embed="rId2" cstate="print"/>
          <a:stretch>
            <a:fillRect/>
          </a:stretch>
        </p:blipFill>
        <p:spPr>
          <a:xfrm>
            <a:off x="4218709" y="1512188"/>
            <a:ext cx="4327502" cy="2592221"/>
          </a:xfrm>
          <a:prstGeom prst="rect">
            <a:avLst/>
          </a:prstGeom>
        </p:spPr>
      </p:pic>
      <p:sp>
        <p:nvSpPr>
          <p:cNvPr id="4" name="Title 3"/>
          <p:cNvSpPr>
            <a:spLocks noGrp="1"/>
          </p:cNvSpPr>
          <p:nvPr>
            <p:ph type="title"/>
          </p:nvPr>
        </p:nvSpPr>
        <p:spPr/>
        <p:txBody>
          <a:bodyPr/>
          <a:lstStyle/>
          <a:p>
            <a:endParaRPr lang="en-IN"/>
          </a:p>
        </p:txBody>
      </p:sp>
    </p:spTree>
    <p:extLst>
      <p:ext uri="{BB962C8B-B14F-4D97-AF65-F5344CB8AC3E}">
        <p14:creationId xmlns:p14="http://schemas.microsoft.com/office/powerpoint/2010/main" val="43840229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147858" y="351662"/>
            <a:ext cx="7086124" cy="3847046"/>
          </a:xfrm>
          <a:prstGeom prst="rect">
            <a:avLst/>
          </a:prstGeom>
        </p:spPr>
        <p:txBody>
          <a:bodyPr vert="horz" wrap="square" lIns="0" tIns="131921" rIns="0" bIns="0" rtlCol="0">
            <a:spAutoFit/>
          </a:bodyPr>
          <a:lstStyle/>
          <a:p>
            <a:pPr marL="9525" algn="just">
              <a:lnSpc>
                <a:spcPct val="150000"/>
              </a:lnSpc>
              <a:spcBef>
                <a:spcPts val="1039"/>
              </a:spcBef>
            </a:pPr>
            <a:r>
              <a:rPr sz="2100" spc="26" dirty="0">
                <a:uFill>
                  <a:solidFill>
                    <a:srgbClr val="000000"/>
                  </a:solidFill>
                </a:uFill>
                <a:latin typeface="Times New Roman" panose="02020603050405020304" pitchFamily="18" charset="0"/>
                <a:cs typeface="Times New Roman" panose="02020603050405020304" pitchFamily="18" charset="0"/>
              </a:rPr>
              <a:t>Wh</a:t>
            </a:r>
            <a:r>
              <a:rPr sz="2100" spc="11" dirty="0">
                <a:uFill>
                  <a:solidFill>
                    <a:srgbClr val="000000"/>
                  </a:solidFill>
                </a:uFill>
                <a:latin typeface="Times New Roman" panose="02020603050405020304" pitchFamily="18" charset="0"/>
                <a:cs typeface="Times New Roman" panose="02020603050405020304" pitchFamily="18" charset="0"/>
              </a:rPr>
              <a:t>a</a:t>
            </a:r>
            <a:r>
              <a:rPr sz="2100" spc="-116" dirty="0">
                <a:uFill>
                  <a:solidFill>
                    <a:srgbClr val="000000"/>
                  </a:solidFill>
                </a:uFill>
                <a:latin typeface="Times New Roman" panose="02020603050405020304" pitchFamily="18" charset="0"/>
                <a:cs typeface="Times New Roman" panose="02020603050405020304" pitchFamily="18" charset="0"/>
              </a:rPr>
              <a:t>t</a:t>
            </a:r>
            <a:r>
              <a:rPr sz="2100" spc="-217" dirty="0">
                <a:uFill>
                  <a:solidFill>
                    <a:srgbClr val="000000"/>
                  </a:solidFill>
                </a:uFill>
                <a:latin typeface="Times New Roman" panose="02020603050405020304" pitchFamily="18" charset="0"/>
                <a:cs typeface="Times New Roman" panose="02020603050405020304" pitchFamily="18" charset="0"/>
              </a:rPr>
              <a:t> </a:t>
            </a:r>
            <a:r>
              <a:rPr sz="2100" spc="90" dirty="0">
                <a:uFill>
                  <a:solidFill>
                    <a:srgbClr val="000000"/>
                  </a:solidFill>
                </a:uFill>
                <a:latin typeface="Times New Roman" panose="02020603050405020304" pitchFamily="18" charset="0"/>
                <a:cs typeface="Times New Roman" panose="02020603050405020304" pitchFamily="18" charset="0"/>
              </a:rPr>
              <a:t>A</a:t>
            </a:r>
            <a:r>
              <a:rPr sz="2100" spc="15" dirty="0">
                <a:uFill>
                  <a:solidFill>
                    <a:srgbClr val="000000"/>
                  </a:solidFill>
                </a:uFill>
                <a:latin typeface="Times New Roman" panose="02020603050405020304" pitchFamily="18" charset="0"/>
                <a:cs typeface="Times New Roman" panose="02020603050405020304" pitchFamily="18" charset="0"/>
              </a:rPr>
              <a:t>r</a:t>
            </a:r>
            <a:r>
              <a:rPr sz="2100" spc="-120" dirty="0">
                <a:uFill>
                  <a:solidFill>
                    <a:srgbClr val="000000"/>
                  </a:solidFill>
                </a:uFill>
                <a:latin typeface="Times New Roman" panose="02020603050405020304" pitchFamily="18" charset="0"/>
                <a:cs typeface="Times New Roman" panose="02020603050405020304" pitchFamily="18" charset="0"/>
              </a:rPr>
              <a:t>e</a:t>
            </a:r>
            <a:r>
              <a:rPr sz="2100" spc="-45" dirty="0">
                <a:uFill>
                  <a:solidFill>
                    <a:srgbClr val="000000"/>
                  </a:solidFill>
                </a:uFill>
                <a:latin typeface="Times New Roman" panose="02020603050405020304" pitchFamily="18" charset="0"/>
                <a:cs typeface="Times New Roman" panose="02020603050405020304" pitchFamily="18" charset="0"/>
              </a:rPr>
              <a:t> </a:t>
            </a:r>
            <a:r>
              <a:rPr sz="2100" spc="-68" dirty="0">
                <a:uFill>
                  <a:solidFill>
                    <a:srgbClr val="000000"/>
                  </a:solidFill>
                </a:uFill>
                <a:latin typeface="Times New Roman" panose="02020603050405020304" pitchFamily="18" charset="0"/>
                <a:cs typeface="Times New Roman" panose="02020603050405020304" pitchFamily="18" charset="0"/>
              </a:rPr>
              <a:t>E</a:t>
            </a:r>
            <a:r>
              <a:rPr sz="2100" spc="-127" dirty="0">
                <a:uFill>
                  <a:solidFill>
                    <a:srgbClr val="000000"/>
                  </a:solidFill>
                </a:uFill>
                <a:latin typeface="Times New Roman" panose="02020603050405020304" pitchFamily="18" charset="0"/>
                <a:cs typeface="Times New Roman" panose="02020603050405020304" pitchFamily="18" charset="0"/>
              </a:rPr>
              <a:t>m</a:t>
            </a:r>
            <a:r>
              <a:rPr sz="2100" spc="-71" dirty="0">
                <a:uFill>
                  <a:solidFill>
                    <a:srgbClr val="000000"/>
                  </a:solidFill>
                </a:uFill>
                <a:latin typeface="Times New Roman" panose="02020603050405020304" pitchFamily="18" charset="0"/>
                <a:cs typeface="Times New Roman" panose="02020603050405020304" pitchFamily="18" charset="0"/>
              </a:rPr>
              <a:t>ulators?</a:t>
            </a:r>
            <a:endParaRPr sz="2100" dirty="0">
              <a:latin typeface="Times New Roman" panose="02020603050405020304" pitchFamily="18" charset="0"/>
              <a:cs typeface="Times New Roman" panose="02020603050405020304" pitchFamily="18" charset="0"/>
            </a:endParaRPr>
          </a:p>
          <a:p>
            <a:pPr marL="180975" indent="-171450" algn="just">
              <a:lnSpc>
                <a:spcPct val="150000"/>
              </a:lnSpc>
              <a:spcBef>
                <a:spcPts val="960"/>
              </a:spcBef>
              <a:buClr>
                <a:srgbClr val="B71E42"/>
              </a:buClr>
              <a:buFont typeface="Arial MT"/>
              <a:buChar char="•"/>
              <a:tabLst>
                <a:tab pos="180975" algn="l"/>
              </a:tabLst>
            </a:pPr>
            <a:r>
              <a:rPr sz="2100" spc="23" dirty="0">
                <a:latin typeface="Times New Roman" panose="02020603050405020304" pitchFamily="18" charset="0"/>
                <a:cs typeface="Times New Roman" panose="02020603050405020304" pitchFamily="18" charset="0"/>
              </a:rPr>
              <a:t>An</a:t>
            </a:r>
            <a:r>
              <a:rPr sz="2100" spc="-41" dirty="0">
                <a:latin typeface="Times New Roman" panose="02020603050405020304" pitchFamily="18" charset="0"/>
                <a:cs typeface="Times New Roman" panose="02020603050405020304" pitchFamily="18" charset="0"/>
              </a:rPr>
              <a:t> </a:t>
            </a:r>
            <a:r>
              <a:rPr sz="2100" spc="-90" dirty="0">
                <a:latin typeface="Times New Roman" panose="02020603050405020304" pitchFamily="18" charset="0"/>
                <a:cs typeface="Times New Roman" panose="02020603050405020304" pitchFamily="18" charset="0"/>
              </a:rPr>
              <a:t>emulator</a:t>
            </a:r>
            <a:r>
              <a:rPr sz="2100" spc="-49" dirty="0">
                <a:latin typeface="Times New Roman" panose="02020603050405020304" pitchFamily="18" charset="0"/>
                <a:cs typeface="Times New Roman" panose="02020603050405020304" pitchFamily="18" charset="0"/>
              </a:rPr>
              <a:t> </a:t>
            </a:r>
            <a:r>
              <a:rPr sz="2100" spc="-109" dirty="0">
                <a:latin typeface="Times New Roman" panose="02020603050405020304" pitchFamily="18" charset="0"/>
                <a:cs typeface="Times New Roman" panose="02020603050405020304" pitchFamily="18" charset="0"/>
              </a:rPr>
              <a:t>duplicates</a:t>
            </a:r>
            <a:r>
              <a:rPr sz="2100" spc="-49" dirty="0">
                <a:latin typeface="Times New Roman" panose="02020603050405020304" pitchFamily="18" charset="0"/>
                <a:cs typeface="Times New Roman" panose="02020603050405020304" pitchFamily="18" charset="0"/>
              </a:rPr>
              <a:t> </a:t>
            </a:r>
            <a:r>
              <a:rPr sz="2100" spc="-109" dirty="0">
                <a:latin typeface="Times New Roman" panose="02020603050405020304" pitchFamily="18" charset="0"/>
                <a:cs typeface="Times New Roman" panose="02020603050405020304" pitchFamily="18" charset="0"/>
              </a:rPr>
              <a:t>the</a:t>
            </a:r>
            <a:r>
              <a:rPr sz="2100" spc="-53" dirty="0">
                <a:latin typeface="Times New Roman" panose="02020603050405020304" pitchFamily="18" charset="0"/>
                <a:cs typeface="Times New Roman" panose="02020603050405020304" pitchFamily="18" charset="0"/>
              </a:rPr>
              <a:t> </a:t>
            </a:r>
            <a:r>
              <a:rPr sz="2100" spc="-109" dirty="0">
                <a:latin typeface="Times New Roman" panose="02020603050405020304" pitchFamily="18" charset="0"/>
                <a:cs typeface="Times New Roman" panose="02020603050405020304" pitchFamily="18" charset="0"/>
              </a:rPr>
              <a:t>thing</a:t>
            </a:r>
            <a:r>
              <a:rPr sz="2100" spc="-53" dirty="0">
                <a:latin typeface="Times New Roman" panose="02020603050405020304" pitchFamily="18" charset="0"/>
                <a:cs typeface="Times New Roman" panose="02020603050405020304" pitchFamily="18" charset="0"/>
              </a:rPr>
              <a:t> </a:t>
            </a:r>
            <a:r>
              <a:rPr sz="2100" spc="-113" dirty="0">
                <a:latin typeface="Times New Roman" panose="02020603050405020304" pitchFamily="18" charset="0"/>
                <a:cs typeface="Times New Roman" panose="02020603050405020304" pitchFamily="18" charset="0"/>
              </a:rPr>
              <a:t>exactly</a:t>
            </a:r>
            <a:r>
              <a:rPr sz="2100" spc="-53" dirty="0">
                <a:latin typeface="Times New Roman" panose="02020603050405020304" pitchFamily="18" charset="0"/>
                <a:cs typeface="Times New Roman" panose="02020603050405020304" pitchFamily="18" charset="0"/>
              </a:rPr>
              <a:t> </a:t>
            </a:r>
            <a:r>
              <a:rPr sz="2100" spc="-109" dirty="0">
                <a:latin typeface="Times New Roman" panose="02020603050405020304" pitchFamily="18" charset="0"/>
                <a:cs typeface="Times New Roman" panose="02020603050405020304" pitchFamily="18" charset="0"/>
              </a:rPr>
              <a:t>as</a:t>
            </a:r>
            <a:r>
              <a:rPr sz="2100" spc="-41" dirty="0">
                <a:latin typeface="Times New Roman" panose="02020603050405020304" pitchFamily="18" charset="0"/>
                <a:cs typeface="Times New Roman" panose="02020603050405020304" pitchFamily="18" charset="0"/>
              </a:rPr>
              <a:t> </a:t>
            </a:r>
            <a:r>
              <a:rPr sz="2100" spc="-120" dirty="0">
                <a:latin typeface="Times New Roman" panose="02020603050405020304" pitchFamily="18" charset="0"/>
                <a:cs typeface="Times New Roman" panose="02020603050405020304" pitchFamily="18" charset="0"/>
              </a:rPr>
              <a:t>it</a:t>
            </a:r>
            <a:r>
              <a:rPr sz="2100" spc="-45" dirty="0">
                <a:latin typeface="Times New Roman" panose="02020603050405020304" pitchFamily="18" charset="0"/>
                <a:cs typeface="Times New Roman" panose="02020603050405020304" pitchFamily="18" charset="0"/>
              </a:rPr>
              <a:t> </a:t>
            </a:r>
            <a:r>
              <a:rPr sz="2100" spc="-71" dirty="0">
                <a:latin typeface="Times New Roman" panose="02020603050405020304" pitchFamily="18" charset="0"/>
                <a:cs typeface="Times New Roman" panose="02020603050405020304" pitchFamily="18" charset="0"/>
              </a:rPr>
              <a:t>exists</a:t>
            </a:r>
            <a:r>
              <a:rPr sz="2100" spc="-56" dirty="0">
                <a:latin typeface="Times New Roman" panose="02020603050405020304" pitchFamily="18" charset="0"/>
                <a:cs typeface="Times New Roman" panose="02020603050405020304" pitchFamily="18" charset="0"/>
              </a:rPr>
              <a:t> </a:t>
            </a:r>
            <a:r>
              <a:rPr sz="2100" spc="-101" dirty="0">
                <a:latin typeface="Times New Roman" panose="02020603050405020304" pitchFamily="18" charset="0"/>
                <a:cs typeface="Times New Roman" panose="02020603050405020304" pitchFamily="18" charset="0"/>
              </a:rPr>
              <a:t>in</a:t>
            </a:r>
            <a:r>
              <a:rPr sz="2100" spc="-49" dirty="0">
                <a:latin typeface="Times New Roman" panose="02020603050405020304" pitchFamily="18" charset="0"/>
                <a:cs typeface="Times New Roman" panose="02020603050405020304" pitchFamily="18" charset="0"/>
              </a:rPr>
              <a:t> </a:t>
            </a:r>
            <a:r>
              <a:rPr sz="2100" spc="-116" dirty="0">
                <a:latin typeface="Times New Roman" panose="02020603050405020304" pitchFamily="18" charset="0"/>
                <a:cs typeface="Times New Roman" panose="02020603050405020304" pitchFamily="18" charset="0"/>
              </a:rPr>
              <a:t>real</a:t>
            </a:r>
            <a:r>
              <a:rPr sz="2100" spc="-45" dirty="0">
                <a:latin typeface="Times New Roman" panose="02020603050405020304" pitchFamily="18" charset="0"/>
                <a:cs typeface="Times New Roman" panose="02020603050405020304" pitchFamily="18" charset="0"/>
              </a:rPr>
              <a:t> </a:t>
            </a:r>
            <a:r>
              <a:rPr sz="2100" spc="-169" dirty="0">
                <a:latin typeface="Times New Roman" panose="02020603050405020304" pitchFamily="18" charset="0"/>
                <a:cs typeface="Times New Roman" panose="02020603050405020304" pitchFamily="18" charset="0"/>
              </a:rPr>
              <a:t>life.</a:t>
            </a:r>
            <a:endParaRPr sz="2100" dirty="0">
              <a:latin typeface="Times New Roman" panose="02020603050405020304" pitchFamily="18" charset="0"/>
              <a:cs typeface="Times New Roman" panose="02020603050405020304" pitchFamily="18" charset="0"/>
            </a:endParaRPr>
          </a:p>
          <a:p>
            <a:pPr marL="180499" marR="3810" indent="-171450" algn="just">
              <a:lnSpc>
                <a:spcPct val="150000"/>
              </a:lnSpc>
              <a:spcBef>
                <a:spcPts val="758"/>
              </a:spcBef>
              <a:buClr>
                <a:srgbClr val="B71E42"/>
              </a:buClr>
              <a:buFont typeface="Arial MT"/>
              <a:buChar char="•"/>
              <a:tabLst>
                <a:tab pos="180975" algn="l"/>
              </a:tabLst>
            </a:pPr>
            <a:r>
              <a:rPr sz="2100" spc="-101" dirty="0">
                <a:latin typeface="Times New Roman" panose="02020603050405020304" pitchFamily="18" charset="0"/>
                <a:cs typeface="Times New Roman" panose="02020603050405020304" pitchFamily="18" charset="0"/>
              </a:rPr>
              <a:t>Emulation </a:t>
            </a:r>
            <a:r>
              <a:rPr sz="2100" spc="-105" dirty="0">
                <a:latin typeface="Times New Roman" panose="02020603050405020304" pitchFamily="18" charset="0"/>
                <a:cs typeface="Times New Roman" panose="02020603050405020304" pitchFamily="18" charset="0"/>
              </a:rPr>
              <a:t>means </a:t>
            </a:r>
            <a:r>
              <a:rPr sz="2100" spc="-124" dirty="0">
                <a:latin typeface="Times New Roman" panose="02020603050405020304" pitchFamily="18" charset="0"/>
                <a:cs typeface="Times New Roman" panose="02020603050405020304" pitchFamily="18" charset="0"/>
              </a:rPr>
              <a:t>basically </a:t>
            </a:r>
            <a:r>
              <a:rPr sz="2100" spc="-180" dirty="0">
                <a:latin typeface="Times New Roman" panose="02020603050405020304" pitchFamily="18" charset="0"/>
                <a:cs typeface="Times New Roman" panose="02020603050405020304" pitchFamily="18" charset="0"/>
              </a:rPr>
              <a:t>a</a:t>
            </a:r>
            <a:r>
              <a:rPr sz="2100" spc="-176" dirty="0">
                <a:latin typeface="Times New Roman" panose="02020603050405020304" pitchFamily="18" charset="0"/>
                <a:cs typeface="Times New Roman" panose="02020603050405020304" pitchFamily="18" charset="0"/>
              </a:rPr>
              <a:t> </a:t>
            </a:r>
            <a:r>
              <a:rPr sz="2100" spc="-101" dirty="0">
                <a:latin typeface="Times New Roman" panose="02020603050405020304" pitchFamily="18" charset="0"/>
                <a:cs typeface="Times New Roman" panose="02020603050405020304" pitchFamily="18" charset="0"/>
              </a:rPr>
              <a:t>complete </a:t>
            </a:r>
            <a:r>
              <a:rPr sz="2100" spc="-109" dirty="0">
                <a:latin typeface="Times New Roman" panose="02020603050405020304" pitchFamily="18" charset="0"/>
                <a:cs typeface="Times New Roman" panose="02020603050405020304" pitchFamily="18" charset="0"/>
              </a:rPr>
              <a:t>imitation </a:t>
            </a:r>
            <a:r>
              <a:rPr sz="2100" spc="-98" dirty="0">
                <a:latin typeface="Times New Roman" panose="02020603050405020304" pitchFamily="18" charset="0"/>
                <a:cs typeface="Times New Roman" panose="02020603050405020304" pitchFamily="18" charset="0"/>
              </a:rPr>
              <a:t>of </a:t>
            </a:r>
            <a:r>
              <a:rPr sz="2100" spc="-109" dirty="0">
                <a:latin typeface="Times New Roman" panose="02020603050405020304" pitchFamily="18" charset="0"/>
                <a:cs typeface="Times New Roman" panose="02020603050405020304" pitchFamily="18" charset="0"/>
              </a:rPr>
              <a:t>the </a:t>
            </a:r>
            <a:r>
              <a:rPr sz="2100" spc="-120" dirty="0">
                <a:latin typeface="Times New Roman" panose="02020603050405020304" pitchFamily="18" charset="0"/>
                <a:cs typeface="Times New Roman" panose="02020603050405020304" pitchFamily="18" charset="0"/>
              </a:rPr>
              <a:t>real </a:t>
            </a:r>
            <a:r>
              <a:rPr sz="2100" spc="-135" dirty="0">
                <a:latin typeface="Times New Roman" panose="02020603050405020304" pitchFamily="18" charset="0"/>
                <a:cs typeface="Times New Roman" panose="02020603050405020304" pitchFamily="18" charset="0"/>
              </a:rPr>
              <a:t>thing. </a:t>
            </a:r>
            <a:r>
              <a:rPr sz="2100" spc="-86" dirty="0">
                <a:latin typeface="Times New Roman" panose="02020603050405020304" pitchFamily="18" charset="0"/>
                <a:cs typeface="Times New Roman" panose="02020603050405020304" pitchFamily="18" charset="0"/>
              </a:rPr>
              <a:t>It </a:t>
            </a:r>
            <a:r>
              <a:rPr sz="2100" spc="-131" dirty="0">
                <a:latin typeface="Times New Roman" panose="02020603050405020304" pitchFamily="18" charset="0"/>
                <a:cs typeface="Times New Roman" panose="02020603050405020304" pitchFamily="18" charset="0"/>
              </a:rPr>
              <a:t>just </a:t>
            </a:r>
            <a:r>
              <a:rPr sz="2100" spc="-127" dirty="0">
                <a:latin typeface="Times New Roman" panose="02020603050405020304" pitchFamily="18" charset="0"/>
                <a:cs typeface="Times New Roman" panose="02020603050405020304" pitchFamily="18" charset="0"/>
              </a:rPr>
              <a:t> </a:t>
            </a:r>
            <a:r>
              <a:rPr sz="2100" spc="-83" dirty="0">
                <a:latin typeface="Times New Roman" panose="02020603050405020304" pitchFamily="18" charset="0"/>
                <a:cs typeface="Times New Roman" panose="02020603050405020304" pitchFamily="18" charset="0"/>
              </a:rPr>
              <a:t>operates</a:t>
            </a:r>
            <a:r>
              <a:rPr sz="2100" spc="-34" dirty="0">
                <a:latin typeface="Times New Roman" panose="02020603050405020304" pitchFamily="18" charset="0"/>
                <a:cs typeface="Times New Roman" panose="02020603050405020304" pitchFamily="18" charset="0"/>
              </a:rPr>
              <a:t> </a:t>
            </a:r>
            <a:r>
              <a:rPr sz="2100" spc="-101" dirty="0">
                <a:latin typeface="Times New Roman" panose="02020603050405020304" pitchFamily="18" charset="0"/>
                <a:cs typeface="Times New Roman" panose="02020603050405020304" pitchFamily="18" charset="0"/>
              </a:rPr>
              <a:t>in</a:t>
            </a:r>
            <a:r>
              <a:rPr sz="2100" spc="-49" dirty="0">
                <a:latin typeface="Times New Roman" panose="02020603050405020304" pitchFamily="18" charset="0"/>
                <a:cs typeface="Times New Roman" panose="02020603050405020304" pitchFamily="18" charset="0"/>
              </a:rPr>
              <a:t> </a:t>
            </a:r>
            <a:r>
              <a:rPr sz="2100" spc="-180" dirty="0">
                <a:latin typeface="Times New Roman" panose="02020603050405020304" pitchFamily="18" charset="0"/>
                <a:cs typeface="Times New Roman" panose="02020603050405020304" pitchFamily="18" charset="0"/>
              </a:rPr>
              <a:t>a</a:t>
            </a:r>
            <a:r>
              <a:rPr sz="2100" spc="-53" dirty="0">
                <a:latin typeface="Times New Roman" panose="02020603050405020304" pitchFamily="18" charset="0"/>
                <a:cs typeface="Times New Roman" panose="02020603050405020304" pitchFamily="18" charset="0"/>
              </a:rPr>
              <a:t> </a:t>
            </a:r>
            <a:r>
              <a:rPr sz="2100" spc="-98" dirty="0">
                <a:latin typeface="Times New Roman" panose="02020603050405020304" pitchFamily="18" charset="0"/>
                <a:cs typeface="Times New Roman" panose="02020603050405020304" pitchFamily="18" charset="0"/>
              </a:rPr>
              <a:t>virtual</a:t>
            </a:r>
            <a:r>
              <a:rPr sz="2100" spc="-45" dirty="0">
                <a:latin typeface="Times New Roman" panose="02020603050405020304" pitchFamily="18" charset="0"/>
                <a:cs typeface="Times New Roman" panose="02020603050405020304" pitchFamily="18" charset="0"/>
              </a:rPr>
              <a:t> </a:t>
            </a:r>
            <a:r>
              <a:rPr sz="2100" spc="-90" dirty="0">
                <a:latin typeface="Times New Roman" panose="02020603050405020304" pitchFamily="18" charset="0"/>
                <a:cs typeface="Times New Roman" panose="02020603050405020304" pitchFamily="18" charset="0"/>
              </a:rPr>
              <a:t>environment</a:t>
            </a:r>
            <a:r>
              <a:rPr sz="2100" spc="-49" dirty="0">
                <a:latin typeface="Times New Roman" panose="02020603050405020304" pitchFamily="18" charset="0"/>
                <a:cs typeface="Times New Roman" panose="02020603050405020304" pitchFamily="18" charset="0"/>
              </a:rPr>
              <a:t> </a:t>
            </a:r>
            <a:r>
              <a:rPr sz="2100" spc="-109" dirty="0">
                <a:latin typeface="Times New Roman" panose="02020603050405020304" pitchFamily="18" charset="0"/>
                <a:cs typeface="Times New Roman" panose="02020603050405020304" pitchFamily="18" charset="0"/>
              </a:rPr>
              <a:t>instead</a:t>
            </a:r>
            <a:r>
              <a:rPr sz="2100" spc="-45" dirty="0">
                <a:latin typeface="Times New Roman" panose="02020603050405020304" pitchFamily="18" charset="0"/>
                <a:cs typeface="Times New Roman" panose="02020603050405020304" pitchFamily="18" charset="0"/>
              </a:rPr>
              <a:t> </a:t>
            </a:r>
            <a:r>
              <a:rPr sz="2100" spc="-98" dirty="0">
                <a:latin typeface="Times New Roman" panose="02020603050405020304" pitchFamily="18" charset="0"/>
                <a:cs typeface="Times New Roman" panose="02020603050405020304" pitchFamily="18" charset="0"/>
              </a:rPr>
              <a:t>of</a:t>
            </a:r>
            <a:r>
              <a:rPr sz="2100" spc="-41" dirty="0">
                <a:latin typeface="Times New Roman" panose="02020603050405020304" pitchFamily="18" charset="0"/>
                <a:cs typeface="Times New Roman" panose="02020603050405020304" pitchFamily="18" charset="0"/>
              </a:rPr>
              <a:t> </a:t>
            </a:r>
            <a:r>
              <a:rPr sz="2100" spc="-109" dirty="0">
                <a:latin typeface="Times New Roman" panose="02020603050405020304" pitchFamily="18" charset="0"/>
                <a:cs typeface="Times New Roman" panose="02020603050405020304" pitchFamily="18" charset="0"/>
              </a:rPr>
              <a:t>the</a:t>
            </a:r>
            <a:r>
              <a:rPr sz="2100" spc="-41" dirty="0">
                <a:latin typeface="Times New Roman" panose="02020603050405020304" pitchFamily="18" charset="0"/>
                <a:cs typeface="Times New Roman" panose="02020603050405020304" pitchFamily="18" charset="0"/>
              </a:rPr>
              <a:t> </a:t>
            </a:r>
            <a:r>
              <a:rPr sz="2100" spc="-116" dirty="0">
                <a:latin typeface="Times New Roman" panose="02020603050405020304" pitchFamily="18" charset="0"/>
                <a:cs typeface="Times New Roman" panose="02020603050405020304" pitchFamily="18" charset="0"/>
              </a:rPr>
              <a:t>real</a:t>
            </a:r>
            <a:r>
              <a:rPr sz="2100" spc="-49" dirty="0">
                <a:latin typeface="Times New Roman" panose="02020603050405020304" pitchFamily="18" charset="0"/>
                <a:cs typeface="Times New Roman" panose="02020603050405020304" pitchFamily="18" charset="0"/>
              </a:rPr>
              <a:t> </a:t>
            </a:r>
            <a:r>
              <a:rPr sz="2100" spc="-90" dirty="0">
                <a:latin typeface="Times New Roman" panose="02020603050405020304" pitchFamily="18" charset="0"/>
                <a:cs typeface="Times New Roman" panose="02020603050405020304" pitchFamily="18" charset="0"/>
              </a:rPr>
              <a:t>world.</a:t>
            </a:r>
            <a:endParaRPr sz="2100" dirty="0">
              <a:latin typeface="Times New Roman" panose="02020603050405020304" pitchFamily="18" charset="0"/>
              <a:cs typeface="Times New Roman" panose="02020603050405020304" pitchFamily="18" charset="0"/>
            </a:endParaRPr>
          </a:p>
          <a:p>
            <a:pPr marL="180499" marR="3810" indent="-171450" algn="just">
              <a:lnSpc>
                <a:spcPct val="150000"/>
              </a:lnSpc>
              <a:spcBef>
                <a:spcPts val="746"/>
              </a:spcBef>
              <a:buClr>
                <a:srgbClr val="B71E42"/>
              </a:buClr>
              <a:buFont typeface="Arial MT"/>
              <a:buChar char="•"/>
              <a:tabLst>
                <a:tab pos="180975" algn="l"/>
              </a:tabLst>
            </a:pPr>
            <a:r>
              <a:rPr sz="2100" spc="23" dirty="0">
                <a:latin typeface="Times New Roman" panose="02020603050405020304" pitchFamily="18" charset="0"/>
                <a:cs typeface="Times New Roman" panose="02020603050405020304" pitchFamily="18" charset="0"/>
              </a:rPr>
              <a:t>An </a:t>
            </a:r>
            <a:r>
              <a:rPr sz="2100" spc="-90" dirty="0">
                <a:latin typeface="Times New Roman" panose="02020603050405020304" pitchFamily="18" charset="0"/>
                <a:cs typeface="Times New Roman" panose="02020603050405020304" pitchFamily="18" charset="0"/>
              </a:rPr>
              <a:t>emulator </a:t>
            </a:r>
            <a:r>
              <a:rPr sz="2100" spc="-101" dirty="0">
                <a:latin typeface="Times New Roman" panose="02020603050405020304" pitchFamily="18" charset="0"/>
                <a:cs typeface="Times New Roman" panose="02020603050405020304" pitchFamily="18" charset="0"/>
              </a:rPr>
              <a:t>in </a:t>
            </a:r>
            <a:r>
              <a:rPr sz="2100" spc="-98" dirty="0">
                <a:latin typeface="Times New Roman" panose="02020603050405020304" pitchFamily="18" charset="0"/>
                <a:cs typeface="Times New Roman" panose="02020603050405020304" pitchFamily="18" charset="0"/>
              </a:rPr>
              <a:t>mobile </a:t>
            </a:r>
            <a:r>
              <a:rPr sz="2100" spc="-105" dirty="0">
                <a:latin typeface="Times New Roman" panose="02020603050405020304" pitchFamily="18" charset="0"/>
                <a:cs typeface="Times New Roman" panose="02020603050405020304" pitchFamily="18" charset="0"/>
              </a:rPr>
              <a:t>testing </a:t>
            </a:r>
            <a:r>
              <a:rPr sz="2100" spc="-79" dirty="0">
                <a:latin typeface="Times New Roman" panose="02020603050405020304" pitchFamily="18" charset="0"/>
                <a:cs typeface="Times New Roman" panose="02020603050405020304" pitchFamily="18" charset="0"/>
              </a:rPr>
              <a:t>is </a:t>
            </a:r>
            <a:r>
              <a:rPr sz="2100" spc="-180" dirty="0">
                <a:latin typeface="Times New Roman" panose="02020603050405020304" pitchFamily="18" charset="0"/>
                <a:cs typeface="Times New Roman" panose="02020603050405020304" pitchFamily="18" charset="0"/>
              </a:rPr>
              <a:t>a </a:t>
            </a:r>
            <a:r>
              <a:rPr sz="2100" spc="-101" dirty="0">
                <a:latin typeface="Times New Roman" panose="02020603050405020304" pitchFamily="18" charset="0"/>
                <a:cs typeface="Times New Roman" panose="02020603050405020304" pitchFamily="18" charset="0"/>
              </a:rPr>
              <a:t>virtual </a:t>
            </a:r>
            <a:r>
              <a:rPr sz="2100" spc="-131" dirty="0">
                <a:latin typeface="Times New Roman" panose="02020603050405020304" pitchFamily="18" charset="0"/>
                <a:cs typeface="Times New Roman" panose="02020603050405020304" pitchFamily="18" charset="0"/>
              </a:rPr>
              <a:t>device. </a:t>
            </a:r>
            <a:r>
              <a:rPr sz="2100" spc="-86" dirty="0">
                <a:latin typeface="Times New Roman" panose="02020603050405020304" pitchFamily="18" charset="0"/>
                <a:cs typeface="Times New Roman" panose="02020603050405020304" pitchFamily="18" charset="0"/>
              </a:rPr>
              <a:t>It </a:t>
            </a:r>
            <a:r>
              <a:rPr sz="2100" spc="-90" dirty="0">
                <a:latin typeface="Times New Roman" panose="02020603050405020304" pitchFamily="18" charset="0"/>
                <a:cs typeface="Times New Roman" panose="02020603050405020304" pitchFamily="18" charset="0"/>
              </a:rPr>
              <a:t>allows </a:t>
            </a:r>
            <a:r>
              <a:rPr sz="2100" spc="-71" dirty="0">
                <a:latin typeface="Times New Roman" panose="02020603050405020304" pitchFamily="18" charset="0"/>
                <a:cs typeface="Times New Roman" panose="02020603050405020304" pitchFamily="18" charset="0"/>
              </a:rPr>
              <a:t>you </a:t>
            </a:r>
            <a:r>
              <a:rPr sz="2100" spc="-45" dirty="0">
                <a:latin typeface="Times New Roman" panose="02020603050405020304" pitchFamily="18" charset="0"/>
                <a:cs typeface="Times New Roman" panose="02020603050405020304" pitchFamily="18" charset="0"/>
              </a:rPr>
              <a:t>to </a:t>
            </a:r>
            <a:r>
              <a:rPr sz="2100" spc="-98" dirty="0">
                <a:latin typeface="Times New Roman" panose="02020603050405020304" pitchFamily="18" charset="0"/>
                <a:cs typeface="Times New Roman" panose="02020603050405020304" pitchFamily="18" charset="0"/>
              </a:rPr>
              <a:t>test </a:t>
            </a:r>
            <a:r>
              <a:rPr sz="2100" spc="-45" dirty="0">
                <a:latin typeface="Times New Roman" panose="02020603050405020304" pitchFamily="18" charset="0"/>
                <a:cs typeface="Times New Roman" panose="02020603050405020304" pitchFamily="18" charset="0"/>
              </a:rPr>
              <a:t>your </a:t>
            </a:r>
            <a:r>
              <a:rPr sz="2100" spc="-41" dirty="0">
                <a:latin typeface="Times New Roman" panose="02020603050405020304" pitchFamily="18" charset="0"/>
                <a:cs typeface="Times New Roman" panose="02020603050405020304" pitchFamily="18" charset="0"/>
              </a:rPr>
              <a:t> </a:t>
            </a:r>
            <a:r>
              <a:rPr sz="2100" spc="-135" dirty="0">
                <a:latin typeface="Times New Roman" panose="02020603050405020304" pitchFamily="18" charset="0"/>
                <a:cs typeface="Times New Roman" panose="02020603050405020304" pitchFamily="18" charset="0"/>
              </a:rPr>
              <a:t>app </a:t>
            </a:r>
            <a:r>
              <a:rPr sz="2100" spc="-113" dirty="0">
                <a:latin typeface="Times New Roman" panose="02020603050405020304" pitchFamily="18" charset="0"/>
                <a:cs typeface="Times New Roman" panose="02020603050405020304" pitchFamily="18" charset="0"/>
              </a:rPr>
              <a:t>by </a:t>
            </a:r>
            <a:r>
              <a:rPr sz="2100" spc="-124" dirty="0">
                <a:latin typeface="Times New Roman" panose="02020603050405020304" pitchFamily="18" charset="0"/>
                <a:cs typeface="Times New Roman" panose="02020603050405020304" pitchFamily="18" charset="0"/>
              </a:rPr>
              <a:t>emulating </a:t>
            </a:r>
            <a:r>
              <a:rPr sz="2100" spc="-180" dirty="0">
                <a:latin typeface="Times New Roman" panose="02020603050405020304" pitchFamily="18" charset="0"/>
                <a:cs typeface="Times New Roman" panose="02020603050405020304" pitchFamily="18" charset="0"/>
              </a:rPr>
              <a:t>a </a:t>
            </a:r>
            <a:r>
              <a:rPr sz="2100" spc="-116" dirty="0">
                <a:latin typeface="Times New Roman" panose="02020603050405020304" pitchFamily="18" charset="0"/>
                <a:cs typeface="Times New Roman" panose="02020603050405020304" pitchFamily="18" charset="0"/>
              </a:rPr>
              <a:t>real </a:t>
            </a:r>
            <a:r>
              <a:rPr sz="2100" spc="-131" dirty="0">
                <a:latin typeface="Times New Roman" panose="02020603050405020304" pitchFamily="18" charset="0"/>
                <a:cs typeface="Times New Roman" panose="02020603050405020304" pitchFamily="18" charset="0"/>
              </a:rPr>
              <a:t>device. </a:t>
            </a:r>
            <a:r>
              <a:rPr sz="2100" spc="139" dirty="0">
                <a:latin typeface="Times New Roman" panose="02020603050405020304" pitchFamily="18" charset="0"/>
                <a:cs typeface="Times New Roman" panose="02020603050405020304" pitchFamily="18" charset="0"/>
              </a:rPr>
              <a:t>A </a:t>
            </a:r>
            <a:r>
              <a:rPr sz="2100" spc="-116" dirty="0">
                <a:latin typeface="Times New Roman" panose="02020603050405020304" pitchFamily="18" charset="0"/>
                <a:cs typeface="Times New Roman" panose="02020603050405020304" pitchFamily="18" charset="0"/>
              </a:rPr>
              <a:t>device </a:t>
            </a:r>
            <a:r>
              <a:rPr sz="2100" spc="-94" dirty="0">
                <a:latin typeface="Times New Roman" panose="02020603050405020304" pitchFamily="18" charset="0"/>
                <a:cs typeface="Times New Roman" panose="02020603050405020304" pitchFamily="18" charset="0"/>
              </a:rPr>
              <a:t>emulator </a:t>
            </a:r>
            <a:r>
              <a:rPr sz="2100" spc="-98" dirty="0">
                <a:latin typeface="Times New Roman" panose="02020603050405020304" pitchFamily="18" charset="0"/>
                <a:cs typeface="Times New Roman" panose="02020603050405020304" pitchFamily="18" charset="0"/>
              </a:rPr>
              <a:t>mimics </a:t>
            </a:r>
            <a:r>
              <a:rPr sz="2100" spc="-109" dirty="0">
                <a:latin typeface="Times New Roman" panose="02020603050405020304" pitchFamily="18" charset="0"/>
                <a:cs typeface="Times New Roman" panose="02020603050405020304" pitchFamily="18" charset="0"/>
              </a:rPr>
              <a:t>the </a:t>
            </a:r>
            <a:r>
              <a:rPr sz="2100" spc="-94" dirty="0">
                <a:latin typeface="Times New Roman" panose="02020603050405020304" pitchFamily="18" charset="0"/>
                <a:cs typeface="Times New Roman" panose="02020603050405020304" pitchFamily="18" charset="0"/>
              </a:rPr>
              <a:t>hardware </a:t>
            </a:r>
            <a:r>
              <a:rPr sz="2100" spc="11" dirty="0">
                <a:latin typeface="Times New Roman" panose="02020603050405020304" pitchFamily="18" charset="0"/>
                <a:cs typeface="Times New Roman" panose="02020603050405020304" pitchFamily="18" charset="0"/>
              </a:rPr>
              <a:t>or </a:t>
            </a:r>
            <a:r>
              <a:rPr sz="2100" spc="15" dirty="0">
                <a:latin typeface="Times New Roman" panose="02020603050405020304" pitchFamily="18" charset="0"/>
                <a:cs typeface="Times New Roman" panose="02020603050405020304" pitchFamily="18" charset="0"/>
              </a:rPr>
              <a:t> </a:t>
            </a:r>
            <a:r>
              <a:rPr sz="2100" spc="113" dirty="0">
                <a:latin typeface="Times New Roman" panose="02020603050405020304" pitchFamily="18" charset="0"/>
                <a:cs typeface="Times New Roman" panose="02020603050405020304" pitchFamily="18" charset="0"/>
              </a:rPr>
              <a:t>OS</a:t>
            </a:r>
            <a:r>
              <a:rPr sz="2100" spc="-56" dirty="0">
                <a:latin typeface="Times New Roman" panose="02020603050405020304" pitchFamily="18" charset="0"/>
                <a:cs typeface="Times New Roman" panose="02020603050405020304" pitchFamily="18" charset="0"/>
              </a:rPr>
              <a:t> </a:t>
            </a:r>
            <a:r>
              <a:rPr sz="2100" spc="-116" dirty="0">
                <a:latin typeface="Times New Roman" panose="02020603050405020304" pitchFamily="18" charset="0"/>
                <a:cs typeface="Times New Roman" panose="02020603050405020304" pitchFamily="18" charset="0"/>
              </a:rPr>
              <a:t>o</a:t>
            </a:r>
            <a:r>
              <a:rPr sz="2100" spc="-79" dirty="0">
                <a:latin typeface="Times New Roman" panose="02020603050405020304" pitchFamily="18" charset="0"/>
                <a:cs typeface="Times New Roman" panose="02020603050405020304" pitchFamily="18" charset="0"/>
              </a:rPr>
              <a:t>f</a:t>
            </a:r>
            <a:r>
              <a:rPr sz="2100" spc="-38" dirty="0">
                <a:latin typeface="Times New Roman" panose="02020603050405020304" pitchFamily="18" charset="0"/>
                <a:cs typeface="Times New Roman" panose="02020603050405020304" pitchFamily="18" charset="0"/>
              </a:rPr>
              <a:t> </a:t>
            </a:r>
            <a:r>
              <a:rPr sz="2100" spc="-109" dirty="0">
                <a:latin typeface="Times New Roman" panose="02020603050405020304" pitchFamily="18" charset="0"/>
                <a:cs typeface="Times New Roman" panose="02020603050405020304" pitchFamily="18" charset="0"/>
              </a:rPr>
              <a:t>the</a:t>
            </a:r>
            <a:r>
              <a:rPr sz="2100" spc="-45" dirty="0">
                <a:latin typeface="Times New Roman" panose="02020603050405020304" pitchFamily="18" charset="0"/>
                <a:cs typeface="Times New Roman" panose="02020603050405020304" pitchFamily="18" charset="0"/>
              </a:rPr>
              <a:t> </a:t>
            </a:r>
            <a:r>
              <a:rPr sz="2100" spc="-105" dirty="0">
                <a:latin typeface="Times New Roman" panose="02020603050405020304" pitchFamily="18" charset="0"/>
                <a:cs typeface="Times New Roman" panose="02020603050405020304" pitchFamily="18" charset="0"/>
              </a:rPr>
              <a:t>d</a:t>
            </a:r>
            <a:r>
              <a:rPr sz="2100" spc="-131" dirty="0">
                <a:latin typeface="Times New Roman" panose="02020603050405020304" pitchFamily="18" charset="0"/>
                <a:cs typeface="Times New Roman" panose="02020603050405020304" pitchFamily="18" charset="0"/>
              </a:rPr>
              <a:t>e</a:t>
            </a:r>
            <a:r>
              <a:rPr sz="2100" spc="-98" dirty="0">
                <a:latin typeface="Times New Roman" panose="02020603050405020304" pitchFamily="18" charset="0"/>
                <a:cs typeface="Times New Roman" panose="02020603050405020304" pitchFamily="18" charset="0"/>
              </a:rPr>
              <a:t>vi</a:t>
            </a:r>
            <a:r>
              <a:rPr sz="2100" spc="-120" dirty="0">
                <a:latin typeface="Times New Roman" panose="02020603050405020304" pitchFamily="18" charset="0"/>
                <a:cs typeface="Times New Roman" panose="02020603050405020304" pitchFamily="18" charset="0"/>
              </a:rPr>
              <a:t>c</a:t>
            </a:r>
            <a:r>
              <a:rPr sz="2100" spc="-83" dirty="0">
                <a:latin typeface="Times New Roman" panose="02020603050405020304" pitchFamily="18" charset="0"/>
                <a:cs typeface="Times New Roman" panose="02020603050405020304" pitchFamily="18" charset="0"/>
              </a:rPr>
              <a:t>e</a:t>
            </a:r>
            <a:r>
              <a:rPr sz="2100" spc="-270" dirty="0">
                <a:latin typeface="Times New Roman" panose="02020603050405020304" pitchFamily="18" charset="0"/>
                <a:cs typeface="Times New Roman" panose="02020603050405020304" pitchFamily="18" charset="0"/>
              </a:rPr>
              <a:t>.</a:t>
            </a:r>
            <a:endParaRPr sz="2100" dirty="0">
              <a:latin typeface="Times New Roman" panose="02020603050405020304" pitchFamily="18" charset="0"/>
              <a:cs typeface="Times New Roman" panose="02020603050405020304" pitchFamily="18" charset="0"/>
            </a:endParaRPr>
          </a:p>
        </p:txBody>
      </p:sp>
      <p:sp>
        <p:nvSpPr>
          <p:cNvPr id="3" name="Title 2"/>
          <p:cNvSpPr>
            <a:spLocks noGrp="1"/>
          </p:cNvSpPr>
          <p:nvPr>
            <p:ph type="title"/>
          </p:nvPr>
        </p:nvSpPr>
        <p:spPr/>
        <p:txBody>
          <a:bodyPr/>
          <a:lstStyle/>
          <a:p>
            <a:endParaRPr lang="en-IN"/>
          </a:p>
        </p:txBody>
      </p:sp>
    </p:spTree>
    <p:extLst>
      <p:ext uri="{BB962C8B-B14F-4D97-AF65-F5344CB8AC3E}">
        <p14:creationId xmlns:p14="http://schemas.microsoft.com/office/powerpoint/2010/main" val="207001557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rotWithShape="1">
          <a:blip r:embed="rId2" cstate="print"/>
          <a:srcRect l="25684" t="907" r="3386" b="4782"/>
          <a:stretch/>
        </p:blipFill>
        <p:spPr>
          <a:xfrm>
            <a:off x="3886200" y="859536"/>
            <a:ext cx="4343400" cy="3456432"/>
          </a:xfrm>
          <a:prstGeom prst="rect">
            <a:avLst/>
          </a:prstGeom>
        </p:spPr>
      </p:pic>
      <p:sp>
        <p:nvSpPr>
          <p:cNvPr id="3" name="object 3"/>
          <p:cNvSpPr txBox="1"/>
          <p:nvPr/>
        </p:nvSpPr>
        <p:spPr>
          <a:xfrm>
            <a:off x="850392" y="713232"/>
            <a:ext cx="2446306" cy="2930931"/>
          </a:xfrm>
          <a:prstGeom prst="rect">
            <a:avLst/>
          </a:prstGeom>
        </p:spPr>
        <p:txBody>
          <a:bodyPr vert="horz" wrap="square" lIns="0" tIns="9525" rIns="0" bIns="0" rtlCol="0">
            <a:spAutoFit/>
          </a:bodyPr>
          <a:lstStyle/>
          <a:p>
            <a:pPr marL="9525">
              <a:lnSpc>
                <a:spcPct val="150000"/>
              </a:lnSpc>
              <a:spcBef>
                <a:spcPts val="75"/>
              </a:spcBef>
            </a:pPr>
            <a:r>
              <a:rPr sz="2100" b="1" spc="-38" dirty="0">
                <a:latin typeface="Times New Roman" panose="02020603050405020304" pitchFamily="18" charset="0"/>
                <a:cs typeface="Times New Roman" panose="02020603050405020304" pitchFamily="18" charset="0"/>
              </a:rPr>
              <a:t>Android</a:t>
            </a:r>
            <a:r>
              <a:rPr sz="2100" b="1" spc="-56" dirty="0">
                <a:latin typeface="Times New Roman" panose="02020603050405020304" pitchFamily="18" charset="0"/>
                <a:cs typeface="Times New Roman" panose="02020603050405020304" pitchFamily="18" charset="0"/>
              </a:rPr>
              <a:t> </a:t>
            </a:r>
            <a:r>
              <a:rPr sz="2100" b="1" spc="-86" dirty="0">
                <a:latin typeface="Times New Roman" panose="02020603050405020304" pitchFamily="18" charset="0"/>
                <a:cs typeface="Times New Roman" panose="02020603050405020304" pitchFamily="18" charset="0"/>
              </a:rPr>
              <a:t>Emulator</a:t>
            </a:r>
            <a:endParaRPr lang="en-IN" sz="2100" b="1" dirty="0">
              <a:latin typeface="Times New Roman" panose="02020603050405020304" pitchFamily="18" charset="0"/>
              <a:cs typeface="Times New Roman" panose="02020603050405020304" pitchFamily="18" charset="0"/>
            </a:endParaRPr>
          </a:p>
          <a:p>
            <a:pPr marL="9525">
              <a:lnSpc>
                <a:spcPct val="150000"/>
              </a:lnSpc>
              <a:spcBef>
                <a:spcPts val="75"/>
              </a:spcBef>
            </a:pPr>
            <a:r>
              <a:rPr lang="en-IN" sz="2100" spc="4" dirty="0">
                <a:latin typeface="Times New Roman" panose="02020603050405020304" pitchFamily="18" charset="0"/>
                <a:cs typeface="Times New Roman" panose="02020603050405020304" pitchFamily="18" charset="0"/>
              </a:rPr>
              <a:t>It</a:t>
            </a:r>
            <a:r>
              <a:rPr sz="2100" spc="4" dirty="0">
                <a:latin typeface="Times New Roman" panose="02020603050405020304" pitchFamily="18" charset="0"/>
                <a:cs typeface="Times New Roman" panose="02020603050405020304" pitchFamily="18" charset="0"/>
              </a:rPr>
              <a:t> </a:t>
            </a:r>
            <a:r>
              <a:rPr sz="2100" spc="-79" dirty="0">
                <a:latin typeface="Times New Roman" panose="02020603050405020304" pitchFamily="18" charset="0"/>
                <a:cs typeface="Times New Roman" panose="02020603050405020304" pitchFamily="18" charset="0"/>
              </a:rPr>
              <a:t>is</a:t>
            </a:r>
            <a:r>
              <a:rPr sz="2100" spc="-75" dirty="0">
                <a:latin typeface="Times New Roman" panose="02020603050405020304" pitchFamily="18" charset="0"/>
                <a:cs typeface="Times New Roman" panose="02020603050405020304" pitchFamily="18" charset="0"/>
              </a:rPr>
              <a:t> </a:t>
            </a:r>
            <a:r>
              <a:rPr sz="2100" spc="-180" dirty="0">
                <a:latin typeface="Times New Roman" panose="02020603050405020304" pitchFamily="18" charset="0"/>
                <a:cs typeface="Times New Roman" panose="02020603050405020304" pitchFamily="18" charset="0"/>
              </a:rPr>
              <a:t>a</a:t>
            </a:r>
            <a:r>
              <a:rPr sz="2100" spc="-176" dirty="0">
                <a:latin typeface="Times New Roman" panose="02020603050405020304" pitchFamily="18" charset="0"/>
                <a:cs typeface="Times New Roman" panose="02020603050405020304" pitchFamily="18" charset="0"/>
              </a:rPr>
              <a:t> </a:t>
            </a:r>
            <a:r>
              <a:rPr sz="2100" b="1" spc="-19" dirty="0">
                <a:latin typeface="Times New Roman" panose="02020603050405020304" pitchFamily="18" charset="0"/>
                <a:cs typeface="Times New Roman" panose="02020603050405020304" pitchFamily="18" charset="0"/>
              </a:rPr>
              <a:t>software </a:t>
            </a:r>
            <a:r>
              <a:rPr sz="2100" b="1" spc="-533" dirty="0">
                <a:latin typeface="Times New Roman" panose="02020603050405020304" pitchFamily="18" charset="0"/>
                <a:cs typeface="Times New Roman" panose="02020603050405020304" pitchFamily="18" charset="0"/>
              </a:rPr>
              <a:t> </a:t>
            </a:r>
            <a:r>
              <a:rPr sz="2100" spc="-113" dirty="0">
                <a:latin typeface="Times New Roman" panose="02020603050405020304" pitchFamily="18" charset="0"/>
                <a:cs typeface="Times New Roman" panose="02020603050405020304" pitchFamily="18" charset="0"/>
              </a:rPr>
              <a:t>application </a:t>
            </a:r>
            <a:r>
              <a:rPr sz="2100" spc="-127" dirty="0">
                <a:latin typeface="Times New Roman" panose="02020603050405020304" pitchFamily="18" charset="0"/>
                <a:cs typeface="Times New Roman" panose="02020603050405020304" pitchFamily="18" charset="0"/>
              </a:rPr>
              <a:t>that </a:t>
            </a:r>
            <a:r>
              <a:rPr sz="2100" spc="-90" dirty="0">
                <a:latin typeface="Times New Roman" panose="02020603050405020304" pitchFamily="18" charset="0"/>
                <a:cs typeface="Times New Roman" panose="02020603050405020304" pitchFamily="18" charset="0"/>
              </a:rPr>
              <a:t>allows </a:t>
            </a:r>
            <a:r>
              <a:rPr sz="2100" spc="-86" dirty="0">
                <a:latin typeface="Times New Roman" panose="02020603050405020304" pitchFamily="18" charset="0"/>
                <a:cs typeface="Times New Roman" panose="02020603050405020304" pitchFamily="18" charset="0"/>
              </a:rPr>
              <a:t> </a:t>
            </a:r>
            <a:r>
              <a:rPr sz="2100" spc="-45" dirty="0">
                <a:latin typeface="Times New Roman" panose="02020603050405020304" pitchFamily="18" charset="0"/>
                <a:cs typeface="Times New Roman" panose="02020603050405020304" pitchFamily="18" charset="0"/>
              </a:rPr>
              <a:t>your </a:t>
            </a:r>
            <a:r>
              <a:rPr sz="2100" spc="-98" dirty="0">
                <a:latin typeface="Times New Roman" panose="02020603050405020304" pitchFamily="18" charset="0"/>
                <a:cs typeface="Times New Roman" panose="02020603050405020304" pitchFamily="18" charset="0"/>
              </a:rPr>
              <a:t>mobile </a:t>
            </a:r>
            <a:r>
              <a:rPr sz="2100" spc="-45" dirty="0">
                <a:latin typeface="Times New Roman" panose="02020603050405020304" pitchFamily="18" charset="0"/>
                <a:cs typeface="Times New Roman" panose="02020603050405020304" pitchFamily="18" charset="0"/>
              </a:rPr>
              <a:t>to </a:t>
            </a:r>
            <a:r>
              <a:rPr sz="2100" spc="-127" dirty="0">
                <a:latin typeface="Times New Roman" panose="02020603050405020304" pitchFamily="18" charset="0"/>
                <a:cs typeface="Times New Roman" panose="02020603050405020304" pitchFamily="18" charset="0"/>
              </a:rPr>
              <a:t>imitate </a:t>
            </a:r>
            <a:r>
              <a:rPr sz="2100" spc="-124" dirty="0">
                <a:latin typeface="Times New Roman" panose="02020603050405020304" pitchFamily="18" charset="0"/>
                <a:cs typeface="Times New Roman" panose="02020603050405020304" pitchFamily="18" charset="0"/>
              </a:rPr>
              <a:t> </a:t>
            </a:r>
            <a:r>
              <a:rPr sz="2100" b="1" spc="34" dirty="0">
                <a:latin typeface="Times New Roman" panose="02020603050405020304" pitchFamily="18" charset="0"/>
                <a:cs typeface="Times New Roman" panose="02020603050405020304" pitchFamily="18" charset="0"/>
              </a:rPr>
              <a:t>Android </a:t>
            </a:r>
            <a:r>
              <a:rPr sz="2100" spc="113" dirty="0">
                <a:latin typeface="Times New Roman" panose="02020603050405020304" pitchFamily="18" charset="0"/>
                <a:cs typeface="Times New Roman" panose="02020603050405020304" pitchFamily="18" charset="0"/>
              </a:rPr>
              <a:t>OS </a:t>
            </a:r>
            <a:r>
              <a:rPr sz="2100" spc="-116" dirty="0">
                <a:latin typeface="Times New Roman" panose="02020603050405020304" pitchFamily="18" charset="0"/>
                <a:cs typeface="Times New Roman" panose="02020603050405020304" pitchFamily="18" charset="0"/>
              </a:rPr>
              <a:t>features </a:t>
            </a:r>
            <a:r>
              <a:rPr sz="2100" spc="-113" dirty="0">
                <a:latin typeface="Times New Roman" panose="02020603050405020304" pitchFamily="18" charset="0"/>
                <a:cs typeface="Times New Roman" panose="02020603050405020304" pitchFamily="18" charset="0"/>
              </a:rPr>
              <a:t> </a:t>
            </a:r>
            <a:r>
              <a:rPr sz="2100" spc="-79" dirty="0">
                <a:latin typeface="Times New Roman" panose="02020603050405020304" pitchFamily="18" charset="0"/>
                <a:cs typeface="Times New Roman" panose="02020603050405020304" pitchFamily="18" charset="0"/>
              </a:rPr>
              <a:t>into</a:t>
            </a:r>
            <a:r>
              <a:rPr sz="2100" spc="-49" dirty="0">
                <a:latin typeface="Times New Roman" panose="02020603050405020304" pitchFamily="18" charset="0"/>
                <a:cs typeface="Times New Roman" panose="02020603050405020304" pitchFamily="18" charset="0"/>
              </a:rPr>
              <a:t> </a:t>
            </a:r>
            <a:r>
              <a:rPr sz="2100" spc="-45" dirty="0">
                <a:latin typeface="Times New Roman" panose="02020603050405020304" pitchFamily="18" charset="0"/>
                <a:cs typeface="Times New Roman" panose="02020603050405020304" pitchFamily="18" charset="0"/>
              </a:rPr>
              <a:t>your</a:t>
            </a:r>
            <a:r>
              <a:rPr sz="2100" spc="-56" dirty="0">
                <a:latin typeface="Times New Roman" panose="02020603050405020304" pitchFamily="18" charset="0"/>
                <a:cs typeface="Times New Roman" panose="02020603050405020304" pitchFamily="18" charset="0"/>
              </a:rPr>
              <a:t> </a:t>
            </a:r>
            <a:r>
              <a:rPr sz="2100" spc="-38" dirty="0">
                <a:latin typeface="Times New Roman" panose="02020603050405020304" pitchFamily="18" charset="0"/>
                <a:cs typeface="Times New Roman" panose="02020603050405020304" pitchFamily="18" charset="0"/>
              </a:rPr>
              <a:t>PC.</a:t>
            </a:r>
            <a:endParaRPr sz="2100" dirty="0">
              <a:latin typeface="Times New Roman" panose="02020603050405020304" pitchFamily="18" charset="0"/>
              <a:cs typeface="Times New Roman" panose="02020603050405020304" pitchFamily="18" charset="0"/>
            </a:endParaRPr>
          </a:p>
        </p:txBody>
      </p:sp>
      <p:sp>
        <p:nvSpPr>
          <p:cNvPr id="4" name="Title 3"/>
          <p:cNvSpPr>
            <a:spLocks noGrp="1"/>
          </p:cNvSpPr>
          <p:nvPr>
            <p:ph type="title"/>
          </p:nvPr>
        </p:nvSpPr>
        <p:spPr/>
        <p:txBody>
          <a:bodyPr/>
          <a:lstStyle/>
          <a:p>
            <a:endParaRPr lang="en-IN"/>
          </a:p>
        </p:txBody>
      </p:sp>
    </p:spTree>
    <p:extLst>
      <p:ext uri="{BB962C8B-B14F-4D97-AF65-F5344CB8AC3E}">
        <p14:creationId xmlns:p14="http://schemas.microsoft.com/office/powerpoint/2010/main" val="188002818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4">
            <a:extLst>
              <a:ext uri="{FF2B5EF4-FFF2-40B4-BE49-F238E27FC236}">
                <a16:creationId xmlns:a16="http://schemas.microsoft.com/office/drawing/2014/main" id="{606521C1-C7DC-4FED-BA93-D0A8A29B216D}"/>
              </a:ext>
            </a:extLst>
          </p:cNvPr>
          <p:cNvGraphicFramePr>
            <a:graphicFrameLocks noGrp="1"/>
          </p:cNvGraphicFramePr>
          <p:nvPr>
            <p:extLst>
              <p:ext uri="{D42A27DB-BD31-4B8C-83A1-F6EECF244321}">
                <p14:modId xmlns:p14="http://schemas.microsoft.com/office/powerpoint/2010/main" val="3913838599"/>
              </p:ext>
            </p:extLst>
          </p:nvPr>
        </p:nvGraphicFramePr>
        <p:xfrm>
          <a:off x="408791" y="144728"/>
          <a:ext cx="8326417" cy="4854048"/>
        </p:xfrm>
        <a:graphic>
          <a:graphicData uri="http://schemas.openxmlformats.org/drawingml/2006/table">
            <a:tbl>
              <a:tblPr firstRow="1" bandRow="1" bandCol="1">
                <a:tableStyleId>{5A111915-BE36-4E01-A7E5-04B1672EAD32}</a:tableStyleId>
              </a:tblPr>
              <a:tblGrid>
                <a:gridCol w="4141412">
                  <a:extLst>
                    <a:ext uri="{9D8B030D-6E8A-4147-A177-3AD203B41FA5}">
                      <a16:colId xmlns:a16="http://schemas.microsoft.com/office/drawing/2014/main" val="1383986823"/>
                    </a:ext>
                  </a:extLst>
                </a:gridCol>
                <a:gridCol w="4185005">
                  <a:extLst>
                    <a:ext uri="{9D8B030D-6E8A-4147-A177-3AD203B41FA5}">
                      <a16:colId xmlns:a16="http://schemas.microsoft.com/office/drawing/2014/main" val="3366449197"/>
                    </a:ext>
                  </a:extLst>
                </a:gridCol>
              </a:tblGrid>
              <a:tr h="350123">
                <a:tc>
                  <a:txBody>
                    <a:bodyPr/>
                    <a:lstStyle/>
                    <a:p>
                      <a:pPr algn="ctr"/>
                      <a:r>
                        <a:rPr lang="en-IN" sz="1800" dirty="0">
                          <a:latin typeface="Times New Roman" panose="02020603050405020304" pitchFamily="18" charset="0"/>
                          <a:cs typeface="Times New Roman" panose="02020603050405020304" pitchFamily="18" charset="0"/>
                        </a:rPr>
                        <a:t>Simulator-based testing</a:t>
                      </a:r>
                    </a:p>
                  </a:txBody>
                  <a:tcPr anchor="ctr"/>
                </a:tc>
                <a:tc>
                  <a:txBody>
                    <a:bodyPr/>
                    <a:lstStyle/>
                    <a:p>
                      <a:pPr algn="ctr"/>
                      <a:r>
                        <a:rPr lang="en-IN" sz="1800" dirty="0">
                          <a:latin typeface="Times New Roman" panose="02020603050405020304" pitchFamily="18" charset="0"/>
                          <a:cs typeface="Times New Roman" panose="02020603050405020304" pitchFamily="18" charset="0"/>
                        </a:rPr>
                        <a:t>Emulator based testing</a:t>
                      </a:r>
                    </a:p>
                  </a:txBody>
                  <a:tcPr anchor="ctr"/>
                </a:tc>
                <a:extLst>
                  <a:ext uri="{0D108BD9-81ED-4DB2-BD59-A6C34878D82A}">
                    <a16:rowId xmlns:a16="http://schemas.microsoft.com/office/drawing/2014/main" val="2297108208"/>
                  </a:ext>
                </a:extLst>
              </a:tr>
              <a:tr h="1124673">
                <a:tc>
                  <a:txBody>
                    <a:bodyPr/>
                    <a:lstStyle/>
                    <a:p>
                      <a:pPr algn="just"/>
                      <a:r>
                        <a:rPr lang="en-US" sz="1800" b="1" dirty="0">
                          <a:solidFill>
                            <a:srgbClr val="002060"/>
                          </a:solidFill>
                          <a:latin typeface="Times New Roman" panose="02020603050405020304" pitchFamily="18" charset="0"/>
                          <a:cs typeface="Times New Roman" panose="02020603050405020304" pitchFamily="18" charset="0"/>
                        </a:rPr>
                        <a:t>Simulator's objective is to simulate the internal state of an object as close as possible to the internal state of an object.</a:t>
                      </a:r>
                      <a:endParaRPr lang="en-IN" sz="1800" b="1" dirty="0">
                        <a:solidFill>
                          <a:srgbClr val="002060"/>
                        </a:solidFill>
                        <a:latin typeface="Times New Roman" panose="02020603050405020304" pitchFamily="18" charset="0"/>
                        <a:cs typeface="Times New Roman" panose="02020603050405020304" pitchFamily="18" charset="0"/>
                      </a:endParaRPr>
                    </a:p>
                  </a:txBody>
                  <a:tcPr/>
                </a:tc>
                <a:tc>
                  <a:txBody>
                    <a:bodyPr/>
                    <a:lstStyle/>
                    <a:p>
                      <a:pPr algn="just"/>
                      <a:r>
                        <a:rPr lang="en-US" sz="1800" b="1" dirty="0">
                          <a:solidFill>
                            <a:srgbClr val="002060"/>
                          </a:solidFill>
                          <a:latin typeface="Times New Roman" panose="02020603050405020304" pitchFamily="18" charset="0"/>
                          <a:cs typeface="Times New Roman" panose="02020603050405020304" pitchFamily="18" charset="0"/>
                        </a:rPr>
                        <a:t>The emulator aims at emulating or mimicking as close as possible the outer behavior of an object</a:t>
                      </a:r>
                      <a:endParaRPr lang="en-IN" sz="1800" b="1" dirty="0">
                        <a:solidFill>
                          <a:srgbClr val="002060"/>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896839190"/>
                  </a:ext>
                </a:extLst>
              </a:tr>
              <a:tr h="1148006">
                <a:tc>
                  <a:txBody>
                    <a:bodyPr/>
                    <a:lstStyle/>
                    <a:p>
                      <a:pPr algn="just"/>
                      <a:r>
                        <a:rPr lang="en-US" sz="1800" b="1" dirty="0">
                          <a:solidFill>
                            <a:srgbClr val="002060"/>
                          </a:solidFill>
                          <a:latin typeface="Times New Roman" panose="02020603050405020304" pitchFamily="18" charset="0"/>
                          <a:cs typeface="Times New Roman" panose="02020603050405020304" pitchFamily="18" charset="0"/>
                        </a:rPr>
                        <a:t>Simulators are preferable whenever the testing team needs to test the mobile's internal behavior like its internal hardware, firmware, and so forth. </a:t>
                      </a:r>
                      <a:endParaRPr lang="en-IN" sz="1800" b="1" dirty="0">
                        <a:solidFill>
                          <a:srgbClr val="002060"/>
                        </a:solidFill>
                        <a:latin typeface="Times New Roman" panose="02020603050405020304" pitchFamily="18" charset="0"/>
                        <a:cs typeface="Times New Roman" panose="02020603050405020304" pitchFamily="18" charset="0"/>
                      </a:endParaRPr>
                    </a:p>
                  </a:txBody>
                  <a:tcPr/>
                </a:tc>
                <a:tc>
                  <a:txBody>
                    <a:bodyPr/>
                    <a:lstStyle/>
                    <a:p>
                      <a:pPr algn="just"/>
                      <a:r>
                        <a:rPr lang="en-US" sz="1800" b="1" dirty="0">
                          <a:solidFill>
                            <a:srgbClr val="002060"/>
                          </a:solidFill>
                          <a:latin typeface="Times New Roman" panose="02020603050405020304" pitchFamily="18" charset="0"/>
                          <a:cs typeface="Times New Roman" panose="02020603050405020304" pitchFamily="18" charset="0"/>
                        </a:rPr>
                        <a:t>Emulators are preferable whenever the testing team needs to test the mobile's external behavior like calculating, making transactions, and so forth.</a:t>
                      </a:r>
                      <a:endParaRPr lang="en-IN" sz="1800" b="1" dirty="0">
                        <a:solidFill>
                          <a:srgbClr val="002060"/>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623911137"/>
                  </a:ext>
                </a:extLst>
              </a:tr>
              <a:tr h="636861">
                <a:tc>
                  <a:txBody>
                    <a:bodyPr/>
                    <a:lstStyle/>
                    <a:p>
                      <a:pPr algn="just"/>
                      <a:r>
                        <a:rPr lang="en-US" sz="1800" b="1" dirty="0">
                          <a:solidFill>
                            <a:srgbClr val="002060"/>
                          </a:solidFill>
                          <a:latin typeface="Times New Roman" panose="02020603050405020304" pitchFamily="18" charset="0"/>
                          <a:cs typeface="Times New Roman" panose="02020603050405020304" pitchFamily="18" charset="0"/>
                        </a:rPr>
                        <a:t>Simulators are written in high-level languages. </a:t>
                      </a:r>
                      <a:endParaRPr lang="en-IN" sz="1800" b="1" dirty="0">
                        <a:solidFill>
                          <a:srgbClr val="002060"/>
                        </a:solidFill>
                        <a:latin typeface="Times New Roman" panose="02020603050405020304" pitchFamily="18" charset="0"/>
                        <a:cs typeface="Times New Roman" panose="02020603050405020304" pitchFamily="18" charset="0"/>
                      </a:endParaRPr>
                    </a:p>
                  </a:txBody>
                  <a:tcPr/>
                </a:tc>
                <a:tc>
                  <a:txBody>
                    <a:bodyPr/>
                    <a:lstStyle/>
                    <a:p>
                      <a:pPr algn="just"/>
                      <a:r>
                        <a:rPr lang="en-US" sz="1800" b="1" dirty="0">
                          <a:solidFill>
                            <a:srgbClr val="002060"/>
                          </a:solidFill>
                          <a:latin typeface="Times New Roman" panose="02020603050405020304" pitchFamily="18" charset="0"/>
                          <a:cs typeface="Times New Roman" panose="02020603050405020304" pitchFamily="18" charset="0"/>
                        </a:rPr>
                        <a:t>Emulators are written in machine-level assembly languages.</a:t>
                      </a:r>
                      <a:endParaRPr lang="en-IN" sz="1800" b="1" dirty="0">
                        <a:solidFill>
                          <a:srgbClr val="002060"/>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167056922"/>
                  </a:ext>
                </a:extLst>
              </a:tr>
              <a:tr h="631639">
                <a:tc>
                  <a:txBody>
                    <a:bodyPr/>
                    <a:lstStyle/>
                    <a:p>
                      <a:pPr algn="just"/>
                      <a:r>
                        <a:rPr lang="en-US" sz="1800" b="1" dirty="0">
                          <a:solidFill>
                            <a:srgbClr val="002060"/>
                          </a:solidFill>
                          <a:latin typeface="Times New Roman" panose="02020603050405020304" pitchFamily="18" charset="0"/>
                          <a:cs typeface="Times New Roman" panose="02020603050405020304" pitchFamily="18" charset="0"/>
                        </a:rPr>
                        <a:t>The simulators can be difficult in terms of debugging purpose. </a:t>
                      </a:r>
                      <a:endParaRPr lang="en-IN" sz="1800" b="1" dirty="0">
                        <a:solidFill>
                          <a:srgbClr val="002060"/>
                        </a:solidFill>
                        <a:latin typeface="Times New Roman" panose="02020603050405020304" pitchFamily="18" charset="0"/>
                        <a:cs typeface="Times New Roman" panose="02020603050405020304" pitchFamily="18" charset="0"/>
                      </a:endParaRPr>
                    </a:p>
                  </a:txBody>
                  <a:tcPr/>
                </a:tc>
                <a:tc>
                  <a:txBody>
                    <a:bodyPr/>
                    <a:lstStyle/>
                    <a:p>
                      <a:pPr algn="just"/>
                      <a:r>
                        <a:rPr lang="en-US" sz="1800" b="1" dirty="0">
                          <a:solidFill>
                            <a:srgbClr val="002060"/>
                          </a:solidFill>
                          <a:latin typeface="Times New Roman" panose="02020603050405020304" pitchFamily="18" charset="0"/>
                          <a:cs typeface="Times New Roman" panose="02020603050405020304" pitchFamily="18" charset="0"/>
                        </a:rPr>
                        <a:t>Emulators are more suitable when it comes to debugging purpose </a:t>
                      </a:r>
                      <a:endParaRPr lang="en-IN" sz="1800" b="1" dirty="0">
                        <a:solidFill>
                          <a:srgbClr val="002060"/>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240898484"/>
                  </a:ext>
                </a:extLst>
              </a:tr>
              <a:tr h="830688">
                <a:tc>
                  <a:txBody>
                    <a:bodyPr/>
                    <a:lstStyle/>
                    <a:p>
                      <a:pPr algn="just"/>
                      <a:r>
                        <a:rPr lang="en-US" sz="1800" b="1" dirty="0">
                          <a:solidFill>
                            <a:srgbClr val="002060"/>
                          </a:solidFill>
                          <a:latin typeface="Times New Roman" panose="02020603050405020304" pitchFamily="18" charset="0"/>
                          <a:cs typeface="Times New Roman" panose="02020603050405020304" pitchFamily="18" charset="0"/>
                        </a:rPr>
                        <a:t>A simulator is just a partial re-implementation of the original software.</a:t>
                      </a:r>
                      <a:endParaRPr lang="en-IN" sz="1800" b="1" dirty="0">
                        <a:solidFill>
                          <a:srgbClr val="002060"/>
                        </a:solidFill>
                        <a:latin typeface="Times New Roman" panose="02020603050405020304" pitchFamily="18" charset="0"/>
                        <a:cs typeface="Times New Roman" panose="02020603050405020304" pitchFamily="18" charset="0"/>
                      </a:endParaRPr>
                    </a:p>
                  </a:txBody>
                  <a:tcPr/>
                </a:tc>
                <a:tc>
                  <a:txBody>
                    <a:bodyPr/>
                    <a:lstStyle/>
                    <a:p>
                      <a:pPr algn="just"/>
                      <a:r>
                        <a:rPr lang="en-US" sz="1800" b="1" dirty="0">
                          <a:solidFill>
                            <a:srgbClr val="002060"/>
                          </a:solidFill>
                          <a:latin typeface="Times New Roman" panose="02020603050405020304" pitchFamily="18" charset="0"/>
                          <a:cs typeface="Times New Roman" panose="02020603050405020304" pitchFamily="18" charset="0"/>
                        </a:rPr>
                        <a:t>An emulator comes as a complete re-implementation of the original software. </a:t>
                      </a:r>
                      <a:endParaRPr lang="en-IN" sz="1800" b="1" dirty="0">
                        <a:solidFill>
                          <a:srgbClr val="002060"/>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863349688"/>
                  </a:ext>
                </a:extLst>
              </a:tr>
            </a:tbl>
          </a:graphicData>
        </a:graphic>
      </p:graphicFrame>
    </p:spTree>
    <p:extLst>
      <p:ext uri="{BB962C8B-B14F-4D97-AF65-F5344CB8AC3E}">
        <p14:creationId xmlns:p14="http://schemas.microsoft.com/office/powerpoint/2010/main" val="356754872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788982" y="623597"/>
            <a:ext cx="7728998" cy="391293"/>
          </a:xfrm>
          <a:prstGeom prst="rect">
            <a:avLst/>
          </a:prstGeom>
        </p:spPr>
        <p:txBody>
          <a:bodyPr spcFirstLastPara="1" vert="horz" wrap="square" lIns="0" tIns="9049" rIns="0" bIns="0" rtlCol="0" anchor="ctr" anchorCtr="0">
            <a:spAutoFit/>
          </a:bodyPr>
          <a:lstStyle/>
          <a:p>
            <a:pPr marL="9525">
              <a:spcBef>
                <a:spcPts val="71"/>
              </a:spcBef>
            </a:pPr>
            <a:r>
              <a:rPr sz="2400" spc="236" dirty="0"/>
              <a:t>CHALLENGE</a:t>
            </a:r>
            <a:r>
              <a:rPr sz="2400" spc="191" dirty="0"/>
              <a:t>S</a:t>
            </a:r>
            <a:r>
              <a:rPr sz="2400" spc="-34" dirty="0"/>
              <a:t> </a:t>
            </a:r>
            <a:r>
              <a:rPr sz="2400" spc="113" dirty="0"/>
              <a:t>I</a:t>
            </a:r>
            <a:r>
              <a:rPr sz="2400" spc="368" dirty="0"/>
              <a:t>N</a:t>
            </a:r>
            <a:r>
              <a:rPr sz="2400" spc="-360" dirty="0"/>
              <a:t> </a:t>
            </a:r>
            <a:r>
              <a:rPr sz="2400" spc="214" dirty="0"/>
              <a:t>V</a:t>
            </a:r>
            <a:r>
              <a:rPr sz="2400" spc="101" dirty="0"/>
              <a:t>I</a:t>
            </a:r>
            <a:r>
              <a:rPr sz="2400" spc="11" dirty="0"/>
              <a:t>R</a:t>
            </a:r>
            <a:r>
              <a:rPr sz="2400" spc="217" dirty="0"/>
              <a:t>T</a:t>
            </a:r>
            <a:r>
              <a:rPr sz="2400" spc="214" dirty="0"/>
              <a:t>U</a:t>
            </a:r>
            <a:r>
              <a:rPr sz="2400" spc="195" dirty="0"/>
              <a:t>ALIZE</a:t>
            </a:r>
            <a:r>
              <a:rPr sz="2400" spc="330" dirty="0"/>
              <a:t>D</a:t>
            </a:r>
            <a:r>
              <a:rPr sz="2400" spc="-45" dirty="0"/>
              <a:t> </a:t>
            </a:r>
            <a:r>
              <a:rPr sz="2400" spc="233" dirty="0"/>
              <a:t>EN</a:t>
            </a:r>
            <a:r>
              <a:rPr sz="2400" spc="240" dirty="0"/>
              <a:t>V</a:t>
            </a:r>
            <a:r>
              <a:rPr sz="2400" spc="75" dirty="0"/>
              <a:t>I</a:t>
            </a:r>
            <a:r>
              <a:rPr sz="2400" spc="139" dirty="0"/>
              <a:t>R</a:t>
            </a:r>
            <a:r>
              <a:rPr sz="2400" spc="289" dirty="0"/>
              <a:t>ONMENT</a:t>
            </a:r>
          </a:p>
        </p:txBody>
      </p:sp>
      <p:sp>
        <p:nvSpPr>
          <p:cNvPr id="4" name="object 4"/>
          <p:cNvSpPr txBox="1"/>
          <p:nvPr/>
        </p:nvSpPr>
        <p:spPr>
          <a:xfrm>
            <a:off x="788982" y="1248379"/>
            <a:ext cx="7935362" cy="3333605"/>
          </a:xfrm>
          <a:prstGeom prst="rect">
            <a:avLst/>
          </a:prstGeom>
        </p:spPr>
        <p:txBody>
          <a:bodyPr vert="horz" wrap="square" lIns="0" tIns="9525" rIns="0" bIns="0" rtlCol="0">
            <a:spAutoFit/>
          </a:bodyPr>
          <a:lstStyle/>
          <a:p>
            <a:pPr marL="514350" indent="-285750">
              <a:lnSpc>
                <a:spcPct val="150000"/>
              </a:lnSpc>
              <a:buFont typeface="Wingdings" panose="05000000000000000000" pitchFamily="2" charset="2"/>
              <a:buChar char="v"/>
            </a:pPr>
            <a:r>
              <a:rPr lang="en-US" sz="1800" dirty="0">
                <a:solidFill>
                  <a:srgbClr val="002060"/>
                </a:solidFill>
              </a:rPr>
              <a:t>Virtualization - the use of software to emulate the functionality of hardware for servers, networks and data storage - has become the prevalent way for businesses to operate in today's corporate culture.</a:t>
            </a:r>
          </a:p>
          <a:p>
            <a:pPr marL="514350" indent="-285750">
              <a:lnSpc>
                <a:spcPct val="150000"/>
              </a:lnSpc>
              <a:buFont typeface="Wingdings" panose="05000000000000000000" pitchFamily="2" charset="2"/>
              <a:buChar char="v"/>
            </a:pPr>
            <a:r>
              <a:rPr lang="en-US" sz="1800" dirty="0">
                <a:solidFill>
                  <a:srgbClr val="002060"/>
                </a:solidFill>
              </a:rPr>
              <a:t>There are many advantages to virtualization, including cost savings, fast and easy scalability, and often less downtime and better functionality than traditional hardware-based systems.</a:t>
            </a:r>
          </a:p>
          <a:p>
            <a:pPr marL="514350" indent="-285750">
              <a:lnSpc>
                <a:spcPct val="150000"/>
              </a:lnSpc>
              <a:buFont typeface="Wingdings" panose="05000000000000000000" pitchFamily="2" charset="2"/>
              <a:buChar char="v"/>
            </a:pPr>
            <a:r>
              <a:rPr lang="en-US" sz="1800" dirty="0">
                <a:solidFill>
                  <a:srgbClr val="002060"/>
                </a:solidFill>
              </a:rPr>
              <a:t>Virtualization management does create some challenges that businesses must address, however.</a:t>
            </a:r>
            <a:endParaRPr lang="en-IN" sz="1800" dirty="0">
              <a:solidFill>
                <a:srgbClr val="002060"/>
              </a:solidFill>
            </a:endParaRPr>
          </a:p>
        </p:txBody>
      </p:sp>
    </p:spTree>
    <p:extLst>
      <p:ext uri="{BB962C8B-B14F-4D97-AF65-F5344CB8AC3E}">
        <p14:creationId xmlns:p14="http://schemas.microsoft.com/office/powerpoint/2010/main" val="87683173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728146" y="1014890"/>
            <a:ext cx="7850669" cy="4083810"/>
          </a:xfrm>
          <a:prstGeom prst="rect">
            <a:avLst/>
          </a:prstGeom>
          <a:noFill/>
          <a:ln>
            <a:noFill/>
          </a:ln>
        </p:spPr>
        <p:txBody>
          <a:bodyPr vert="horz" wrap="square" lIns="0" tIns="112395" rIns="0" bIns="0" rtlCol="0">
            <a:spAutoFit/>
          </a:bodyPr>
          <a:lstStyle/>
          <a:p>
            <a:pPr marL="571500" indent="-342900">
              <a:lnSpc>
                <a:spcPct val="150000"/>
              </a:lnSpc>
              <a:buFont typeface="Wingdings" panose="05000000000000000000" pitchFamily="2" charset="2"/>
              <a:buChar char="Ø"/>
            </a:pPr>
            <a:r>
              <a:rPr lang="en-US" sz="2200" dirty="0">
                <a:solidFill>
                  <a:srgbClr val="C00000"/>
                </a:solidFill>
                <a:latin typeface="Times New Roman" panose="02020603050405020304" pitchFamily="18" charset="0"/>
                <a:cs typeface="Times New Roman" panose="02020603050405020304" pitchFamily="18" charset="0"/>
              </a:rPr>
              <a:t>Resource </a:t>
            </a:r>
            <a:r>
              <a:rPr lang="en-US" sz="2200" dirty="0" smtClean="0">
                <a:solidFill>
                  <a:srgbClr val="C00000"/>
                </a:solidFill>
                <a:latin typeface="Times New Roman" panose="02020603050405020304" pitchFamily="18" charset="0"/>
                <a:cs typeface="Times New Roman" panose="02020603050405020304" pitchFamily="18" charset="0"/>
              </a:rPr>
              <a:t>Distribution</a:t>
            </a:r>
          </a:p>
          <a:p>
            <a:pPr marL="228600" lvl="5">
              <a:lnSpc>
                <a:spcPct val="150000"/>
              </a:lnSpc>
            </a:pPr>
            <a:r>
              <a:rPr lang="en-US" sz="2200" dirty="0" smtClean="0">
                <a:solidFill>
                  <a:srgbClr val="002060"/>
                </a:solidFill>
                <a:latin typeface="Times New Roman" panose="02020603050405020304" pitchFamily="18" charset="0"/>
                <a:cs typeface="Times New Roman" panose="02020603050405020304" pitchFamily="18" charset="0"/>
              </a:rPr>
              <a:t>The </a:t>
            </a:r>
            <a:r>
              <a:rPr lang="en-US" sz="2200" dirty="0">
                <a:solidFill>
                  <a:srgbClr val="002060"/>
                </a:solidFill>
                <a:latin typeface="Times New Roman" panose="02020603050405020304" pitchFamily="18" charset="0"/>
                <a:cs typeface="Times New Roman" panose="02020603050405020304" pitchFamily="18" charset="0"/>
              </a:rPr>
              <a:t>way virtualization partitions systems can result in varied ways - some might function well, and others might not provide users access to enough resources to meet their needs. Resource distribution problems often occur in the shift to virtualization and can be fixed by working on capacity planning with your service provider.</a:t>
            </a:r>
          </a:p>
          <a:p>
            <a:pPr marL="514350" lvl="1" indent="-285750">
              <a:lnSpc>
                <a:spcPct val="150000"/>
              </a:lnSpc>
              <a:buFont typeface="Wingdings" panose="05000000000000000000" pitchFamily="2" charset="2"/>
              <a:buChar char="v"/>
            </a:pPr>
            <a:endParaRPr lang="en-US" sz="1800" dirty="0">
              <a:solidFill>
                <a:srgbClr val="002060"/>
              </a:solidFill>
            </a:endParaRPr>
          </a:p>
        </p:txBody>
      </p:sp>
      <p:sp>
        <p:nvSpPr>
          <p:cNvPr id="4" name="object 3"/>
          <p:cNvSpPr txBox="1">
            <a:spLocks noGrp="1"/>
          </p:cNvSpPr>
          <p:nvPr>
            <p:ph type="title"/>
          </p:nvPr>
        </p:nvSpPr>
        <p:spPr>
          <a:xfrm>
            <a:off x="788982" y="623597"/>
            <a:ext cx="7728998" cy="391293"/>
          </a:xfrm>
          <a:prstGeom prst="rect">
            <a:avLst/>
          </a:prstGeom>
        </p:spPr>
        <p:txBody>
          <a:bodyPr spcFirstLastPara="1" vert="horz" wrap="square" lIns="0" tIns="9049" rIns="0" bIns="0" rtlCol="0" anchor="ctr" anchorCtr="0">
            <a:spAutoFit/>
          </a:bodyPr>
          <a:lstStyle/>
          <a:p>
            <a:pPr marL="9525">
              <a:spcBef>
                <a:spcPts val="71"/>
              </a:spcBef>
            </a:pPr>
            <a:r>
              <a:rPr sz="2400" spc="236" dirty="0"/>
              <a:t>CHALLENGE</a:t>
            </a:r>
            <a:r>
              <a:rPr sz="2400" spc="191" dirty="0"/>
              <a:t>S</a:t>
            </a:r>
            <a:r>
              <a:rPr sz="2400" spc="-34" dirty="0"/>
              <a:t> </a:t>
            </a:r>
            <a:r>
              <a:rPr sz="2400" spc="113" dirty="0"/>
              <a:t>I</a:t>
            </a:r>
            <a:r>
              <a:rPr sz="2400" spc="368" dirty="0"/>
              <a:t>N</a:t>
            </a:r>
            <a:r>
              <a:rPr sz="2400" spc="-360" dirty="0"/>
              <a:t> </a:t>
            </a:r>
            <a:r>
              <a:rPr sz="2400" spc="214" dirty="0"/>
              <a:t>V</a:t>
            </a:r>
            <a:r>
              <a:rPr sz="2400" spc="101" dirty="0"/>
              <a:t>I</a:t>
            </a:r>
            <a:r>
              <a:rPr sz="2400" spc="11" dirty="0"/>
              <a:t>R</a:t>
            </a:r>
            <a:r>
              <a:rPr sz="2400" spc="217" dirty="0"/>
              <a:t>T</a:t>
            </a:r>
            <a:r>
              <a:rPr sz="2400" spc="214" dirty="0"/>
              <a:t>U</a:t>
            </a:r>
            <a:r>
              <a:rPr sz="2400" spc="195" dirty="0"/>
              <a:t>ALIZE</a:t>
            </a:r>
            <a:r>
              <a:rPr sz="2400" spc="330" dirty="0"/>
              <a:t>D</a:t>
            </a:r>
            <a:r>
              <a:rPr sz="2400" spc="-45" dirty="0"/>
              <a:t> </a:t>
            </a:r>
            <a:r>
              <a:rPr sz="2400" spc="233" dirty="0"/>
              <a:t>EN</a:t>
            </a:r>
            <a:r>
              <a:rPr sz="2400" spc="240" dirty="0"/>
              <a:t>V</a:t>
            </a:r>
            <a:r>
              <a:rPr sz="2400" spc="75" dirty="0"/>
              <a:t>I</a:t>
            </a:r>
            <a:r>
              <a:rPr sz="2400" spc="139" dirty="0"/>
              <a:t>R</a:t>
            </a:r>
            <a:r>
              <a:rPr sz="2400" spc="289" dirty="0"/>
              <a:t>ONMENT</a:t>
            </a:r>
          </a:p>
        </p:txBody>
      </p:sp>
    </p:spTree>
    <p:extLst>
      <p:ext uri="{BB962C8B-B14F-4D97-AF65-F5344CB8AC3E}">
        <p14:creationId xmlns:p14="http://schemas.microsoft.com/office/powerpoint/2010/main" val="41291081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60382" y="1025280"/>
            <a:ext cx="7850669" cy="3499035"/>
          </a:xfrm>
          <a:prstGeom prst="rect">
            <a:avLst/>
          </a:prstGeom>
          <a:noFill/>
          <a:ln>
            <a:noFill/>
          </a:ln>
        </p:spPr>
        <p:txBody>
          <a:bodyPr vert="horz" wrap="square" lIns="0" tIns="112395" rIns="0" bIns="0" rtlCol="0">
            <a:spAutoFit/>
          </a:bodyPr>
          <a:lstStyle/>
          <a:p>
            <a:pPr marL="596900" lvl="0" indent="-457200" algn="just">
              <a:buSzPts val="1800"/>
              <a:buFont typeface="Wingdings" panose="05000000000000000000" pitchFamily="2" charset="2"/>
              <a:buChar char="Ø"/>
            </a:pPr>
            <a:r>
              <a:rPr lang="en-US" sz="2200" dirty="0">
                <a:solidFill>
                  <a:srgbClr val="C00000"/>
                </a:solidFill>
                <a:effectLst>
                  <a:glow rad="101600">
                    <a:srgbClr val="F1F3F4">
                      <a:alpha val="60000"/>
                    </a:srgbClr>
                  </a:glow>
                </a:effectLst>
                <a:latin typeface="Times New Roman" panose="02020603050405020304" pitchFamily="18" charset="0"/>
                <a:cs typeface="Times New Roman" panose="02020603050405020304" pitchFamily="18" charset="0"/>
                <a:sym typeface="Quicksand"/>
              </a:rPr>
              <a:t>VM </a:t>
            </a:r>
            <a:r>
              <a:rPr lang="en-US" sz="2200" dirty="0" smtClean="0">
                <a:solidFill>
                  <a:srgbClr val="C00000"/>
                </a:solidFill>
                <a:effectLst>
                  <a:glow rad="101600">
                    <a:srgbClr val="F1F3F4">
                      <a:alpha val="60000"/>
                    </a:srgbClr>
                  </a:glow>
                </a:effectLst>
                <a:latin typeface="Times New Roman" panose="02020603050405020304" pitchFamily="18" charset="0"/>
                <a:cs typeface="Times New Roman" panose="02020603050405020304" pitchFamily="18" charset="0"/>
                <a:sym typeface="Quicksand"/>
              </a:rPr>
              <a:t>Sprawl</a:t>
            </a:r>
          </a:p>
          <a:p>
            <a:pPr marL="139700" lvl="0" algn="just">
              <a:buSzPts val="1800"/>
            </a:pPr>
            <a:endParaRPr lang="en-US" sz="2200" dirty="0">
              <a:solidFill>
                <a:srgbClr val="C00000"/>
              </a:solidFill>
              <a:effectLst>
                <a:glow rad="101600">
                  <a:srgbClr val="F1F3F4">
                    <a:alpha val="60000"/>
                  </a:srgbClr>
                </a:glow>
              </a:effectLst>
              <a:latin typeface="Times New Roman" panose="02020603050405020304" pitchFamily="18" charset="0"/>
              <a:cs typeface="Times New Roman" panose="02020603050405020304" pitchFamily="18" charset="0"/>
              <a:sym typeface="Quicksand"/>
            </a:endParaRPr>
          </a:p>
          <a:p>
            <a:pPr marL="596900" lvl="1" algn="just">
              <a:buSzPts val="1400"/>
            </a:pPr>
            <a:r>
              <a:rPr lang="en-US" sz="2200" dirty="0">
                <a:solidFill>
                  <a:srgbClr val="002060"/>
                </a:solidFill>
                <a:effectLst>
                  <a:glow rad="101600">
                    <a:srgbClr val="F1F3F4">
                      <a:alpha val="60000"/>
                    </a:srgbClr>
                  </a:glow>
                </a:effectLst>
                <a:latin typeface="Times New Roman" panose="02020603050405020304" pitchFamily="18" charset="0"/>
                <a:cs typeface="Times New Roman" panose="02020603050405020304" pitchFamily="18" charset="0"/>
                <a:sym typeface="Montserrat"/>
              </a:rPr>
              <a:t>The ability to create as many virtual machines as you want can lead to more VMs than are needed for the company to function. VM sprawl may seem harmless, but it can exacerbate resource distribution problems by diverting resources to VMs that aren't even being used while those that are used and needed see reduced functioning. </a:t>
            </a:r>
            <a:r>
              <a:rPr lang="en-US" sz="2200" dirty="0">
                <a:solidFill>
                  <a:srgbClr val="00B050"/>
                </a:solidFill>
                <a:effectLst>
                  <a:glow rad="101600">
                    <a:srgbClr val="F1F3F4">
                      <a:alpha val="60000"/>
                    </a:srgbClr>
                  </a:glow>
                </a:effectLst>
                <a:latin typeface="Times New Roman" panose="02020603050405020304" pitchFamily="18" charset="0"/>
                <a:cs typeface="Times New Roman" panose="02020603050405020304" pitchFamily="18" charset="0"/>
                <a:sym typeface="Montserrat"/>
              </a:rPr>
              <a:t>Companies can avoid VM </a:t>
            </a:r>
            <a:r>
              <a:rPr lang="en-US" sz="2200" dirty="0" smtClean="0">
                <a:solidFill>
                  <a:srgbClr val="00B050"/>
                </a:solidFill>
                <a:effectLst>
                  <a:glow rad="101600">
                    <a:srgbClr val="F1F3F4">
                      <a:alpha val="60000"/>
                    </a:srgbClr>
                  </a:glow>
                </a:effectLst>
                <a:latin typeface="Times New Roman" panose="02020603050405020304" pitchFamily="18" charset="0"/>
                <a:cs typeface="Times New Roman" panose="02020603050405020304" pitchFamily="18" charset="0"/>
                <a:sym typeface="Montserrat"/>
              </a:rPr>
              <a:t>sprawl </a:t>
            </a:r>
            <a:r>
              <a:rPr lang="en-US" sz="2200" dirty="0">
                <a:solidFill>
                  <a:srgbClr val="00B050"/>
                </a:solidFill>
                <a:effectLst>
                  <a:glow rad="101600">
                    <a:srgbClr val="F1F3F4">
                      <a:alpha val="60000"/>
                    </a:srgbClr>
                  </a:glow>
                </a:effectLst>
                <a:latin typeface="Times New Roman" panose="02020603050405020304" pitchFamily="18" charset="0"/>
                <a:cs typeface="Times New Roman" panose="02020603050405020304" pitchFamily="18" charset="0"/>
                <a:sym typeface="Montserrat"/>
              </a:rPr>
              <a:t>by sticking to the number of VMs that are needed and adding more when the time comes</a:t>
            </a:r>
            <a:r>
              <a:rPr lang="en-US" sz="2200" dirty="0" smtClean="0">
                <a:solidFill>
                  <a:srgbClr val="00B050"/>
                </a:solidFill>
                <a:effectLst>
                  <a:glow rad="101600">
                    <a:srgbClr val="F1F3F4">
                      <a:alpha val="60000"/>
                    </a:srgbClr>
                  </a:glow>
                </a:effectLst>
                <a:latin typeface="Times New Roman" panose="02020603050405020304" pitchFamily="18" charset="0"/>
                <a:cs typeface="Times New Roman" panose="02020603050405020304" pitchFamily="18" charset="0"/>
                <a:sym typeface="Montserrat"/>
              </a:rPr>
              <a:t>.</a:t>
            </a:r>
            <a:endParaRPr lang="en-IN" sz="2200" dirty="0">
              <a:solidFill>
                <a:srgbClr val="00B050"/>
              </a:solidFill>
              <a:effectLst>
                <a:glow rad="101600">
                  <a:srgbClr val="F1F3F4">
                    <a:alpha val="60000"/>
                  </a:srgbClr>
                </a:glow>
              </a:effectLst>
              <a:latin typeface="Times New Roman" panose="02020603050405020304" pitchFamily="18" charset="0"/>
              <a:cs typeface="Times New Roman" panose="02020603050405020304" pitchFamily="18" charset="0"/>
              <a:sym typeface="Montserrat"/>
            </a:endParaRPr>
          </a:p>
        </p:txBody>
      </p:sp>
      <p:sp>
        <p:nvSpPr>
          <p:cNvPr id="4" name="object 3"/>
          <p:cNvSpPr txBox="1">
            <a:spLocks noGrp="1"/>
          </p:cNvSpPr>
          <p:nvPr>
            <p:ph type="title"/>
          </p:nvPr>
        </p:nvSpPr>
        <p:spPr>
          <a:xfrm>
            <a:off x="809764" y="457342"/>
            <a:ext cx="7728998" cy="391293"/>
          </a:xfrm>
          <a:prstGeom prst="rect">
            <a:avLst/>
          </a:prstGeom>
        </p:spPr>
        <p:txBody>
          <a:bodyPr spcFirstLastPara="1" vert="horz" wrap="square" lIns="0" tIns="9049" rIns="0" bIns="0" rtlCol="0" anchor="ctr" anchorCtr="0">
            <a:spAutoFit/>
          </a:bodyPr>
          <a:lstStyle/>
          <a:p>
            <a:pPr marL="9525">
              <a:spcBef>
                <a:spcPts val="71"/>
              </a:spcBef>
            </a:pPr>
            <a:r>
              <a:rPr sz="2400" spc="236" dirty="0"/>
              <a:t>CHALLENGE</a:t>
            </a:r>
            <a:r>
              <a:rPr sz="2400" spc="191" dirty="0"/>
              <a:t>S</a:t>
            </a:r>
            <a:r>
              <a:rPr sz="2400" spc="-34" dirty="0"/>
              <a:t> </a:t>
            </a:r>
            <a:r>
              <a:rPr sz="2400" spc="113" dirty="0"/>
              <a:t>I</a:t>
            </a:r>
            <a:r>
              <a:rPr sz="2400" spc="368" dirty="0"/>
              <a:t>N</a:t>
            </a:r>
            <a:r>
              <a:rPr sz="2400" spc="-360" dirty="0"/>
              <a:t> </a:t>
            </a:r>
            <a:r>
              <a:rPr sz="2400" spc="214" dirty="0"/>
              <a:t>V</a:t>
            </a:r>
            <a:r>
              <a:rPr sz="2400" spc="101" dirty="0"/>
              <a:t>I</a:t>
            </a:r>
            <a:r>
              <a:rPr sz="2400" spc="11" dirty="0"/>
              <a:t>R</a:t>
            </a:r>
            <a:r>
              <a:rPr sz="2400" spc="217" dirty="0"/>
              <a:t>T</a:t>
            </a:r>
            <a:r>
              <a:rPr sz="2400" spc="214" dirty="0"/>
              <a:t>U</a:t>
            </a:r>
            <a:r>
              <a:rPr sz="2400" spc="195" dirty="0"/>
              <a:t>ALIZE</a:t>
            </a:r>
            <a:r>
              <a:rPr sz="2400" spc="330" dirty="0"/>
              <a:t>D</a:t>
            </a:r>
            <a:r>
              <a:rPr sz="2400" spc="-45" dirty="0"/>
              <a:t> </a:t>
            </a:r>
            <a:r>
              <a:rPr sz="2400" spc="233" dirty="0"/>
              <a:t>EN</a:t>
            </a:r>
            <a:r>
              <a:rPr sz="2400" spc="240" dirty="0"/>
              <a:t>V</a:t>
            </a:r>
            <a:r>
              <a:rPr sz="2400" spc="75" dirty="0"/>
              <a:t>I</a:t>
            </a:r>
            <a:r>
              <a:rPr sz="2400" spc="139" dirty="0"/>
              <a:t>R</a:t>
            </a:r>
            <a:r>
              <a:rPr sz="2400" spc="289" dirty="0"/>
              <a:t>ONMENT</a:t>
            </a:r>
          </a:p>
        </p:txBody>
      </p:sp>
    </p:spTree>
    <p:extLst>
      <p:ext uri="{BB962C8B-B14F-4D97-AF65-F5344CB8AC3E}">
        <p14:creationId xmlns:p14="http://schemas.microsoft.com/office/powerpoint/2010/main" val="415274616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665019" y="848635"/>
            <a:ext cx="7741228" cy="3966951"/>
          </a:xfrm>
          <a:prstGeom prst="rect">
            <a:avLst/>
          </a:prstGeom>
        </p:spPr>
        <p:txBody>
          <a:bodyPr vert="horz" wrap="square" lIns="0" tIns="103346" rIns="0" bIns="0" rtlCol="0">
            <a:spAutoFit/>
          </a:bodyPr>
          <a:lstStyle/>
          <a:p>
            <a:pPr marL="571500" lvl="0" indent="-342900" algn="just">
              <a:lnSpc>
                <a:spcPct val="150000"/>
              </a:lnSpc>
              <a:buSzPts val="1800"/>
              <a:buFont typeface="Wingdings" panose="05000000000000000000" pitchFamily="2" charset="2"/>
              <a:buChar char="Ø"/>
            </a:pPr>
            <a:r>
              <a:rPr lang="en-US" sz="2200" dirty="0">
                <a:solidFill>
                  <a:srgbClr val="C00000"/>
                </a:solidFill>
                <a:effectLst>
                  <a:glow rad="101600">
                    <a:srgbClr val="F1F3F4">
                      <a:alpha val="60000"/>
                    </a:srgbClr>
                  </a:glow>
                </a:effectLst>
                <a:latin typeface="Times New Roman" panose="02020603050405020304" pitchFamily="18" charset="0"/>
                <a:cs typeface="Times New Roman" panose="02020603050405020304" pitchFamily="18" charset="0"/>
                <a:sym typeface="Quicksand"/>
              </a:rPr>
              <a:t>Backward Compatibility</a:t>
            </a:r>
          </a:p>
          <a:p>
            <a:pPr marL="596900" lvl="1" algn="just">
              <a:lnSpc>
                <a:spcPct val="150000"/>
              </a:lnSpc>
              <a:buSzPts val="1400"/>
            </a:pPr>
            <a:r>
              <a:rPr lang="en-US" sz="2200" dirty="0">
                <a:solidFill>
                  <a:srgbClr val="002060"/>
                </a:solidFill>
                <a:effectLst>
                  <a:glow rad="101600">
                    <a:srgbClr val="F1F3F4">
                      <a:alpha val="60000"/>
                    </a:srgbClr>
                  </a:glow>
                </a:effectLst>
                <a:latin typeface="Times New Roman" panose="02020603050405020304" pitchFamily="18" charset="0"/>
                <a:cs typeface="Times New Roman" panose="02020603050405020304" pitchFamily="18" charset="0"/>
                <a:sym typeface="Montserrat"/>
              </a:rPr>
              <a:t>Many companies use legacy systems that can cause problems with newer virtualized software and programs. Compatibility issues can be time-consuming and difficult to resolve, but </a:t>
            </a:r>
            <a:r>
              <a:rPr lang="en-US" sz="2200" dirty="0">
                <a:solidFill>
                  <a:srgbClr val="00B050"/>
                </a:solidFill>
                <a:effectLst>
                  <a:glow rad="101600">
                    <a:srgbClr val="F1F3F4">
                      <a:alpha val="60000"/>
                    </a:srgbClr>
                  </a:glow>
                </a:effectLst>
                <a:latin typeface="Times New Roman" panose="02020603050405020304" pitchFamily="18" charset="0"/>
                <a:cs typeface="Times New Roman" panose="02020603050405020304" pitchFamily="18" charset="0"/>
                <a:sym typeface="Montserrat"/>
              </a:rPr>
              <a:t>vendors may be aware of these difficulties and be able to suggest upgrades or workarounds to make sure everything functions the way it should.</a:t>
            </a:r>
          </a:p>
          <a:p>
            <a:pPr marL="596900" lvl="1" algn="just">
              <a:buSzPts val="1400"/>
            </a:pPr>
            <a:endParaRPr lang="en-US" sz="2000" b="1" dirty="0">
              <a:solidFill>
                <a:srgbClr val="002060"/>
              </a:solidFill>
              <a:effectLst>
                <a:glow rad="101600">
                  <a:srgbClr val="F1F3F4">
                    <a:alpha val="60000"/>
                  </a:srgbClr>
                </a:glow>
              </a:effectLst>
              <a:latin typeface="Times New Roman" panose="02020603050405020304" pitchFamily="18" charset="0"/>
              <a:cs typeface="Times New Roman" panose="02020603050405020304" pitchFamily="18" charset="0"/>
              <a:sym typeface="Montserrat"/>
            </a:endParaRPr>
          </a:p>
        </p:txBody>
      </p:sp>
      <p:sp>
        <p:nvSpPr>
          <p:cNvPr id="4" name="object 3"/>
          <p:cNvSpPr txBox="1">
            <a:spLocks/>
          </p:cNvSpPr>
          <p:nvPr/>
        </p:nvSpPr>
        <p:spPr>
          <a:xfrm>
            <a:off x="809764" y="457342"/>
            <a:ext cx="7728998" cy="391293"/>
          </a:xfrm>
          <a:prstGeom prst="rect">
            <a:avLst/>
          </a:prstGeom>
          <a:noFill/>
          <a:ln>
            <a:noFill/>
          </a:ln>
        </p:spPr>
        <p:txBody>
          <a:bodyPr spcFirstLastPara="1" vert="horz" wrap="square" lIns="0" tIns="9049" rIns="0" bIns="0" rtlCol="0" anchor="ctr"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600"/>
              <a:buFont typeface="Grand Hotel"/>
              <a:buNone/>
              <a:defRPr sz="3600" b="0" i="0" u="none" strike="noStrike" cap="none">
                <a:solidFill>
                  <a:schemeClr val="dk1"/>
                </a:solidFill>
                <a:latin typeface="Times New Roman" panose="02020603050405020304" pitchFamily="18" charset="0"/>
                <a:ea typeface="Grand Hotel"/>
                <a:cs typeface="Times New Roman" panose="02020603050405020304" pitchFamily="18" charset="0"/>
                <a:sym typeface="Grand Hotel"/>
              </a:defRPr>
            </a:lvl1pPr>
            <a:lvl2pPr marR="0" lvl="1" algn="ctr" rtl="0">
              <a:lnSpc>
                <a:spcPct val="100000"/>
              </a:lnSpc>
              <a:spcBef>
                <a:spcPts val="0"/>
              </a:spcBef>
              <a:spcAft>
                <a:spcPts val="0"/>
              </a:spcAft>
              <a:buClr>
                <a:schemeClr val="dk1"/>
              </a:buClr>
              <a:buSzPts val="3600"/>
              <a:buFont typeface="Grand Hotel"/>
              <a:buNone/>
              <a:defRPr sz="3600" b="0" i="0" u="none" strike="noStrike" cap="none">
                <a:solidFill>
                  <a:schemeClr val="dk1"/>
                </a:solidFill>
                <a:latin typeface="Grand Hotel"/>
                <a:ea typeface="Grand Hotel"/>
                <a:cs typeface="Grand Hotel"/>
                <a:sym typeface="Grand Hotel"/>
              </a:defRPr>
            </a:lvl2pPr>
            <a:lvl3pPr marR="0" lvl="2" algn="ctr" rtl="0">
              <a:lnSpc>
                <a:spcPct val="100000"/>
              </a:lnSpc>
              <a:spcBef>
                <a:spcPts val="0"/>
              </a:spcBef>
              <a:spcAft>
                <a:spcPts val="0"/>
              </a:spcAft>
              <a:buClr>
                <a:schemeClr val="dk1"/>
              </a:buClr>
              <a:buSzPts val="3600"/>
              <a:buFont typeface="Grand Hotel"/>
              <a:buNone/>
              <a:defRPr sz="3600" b="0" i="0" u="none" strike="noStrike" cap="none">
                <a:solidFill>
                  <a:schemeClr val="dk1"/>
                </a:solidFill>
                <a:latin typeface="Grand Hotel"/>
                <a:ea typeface="Grand Hotel"/>
                <a:cs typeface="Grand Hotel"/>
                <a:sym typeface="Grand Hotel"/>
              </a:defRPr>
            </a:lvl3pPr>
            <a:lvl4pPr marR="0" lvl="3" algn="ctr" rtl="0">
              <a:lnSpc>
                <a:spcPct val="100000"/>
              </a:lnSpc>
              <a:spcBef>
                <a:spcPts val="0"/>
              </a:spcBef>
              <a:spcAft>
                <a:spcPts val="0"/>
              </a:spcAft>
              <a:buClr>
                <a:schemeClr val="dk1"/>
              </a:buClr>
              <a:buSzPts val="3600"/>
              <a:buFont typeface="Grand Hotel"/>
              <a:buNone/>
              <a:defRPr sz="3600" b="0" i="0" u="none" strike="noStrike" cap="none">
                <a:solidFill>
                  <a:schemeClr val="dk1"/>
                </a:solidFill>
                <a:latin typeface="Grand Hotel"/>
                <a:ea typeface="Grand Hotel"/>
                <a:cs typeface="Grand Hotel"/>
                <a:sym typeface="Grand Hotel"/>
              </a:defRPr>
            </a:lvl4pPr>
            <a:lvl5pPr marR="0" lvl="4" algn="ctr" rtl="0">
              <a:lnSpc>
                <a:spcPct val="100000"/>
              </a:lnSpc>
              <a:spcBef>
                <a:spcPts val="0"/>
              </a:spcBef>
              <a:spcAft>
                <a:spcPts val="0"/>
              </a:spcAft>
              <a:buClr>
                <a:schemeClr val="dk1"/>
              </a:buClr>
              <a:buSzPts val="3600"/>
              <a:buFont typeface="Grand Hotel"/>
              <a:buNone/>
              <a:defRPr sz="3600" b="0" i="0" u="none" strike="noStrike" cap="none">
                <a:solidFill>
                  <a:schemeClr val="dk1"/>
                </a:solidFill>
                <a:latin typeface="Grand Hotel"/>
                <a:ea typeface="Grand Hotel"/>
                <a:cs typeface="Grand Hotel"/>
                <a:sym typeface="Grand Hotel"/>
              </a:defRPr>
            </a:lvl5pPr>
            <a:lvl6pPr marR="0" lvl="5" algn="ctr" rtl="0">
              <a:lnSpc>
                <a:spcPct val="100000"/>
              </a:lnSpc>
              <a:spcBef>
                <a:spcPts val="0"/>
              </a:spcBef>
              <a:spcAft>
                <a:spcPts val="0"/>
              </a:spcAft>
              <a:buClr>
                <a:schemeClr val="dk1"/>
              </a:buClr>
              <a:buSzPts val="3600"/>
              <a:buFont typeface="Grand Hotel"/>
              <a:buNone/>
              <a:defRPr sz="3600" b="0" i="0" u="none" strike="noStrike" cap="none">
                <a:solidFill>
                  <a:schemeClr val="dk1"/>
                </a:solidFill>
                <a:latin typeface="Grand Hotel"/>
                <a:ea typeface="Grand Hotel"/>
                <a:cs typeface="Grand Hotel"/>
                <a:sym typeface="Grand Hotel"/>
              </a:defRPr>
            </a:lvl6pPr>
            <a:lvl7pPr marR="0" lvl="6" algn="ctr" rtl="0">
              <a:lnSpc>
                <a:spcPct val="100000"/>
              </a:lnSpc>
              <a:spcBef>
                <a:spcPts val="0"/>
              </a:spcBef>
              <a:spcAft>
                <a:spcPts val="0"/>
              </a:spcAft>
              <a:buClr>
                <a:schemeClr val="dk1"/>
              </a:buClr>
              <a:buSzPts val="3600"/>
              <a:buFont typeface="Grand Hotel"/>
              <a:buNone/>
              <a:defRPr sz="3600" b="0" i="0" u="none" strike="noStrike" cap="none">
                <a:solidFill>
                  <a:schemeClr val="dk1"/>
                </a:solidFill>
                <a:latin typeface="Grand Hotel"/>
                <a:ea typeface="Grand Hotel"/>
                <a:cs typeface="Grand Hotel"/>
                <a:sym typeface="Grand Hotel"/>
              </a:defRPr>
            </a:lvl7pPr>
            <a:lvl8pPr marR="0" lvl="7" algn="ctr" rtl="0">
              <a:lnSpc>
                <a:spcPct val="100000"/>
              </a:lnSpc>
              <a:spcBef>
                <a:spcPts val="0"/>
              </a:spcBef>
              <a:spcAft>
                <a:spcPts val="0"/>
              </a:spcAft>
              <a:buClr>
                <a:schemeClr val="dk1"/>
              </a:buClr>
              <a:buSzPts val="3600"/>
              <a:buFont typeface="Grand Hotel"/>
              <a:buNone/>
              <a:defRPr sz="3600" b="0" i="0" u="none" strike="noStrike" cap="none">
                <a:solidFill>
                  <a:schemeClr val="dk1"/>
                </a:solidFill>
                <a:latin typeface="Grand Hotel"/>
                <a:ea typeface="Grand Hotel"/>
                <a:cs typeface="Grand Hotel"/>
                <a:sym typeface="Grand Hotel"/>
              </a:defRPr>
            </a:lvl8pPr>
            <a:lvl9pPr marR="0" lvl="8" algn="ctr" rtl="0">
              <a:lnSpc>
                <a:spcPct val="100000"/>
              </a:lnSpc>
              <a:spcBef>
                <a:spcPts val="0"/>
              </a:spcBef>
              <a:spcAft>
                <a:spcPts val="0"/>
              </a:spcAft>
              <a:buClr>
                <a:schemeClr val="dk1"/>
              </a:buClr>
              <a:buSzPts val="3600"/>
              <a:buFont typeface="Grand Hotel"/>
              <a:buNone/>
              <a:defRPr sz="3600" b="0" i="0" u="none" strike="noStrike" cap="none">
                <a:solidFill>
                  <a:schemeClr val="dk1"/>
                </a:solidFill>
                <a:latin typeface="Grand Hotel"/>
                <a:ea typeface="Grand Hotel"/>
                <a:cs typeface="Grand Hotel"/>
                <a:sym typeface="Grand Hotel"/>
              </a:defRPr>
            </a:lvl9pPr>
          </a:lstStyle>
          <a:p>
            <a:pPr marL="9525">
              <a:spcBef>
                <a:spcPts val="71"/>
              </a:spcBef>
            </a:pPr>
            <a:r>
              <a:rPr lang="en-IN" sz="2400" spc="236" smtClean="0"/>
              <a:t>CHALLENGE</a:t>
            </a:r>
            <a:r>
              <a:rPr lang="en-IN" sz="2400" spc="191" smtClean="0"/>
              <a:t>S</a:t>
            </a:r>
            <a:r>
              <a:rPr lang="en-IN" sz="2400" spc="-34" smtClean="0"/>
              <a:t> </a:t>
            </a:r>
            <a:r>
              <a:rPr lang="en-IN" sz="2400" spc="113" smtClean="0"/>
              <a:t>I</a:t>
            </a:r>
            <a:r>
              <a:rPr lang="en-IN" sz="2400" spc="368" smtClean="0"/>
              <a:t>N</a:t>
            </a:r>
            <a:r>
              <a:rPr lang="en-IN" sz="2400" spc="-360" smtClean="0"/>
              <a:t> </a:t>
            </a:r>
            <a:r>
              <a:rPr lang="en-IN" sz="2400" spc="214" smtClean="0"/>
              <a:t>V</a:t>
            </a:r>
            <a:r>
              <a:rPr lang="en-IN" sz="2400" spc="101" smtClean="0"/>
              <a:t>I</a:t>
            </a:r>
            <a:r>
              <a:rPr lang="en-IN" sz="2400" spc="11" smtClean="0"/>
              <a:t>R</a:t>
            </a:r>
            <a:r>
              <a:rPr lang="en-IN" sz="2400" spc="217" smtClean="0"/>
              <a:t>T</a:t>
            </a:r>
            <a:r>
              <a:rPr lang="en-IN" sz="2400" spc="214" smtClean="0"/>
              <a:t>U</a:t>
            </a:r>
            <a:r>
              <a:rPr lang="en-IN" sz="2400" spc="195" smtClean="0"/>
              <a:t>ALIZE</a:t>
            </a:r>
            <a:r>
              <a:rPr lang="en-IN" sz="2400" spc="330" smtClean="0"/>
              <a:t>D</a:t>
            </a:r>
            <a:r>
              <a:rPr lang="en-IN" sz="2400" spc="-45" smtClean="0"/>
              <a:t> </a:t>
            </a:r>
            <a:r>
              <a:rPr lang="en-IN" sz="2400" spc="233" smtClean="0"/>
              <a:t>EN</a:t>
            </a:r>
            <a:r>
              <a:rPr lang="en-IN" sz="2400" spc="240" smtClean="0"/>
              <a:t>V</a:t>
            </a:r>
            <a:r>
              <a:rPr lang="en-IN" sz="2400" spc="75" smtClean="0"/>
              <a:t>I</a:t>
            </a:r>
            <a:r>
              <a:rPr lang="en-IN" sz="2400" spc="139" smtClean="0"/>
              <a:t>R</a:t>
            </a:r>
            <a:r>
              <a:rPr lang="en-IN" sz="2400" spc="289" smtClean="0"/>
              <a:t>ONMENT</a:t>
            </a:r>
            <a:endParaRPr lang="en-IN" sz="2400" spc="289" dirty="0"/>
          </a:p>
        </p:txBody>
      </p:sp>
    </p:spTree>
    <p:extLst>
      <p:ext uri="{BB962C8B-B14F-4D97-AF65-F5344CB8AC3E}">
        <p14:creationId xmlns:p14="http://schemas.microsoft.com/office/powerpoint/2010/main" val="263464785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809764" y="1077235"/>
            <a:ext cx="7572406" cy="3659175"/>
          </a:xfrm>
          <a:prstGeom prst="rect">
            <a:avLst/>
          </a:prstGeom>
        </p:spPr>
        <p:txBody>
          <a:bodyPr vert="horz" wrap="square" lIns="0" tIns="103346" rIns="0" bIns="0" rtlCol="0">
            <a:spAutoFit/>
          </a:bodyPr>
          <a:lstStyle/>
          <a:p>
            <a:pPr marL="596900" lvl="0" indent="-457200" algn="just">
              <a:lnSpc>
                <a:spcPct val="150000"/>
              </a:lnSpc>
              <a:buSzPts val="1800"/>
              <a:buFont typeface="Wingdings" panose="05000000000000000000" pitchFamily="2" charset="2"/>
              <a:buChar char="Ø"/>
            </a:pPr>
            <a:r>
              <a:rPr lang="en-US" sz="2200" dirty="0" smtClean="0">
                <a:solidFill>
                  <a:srgbClr val="C00000"/>
                </a:solidFill>
                <a:effectLst>
                  <a:glow rad="101600">
                    <a:srgbClr val="F1F3F4">
                      <a:alpha val="60000"/>
                    </a:srgbClr>
                  </a:glow>
                </a:effectLst>
                <a:latin typeface="Times New Roman" panose="02020603050405020304" pitchFamily="18" charset="0"/>
                <a:cs typeface="Times New Roman" panose="02020603050405020304" pitchFamily="18" charset="0"/>
                <a:sym typeface="Quicksand"/>
              </a:rPr>
              <a:t>Performance </a:t>
            </a:r>
            <a:r>
              <a:rPr lang="en-US" sz="2200" dirty="0">
                <a:solidFill>
                  <a:srgbClr val="C00000"/>
                </a:solidFill>
                <a:effectLst>
                  <a:glow rad="101600">
                    <a:srgbClr val="F1F3F4">
                      <a:alpha val="60000"/>
                    </a:srgbClr>
                  </a:glow>
                </a:effectLst>
                <a:latin typeface="Times New Roman" panose="02020603050405020304" pitchFamily="18" charset="0"/>
                <a:cs typeface="Times New Roman" panose="02020603050405020304" pitchFamily="18" charset="0"/>
                <a:sym typeface="Quicksand"/>
              </a:rPr>
              <a:t>Monitoring</a:t>
            </a:r>
          </a:p>
          <a:p>
            <a:pPr marL="596900" lvl="1" algn="just">
              <a:lnSpc>
                <a:spcPct val="150000"/>
              </a:lnSpc>
              <a:buSzPts val="1400"/>
            </a:pPr>
            <a:r>
              <a:rPr lang="en-US" sz="2200" dirty="0">
                <a:solidFill>
                  <a:srgbClr val="002060"/>
                </a:solidFill>
                <a:effectLst>
                  <a:glow rad="101600">
                    <a:srgbClr val="F1F3F4">
                      <a:alpha val="60000"/>
                    </a:srgbClr>
                  </a:glow>
                </a:effectLst>
                <a:latin typeface="Times New Roman" panose="02020603050405020304" pitchFamily="18" charset="0"/>
                <a:cs typeface="Times New Roman" panose="02020603050405020304" pitchFamily="18" charset="0"/>
                <a:sym typeface="Montserrat"/>
              </a:rPr>
              <a:t>Virtualized systems don't lend themselves to the same kind of performance monitoring as hardware like mainframes and hard drives do. </a:t>
            </a:r>
            <a:r>
              <a:rPr lang="en-US" sz="2200" dirty="0">
                <a:solidFill>
                  <a:srgbClr val="00B050"/>
                </a:solidFill>
                <a:effectLst>
                  <a:glow rad="101600">
                    <a:srgbClr val="F1F3F4">
                      <a:alpha val="60000"/>
                    </a:srgbClr>
                  </a:glow>
                </a:effectLst>
                <a:latin typeface="Times New Roman" panose="02020603050405020304" pitchFamily="18" charset="0"/>
                <a:cs typeface="Times New Roman" panose="02020603050405020304" pitchFamily="18" charset="0"/>
                <a:sym typeface="Montserrat"/>
              </a:rPr>
              <a:t>New tools like </a:t>
            </a:r>
            <a:r>
              <a:rPr lang="en-US" sz="2200" i="1" dirty="0">
                <a:solidFill>
                  <a:srgbClr val="FF0000"/>
                </a:solidFill>
                <a:effectLst>
                  <a:glow rad="101600">
                    <a:srgbClr val="F1F3F4">
                      <a:alpha val="60000"/>
                    </a:srgbClr>
                  </a:glow>
                </a:effectLst>
                <a:latin typeface="Times New Roman" panose="02020603050405020304" pitchFamily="18" charset="0"/>
                <a:cs typeface="Times New Roman" panose="02020603050405020304" pitchFamily="18" charset="0"/>
                <a:sym typeface="Montserrat"/>
              </a:rPr>
              <a:t>VM-Mark</a:t>
            </a:r>
            <a:r>
              <a:rPr lang="en-US" sz="2200" dirty="0">
                <a:solidFill>
                  <a:srgbClr val="00B050"/>
                </a:solidFill>
                <a:effectLst>
                  <a:glow rad="101600">
                    <a:srgbClr val="F1F3F4">
                      <a:alpha val="60000"/>
                    </a:srgbClr>
                  </a:glow>
                </a:effectLst>
                <a:latin typeface="Times New Roman" panose="02020603050405020304" pitchFamily="18" charset="0"/>
                <a:cs typeface="Times New Roman" panose="02020603050405020304" pitchFamily="18" charset="0"/>
                <a:sym typeface="Montserrat"/>
              </a:rPr>
              <a:t> can create benchmarks that measure performance on virtual networks and make it possible to monitor performance and resource usage.</a:t>
            </a:r>
            <a:endParaRPr lang="en-IN" sz="2200" dirty="0">
              <a:solidFill>
                <a:srgbClr val="00B050"/>
              </a:solidFill>
              <a:effectLst>
                <a:glow rad="101600">
                  <a:srgbClr val="F1F3F4">
                    <a:alpha val="60000"/>
                  </a:srgbClr>
                </a:glow>
              </a:effectLst>
              <a:latin typeface="Times New Roman" panose="02020603050405020304" pitchFamily="18" charset="0"/>
              <a:cs typeface="Times New Roman" panose="02020603050405020304" pitchFamily="18" charset="0"/>
              <a:sym typeface="Montserrat"/>
            </a:endParaRPr>
          </a:p>
        </p:txBody>
      </p:sp>
      <p:sp>
        <p:nvSpPr>
          <p:cNvPr id="4" name="object 3"/>
          <p:cNvSpPr txBox="1">
            <a:spLocks/>
          </p:cNvSpPr>
          <p:nvPr/>
        </p:nvSpPr>
        <p:spPr>
          <a:xfrm>
            <a:off x="809764" y="457342"/>
            <a:ext cx="7728998" cy="391293"/>
          </a:xfrm>
          <a:prstGeom prst="rect">
            <a:avLst/>
          </a:prstGeom>
          <a:noFill/>
          <a:ln>
            <a:noFill/>
          </a:ln>
        </p:spPr>
        <p:txBody>
          <a:bodyPr spcFirstLastPara="1" vert="horz" wrap="square" lIns="0" tIns="9049" rIns="0" bIns="0" rtlCol="0" anchor="ctr"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600"/>
              <a:buFont typeface="Grand Hotel"/>
              <a:buNone/>
              <a:defRPr sz="3600" b="0" i="0" u="none" strike="noStrike" cap="none">
                <a:solidFill>
                  <a:schemeClr val="dk1"/>
                </a:solidFill>
                <a:latin typeface="Times New Roman" panose="02020603050405020304" pitchFamily="18" charset="0"/>
                <a:ea typeface="Grand Hotel"/>
                <a:cs typeface="Times New Roman" panose="02020603050405020304" pitchFamily="18" charset="0"/>
                <a:sym typeface="Grand Hotel"/>
              </a:defRPr>
            </a:lvl1pPr>
            <a:lvl2pPr marR="0" lvl="1" algn="ctr" rtl="0">
              <a:lnSpc>
                <a:spcPct val="100000"/>
              </a:lnSpc>
              <a:spcBef>
                <a:spcPts val="0"/>
              </a:spcBef>
              <a:spcAft>
                <a:spcPts val="0"/>
              </a:spcAft>
              <a:buClr>
                <a:schemeClr val="dk1"/>
              </a:buClr>
              <a:buSzPts val="3600"/>
              <a:buFont typeface="Grand Hotel"/>
              <a:buNone/>
              <a:defRPr sz="3600" b="0" i="0" u="none" strike="noStrike" cap="none">
                <a:solidFill>
                  <a:schemeClr val="dk1"/>
                </a:solidFill>
                <a:latin typeface="Grand Hotel"/>
                <a:ea typeface="Grand Hotel"/>
                <a:cs typeface="Grand Hotel"/>
                <a:sym typeface="Grand Hotel"/>
              </a:defRPr>
            </a:lvl2pPr>
            <a:lvl3pPr marR="0" lvl="2" algn="ctr" rtl="0">
              <a:lnSpc>
                <a:spcPct val="100000"/>
              </a:lnSpc>
              <a:spcBef>
                <a:spcPts val="0"/>
              </a:spcBef>
              <a:spcAft>
                <a:spcPts val="0"/>
              </a:spcAft>
              <a:buClr>
                <a:schemeClr val="dk1"/>
              </a:buClr>
              <a:buSzPts val="3600"/>
              <a:buFont typeface="Grand Hotel"/>
              <a:buNone/>
              <a:defRPr sz="3600" b="0" i="0" u="none" strike="noStrike" cap="none">
                <a:solidFill>
                  <a:schemeClr val="dk1"/>
                </a:solidFill>
                <a:latin typeface="Grand Hotel"/>
                <a:ea typeface="Grand Hotel"/>
                <a:cs typeface="Grand Hotel"/>
                <a:sym typeface="Grand Hotel"/>
              </a:defRPr>
            </a:lvl3pPr>
            <a:lvl4pPr marR="0" lvl="3" algn="ctr" rtl="0">
              <a:lnSpc>
                <a:spcPct val="100000"/>
              </a:lnSpc>
              <a:spcBef>
                <a:spcPts val="0"/>
              </a:spcBef>
              <a:spcAft>
                <a:spcPts val="0"/>
              </a:spcAft>
              <a:buClr>
                <a:schemeClr val="dk1"/>
              </a:buClr>
              <a:buSzPts val="3600"/>
              <a:buFont typeface="Grand Hotel"/>
              <a:buNone/>
              <a:defRPr sz="3600" b="0" i="0" u="none" strike="noStrike" cap="none">
                <a:solidFill>
                  <a:schemeClr val="dk1"/>
                </a:solidFill>
                <a:latin typeface="Grand Hotel"/>
                <a:ea typeface="Grand Hotel"/>
                <a:cs typeface="Grand Hotel"/>
                <a:sym typeface="Grand Hotel"/>
              </a:defRPr>
            </a:lvl4pPr>
            <a:lvl5pPr marR="0" lvl="4" algn="ctr" rtl="0">
              <a:lnSpc>
                <a:spcPct val="100000"/>
              </a:lnSpc>
              <a:spcBef>
                <a:spcPts val="0"/>
              </a:spcBef>
              <a:spcAft>
                <a:spcPts val="0"/>
              </a:spcAft>
              <a:buClr>
                <a:schemeClr val="dk1"/>
              </a:buClr>
              <a:buSzPts val="3600"/>
              <a:buFont typeface="Grand Hotel"/>
              <a:buNone/>
              <a:defRPr sz="3600" b="0" i="0" u="none" strike="noStrike" cap="none">
                <a:solidFill>
                  <a:schemeClr val="dk1"/>
                </a:solidFill>
                <a:latin typeface="Grand Hotel"/>
                <a:ea typeface="Grand Hotel"/>
                <a:cs typeface="Grand Hotel"/>
                <a:sym typeface="Grand Hotel"/>
              </a:defRPr>
            </a:lvl5pPr>
            <a:lvl6pPr marR="0" lvl="5" algn="ctr" rtl="0">
              <a:lnSpc>
                <a:spcPct val="100000"/>
              </a:lnSpc>
              <a:spcBef>
                <a:spcPts val="0"/>
              </a:spcBef>
              <a:spcAft>
                <a:spcPts val="0"/>
              </a:spcAft>
              <a:buClr>
                <a:schemeClr val="dk1"/>
              </a:buClr>
              <a:buSzPts val="3600"/>
              <a:buFont typeface="Grand Hotel"/>
              <a:buNone/>
              <a:defRPr sz="3600" b="0" i="0" u="none" strike="noStrike" cap="none">
                <a:solidFill>
                  <a:schemeClr val="dk1"/>
                </a:solidFill>
                <a:latin typeface="Grand Hotel"/>
                <a:ea typeface="Grand Hotel"/>
                <a:cs typeface="Grand Hotel"/>
                <a:sym typeface="Grand Hotel"/>
              </a:defRPr>
            </a:lvl6pPr>
            <a:lvl7pPr marR="0" lvl="6" algn="ctr" rtl="0">
              <a:lnSpc>
                <a:spcPct val="100000"/>
              </a:lnSpc>
              <a:spcBef>
                <a:spcPts val="0"/>
              </a:spcBef>
              <a:spcAft>
                <a:spcPts val="0"/>
              </a:spcAft>
              <a:buClr>
                <a:schemeClr val="dk1"/>
              </a:buClr>
              <a:buSzPts val="3600"/>
              <a:buFont typeface="Grand Hotel"/>
              <a:buNone/>
              <a:defRPr sz="3600" b="0" i="0" u="none" strike="noStrike" cap="none">
                <a:solidFill>
                  <a:schemeClr val="dk1"/>
                </a:solidFill>
                <a:latin typeface="Grand Hotel"/>
                <a:ea typeface="Grand Hotel"/>
                <a:cs typeface="Grand Hotel"/>
                <a:sym typeface="Grand Hotel"/>
              </a:defRPr>
            </a:lvl7pPr>
            <a:lvl8pPr marR="0" lvl="7" algn="ctr" rtl="0">
              <a:lnSpc>
                <a:spcPct val="100000"/>
              </a:lnSpc>
              <a:spcBef>
                <a:spcPts val="0"/>
              </a:spcBef>
              <a:spcAft>
                <a:spcPts val="0"/>
              </a:spcAft>
              <a:buClr>
                <a:schemeClr val="dk1"/>
              </a:buClr>
              <a:buSzPts val="3600"/>
              <a:buFont typeface="Grand Hotel"/>
              <a:buNone/>
              <a:defRPr sz="3600" b="0" i="0" u="none" strike="noStrike" cap="none">
                <a:solidFill>
                  <a:schemeClr val="dk1"/>
                </a:solidFill>
                <a:latin typeface="Grand Hotel"/>
                <a:ea typeface="Grand Hotel"/>
                <a:cs typeface="Grand Hotel"/>
                <a:sym typeface="Grand Hotel"/>
              </a:defRPr>
            </a:lvl8pPr>
            <a:lvl9pPr marR="0" lvl="8" algn="ctr" rtl="0">
              <a:lnSpc>
                <a:spcPct val="100000"/>
              </a:lnSpc>
              <a:spcBef>
                <a:spcPts val="0"/>
              </a:spcBef>
              <a:spcAft>
                <a:spcPts val="0"/>
              </a:spcAft>
              <a:buClr>
                <a:schemeClr val="dk1"/>
              </a:buClr>
              <a:buSzPts val="3600"/>
              <a:buFont typeface="Grand Hotel"/>
              <a:buNone/>
              <a:defRPr sz="3600" b="0" i="0" u="none" strike="noStrike" cap="none">
                <a:solidFill>
                  <a:schemeClr val="dk1"/>
                </a:solidFill>
                <a:latin typeface="Grand Hotel"/>
                <a:ea typeface="Grand Hotel"/>
                <a:cs typeface="Grand Hotel"/>
                <a:sym typeface="Grand Hotel"/>
              </a:defRPr>
            </a:lvl9pPr>
          </a:lstStyle>
          <a:p>
            <a:pPr marL="9525">
              <a:spcBef>
                <a:spcPts val="71"/>
              </a:spcBef>
            </a:pPr>
            <a:r>
              <a:rPr lang="en-IN" sz="2400" spc="236" dirty="0" smtClean="0"/>
              <a:t>CHALLENGE</a:t>
            </a:r>
            <a:r>
              <a:rPr lang="en-IN" sz="2400" spc="191" dirty="0" smtClean="0"/>
              <a:t>S</a:t>
            </a:r>
            <a:r>
              <a:rPr lang="en-IN" sz="2400" spc="-34" dirty="0" smtClean="0"/>
              <a:t> </a:t>
            </a:r>
            <a:r>
              <a:rPr lang="en-IN" sz="2400" spc="113" dirty="0" smtClean="0"/>
              <a:t>I</a:t>
            </a:r>
            <a:r>
              <a:rPr lang="en-IN" sz="2400" spc="368" dirty="0" smtClean="0"/>
              <a:t>N</a:t>
            </a:r>
            <a:r>
              <a:rPr lang="en-IN" sz="2400" spc="-360" dirty="0" smtClean="0"/>
              <a:t> </a:t>
            </a:r>
            <a:r>
              <a:rPr lang="en-IN" sz="2400" spc="214" dirty="0" smtClean="0"/>
              <a:t>V</a:t>
            </a:r>
            <a:r>
              <a:rPr lang="en-IN" sz="2400" spc="101" dirty="0" smtClean="0"/>
              <a:t>I</a:t>
            </a:r>
            <a:r>
              <a:rPr lang="en-IN" sz="2400" spc="11" dirty="0" smtClean="0"/>
              <a:t>R</a:t>
            </a:r>
            <a:r>
              <a:rPr lang="en-IN" sz="2400" spc="217" dirty="0" smtClean="0"/>
              <a:t>T</a:t>
            </a:r>
            <a:r>
              <a:rPr lang="en-IN" sz="2400" spc="214" dirty="0" smtClean="0"/>
              <a:t>U</a:t>
            </a:r>
            <a:r>
              <a:rPr lang="en-IN" sz="2400" spc="195" dirty="0" smtClean="0"/>
              <a:t>ALIZE</a:t>
            </a:r>
            <a:r>
              <a:rPr lang="en-IN" sz="2400" spc="330" dirty="0" smtClean="0"/>
              <a:t>D</a:t>
            </a:r>
            <a:r>
              <a:rPr lang="en-IN" sz="2400" spc="-45" dirty="0" smtClean="0"/>
              <a:t> </a:t>
            </a:r>
            <a:r>
              <a:rPr lang="en-IN" sz="2400" spc="233" dirty="0" smtClean="0"/>
              <a:t>EN</a:t>
            </a:r>
            <a:r>
              <a:rPr lang="en-IN" sz="2400" spc="240" dirty="0" smtClean="0"/>
              <a:t>V</a:t>
            </a:r>
            <a:r>
              <a:rPr lang="en-IN" sz="2400" spc="75" dirty="0" smtClean="0"/>
              <a:t>I</a:t>
            </a:r>
            <a:r>
              <a:rPr lang="en-IN" sz="2400" spc="139" dirty="0" smtClean="0"/>
              <a:t>R</a:t>
            </a:r>
            <a:r>
              <a:rPr lang="en-IN" sz="2400" spc="289" dirty="0" smtClean="0"/>
              <a:t>ONMENT</a:t>
            </a:r>
            <a:endParaRPr lang="en-IN" sz="2400" spc="289" dirty="0"/>
          </a:p>
        </p:txBody>
      </p:sp>
    </p:spTree>
    <p:extLst>
      <p:ext uri="{BB962C8B-B14F-4D97-AF65-F5344CB8AC3E}">
        <p14:creationId xmlns:p14="http://schemas.microsoft.com/office/powerpoint/2010/main" val="338781799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809764" y="848635"/>
            <a:ext cx="7575700" cy="3630320"/>
          </a:xfrm>
          <a:prstGeom prst="rect">
            <a:avLst/>
          </a:prstGeom>
        </p:spPr>
        <p:txBody>
          <a:bodyPr vert="horz" wrap="square" lIns="0" tIns="74771" rIns="0" bIns="0" rtlCol="0">
            <a:spAutoFit/>
          </a:bodyPr>
          <a:lstStyle/>
          <a:p>
            <a:pPr marL="571500" lvl="0" indent="-342900" algn="just">
              <a:lnSpc>
                <a:spcPct val="150000"/>
              </a:lnSpc>
              <a:buSzPts val="1800"/>
              <a:buFont typeface="Wingdings" panose="05000000000000000000" pitchFamily="2" charset="2"/>
              <a:buChar char="Ø"/>
            </a:pPr>
            <a:r>
              <a:rPr lang="en-US" sz="2200" dirty="0">
                <a:solidFill>
                  <a:srgbClr val="C00000"/>
                </a:solidFill>
                <a:effectLst>
                  <a:glow rad="101600">
                    <a:srgbClr val="F1F3F4">
                      <a:alpha val="60000"/>
                    </a:srgbClr>
                  </a:glow>
                </a:effectLst>
                <a:latin typeface="Times New Roman" panose="02020603050405020304" pitchFamily="18" charset="0"/>
                <a:cs typeface="Times New Roman" panose="02020603050405020304" pitchFamily="18" charset="0"/>
                <a:sym typeface="Quicksand"/>
              </a:rPr>
              <a:t>Backup</a:t>
            </a:r>
          </a:p>
          <a:p>
            <a:pPr marL="596900" lvl="1" algn="just">
              <a:lnSpc>
                <a:spcPct val="150000"/>
              </a:lnSpc>
              <a:buSzPts val="1400"/>
            </a:pPr>
            <a:r>
              <a:rPr lang="en-US" sz="2200" dirty="0">
                <a:solidFill>
                  <a:srgbClr val="002060"/>
                </a:solidFill>
                <a:effectLst>
                  <a:glow rad="101600">
                    <a:srgbClr val="F1F3F4">
                      <a:alpha val="60000"/>
                    </a:srgbClr>
                  </a:glow>
                </a:effectLst>
                <a:latin typeface="Times New Roman" panose="02020603050405020304" pitchFamily="18" charset="0"/>
                <a:cs typeface="Times New Roman" panose="02020603050405020304" pitchFamily="18" charset="0"/>
                <a:sym typeface="Montserrat"/>
              </a:rPr>
              <a:t>In a virtualized environment, there is no actual hard drive on which data and systems can be backed up. This means frequent software updates can make it difficult to access backup at times. </a:t>
            </a:r>
            <a:r>
              <a:rPr lang="en-US" sz="2200" dirty="0">
                <a:solidFill>
                  <a:srgbClr val="00B050"/>
                </a:solidFill>
                <a:effectLst>
                  <a:glow rad="101600">
                    <a:srgbClr val="F1F3F4">
                      <a:alpha val="60000"/>
                    </a:srgbClr>
                  </a:glow>
                </a:effectLst>
                <a:latin typeface="Times New Roman" panose="02020603050405020304" pitchFamily="18" charset="0"/>
                <a:cs typeface="Times New Roman" panose="02020603050405020304" pitchFamily="18" charset="0"/>
                <a:sym typeface="Montserrat"/>
              </a:rPr>
              <a:t>Software programs like </a:t>
            </a:r>
            <a:r>
              <a:rPr lang="en-US" sz="2200" i="1" dirty="0">
                <a:solidFill>
                  <a:srgbClr val="FF0000"/>
                </a:solidFill>
                <a:effectLst>
                  <a:glow rad="101600">
                    <a:srgbClr val="F1F3F4">
                      <a:alpha val="60000"/>
                    </a:srgbClr>
                  </a:glow>
                </a:effectLst>
                <a:latin typeface="Times New Roman" panose="02020603050405020304" pitchFamily="18" charset="0"/>
                <a:cs typeface="Times New Roman" panose="02020603050405020304" pitchFamily="18" charset="0"/>
                <a:sym typeface="Montserrat"/>
              </a:rPr>
              <a:t>Windows Server Backup tools</a:t>
            </a:r>
            <a:r>
              <a:rPr lang="en-US" sz="2200" dirty="0">
                <a:solidFill>
                  <a:srgbClr val="00B050"/>
                </a:solidFill>
                <a:effectLst>
                  <a:glow rad="101600">
                    <a:srgbClr val="F1F3F4">
                      <a:alpha val="60000"/>
                    </a:srgbClr>
                  </a:glow>
                </a:effectLst>
                <a:latin typeface="Times New Roman" panose="02020603050405020304" pitchFamily="18" charset="0"/>
                <a:cs typeface="Times New Roman" panose="02020603050405020304" pitchFamily="18" charset="0"/>
                <a:sym typeface="Montserrat"/>
              </a:rPr>
              <a:t> can make this process easier and allow backups to be stored in one place for easier tracking and access</a:t>
            </a:r>
            <a:r>
              <a:rPr lang="en-US" sz="2200" dirty="0" smtClean="0">
                <a:solidFill>
                  <a:srgbClr val="00B050"/>
                </a:solidFill>
                <a:effectLst>
                  <a:glow rad="101600">
                    <a:srgbClr val="F1F3F4">
                      <a:alpha val="60000"/>
                    </a:srgbClr>
                  </a:glow>
                </a:effectLst>
                <a:latin typeface="Times New Roman" panose="02020603050405020304" pitchFamily="18" charset="0"/>
                <a:cs typeface="Times New Roman" panose="02020603050405020304" pitchFamily="18" charset="0"/>
                <a:sym typeface="Montserrat"/>
              </a:rPr>
              <a:t>.</a:t>
            </a:r>
            <a:endParaRPr lang="en-US" sz="2200" dirty="0">
              <a:solidFill>
                <a:srgbClr val="00B050"/>
              </a:solidFill>
              <a:effectLst>
                <a:glow rad="101600">
                  <a:srgbClr val="F1F3F4">
                    <a:alpha val="60000"/>
                  </a:srgbClr>
                </a:glow>
              </a:effectLst>
              <a:latin typeface="Times New Roman" panose="02020603050405020304" pitchFamily="18" charset="0"/>
              <a:cs typeface="Times New Roman" panose="02020603050405020304" pitchFamily="18" charset="0"/>
              <a:sym typeface="Montserrat"/>
            </a:endParaRPr>
          </a:p>
        </p:txBody>
      </p:sp>
      <p:sp>
        <p:nvSpPr>
          <p:cNvPr id="4" name="object 3"/>
          <p:cNvSpPr txBox="1">
            <a:spLocks/>
          </p:cNvSpPr>
          <p:nvPr/>
        </p:nvSpPr>
        <p:spPr>
          <a:xfrm>
            <a:off x="809764" y="457342"/>
            <a:ext cx="7728998" cy="391293"/>
          </a:xfrm>
          <a:prstGeom prst="rect">
            <a:avLst/>
          </a:prstGeom>
          <a:noFill/>
          <a:ln>
            <a:noFill/>
          </a:ln>
        </p:spPr>
        <p:txBody>
          <a:bodyPr spcFirstLastPara="1" vert="horz" wrap="square" lIns="0" tIns="9049" rIns="0" bIns="0" rtlCol="0" anchor="ctr"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600"/>
              <a:buFont typeface="Grand Hotel"/>
              <a:buNone/>
              <a:defRPr sz="3600" b="0" i="0" u="none" strike="noStrike" cap="none">
                <a:solidFill>
                  <a:schemeClr val="dk1"/>
                </a:solidFill>
                <a:latin typeface="Times New Roman" panose="02020603050405020304" pitchFamily="18" charset="0"/>
                <a:ea typeface="Grand Hotel"/>
                <a:cs typeface="Times New Roman" panose="02020603050405020304" pitchFamily="18" charset="0"/>
                <a:sym typeface="Grand Hotel"/>
              </a:defRPr>
            </a:lvl1pPr>
            <a:lvl2pPr marR="0" lvl="1" algn="ctr" rtl="0">
              <a:lnSpc>
                <a:spcPct val="100000"/>
              </a:lnSpc>
              <a:spcBef>
                <a:spcPts val="0"/>
              </a:spcBef>
              <a:spcAft>
                <a:spcPts val="0"/>
              </a:spcAft>
              <a:buClr>
                <a:schemeClr val="dk1"/>
              </a:buClr>
              <a:buSzPts val="3600"/>
              <a:buFont typeface="Grand Hotel"/>
              <a:buNone/>
              <a:defRPr sz="3600" b="0" i="0" u="none" strike="noStrike" cap="none">
                <a:solidFill>
                  <a:schemeClr val="dk1"/>
                </a:solidFill>
                <a:latin typeface="Grand Hotel"/>
                <a:ea typeface="Grand Hotel"/>
                <a:cs typeface="Grand Hotel"/>
                <a:sym typeface="Grand Hotel"/>
              </a:defRPr>
            </a:lvl2pPr>
            <a:lvl3pPr marR="0" lvl="2" algn="ctr" rtl="0">
              <a:lnSpc>
                <a:spcPct val="100000"/>
              </a:lnSpc>
              <a:spcBef>
                <a:spcPts val="0"/>
              </a:spcBef>
              <a:spcAft>
                <a:spcPts val="0"/>
              </a:spcAft>
              <a:buClr>
                <a:schemeClr val="dk1"/>
              </a:buClr>
              <a:buSzPts val="3600"/>
              <a:buFont typeface="Grand Hotel"/>
              <a:buNone/>
              <a:defRPr sz="3600" b="0" i="0" u="none" strike="noStrike" cap="none">
                <a:solidFill>
                  <a:schemeClr val="dk1"/>
                </a:solidFill>
                <a:latin typeface="Grand Hotel"/>
                <a:ea typeface="Grand Hotel"/>
                <a:cs typeface="Grand Hotel"/>
                <a:sym typeface="Grand Hotel"/>
              </a:defRPr>
            </a:lvl3pPr>
            <a:lvl4pPr marR="0" lvl="3" algn="ctr" rtl="0">
              <a:lnSpc>
                <a:spcPct val="100000"/>
              </a:lnSpc>
              <a:spcBef>
                <a:spcPts val="0"/>
              </a:spcBef>
              <a:spcAft>
                <a:spcPts val="0"/>
              </a:spcAft>
              <a:buClr>
                <a:schemeClr val="dk1"/>
              </a:buClr>
              <a:buSzPts val="3600"/>
              <a:buFont typeface="Grand Hotel"/>
              <a:buNone/>
              <a:defRPr sz="3600" b="0" i="0" u="none" strike="noStrike" cap="none">
                <a:solidFill>
                  <a:schemeClr val="dk1"/>
                </a:solidFill>
                <a:latin typeface="Grand Hotel"/>
                <a:ea typeface="Grand Hotel"/>
                <a:cs typeface="Grand Hotel"/>
                <a:sym typeface="Grand Hotel"/>
              </a:defRPr>
            </a:lvl4pPr>
            <a:lvl5pPr marR="0" lvl="4" algn="ctr" rtl="0">
              <a:lnSpc>
                <a:spcPct val="100000"/>
              </a:lnSpc>
              <a:spcBef>
                <a:spcPts val="0"/>
              </a:spcBef>
              <a:spcAft>
                <a:spcPts val="0"/>
              </a:spcAft>
              <a:buClr>
                <a:schemeClr val="dk1"/>
              </a:buClr>
              <a:buSzPts val="3600"/>
              <a:buFont typeface="Grand Hotel"/>
              <a:buNone/>
              <a:defRPr sz="3600" b="0" i="0" u="none" strike="noStrike" cap="none">
                <a:solidFill>
                  <a:schemeClr val="dk1"/>
                </a:solidFill>
                <a:latin typeface="Grand Hotel"/>
                <a:ea typeface="Grand Hotel"/>
                <a:cs typeface="Grand Hotel"/>
                <a:sym typeface="Grand Hotel"/>
              </a:defRPr>
            </a:lvl5pPr>
            <a:lvl6pPr marR="0" lvl="5" algn="ctr" rtl="0">
              <a:lnSpc>
                <a:spcPct val="100000"/>
              </a:lnSpc>
              <a:spcBef>
                <a:spcPts val="0"/>
              </a:spcBef>
              <a:spcAft>
                <a:spcPts val="0"/>
              </a:spcAft>
              <a:buClr>
                <a:schemeClr val="dk1"/>
              </a:buClr>
              <a:buSzPts val="3600"/>
              <a:buFont typeface="Grand Hotel"/>
              <a:buNone/>
              <a:defRPr sz="3600" b="0" i="0" u="none" strike="noStrike" cap="none">
                <a:solidFill>
                  <a:schemeClr val="dk1"/>
                </a:solidFill>
                <a:latin typeface="Grand Hotel"/>
                <a:ea typeface="Grand Hotel"/>
                <a:cs typeface="Grand Hotel"/>
                <a:sym typeface="Grand Hotel"/>
              </a:defRPr>
            </a:lvl6pPr>
            <a:lvl7pPr marR="0" lvl="6" algn="ctr" rtl="0">
              <a:lnSpc>
                <a:spcPct val="100000"/>
              </a:lnSpc>
              <a:spcBef>
                <a:spcPts val="0"/>
              </a:spcBef>
              <a:spcAft>
                <a:spcPts val="0"/>
              </a:spcAft>
              <a:buClr>
                <a:schemeClr val="dk1"/>
              </a:buClr>
              <a:buSzPts val="3600"/>
              <a:buFont typeface="Grand Hotel"/>
              <a:buNone/>
              <a:defRPr sz="3600" b="0" i="0" u="none" strike="noStrike" cap="none">
                <a:solidFill>
                  <a:schemeClr val="dk1"/>
                </a:solidFill>
                <a:latin typeface="Grand Hotel"/>
                <a:ea typeface="Grand Hotel"/>
                <a:cs typeface="Grand Hotel"/>
                <a:sym typeface="Grand Hotel"/>
              </a:defRPr>
            </a:lvl7pPr>
            <a:lvl8pPr marR="0" lvl="7" algn="ctr" rtl="0">
              <a:lnSpc>
                <a:spcPct val="100000"/>
              </a:lnSpc>
              <a:spcBef>
                <a:spcPts val="0"/>
              </a:spcBef>
              <a:spcAft>
                <a:spcPts val="0"/>
              </a:spcAft>
              <a:buClr>
                <a:schemeClr val="dk1"/>
              </a:buClr>
              <a:buSzPts val="3600"/>
              <a:buFont typeface="Grand Hotel"/>
              <a:buNone/>
              <a:defRPr sz="3600" b="0" i="0" u="none" strike="noStrike" cap="none">
                <a:solidFill>
                  <a:schemeClr val="dk1"/>
                </a:solidFill>
                <a:latin typeface="Grand Hotel"/>
                <a:ea typeface="Grand Hotel"/>
                <a:cs typeface="Grand Hotel"/>
                <a:sym typeface="Grand Hotel"/>
              </a:defRPr>
            </a:lvl8pPr>
            <a:lvl9pPr marR="0" lvl="8" algn="ctr" rtl="0">
              <a:lnSpc>
                <a:spcPct val="100000"/>
              </a:lnSpc>
              <a:spcBef>
                <a:spcPts val="0"/>
              </a:spcBef>
              <a:spcAft>
                <a:spcPts val="0"/>
              </a:spcAft>
              <a:buClr>
                <a:schemeClr val="dk1"/>
              </a:buClr>
              <a:buSzPts val="3600"/>
              <a:buFont typeface="Grand Hotel"/>
              <a:buNone/>
              <a:defRPr sz="3600" b="0" i="0" u="none" strike="noStrike" cap="none">
                <a:solidFill>
                  <a:schemeClr val="dk1"/>
                </a:solidFill>
                <a:latin typeface="Grand Hotel"/>
                <a:ea typeface="Grand Hotel"/>
                <a:cs typeface="Grand Hotel"/>
                <a:sym typeface="Grand Hotel"/>
              </a:defRPr>
            </a:lvl9pPr>
          </a:lstStyle>
          <a:p>
            <a:pPr marL="9525">
              <a:spcBef>
                <a:spcPts val="71"/>
              </a:spcBef>
            </a:pPr>
            <a:r>
              <a:rPr lang="en-IN" sz="2400" spc="236" dirty="0" smtClean="0"/>
              <a:t>CHALLENGE</a:t>
            </a:r>
            <a:r>
              <a:rPr lang="en-IN" sz="2400" spc="191" dirty="0" smtClean="0"/>
              <a:t>S</a:t>
            </a:r>
            <a:r>
              <a:rPr lang="en-IN" sz="2400" spc="-34" dirty="0" smtClean="0"/>
              <a:t> </a:t>
            </a:r>
            <a:r>
              <a:rPr lang="en-IN" sz="2400" spc="113" dirty="0" smtClean="0"/>
              <a:t>I</a:t>
            </a:r>
            <a:r>
              <a:rPr lang="en-IN" sz="2400" spc="368" dirty="0" smtClean="0"/>
              <a:t>N</a:t>
            </a:r>
            <a:r>
              <a:rPr lang="en-IN" sz="2400" spc="-360" dirty="0" smtClean="0"/>
              <a:t> </a:t>
            </a:r>
            <a:r>
              <a:rPr lang="en-IN" sz="2400" spc="214" dirty="0" smtClean="0"/>
              <a:t>V</a:t>
            </a:r>
            <a:r>
              <a:rPr lang="en-IN" sz="2400" spc="101" dirty="0" smtClean="0"/>
              <a:t>I</a:t>
            </a:r>
            <a:r>
              <a:rPr lang="en-IN" sz="2400" spc="11" dirty="0" smtClean="0"/>
              <a:t>R</a:t>
            </a:r>
            <a:r>
              <a:rPr lang="en-IN" sz="2400" spc="217" dirty="0" smtClean="0"/>
              <a:t>T</a:t>
            </a:r>
            <a:r>
              <a:rPr lang="en-IN" sz="2400" spc="214" dirty="0" smtClean="0"/>
              <a:t>U</a:t>
            </a:r>
            <a:r>
              <a:rPr lang="en-IN" sz="2400" spc="195" dirty="0" smtClean="0"/>
              <a:t>ALIZE</a:t>
            </a:r>
            <a:r>
              <a:rPr lang="en-IN" sz="2400" spc="330" dirty="0" smtClean="0"/>
              <a:t>D</a:t>
            </a:r>
            <a:r>
              <a:rPr lang="en-IN" sz="2400" spc="-45" dirty="0" smtClean="0"/>
              <a:t> </a:t>
            </a:r>
            <a:r>
              <a:rPr lang="en-IN" sz="2400" spc="233" dirty="0" smtClean="0"/>
              <a:t>EN</a:t>
            </a:r>
            <a:r>
              <a:rPr lang="en-IN" sz="2400" spc="240" dirty="0" smtClean="0"/>
              <a:t>V</a:t>
            </a:r>
            <a:r>
              <a:rPr lang="en-IN" sz="2400" spc="75" dirty="0" smtClean="0"/>
              <a:t>I</a:t>
            </a:r>
            <a:r>
              <a:rPr lang="en-IN" sz="2400" spc="139" dirty="0" smtClean="0"/>
              <a:t>R</a:t>
            </a:r>
            <a:r>
              <a:rPr lang="en-IN" sz="2400" spc="289" dirty="0" smtClean="0"/>
              <a:t>ONMENT</a:t>
            </a:r>
            <a:endParaRPr lang="en-IN" sz="2400" spc="289" dirty="0"/>
          </a:p>
        </p:txBody>
      </p:sp>
    </p:spTree>
    <p:extLst>
      <p:ext uri="{BB962C8B-B14F-4D97-AF65-F5344CB8AC3E}">
        <p14:creationId xmlns:p14="http://schemas.microsoft.com/office/powerpoint/2010/main" val="56222411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888086" y="1182335"/>
            <a:ext cx="7320732" cy="3061703"/>
          </a:xfrm>
          <a:prstGeom prst="rect">
            <a:avLst/>
          </a:prstGeom>
        </p:spPr>
        <p:txBody>
          <a:bodyPr vert="horz" wrap="square" lIns="0" tIns="74771" rIns="0" bIns="0" rtlCol="0">
            <a:spAutoFit/>
          </a:bodyPr>
          <a:lstStyle/>
          <a:p>
            <a:pPr marL="596900" lvl="0" indent="-457200" algn="just">
              <a:lnSpc>
                <a:spcPct val="150000"/>
              </a:lnSpc>
              <a:buSzPts val="1800"/>
              <a:buFont typeface="Wingdings" panose="05000000000000000000" pitchFamily="2" charset="2"/>
              <a:buChar char="Ø"/>
            </a:pPr>
            <a:r>
              <a:rPr lang="en-US" sz="2200" dirty="0" smtClean="0">
                <a:solidFill>
                  <a:srgbClr val="C00000"/>
                </a:solidFill>
                <a:effectLst>
                  <a:glow rad="101600">
                    <a:srgbClr val="F1F3F4">
                      <a:alpha val="60000"/>
                    </a:srgbClr>
                  </a:glow>
                </a:effectLst>
                <a:latin typeface="Times New Roman" panose="02020603050405020304" pitchFamily="18" charset="0"/>
                <a:cs typeface="Times New Roman" panose="02020603050405020304" pitchFamily="18" charset="0"/>
                <a:sym typeface="Quicksand"/>
              </a:rPr>
              <a:t>Security</a:t>
            </a:r>
            <a:endParaRPr lang="en-US" sz="2200" dirty="0">
              <a:solidFill>
                <a:srgbClr val="C00000"/>
              </a:solidFill>
              <a:effectLst>
                <a:glow rad="101600">
                  <a:srgbClr val="F1F3F4">
                    <a:alpha val="60000"/>
                  </a:srgbClr>
                </a:glow>
              </a:effectLst>
              <a:latin typeface="Times New Roman" panose="02020603050405020304" pitchFamily="18" charset="0"/>
              <a:cs typeface="Times New Roman" panose="02020603050405020304" pitchFamily="18" charset="0"/>
              <a:sym typeface="Quicksand"/>
            </a:endParaRPr>
          </a:p>
          <a:p>
            <a:pPr marL="596900" lvl="1" algn="just">
              <a:lnSpc>
                <a:spcPct val="150000"/>
              </a:lnSpc>
              <a:buSzPts val="1400"/>
            </a:pPr>
            <a:r>
              <a:rPr lang="en-US" sz="2200" dirty="0">
                <a:solidFill>
                  <a:srgbClr val="002060"/>
                </a:solidFill>
                <a:effectLst>
                  <a:glow rad="101600">
                    <a:srgbClr val="F1F3F4">
                      <a:alpha val="60000"/>
                    </a:srgbClr>
                  </a:glow>
                </a:effectLst>
                <a:latin typeface="Times New Roman" panose="02020603050405020304" pitchFamily="18" charset="0"/>
                <a:cs typeface="Times New Roman" panose="02020603050405020304" pitchFamily="18" charset="0"/>
                <a:sym typeface="Montserrat"/>
              </a:rPr>
              <a:t>Virtual systems could be vulnerable when users don’t keep them secure and apply best practices for passwords or downloads. </a:t>
            </a:r>
            <a:r>
              <a:rPr lang="en-US" sz="2200" dirty="0">
                <a:solidFill>
                  <a:srgbClr val="00B050"/>
                </a:solidFill>
                <a:effectLst>
                  <a:glow rad="101600">
                    <a:srgbClr val="F1F3F4">
                      <a:alpha val="60000"/>
                    </a:srgbClr>
                  </a:glow>
                </a:effectLst>
                <a:latin typeface="Times New Roman" panose="02020603050405020304" pitchFamily="18" charset="0"/>
                <a:cs typeface="Times New Roman" panose="02020603050405020304" pitchFamily="18" charset="0"/>
                <a:sym typeface="Montserrat"/>
              </a:rPr>
              <a:t>The isolation of each VM by the system can mitigate security risks and prevent systems from getting breached or compromised.</a:t>
            </a:r>
          </a:p>
        </p:txBody>
      </p:sp>
      <p:sp>
        <p:nvSpPr>
          <p:cNvPr id="4" name="object 3"/>
          <p:cNvSpPr txBox="1">
            <a:spLocks/>
          </p:cNvSpPr>
          <p:nvPr/>
        </p:nvSpPr>
        <p:spPr>
          <a:xfrm>
            <a:off x="809764" y="457342"/>
            <a:ext cx="7728998" cy="391293"/>
          </a:xfrm>
          <a:prstGeom prst="rect">
            <a:avLst/>
          </a:prstGeom>
          <a:noFill/>
          <a:ln>
            <a:noFill/>
          </a:ln>
        </p:spPr>
        <p:txBody>
          <a:bodyPr spcFirstLastPara="1" vert="horz" wrap="square" lIns="0" tIns="9049" rIns="0" bIns="0" rtlCol="0" anchor="ctr"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600"/>
              <a:buFont typeface="Grand Hotel"/>
              <a:buNone/>
              <a:defRPr sz="3600" b="0" i="0" u="none" strike="noStrike" cap="none">
                <a:solidFill>
                  <a:schemeClr val="dk1"/>
                </a:solidFill>
                <a:latin typeface="Times New Roman" panose="02020603050405020304" pitchFamily="18" charset="0"/>
                <a:ea typeface="Grand Hotel"/>
                <a:cs typeface="Times New Roman" panose="02020603050405020304" pitchFamily="18" charset="0"/>
                <a:sym typeface="Grand Hotel"/>
              </a:defRPr>
            </a:lvl1pPr>
            <a:lvl2pPr marR="0" lvl="1" algn="ctr" rtl="0">
              <a:lnSpc>
                <a:spcPct val="100000"/>
              </a:lnSpc>
              <a:spcBef>
                <a:spcPts val="0"/>
              </a:spcBef>
              <a:spcAft>
                <a:spcPts val="0"/>
              </a:spcAft>
              <a:buClr>
                <a:schemeClr val="dk1"/>
              </a:buClr>
              <a:buSzPts val="3600"/>
              <a:buFont typeface="Grand Hotel"/>
              <a:buNone/>
              <a:defRPr sz="3600" b="0" i="0" u="none" strike="noStrike" cap="none">
                <a:solidFill>
                  <a:schemeClr val="dk1"/>
                </a:solidFill>
                <a:latin typeface="Grand Hotel"/>
                <a:ea typeface="Grand Hotel"/>
                <a:cs typeface="Grand Hotel"/>
                <a:sym typeface="Grand Hotel"/>
              </a:defRPr>
            </a:lvl2pPr>
            <a:lvl3pPr marR="0" lvl="2" algn="ctr" rtl="0">
              <a:lnSpc>
                <a:spcPct val="100000"/>
              </a:lnSpc>
              <a:spcBef>
                <a:spcPts val="0"/>
              </a:spcBef>
              <a:spcAft>
                <a:spcPts val="0"/>
              </a:spcAft>
              <a:buClr>
                <a:schemeClr val="dk1"/>
              </a:buClr>
              <a:buSzPts val="3600"/>
              <a:buFont typeface="Grand Hotel"/>
              <a:buNone/>
              <a:defRPr sz="3600" b="0" i="0" u="none" strike="noStrike" cap="none">
                <a:solidFill>
                  <a:schemeClr val="dk1"/>
                </a:solidFill>
                <a:latin typeface="Grand Hotel"/>
                <a:ea typeface="Grand Hotel"/>
                <a:cs typeface="Grand Hotel"/>
                <a:sym typeface="Grand Hotel"/>
              </a:defRPr>
            </a:lvl3pPr>
            <a:lvl4pPr marR="0" lvl="3" algn="ctr" rtl="0">
              <a:lnSpc>
                <a:spcPct val="100000"/>
              </a:lnSpc>
              <a:spcBef>
                <a:spcPts val="0"/>
              </a:spcBef>
              <a:spcAft>
                <a:spcPts val="0"/>
              </a:spcAft>
              <a:buClr>
                <a:schemeClr val="dk1"/>
              </a:buClr>
              <a:buSzPts val="3600"/>
              <a:buFont typeface="Grand Hotel"/>
              <a:buNone/>
              <a:defRPr sz="3600" b="0" i="0" u="none" strike="noStrike" cap="none">
                <a:solidFill>
                  <a:schemeClr val="dk1"/>
                </a:solidFill>
                <a:latin typeface="Grand Hotel"/>
                <a:ea typeface="Grand Hotel"/>
                <a:cs typeface="Grand Hotel"/>
                <a:sym typeface="Grand Hotel"/>
              </a:defRPr>
            </a:lvl4pPr>
            <a:lvl5pPr marR="0" lvl="4" algn="ctr" rtl="0">
              <a:lnSpc>
                <a:spcPct val="100000"/>
              </a:lnSpc>
              <a:spcBef>
                <a:spcPts val="0"/>
              </a:spcBef>
              <a:spcAft>
                <a:spcPts val="0"/>
              </a:spcAft>
              <a:buClr>
                <a:schemeClr val="dk1"/>
              </a:buClr>
              <a:buSzPts val="3600"/>
              <a:buFont typeface="Grand Hotel"/>
              <a:buNone/>
              <a:defRPr sz="3600" b="0" i="0" u="none" strike="noStrike" cap="none">
                <a:solidFill>
                  <a:schemeClr val="dk1"/>
                </a:solidFill>
                <a:latin typeface="Grand Hotel"/>
                <a:ea typeface="Grand Hotel"/>
                <a:cs typeface="Grand Hotel"/>
                <a:sym typeface="Grand Hotel"/>
              </a:defRPr>
            </a:lvl5pPr>
            <a:lvl6pPr marR="0" lvl="5" algn="ctr" rtl="0">
              <a:lnSpc>
                <a:spcPct val="100000"/>
              </a:lnSpc>
              <a:spcBef>
                <a:spcPts val="0"/>
              </a:spcBef>
              <a:spcAft>
                <a:spcPts val="0"/>
              </a:spcAft>
              <a:buClr>
                <a:schemeClr val="dk1"/>
              </a:buClr>
              <a:buSzPts val="3600"/>
              <a:buFont typeface="Grand Hotel"/>
              <a:buNone/>
              <a:defRPr sz="3600" b="0" i="0" u="none" strike="noStrike" cap="none">
                <a:solidFill>
                  <a:schemeClr val="dk1"/>
                </a:solidFill>
                <a:latin typeface="Grand Hotel"/>
                <a:ea typeface="Grand Hotel"/>
                <a:cs typeface="Grand Hotel"/>
                <a:sym typeface="Grand Hotel"/>
              </a:defRPr>
            </a:lvl6pPr>
            <a:lvl7pPr marR="0" lvl="6" algn="ctr" rtl="0">
              <a:lnSpc>
                <a:spcPct val="100000"/>
              </a:lnSpc>
              <a:spcBef>
                <a:spcPts val="0"/>
              </a:spcBef>
              <a:spcAft>
                <a:spcPts val="0"/>
              </a:spcAft>
              <a:buClr>
                <a:schemeClr val="dk1"/>
              </a:buClr>
              <a:buSzPts val="3600"/>
              <a:buFont typeface="Grand Hotel"/>
              <a:buNone/>
              <a:defRPr sz="3600" b="0" i="0" u="none" strike="noStrike" cap="none">
                <a:solidFill>
                  <a:schemeClr val="dk1"/>
                </a:solidFill>
                <a:latin typeface="Grand Hotel"/>
                <a:ea typeface="Grand Hotel"/>
                <a:cs typeface="Grand Hotel"/>
                <a:sym typeface="Grand Hotel"/>
              </a:defRPr>
            </a:lvl7pPr>
            <a:lvl8pPr marR="0" lvl="7" algn="ctr" rtl="0">
              <a:lnSpc>
                <a:spcPct val="100000"/>
              </a:lnSpc>
              <a:spcBef>
                <a:spcPts val="0"/>
              </a:spcBef>
              <a:spcAft>
                <a:spcPts val="0"/>
              </a:spcAft>
              <a:buClr>
                <a:schemeClr val="dk1"/>
              </a:buClr>
              <a:buSzPts val="3600"/>
              <a:buFont typeface="Grand Hotel"/>
              <a:buNone/>
              <a:defRPr sz="3600" b="0" i="0" u="none" strike="noStrike" cap="none">
                <a:solidFill>
                  <a:schemeClr val="dk1"/>
                </a:solidFill>
                <a:latin typeface="Grand Hotel"/>
                <a:ea typeface="Grand Hotel"/>
                <a:cs typeface="Grand Hotel"/>
                <a:sym typeface="Grand Hotel"/>
              </a:defRPr>
            </a:lvl8pPr>
            <a:lvl9pPr marR="0" lvl="8" algn="ctr" rtl="0">
              <a:lnSpc>
                <a:spcPct val="100000"/>
              </a:lnSpc>
              <a:spcBef>
                <a:spcPts val="0"/>
              </a:spcBef>
              <a:spcAft>
                <a:spcPts val="0"/>
              </a:spcAft>
              <a:buClr>
                <a:schemeClr val="dk1"/>
              </a:buClr>
              <a:buSzPts val="3600"/>
              <a:buFont typeface="Grand Hotel"/>
              <a:buNone/>
              <a:defRPr sz="3600" b="0" i="0" u="none" strike="noStrike" cap="none">
                <a:solidFill>
                  <a:schemeClr val="dk1"/>
                </a:solidFill>
                <a:latin typeface="Grand Hotel"/>
                <a:ea typeface="Grand Hotel"/>
                <a:cs typeface="Grand Hotel"/>
                <a:sym typeface="Grand Hotel"/>
              </a:defRPr>
            </a:lvl9pPr>
          </a:lstStyle>
          <a:p>
            <a:pPr marL="9525">
              <a:spcBef>
                <a:spcPts val="71"/>
              </a:spcBef>
            </a:pPr>
            <a:r>
              <a:rPr lang="en-IN" sz="2400" spc="236" dirty="0" smtClean="0"/>
              <a:t>CHALLENGE</a:t>
            </a:r>
            <a:r>
              <a:rPr lang="en-IN" sz="2400" spc="191" dirty="0" smtClean="0"/>
              <a:t>S</a:t>
            </a:r>
            <a:r>
              <a:rPr lang="en-IN" sz="2400" spc="-34" dirty="0" smtClean="0"/>
              <a:t> </a:t>
            </a:r>
            <a:r>
              <a:rPr lang="en-IN" sz="2400" spc="113" dirty="0" smtClean="0"/>
              <a:t>I</a:t>
            </a:r>
            <a:r>
              <a:rPr lang="en-IN" sz="2400" spc="368" dirty="0" smtClean="0"/>
              <a:t>N</a:t>
            </a:r>
            <a:r>
              <a:rPr lang="en-IN" sz="2400" spc="-360" dirty="0" smtClean="0"/>
              <a:t> </a:t>
            </a:r>
            <a:r>
              <a:rPr lang="en-IN" sz="2400" spc="214" dirty="0" smtClean="0"/>
              <a:t>V</a:t>
            </a:r>
            <a:r>
              <a:rPr lang="en-IN" sz="2400" spc="101" dirty="0" smtClean="0"/>
              <a:t>I</a:t>
            </a:r>
            <a:r>
              <a:rPr lang="en-IN" sz="2400" spc="11" dirty="0" smtClean="0"/>
              <a:t>R</a:t>
            </a:r>
            <a:r>
              <a:rPr lang="en-IN" sz="2400" spc="217" dirty="0" smtClean="0"/>
              <a:t>T</a:t>
            </a:r>
            <a:r>
              <a:rPr lang="en-IN" sz="2400" spc="214" dirty="0" smtClean="0"/>
              <a:t>U</a:t>
            </a:r>
            <a:r>
              <a:rPr lang="en-IN" sz="2400" spc="195" dirty="0" smtClean="0"/>
              <a:t>ALIZE</a:t>
            </a:r>
            <a:r>
              <a:rPr lang="en-IN" sz="2400" spc="330" dirty="0" smtClean="0"/>
              <a:t>D</a:t>
            </a:r>
            <a:r>
              <a:rPr lang="en-IN" sz="2400" spc="-45" dirty="0" smtClean="0"/>
              <a:t> </a:t>
            </a:r>
            <a:r>
              <a:rPr lang="en-IN" sz="2400" spc="233" dirty="0" smtClean="0"/>
              <a:t>EN</a:t>
            </a:r>
            <a:r>
              <a:rPr lang="en-IN" sz="2400" spc="240" dirty="0" smtClean="0"/>
              <a:t>V</a:t>
            </a:r>
            <a:r>
              <a:rPr lang="en-IN" sz="2400" spc="75" dirty="0" smtClean="0"/>
              <a:t>I</a:t>
            </a:r>
            <a:r>
              <a:rPr lang="en-IN" sz="2400" spc="139" dirty="0" smtClean="0"/>
              <a:t>R</a:t>
            </a:r>
            <a:r>
              <a:rPr lang="en-IN" sz="2400" spc="289" dirty="0" smtClean="0"/>
              <a:t>ONMENT</a:t>
            </a:r>
            <a:endParaRPr lang="en-IN" sz="2400" spc="289" dirty="0"/>
          </a:p>
        </p:txBody>
      </p:sp>
    </p:spTree>
    <p:extLst>
      <p:ext uri="{BB962C8B-B14F-4D97-AF65-F5344CB8AC3E}">
        <p14:creationId xmlns:p14="http://schemas.microsoft.com/office/powerpoint/2010/main" val="278043697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888086" y="1130380"/>
            <a:ext cx="7320732" cy="3569535"/>
          </a:xfrm>
          <a:prstGeom prst="rect">
            <a:avLst/>
          </a:prstGeom>
        </p:spPr>
        <p:txBody>
          <a:bodyPr vert="horz" wrap="square" lIns="0" tIns="74771" rIns="0" bIns="0" rtlCol="0">
            <a:spAutoFit/>
          </a:bodyPr>
          <a:lstStyle/>
          <a:p>
            <a:pPr marL="457200" lvl="0" indent="-228600" algn="just">
              <a:lnSpc>
                <a:spcPct val="150000"/>
              </a:lnSpc>
              <a:buSzPts val="1800"/>
              <a:buFont typeface="Wingdings" panose="05000000000000000000" pitchFamily="2" charset="2"/>
              <a:buChar char="Ø"/>
            </a:pPr>
            <a:r>
              <a:rPr lang="en-IN" sz="2200" dirty="0">
                <a:solidFill>
                  <a:srgbClr val="C00000"/>
                </a:solidFill>
                <a:effectLst>
                  <a:glow rad="101600">
                    <a:srgbClr val="F1F3F4">
                      <a:alpha val="60000"/>
                    </a:srgbClr>
                  </a:glow>
                </a:effectLst>
                <a:latin typeface="Times New Roman" panose="02020603050405020304" pitchFamily="18" charset="0"/>
                <a:cs typeface="Times New Roman" panose="02020603050405020304" pitchFamily="18" charset="0"/>
                <a:sym typeface="Quicksand"/>
              </a:rPr>
              <a:t>Licensing Compliance</a:t>
            </a:r>
          </a:p>
          <a:p>
            <a:pPr marL="630238" lvl="0" algn="just">
              <a:lnSpc>
                <a:spcPct val="150000"/>
              </a:lnSpc>
              <a:buSzPts val="1800"/>
            </a:pPr>
            <a:r>
              <a:rPr lang="en-US" sz="2200" dirty="0">
                <a:solidFill>
                  <a:srgbClr val="002060"/>
                </a:solidFill>
                <a:effectLst>
                  <a:glow rad="101600">
                    <a:srgbClr val="F1F3F4">
                      <a:alpha val="60000"/>
                    </a:srgbClr>
                  </a:glow>
                </a:effectLst>
                <a:latin typeface="Times New Roman" panose="02020603050405020304" pitchFamily="18" charset="0"/>
                <a:cs typeface="Times New Roman" panose="02020603050405020304" pitchFamily="18" charset="0"/>
                <a:sym typeface="Quicksand"/>
              </a:rPr>
              <a:t>Using existing licensed software in a virtual environment can lead to compliance issues if more VMs are created than the company is licensed to use the software on. </a:t>
            </a:r>
            <a:r>
              <a:rPr lang="en-US" sz="2200" dirty="0">
                <a:solidFill>
                  <a:srgbClr val="00B050"/>
                </a:solidFill>
                <a:effectLst>
                  <a:glow rad="101600">
                    <a:srgbClr val="F1F3F4">
                      <a:alpha val="60000"/>
                    </a:srgbClr>
                  </a:glow>
                </a:effectLst>
                <a:latin typeface="Times New Roman" panose="02020603050405020304" pitchFamily="18" charset="0"/>
                <a:cs typeface="Times New Roman" panose="02020603050405020304" pitchFamily="18" charset="0"/>
                <a:sym typeface="Quicksand"/>
              </a:rPr>
              <a:t>It's important to keep track of how licensed software is being used and to be sure compliance is maintained as the virtual environment grows.</a:t>
            </a:r>
            <a:endParaRPr lang="en-IN" sz="2200" dirty="0">
              <a:solidFill>
                <a:srgbClr val="00B050"/>
              </a:solidFill>
              <a:effectLst>
                <a:glow rad="101600">
                  <a:srgbClr val="F1F3F4">
                    <a:alpha val="60000"/>
                  </a:srgbClr>
                </a:glow>
              </a:effectLst>
              <a:latin typeface="Times New Roman" panose="02020603050405020304" pitchFamily="18" charset="0"/>
              <a:cs typeface="Times New Roman" panose="02020603050405020304" pitchFamily="18" charset="0"/>
              <a:sym typeface="Quicksand"/>
            </a:endParaRPr>
          </a:p>
        </p:txBody>
      </p:sp>
      <p:sp>
        <p:nvSpPr>
          <p:cNvPr id="4" name="object 3"/>
          <p:cNvSpPr txBox="1">
            <a:spLocks/>
          </p:cNvSpPr>
          <p:nvPr/>
        </p:nvSpPr>
        <p:spPr>
          <a:xfrm>
            <a:off x="809764" y="457342"/>
            <a:ext cx="7728998" cy="391293"/>
          </a:xfrm>
          <a:prstGeom prst="rect">
            <a:avLst/>
          </a:prstGeom>
          <a:noFill/>
          <a:ln>
            <a:noFill/>
          </a:ln>
        </p:spPr>
        <p:txBody>
          <a:bodyPr spcFirstLastPara="1" vert="horz" wrap="square" lIns="0" tIns="9049" rIns="0" bIns="0" rtlCol="0" anchor="ctr"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600"/>
              <a:buFont typeface="Grand Hotel"/>
              <a:buNone/>
              <a:defRPr sz="3600" b="0" i="0" u="none" strike="noStrike" cap="none">
                <a:solidFill>
                  <a:schemeClr val="dk1"/>
                </a:solidFill>
                <a:latin typeface="Times New Roman" panose="02020603050405020304" pitchFamily="18" charset="0"/>
                <a:ea typeface="Grand Hotel"/>
                <a:cs typeface="Times New Roman" panose="02020603050405020304" pitchFamily="18" charset="0"/>
                <a:sym typeface="Grand Hotel"/>
              </a:defRPr>
            </a:lvl1pPr>
            <a:lvl2pPr marR="0" lvl="1" algn="ctr" rtl="0">
              <a:lnSpc>
                <a:spcPct val="100000"/>
              </a:lnSpc>
              <a:spcBef>
                <a:spcPts val="0"/>
              </a:spcBef>
              <a:spcAft>
                <a:spcPts val="0"/>
              </a:spcAft>
              <a:buClr>
                <a:schemeClr val="dk1"/>
              </a:buClr>
              <a:buSzPts val="3600"/>
              <a:buFont typeface="Grand Hotel"/>
              <a:buNone/>
              <a:defRPr sz="3600" b="0" i="0" u="none" strike="noStrike" cap="none">
                <a:solidFill>
                  <a:schemeClr val="dk1"/>
                </a:solidFill>
                <a:latin typeface="Grand Hotel"/>
                <a:ea typeface="Grand Hotel"/>
                <a:cs typeface="Grand Hotel"/>
                <a:sym typeface="Grand Hotel"/>
              </a:defRPr>
            </a:lvl2pPr>
            <a:lvl3pPr marR="0" lvl="2" algn="ctr" rtl="0">
              <a:lnSpc>
                <a:spcPct val="100000"/>
              </a:lnSpc>
              <a:spcBef>
                <a:spcPts val="0"/>
              </a:spcBef>
              <a:spcAft>
                <a:spcPts val="0"/>
              </a:spcAft>
              <a:buClr>
                <a:schemeClr val="dk1"/>
              </a:buClr>
              <a:buSzPts val="3600"/>
              <a:buFont typeface="Grand Hotel"/>
              <a:buNone/>
              <a:defRPr sz="3600" b="0" i="0" u="none" strike="noStrike" cap="none">
                <a:solidFill>
                  <a:schemeClr val="dk1"/>
                </a:solidFill>
                <a:latin typeface="Grand Hotel"/>
                <a:ea typeface="Grand Hotel"/>
                <a:cs typeface="Grand Hotel"/>
                <a:sym typeface="Grand Hotel"/>
              </a:defRPr>
            </a:lvl3pPr>
            <a:lvl4pPr marR="0" lvl="3" algn="ctr" rtl="0">
              <a:lnSpc>
                <a:spcPct val="100000"/>
              </a:lnSpc>
              <a:spcBef>
                <a:spcPts val="0"/>
              </a:spcBef>
              <a:spcAft>
                <a:spcPts val="0"/>
              </a:spcAft>
              <a:buClr>
                <a:schemeClr val="dk1"/>
              </a:buClr>
              <a:buSzPts val="3600"/>
              <a:buFont typeface="Grand Hotel"/>
              <a:buNone/>
              <a:defRPr sz="3600" b="0" i="0" u="none" strike="noStrike" cap="none">
                <a:solidFill>
                  <a:schemeClr val="dk1"/>
                </a:solidFill>
                <a:latin typeface="Grand Hotel"/>
                <a:ea typeface="Grand Hotel"/>
                <a:cs typeface="Grand Hotel"/>
                <a:sym typeface="Grand Hotel"/>
              </a:defRPr>
            </a:lvl4pPr>
            <a:lvl5pPr marR="0" lvl="4" algn="ctr" rtl="0">
              <a:lnSpc>
                <a:spcPct val="100000"/>
              </a:lnSpc>
              <a:spcBef>
                <a:spcPts val="0"/>
              </a:spcBef>
              <a:spcAft>
                <a:spcPts val="0"/>
              </a:spcAft>
              <a:buClr>
                <a:schemeClr val="dk1"/>
              </a:buClr>
              <a:buSzPts val="3600"/>
              <a:buFont typeface="Grand Hotel"/>
              <a:buNone/>
              <a:defRPr sz="3600" b="0" i="0" u="none" strike="noStrike" cap="none">
                <a:solidFill>
                  <a:schemeClr val="dk1"/>
                </a:solidFill>
                <a:latin typeface="Grand Hotel"/>
                <a:ea typeface="Grand Hotel"/>
                <a:cs typeface="Grand Hotel"/>
                <a:sym typeface="Grand Hotel"/>
              </a:defRPr>
            </a:lvl5pPr>
            <a:lvl6pPr marR="0" lvl="5" algn="ctr" rtl="0">
              <a:lnSpc>
                <a:spcPct val="100000"/>
              </a:lnSpc>
              <a:spcBef>
                <a:spcPts val="0"/>
              </a:spcBef>
              <a:spcAft>
                <a:spcPts val="0"/>
              </a:spcAft>
              <a:buClr>
                <a:schemeClr val="dk1"/>
              </a:buClr>
              <a:buSzPts val="3600"/>
              <a:buFont typeface="Grand Hotel"/>
              <a:buNone/>
              <a:defRPr sz="3600" b="0" i="0" u="none" strike="noStrike" cap="none">
                <a:solidFill>
                  <a:schemeClr val="dk1"/>
                </a:solidFill>
                <a:latin typeface="Grand Hotel"/>
                <a:ea typeface="Grand Hotel"/>
                <a:cs typeface="Grand Hotel"/>
                <a:sym typeface="Grand Hotel"/>
              </a:defRPr>
            </a:lvl6pPr>
            <a:lvl7pPr marR="0" lvl="6" algn="ctr" rtl="0">
              <a:lnSpc>
                <a:spcPct val="100000"/>
              </a:lnSpc>
              <a:spcBef>
                <a:spcPts val="0"/>
              </a:spcBef>
              <a:spcAft>
                <a:spcPts val="0"/>
              </a:spcAft>
              <a:buClr>
                <a:schemeClr val="dk1"/>
              </a:buClr>
              <a:buSzPts val="3600"/>
              <a:buFont typeface="Grand Hotel"/>
              <a:buNone/>
              <a:defRPr sz="3600" b="0" i="0" u="none" strike="noStrike" cap="none">
                <a:solidFill>
                  <a:schemeClr val="dk1"/>
                </a:solidFill>
                <a:latin typeface="Grand Hotel"/>
                <a:ea typeface="Grand Hotel"/>
                <a:cs typeface="Grand Hotel"/>
                <a:sym typeface="Grand Hotel"/>
              </a:defRPr>
            </a:lvl7pPr>
            <a:lvl8pPr marR="0" lvl="7" algn="ctr" rtl="0">
              <a:lnSpc>
                <a:spcPct val="100000"/>
              </a:lnSpc>
              <a:spcBef>
                <a:spcPts val="0"/>
              </a:spcBef>
              <a:spcAft>
                <a:spcPts val="0"/>
              </a:spcAft>
              <a:buClr>
                <a:schemeClr val="dk1"/>
              </a:buClr>
              <a:buSzPts val="3600"/>
              <a:buFont typeface="Grand Hotel"/>
              <a:buNone/>
              <a:defRPr sz="3600" b="0" i="0" u="none" strike="noStrike" cap="none">
                <a:solidFill>
                  <a:schemeClr val="dk1"/>
                </a:solidFill>
                <a:latin typeface="Grand Hotel"/>
                <a:ea typeface="Grand Hotel"/>
                <a:cs typeface="Grand Hotel"/>
                <a:sym typeface="Grand Hotel"/>
              </a:defRPr>
            </a:lvl8pPr>
            <a:lvl9pPr marR="0" lvl="8" algn="ctr" rtl="0">
              <a:lnSpc>
                <a:spcPct val="100000"/>
              </a:lnSpc>
              <a:spcBef>
                <a:spcPts val="0"/>
              </a:spcBef>
              <a:spcAft>
                <a:spcPts val="0"/>
              </a:spcAft>
              <a:buClr>
                <a:schemeClr val="dk1"/>
              </a:buClr>
              <a:buSzPts val="3600"/>
              <a:buFont typeface="Grand Hotel"/>
              <a:buNone/>
              <a:defRPr sz="3600" b="0" i="0" u="none" strike="noStrike" cap="none">
                <a:solidFill>
                  <a:schemeClr val="dk1"/>
                </a:solidFill>
                <a:latin typeface="Grand Hotel"/>
                <a:ea typeface="Grand Hotel"/>
                <a:cs typeface="Grand Hotel"/>
                <a:sym typeface="Grand Hotel"/>
              </a:defRPr>
            </a:lvl9pPr>
          </a:lstStyle>
          <a:p>
            <a:pPr marL="9525">
              <a:spcBef>
                <a:spcPts val="71"/>
              </a:spcBef>
            </a:pPr>
            <a:r>
              <a:rPr lang="en-IN" sz="2400" spc="236" dirty="0" smtClean="0"/>
              <a:t>CHALLENGE</a:t>
            </a:r>
            <a:r>
              <a:rPr lang="en-IN" sz="2400" spc="191" dirty="0" smtClean="0"/>
              <a:t>S</a:t>
            </a:r>
            <a:r>
              <a:rPr lang="en-IN" sz="2400" spc="-34" dirty="0" smtClean="0"/>
              <a:t> </a:t>
            </a:r>
            <a:r>
              <a:rPr lang="en-IN" sz="2400" spc="113" dirty="0" smtClean="0"/>
              <a:t>I</a:t>
            </a:r>
            <a:r>
              <a:rPr lang="en-IN" sz="2400" spc="368" dirty="0" smtClean="0"/>
              <a:t>N</a:t>
            </a:r>
            <a:r>
              <a:rPr lang="en-IN" sz="2400" spc="-360" dirty="0" smtClean="0"/>
              <a:t> </a:t>
            </a:r>
            <a:r>
              <a:rPr lang="en-IN" sz="2400" spc="214" dirty="0" smtClean="0"/>
              <a:t>V</a:t>
            </a:r>
            <a:r>
              <a:rPr lang="en-IN" sz="2400" spc="101" dirty="0" smtClean="0"/>
              <a:t>I</a:t>
            </a:r>
            <a:r>
              <a:rPr lang="en-IN" sz="2400" spc="11" dirty="0" smtClean="0"/>
              <a:t>R</a:t>
            </a:r>
            <a:r>
              <a:rPr lang="en-IN" sz="2400" spc="217" dirty="0" smtClean="0"/>
              <a:t>T</a:t>
            </a:r>
            <a:r>
              <a:rPr lang="en-IN" sz="2400" spc="214" dirty="0" smtClean="0"/>
              <a:t>U</a:t>
            </a:r>
            <a:r>
              <a:rPr lang="en-IN" sz="2400" spc="195" dirty="0" smtClean="0"/>
              <a:t>ALIZE</a:t>
            </a:r>
            <a:r>
              <a:rPr lang="en-IN" sz="2400" spc="330" dirty="0" smtClean="0"/>
              <a:t>D</a:t>
            </a:r>
            <a:r>
              <a:rPr lang="en-IN" sz="2400" spc="-45" dirty="0" smtClean="0"/>
              <a:t> </a:t>
            </a:r>
            <a:r>
              <a:rPr lang="en-IN" sz="2400" spc="233" dirty="0" smtClean="0"/>
              <a:t>EN</a:t>
            </a:r>
            <a:r>
              <a:rPr lang="en-IN" sz="2400" spc="240" dirty="0" smtClean="0"/>
              <a:t>V</a:t>
            </a:r>
            <a:r>
              <a:rPr lang="en-IN" sz="2400" spc="75" dirty="0" smtClean="0"/>
              <a:t>I</a:t>
            </a:r>
            <a:r>
              <a:rPr lang="en-IN" sz="2400" spc="139" dirty="0" smtClean="0"/>
              <a:t>R</a:t>
            </a:r>
            <a:r>
              <a:rPr lang="en-IN" sz="2400" spc="289" dirty="0" smtClean="0"/>
              <a:t>ONMENT</a:t>
            </a:r>
            <a:endParaRPr lang="en-IN" sz="2400" spc="289" dirty="0"/>
          </a:p>
        </p:txBody>
      </p:sp>
    </p:spTree>
    <p:extLst>
      <p:ext uri="{BB962C8B-B14F-4D97-AF65-F5344CB8AC3E}">
        <p14:creationId xmlns:p14="http://schemas.microsoft.com/office/powerpoint/2010/main" val="311164417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64842" y="654289"/>
            <a:ext cx="7707658" cy="565379"/>
          </a:xfrm>
          <a:prstGeom prst="rect">
            <a:avLst/>
          </a:prstGeom>
        </p:spPr>
        <p:txBody>
          <a:bodyPr spcFirstLastPara="1" vert="horz" wrap="square" lIns="0" tIns="51911" rIns="0" bIns="0" rtlCol="0" anchor="ctr" anchorCtr="0">
            <a:spAutoFit/>
          </a:bodyPr>
          <a:lstStyle/>
          <a:p>
            <a:pPr marL="137160" marR="3810">
              <a:lnSpc>
                <a:spcPct val="150000"/>
              </a:lnSpc>
              <a:spcBef>
                <a:spcPts val="409"/>
              </a:spcBef>
            </a:pPr>
            <a:r>
              <a:rPr sz="2000" spc="-8" dirty="0">
                <a:latin typeface="Times New Roman"/>
                <a:cs typeface="Times New Roman"/>
              </a:rPr>
              <a:t>TOOLS</a:t>
            </a:r>
            <a:r>
              <a:rPr sz="2000" spc="-146" dirty="0">
                <a:latin typeface="Times New Roman"/>
                <a:cs typeface="Times New Roman"/>
              </a:rPr>
              <a:t> </a:t>
            </a:r>
            <a:r>
              <a:rPr sz="2000" dirty="0">
                <a:latin typeface="Times New Roman"/>
                <a:cs typeface="Times New Roman"/>
              </a:rPr>
              <a:t>AND</a:t>
            </a:r>
            <a:r>
              <a:rPr sz="2000" spc="-49" dirty="0">
                <a:latin typeface="Times New Roman"/>
                <a:cs typeface="Times New Roman"/>
              </a:rPr>
              <a:t> </a:t>
            </a:r>
            <a:r>
              <a:rPr sz="2000" dirty="0">
                <a:latin typeface="Times New Roman"/>
                <a:cs typeface="Times New Roman"/>
              </a:rPr>
              <a:t>TECHNOLOGIES</a:t>
            </a:r>
            <a:r>
              <a:rPr sz="2000" spc="-30" dirty="0">
                <a:latin typeface="Times New Roman"/>
                <a:cs typeface="Times New Roman"/>
              </a:rPr>
              <a:t> </a:t>
            </a:r>
            <a:r>
              <a:rPr sz="2000" dirty="0">
                <a:latin typeface="Times New Roman"/>
                <a:cs typeface="Times New Roman"/>
              </a:rPr>
              <a:t>IN</a:t>
            </a:r>
            <a:r>
              <a:rPr sz="2000" spc="-49" dirty="0">
                <a:latin typeface="Times New Roman"/>
                <a:cs typeface="Times New Roman"/>
              </a:rPr>
              <a:t> </a:t>
            </a:r>
            <a:r>
              <a:rPr sz="2000" spc="-8" dirty="0">
                <a:latin typeface="Times New Roman"/>
                <a:cs typeface="Times New Roman"/>
              </a:rPr>
              <a:t>VIRTUALIZED </a:t>
            </a:r>
            <a:r>
              <a:rPr sz="2000" spc="-589" dirty="0">
                <a:latin typeface="Times New Roman"/>
                <a:cs typeface="Times New Roman"/>
              </a:rPr>
              <a:t> </a:t>
            </a:r>
            <a:r>
              <a:rPr sz="2000" dirty="0">
                <a:latin typeface="Times New Roman"/>
                <a:cs typeface="Times New Roman"/>
              </a:rPr>
              <a:t>ENVIRONMENTS</a:t>
            </a:r>
          </a:p>
        </p:txBody>
      </p:sp>
      <p:sp>
        <p:nvSpPr>
          <p:cNvPr id="3" name="object 3"/>
          <p:cNvSpPr txBox="1"/>
          <p:nvPr/>
        </p:nvSpPr>
        <p:spPr>
          <a:xfrm>
            <a:off x="1147858" y="1452372"/>
            <a:ext cx="5388024" cy="3073727"/>
          </a:xfrm>
          <a:prstGeom prst="rect">
            <a:avLst/>
          </a:prstGeom>
        </p:spPr>
        <p:txBody>
          <a:bodyPr vert="horz" wrap="square" lIns="0" tIns="112395" rIns="0" bIns="0" rtlCol="0">
            <a:spAutoFit/>
          </a:bodyPr>
          <a:lstStyle/>
          <a:p>
            <a:pPr marL="191453" indent="-182403">
              <a:lnSpc>
                <a:spcPct val="150000"/>
              </a:lnSpc>
              <a:spcBef>
                <a:spcPts val="885"/>
              </a:spcBef>
              <a:buClr>
                <a:srgbClr val="B71E42"/>
              </a:buClr>
              <a:buSzPct val="95833"/>
              <a:buFont typeface="Wingdings"/>
              <a:buChar char=""/>
              <a:tabLst>
                <a:tab pos="191928" algn="l"/>
              </a:tabLst>
            </a:pPr>
            <a:r>
              <a:rPr sz="1800" b="1" spc="-19" dirty="0">
                <a:latin typeface="Trebuchet MS"/>
                <a:cs typeface="Trebuchet MS"/>
              </a:rPr>
              <a:t>Top</a:t>
            </a:r>
            <a:r>
              <a:rPr sz="1800" b="1" spc="-56" dirty="0">
                <a:latin typeface="Trebuchet MS"/>
                <a:cs typeface="Trebuchet MS"/>
              </a:rPr>
              <a:t> </a:t>
            </a:r>
            <a:r>
              <a:rPr lang="en-IN" sz="1800" b="1" spc="-64" dirty="0">
                <a:latin typeface="Trebuchet MS"/>
                <a:cs typeface="Trebuchet MS"/>
              </a:rPr>
              <a:t>6</a:t>
            </a:r>
            <a:r>
              <a:rPr sz="1800" b="1" spc="-45" dirty="0" smtClean="0">
                <a:latin typeface="Trebuchet MS"/>
                <a:cs typeface="Trebuchet MS"/>
              </a:rPr>
              <a:t> </a:t>
            </a:r>
            <a:r>
              <a:rPr sz="1800" b="1" spc="-11" dirty="0">
                <a:latin typeface="Trebuchet MS"/>
                <a:cs typeface="Trebuchet MS"/>
              </a:rPr>
              <a:t>virtualization</a:t>
            </a:r>
            <a:r>
              <a:rPr sz="1800" b="1" spc="-41" dirty="0">
                <a:latin typeface="Trebuchet MS"/>
                <a:cs typeface="Trebuchet MS"/>
              </a:rPr>
              <a:t> </a:t>
            </a:r>
            <a:r>
              <a:rPr sz="1800" b="1" spc="11" dirty="0">
                <a:latin typeface="Trebuchet MS"/>
                <a:cs typeface="Trebuchet MS"/>
              </a:rPr>
              <a:t>tools</a:t>
            </a:r>
            <a:r>
              <a:rPr sz="1800" b="1" spc="-53" dirty="0">
                <a:latin typeface="Trebuchet MS"/>
                <a:cs typeface="Trebuchet MS"/>
              </a:rPr>
              <a:t> </a:t>
            </a:r>
            <a:r>
              <a:rPr sz="1800" b="1" spc="-23" dirty="0">
                <a:latin typeface="Trebuchet MS"/>
                <a:cs typeface="Trebuchet MS"/>
              </a:rPr>
              <a:t>for</a:t>
            </a:r>
            <a:r>
              <a:rPr sz="1800" b="1" spc="-49" dirty="0">
                <a:latin typeface="Trebuchet MS"/>
                <a:cs typeface="Trebuchet MS"/>
              </a:rPr>
              <a:t> </a:t>
            </a:r>
            <a:r>
              <a:rPr sz="1800" b="1" spc="-11" dirty="0">
                <a:latin typeface="Trebuchet MS"/>
                <a:cs typeface="Trebuchet MS"/>
              </a:rPr>
              <a:t>Developers.</a:t>
            </a:r>
            <a:endParaRPr sz="1800" dirty="0">
              <a:latin typeface="Trebuchet MS"/>
              <a:cs typeface="Trebuchet MS"/>
            </a:endParaRPr>
          </a:p>
          <a:p>
            <a:pPr marL="694849" marR="1805940" lvl="1">
              <a:lnSpc>
                <a:spcPct val="150000"/>
              </a:lnSpc>
              <a:spcBef>
                <a:spcPts val="4"/>
              </a:spcBef>
              <a:buAutoNum type="arabicPeriod"/>
              <a:tabLst>
                <a:tab pos="894874" algn="l"/>
              </a:tabLst>
            </a:pPr>
            <a:r>
              <a:rPr lang="en-IN" sz="1800" b="1" i="1" spc="-139" dirty="0" err="1" smtClean="0">
                <a:latin typeface="Trebuchet MS"/>
                <a:cs typeface="Trebuchet MS"/>
              </a:rPr>
              <a:t>VirtualBox</a:t>
            </a:r>
            <a:endParaRPr lang="en-IN" sz="1800" b="1" i="1" spc="-139" dirty="0" smtClean="0">
              <a:latin typeface="Trebuchet MS"/>
              <a:cs typeface="Trebuchet MS"/>
            </a:endParaRPr>
          </a:p>
          <a:p>
            <a:pPr marL="694849" marR="1805940" lvl="1">
              <a:lnSpc>
                <a:spcPct val="150000"/>
              </a:lnSpc>
              <a:spcBef>
                <a:spcPts val="4"/>
              </a:spcBef>
              <a:buFont typeface="Arial"/>
              <a:buAutoNum type="arabicPeriod"/>
              <a:tabLst>
                <a:tab pos="894874" algn="l"/>
              </a:tabLst>
            </a:pPr>
            <a:r>
              <a:rPr lang="en-IN" sz="1800" b="1" i="1" spc="38" dirty="0" smtClean="0">
                <a:latin typeface="Trebuchet MS"/>
                <a:cs typeface="Trebuchet MS"/>
              </a:rPr>
              <a:t>Mic</a:t>
            </a:r>
            <a:r>
              <a:rPr lang="en-IN" sz="1800" b="1" i="1" spc="-188" dirty="0" smtClean="0">
                <a:latin typeface="Trebuchet MS"/>
                <a:cs typeface="Trebuchet MS"/>
              </a:rPr>
              <a:t>r</a:t>
            </a:r>
            <a:r>
              <a:rPr lang="en-IN" sz="1800" b="1" i="1" spc="-60" dirty="0" smtClean="0">
                <a:latin typeface="Trebuchet MS"/>
                <a:cs typeface="Trebuchet MS"/>
              </a:rPr>
              <a:t>oso</a:t>
            </a:r>
            <a:r>
              <a:rPr lang="en-IN" sz="1800" b="1" i="1" spc="-135" dirty="0" smtClean="0">
                <a:latin typeface="Trebuchet MS"/>
                <a:cs typeface="Trebuchet MS"/>
              </a:rPr>
              <a:t>ft</a:t>
            </a:r>
            <a:r>
              <a:rPr lang="en-IN" sz="1800" b="1" i="1" spc="-60" dirty="0" smtClean="0">
                <a:latin typeface="Trebuchet MS"/>
                <a:cs typeface="Trebuchet MS"/>
              </a:rPr>
              <a:t> </a:t>
            </a:r>
            <a:r>
              <a:rPr lang="en-IN" sz="1800" b="1" i="1" spc="-41" dirty="0">
                <a:latin typeface="Trebuchet MS"/>
                <a:cs typeface="Trebuchet MS"/>
              </a:rPr>
              <a:t>Hype</a:t>
            </a:r>
            <a:r>
              <a:rPr lang="en-IN" sz="1800" b="1" i="1" spc="-34" dirty="0">
                <a:latin typeface="Trebuchet MS"/>
                <a:cs typeface="Trebuchet MS"/>
              </a:rPr>
              <a:t>r</a:t>
            </a:r>
            <a:r>
              <a:rPr lang="en-IN" sz="1800" b="1" i="1" spc="-45" dirty="0">
                <a:latin typeface="Trebuchet MS"/>
                <a:cs typeface="Trebuchet MS"/>
              </a:rPr>
              <a:t>-</a:t>
            </a:r>
            <a:r>
              <a:rPr lang="en-IN" sz="1800" b="1" i="1" spc="-240" dirty="0">
                <a:latin typeface="Trebuchet MS"/>
                <a:cs typeface="Trebuchet MS"/>
              </a:rPr>
              <a:t>V</a:t>
            </a:r>
            <a:endParaRPr lang="en-IN" sz="1800" dirty="0">
              <a:latin typeface="Trebuchet MS"/>
              <a:cs typeface="Trebuchet MS"/>
            </a:endParaRPr>
          </a:p>
          <a:p>
            <a:pPr marL="694849" marR="1805940" lvl="1">
              <a:lnSpc>
                <a:spcPct val="150000"/>
              </a:lnSpc>
              <a:spcBef>
                <a:spcPts val="4"/>
              </a:spcBef>
              <a:buAutoNum type="arabicPeriod"/>
              <a:tabLst>
                <a:tab pos="894874" algn="l"/>
              </a:tabLst>
            </a:pPr>
            <a:r>
              <a:rPr lang="en-IN" sz="1800" b="1" i="1" spc="-139" dirty="0">
                <a:latin typeface="Trebuchet MS"/>
                <a:cs typeface="Trebuchet MS"/>
              </a:rPr>
              <a:t>Vagrant</a:t>
            </a:r>
            <a:endParaRPr lang="en-IN" sz="1800" b="1" i="1" spc="-135" dirty="0" smtClean="0">
              <a:latin typeface="Trebuchet MS"/>
              <a:cs typeface="Trebuchet MS"/>
            </a:endParaRPr>
          </a:p>
          <a:p>
            <a:pPr marL="694849" marR="1485423">
              <a:lnSpc>
                <a:spcPct val="150000"/>
              </a:lnSpc>
            </a:pPr>
            <a:r>
              <a:rPr lang="en-IN" sz="1800" b="1" i="1" spc="-195" dirty="0" smtClean="0">
                <a:latin typeface="Trebuchet MS"/>
                <a:cs typeface="Trebuchet MS"/>
              </a:rPr>
              <a:t>4</a:t>
            </a:r>
            <a:r>
              <a:rPr sz="1800" b="1" i="1" spc="-195" dirty="0" smtClean="0">
                <a:latin typeface="Trebuchet MS"/>
                <a:cs typeface="Trebuchet MS"/>
              </a:rPr>
              <a:t>.</a:t>
            </a:r>
            <a:r>
              <a:rPr lang="en-IN" sz="1800" b="1" i="1" spc="-195" dirty="0" smtClean="0">
                <a:latin typeface="Trebuchet MS"/>
                <a:cs typeface="Trebuchet MS"/>
              </a:rPr>
              <a:t> </a:t>
            </a:r>
            <a:r>
              <a:rPr sz="1800" b="1" i="1" spc="-45" dirty="0" err="1" smtClean="0">
                <a:latin typeface="Trebuchet MS"/>
                <a:cs typeface="Trebuchet MS"/>
              </a:rPr>
              <a:t>Re</a:t>
            </a:r>
            <a:r>
              <a:rPr sz="1800" b="1" i="1" spc="-53" dirty="0" err="1" smtClean="0">
                <a:latin typeface="Trebuchet MS"/>
                <a:cs typeface="Trebuchet MS"/>
              </a:rPr>
              <a:t>d</a:t>
            </a:r>
            <a:r>
              <a:rPr sz="1800" b="1" i="1" spc="68" dirty="0" err="1" smtClean="0">
                <a:latin typeface="Trebuchet MS"/>
                <a:cs typeface="Trebuchet MS"/>
              </a:rPr>
              <a:t>H</a:t>
            </a:r>
            <a:r>
              <a:rPr sz="1800" b="1" i="1" spc="53" dirty="0" err="1" smtClean="0">
                <a:latin typeface="Trebuchet MS"/>
                <a:cs typeface="Trebuchet MS"/>
              </a:rPr>
              <a:t>a</a:t>
            </a:r>
            <a:r>
              <a:rPr sz="1800" b="1" i="1" spc="-131" dirty="0" err="1" smtClean="0">
                <a:latin typeface="Trebuchet MS"/>
                <a:cs typeface="Trebuchet MS"/>
              </a:rPr>
              <a:t>t</a:t>
            </a:r>
            <a:r>
              <a:rPr sz="1800" b="1" i="1" spc="-210" dirty="0" smtClean="0">
                <a:latin typeface="Trebuchet MS"/>
                <a:cs typeface="Trebuchet MS"/>
              </a:rPr>
              <a:t> </a:t>
            </a:r>
            <a:r>
              <a:rPr sz="1800" b="1" i="1" spc="-176" dirty="0">
                <a:latin typeface="Trebuchet MS"/>
                <a:cs typeface="Trebuchet MS"/>
              </a:rPr>
              <a:t>Vi</a:t>
            </a:r>
            <a:r>
              <a:rPr sz="1800" b="1" i="1" spc="-94" dirty="0">
                <a:latin typeface="Trebuchet MS"/>
                <a:cs typeface="Trebuchet MS"/>
              </a:rPr>
              <a:t>r</a:t>
            </a:r>
            <a:r>
              <a:rPr sz="1800" b="1" i="1" spc="-71" dirty="0">
                <a:latin typeface="Trebuchet MS"/>
                <a:cs typeface="Trebuchet MS"/>
              </a:rPr>
              <a:t>tu</a:t>
            </a:r>
            <a:r>
              <a:rPr sz="1800" b="1" i="1" spc="-94" dirty="0">
                <a:latin typeface="Trebuchet MS"/>
                <a:cs typeface="Trebuchet MS"/>
              </a:rPr>
              <a:t>a</a:t>
            </a:r>
            <a:r>
              <a:rPr sz="1800" b="1" i="1" spc="-86" dirty="0">
                <a:latin typeface="Trebuchet MS"/>
                <a:cs typeface="Trebuchet MS"/>
              </a:rPr>
              <a:t>lization  </a:t>
            </a:r>
            <a:r>
              <a:rPr lang="en-IN" sz="1800" b="1" i="1" spc="-86" dirty="0">
                <a:latin typeface="Trebuchet MS"/>
                <a:cs typeface="Trebuchet MS"/>
              </a:rPr>
              <a:t>5</a:t>
            </a:r>
            <a:r>
              <a:rPr sz="1800" b="1" i="1" spc="-195" dirty="0" smtClean="0">
                <a:latin typeface="Trebuchet MS"/>
                <a:cs typeface="Trebuchet MS"/>
              </a:rPr>
              <a:t>.</a:t>
            </a:r>
            <a:r>
              <a:rPr sz="1800" b="1" i="1" spc="-11" dirty="0" smtClean="0">
                <a:latin typeface="Trebuchet MS"/>
                <a:cs typeface="Trebuchet MS"/>
              </a:rPr>
              <a:t>VM</a:t>
            </a:r>
            <a:r>
              <a:rPr sz="1800" b="1" i="1" spc="-75" dirty="0" smtClean="0">
                <a:latin typeface="Trebuchet MS"/>
                <a:cs typeface="Trebuchet MS"/>
              </a:rPr>
              <a:t>w</a:t>
            </a:r>
            <a:r>
              <a:rPr sz="1800" b="1" i="1" spc="-127" dirty="0" smtClean="0">
                <a:latin typeface="Trebuchet MS"/>
                <a:cs typeface="Trebuchet MS"/>
              </a:rPr>
              <a:t>a</a:t>
            </a:r>
            <a:r>
              <a:rPr sz="1800" b="1" i="1" spc="-120" dirty="0" smtClean="0">
                <a:latin typeface="Trebuchet MS"/>
                <a:cs typeface="Trebuchet MS"/>
              </a:rPr>
              <a:t>r</a:t>
            </a:r>
            <a:r>
              <a:rPr sz="1800" b="1" i="1" spc="-79" dirty="0" smtClean="0">
                <a:latin typeface="Trebuchet MS"/>
                <a:cs typeface="Trebuchet MS"/>
              </a:rPr>
              <a:t>e</a:t>
            </a:r>
            <a:r>
              <a:rPr sz="1800" b="1" i="1" spc="-221" dirty="0" smtClean="0">
                <a:latin typeface="Trebuchet MS"/>
                <a:cs typeface="Trebuchet MS"/>
              </a:rPr>
              <a:t> </a:t>
            </a:r>
            <a:r>
              <a:rPr sz="1800" b="1" i="1" spc="-68" dirty="0">
                <a:latin typeface="Trebuchet MS"/>
                <a:cs typeface="Trebuchet MS"/>
              </a:rPr>
              <a:t>W</a:t>
            </a:r>
            <a:r>
              <a:rPr sz="1800" b="1" i="1" spc="-75" dirty="0">
                <a:latin typeface="Trebuchet MS"/>
                <a:cs typeface="Trebuchet MS"/>
              </a:rPr>
              <a:t>ork</a:t>
            </a:r>
            <a:r>
              <a:rPr sz="1800" b="1" i="1" spc="-94" dirty="0">
                <a:latin typeface="Trebuchet MS"/>
                <a:cs typeface="Trebuchet MS"/>
              </a:rPr>
              <a:t>station</a:t>
            </a:r>
            <a:endParaRPr sz="1800" dirty="0">
              <a:latin typeface="Trebuchet MS"/>
              <a:cs typeface="Trebuchet MS"/>
            </a:endParaRPr>
          </a:p>
          <a:p>
            <a:pPr marL="694849">
              <a:lnSpc>
                <a:spcPct val="150000"/>
              </a:lnSpc>
              <a:spcBef>
                <a:spcPts val="803"/>
              </a:spcBef>
            </a:pPr>
            <a:r>
              <a:rPr lang="en-IN" sz="1800" b="1" i="1" spc="-105" dirty="0">
                <a:latin typeface="Trebuchet MS"/>
                <a:cs typeface="Trebuchet MS"/>
              </a:rPr>
              <a:t>6</a:t>
            </a:r>
            <a:r>
              <a:rPr sz="1800" b="1" i="1" spc="-53" dirty="0" smtClean="0">
                <a:latin typeface="Trebuchet MS"/>
                <a:cs typeface="Trebuchet MS"/>
              </a:rPr>
              <a:t>.</a:t>
            </a:r>
            <a:r>
              <a:rPr sz="1800" b="1" i="1" spc="-8" dirty="0" smtClean="0">
                <a:latin typeface="Trebuchet MS"/>
                <a:cs typeface="Trebuchet MS"/>
              </a:rPr>
              <a:t>VM</a:t>
            </a:r>
            <a:r>
              <a:rPr sz="1800" b="1" i="1" spc="-75" dirty="0" smtClean="0">
                <a:latin typeface="Trebuchet MS"/>
                <a:cs typeface="Trebuchet MS"/>
              </a:rPr>
              <a:t>w</a:t>
            </a:r>
            <a:r>
              <a:rPr sz="1800" b="1" i="1" spc="-127" dirty="0" smtClean="0">
                <a:latin typeface="Trebuchet MS"/>
                <a:cs typeface="Trebuchet MS"/>
              </a:rPr>
              <a:t>a</a:t>
            </a:r>
            <a:r>
              <a:rPr sz="1800" b="1" i="1" spc="-124" dirty="0" smtClean="0">
                <a:latin typeface="Trebuchet MS"/>
                <a:cs typeface="Trebuchet MS"/>
              </a:rPr>
              <a:t>r</a:t>
            </a:r>
            <a:r>
              <a:rPr sz="1800" b="1" i="1" spc="-75" dirty="0" smtClean="0">
                <a:latin typeface="Trebuchet MS"/>
                <a:cs typeface="Trebuchet MS"/>
              </a:rPr>
              <a:t>e</a:t>
            </a:r>
            <a:r>
              <a:rPr sz="1800" b="1" i="1" spc="-53" dirty="0" smtClean="0">
                <a:latin typeface="Trebuchet MS"/>
                <a:cs typeface="Trebuchet MS"/>
              </a:rPr>
              <a:t> </a:t>
            </a:r>
            <a:r>
              <a:rPr sz="1800" b="1" i="1" spc="-98" dirty="0">
                <a:latin typeface="Trebuchet MS"/>
                <a:cs typeface="Trebuchet MS"/>
              </a:rPr>
              <a:t>Fu</a:t>
            </a:r>
            <a:r>
              <a:rPr sz="1800" b="1" i="1" spc="-75" dirty="0">
                <a:latin typeface="Trebuchet MS"/>
                <a:cs typeface="Trebuchet MS"/>
              </a:rPr>
              <a:t>sion</a:t>
            </a:r>
            <a:endParaRPr sz="1800" dirty="0">
              <a:latin typeface="Trebuchet MS"/>
              <a:cs typeface="Trebuchet MS"/>
            </a:endParaRPr>
          </a:p>
        </p:txBody>
      </p:sp>
    </p:spTree>
    <p:extLst>
      <p:ext uri="{BB962C8B-B14F-4D97-AF65-F5344CB8AC3E}">
        <p14:creationId xmlns:p14="http://schemas.microsoft.com/office/powerpoint/2010/main" val="3089364936"/>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76570" y="427463"/>
            <a:ext cx="7141976" cy="437139"/>
          </a:xfrm>
          <a:prstGeom prst="rect">
            <a:avLst/>
          </a:prstGeom>
        </p:spPr>
        <p:txBody>
          <a:bodyPr spcFirstLastPara="1" vert="horz" wrap="square" lIns="0" tIns="51911" rIns="0" bIns="0" rtlCol="0" anchor="ctr" anchorCtr="0">
            <a:spAutoFit/>
          </a:bodyPr>
          <a:lstStyle/>
          <a:p>
            <a:pPr marL="137160" marR="3810">
              <a:lnSpc>
                <a:spcPts val="2588"/>
              </a:lnSpc>
              <a:spcBef>
                <a:spcPts val="409"/>
              </a:spcBef>
            </a:pPr>
            <a:r>
              <a:rPr sz="2400" spc="-8" dirty="0">
                <a:latin typeface="Times New Roman"/>
                <a:cs typeface="Times New Roman"/>
              </a:rPr>
              <a:t>TOOLS</a:t>
            </a:r>
            <a:r>
              <a:rPr sz="2400" spc="-146" dirty="0">
                <a:latin typeface="Times New Roman"/>
                <a:cs typeface="Times New Roman"/>
              </a:rPr>
              <a:t> </a:t>
            </a:r>
            <a:r>
              <a:rPr sz="2400" dirty="0">
                <a:latin typeface="Times New Roman"/>
                <a:cs typeface="Times New Roman"/>
              </a:rPr>
              <a:t>AND</a:t>
            </a:r>
            <a:r>
              <a:rPr sz="2400" spc="-49" dirty="0">
                <a:latin typeface="Times New Roman"/>
                <a:cs typeface="Times New Roman"/>
              </a:rPr>
              <a:t> </a:t>
            </a:r>
            <a:r>
              <a:rPr sz="2400" dirty="0" smtClean="0">
                <a:latin typeface="Times New Roman"/>
                <a:cs typeface="Times New Roman"/>
              </a:rPr>
              <a:t>TECHNOLOGIES</a:t>
            </a:r>
            <a:endParaRPr sz="2400" dirty="0">
              <a:latin typeface="Times New Roman"/>
              <a:cs typeface="Times New Roman"/>
            </a:endParaRPr>
          </a:p>
        </p:txBody>
      </p:sp>
      <p:sp>
        <p:nvSpPr>
          <p:cNvPr id="3" name="object 3"/>
          <p:cNvSpPr txBox="1"/>
          <p:nvPr/>
        </p:nvSpPr>
        <p:spPr>
          <a:xfrm>
            <a:off x="665019" y="968512"/>
            <a:ext cx="7855528" cy="3837589"/>
          </a:xfrm>
          <a:prstGeom prst="rect">
            <a:avLst/>
          </a:prstGeom>
        </p:spPr>
        <p:txBody>
          <a:bodyPr vert="horz" wrap="square" lIns="0" tIns="112395" rIns="0" bIns="0" rtlCol="0">
            <a:spAutoFit/>
          </a:bodyPr>
          <a:lstStyle/>
          <a:p>
            <a:pPr marL="228600" lvl="0" algn="just">
              <a:buSzPts val="1800"/>
            </a:pPr>
            <a:r>
              <a:rPr lang="en-US" sz="2200" dirty="0" smtClean="0">
                <a:solidFill>
                  <a:srgbClr val="C00000"/>
                </a:solidFill>
                <a:effectLst>
                  <a:glow rad="101600">
                    <a:srgbClr val="F1F3F4">
                      <a:alpha val="60000"/>
                    </a:srgbClr>
                  </a:glow>
                </a:effectLst>
                <a:latin typeface="Times New Roman" panose="02020603050405020304" pitchFamily="18" charset="0"/>
                <a:cs typeface="Times New Roman" panose="02020603050405020304" pitchFamily="18" charset="0"/>
                <a:sym typeface="Quicksand"/>
              </a:rPr>
              <a:t>1. </a:t>
            </a:r>
            <a:r>
              <a:rPr lang="en-US" sz="2200" dirty="0" err="1" smtClean="0">
                <a:solidFill>
                  <a:srgbClr val="C00000"/>
                </a:solidFill>
                <a:effectLst>
                  <a:glow rad="101600">
                    <a:srgbClr val="F1F3F4">
                      <a:alpha val="60000"/>
                    </a:srgbClr>
                  </a:glow>
                </a:effectLst>
                <a:latin typeface="Times New Roman" panose="02020603050405020304" pitchFamily="18" charset="0"/>
                <a:cs typeface="Times New Roman" panose="02020603050405020304" pitchFamily="18" charset="0"/>
                <a:sym typeface="Quicksand"/>
              </a:rPr>
              <a:t>VirtualBox</a:t>
            </a:r>
            <a:endParaRPr lang="en-US" sz="2200" dirty="0">
              <a:solidFill>
                <a:srgbClr val="C00000"/>
              </a:solidFill>
              <a:effectLst>
                <a:glow rad="101600">
                  <a:srgbClr val="F1F3F4">
                    <a:alpha val="60000"/>
                  </a:srgbClr>
                </a:glow>
              </a:effectLst>
              <a:latin typeface="Times New Roman" panose="02020603050405020304" pitchFamily="18" charset="0"/>
              <a:cs typeface="Times New Roman" panose="02020603050405020304" pitchFamily="18" charset="0"/>
              <a:sym typeface="Quicksand"/>
            </a:endParaRPr>
          </a:p>
          <a:p>
            <a:pPr marL="596900" lvl="1" algn="just">
              <a:buSzPts val="1400"/>
            </a:pPr>
            <a:r>
              <a:rPr lang="en-US" sz="2200" dirty="0">
                <a:solidFill>
                  <a:srgbClr val="002060"/>
                </a:solidFill>
                <a:effectLst>
                  <a:glow rad="101600">
                    <a:srgbClr val="F1F3F4">
                      <a:alpha val="60000"/>
                    </a:srgbClr>
                  </a:glow>
                </a:effectLst>
                <a:latin typeface="Times New Roman" panose="02020603050405020304" pitchFamily="18" charset="0"/>
                <a:cs typeface="Times New Roman" panose="02020603050405020304" pitchFamily="18" charset="0"/>
                <a:sym typeface="Montserrat"/>
              </a:rPr>
              <a:t>Oracle VM </a:t>
            </a:r>
            <a:r>
              <a:rPr lang="en-US" sz="2200" dirty="0" err="1">
                <a:solidFill>
                  <a:srgbClr val="002060"/>
                </a:solidFill>
                <a:effectLst>
                  <a:glow rad="101600">
                    <a:srgbClr val="F1F3F4">
                      <a:alpha val="60000"/>
                    </a:srgbClr>
                  </a:glow>
                </a:effectLst>
                <a:latin typeface="Times New Roman" panose="02020603050405020304" pitchFamily="18" charset="0"/>
                <a:cs typeface="Times New Roman" panose="02020603050405020304" pitchFamily="18" charset="0"/>
                <a:sym typeface="Montserrat"/>
              </a:rPr>
              <a:t>VirtualBox</a:t>
            </a:r>
            <a:r>
              <a:rPr lang="en-US" sz="2200" dirty="0">
                <a:solidFill>
                  <a:srgbClr val="002060"/>
                </a:solidFill>
                <a:effectLst>
                  <a:glow rad="101600">
                    <a:srgbClr val="F1F3F4">
                      <a:alpha val="60000"/>
                    </a:srgbClr>
                  </a:glow>
                </a:effectLst>
                <a:latin typeface="Times New Roman" panose="02020603050405020304" pitchFamily="18" charset="0"/>
                <a:cs typeface="Times New Roman" panose="02020603050405020304" pitchFamily="18" charset="0"/>
                <a:sym typeface="Montserrat"/>
              </a:rPr>
              <a:t> </a:t>
            </a:r>
            <a:r>
              <a:rPr lang="en-US" sz="2200" i="1" dirty="0">
                <a:solidFill>
                  <a:srgbClr val="00B050"/>
                </a:solidFill>
                <a:effectLst>
                  <a:glow rad="101600">
                    <a:srgbClr val="F1F3F4">
                      <a:alpha val="60000"/>
                    </a:srgbClr>
                  </a:glow>
                </a:effectLst>
                <a:latin typeface="Times New Roman" panose="02020603050405020304" pitchFamily="18" charset="0"/>
                <a:cs typeface="Times New Roman" panose="02020603050405020304" pitchFamily="18" charset="0"/>
                <a:sym typeface="Montserrat"/>
              </a:rPr>
              <a:t>is cross-platform virtualization software</a:t>
            </a:r>
            <a:r>
              <a:rPr lang="en-US" sz="2200" dirty="0">
                <a:solidFill>
                  <a:srgbClr val="002060"/>
                </a:solidFill>
                <a:effectLst>
                  <a:glow rad="101600">
                    <a:srgbClr val="F1F3F4">
                      <a:alpha val="60000"/>
                    </a:srgbClr>
                  </a:glow>
                </a:effectLst>
                <a:latin typeface="Times New Roman" panose="02020603050405020304" pitchFamily="18" charset="0"/>
                <a:cs typeface="Times New Roman" panose="02020603050405020304" pitchFamily="18" charset="0"/>
                <a:sym typeface="Montserrat"/>
              </a:rPr>
              <a:t>. It allows users to extend their existing computer to run multiple operating systems including Microsoft Windows, Mac OS X, Linux, and Oracle Solaris, at the same time.</a:t>
            </a:r>
          </a:p>
          <a:p>
            <a:pPr marL="596900" lvl="1" algn="just">
              <a:buSzPts val="1400"/>
            </a:pPr>
            <a:endParaRPr lang="en-US" sz="2200" dirty="0">
              <a:solidFill>
                <a:srgbClr val="002060"/>
              </a:solidFill>
              <a:effectLst>
                <a:glow rad="101600">
                  <a:srgbClr val="F1F3F4">
                    <a:alpha val="60000"/>
                  </a:srgbClr>
                </a:glow>
              </a:effectLst>
              <a:latin typeface="Times New Roman" panose="02020603050405020304" pitchFamily="18" charset="0"/>
              <a:cs typeface="Times New Roman" panose="02020603050405020304" pitchFamily="18" charset="0"/>
              <a:sym typeface="Montserrat"/>
            </a:endParaRPr>
          </a:p>
          <a:p>
            <a:pPr marL="596900" lvl="1" algn="just">
              <a:buSzPts val="1400"/>
            </a:pPr>
            <a:r>
              <a:rPr lang="en-US" sz="2200" dirty="0">
                <a:solidFill>
                  <a:srgbClr val="002060"/>
                </a:solidFill>
                <a:effectLst>
                  <a:glow rad="101600">
                    <a:srgbClr val="F1F3F4">
                      <a:alpha val="60000"/>
                    </a:srgbClr>
                  </a:glow>
                </a:effectLst>
                <a:latin typeface="Times New Roman" panose="02020603050405020304" pitchFamily="18" charset="0"/>
                <a:cs typeface="Times New Roman" panose="02020603050405020304" pitchFamily="18" charset="0"/>
                <a:sym typeface="Montserrat"/>
              </a:rPr>
              <a:t>While </a:t>
            </a:r>
            <a:r>
              <a:rPr lang="en-US" sz="2200" dirty="0" err="1">
                <a:solidFill>
                  <a:srgbClr val="002060"/>
                </a:solidFill>
                <a:effectLst>
                  <a:glow rad="101600">
                    <a:srgbClr val="F1F3F4">
                      <a:alpha val="60000"/>
                    </a:srgbClr>
                  </a:glow>
                </a:effectLst>
                <a:latin typeface="Times New Roman" panose="02020603050405020304" pitchFamily="18" charset="0"/>
                <a:cs typeface="Times New Roman" panose="02020603050405020304" pitchFamily="18" charset="0"/>
                <a:sym typeface="Montserrat"/>
              </a:rPr>
              <a:t>VirtualBox</a:t>
            </a:r>
            <a:r>
              <a:rPr lang="en-US" sz="2200" dirty="0">
                <a:solidFill>
                  <a:srgbClr val="002060"/>
                </a:solidFill>
                <a:effectLst>
                  <a:glow rad="101600">
                    <a:srgbClr val="F1F3F4">
                      <a:alpha val="60000"/>
                    </a:srgbClr>
                  </a:glow>
                </a:effectLst>
                <a:latin typeface="Times New Roman" panose="02020603050405020304" pitchFamily="18" charset="0"/>
                <a:cs typeface="Times New Roman" panose="02020603050405020304" pitchFamily="18" charset="0"/>
                <a:sym typeface="Montserrat"/>
              </a:rPr>
              <a:t> itself is free to use and is distributed under an open-source license the </a:t>
            </a:r>
            <a:r>
              <a:rPr lang="en-US" sz="2200" dirty="0" err="1">
                <a:solidFill>
                  <a:srgbClr val="002060"/>
                </a:solidFill>
                <a:effectLst>
                  <a:glow rad="101600">
                    <a:srgbClr val="F1F3F4">
                      <a:alpha val="60000"/>
                    </a:srgbClr>
                  </a:glow>
                </a:effectLst>
                <a:latin typeface="Times New Roman" panose="02020603050405020304" pitchFamily="18" charset="0"/>
                <a:cs typeface="Times New Roman" panose="02020603050405020304" pitchFamily="18" charset="0"/>
                <a:sym typeface="Montserrat"/>
              </a:rPr>
              <a:t>VirtualBox</a:t>
            </a:r>
            <a:r>
              <a:rPr lang="en-US" sz="2200" dirty="0">
                <a:solidFill>
                  <a:srgbClr val="002060"/>
                </a:solidFill>
                <a:effectLst>
                  <a:glow rad="101600">
                    <a:srgbClr val="F1F3F4">
                      <a:alpha val="60000"/>
                    </a:srgbClr>
                  </a:glow>
                </a:effectLst>
                <a:latin typeface="Times New Roman" panose="02020603050405020304" pitchFamily="18" charset="0"/>
                <a:cs typeface="Times New Roman" panose="02020603050405020304" pitchFamily="18" charset="0"/>
                <a:sym typeface="Montserrat"/>
              </a:rPr>
              <a:t> Extension Pack is licensed under the </a:t>
            </a:r>
            <a:r>
              <a:rPr lang="en-US" sz="2200" dirty="0" err="1">
                <a:solidFill>
                  <a:srgbClr val="002060"/>
                </a:solidFill>
                <a:effectLst>
                  <a:glow rad="101600">
                    <a:srgbClr val="F1F3F4">
                      <a:alpha val="60000"/>
                    </a:srgbClr>
                  </a:glow>
                </a:effectLst>
                <a:latin typeface="Times New Roman" panose="02020603050405020304" pitchFamily="18" charset="0"/>
                <a:cs typeface="Times New Roman" panose="02020603050405020304" pitchFamily="18" charset="0"/>
                <a:sym typeface="Montserrat"/>
              </a:rPr>
              <a:t>VirtualBox</a:t>
            </a:r>
            <a:r>
              <a:rPr lang="en-US" sz="2200" dirty="0">
                <a:solidFill>
                  <a:srgbClr val="002060"/>
                </a:solidFill>
                <a:effectLst>
                  <a:glow rad="101600">
                    <a:srgbClr val="F1F3F4">
                      <a:alpha val="60000"/>
                    </a:srgbClr>
                  </a:glow>
                </a:effectLst>
                <a:latin typeface="Times New Roman" panose="02020603050405020304" pitchFamily="18" charset="0"/>
                <a:cs typeface="Times New Roman" panose="02020603050405020304" pitchFamily="18" charset="0"/>
                <a:sym typeface="Montserrat"/>
              </a:rPr>
              <a:t> Personal Use and Evaluation License (PUEL). Personal use is free but commercial users need to purchase a </a:t>
            </a:r>
            <a:r>
              <a:rPr lang="en-US" sz="2200" dirty="0" smtClean="0">
                <a:solidFill>
                  <a:srgbClr val="002060"/>
                </a:solidFill>
                <a:effectLst>
                  <a:glow rad="101600">
                    <a:srgbClr val="F1F3F4">
                      <a:alpha val="60000"/>
                    </a:srgbClr>
                  </a:glow>
                </a:effectLst>
                <a:latin typeface="Times New Roman" panose="02020603050405020304" pitchFamily="18" charset="0"/>
                <a:cs typeface="Times New Roman" panose="02020603050405020304" pitchFamily="18" charset="0"/>
                <a:sym typeface="Montserrat"/>
              </a:rPr>
              <a:t>license.</a:t>
            </a:r>
            <a:endParaRPr lang="en-US" sz="2200" dirty="0">
              <a:solidFill>
                <a:srgbClr val="002060"/>
              </a:solidFill>
              <a:effectLst>
                <a:glow rad="101600">
                  <a:srgbClr val="F1F3F4">
                    <a:alpha val="60000"/>
                  </a:srgbClr>
                </a:glow>
              </a:effectLst>
              <a:latin typeface="Times New Roman" panose="02020603050405020304" pitchFamily="18" charset="0"/>
              <a:cs typeface="Times New Roman" panose="02020603050405020304" pitchFamily="18" charset="0"/>
              <a:sym typeface="Montserrat"/>
            </a:endParaRPr>
          </a:p>
        </p:txBody>
      </p:sp>
      <p:pic>
        <p:nvPicPr>
          <p:cNvPr id="5" name="Picture 4"/>
          <p:cNvPicPr>
            <a:picLocks noChangeAspect="1"/>
          </p:cNvPicPr>
          <p:nvPr/>
        </p:nvPicPr>
        <p:blipFill>
          <a:blip r:embed="rId2"/>
          <a:stretch>
            <a:fillRect/>
          </a:stretch>
        </p:blipFill>
        <p:spPr>
          <a:xfrm>
            <a:off x="6717480" y="448245"/>
            <a:ext cx="1730329" cy="972225"/>
          </a:xfrm>
          <a:prstGeom prst="rect">
            <a:avLst/>
          </a:prstGeom>
        </p:spPr>
      </p:pic>
    </p:spTree>
    <p:extLst>
      <p:ext uri="{BB962C8B-B14F-4D97-AF65-F5344CB8AC3E}">
        <p14:creationId xmlns:p14="http://schemas.microsoft.com/office/powerpoint/2010/main" val="2303434373"/>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76570" y="427463"/>
            <a:ext cx="7141976" cy="437139"/>
          </a:xfrm>
          <a:prstGeom prst="rect">
            <a:avLst/>
          </a:prstGeom>
        </p:spPr>
        <p:txBody>
          <a:bodyPr spcFirstLastPara="1" vert="horz" wrap="square" lIns="0" tIns="51911" rIns="0" bIns="0" rtlCol="0" anchor="ctr" anchorCtr="0">
            <a:spAutoFit/>
          </a:bodyPr>
          <a:lstStyle/>
          <a:p>
            <a:pPr marL="137160" marR="3810">
              <a:lnSpc>
                <a:spcPts val="2588"/>
              </a:lnSpc>
              <a:spcBef>
                <a:spcPts val="409"/>
              </a:spcBef>
            </a:pPr>
            <a:r>
              <a:rPr sz="2400" spc="-8" dirty="0">
                <a:latin typeface="Times New Roman"/>
                <a:cs typeface="Times New Roman"/>
              </a:rPr>
              <a:t>TOOLS</a:t>
            </a:r>
            <a:r>
              <a:rPr sz="2400" spc="-146" dirty="0">
                <a:latin typeface="Times New Roman"/>
                <a:cs typeface="Times New Roman"/>
              </a:rPr>
              <a:t> </a:t>
            </a:r>
            <a:r>
              <a:rPr sz="2400" dirty="0">
                <a:latin typeface="Times New Roman"/>
                <a:cs typeface="Times New Roman"/>
              </a:rPr>
              <a:t>AND</a:t>
            </a:r>
            <a:r>
              <a:rPr sz="2400" spc="-49" dirty="0">
                <a:latin typeface="Times New Roman"/>
                <a:cs typeface="Times New Roman"/>
              </a:rPr>
              <a:t> </a:t>
            </a:r>
            <a:r>
              <a:rPr sz="2400" dirty="0" smtClean="0">
                <a:latin typeface="Times New Roman"/>
                <a:cs typeface="Times New Roman"/>
              </a:rPr>
              <a:t>TECHNOLOGIES</a:t>
            </a:r>
            <a:endParaRPr sz="2400" dirty="0">
              <a:latin typeface="Times New Roman"/>
              <a:cs typeface="Times New Roman"/>
            </a:endParaRPr>
          </a:p>
        </p:txBody>
      </p:sp>
      <p:sp>
        <p:nvSpPr>
          <p:cNvPr id="3" name="object 3"/>
          <p:cNvSpPr txBox="1"/>
          <p:nvPr/>
        </p:nvSpPr>
        <p:spPr>
          <a:xfrm>
            <a:off x="602673" y="1165939"/>
            <a:ext cx="7855528" cy="3160481"/>
          </a:xfrm>
          <a:prstGeom prst="rect">
            <a:avLst/>
          </a:prstGeom>
        </p:spPr>
        <p:txBody>
          <a:bodyPr vert="horz" wrap="square" lIns="0" tIns="112395" rIns="0" bIns="0" rtlCol="0">
            <a:spAutoFit/>
          </a:bodyPr>
          <a:lstStyle/>
          <a:p>
            <a:pPr marL="596900" lvl="1">
              <a:buSzPts val="1400"/>
            </a:pPr>
            <a:r>
              <a:rPr lang="en-US" sz="2200" dirty="0" smtClean="0">
                <a:solidFill>
                  <a:srgbClr val="00B050"/>
                </a:solidFill>
                <a:effectLst>
                  <a:glow rad="101600">
                    <a:srgbClr val="F1F3F4">
                      <a:alpha val="60000"/>
                    </a:srgbClr>
                  </a:glow>
                </a:effectLst>
                <a:latin typeface="Times New Roman" panose="02020603050405020304" pitchFamily="18" charset="0"/>
                <a:cs typeface="Times New Roman" panose="02020603050405020304" pitchFamily="18" charset="0"/>
                <a:sym typeface="Montserrat"/>
              </a:rPr>
              <a:t>Features</a:t>
            </a:r>
            <a:endParaRPr lang="en-US" sz="2200" dirty="0">
              <a:solidFill>
                <a:srgbClr val="00B050"/>
              </a:solidFill>
              <a:effectLst>
                <a:glow rad="101600">
                  <a:srgbClr val="F1F3F4">
                    <a:alpha val="60000"/>
                  </a:srgbClr>
                </a:glow>
              </a:effectLst>
              <a:latin typeface="Times New Roman" panose="02020603050405020304" pitchFamily="18" charset="0"/>
              <a:cs typeface="Times New Roman" panose="02020603050405020304" pitchFamily="18" charset="0"/>
              <a:sym typeface="Montserrat"/>
            </a:endParaRPr>
          </a:p>
          <a:p>
            <a:pPr marL="914400" lvl="1" indent="-317500" algn="just">
              <a:buSzPts val="1400"/>
              <a:buFont typeface="Wingdings" panose="05000000000000000000" pitchFamily="2" charset="2"/>
              <a:buChar char="v"/>
            </a:pPr>
            <a:r>
              <a:rPr lang="en-US" sz="2200" dirty="0">
                <a:solidFill>
                  <a:srgbClr val="002060"/>
                </a:solidFill>
                <a:effectLst>
                  <a:glow rad="101600">
                    <a:srgbClr val="F1F3F4">
                      <a:alpha val="60000"/>
                    </a:srgbClr>
                  </a:glow>
                </a:effectLst>
                <a:latin typeface="Times New Roman" panose="02020603050405020304" pitchFamily="18" charset="0"/>
                <a:cs typeface="Times New Roman" panose="02020603050405020304" pitchFamily="18" charset="0"/>
                <a:sym typeface="Montserrat"/>
              </a:rPr>
              <a:t>Snapshots of the RAM and storage allows reverting to a prior state.</a:t>
            </a:r>
          </a:p>
          <a:p>
            <a:pPr marL="914400" lvl="1" indent="-317500" algn="just">
              <a:buSzPts val="1400"/>
              <a:buFont typeface="Wingdings" panose="05000000000000000000" pitchFamily="2" charset="2"/>
              <a:buChar char="v"/>
            </a:pPr>
            <a:r>
              <a:rPr lang="en-US" sz="2200" dirty="0">
                <a:solidFill>
                  <a:srgbClr val="002060"/>
                </a:solidFill>
                <a:effectLst>
                  <a:glow rad="101600">
                    <a:srgbClr val="F1F3F4">
                      <a:alpha val="60000"/>
                    </a:srgbClr>
                  </a:glow>
                </a:effectLst>
                <a:latin typeface="Times New Roman" panose="02020603050405020304" pitchFamily="18" charset="0"/>
                <a:cs typeface="Times New Roman" panose="02020603050405020304" pitchFamily="18" charset="0"/>
                <a:sym typeface="Montserrat"/>
              </a:rPr>
              <a:t>Screenshots and screen video capture facility.</a:t>
            </a:r>
          </a:p>
          <a:p>
            <a:pPr marL="914400" lvl="1" indent="-317500" algn="just">
              <a:buSzPts val="1400"/>
              <a:buFont typeface="Wingdings" panose="05000000000000000000" pitchFamily="2" charset="2"/>
              <a:buChar char="v"/>
            </a:pPr>
            <a:r>
              <a:rPr lang="en-US" sz="2200" dirty="0">
                <a:solidFill>
                  <a:srgbClr val="002060"/>
                </a:solidFill>
                <a:effectLst>
                  <a:glow rad="101600">
                    <a:srgbClr val="F1F3F4">
                      <a:alpha val="60000"/>
                    </a:srgbClr>
                  </a:glow>
                </a:effectLst>
                <a:latin typeface="Times New Roman" panose="02020603050405020304" pitchFamily="18" charset="0"/>
                <a:cs typeface="Times New Roman" panose="02020603050405020304" pitchFamily="18" charset="0"/>
                <a:sym typeface="Montserrat"/>
              </a:rPr>
              <a:t>Shared clipboard &amp; shared folders through "guest additions" software</a:t>
            </a:r>
          </a:p>
          <a:p>
            <a:pPr marL="914400" lvl="1" indent="-317500" algn="just">
              <a:buSzPts val="1400"/>
              <a:buFont typeface="Wingdings" panose="05000000000000000000" pitchFamily="2" charset="2"/>
              <a:buChar char="v"/>
            </a:pPr>
            <a:r>
              <a:rPr lang="en-US" sz="2200" dirty="0">
                <a:solidFill>
                  <a:srgbClr val="002060"/>
                </a:solidFill>
                <a:effectLst>
                  <a:glow rad="101600">
                    <a:srgbClr val="F1F3F4">
                      <a:alpha val="60000"/>
                    </a:srgbClr>
                  </a:glow>
                </a:effectLst>
                <a:latin typeface="Times New Roman" panose="02020603050405020304" pitchFamily="18" charset="0"/>
                <a:cs typeface="Times New Roman" panose="02020603050405020304" pitchFamily="18" charset="0"/>
                <a:sym typeface="Montserrat"/>
              </a:rPr>
              <a:t>Ability to specify amount of shared RAM, video memory, and CPU execution cap.</a:t>
            </a:r>
          </a:p>
          <a:p>
            <a:pPr marL="914400" lvl="1" indent="-317500" algn="just">
              <a:buSzPts val="1400"/>
              <a:buFont typeface="Wingdings" panose="05000000000000000000" pitchFamily="2" charset="2"/>
              <a:buChar char="v"/>
            </a:pPr>
            <a:r>
              <a:rPr lang="en-US" sz="2200" dirty="0">
                <a:solidFill>
                  <a:srgbClr val="002060"/>
                </a:solidFill>
                <a:effectLst>
                  <a:glow rad="101600">
                    <a:srgbClr val="F1F3F4">
                      <a:alpha val="60000"/>
                    </a:srgbClr>
                  </a:glow>
                </a:effectLst>
                <a:latin typeface="Times New Roman" panose="02020603050405020304" pitchFamily="18" charset="0"/>
                <a:cs typeface="Times New Roman" panose="02020603050405020304" pitchFamily="18" charset="0"/>
                <a:sym typeface="Montserrat"/>
              </a:rPr>
              <a:t>Command line interaction (in addition to the GUI)</a:t>
            </a:r>
          </a:p>
        </p:txBody>
      </p:sp>
      <p:pic>
        <p:nvPicPr>
          <p:cNvPr id="4" name="Picture 3"/>
          <p:cNvPicPr>
            <a:picLocks noChangeAspect="1"/>
          </p:cNvPicPr>
          <p:nvPr/>
        </p:nvPicPr>
        <p:blipFill>
          <a:blip r:embed="rId2"/>
          <a:stretch>
            <a:fillRect/>
          </a:stretch>
        </p:blipFill>
        <p:spPr>
          <a:xfrm>
            <a:off x="6727872" y="529158"/>
            <a:ext cx="1730329" cy="972225"/>
          </a:xfrm>
          <a:prstGeom prst="rect">
            <a:avLst/>
          </a:prstGeom>
        </p:spPr>
      </p:pic>
    </p:spTree>
    <p:extLst>
      <p:ext uri="{BB962C8B-B14F-4D97-AF65-F5344CB8AC3E}">
        <p14:creationId xmlns:p14="http://schemas.microsoft.com/office/powerpoint/2010/main" val="352083968"/>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76570" y="427463"/>
            <a:ext cx="7141976" cy="437139"/>
          </a:xfrm>
          <a:prstGeom prst="rect">
            <a:avLst/>
          </a:prstGeom>
        </p:spPr>
        <p:txBody>
          <a:bodyPr spcFirstLastPara="1" vert="horz" wrap="square" lIns="0" tIns="51911" rIns="0" bIns="0" rtlCol="0" anchor="ctr" anchorCtr="0">
            <a:spAutoFit/>
          </a:bodyPr>
          <a:lstStyle/>
          <a:p>
            <a:pPr marL="137160" marR="3810">
              <a:lnSpc>
                <a:spcPts val="2588"/>
              </a:lnSpc>
              <a:spcBef>
                <a:spcPts val="409"/>
              </a:spcBef>
            </a:pPr>
            <a:r>
              <a:rPr sz="2400" spc="-8" dirty="0">
                <a:latin typeface="Times New Roman"/>
                <a:cs typeface="Times New Roman"/>
              </a:rPr>
              <a:t>TOOLS</a:t>
            </a:r>
            <a:r>
              <a:rPr sz="2400" spc="-146" dirty="0">
                <a:latin typeface="Times New Roman"/>
                <a:cs typeface="Times New Roman"/>
              </a:rPr>
              <a:t> </a:t>
            </a:r>
            <a:r>
              <a:rPr sz="2400" dirty="0">
                <a:latin typeface="Times New Roman"/>
                <a:cs typeface="Times New Roman"/>
              </a:rPr>
              <a:t>AND</a:t>
            </a:r>
            <a:r>
              <a:rPr sz="2400" spc="-49" dirty="0">
                <a:latin typeface="Times New Roman"/>
                <a:cs typeface="Times New Roman"/>
              </a:rPr>
              <a:t> </a:t>
            </a:r>
            <a:r>
              <a:rPr sz="2400" dirty="0" smtClean="0">
                <a:latin typeface="Times New Roman"/>
                <a:cs typeface="Times New Roman"/>
              </a:rPr>
              <a:t>TECHNOLOGIES</a:t>
            </a:r>
            <a:endParaRPr sz="2400" dirty="0">
              <a:latin typeface="Times New Roman"/>
              <a:cs typeface="Times New Roman"/>
            </a:endParaRPr>
          </a:p>
        </p:txBody>
      </p:sp>
      <p:sp>
        <p:nvSpPr>
          <p:cNvPr id="3" name="object 3"/>
          <p:cNvSpPr txBox="1"/>
          <p:nvPr/>
        </p:nvSpPr>
        <p:spPr>
          <a:xfrm>
            <a:off x="602673" y="1165939"/>
            <a:ext cx="7855528" cy="2821926"/>
          </a:xfrm>
          <a:prstGeom prst="rect">
            <a:avLst/>
          </a:prstGeom>
        </p:spPr>
        <p:txBody>
          <a:bodyPr vert="horz" wrap="square" lIns="0" tIns="112395" rIns="0" bIns="0" rtlCol="0">
            <a:spAutoFit/>
          </a:bodyPr>
          <a:lstStyle/>
          <a:p>
            <a:pPr marL="228600" lvl="0"/>
            <a:r>
              <a:rPr lang="en-US" sz="2200" dirty="0" smtClean="0">
                <a:solidFill>
                  <a:srgbClr val="C00000"/>
                </a:solidFill>
                <a:effectLst>
                  <a:glow rad="101600">
                    <a:srgbClr val="F1F3F4">
                      <a:alpha val="60000"/>
                    </a:srgbClr>
                  </a:glow>
                </a:effectLst>
                <a:latin typeface="Times New Roman" panose="02020603050405020304" pitchFamily="18" charset="0"/>
                <a:cs typeface="Times New Roman" panose="02020603050405020304" pitchFamily="18" charset="0"/>
              </a:rPr>
              <a:t>2. Microsoft </a:t>
            </a:r>
            <a:r>
              <a:rPr lang="en-US" sz="2200" dirty="0">
                <a:solidFill>
                  <a:srgbClr val="C00000"/>
                </a:solidFill>
                <a:effectLst>
                  <a:glow rad="101600">
                    <a:srgbClr val="F1F3F4">
                      <a:alpha val="60000"/>
                    </a:srgbClr>
                  </a:glow>
                </a:effectLst>
                <a:latin typeface="Times New Roman" panose="02020603050405020304" pitchFamily="18" charset="0"/>
                <a:cs typeface="Times New Roman" panose="02020603050405020304" pitchFamily="18" charset="0"/>
              </a:rPr>
              <a:t>Hyper-V</a:t>
            </a:r>
          </a:p>
          <a:p>
            <a:pPr marL="596900" lvl="1" algn="just"/>
            <a:r>
              <a:rPr lang="en-US" sz="2200" dirty="0">
                <a:solidFill>
                  <a:srgbClr val="002060"/>
                </a:solidFill>
                <a:effectLst>
                  <a:glow rad="101600">
                    <a:srgbClr val="F1F3F4">
                      <a:alpha val="60000"/>
                    </a:srgbClr>
                  </a:glow>
                </a:effectLst>
                <a:latin typeface="Times New Roman" panose="02020603050405020304" pitchFamily="18" charset="0"/>
                <a:cs typeface="Times New Roman" panose="02020603050405020304" pitchFamily="18" charset="0"/>
              </a:rPr>
              <a:t>Microsoft released Hyper-V in 2016. Hyper-V is virtualization software that, well, virtualizes software. It can not only virtualize operating systems but also entire hardware components, such as hard drives and network switches.</a:t>
            </a:r>
          </a:p>
          <a:p>
            <a:pPr marL="596900" lvl="1" algn="just"/>
            <a:endParaRPr lang="en-US" sz="2200" dirty="0">
              <a:solidFill>
                <a:srgbClr val="002060"/>
              </a:solidFill>
              <a:effectLst>
                <a:glow rad="101600">
                  <a:srgbClr val="F1F3F4">
                    <a:alpha val="60000"/>
                  </a:srgbClr>
                </a:glow>
              </a:effectLst>
              <a:latin typeface="Times New Roman" panose="02020603050405020304" pitchFamily="18" charset="0"/>
              <a:cs typeface="Times New Roman" panose="02020603050405020304" pitchFamily="18" charset="0"/>
            </a:endParaRPr>
          </a:p>
          <a:p>
            <a:pPr marL="596900" lvl="1" algn="just"/>
            <a:r>
              <a:rPr lang="en-US" sz="2200" dirty="0">
                <a:solidFill>
                  <a:srgbClr val="002060"/>
                </a:solidFill>
                <a:effectLst>
                  <a:glow rad="101600">
                    <a:srgbClr val="F1F3F4">
                      <a:alpha val="60000"/>
                    </a:srgbClr>
                  </a:glow>
                </a:effectLst>
                <a:latin typeface="Times New Roman" panose="02020603050405020304" pitchFamily="18" charset="0"/>
                <a:cs typeface="Times New Roman" panose="02020603050405020304" pitchFamily="18" charset="0"/>
              </a:rPr>
              <a:t>Unlike other virtualization tools, Hyper-V is not limited to the user’s device. You </a:t>
            </a:r>
            <a:r>
              <a:rPr lang="en-US" sz="2200" i="1" dirty="0">
                <a:solidFill>
                  <a:srgbClr val="00B050"/>
                </a:solidFill>
                <a:effectLst>
                  <a:glow rad="101600">
                    <a:srgbClr val="F1F3F4">
                      <a:alpha val="60000"/>
                    </a:srgbClr>
                  </a:glow>
                </a:effectLst>
                <a:latin typeface="Times New Roman" panose="02020603050405020304" pitchFamily="18" charset="0"/>
                <a:cs typeface="Times New Roman" panose="02020603050405020304" pitchFamily="18" charset="0"/>
              </a:rPr>
              <a:t>can use it for server virtualization</a:t>
            </a:r>
            <a:r>
              <a:rPr lang="en-US" sz="2200" dirty="0">
                <a:solidFill>
                  <a:srgbClr val="002060"/>
                </a:solidFill>
                <a:effectLst>
                  <a:glow rad="101600">
                    <a:srgbClr val="F1F3F4">
                      <a:alpha val="60000"/>
                    </a:srgbClr>
                  </a:glow>
                </a:effectLst>
                <a:latin typeface="Times New Roman" panose="02020603050405020304" pitchFamily="18" charset="0"/>
                <a:cs typeface="Times New Roman" panose="02020603050405020304" pitchFamily="18" charset="0"/>
              </a:rPr>
              <a:t>, too</a:t>
            </a:r>
            <a:r>
              <a:rPr lang="en-US" sz="2200" dirty="0" smtClean="0">
                <a:solidFill>
                  <a:srgbClr val="002060"/>
                </a:solidFill>
                <a:effectLst>
                  <a:glow rad="101600">
                    <a:srgbClr val="F1F3F4">
                      <a:alpha val="60000"/>
                    </a:srgbClr>
                  </a:glow>
                </a:effectLst>
                <a:latin typeface="Times New Roman" panose="02020603050405020304" pitchFamily="18" charset="0"/>
                <a:cs typeface="Times New Roman" panose="02020603050405020304" pitchFamily="18" charset="0"/>
              </a:rPr>
              <a:t>.</a:t>
            </a:r>
            <a:endParaRPr lang="en-US" sz="2200" dirty="0">
              <a:solidFill>
                <a:srgbClr val="002060"/>
              </a:solidFill>
              <a:effectLst>
                <a:glow rad="101600">
                  <a:srgbClr val="F1F3F4">
                    <a:alpha val="60000"/>
                  </a:srgbClr>
                </a:glow>
              </a:effectLst>
              <a:latin typeface="Times New Roman" panose="02020603050405020304" pitchFamily="18" charset="0"/>
              <a:cs typeface="Times New Roman" panose="02020603050405020304" pitchFamily="18" charset="0"/>
              <a:sym typeface="Montserrat"/>
            </a:endParaRPr>
          </a:p>
        </p:txBody>
      </p:sp>
      <p:pic>
        <p:nvPicPr>
          <p:cNvPr id="4" name="object 4"/>
          <p:cNvPicPr/>
          <p:nvPr/>
        </p:nvPicPr>
        <p:blipFill>
          <a:blip r:embed="rId2" cstate="print"/>
          <a:stretch>
            <a:fillRect/>
          </a:stretch>
        </p:blipFill>
        <p:spPr>
          <a:xfrm>
            <a:off x="6279643" y="646032"/>
            <a:ext cx="2178558" cy="786384"/>
          </a:xfrm>
          <a:prstGeom prst="rect">
            <a:avLst/>
          </a:prstGeom>
        </p:spPr>
      </p:pic>
    </p:spTree>
    <p:extLst>
      <p:ext uri="{BB962C8B-B14F-4D97-AF65-F5344CB8AC3E}">
        <p14:creationId xmlns:p14="http://schemas.microsoft.com/office/powerpoint/2010/main" val="1048024497"/>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76570" y="427463"/>
            <a:ext cx="7141976" cy="437139"/>
          </a:xfrm>
          <a:prstGeom prst="rect">
            <a:avLst/>
          </a:prstGeom>
        </p:spPr>
        <p:txBody>
          <a:bodyPr spcFirstLastPara="1" vert="horz" wrap="square" lIns="0" tIns="51911" rIns="0" bIns="0" rtlCol="0" anchor="ctr" anchorCtr="0">
            <a:spAutoFit/>
          </a:bodyPr>
          <a:lstStyle/>
          <a:p>
            <a:pPr marL="137160" marR="3810">
              <a:lnSpc>
                <a:spcPts val="2588"/>
              </a:lnSpc>
              <a:spcBef>
                <a:spcPts val="409"/>
              </a:spcBef>
            </a:pPr>
            <a:r>
              <a:rPr sz="2400" spc="-8" dirty="0">
                <a:latin typeface="Times New Roman"/>
                <a:cs typeface="Times New Roman"/>
              </a:rPr>
              <a:t>TOOLS</a:t>
            </a:r>
            <a:r>
              <a:rPr sz="2400" spc="-146" dirty="0">
                <a:latin typeface="Times New Roman"/>
                <a:cs typeface="Times New Roman"/>
              </a:rPr>
              <a:t> </a:t>
            </a:r>
            <a:r>
              <a:rPr sz="2400" dirty="0">
                <a:latin typeface="Times New Roman"/>
                <a:cs typeface="Times New Roman"/>
              </a:rPr>
              <a:t>AND</a:t>
            </a:r>
            <a:r>
              <a:rPr sz="2400" spc="-49" dirty="0">
                <a:latin typeface="Times New Roman"/>
                <a:cs typeface="Times New Roman"/>
              </a:rPr>
              <a:t> </a:t>
            </a:r>
            <a:r>
              <a:rPr sz="2400" dirty="0" smtClean="0">
                <a:latin typeface="Times New Roman"/>
                <a:cs typeface="Times New Roman"/>
              </a:rPr>
              <a:t>TECHNOLOGIES</a:t>
            </a:r>
            <a:endParaRPr sz="2400" dirty="0">
              <a:latin typeface="Times New Roman"/>
              <a:cs typeface="Times New Roman"/>
            </a:endParaRPr>
          </a:p>
        </p:txBody>
      </p:sp>
      <p:sp>
        <p:nvSpPr>
          <p:cNvPr id="3" name="object 3"/>
          <p:cNvSpPr txBox="1"/>
          <p:nvPr/>
        </p:nvSpPr>
        <p:spPr>
          <a:xfrm>
            <a:off x="1176570" y="1145156"/>
            <a:ext cx="6931824" cy="3160481"/>
          </a:xfrm>
          <a:prstGeom prst="rect">
            <a:avLst/>
          </a:prstGeom>
        </p:spPr>
        <p:txBody>
          <a:bodyPr vert="horz" wrap="square" lIns="0" tIns="112395" rIns="0" bIns="0" rtlCol="0">
            <a:spAutoFit/>
          </a:bodyPr>
          <a:lstStyle/>
          <a:p>
            <a:pPr marL="228600" lvl="0">
              <a:lnSpc>
                <a:spcPct val="150000"/>
              </a:lnSpc>
            </a:pPr>
            <a:r>
              <a:rPr lang="en-US" sz="2200" dirty="0" smtClean="0">
                <a:solidFill>
                  <a:srgbClr val="00B050"/>
                </a:solidFill>
                <a:effectLst>
                  <a:glow rad="101600">
                    <a:srgbClr val="F1F3F4">
                      <a:alpha val="60000"/>
                    </a:srgbClr>
                  </a:glow>
                </a:effectLst>
                <a:latin typeface="Times New Roman" panose="02020603050405020304" pitchFamily="18" charset="0"/>
                <a:cs typeface="Times New Roman" panose="02020603050405020304" pitchFamily="18" charset="0"/>
              </a:rPr>
              <a:t>Features</a:t>
            </a:r>
            <a:endParaRPr lang="en-US" sz="2200" dirty="0">
              <a:solidFill>
                <a:srgbClr val="00B050"/>
              </a:solidFill>
              <a:effectLst>
                <a:glow rad="101600">
                  <a:srgbClr val="F1F3F4">
                    <a:alpha val="60000"/>
                  </a:srgbClr>
                </a:glow>
              </a:effectLst>
              <a:latin typeface="Times New Roman" panose="02020603050405020304" pitchFamily="18" charset="0"/>
              <a:cs typeface="Times New Roman" panose="02020603050405020304" pitchFamily="18" charset="0"/>
            </a:endParaRPr>
          </a:p>
          <a:p>
            <a:pPr marL="342900" lvl="1" indent="-342900" algn="just">
              <a:lnSpc>
                <a:spcPct val="150000"/>
              </a:lnSpc>
              <a:buFont typeface="Wingdings" panose="05000000000000000000" pitchFamily="2" charset="2"/>
              <a:buChar char="v"/>
            </a:pPr>
            <a:r>
              <a:rPr lang="en-US" sz="2200" dirty="0">
                <a:solidFill>
                  <a:srgbClr val="002060"/>
                </a:solidFill>
                <a:effectLst>
                  <a:glow rad="101600">
                    <a:srgbClr val="F1F3F4">
                      <a:alpha val="60000"/>
                    </a:srgbClr>
                  </a:glow>
                </a:effectLst>
                <a:latin typeface="Times New Roman" panose="02020603050405020304" pitchFamily="18" charset="0"/>
                <a:cs typeface="Times New Roman" panose="02020603050405020304" pitchFamily="18" charset="0"/>
              </a:rPr>
              <a:t>Hardware virtualization.</a:t>
            </a:r>
          </a:p>
          <a:p>
            <a:pPr marL="342900" lvl="1" indent="-342900" algn="just">
              <a:lnSpc>
                <a:spcPct val="150000"/>
              </a:lnSpc>
              <a:buFont typeface="Wingdings" panose="05000000000000000000" pitchFamily="2" charset="2"/>
              <a:buChar char="v"/>
            </a:pPr>
            <a:r>
              <a:rPr lang="en-US" sz="2200" dirty="0">
                <a:solidFill>
                  <a:srgbClr val="002060"/>
                </a:solidFill>
                <a:effectLst>
                  <a:glow rad="101600">
                    <a:srgbClr val="F1F3F4">
                      <a:alpha val="60000"/>
                    </a:srgbClr>
                  </a:glow>
                </a:effectLst>
                <a:latin typeface="Times New Roman" panose="02020603050405020304" pitchFamily="18" charset="0"/>
                <a:cs typeface="Times New Roman" panose="02020603050405020304" pitchFamily="18" charset="0"/>
              </a:rPr>
              <a:t>It can run multiple virtual machines.</a:t>
            </a:r>
          </a:p>
          <a:p>
            <a:pPr marL="342900" lvl="1" indent="-342900" algn="just">
              <a:lnSpc>
                <a:spcPct val="150000"/>
              </a:lnSpc>
              <a:buFont typeface="Wingdings" panose="05000000000000000000" pitchFamily="2" charset="2"/>
              <a:buChar char="v"/>
            </a:pPr>
            <a:r>
              <a:rPr lang="en-US" sz="2200" dirty="0">
                <a:solidFill>
                  <a:srgbClr val="002060"/>
                </a:solidFill>
                <a:effectLst>
                  <a:glow rad="101600">
                    <a:srgbClr val="F1F3F4">
                      <a:alpha val="60000"/>
                    </a:srgbClr>
                  </a:glow>
                </a:effectLst>
                <a:latin typeface="Times New Roman" panose="02020603050405020304" pitchFamily="18" charset="0"/>
                <a:cs typeface="Times New Roman" panose="02020603050405020304" pitchFamily="18" charset="0"/>
              </a:rPr>
              <a:t>These virtual machines can be used with Azure. Thus, we can say that Microsoft Hyper-V supports a </a:t>
            </a:r>
            <a:r>
              <a:rPr lang="en-US" sz="2200" i="1" dirty="0">
                <a:solidFill>
                  <a:srgbClr val="00B050"/>
                </a:solidFill>
                <a:effectLst>
                  <a:glow rad="101600">
                    <a:srgbClr val="F1F3F4">
                      <a:alpha val="60000"/>
                    </a:srgbClr>
                  </a:glow>
                </a:effectLst>
                <a:latin typeface="Times New Roman" panose="02020603050405020304" pitchFamily="18" charset="0"/>
                <a:cs typeface="Times New Roman" panose="02020603050405020304" pitchFamily="18" charset="0"/>
              </a:rPr>
              <a:t>cloud-based platform</a:t>
            </a:r>
            <a:endParaRPr lang="en-US" sz="2200" i="1" dirty="0">
              <a:solidFill>
                <a:srgbClr val="00B050"/>
              </a:solidFill>
              <a:effectLst>
                <a:glow rad="101600">
                  <a:srgbClr val="F1F3F4">
                    <a:alpha val="60000"/>
                  </a:srgbClr>
                </a:glow>
              </a:effectLst>
              <a:latin typeface="Times New Roman" panose="02020603050405020304" pitchFamily="18" charset="0"/>
              <a:cs typeface="Times New Roman" panose="02020603050405020304" pitchFamily="18" charset="0"/>
              <a:sym typeface="Montserrat"/>
            </a:endParaRPr>
          </a:p>
        </p:txBody>
      </p:sp>
      <p:pic>
        <p:nvPicPr>
          <p:cNvPr id="4" name="object 4"/>
          <p:cNvPicPr/>
          <p:nvPr/>
        </p:nvPicPr>
        <p:blipFill>
          <a:blip r:embed="rId2" cstate="print"/>
          <a:stretch>
            <a:fillRect/>
          </a:stretch>
        </p:blipFill>
        <p:spPr>
          <a:xfrm>
            <a:off x="6279643" y="646032"/>
            <a:ext cx="2178558" cy="786384"/>
          </a:xfrm>
          <a:prstGeom prst="rect">
            <a:avLst/>
          </a:prstGeom>
        </p:spPr>
      </p:pic>
    </p:spTree>
    <p:extLst>
      <p:ext uri="{BB962C8B-B14F-4D97-AF65-F5344CB8AC3E}">
        <p14:creationId xmlns:p14="http://schemas.microsoft.com/office/powerpoint/2010/main" val="673001013"/>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76570" y="427463"/>
            <a:ext cx="7141976" cy="437139"/>
          </a:xfrm>
          <a:prstGeom prst="rect">
            <a:avLst/>
          </a:prstGeom>
        </p:spPr>
        <p:txBody>
          <a:bodyPr spcFirstLastPara="1" vert="horz" wrap="square" lIns="0" tIns="51911" rIns="0" bIns="0" rtlCol="0" anchor="ctr" anchorCtr="0">
            <a:spAutoFit/>
          </a:bodyPr>
          <a:lstStyle/>
          <a:p>
            <a:pPr marL="137160" marR="3810">
              <a:lnSpc>
                <a:spcPts val="2588"/>
              </a:lnSpc>
              <a:spcBef>
                <a:spcPts val="409"/>
              </a:spcBef>
            </a:pPr>
            <a:r>
              <a:rPr sz="2400" spc="-8" dirty="0">
                <a:latin typeface="Times New Roman"/>
                <a:cs typeface="Times New Roman"/>
              </a:rPr>
              <a:t>TOOLS</a:t>
            </a:r>
            <a:r>
              <a:rPr sz="2400" spc="-146" dirty="0">
                <a:latin typeface="Times New Roman"/>
                <a:cs typeface="Times New Roman"/>
              </a:rPr>
              <a:t> </a:t>
            </a:r>
            <a:r>
              <a:rPr sz="2400" dirty="0">
                <a:latin typeface="Times New Roman"/>
                <a:cs typeface="Times New Roman"/>
              </a:rPr>
              <a:t>AND</a:t>
            </a:r>
            <a:r>
              <a:rPr sz="2400" spc="-49" dirty="0">
                <a:latin typeface="Times New Roman"/>
                <a:cs typeface="Times New Roman"/>
              </a:rPr>
              <a:t> </a:t>
            </a:r>
            <a:r>
              <a:rPr sz="2400" dirty="0" smtClean="0">
                <a:latin typeface="Times New Roman"/>
                <a:cs typeface="Times New Roman"/>
              </a:rPr>
              <a:t>TECHNOLOGIES</a:t>
            </a:r>
            <a:endParaRPr sz="2400" dirty="0">
              <a:latin typeface="Times New Roman"/>
              <a:cs typeface="Times New Roman"/>
            </a:endParaRPr>
          </a:p>
        </p:txBody>
      </p:sp>
      <p:sp>
        <p:nvSpPr>
          <p:cNvPr id="3" name="object 3"/>
          <p:cNvSpPr txBox="1"/>
          <p:nvPr/>
        </p:nvSpPr>
        <p:spPr>
          <a:xfrm>
            <a:off x="916797" y="864602"/>
            <a:ext cx="7271239" cy="3499035"/>
          </a:xfrm>
          <a:prstGeom prst="rect">
            <a:avLst/>
          </a:prstGeom>
        </p:spPr>
        <p:txBody>
          <a:bodyPr vert="horz" wrap="square" lIns="0" tIns="112395" rIns="0" bIns="0" rtlCol="0">
            <a:spAutoFit/>
          </a:bodyPr>
          <a:lstStyle/>
          <a:p>
            <a:pPr marL="228600" lvl="0" algn="just">
              <a:buSzPts val="1800"/>
            </a:pPr>
            <a:r>
              <a:rPr lang="en-US" sz="2200" dirty="0" smtClean="0">
                <a:solidFill>
                  <a:srgbClr val="C00000"/>
                </a:solidFill>
                <a:effectLst>
                  <a:glow rad="101600">
                    <a:srgbClr val="F1F3F4">
                      <a:alpha val="60000"/>
                    </a:srgbClr>
                  </a:glow>
                </a:effectLst>
                <a:latin typeface="Times New Roman" panose="02020603050405020304" pitchFamily="18" charset="0"/>
                <a:cs typeface="Times New Roman" panose="02020603050405020304" pitchFamily="18" charset="0"/>
                <a:sym typeface="Quicksand"/>
              </a:rPr>
              <a:t>3. Vagrant</a:t>
            </a:r>
            <a:endParaRPr lang="en-US" sz="2200" dirty="0">
              <a:solidFill>
                <a:srgbClr val="C00000"/>
              </a:solidFill>
              <a:effectLst>
                <a:glow rad="101600">
                  <a:srgbClr val="F1F3F4">
                    <a:alpha val="60000"/>
                  </a:srgbClr>
                </a:glow>
              </a:effectLst>
              <a:latin typeface="Times New Roman" panose="02020603050405020304" pitchFamily="18" charset="0"/>
              <a:cs typeface="Times New Roman" panose="02020603050405020304" pitchFamily="18" charset="0"/>
              <a:sym typeface="Quicksand"/>
            </a:endParaRPr>
          </a:p>
          <a:p>
            <a:pPr marL="596900" lvl="1" algn="just">
              <a:buSzPts val="1400"/>
            </a:pPr>
            <a:r>
              <a:rPr lang="en-US" sz="2200" dirty="0">
                <a:solidFill>
                  <a:srgbClr val="002060"/>
                </a:solidFill>
                <a:effectLst>
                  <a:glow rad="101600">
                    <a:srgbClr val="F1F3F4">
                      <a:alpha val="60000"/>
                    </a:srgbClr>
                  </a:glow>
                </a:effectLst>
                <a:latin typeface="Times New Roman" panose="02020603050405020304" pitchFamily="18" charset="0"/>
                <a:cs typeface="Times New Roman" panose="02020603050405020304" pitchFamily="18" charset="0"/>
                <a:sym typeface="Montserrat"/>
              </a:rPr>
              <a:t>Vagrant is an open-source virtualization tool which developed by </a:t>
            </a:r>
            <a:r>
              <a:rPr lang="en-US" sz="2200" dirty="0" err="1">
                <a:solidFill>
                  <a:srgbClr val="002060"/>
                </a:solidFill>
                <a:effectLst>
                  <a:glow rad="101600">
                    <a:srgbClr val="F1F3F4">
                      <a:alpha val="60000"/>
                    </a:srgbClr>
                  </a:glow>
                </a:effectLst>
                <a:latin typeface="Times New Roman" panose="02020603050405020304" pitchFamily="18" charset="0"/>
                <a:cs typeface="Times New Roman" panose="02020603050405020304" pitchFamily="18" charset="0"/>
                <a:sym typeface="Montserrat"/>
              </a:rPr>
              <a:t>Hashicorp</a:t>
            </a:r>
            <a:r>
              <a:rPr lang="en-US" sz="2200" dirty="0">
                <a:solidFill>
                  <a:srgbClr val="002060"/>
                </a:solidFill>
                <a:effectLst>
                  <a:glow rad="101600">
                    <a:srgbClr val="F1F3F4">
                      <a:alpha val="60000"/>
                    </a:srgbClr>
                  </a:glow>
                </a:effectLst>
                <a:latin typeface="Times New Roman" panose="02020603050405020304" pitchFamily="18" charset="0"/>
                <a:cs typeface="Times New Roman" panose="02020603050405020304" pitchFamily="18" charset="0"/>
                <a:sym typeface="Montserrat"/>
              </a:rPr>
              <a:t> and </a:t>
            </a:r>
            <a:r>
              <a:rPr lang="en-US" sz="2200" i="1" dirty="0">
                <a:solidFill>
                  <a:srgbClr val="00B050"/>
                </a:solidFill>
                <a:effectLst>
                  <a:glow rad="101600">
                    <a:srgbClr val="F1F3F4">
                      <a:alpha val="60000"/>
                    </a:srgbClr>
                  </a:glow>
                </a:effectLst>
                <a:latin typeface="Times New Roman" panose="02020603050405020304" pitchFamily="18" charset="0"/>
                <a:cs typeface="Times New Roman" panose="02020603050405020304" pitchFamily="18" charset="0"/>
                <a:sym typeface="Montserrat"/>
              </a:rPr>
              <a:t>written in Ruby</a:t>
            </a:r>
            <a:r>
              <a:rPr lang="en-US" sz="2200" dirty="0">
                <a:solidFill>
                  <a:srgbClr val="002060"/>
                </a:solidFill>
                <a:effectLst>
                  <a:glow rad="101600">
                    <a:srgbClr val="F1F3F4">
                      <a:alpha val="60000"/>
                    </a:srgbClr>
                  </a:glow>
                </a:effectLst>
                <a:latin typeface="Times New Roman" panose="02020603050405020304" pitchFamily="18" charset="0"/>
                <a:cs typeface="Times New Roman" panose="02020603050405020304" pitchFamily="18" charset="0"/>
                <a:sym typeface="Montserrat"/>
              </a:rPr>
              <a:t>, but it can be used in projects written in other programming languages such as PHP, Python, Java, C#, and JavaScript.</a:t>
            </a:r>
          </a:p>
          <a:p>
            <a:pPr marL="596900" lvl="1" algn="just">
              <a:buSzPts val="1400"/>
            </a:pPr>
            <a:endParaRPr lang="en-US" sz="2200" dirty="0">
              <a:solidFill>
                <a:srgbClr val="002060"/>
              </a:solidFill>
              <a:effectLst>
                <a:glow rad="101600">
                  <a:srgbClr val="F1F3F4">
                    <a:alpha val="60000"/>
                  </a:srgbClr>
                </a:glow>
              </a:effectLst>
              <a:latin typeface="Times New Roman" panose="02020603050405020304" pitchFamily="18" charset="0"/>
              <a:cs typeface="Times New Roman" panose="02020603050405020304" pitchFamily="18" charset="0"/>
              <a:sym typeface="Montserrat"/>
            </a:endParaRPr>
          </a:p>
          <a:p>
            <a:pPr marL="596900" lvl="1" algn="just">
              <a:buSzPts val="1400"/>
            </a:pPr>
            <a:r>
              <a:rPr lang="en-US" sz="2200" dirty="0">
                <a:solidFill>
                  <a:srgbClr val="002060"/>
                </a:solidFill>
                <a:effectLst>
                  <a:glow rad="101600">
                    <a:srgbClr val="F1F3F4">
                      <a:alpha val="60000"/>
                    </a:srgbClr>
                  </a:glow>
                </a:effectLst>
                <a:latin typeface="Times New Roman" panose="02020603050405020304" pitchFamily="18" charset="0"/>
                <a:cs typeface="Times New Roman" panose="02020603050405020304" pitchFamily="18" charset="0"/>
                <a:sym typeface="Montserrat"/>
              </a:rPr>
              <a:t>This tool which works on command-line that provides a framework and configuration format for creating, managing and distributing virtualized development environments.</a:t>
            </a:r>
            <a:endParaRPr lang="en-US" sz="2200" dirty="0">
              <a:solidFill>
                <a:srgbClr val="00B050"/>
              </a:solidFill>
              <a:effectLst>
                <a:glow rad="101600">
                  <a:srgbClr val="F1F3F4">
                    <a:alpha val="60000"/>
                  </a:srgbClr>
                </a:glow>
              </a:effectLst>
              <a:latin typeface="Times New Roman" panose="02020603050405020304" pitchFamily="18" charset="0"/>
              <a:cs typeface="Times New Roman" panose="02020603050405020304" pitchFamily="18" charset="0"/>
              <a:sym typeface="Montserrat"/>
            </a:endParaRPr>
          </a:p>
        </p:txBody>
      </p:sp>
      <p:pic>
        <p:nvPicPr>
          <p:cNvPr id="4" name="object 4"/>
          <p:cNvPicPr/>
          <p:nvPr/>
        </p:nvPicPr>
        <p:blipFill>
          <a:blip r:embed="rId2" cstate="print"/>
          <a:stretch>
            <a:fillRect/>
          </a:stretch>
        </p:blipFill>
        <p:spPr>
          <a:xfrm>
            <a:off x="6133130" y="523417"/>
            <a:ext cx="2185416" cy="682370"/>
          </a:xfrm>
          <a:prstGeom prst="rect">
            <a:avLst/>
          </a:prstGeom>
        </p:spPr>
      </p:pic>
    </p:spTree>
    <p:extLst>
      <p:ext uri="{BB962C8B-B14F-4D97-AF65-F5344CB8AC3E}">
        <p14:creationId xmlns:p14="http://schemas.microsoft.com/office/powerpoint/2010/main" val="736578867"/>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76570" y="427463"/>
            <a:ext cx="7141976" cy="437139"/>
          </a:xfrm>
          <a:prstGeom prst="rect">
            <a:avLst/>
          </a:prstGeom>
        </p:spPr>
        <p:txBody>
          <a:bodyPr spcFirstLastPara="1" vert="horz" wrap="square" lIns="0" tIns="51911" rIns="0" bIns="0" rtlCol="0" anchor="ctr" anchorCtr="0">
            <a:spAutoFit/>
          </a:bodyPr>
          <a:lstStyle/>
          <a:p>
            <a:pPr marL="137160" marR="3810">
              <a:lnSpc>
                <a:spcPts val="2588"/>
              </a:lnSpc>
              <a:spcBef>
                <a:spcPts val="409"/>
              </a:spcBef>
            </a:pPr>
            <a:r>
              <a:rPr sz="2400" spc="-8" dirty="0">
                <a:latin typeface="Times New Roman"/>
                <a:cs typeface="Times New Roman"/>
              </a:rPr>
              <a:t>TOOLS</a:t>
            </a:r>
            <a:r>
              <a:rPr sz="2400" spc="-146" dirty="0">
                <a:latin typeface="Times New Roman"/>
                <a:cs typeface="Times New Roman"/>
              </a:rPr>
              <a:t> </a:t>
            </a:r>
            <a:r>
              <a:rPr sz="2400" dirty="0">
                <a:latin typeface="Times New Roman"/>
                <a:cs typeface="Times New Roman"/>
              </a:rPr>
              <a:t>AND</a:t>
            </a:r>
            <a:r>
              <a:rPr sz="2400" spc="-49" dirty="0">
                <a:latin typeface="Times New Roman"/>
                <a:cs typeface="Times New Roman"/>
              </a:rPr>
              <a:t> </a:t>
            </a:r>
            <a:r>
              <a:rPr sz="2400" dirty="0" smtClean="0">
                <a:latin typeface="Times New Roman"/>
                <a:cs typeface="Times New Roman"/>
              </a:rPr>
              <a:t>TECHNOLOGIES</a:t>
            </a:r>
            <a:endParaRPr sz="2400" dirty="0">
              <a:latin typeface="Times New Roman"/>
              <a:cs typeface="Times New Roman"/>
            </a:endParaRPr>
          </a:p>
        </p:txBody>
      </p:sp>
      <p:sp>
        <p:nvSpPr>
          <p:cNvPr id="3" name="object 3"/>
          <p:cNvSpPr txBox="1"/>
          <p:nvPr/>
        </p:nvSpPr>
        <p:spPr>
          <a:xfrm>
            <a:off x="916797" y="864602"/>
            <a:ext cx="7271239" cy="3837589"/>
          </a:xfrm>
          <a:prstGeom prst="rect">
            <a:avLst/>
          </a:prstGeom>
        </p:spPr>
        <p:txBody>
          <a:bodyPr vert="horz" wrap="square" lIns="0" tIns="112395" rIns="0" bIns="0" rtlCol="0">
            <a:spAutoFit/>
          </a:bodyPr>
          <a:lstStyle/>
          <a:p>
            <a:pPr marL="596900" lvl="1">
              <a:buSzPts val="1400"/>
            </a:pPr>
            <a:r>
              <a:rPr lang="en-US" sz="2200" dirty="0">
                <a:solidFill>
                  <a:srgbClr val="00B050"/>
                </a:solidFill>
                <a:effectLst>
                  <a:glow rad="101600">
                    <a:srgbClr val="F1F3F4">
                      <a:alpha val="60000"/>
                    </a:srgbClr>
                  </a:glow>
                </a:effectLst>
                <a:latin typeface="Times New Roman" panose="02020603050405020304" pitchFamily="18" charset="0"/>
                <a:cs typeface="Times New Roman" panose="02020603050405020304" pitchFamily="18" charset="0"/>
                <a:sym typeface="Montserrat"/>
              </a:rPr>
              <a:t>Features</a:t>
            </a:r>
          </a:p>
          <a:p>
            <a:pPr marL="914400" lvl="1" indent="-317500" algn="just">
              <a:buSzPts val="1400"/>
              <a:buFont typeface="Wingdings" panose="05000000000000000000" pitchFamily="2" charset="2"/>
              <a:buChar char="v"/>
            </a:pPr>
            <a:r>
              <a:rPr lang="en-US" sz="2200" dirty="0">
                <a:solidFill>
                  <a:srgbClr val="002060"/>
                </a:solidFill>
                <a:effectLst>
                  <a:glow rad="101600">
                    <a:srgbClr val="F1F3F4">
                      <a:alpha val="60000"/>
                    </a:srgbClr>
                  </a:glow>
                </a:effectLst>
                <a:latin typeface="Times New Roman" panose="02020603050405020304" pitchFamily="18" charset="0"/>
                <a:cs typeface="Times New Roman" panose="02020603050405020304" pitchFamily="18" charset="0"/>
                <a:sym typeface="Montserrat"/>
              </a:rPr>
              <a:t>Creates virtual machine based on an operating system of your choice.</a:t>
            </a:r>
          </a:p>
          <a:p>
            <a:pPr marL="914400" lvl="1" indent="-317500" algn="just">
              <a:buSzPts val="1400"/>
              <a:buFont typeface="Wingdings" panose="05000000000000000000" pitchFamily="2" charset="2"/>
              <a:buChar char="v"/>
            </a:pPr>
            <a:r>
              <a:rPr lang="en-US" sz="2200" dirty="0">
                <a:solidFill>
                  <a:srgbClr val="002060"/>
                </a:solidFill>
                <a:effectLst>
                  <a:glow rad="101600">
                    <a:srgbClr val="F1F3F4">
                      <a:alpha val="60000"/>
                    </a:srgbClr>
                  </a:glow>
                </a:effectLst>
                <a:latin typeface="Times New Roman" panose="02020603050405020304" pitchFamily="18" charset="0"/>
                <a:cs typeface="Times New Roman" panose="02020603050405020304" pitchFamily="18" charset="0"/>
                <a:sym typeface="Montserrat"/>
              </a:rPr>
              <a:t>Modifies the physical properties of this virtual machine (e.g., RAM, number of CPUs etc.)</a:t>
            </a:r>
          </a:p>
          <a:p>
            <a:pPr marL="914400" lvl="1" indent="-317500" algn="just">
              <a:buSzPts val="1400"/>
              <a:buFont typeface="Wingdings" panose="05000000000000000000" pitchFamily="2" charset="2"/>
              <a:buChar char="v"/>
            </a:pPr>
            <a:r>
              <a:rPr lang="en-US" sz="2200" dirty="0">
                <a:solidFill>
                  <a:srgbClr val="002060"/>
                </a:solidFill>
                <a:effectLst>
                  <a:glow rad="101600">
                    <a:srgbClr val="F1F3F4">
                      <a:alpha val="60000"/>
                    </a:srgbClr>
                  </a:glow>
                </a:effectLst>
                <a:latin typeface="Times New Roman" panose="02020603050405020304" pitchFamily="18" charset="0"/>
                <a:cs typeface="Times New Roman" panose="02020603050405020304" pitchFamily="18" charset="0"/>
                <a:sym typeface="Montserrat"/>
              </a:rPr>
              <a:t>Establishes network interfaces so that you can access your virtual machine from your own computer, another device on the same network, or even from another virtual machine.</a:t>
            </a:r>
          </a:p>
          <a:p>
            <a:pPr marL="914400" lvl="1" indent="-317500" algn="just">
              <a:buSzPts val="1400"/>
              <a:buFont typeface="Wingdings" panose="05000000000000000000" pitchFamily="2" charset="2"/>
              <a:buChar char="v"/>
            </a:pPr>
            <a:r>
              <a:rPr lang="en-US" sz="2200" dirty="0">
                <a:solidFill>
                  <a:srgbClr val="002060"/>
                </a:solidFill>
                <a:effectLst>
                  <a:glow rad="101600">
                    <a:srgbClr val="F1F3F4">
                      <a:alpha val="60000"/>
                    </a:srgbClr>
                  </a:glow>
                </a:effectLst>
                <a:latin typeface="Times New Roman" panose="02020603050405020304" pitchFamily="18" charset="0"/>
                <a:cs typeface="Times New Roman" panose="02020603050405020304" pitchFamily="18" charset="0"/>
                <a:sym typeface="Montserrat"/>
              </a:rPr>
              <a:t>Sets up shared folders so we can continue editing files from both.</a:t>
            </a:r>
          </a:p>
        </p:txBody>
      </p:sp>
      <p:pic>
        <p:nvPicPr>
          <p:cNvPr id="4" name="object 4"/>
          <p:cNvPicPr/>
          <p:nvPr/>
        </p:nvPicPr>
        <p:blipFill>
          <a:blip r:embed="rId2" cstate="print"/>
          <a:stretch>
            <a:fillRect/>
          </a:stretch>
        </p:blipFill>
        <p:spPr>
          <a:xfrm>
            <a:off x="6133130" y="523417"/>
            <a:ext cx="2185416" cy="682370"/>
          </a:xfrm>
          <a:prstGeom prst="rect">
            <a:avLst/>
          </a:prstGeom>
        </p:spPr>
      </p:pic>
    </p:spTree>
    <p:extLst>
      <p:ext uri="{BB962C8B-B14F-4D97-AF65-F5344CB8AC3E}">
        <p14:creationId xmlns:p14="http://schemas.microsoft.com/office/powerpoint/2010/main" val="3127129370"/>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76570" y="427463"/>
            <a:ext cx="7141976" cy="437139"/>
          </a:xfrm>
          <a:prstGeom prst="rect">
            <a:avLst/>
          </a:prstGeom>
        </p:spPr>
        <p:txBody>
          <a:bodyPr spcFirstLastPara="1" vert="horz" wrap="square" lIns="0" tIns="51911" rIns="0" bIns="0" rtlCol="0" anchor="ctr" anchorCtr="0">
            <a:spAutoFit/>
          </a:bodyPr>
          <a:lstStyle/>
          <a:p>
            <a:pPr marL="137160" marR="3810">
              <a:lnSpc>
                <a:spcPts val="2588"/>
              </a:lnSpc>
              <a:spcBef>
                <a:spcPts val="409"/>
              </a:spcBef>
            </a:pPr>
            <a:r>
              <a:rPr sz="2400" spc="-8" dirty="0">
                <a:latin typeface="Times New Roman"/>
                <a:cs typeface="Times New Roman"/>
              </a:rPr>
              <a:t>TOOLS</a:t>
            </a:r>
            <a:r>
              <a:rPr sz="2400" spc="-146" dirty="0">
                <a:latin typeface="Times New Roman"/>
                <a:cs typeface="Times New Roman"/>
              </a:rPr>
              <a:t> </a:t>
            </a:r>
            <a:r>
              <a:rPr sz="2400" dirty="0">
                <a:latin typeface="Times New Roman"/>
                <a:cs typeface="Times New Roman"/>
              </a:rPr>
              <a:t>AND</a:t>
            </a:r>
            <a:r>
              <a:rPr sz="2400" spc="-49" dirty="0">
                <a:latin typeface="Times New Roman"/>
                <a:cs typeface="Times New Roman"/>
              </a:rPr>
              <a:t> </a:t>
            </a:r>
            <a:r>
              <a:rPr sz="2400" dirty="0" smtClean="0">
                <a:latin typeface="Times New Roman"/>
                <a:cs typeface="Times New Roman"/>
              </a:rPr>
              <a:t>TECHNOLOGIES</a:t>
            </a:r>
            <a:endParaRPr sz="2400" dirty="0">
              <a:latin typeface="Times New Roman"/>
              <a:cs typeface="Times New Roman"/>
            </a:endParaRPr>
          </a:p>
        </p:txBody>
      </p:sp>
      <p:sp>
        <p:nvSpPr>
          <p:cNvPr id="3" name="object 3"/>
          <p:cNvSpPr txBox="1"/>
          <p:nvPr/>
        </p:nvSpPr>
        <p:spPr>
          <a:xfrm>
            <a:off x="916797" y="864602"/>
            <a:ext cx="7401749" cy="3837589"/>
          </a:xfrm>
          <a:prstGeom prst="rect">
            <a:avLst/>
          </a:prstGeom>
        </p:spPr>
        <p:txBody>
          <a:bodyPr vert="horz" wrap="square" lIns="0" tIns="112395" rIns="0" bIns="0" rtlCol="0">
            <a:spAutoFit/>
          </a:bodyPr>
          <a:lstStyle/>
          <a:p>
            <a:pPr marL="228600" lvl="0" algn="just">
              <a:buSzPts val="1800"/>
            </a:pPr>
            <a:r>
              <a:rPr lang="en-US" sz="2200" dirty="0" smtClean="0">
                <a:solidFill>
                  <a:srgbClr val="C00000"/>
                </a:solidFill>
                <a:effectLst>
                  <a:glow rad="101600">
                    <a:srgbClr val="F1F3F4">
                      <a:alpha val="60000"/>
                    </a:srgbClr>
                  </a:glow>
                </a:effectLst>
                <a:latin typeface="Times New Roman" panose="02020603050405020304" pitchFamily="18" charset="0"/>
                <a:cs typeface="Times New Roman" panose="02020603050405020304" pitchFamily="18" charset="0"/>
                <a:sym typeface="Quicksand"/>
              </a:rPr>
              <a:t>4. Red </a:t>
            </a:r>
            <a:r>
              <a:rPr lang="en-US" sz="2200" dirty="0">
                <a:solidFill>
                  <a:srgbClr val="C00000"/>
                </a:solidFill>
                <a:effectLst>
                  <a:glow rad="101600">
                    <a:srgbClr val="F1F3F4">
                      <a:alpha val="60000"/>
                    </a:srgbClr>
                  </a:glow>
                </a:effectLst>
                <a:latin typeface="Times New Roman" panose="02020603050405020304" pitchFamily="18" charset="0"/>
                <a:cs typeface="Times New Roman" panose="02020603050405020304" pitchFamily="18" charset="0"/>
                <a:sym typeface="Quicksand"/>
              </a:rPr>
              <a:t>Hat Virtualization</a:t>
            </a:r>
          </a:p>
          <a:p>
            <a:pPr marL="596900" lvl="1" algn="just">
              <a:buSzPts val="1400"/>
            </a:pPr>
            <a:r>
              <a:rPr lang="en-US" sz="2200" dirty="0">
                <a:solidFill>
                  <a:srgbClr val="002060"/>
                </a:solidFill>
                <a:effectLst>
                  <a:glow rad="101600">
                    <a:srgbClr val="F1F3F4">
                      <a:alpha val="60000"/>
                    </a:srgbClr>
                  </a:glow>
                </a:effectLst>
                <a:latin typeface="Times New Roman" panose="02020603050405020304" pitchFamily="18" charset="0"/>
                <a:cs typeface="Times New Roman" panose="02020603050405020304" pitchFamily="18" charset="0"/>
                <a:sym typeface="Montserrat"/>
              </a:rPr>
              <a:t>This system was developed by Red Hat Software. It is </a:t>
            </a:r>
            <a:r>
              <a:rPr lang="en-US" sz="2200" i="1" dirty="0">
                <a:solidFill>
                  <a:srgbClr val="00B050"/>
                </a:solidFill>
                <a:effectLst>
                  <a:glow rad="101600">
                    <a:srgbClr val="F1F3F4">
                      <a:alpha val="60000"/>
                    </a:srgbClr>
                  </a:glow>
                </a:effectLst>
                <a:latin typeface="Times New Roman" panose="02020603050405020304" pitchFamily="18" charset="0"/>
                <a:cs typeface="Times New Roman" panose="02020603050405020304" pitchFamily="18" charset="0"/>
                <a:sym typeface="Montserrat"/>
              </a:rPr>
              <a:t>written in Java</a:t>
            </a:r>
            <a:r>
              <a:rPr lang="en-US" sz="2200" dirty="0">
                <a:solidFill>
                  <a:srgbClr val="002060"/>
                </a:solidFill>
                <a:effectLst>
                  <a:glow rad="101600">
                    <a:srgbClr val="F1F3F4">
                      <a:alpha val="60000"/>
                    </a:srgbClr>
                  </a:glow>
                </a:effectLst>
                <a:latin typeface="Times New Roman" panose="02020603050405020304" pitchFamily="18" charset="0"/>
                <a:cs typeface="Times New Roman" panose="02020603050405020304" pitchFamily="18" charset="0"/>
                <a:sym typeface="Montserrat"/>
              </a:rPr>
              <a:t>. Its first version was released in June 2010. Red Hat Enterprise Virtualization, or RHEV, provides a RHEL-based centralized management server with a web-based interface for managing virtual machines (VMs) called the RHEV Manager.</a:t>
            </a:r>
          </a:p>
          <a:p>
            <a:pPr marL="596900" lvl="1" algn="just">
              <a:buSzPts val="1400"/>
            </a:pPr>
            <a:endParaRPr lang="en-US" sz="2200" dirty="0">
              <a:solidFill>
                <a:srgbClr val="002060"/>
              </a:solidFill>
              <a:effectLst>
                <a:glow rad="101600">
                  <a:srgbClr val="F1F3F4">
                    <a:alpha val="60000"/>
                  </a:srgbClr>
                </a:glow>
              </a:effectLst>
              <a:latin typeface="Times New Roman" panose="02020603050405020304" pitchFamily="18" charset="0"/>
              <a:cs typeface="Times New Roman" panose="02020603050405020304" pitchFamily="18" charset="0"/>
              <a:sym typeface="Montserrat"/>
            </a:endParaRPr>
          </a:p>
          <a:p>
            <a:pPr marL="596900" lvl="1" algn="just">
              <a:buSzPts val="1400"/>
            </a:pPr>
            <a:r>
              <a:rPr lang="en-US" sz="2200" dirty="0">
                <a:solidFill>
                  <a:srgbClr val="002060"/>
                </a:solidFill>
                <a:effectLst>
                  <a:glow rad="101600">
                    <a:srgbClr val="F1F3F4">
                      <a:alpha val="60000"/>
                    </a:srgbClr>
                  </a:glow>
                </a:effectLst>
                <a:latin typeface="Times New Roman" panose="02020603050405020304" pitchFamily="18" charset="0"/>
                <a:cs typeface="Times New Roman" panose="02020603050405020304" pitchFamily="18" charset="0"/>
                <a:sym typeface="Montserrat"/>
              </a:rPr>
              <a:t>Red Hat Enterprise Virtualization is based on open standards and works with Linux and Windows, as well as enterprise applications like SAP and Oracle.</a:t>
            </a:r>
            <a:endParaRPr lang="en-US" sz="2200" dirty="0">
              <a:solidFill>
                <a:srgbClr val="00B050"/>
              </a:solidFill>
              <a:effectLst>
                <a:glow rad="101600">
                  <a:srgbClr val="F1F3F4">
                    <a:alpha val="60000"/>
                  </a:srgbClr>
                </a:glow>
              </a:effectLst>
              <a:latin typeface="Times New Roman" panose="02020603050405020304" pitchFamily="18" charset="0"/>
              <a:cs typeface="Times New Roman" panose="02020603050405020304" pitchFamily="18" charset="0"/>
              <a:sym typeface="Montserrat"/>
            </a:endParaRPr>
          </a:p>
        </p:txBody>
      </p:sp>
      <p:pic>
        <p:nvPicPr>
          <p:cNvPr id="5" name="object 3"/>
          <p:cNvPicPr/>
          <p:nvPr/>
        </p:nvPicPr>
        <p:blipFill>
          <a:blip r:embed="rId2" cstate="print"/>
          <a:stretch>
            <a:fillRect/>
          </a:stretch>
        </p:blipFill>
        <p:spPr>
          <a:xfrm>
            <a:off x="5923130" y="637659"/>
            <a:ext cx="2492883" cy="664082"/>
          </a:xfrm>
          <a:prstGeom prst="rect">
            <a:avLst/>
          </a:prstGeom>
        </p:spPr>
      </p:pic>
    </p:spTree>
    <p:extLst>
      <p:ext uri="{BB962C8B-B14F-4D97-AF65-F5344CB8AC3E}">
        <p14:creationId xmlns:p14="http://schemas.microsoft.com/office/powerpoint/2010/main" val="2038265750"/>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76570" y="427463"/>
            <a:ext cx="7141976" cy="437139"/>
          </a:xfrm>
          <a:prstGeom prst="rect">
            <a:avLst/>
          </a:prstGeom>
        </p:spPr>
        <p:txBody>
          <a:bodyPr spcFirstLastPara="1" vert="horz" wrap="square" lIns="0" tIns="51911" rIns="0" bIns="0" rtlCol="0" anchor="ctr" anchorCtr="0">
            <a:spAutoFit/>
          </a:bodyPr>
          <a:lstStyle/>
          <a:p>
            <a:pPr marL="137160" marR="3810">
              <a:lnSpc>
                <a:spcPts val="2588"/>
              </a:lnSpc>
              <a:spcBef>
                <a:spcPts val="409"/>
              </a:spcBef>
            </a:pPr>
            <a:r>
              <a:rPr sz="2400" spc="-8" dirty="0">
                <a:latin typeface="Times New Roman"/>
                <a:cs typeface="Times New Roman"/>
              </a:rPr>
              <a:t>TOOLS</a:t>
            </a:r>
            <a:r>
              <a:rPr sz="2400" spc="-146" dirty="0">
                <a:latin typeface="Times New Roman"/>
                <a:cs typeface="Times New Roman"/>
              </a:rPr>
              <a:t> </a:t>
            </a:r>
            <a:r>
              <a:rPr sz="2400" dirty="0">
                <a:latin typeface="Times New Roman"/>
                <a:cs typeface="Times New Roman"/>
              </a:rPr>
              <a:t>AND</a:t>
            </a:r>
            <a:r>
              <a:rPr sz="2400" spc="-49" dirty="0">
                <a:latin typeface="Times New Roman"/>
                <a:cs typeface="Times New Roman"/>
              </a:rPr>
              <a:t> </a:t>
            </a:r>
            <a:r>
              <a:rPr sz="2400" dirty="0" smtClean="0">
                <a:latin typeface="Times New Roman"/>
                <a:cs typeface="Times New Roman"/>
              </a:rPr>
              <a:t>TECHNOLOGIES</a:t>
            </a:r>
            <a:endParaRPr sz="2400" dirty="0">
              <a:latin typeface="Times New Roman"/>
              <a:cs typeface="Times New Roman"/>
            </a:endParaRPr>
          </a:p>
        </p:txBody>
      </p:sp>
      <p:sp>
        <p:nvSpPr>
          <p:cNvPr id="3" name="object 3"/>
          <p:cNvSpPr txBox="1"/>
          <p:nvPr/>
        </p:nvSpPr>
        <p:spPr>
          <a:xfrm>
            <a:off x="916797" y="1165939"/>
            <a:ext cx="7401749" cy="3099695"/>
          </a:xfrm>
          <a:prstGeom prst="rect">
            <a:avLst/>
          </a:prstGeom>
        </p:spPr>
        <p:txBody>
          <a:bodyPr vert="horz" wrap="square" lIns="0" tIns="112395" rIns="0" bIns="0" rtlCol="0">
            <a:spAutoFit/>
          </a:bodyPr>
          <a:lstStyle/>
          <a:p>
            <a:pPr marL="596900" lvl="1">
              <a:lnSpc>
                <a:spcPct val="150000"/>
              </a:lnSpc>
              <a:buSzPts val="1400"/>
            </a:pPr>
            <a:r>
              <a:rPr lang="en-US" sz="2200" dirty="0">
                <a:solidFill>
                  <a:srgbClr val="00B050"/>
                </a:solidFill>
                <a:effectLst>
                  <a:glow rad="101600">
                    <a:srgbClr val="F1F3F4">
                      <a:alpha val="60000"/>
                    </a:srgbClr>
                  </a:glow>
                </a:effectLst>
                <a:latin typeface="Times New Roman" panose="02020603050405020304" pitchFamily="18" charset="0"/>
                <a:cs typeface="Times New Roman" panose="02020603050405020304" pitchFamily="18" charset="0"/>
                <a:sym typeface="Montserrat"/>
              </a:rPr>
              <a:t>Features</a:t>
            </a:r>
          </a:p>
          <a:p>
            <a:pPr marL="914400" lvl="1" indent="-317500" algn="just">
              <a:lnSpc>
                <a:spcPct val="150000"/>
              </a:lnSpc>
              <a:buSzPts val="1400"/>
              <a:buFont typeface="Wingdings" panose="05000000000000000000" pitchFamily="2" charset="2"/>
              <a:buChar char="v"/>
            </a:pPr>
            <a:r>
              <a:rPr lang="en-US" sz="2200" dirty="0">
                <a:solidFill>
                  <a:srgbClr val="002060"/>
                </a:solidFill>
                <a:effectLst>
                  <a:glow rad="101600">
                    <a:srgbClr val="F1F3F4">
                      <a:alpha val="60000"/>
                    </a:srgbClr>
                  </a:glow>
                </a:effectLst>
                <a:latin typeface="Times New Roman" panose="02020603050405020304" pitchFamily="18" charset="0"/>
                <a:cs typeface="Times New Roman" panose="02020603050405020304" pitchFamily="18" charset="0"/>
                <a:sym typeface="Montserrat"/>
              </a:rPr>
              <a:t>Applications run fast in virtualization as well. Hence in the top features, they promise improved performance.</a:t>
            </a:r>
          </a:p>
          <a:p>
            <a:pPr marL="914400" lvl="1" indent="-317500" algn="just">
              <a:lnSpc>
                <a:spcPct val="150000"/>
              </a:lnSpc>
              <a:buSzPts val="1400"/>
              <a:buFont typeface="Wingdings" panose="05000000000000000000" pitchFamily="2" charset="2"/>
              <a:buChar char="v"/>
            </a:pPr>
            <a:r>
              <a:rPr lang="en-US" sz="2200" dirty="0">
                <a:solidFill>
                  <a:srgbClr val="002060"/>
                </a:solidFill>
                <a:effectLst>
                  <a:glow rad="101600">
                    <a:srgbClr val="F1F3F4">
                      <a:alpha val="60000"/>
                    </a:srgbClr>
                  </a:glow>
                </a:effectLst>
                <a:latin typeface="Times New Roman" panose="02020603050405020304" pitchFamily="18" charset="0"/>
                <a:cs typeface="Times New Roman" panose="02020603050405020304" pitchFamily="18" charset="0"/>
                <a:sym typeface="Montserrat"/>
              </a:rPr>
              <a:t>It is an open-source system. So, we can make it, to integrate with the systems as per your requirement.</a:t>
            </a:r>
          </a:p>
          <a:p>
            <a:pPr marL="914400" lvl="1" indent="-317500" algn="just">
              <a:lnSpc>
                <a:spcPct val="150000"/>
              </a:lnSpc>
              <a:buSzPts val="1400"/>
              <a:buFont typeface="Wingdings" panose="05000000000000000000" pitchFamily="2" charset="2"/>
              <a:buChar char="v"/>
            </a:pPr>
            <a:r>
              <a:rPr lang="en-US" sz="2200" dirty="0">
                <a:solidFill>
                  <a:srgbClr val="002060"/>
                </a:solidFill>
                <a:effectLst>
                  <a:glow rad="101600">
                    <a:srgbClr val="F1F3F4">
                      <a:alpha val="60000"/>
                    </a:srgbClr>
                  </a:glow>
                </a:effectLst>
                <a:latin typeface="Times New Roman" panose="02020603050405020304" pitchFamily="18" charset="0"/>
                <a:cs typeface="Times New Roman" panose="02020603050405020304" pitchFamily="18" charset="0"/>
                <a:sym typeface="Montserrat"/>
              </a:rPr>
              <a:t>It is easy to setup, use and manage.</a:t>
            </a:r>
          </a:p>
        </p:txBody>
      </p:sp>
      <p:pic>
        <p:nvPicPr>
          <p:cNvPr id="5" name="object 3"/>
          <p:cNvPicPr/>
          <p:nvPr/>
        </p:nvPicPr>
        <p:blipFill>
          <a:blip r:embed="rId2" cstate="print"/>
          <a:stretch>
            <a:fillRect/>
          </a:stretch>
        </p:blipFill>
        <p:spPr>
          <a:xfrm>
            <a:off x="5923130" y="637659"/>
            <a:ext cx="2492883" cy="664082"/>
          </a:xfrm>
          <a:prstGeom prst="rect">
            <a:avLst/>
          </a:prstGeom>
        </p:spPr>
      </p:pic>
    </p:spTree>
    <p:extLst>
      <p:ext uri="{BB962C8B-B14F-4D97-AF65-F5344CB8AC3E}">
        <p14:creationId xmlns:p14="http://schemas.microsoft.com/office/powerpoint/2010/main" val="3484565089"/>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76570" y="427463"/>
            <a:ext cx="7141976" cy="437139"/>
          </a:xfrm>
          <a:prstGeom prst="rect">
            <a:avLst/>
          </a:prstGeom>
        </p:spPr>
        <p:txBody>
          <a:bodyPr spcFirstLastPara="1" vert="horz" wrap="square" lIns="0" tIns="51911" rIns="0" bIns="0" rtlCol="0" anchor="ctr" anchorCtr="0">
            <a:spAutoFit/>
          </a:bodyPr>
          <a:lstStyle/>
          <a:p>
            <a:pPr marL="137160" marR="3810">
              <a:lnSpc>
                <a:spcPts val="2588"/>
              </a:lnSpc>
              <a:spcBef>
                <a:spcPts val="409"/>
              </a:spcBef>
            </a:pPr>
            <a:r>
              <a:rPr sz="2400" spc="-8" dirty="0">
                <a:latin typeface="Times New Roman"/>
                <a:cs typeface="Times New Roman"/>
              </a:rPr>
              <a:t>TOOLS</a:t>
            </a:r>
            <a:r>
              <a:rPr sz="2400" spc="-146" dirty="0">
                <a:latin typeface="Times New Roman"/>
                <a:cs typeface="Times New Roman"/>
              </a:rPr>
              <a:t> </a:t>
            </a:r>
            <a:r>
              <a:rPr sz="2400" dirty="0">
                <a:latin typeface="Times New Roman"/>
                <a:cs typeface="Times New Roman"/>
              </a:rPr>
              <a:t>AND</a:t>
            </a:r>
            <a:r>
              <a:rPr sz="2400" spc="-49" dirty="0">
                <a:latin typeface="Times New Roman"/>
                <a:cs typeface="Times New Roman"/>
              </a:rPr>
              <a:t> </a:t>
            </a:r>
            <a:r>
              <a:rPr sz="2400" dirty="0" smtClean="0">
                <a:latin typeface="Times New Roman"/>
                <a:cs typeface="Times New Roman"/>
              </a:rPr>
              <a:t>TECHNOLOGIES</a:t>
            </a:r>
            <a:endParaRPr sz="2400" dirty="0">
              <a:latin typeface="Times New Roman"/>
              <a:cs typeface="Times New Roman"/>
            </a:endParaRPr>
          </a:p>
        </p:txBody>
      </p:sp>
      <p:sp>
        <p:nvSpPr>
          <p:cNvPr id="3" name="object 3"/>
          <p:cNvSpPr txBox="1"/>
          <p:nvPr/>
        </p:nvSpPr>
        <p:spPr>
          <a:xfrm>
            <a:off x="916797" y="1074798"/>
            <a:ext cx="7401749" cy="3160481"/>
          </a:xfrm>
          <a:prstGeom prst="rect">
            <a:avLst/>
          </a:prstGeom>
        </p:spPr>
        <p:txBody>
          <a:bodyPr vert="horz" wrap="square" lIns="0" tIns="112395" rIns="0" bIns="0" rtlCol="0">
            <a:spAutoFit/>
          </a:bodyPr>
          <a:lstStyle/>
          <a:p>
            <a:pPr marL="228600" lvl="0" algn="just">
              <a:lnSpc>
                <a:spcPct val="150000"/>
              </a:lnSpc>
              <a:buSzPts val="1800"/>
            </a:pPr>
            <a:r>
              <a:rPr lang="en-US" sz="2200" dirty="0">
                <a:solidFill>
                  <a:srgbClr val="C00000"/>
                </a:solidFill>
                <a:effectLst>
                  <a:glow rad="101600">
                    <a:srgbClr val="F1F3F4">
                      <a:alpha val="60000"/>
                    </a:srgbClr>
                  </a:glow>
                </a:effectLst>
                <a:latin typeface="Times New Roman" panose="02020603050405020304" pitchFamily="18" charset="0"/>
                <a:cs typeface="Times New Roman" panose="02020603050405020304" pitchFamily="18" charset="0"/>
                <a:sym typeface="Quicksand"/>
              </a:rPr>
              <a:t>5. VMware Workstation</a:t>
            </a:r>
          </a:p>
          <a:p>
            <a:pPr marL="596900" lvl="1" algn="just">
              <a:lnSpc>
                <a:spcPct val="150000"/>
              </a:lnSpc>
              <a:buSzPts val="1400"/>
            </a:pPr>
            <a:r>
              <a:rPr lang="en-US" sz="2200" dirty="0">
                <a:solidFill>
                  <a:srgbClr val="002060"/>
                </a:solidFill>
                <a:effectLst>
                  <a:glow rad="101600">
                    <a:srgbClr val="F1F3F4">
                      <a:alpha val="60000"/>
                    </a:srgbClr>
                  </a:glow>
                </a:effectLst>
                <a:latin typeface="Times New Roman" panose="02020603050405020304" pitchFamily="18" charset="0"/>
                <a:cs typeface="Times New Roman" panose="02020603050405020304" pitchFamily="18" charset="0"/>
                <a:sym typeface="Montserrat"/>
              </a:rPr>
              <a:t>With the help of this system, you </a:t>
            </a:r>
            <a:r>
              <a:rPr lang="en-US" sz="2200" i="1" dirty="0">
                <a:solidFill>
                  <a:srgbClr val="00B050"/>
                </a:solidFill>
                <a:effectLst>
                  <a:glow rad="101600">
                    <a:srgbClr val="F1F3F4">
                      <a:alpha val="60000"/>
                    </a:srgbClr>
                  </a:glow>
                </a:effectLst>
                <a:latin typeface="Times New Roman" panose="02020603050405020304" pitchFamily="18" charset="0"/>
                <a:cs typeface="Times New Roman" panose="02020603050405020304" pitchFamily="18" charset="0"/>
                <a:sym typeface="Montserrat"/>
              </a:rPr>
              <a:t>can run multiple OS</a:t>
            </a:r>
            <a:r>
              <a:rPr lang="en-US" sz="2200" dirty="0">
                <a:solidFill>
                  <a:srgbClr val="002060"/>
                </a:solidFill>
                <a:effectLst>
                  <a:glow rad="101600">
                    <a:srgbClr val="F1F3F4">
                      <a:alpha val="60000"/>
                    </a:srgbClr>
                  </a:glow>
                </a:effectLst>
                <a:latin typeface="Times New Roman" panose="02020603050405020304" pitchFamily="18" charset="0"/>
                <a:cs typeface="Times New Roman" panose="02020603050405020304" pitchFamily="18" charset="0"/>
                <a:sym typeface="Montserrat"/>
              </a:rPr>
              <a:t>. This system is for Linux or Windows OS users.</a:t>
            </a:r>
          </a:p>
          <a:p>
            <a:pPr marL="596900" lvl="1" algn="just">
              <a:lnSpc>
                <a:spcPct val="150000"/>
              </a:lnSpc>
              <a:buSzPts val="1400"/>
            </a:pPr>
            <a:r>
              <a:rPr lang="en-US" sz="2200" dirty="0" smtClean="0">
                <a:solidFill>
                  <a:srgbClr val="002060"/>
                </a:solidFill>
                <a:effectLst>
                  <a:glow rad="101600">
                    <a:srgbClr val="F1F3F4">
                      <a:alpha val="60000"/>
                    </a:srgbClr>
                  </a:glow>
                </a:effectLst>
                <a:latin typeface="Times New Roman" panose="02020603050405020304" pitchFamily="18" charset="0"/>
                <a:cs typeface="Times New Roman" panose="02020603050405020304" pitchFamily="18" charset="0"/>
                <a:sym typeface="Montserrat"/>
              </a:rPr>
              <a:t>This </a:t>
            </a:r>
            <a:r>
              <a:rPr lang="en-US" sz="2200" dirty="0">
                <a:solidFill>
                  <a:srgbClr val="002060"/>
                </a:solidFill>
                <a:effectLst>
                  <a:glow rad="101600">
                    <a:srgbClr val="F1F3F4">
                      <a:alpha val="60000"/>
                    </a:srgbClr>
                  </a:glow>
                </a:effectLst>
                <a:latin typeface="Times New Roman" panose="02020603050405020304" pitchFamily="18" charset="0"/>
                <a:cs typeface="Times New Roman" panose="02020603050405020304" pitchFamily="18" charset="0"/>
                <a:sym typeface="Montserrat"/>
              </a:rPr>
              <a:t>system is </a:t>
            </a:r>
            <a:r>
              <a:rPr lang="en-US" sz="2200" i="1" dirty="0">
                <a:solidFill>
                  <a:srgbClr val="00B050"/>
                </a:solidFill>
                <a:effectLst>
                  <a:glow rad="101600">
                    <a:srgbClr val="F1F3F4">
                      <a:alpha val="60000"/>
                    </a:srgbClr>
                  </a:glow>
                </a:effectLst>
                <a:latin typeface="Times New Roman" panose="02020603050405020304" pitchFamily="18" charset="0"/>
                <a:cs typeface="Times New Roman" panose="02020603050405020304" pitchFamily="18" charset="0"/>
                <a:sym typeface="Montserrat"/>
              </a:rPr>
              <a:t>specially developed for IT professionals and developers</a:t>
            </a:r>
            <a:r>
              <a:rPr lang="en-US" sz="2200" dirty="0">
                <a:solidFill>
                  <a:srgbClr val="002060"/>
                </a:solidFill>
                <a:effectLst>
                  <a:glow rad="101600">
                    <a:srgbClr val="F1F3F4">
                      <a:alpha val="60000"/>
                    </a:srgbClr>
                  </a:glow>
                </a:effectLst>
                <a:latin typeface="Times New Roman" panose="02020603050405020304" pitchFamily="18" charset="0"/>
                <a:cs typeface="Times New Roman" panose="02020603050405020304" pitchFamily="18" charset="0"/>
                <a:sym typeface="Montserrat"/>
              </a:rPr>
              <a:t>. It will help developers to develop the software to be compatible for multiple OS/platform.</a:t>
            </a:r>
            <a:endParaRPr lang="en-US" sz="2200" dirty="0">
              <a:solidFill>
                <a:srgbClr val="00B050"/>
              </a:solidFill>
              <a:effectLst>
                <a:glow rad="101600">
                  <a:srgbClr val="F1F3F4">
                    <a:alpha val="60000"/>
                  </a:srgbClr>
                </a:glow>
              </a:effectLst>
              <a:latin typeface="Times New Roman" panose="02020603050405020304" pitchFamily="18" charset="0"/>
              <a:cs typeface="Times New Roman" panose="02020603050405020304" pitchFamily="18" charset="0"/>
              <a:sym typeface="Montserrat"/>
            </a:endParaRPr>
          </a:p>
        </p:txBody>
      </p:sp>
      <p:pic>
        <p:nvPicPr>
          <p:cNvPr id="6" name="object 3"/>
          <p:cNvPicPr/>
          <p:nvPr/>
        </p:nvPicPr>
        <p:blipFill>
          <a:blip r:embed="rId2" cstate="print"/>
          <a:stretch>
            <a:fillRect/>
          </a:stretch>
        </p:blipFill>
        <p:spPr>
          <a:xfrm>
            <a:off x="6210855" y="434048"/>
            <a:ext cx="2107691" cy="925830"/>
          </a:xfrm>
          <a:prstGeom prst="rect">
            <a:avLst/>
          </a:prstGeom>
        </p:spPr>
      </p:pic>
    </p:spTree>
    <p:extLst>
      <p:ext uri="{BB962C8B-B14F-4D97-AF65-F5344CB8AC3E}">
        <p14:creationId xmlns:p14="http://schemas.microsoft.com/office/powerpoint/2010/main" val="1897657488"/>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76570" y="427463"/>
            <a:ext cx="7141976" cy="437139"/>
          </a:xfrm>
          <a:prstGeom prst="rect">
            <a:avLst/>
          </a:prstGeom>
        </p:spPr>
        <p:txBody>
          <a:bodyPr spcFirstLastPara="1" vert="horz" wrap="square" lIns="0" tIns="51911" rIns="0" bIns="0" rtlCol="0" anchor="ctr" anchorCtr="0">
            <a:spAutoFit/>
          </a:bodyPr>
          <a:lstStyle/>
          <a:p>
            <a:pPr marL="137160" marR="3810">
              <a:lnSpc>
                <a:spcPts val="2588"/>
              </a:lnSpc>
              <a:spcBef>
                <a:spcPts val="409"/>
              </a:spcBef>
            </a:pPr>
            <a:r>
              <a:rPr sz="2400" spc="-8" dirty="0">
                <a:latin typeface="Times New Roman"/>
                <a:cs typeface="Times New Roman"/>
              </a:rPr>
              <a:t>TOOLS</a:t>
            </a:r>
            <a:r>
              <a:rPr sz="2400" spc="-146" dirty="0">
                <a:latin typeface="Times New Roman"/>
                <a:cs typeface="Times New Roman"/>
              </a:rPr>
              <a:t> </a:t>
            </a:r>
            <a:r>
              <a:rPr sz="2400" dirty="0">
                <a:latin typeface="Times New Roman"/>
                <a:cs typeface="Times New Roman"/>
              </a:rPr>
              <a:t>AND</a:t>
            </a:r>
            <a:r>
              <a:rPr sz="2400" spc="-49" dirty="0">
                <a:latin typeface="Times New Roman"/>
                <a:cs typeface="Times New Roman"/>
              </a:rPr>
              <a:t> </a:t>
            </a:r>
            <a:r>
              <a:rPr sz="2400" dirty="0" smtClean="0">
                <a:latin typeface="Times New Roman"/>
                <a:cs typeface="Times New Roman"/>
              </a:rPr>
              <a:t>TECHNOLOGIES</a:t>
            </a:r>
            <a:endParaRPr sz="2400" dirty="0">
              <a:latin typeface="Times New Roman"/>
              <a:cs typeface="Times New Roman"/>
            </a:endParaRPr>
          </a:p>
        </p:txBody>
      </p:sp>
      <p:sp>
        <p:nvSpPr>
          <p:cNvPr id="3" name="object 3"/>
          <p:cNvSpPr txBox="1"/>
          <p:nvPr/>
        </p:nvSpPr>
        <p:spPr>
          <a:xfrm>
            <a:off x="698588" y="864602"/>
            <a:ext cx="7401749" cy="3837589"/>
          </a:xfrm>
          <a:prstGeom prst="rect">
            <a:avLst/>
          </a:prstGeom>
        </p:spPr>
        <p:txBody>
          <a:bodyPr vert="horz" wrap="square" lIns="0" tIns="112395" rIns="0" bIns="0" rtlCol="0">
            <a:spAutoFit/>
          </a:bodyPr>
          <a:lstStyle/>
          <a:p>
            <a:pPr marL="596900" lvl="1">
              <a:buSzPts val="1400"/>
            </a:pPr>
            <a:r>
              <a:rPr lang="en-US" sz="2200" dirty="0">
                <a:solidFill>
                  <a:srgbClr val="00B050"/>
                </a:solidFill>
                <a:effectLst>
                  <a:glow rad="101600">
                    <a:srgbClr val="F1F3F4">
                      <a:alpha val="60000"/>
                    </a:srgbClr>
                  </a:glow>
                </a:effectLst>
                <a:latin typeface="Times New Roman" panose="02020603050405020304" pitchFamily="18" charset="0"/>
                <a:cs typeface="Times New Roman" panose="02020603050405020304" pitchFamily="18" charset="0"/>
                <a:sym typeface="Montserrat"/>
              </a:rPr>
              <a:t>Features</a:t>
            </a:r>
          </a:p>
          <a:p>
            <a:pPr marL="914400" lvl="1" indent="-317500" algn="just">
              <a:buSzPts val="1400"/>
              <a:buFont typeface="Wingdings" panose="05000000000000000000" pitchFamily="2" charset="2"/>
              <a:buChar char="v"/>
            </a:pPr>
            <a:r>
              <a:rPr lang="en-US" sz="2200" dirty="0">
                <a:solidFill>
                  <a:srgbClr val="002060"/>
                </a:solidFill>
                <a:effectLst>
                  <a:glow rad="101600">
                    <a:srgbClr val="F1F3F4">
                      <a:alpha val="60000"/>
                    </a:srgbClr>
                  </a:glow>
                </a:effectLst>
                <a:latin typeface="Times New Roman" panose="02020603050405020304" pitchFamily="18" charset="0"/>
                <a:cs typeface="Times New Roman" panose="02020603050405020304" pitchFamily="18" charset="0"/>
                <a:sym typeface="Montserrat"/>
              </a:rPr>
              <a:t>It supports multiple OS that can be run on Linux or Windows PC.</a:t>
            </a:r>
          </a:p>
          <a:p>
            <a:pPr marL="914400" lvl="1" indent="-317500" algn="just">
              <a:buSzPts val="1400"/>
              <a:buFont typeface="Wingdings" panose="05000000000000000000" pitchFamily="2" charset="2"/>
              <a:buChar char="v"/>
            </a:pPr>
            <a:r>
              <a:rPr lang="en-US" sz="2200" dirty="0">
                <a:solidFill>
                  <a:srgbClr val="002060"/>
                </a:solidFill>
                <a:effectLst>
                  <a:glow rad="101600">
                    <a:srgbClr val="F1F3F4">
                      <a:alpha val="60000"/>
                    </a:srgbClr>
                  </a:glow>
                </a:effectLst>
                <a:latin typeface="Times New Roman" panose="02020603050405020304" pitchFamily="18" charset="0"/>
                <a:cs typeface="Times New Roman" panose="02020603050405020304" pitchFamily="18" charset="0"/>
                <a:sym typeface="Montserrat"/>
              </a:rPr>
              <a:t>This system can work with the cloud - vSphere Connectivity (</a:t>
            </a:r>
            <a:r>
              <a:rPr lang="en-US" sz="2200" i="1" dirty="0">
                <a:solidFill>
                  <a:srgbClr val="00B050"/>
                </a:solidFill>
                <a:effectLst>
                  <a:glow rad="101600">
                    <a:srgbClr val="F1F3F4">
                      <a:alpha val="60000"/>
                    </a:srgbClr>
                  </a:glow>
                </a:effectLst>
                <a:latin typeface="Times New Roman" panose="02020603050405020304" pitchFamily="18" charset="0"/>
                <a:cs typeface="Times New Roman" panose="02020603050405020304" pitchFamily="18" charset="0"/>
                <a:sym typeface="Montserrat"/>
              </a:rPr>
              <a:t>VMware vSphere is a cloud-based platform for virtualization</a:t>
            </a:r>
            <a:r>
              <a:rPr lang="en-US" sz="2200" dirty="0">
                <a:solidFill>
                  <a:srgbClr val="002060"/>
                </a:solidFill>
                <a:effectLst>
                  <a:glow rad="101600">
                    <a:srgbClr val="F1F3F4">
                      <a:alpha val="60000"/>
                    </a:srgbClr>
                  </a:glow>
                </a:effectLst>
                <a:latin typeface="Times New Roman" panose="02020603050405020304" pitchFamily="18" charset="0"/>
                <a:cs typeface="Times New Roman" panose="02020603050405020304" pitchFamily="18" charset="0"/>
                <a:sym typeface="Montserrat"/>
              </a:rPr>
              <a:t>).</a:t>
            </a:r>
          </a:p>
          <a:p>
            <a:pPr marL="914400" lvl="1" indent="-317500" algn="just">
              <a:buSzPts val="1400"/>
              <a:buFont typeface="Wingdings" panose="05000000000000000000" pitchFamily="2" charset="2"/>
              <a:buChar char="v"/>
            </a:pPr>
            <a:r>
              <a:rPr lang="en-US" sz="2200" dirty="0">
                <a:solidFill>
                  <a:srgbClr val="002060"/>
                </a:solidFill>
                <a:effectLst>
                  <a:glow rad="101600">
                    <a:srgbClr val="F1F3F4">
                      <a:alpha val="60000"/>
                    </a:srgbClr>
                  </a:glow>
                </a:effectLst>
                <a:latin typeface="Times New Roman" panose="02020603050405020304" pitchFamily="18" charset="0"/>
                <a:cs typeface="Times New Roman" panose="02020603050405020304" pitchFamily="18" charset="0"/>
                <a:sym typeface="Montserrat"/>
              </a:rPr>
              <a:t>It will allow you to keep different privacy settings and network configurations for another PC that is virtual.</a:t>
            </a:r>
          </a:p>
          <a:p>
            <a:pPr marL="914400" lvl="1" indent="-317500" algn="just">
              <a:buSzPts val="1400"/>
              <a:buFont typeface="Wingdings" panose="05000000000000000000" pitchFamily="2" charset="2"/>
              <a:buChar char="v"/>
            </a:pPr>
            <a:r>
              <a:rPr lang="en-US" sz="2200" dirty="0">
                <a:solidFill>
                  <a:srgbClr val="002060"/>
                </a:solidFill>
                <a:effectLst>
                  <a:glow rad="101600">
                    <a:srgbClr val="F1F3F4">
                      <a:alpha val="60000"/>
                    </a:srgbClr>
                  </a:glow>
                </a:effectLst>
                <a:latin typeface="Times New Roman" panose="02020603050405020304" pitchFamily="18" charset="0"/>
                <a:cs typeface="Times New Roman" panose="02020603050405020304" pitchFamily="18" charset="0"/>
                <a:sym typeface="Montserrat"/>
              </a:rPr>
              <a:t>Transferring data to and from the virtual machine to your PC is easier.</a:t>
            </a:r>
          </a:p>
          <a:p>
            <a:pPr marL="914400" lvl="1" indent="-317500" algn="just">
              <a:buSzPts val="1400"/>
              <a:buFont typeface="Wingdings" panose="05000000000000000000" pitchFamily="2" charset="2"/>
              <a:buChar char="v"/>
            </a:pPr>
            <a:r>
              <a:rPr lang="en-US" sz="2200" dirty="0">
                <a:solidFill>
                  <a:srgbClr val="002060"/>
                </a:solidFill>
                <a:effectLst>
                  <a:glow rad="101600">
                    <a:srgbClr val="F1F3F4">
                      <a:alpha val="60000"/>
                    </a:srgbClr>
                  </a:glow>
                </a:effectLst>
                <a:latin typeface="Times New Roman" panose="02020603050405020304" pitchFamily="18" charset="0"/>
                <a:cs typeface="Times New Roman" panose="02020603050405020304" pitchFamily="18" charset="0"/>
                <a:sym typeface="Montserrat"/>
              </a:rPr>
              <a:t>Helpful Snapshot feature helps in software testing.</a:t>
            </a:r>
          </a:p>
        </p:txBody>
      </p:sp>
      <p:pic>
        <p:nvPicPr>
          <p:cNvPr id="6" name="object 3"/>
          <p:cNvPicPr/>
          <p:nvPr/>
        </p:nvPicPr>
        <p:blipFill>
          <a:blip r:embed="rId2" cstate="print"/>
          <a:stretch>
            <a:fillRect/>
          </a:stretch>
        </p:blipFill>
        <p:spPr>
          <a:xfrm>
            <a:off x="6210855" y="439650"/>
            <a:ext cx="2107691" cy="925830"/>
          </a:xfrm>
          <a:prstGeom prst="rect">
            <a:avLst/>
          </a:prstGeom>
        </p:spPr>
      </p:pic>
    </p:spTree>
    <p:extLst>
      <p:ext uri="{BB962C8B-B14F-4D97-AF65-F5344CB8AC3E}">
        <p14:creationId xmlns:p14="http://schemas.microsoft.com/office/powerpoint/2010/main" val="1612554517"/>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76570" y="427463"/>
            <a:ext cx="7141976" cy="437139"/>
          </a:xfrm>
          <a:prstGeom prst="rect">
            <a:avLst/>
          </a:prstGeom>
        </p:spPr>
        <p:txBody>
          <a:bodyPr spcFirstLastPara="1" vert="horz" wrap="square" lIns="0" tIns="51911" rIns="0" bIns="0" rtlCol="0" anchor="ctr" anchorCtr="0">
            <a:spAutoFit/>
          </a:bodyPr>
          <a:lstStyle/>
          <a:p>
            <a:pPr marL="137160" marR="3810">
              <a:lnSpc>
                <a:spcPts val="2588"/>
              </a:lnSpc>
              <a:spcBef>
                <a:spcPts val="409"/>
              </a:spcBef>
            </a:pPr>
            <a:r>
              <a:rPr sz="2400" spc="-8" dirty="0">
                <a:latin typeface="Times New Roman"/>
                <a:cs typeface="Times New Roman"/>
              </a:rPr>
              <a:t>TOOLS</a:t>
            </a:r>
            <a:r>
              <a:rPr sz="2400" spc="-146" dirty="0">
                <a:latin typeface="Times New Roman"/>
                <a:cs typeface="Times New Roman"/>
              </a:rPr>
              <a:t> </a:t>
            </a:r>
            <a:r>
              <a:rPr sz="2400" dirty="0">
                <a:latin typeface="Times New Roman"/>
                <a:cs typeface="Times New Roman"/>
              </a:rPr>
              <a:t>AND</a:t>
            </a:r>
            <a:r>
              <a:rPr sz="2400" spc="-49" dirty="0">
                <a:latin typeface="Times New Roman"/>
                <a:cs typeface="Times New Roman"/>
              </a:rPr>
              <a:t> </a:t>
            </a:r>
            <a:r>
              <a:rPr sz="2400" dirty="0" smtClean="0">
                <a:latin typeface="Times New Roman"/>
                <a:cs typeface="Times New Roman"/>
              </a:rPr>
              <a:t>TECHNOLOGIES</a:t>
            </a:r>
            <a:endParaRPr sz="2400" dirty="0">
              <a:latin typeface="Times New Roman"/>
              <a:cs typeface="Times New Roman"/>
            </a:endParaRPr>
          </a:p>
        </p:txBody>
      </p:sp>
      <p:sp>
        <p:nvSpPr>
          <p:cNvPr id="3" name="object 3"/>
          <p:cNvSpPr txBox="1"/>
          <p:nvPr/>
        </p:nvSpPr>
        <p:spPr>
          <a:xfrm>
            <a:off x="625852" y="1165938"/>
            <a:ext cx="7401749" cy="3499035"/>
          </a:xfrm>
          <a:prstGeom prst="rect">
            <a:avLst/>
          </a:prstGeom>
        </p:spPr>
        <p:txBody>
          <a:bodyPr vert="horz" wrap="square" lIns="0" tIns="112395" rIns="0" bIns="0" rtlCol="0">
            <a:spAutoFit/>
          </a:bodyPr>
          <a:lstStyle/>
          <a:p>
            <a:pPr marL="228600" lvl="0" algn="just">
              <a:buSzPts val="1800"/>
            </a:pPr>
            <a:r>
              <a:rPr lang="en-US" sz="2200" dirty="0">
                <a:solidFill>
                  <a:srgbClr val="C00000"/>
                </a:solidFill>
                <a:effectLst>
                  <a:glow rad="101600">
                    <a:srgbClr val="F1F3F4">
                      <a:alpha val="60000"/>
                    </a:srgbClr>
                  </a:glow>
                </a:effectLst>
                <a:latin typeface="Times New Roman" panose="02020603050405020304" pitchFamily="18" charset="0"/>
                <a:cs typeface="Times New Roman" panose="02020603050405020304" pitchFamily="18" charset="0"/>
                <a:sym typeface="Quicksand"/>
              </a:rPr>
              <a:t>6. VMware Fusion</a:t>
            </a:r>
          </a:p>
          <a:p>
            <a:pPr marL="596900" lvl="1" algn="just">
              <a:buSzPts val="1400"/>
            </a:pPr>
            <a:r>
              <a:rPr lang="en-US" sz="2200" dirty="0">
                <a:solidFill>
                  <a:srgbClr val="002060"/>
                </a:solidFill>
                <a:effectLst>
                  <a:glow rad="101600">
                    <a:srgbClr val="F1F3F4">
                      <a:alpha val="60000"/>
                    </a:srgbClr>
                  </a:glow>
                </a:effectLst>
                <a:latin typeface="Times New Roman" panose="02020603050405020304" pitchFamily="18" charset="0"/>
                <a:cs typeface="Times New Roman" panose="02020603050405020304" pitchFamily="18" charset="0"/>
                <a:sym typeface="Montserrat"/>
              </a:rPr>
              <a:t>VMware Fusion is an easy-to-use application that gives you the possibility to set up and use a virtual machine of the Windows operating system on your Intel-based Mac.</a:t>
            </a:r>
          </a:p>
          <a:p>
            <a:pPr marL="596900" lvl="1" algn="just">
              <a:buSzPts val="1400"/>
            </a:pPr>
            <a:endParaRPr lang="en-US" sz="2200" dirty="0">
              <a:solidFill>
                <a:srgbClr val="002060"/>
              </a:solidFill>
              <a:effectLst>
                <a:glow rad="101600">
                  <a:srgbClr val="F1F3F4">
                    <a:alpha val="60000"/>
                  </a:srgbClr>
                </a:glow>
              </a:effectLst>
              <a:latin typeface="Times New Roman" panose="02020603050405020304" pitchFamily="18" charset="0"/>
              <a:cs typeface="Times New Roman" panose="02020603050405020304" pitchFamily="18" charset="0"/>
              <a:sym typeface="Montserrat"/>
            </a:endParaRPr>
          </a:p>
          <a:p>
            <a:pPr marL="596900" lvl="1" algn="just">
              <a:buSzPts val="1400"/>
            </a:pPr>
            <a:r>
              <a:rPr lang="en-US" sz="2200" i="1" dirty="0">
                <a:solidFill>
                  <a:srgbClr val="00B050"/>
                </a:solidFill>
                <a:effectLst>
                  <a:glow rad="101600">
                    <a:srgbClr val="F1F3F4">
                      <a:alpha val="60000"/>
                    </a:srgbClr>
                  </a:glow>
                </a:effectLst>
                <a:latin typeface="Times New Roman" panose="02020603050405020304" pitchFamily="18" charset="0"/>
                <a:cs typeface="Times New Roman" panose="02020603050405020304" pitchFamily="18" charset="0"/>
                <a:sym typeface="Montserrat"/>
              </a:rPr>
              <a:t>VMware Fusion gives Mac users the power to run Windows on Mac</a:t>
            </a:r>
            <a:r>
              <a:rPr lang="en-US" sz="2200" dirty="0">
                <a:solidFill>
                  <a:srgbClr val="002060"/>
                </a:solidFill>
                <a:effectLst>
                  <a:glow rad="101600">
                    <a:srgbClr val="F1F3F4">
                      <a:alpha val="60000"/>
                    </a:srgbClr>
                  </a:glow>
                </a:effectLst>
                <a:latin typeface="Times New Roman" panose="02020603050405020304" pitchFamily="18" charset="0"/>
                <a:cs typeface="Times New Roman" panose="02020603050405020304" pitchFamily="18" charset="0"/>
                <a:sym typeface="Montserrat"/>
              </a:rPr>
              <a:t> along with hundreds of other operating systems side by side with Mac applications, </a:t>
            </a:r>
            <a:r>
              <a:rPr lang="en-US" sz="2200" i="1" dirty="0">
                <a:solidFill>
                  <a:srgbClr val="00B050"/>
                </a:solidFill>
                <a:effectLst>
                  <a:glow rad="101600">
                    <a:srgbClr val="F1F3F4">
                      <a:alpha val="60000"/>
                    </a:srgbClr>
                  </a:glow>
                </a:effectLst>
                <a:latin typeface="Times New Roman" panose="02020603050405020304" pitchFamily="18" charset="0"/>
                <a:cs typeface="Times New Roman" panose="02020603050405020304" pitchFamily="18" charset="0"/>
                <a:sym typeface="Montserrat"/>
              </a:rPr>
              <a:t>without rebooting</a:t>
            </a:r>
            <a:r>
              <a:rPr lang="en-US" sz="2200" dirty="0">
                <a:solidFill>
                  <a:srgbClr val="002060"/>
                </a:solidFill>
                <a:effectLst>
                  <a:glow rad="101600">
                    <a:srgbClr val="F1F3F4">
                      <a:alpha val="60000"/>
                    </a:srgbClr>
                  </a:glow>
                </a:effectLst>
                <a:latin typeface="Times New Roman" panose="02020603050405020304" pitchFamily="18" charset="0"/>
                <a:cs typeface="Times New Roman" panose="02020603050405020304" pitchFamily="18" charset="0"/>
                <a:sym typeface="Montserrat"/>
              </a:rPr>
              <a:t>. Fusion is simple enough for home users and powerful enough for IT professionals, developers and businesses</a:t>
            </a:r>
            <a:r>
              <a:rPr lang="en-US" sz="2200" dirty="0" smtClean="0">
                <a:solidFill>
                  <a:srgbClr val="002060"/>
                </a:solidFill>
                <a:effectLst>
                  <a:glow rad="101600">
                    <a:srgbClr val="F1F3F4">
                      <a:alpha val="60000"/>
                    </a:srgbClr>
                  </a:glow>
                </a:effectLst>
                <a:latin typeface="Times New Roman" panose="02020603050405020304" pitchFamily="18" charset="0"/>
                <a:cs typeface="Times New Roman" panose="02020603050405020304" pitchFamily="18" charset="0"/>
                <a:sym typeface="Montserrat"/>
              </a:rPr>
              <a:t>.</a:t>
            </a:r>
            <a:endParaRPr lang="en-US" sz="2200" dirty="0">
              <a:solidFill>
                <a:srgbClr val="00B050"/>
              </a:solidFill>
              <a:effectLst>
                <a:glow rad="101600">
                  <a:srgbClr val="F1F3F4">
                    <a:alpha val="60000"/>
                  </a:srgbClr>
                </a:glow>
              </a:effectLst>
              <a:latin typeface="Times New Roman" panose="02020603050405020304" pitchFamily="18" charset="0"/>
              <a:cs typeface="Times New Roman" panose="02020603050405020304" pitchFamily="18" charset="0"/>
              <a:sym typeface="Montserrat"/>
            </a:endParaRPr>
          </a:p>
        </p:txBody>
      </p:sp>
      <p:pic>
        <p:nvPicPr>
          <p:cNvPr id="5" name="object 3"/>
          <p:cNvPicPr/>
          <p:nvPr/>
        </p:nvPicPr>
        <p:blipFill>
          <a:blip r:embed="rId2" cstate="print"/>
          <a:stretch>
            <a:fillRect/>
          </a:stretch>
        </p:blipFill>
        <p:spPr>
          <a:xfrm>
            <a:off x="6345833" y="458636"/>
            <a:ext cx="2216276" cy="1152577"/>
          </a:xfrm>
          <a:prstGeom prst="rect">
            <a:avLst/>
          </a:prstGeom>
        </p:spPr>
      </p:pic>
    </p:spTree>
    <p:extLst>
      <p:ext uri="{BB962C8B-B14F-4D97-AF65-F5344CB8AC3E}">
        <p14:creationId xmlns:p14="http://schemas.microsoft.com/office/powerpoint/2010/main" val="2362144925"/>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76570" y="427463"/>
            <a:ext cx="7141976" cy="437139"/>
          </a:xfrm>
          <a:prstGeom prst="rect">
            <a:avLst/>
          </a:prstGeom>
        </p:spPr>
        <p:txBody>
          <a:bodyPr spcFirstLastPara="1" vert="horz" wrap="square" lIns="0" tIns="51911" rIns="0" bIns="0" rtlCol="0" anchor="ctr" anchorCtr="0">
            <a:spAutoFit/>
          </a:bodyPr>
          <a:lstStyle/>
          <a:p>
            <a:pPr marL="137160" marR="3810">
              <a:lnSpc>
                <a:spcPts val="2588"/>
              </a:lnSpc>
              <a:spcBef>
                <a:spcPts val="409"/>
              </a:spcBef>
            </a:pPr>
            <a:r>
              <a:rPr sz="2400" spc="-8" dirty="0">
                <a:latin typeface="Times New Roman"/>
                <a:cs typeface="Times New Roman"/>
              </a:rPr>
              <a:t>TOOLS</a:t>
            </a:r>
            <a:r>
              <a:rPr sz="2400" spc="-146" dirty="0">
                <a:latin typeface="Times New Roman"/>
                <a:cs typeface="Times New Roman"/>
              </a:rPr>
              <a:t> </a:t>
            </a:r>
            <a:r>
              <a:rPr sz="2400" dirty="0">
                <a:latin typeface="Times New Roman"/>
                <a:cs typeface="Times New Roman"/>
              </a:rPr>
              <a:t>AND</a:t>
            </a:r>
            <a:r>
              <a:rPr sz="2400" spc="-49" dirty="0">
                <a:latin typeface="Times New Roman"/>
                <a:cs typeface="Times New Roman"/>
              </a:rPr>
              <a:t> </a:t>
            </a:r>
            <a:r>
              <a:rPr sz="2400" dirty="0" smtClean="0">
                <a:latin typeface="Times New Roman"/>
                <a:cs typeface="Times New Roman"/>
              </a:rPr>
              <a:t>TECHNOLOGIES</a:t>
            </a:r>
            <a:endParaRPr sz="2400" dirty="0">
              <a:latin typeface="Times New Roman"/>
              <a:cs typeface="Times New Roman"/>
            </a:endParaRPr>
          </a:p>
        </p:txBody>
      </p:sp>
      <p:sp>
        <p:nvSpPr>
          <p:cNvPr id="3" name="object 3"/>
          <p:cNvSpPr txBox="1"/>
          <p:nvPr/>
        </p:nvSpPr>
        <p:spPr>
          <a:xfrm>
            <a:off x="625852" y="1165938"/>
            <a:ext cx="7401749" cy="3499035"/>
          </a:xfrm>
          <a:prstGeom prst="rect">
            <a:avLst/>
          </a:prstGeom>
        </p:spPr>
        <p:txBody>
          <a:bodyPr vert="horz" wrap="square" lIns="0" tIns="112395" rIns="0" bIns="0" rtlCol="0">
            <a:spAutoFit/>
          </a:bodyPr>
          <a:lstStyle/>
          <a:p>
            <a:pPr marL="596900" lvl="1">
              <a:buSzPts val="1400"/>
            </a:pPr>
            <a:r>
              <a:rPr lang="en-US" sz="2200" dirty="0">
                <a:solidFill>
                  <a:srgbClr val="00B050"/>
                </a:solidFill>
                <a:effectLst>
                  <a:glow rad="101600">
                    <a:srgbClr val="F1F3F4">
                      <a:alpha val="60000"/>
                    </a:srgbClr>
                  </a:glow>
                </a:effectLst>
                <a:latin typeface="Times New Roman" panose="02020603050405020304" pitchFamily="18" charset="0"/>
                <a:cs typeface="Times New Roman" panose="02020603050405020304" pitchFamily="18" charset="0"/>
                <a:sym typeface="Montserrat"/>
              </a:rPr>
              <a:t>Features</a:t>
            </a:r>
          </a:p>
          <a:p>
            <a:pPr marL="914400" lvl="1" indent="-317500" algn="just">
              <a:buSzPts val="1400"/>
              <a:buFont typeface="Wingdings" panose="05000000000000000000" pitchFamily="2" charset="2"/>
              <a:buChar char="v"/>
            </a:pPr>
            <a:r>
              <a:rPr lang="en-US" sz="2200" dirty="0">
                <a:solidFill>
                  <a:srgbClr val="002060"/>
                </a:solidFill>
                <a:effectLst>
                  <a:glow rad="101600">
                    <a:srgbClr val="F1F3F4">
                      <a:alpha val="60000"/>
                    </a:srgbClr>
                  </a:glow>
                </a:effectLst>
                <a:latin typeface="Times New Roman" panose="02020603050405020304" pitchFamily="18" charset="0"/>
                <a:cs typeface="Times New Roman" panose="02020603050405020304" pitchFamily="18" charset="0"/>
                <a:sym typeface="Montserrat"/>
              </a:rPr>
              <a:t>It provides solutions for IT professionals, developers, and businesses.</a:t>
            </a:r>
          </a:p>
          <a:p>
            <a:pPr marL="914400" lvl="1" indent="-317500" algn="just">
              <a:buSzPts val="1400"/>
              <a:buFont typeface="Wingdings" panose="05000000000000000000" pitchFamily="2" charset="2"/>
              <a:buChar char="v"/>
            </a:pPr>
            <a:r>
              <a:rPr lang="en-US" sz="2200" dirty="0">
                <a:solidFill>
                  <a:srgbClr val="002060"/>
                </a:solidFill>
                <a:effectLst>
                  <a:glow rad="101600">
                    <a:srgbClr val="F1F3F4">
                      <a:alpha val="60000"/>
                    </a:srgbClr>
                  </a:glow>
                </a:effectLst>
                <a:latin typeface="Times New Roman" panose="02020603050405020304" pitchFamily="18" charset="0"/>
                <a:cs typeface="Times New Roman" panose="02020603050405020304" pitchFamily="18" charset="0"/>
                <a:sym typeface="Montserrat"/>
              </a:rPr>
              <a:t>You can use </a:t>
            </a:r>
            <a:r>
              <a:rPr lang="en-US" sz="2200" i="1" dirty="0">
                <a:solidFill>
                  <a:srgbClr val="00B050"/>
                </a:solidFill>
                <a:effectLst>
                  <a:glow rad="101600">
                    <a:srgbClr val="F1F3F4">
                      <a:alpha val="60000"/>
                    </a:srgbClr>
                  </a:glow>
                </a:effectLst>
                <a:latin typeface="Times New Roman" panose="02020603050405020304" pitchFamily="18" charset="0"/>
                <a:cs typeface="Times New Roman" panose="02020603050405020304" pitchFamily="18" charset="0"/>
                <a:sym typeface="Montserrat"/>
              </a:rPr>
              <a:t>multiple applications on different OS at the same time</a:t>
            </a:r>
            <a:r>
              <a:rPr lang="en-US" sz="2200" dirty="0">
                <a:solidFill>
                  <a:srgbClr val="002060"/>
                </a:solidFill>
                <a:effectLst>
                  <a:glow rad="101600">
                    <a:srgbClr val="F1F3F4">
                      <a:alpha val="60000"/>
                    </a:srgbClr>
                  </a:glow>
                </a:effectLst>
                <a:latin typeface="Times New Roman" panose="02020603050405020304" pitchFamily="18" charset="0"/>
                <a:cs typeface="Times New Roman" panose="02020603050405020304" pitchFamily="18" charset="0"/>
                <a:sym typeface="Montserrat"/>
              </a:rPr>
              <a:t>. There will be no need to reboot.</a:t>
            </a:r>
          </a:p>
          <a:p>
            <a:pPr marL="914400" lvl="1" indent="-317500" algn="just">
              <a:buSzPts val="1400"/>
              <a:buFont typeface="Wingdings" panose="05000000000000000000" pitchFamily="2" charset="2"/>
              <a:buChar char="v"/>
            </a:pPr>
            <a:r>
              <a:rPr lang="en-US" sz="2200" dirty="0">
                <a:solidFill>
                  <a:srgbClr val="002060"/>
                </a:solidFill>
                <a:effectLst>
                  <a:glow rad="101600">
                    <a:srgbClr val="F1F3F4">
                      <a:alpha val="60000"/>
                    </a:srgbClr>
                  </a:glow>
                </a:effectLst>
                <a:latin typeface="Times New Roman" panose="02020603050405020304" pitchFamily="18" charset="0"/>
                <a:cs typeface="Times New Roman" panose="02020603050405020304" pitchFamily="18" charset="0"/>
                <a:sym typeface="Montserrat"/>
              </a:rPr>
              <a:t>Fusion Pro provides facility to integrate with many development tools.</a:t>
            </a:r>
          </a:p>
          <a:p>
            <a:pPr marL="914400" lvl="1" indent="-317500" algn="just">
              <a:buSzPts val="1400"/>
              <a:buFont typeface="Wingdings" panose="05000000000000000000" pitchFamily="2" charset="2"/>
              <a:buChar char="v"/>
            </a:pPr>
            <a:r>
              <a:rPr lang="en-US" sz="2200" dirty="0">
                <a:solidFill>
                  <a:srgbClr val="002060"/>
                </a:solidFill>
                <a:effectLst>
                  <a:glow rad="101600">
                    <a:srgbClr val="F1F3F4">
                      <a:alpha val="60000"/>
                    </a:srgbClr>
                  </a:glow>
                </a:effectLst>
                <a:latin typeface="Times New Roman" panose="02020603050405020304" pitchFamily="18" charset="0"/>
                <a:cs typeface="Times New Roman" panose="02020603050405020304" pitchFamily="18" charset="0"/>
                <a:sym typeface="Montserrat"/>
              </a:rPr>
              <a:t>VMware Fusion can be connected with VMware vSphere. vSphere provides a cloud-based platform for virtualization.</a:t>
            </a:r>
          </a:p>
        </p:txBody>
      </p:sp>
      <p:pic>
        <p:nvPicPr>
          <p:cNvPr id="5" name="object 3"/>
          <p:cNvPicPr/>
          <p:nvPr/>
        </p:nvPicPr>
        <p:blipFill>
          <a:blip r:embed="rId2" cstate="print"/>
          <a:stretch>
            <a:fillRect/>
          </a:stretch>
        </p:blipFill>
        <p:spPr>
          <a:xfrm>
            <a:off x="6345833" y="458636"/>
            <a:ext cx="2216276" cy="1152577"/>
          </a:xfrm>
          <a:prstGeom prst="rect">
            <a:avLst/>
          </a:prstGeom>
        </p:spPr>
      </p:pic>
    </p:spTree>
    <p:extLst>
      <p:ext uri="{BB962C8B-B14F-4D97-AF65-F5344CB8AC3E}">
        <p14:creationId xmlns:p14="http://schemas.microsoft.com/office/powerpoint/2010/main" val="3420974034"/>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667415" y="838666"/>
            <a:ext cx="7603749" cy="3837589"/>
          </a:xfrm>
          <a:prstGeom prst="rect">
            <a:avLst/>
          </a:prstGeom>
        </p:spPr>
        <p:txBody>
          <a:bodyPr vert="horz" wrap="square" lIns="0" tIns="112395" rIns="0" bIns="0" rtlCol="0">
            <a:spAutoFit/>
          </a:bodyPr>
          <a:lstStyle/>
          <a:p>
            <a:pPr marL="228600" lvl="0" algn="just">
              <a:buSzPts val="1800"/>
            </a:pPr>
            <a:r>
              <a:rPr lang="en-US" sz="2200" dirty="0">
                <a:solidFill>
                  <a:srgbClr val="C00000"/>
                </a:solidFill>
                <a:effectLst>
                  <a:glow rad="101600">
                    <a:srgbClr val="F1F3F4">
                      <a:alpha val="60000"/>
                    </a:srgbClr>
                  </a:glow>
                </a:effectLst>
                <a:latin typeface="Times New Roman" panose="02020603050405020304" pitchFamily="18" charset="0"/>
                <a:cs typeface="Times New Roman" panose="02020603050405020304" pitchFamily="18" charset="0"/>
                <a:sym typeface="Quicksand"/>
              </a:rPr>
              <a:t>1. Hardware Virtualization</a:t>
            </a:r>
          </a:p>
          <a:p>
            <a:pPr marL="914400" lvl="1" indent="-317500" algn="just">
              <a:buSzPts val="1400"/>
              <a:buFont typeface="Wingdings" panose="05000000000000000000" pitchFamily="2" charset="2"/>
              <a:buChar char="Ø"/>
            </a:pPr>
            <a:r>
              <a:rPr lang="en-US" sz="2200" dirty="0">
                <a:solidFill>
                  <a:srgbClr val="002060"/>
                </a:solidFill>
                <a:effectLst>
                  <a:glow rad="101600">
                    <a:srgbClr val="F1F3F4">
                      <a:alpha val="60000"/>
                    </a:srgbClr>
                  </a:glow>
                </a:effectLst>
                <a:latin typeface="Times New Roman" panose="02020603050405020304" pitchFamily="18" charset="0"/>
                <a:cs typeface="Times New Roman" panose="02020603050405020304" pitchFamily="18" charset="0"/>
                <a:sym typeface="Montserrat"/>
              </a:rPr>
              <a:t>Hardware virtualization is done by abstracting the physical hardware part </a:t>
            </a:r>
            <a:r>
              <a:rPr lang="en-US" sz="2200" i="1" dirty="0">
                <a:solidFill>
                  <a:srgbClr val="00B050"/>
                </a:solidFill>
                <a:effectLst>
                  <a:glow rad="101600">
                    <a:srgbClr val="F1F3F4">
                      <a:alpha val="60000"/>
                    </a:srgbClr>
                  </a:glow>
                </a:effectLst>
                <a:latin typeface="Times New Roman" panose="02020603050405020304" pitchFamily="18" charset="0"/>
                <a:cs typeface="Times New Roman" panose="02020603050405020304" pitchFamily="18" charset="0"/>
                <a:sym typeface="Montserrat"/>
              </a:rPr>
              <a:t>by using VMM (virtual machine monitor) or hypervisor</a:t>
            </a:r>
            <a:r>
              <a:rPr lang="en-US" sz="2200" dirty="0">
                <a:solidFill>
                  <a:srgbClr val="002060"/>
                </a:solidFill>
                <a:effectLst>
                  <a:glow rad="101600">
                    <a:srgbClr val="F1F3F4">
                      <a:alpha val="60000"/>
                    </a:srgbClr>
                  </a:glow>
                </a:effectLst>
                <a:latin typeface="Times New Roman" panose="02020603050405020304" pitchFamily="18" charset="0"/>
                <a:cs typeface="Times New Roman" panose="02020603050405020304" pitchFamily="18" charset="0"/>
                <a:sym typeface="Montserrat"/>
              </a:rPr>
              <a:t>. Hypervisor relies on command set extensions in the processors to accelerate common virtualization tasks for improving the performance.</a:t>
            </a:r>
          </a:p>
          <a:p>
            <a:pPr marL="914400" lvl="1" indent="-317500" algn="just">
              <a:buSzPts val="1400"/>
              <a:buFont typeface="Wingdings" panose="05000000000000000000" pitchFamily="2" charset="2"/>
              <a:buChar char="Ø"/>
            </a:pPr>
            <a:endParaRPr lang="en-US" sz="2200" dirty="0">
              <a:solidFill>
                <a:srgbClr val="002060"/>
              </a:solidFill>
              <a:effectLst>
                <a:glow rad="101600">
                  <a:srgbClr val="F1F3F4">
                    <a:alpha val="60000"/>
                  </a:srgbClr>
                </a:glow>
              </a:effectLst>
              <a:latin typeface="Times New Roman" panose="02020603050405020304" pitchFamily="18" charset="0"/>
              <a:cs typeface="Times New Roman" panose="02020603050405020304" pitchFamily="18" charset="0"/>
              <a:sym typeface="Montserrat"/>
            </a:endParaRPr>
          </a:p>
          <a:p>
            <a:pPr marL="914400" lvl="1" indent="-317500" algn="just">
              <a:buSzPts val="1400"/>
              <a:buFont typeface="Wingdings" panose="05000000000000000000" pitchFamily="2" charset="2"/>
              <a:buChar char="Ø"/>
            </a:pPr>
            <a:r>
              <a:rPr lang="en-US" sz="2200" dirty="0">
                <a:solidFill>
                  <a:srgbClr val="00B050"/>
                </a:solidFill>
                <a:effectLst>
                  <a:glow rad="101600">
                    <a:srgbClr val="F1F3F4">
                      <a:alpha val="60000"/>
                    </a:srgbClr>
                  </a:glow>
                </a:effectLst>
                <a:latin typeface="Times New Roman" panose="02020603050405020304" pitchFamily="18" charset="0"/>
                <a:cs typeface="Times New Roman" panose="02020603050405020304" pitchFamily="18" charset="0"/>
                <a:sym typeface="Montserrat"/>
              </a:rPr>
              <a:t>It provides a significant performance gain over software virtualization by running some guest code directly on the host hardware with limited or none assistance from the host system</a:t>
            </a:r>
          </a:p>
        </p:txBody>
      </p:sp>
      <p:sp>
        <p:nvSpPr>
          <p:cNvPr id="6" name="Google Shape;618;p25">
            <a:extLst>
              <a:ext uri="{FF2B5EF4-FFF2-40B4-BE49-F238E27FC236}">
                <a16:creationId xmlns:a16="http://schemas.microsoft.com/office/drawing/2014/main" id="{32D4D171-0330-405A-BA65-EF8FE108A000}"/>
              </a:ext>
            </a:extLst>
          </p:cNvPr>
          <p:cNvSpPr/>
          <p:nvPr/>
        </p:nvSpPr>
        <p:spPr>
          <a:xfrm>
            <a:off x="871352" y="377042"/>
            <a:ext cx="8115878"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dirty="0">
                <a:solidFill>
                  <a:srgbClr val="C00000"/>
                </a:solidFill>
                <a:latin typeface="Quicksand"/>
                <a:ea typeface="Quicksand"/>
                <a:cs typeface="Quicksand"/>
                <a:sym typeface="Quicksand"/>
              </a:rPr>
              <a:t>Technologies in Virtualized Environment</a:t>
            </a:r>
          </a:p>
        </p:txBody>
      </p:sp>
    </p:spTree>
    <p:extLst>
      <p:ext uri="{BB962C8B-B14F-4D97-AF65-F5344CB8AC3E}">
        <p14:creationId xmlns:p14="http://schemas.microsoft.com/office/powerpoint/2010/main" val="2220222488"/>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228601" y="615247"/>
            <a:ext cx="8167254" cy="4176143"/>
          </a:xfrm>
          <a:prstGeom prst="rect">
            <a:avLst/>
          </a:prstGeom>
        </p:spPr>
        <p:txBody>
          <a:bodyPr vert="horz" wrap="square" lIns="0" tIns="112395" rIns="0" bIns="0" rtlCol="0">
            <a:spAutoFit/>
          </a:bodyPr>
          <a:lstStyle/>
          <a:p>
            <a:pPr marL="914400" lvl="1" indent="-317500" algn="just">
              <a:lnSpc>
                <a:spcPct val="150000"/>
              </a:lnSpc>
              <a:buSzPts val="1400"/>
              <a:buFont typeface="Wingdings" panose="05000000000000000000" pitchFamily="2" charset="2"/>
              <a:buChar char="Ø"/>
            </a:pPr>
            <a:r>
              <a:rPr lang="en-US" sz="2200" dirty="0">
                <a:solidFill>
                  <a:srgbClr val="002060"/>
                </a:solidFill>
                <a:effectLst>
                  <a:glow rad="101600">
                    <a:srgbClr val="F1F3F4">
                      <a:alpha val="60000"/>
                    </a:srgbClr>
                  </a:glow>
                </a:effectLst>
                <a:latin typeface="Times New Roman" panose="02020603050405020304" pitchFamily="18" charset="0"/>
                <a:cs typeface="Times New Roman" panose="02020603050405020304" pitchFamily="18" charset="0"/>
                <a:sym typeface="Montserrat"/>
              </a:rPr>
              <a:t>The hypervisor software does the task of managing the shared physical hardware resources between the guest operating system and the host operating system. The hardware that is abstracted is indicated as actual hardware.</a:t>
            </a:r>
          </a:p>
          <a:p>
            <a:pPr marL="914400" lvl="1" indent="-317500" algn="just">
              <a:lnSpc>
                <a:spcPct val="150000"/>
              </a:lnSpc>
              <a:buSzPts val="1400"/>
              <a:buFont typeface="Wingdings" panose="05000000000000000000" pitchFamily="2" charset="2"/>
              <a:buChar char="Ø"/>
            </a:pPr>
            <a:r>
              <a:rPr lang="en-US" sz="2200" dirty="0">
                <a:solidFill>
                  <a:srgbClr val="00B050"/>
                </a:solidFill>
                <a:effectLst>
                  <a:glow rad="101600">
                    <a:srgbClr val="F1F3F4">
                      <a:alpha val="60000"/>
                    </a:srgbClr>
                  </a:glow>
                </a:effectLst>
                <a:latin typeface="Times New Roman" panose="02020603050405020304" pitchFamily="18" charset="0"/>
                <a:cs typeface="Times New Roman" panose="02020603050405020304" pitchFamily="18" charset="0"/>
                <a:sym typeface="Montserrat"/>
              </a:rPr>
              <a:t>The main task that is performed by the hypervisor is to process monitoring, memory, and hardware controlling. When hardware virtualization is done, different operating systems can be installed, and different applications can run on it. </a:t>
            </a:r>
            <a:endParaRPr lang="en-US" sz="600" dirty="0">
              <a:solidFill>
                <a:srgbClr val="002060"/>
              </a:solidFill>
              <a:effectLst>
                <a:glow rad="101600">
                  <a:srgbClr val="F1F3F4">
                    <a:alpha val="60000"/>
                  </a:srgbClr>
                </a:glow>
              </a:effectLst>
              <a:latin typeface="Times New Roman" panose="02020603050405020304" pitchFamily="18" charset="0"/>
              <a:cs typeface="Times New Roman" panose="02020603050405020304" pitchFamily="18" charset="0"/>
              <a:sym typeface="Montserrat"/>
            </a:endParaRPr>
          </a:p>
        </p:txBody>
      </p:sp>
    </p:spTree>
    <p:extLst>
      <p:ext uri="{BB962C8B-B14F-4D97-AF65-F5344CB8AC3E}">
        <p14:creationId xmlns:p14="http://schemas.microsoft.com/office/powerpoint/2010/main" val="2012866431"/>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300431" y="786711"/>
            <a:ext cx="8707581" cy="4176143"/>
          </a:xfrm>
          <a:prstGeom prst="rect">
            <a:avLst/>
          </a:prstGeom>
        </p:spPr>
        <p:txBody>
          <a:bodyPr vert="horz" wrap="square" lIns="0" tIns="112395" rIns="0" bIns="0" rtlCol="0">
            <a:spAutoFit/>
          </a:bodyPr>
          <a:lstStyle/>
          <a:p>
            <a:pPr marL="228600" lvl="0" algn="just">
              <a:buSzPts val="1800"/>
            </a:pPr>
            <a:r>
              <a:rPr lang="en-US" sz="2200" dirty="0">
                <a:solidFill>
                  <a:srgbClr val="C00000"/>
                </a:solidFill>
                <a:effectLst>
                  <a:glow rad="101600">
                    <a:srgbClr val="F1F3F4">
                      <a:alpha val="60000"/>
                    </a:srgbClr>
                  </a:glow>
                </a:effectLst>
                <a:latin typeface="Times New Roman" panose="02020603050405020304" pitchFamily="18" charset="0"/>
                <a:cs typeface="Times New Roman" panose="02020603050405020304" pitchFamily="18" charset="0"/>
                <a:sym typeface="Quicksand"/>
              </a:rPr>
              <a:t>Types of Hardware Virtualization</a:t>
            </a:r>
          </a:p>
          <a:p>
            <a:pPr marL="228600" lvl="0" algn="just">
              <a:buSzPts val="1800"/>
            </a:pPr>
            <a:endParaRPr lang="en-US" sz="2200" dirty="0">
              <a:solidFill>
                <a:srgbClr val="C00000"/>
              </a:solidFill>
              <a:effectLst>
                <a:glow rad="101600">
                  <a:srgbClr val="F1F3F4">
                    <a:alpha val="60000"/>
                  </a:srgbClr>
                </a:glow>
              </a:effectLst>
              <a:latin typeface="Times New Roman" panose="02020603050405020304" pitchFamily="18" charset="0"/>
              <a:cs typeface="Times New Roman" panose="02020603050405020304" pitchFamily="18" charset="0"/>
              <a:sym typeface="Quicksand"/>
            </a:endParaRPr>
          </a:p>
          <a:p>
            <a:pPr marL="571500" lvl="0" indent="-342900" algn="just">
              <a:buSzPts val="1800"/>
              <a:buFont typeface="Wingdings" panose="05000000000000000000" pitchFamily="2" charset="2"/>
              <a:buChar char="Ø"/>
            </a:pPr>
            <a:r>
              <a:rPr lang="en-US" sz="2200" dirty="0">
                <a:solidFill>
                  <a:srgbClr val="00B050"/>
                </a:solidFill>
                <a:effectLst>
                  <a:glow rad="101600">
                    <a:srgbClr val="F1F3F4">
                      <a:alpha val="60000"/>
                    </a:srgbClr>
                  </a:glow>
                </a:effectLst>
                <a:latin typeface="Times New Roman" panose="02020603050405020304" pitchFamily="18" charset="0"/>
                <a:cs typeface="Times New Roman" panose="02020603050405020304" pitchFamily="18" charset="0"/>
                <a:sym typeface="Quicksand"/>
              </a:rPr>
              <a:t>Full virtualization</a:t>
            </a:r>
          </a:p>
          <a:p>
            <a:pPr marL="685800" lvl="1">
              <a:buSzPts val="1400"/>
            </a:pPr>
            <a:r>
              <a:rPr lang="en-US" sz="2200" dirty="0">
                <a:solidFill>
                  <a:srgbClr val="002060"/>
                </a:solidFill>
                <a:effectLst>
                  <a:glow rad="101600">
                    <a:srgbClr val="F1F3F4">
                      <a:alpha val="60000"/>
                    </a:srgbClr>
                  </a:glow>
                </a:effectLst>
                <a:latin typeface="Times New Roman" panose="02020603050405020304" pitchFamily="18" charset="0"/>
                <a:cs typeface="Times New Roman" panose="02020603050405020304" pitchFamily="18" charset="0"/>
                <a:sym typeface="Montserrat"/>
              </a:rPr>
              <a:t>In full virtualization, the hardware architecture is completely simulated. Guest software doesn’t require any change to run applications.</a:t>
            </a:r>
          </a:p>
          <a:p>
            <a:pPr marL="571500" lvl="0" indent="-342900" algn="just">
              <a:buSzPts val="1800"/>
              <a:buFont typeface="Wingdings" panose="05000000000000000000" pitchFamily="2" charset="2"/>
              <a:buChar char="Ø"/>
            </a:pPr>
            <a:r>
              <a:rPr lang="en-US" sz="2200" dirty="0" smtClean="0">
                <a:solidFill>
                  <a:srgbClr val="00B050"/>
                </a:solidFill>
                <a:effectLst>
                  <a:glow rad="101600">
                    <a:srgbClr val="F1F3F4">
                      <a:alpha val="60000"/>
                    </a:srgbClr>
                  </a:glow>
                </a:effectLst>
                <a:latin typeface="Times New Roman" panose="02020603050405020304" pitchFamily="18" charset="0"/>
                <a:cs typeface="Times New Roman" panose="02020603050405020304" pitchFamily="18" charset="0"/>
                <a:sym typeface="Quicksand"/>
              </a:rPr>
              <a:t>Emulation </a:t>
            </a:r>
            <a:r>
              <a:rPr lang="en-US" sz="2200" dirty="0">
                <a:solidFill>
                  <a:srgbClr val="00B050"/>
                </a:solidFill>
                <a:effectLst>
                  <a:glow rad="101600">
                    <a:srgbClr val="F1F3F4">
                      <a:alpha val="60000"/>
                    </a:srgbClr>
                  </a:glow>
                </a:effectLst>
                <a:latin typeface="Times New Roman" panose="02020603050405020304" pitchFamily="18" charset="0"/>
                <a:cs typeface="Times New Roman" panose="02020603050405020304" pitchFamily="18" charset="0"/>
                <a:sym typeface="Quicksand"/>
              </a:rPr>
              <a:t>virtualization</a:t>
            </a:r>
          </a:p>
          <a:p>
            <a:pPr marL="685800" lvl="1">
              <a:buSzPts val="1400"/>
            </a:pPr>
            <a:r>
              <a:rPr lang="en-US" sz="2200" dirty="0">
                <a:solidFill>
                  <a:srgbClr val="002060"/>
                </a:solidFill>
                <a:effectLst>
                  <a:glow rad="101600">
                    <a:srgbClr val="F1F3F4">
                      <a:alpha val="60000"/>
                    </a:srgbClr>
                  </a:glow>
                </a:effectLst>
                <a:latin typeface="Times New Roman" panose="02020603050405020304" pitchFamily="18" charset="0"/>
                <a:cs typeface="Times New Roman" panose="02020603050405020304" pitchFamily="18" charset="0"/>
                <a:sym typeface="Montserrat"/>
              </a:rPr>
              <a:t>In this, the virtual machine simulates the hardware, and the guest operating system does not require any hardware.</a:t>
            </a:r>
          </a:p>
          <a:p>
            <a:pPr marL="571500" lvl="0" indent="-342900" algn="just">
              <a:buSzPts val="1800"/>
              <a:buFont typeface="Wingdings" panose="05000000000000000000" pitchFamily="2" charset="2"/>
              <a:buChar char="Ø"/>
            </a:pPr>
            <a:r>
              <a:rPr lang="en-US" sz="2200" dirty="0" smtClean="0">
                <a:solidFill>
                  <a:srgbClr val="00B050"/>
                </a:solidFill>
                <a:effectLst>
                  <a:glow rad="101600">
                    <a:srgbClr val="F1F3F4">
                      <a:alpha val="60000"/>
                    </a:srgbClr>
                  </a:glow>
                </a:effectLst>
                <a:latin typeface="Times New Roman" panose="02020603050405020304" pitchFamily="18" charset="0"/>
                <a:cs typeface="Times New Roman" panose="02020603050405020304" pitchFamily="18" charset="0"/>
                <a:sym typeface="Quicksand"/>
              </a:rPr>
              <a:t>Para-virtualization</a:t>
            </a:r>
            <a:endParaRPr lang="en-US" sz="2200" dirty="0">
              <a:solidFill>
                <a:srgbClr val="00B050"/>
              </a:solidFill>
              <a:effectLst>
                <a:glow rad="101600">
                  <a:srgbClr val="F1F3F4">
                    <a:alpha val="60000"/>
                  </a:srgbClr>
                </a:glow>
              </a:effectLst>
              <a:latin typeface="Times New Roman" panose="02020603050405020304" pitchFamily="18" charset="0"/>
              <a:cs typeface="Times New Roman" panose="02020603050405020304" pitchFamily="18" charset="0"/>
              <a:sym typeface="Quicksand"/>
            </a:endParaRPr>
          </a:p>
          <a:p>
            <a:pPr marL="685800" lvl="1">
              <a:buSzPts val="1400"/>
            </a:pPr>
            <a:r>
              <a:rPr lang="en-US" sz="2200" dirty="0">
                <a:solidFill>
                  <a:srgbClr val="002060"/>
                </a:solidFill>
                <a:effectLst>
                  <a:glow rad="101600">
                    <a:srgbClr val="F1F3F4">
                      <a:alpha val="60000"/>
                    </a:srgbClr>
                  </a:glow>
                </a:effectLst>
                <a:latin typeface="Times New Roman" panose="02020603050405020304" pitchFamily="18" charset="0"/>
                <a:cs typeface="Times New Roman" panose="02020603050405020304" pitchFamily="18" charset="0"/>
                <a:sym typeface="Montserrat"/>
              </a:rPr>
              <a:t>In Para-virtualization, the hardware is not simulated; rather the guest software runs its isolated system.</a:t>
            </a:r>
          </a:p>
        </p:txBody>
      </p:sp>
      <p:sp>
        <p:nvSpPr>
          <p:cNvPr id="6" name="Google Shape;618;p25">
            <a:extLst>
              <a:ext uri="{FF2B5EF4-FFF2-40B4-BE49-F238E27FC236}">
                <a16:creationId xmlns:a16="http://schemas.microsoft.com/office/drawing/2014/main" id="{32D4D171-0330-405A-BA65-EF8FE108A000}"/>
              </a:ext>
            </a:extLst>
          </p:cNvPr>
          <p:cNvSpPr/>
          <p:nvPr/>
        </p:nvSpPr>
        <p:spPr>
          <a:xfrm>
            <a:off x="871352" y="377042"/>
            <a:ext cx="8115878"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dirty="0">
                <a:solidFill>
                  <a:srgbClr val="C00000"/>
                </a:solidFill>
                <a:latin typeface="Quicksand"/>
                <a:ea typeface="Quicksand"/>
                <a:cs typeface="Quicksand"/>
                <a:sym typeface="Quicksand"/>
              </a:rPr>
              <a:t>Technologies in Virtualized Environment</a:t>
            </a:r>
          </a:p>
        </p:txBody>
      </p:sp>
    </p:spTree>
    <p:extLst>
      <p:ext uri="{BB962C8B-B14F-4D97-AF65-F5344CB8AC3E}">
        <p14:creationId xmlns:p14="http://schemas.microsoft.com/office/powerpoint/2010/main" val="934122094"/>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613064" y="1088047"/>
            <a:ext cx="7886700" cy="3499035"/>
          </a:xfrm>
          <a:prstGeom prst="rect">
            <a:avLst/>
          </a:prstGeom>
        </p:spPr>
        <p:txBody>
          <a:bodyPr vert="horz" wrap="square" lIns="0" tIns="112395" rIns="0" bIns="0" rtlCol="0">
            <a:spAutoFit/>
          </a:bodyPr>
          <a:lstStyle/>
          <a:p>
            <a:pPr marL="228600" lvl="0" algn="just">
              <a:buSzPts val="1800"/>
            </a:pPr>
            <a:r>
              <a:rPr lang="en-US" sz="2200" dirty="0">
                <a:solidFill>
                  <a:srgbClr val="C00000"/>
                </a:solidFill>
                <a:effectLst>
                  <a:glow rad="101600">
                    <a:srgbClr val="F1F3F4">
                      <a:alpha val="60000"/>
                    </a:srgbClr>
                  </a:glow>
                </a:effectLst>
                <a:latin typeface="Times New Roman" panose="02020603050405020304" pitchFamily="18" charset="0"/>
                <a:cs typeface="Times New Roman" panose="02020603050405020304" pitchFamily="18" charset="0"/>
                <a:sym typeface="Quicksand"/>
              </a:rPr>
              <a:t>Advantages of Hardware Virtualization</a:t>
            </a:r>
          </a:p>
          <a:p>
            <a:pPr marL="228600" lvl="0" algn="just">
              <a:buSzPts val="1800"/>
            </a:pPr>
            <a:endParaRPr lang="en-US" sz="2200" dirty="0">
              <a:solidFill>
                <a:srgbClr val="C00000"/>
              </a:solidFill>
              <a:effectLst>
                <a:glow rad="101600">
                  <a:srgbClr val="F1F3F4">
                    <a:alpha val="60000"/>
                  </a:srgbClr>
                </a:glow>
              </a:effectLst>
              <a:latin typeface="Times New Roman" panose="02020603050405020304" pitchFamily="18" charset="0"/>
              <a:cs typeface="Times New Roman" panose="02020603050405020304" pitchFamily="18" charset="0"/>
              <a:sym typeface="Quicksand"/>
            </a:endParaRPr>
          </a:p>
          <a:p>
            <a:pPr marL="571500" lvl="0" indent="-342900" algn="just">
              <a:buSzPts val="1800"/>
              <a:buFont typeface="Wingdings" panose="05000000000000000000" pitchFamily="2" charset="2"/>
              <a:buChar char="Ø"/>
            </a:pPr>
            <a:r>
              <a:rPr lang="en-US" sz="2200" dirty="0">
                <a:solidFill>
                  <a:srgbClr val="00B050"/>
                </a:solidFill>
                <a:effectLst>
                  <a:glow rad="101600">
                    <a:srgbClr val="F1F3F4">
                      <a:alpha val="60000"/>
                    </a:srgbClr>
                  </a:glow>
                </a:effectLst>
                <a:latin typeface="Times New Roman" panose="02020603050405020304" pitchFamily="18" charset="0"/>
                <a:cs typeface="Times New Roman" panose="02020603050405020304" pitchFamily="18" charset="0"/>
                <a:sym typeface="Quicksand"/>
              </a:rPr>
              <a:t>Efficient resource virtualization</a:t>
            </a:r>
          </a:p>
          <a:p>
            <a:pPr marL="685800" lvl="1" algn="just">
              <a:buSzPts val="1400"/>
            </a:pPr>
            <a:r>
              <a:rPr lang="en-US" sz="2200" dirty="0">
                <a:solidFill>
                  <a:srgbClr val="002060"/>
                </a:solidFill>
                <a:effectLst>
                  <a:glow rad="101600">
                    <a:srgbClr val="F1F3F4">
                      <a:alpha val="60000"/>
                    </a:srgbClr>
                  </a:glow>
                </a:effectLst>
                <a:latin typeface="Times New Roman" panose="02020603050405020304" pitchFamily="18" charset="0"/>
                <a:cs typeface="Times New Roman" panose="02020603050405020304" pitchFamily="18" charset="0"/>
                <a:sym typeface="Montserrat"/>
              </a:rPr>
              <a:t>In hardware virtualization, physical resources can be shared among virtual machines. In this, if there is needed for unused resources allocated by one virtual machine can be used by another virtual machine.</a:t>
            </a:r>
          </a:p>
          <a:p>
            <a:pPr marL="571500" lvl="0" indent="-342900" algn="just">
              <a:buSzPts val="1800"/>
              <a:buFont typeface="Wingdings" panose="05000000000000000000" pitchFamily="2" charset="2"/>
              <a:buChar char="Ø"/>
            </a:pPr>
            <a:r>
              <a:rPr lang="en-US" sz="2200" dirty="0">
                <a:solidFill>
                  <a:srgbClr val="00B050"/>
                </a:solidFill>
                <a:effectLst>
                  <a:glow rad="101600">
                    <a:srgbClr val="F1F3F4">
                      <a:alpha val="60000"/>
                    </a:srgbClr>
                  </a:glow>
                </a:effectLst>
                <a:latin typeface="Times New Roman" panose="02020603050405020304" pitchFamily="18" charset="0"/>
                <a:cs typeface="Times New Roman" panose="02020603050405020304" pitchFamily="18" charset="0"/>
                <a:sym typeface="Quicksand"/>
              </a:rPr>
              <a:t>Increase IT flexibility</a:t>
            </a:r>
          </a:p>
          <a:p>
            <a:pPr marL="685800" lvl="1" algn="just">
              <a:buSzPts val="1400"/>
            </a:pPr>
            <a:r>
              <a:rPr lang="en-US" sz="2200" dirty="0">
                <a:solidFill>
                  <a:srgbClr val="002060"/>
                </a:solidFill>
                <a:effectLst>
                  <a:glow rad="101600">
                    <a:srgbClr val="F1F3F4">
                      <a:alpha val="60000"/>
                    </a:srgbClr>
                  </a:glow>
                </a:effectLst>
                <a:latin typeface="Times New Roman" panose="02020603050405020304" pitchFamily="18" charset="0"/>
                <a:cs typeface="Times New Roman" panose="02020603050405020304" pitchFamily="18" charset="0"/>
                <a:sym typeface="Montserrat"/>
              </a:rPr>
              <a:t>By using virtualization, the fast development of hardware resources became possible</a:t>
            </a:r>
            <a:r>
              <a:rPr lang="en-US" sz="2200" dirty="0" smtClean="0">
                <a:solidFill>
                  <a:srgbClr val="002060"/>
                </a:solidFill>
                <a:effectLst>
                  <a:glow rad="101600">
                    <a:srgbClr val="F1F3F4">
                      <a:alpha val="60000"/>
                    </a:srgbClr>
                  </a:glow>
                </a:effectLst>
                <a:latin typeface="Times New Roman" panose="02020603050405020304" pitchFamily="18" charset="0"/>
                <a:cs typeface="Times New Roman" panose="02020603050405020304" pitchFamily="18" charset="0"/>
                <a:sym typeface="Montserrat"/>
              </a:rPr>
              <a:t>.</a:t>
            </a:r>
            <a:endParaRPr lang="en-US" sz="2200" dirty="0">
              <a:solidFill>
                <a:srgbClr val="002060"/>
              </a:solidFill>
              <a:effectLst>
                <a:glow rad="101600">
                  <a:srgbClr val="F1F3F4">
                    <a:alpha val="60000"/>
                  </a:srgbClr>
                </a:glow>
              </a:effectLst>
              <a:latin typeface="Times New Roman" panose="02020603050405020304" pitchFamily="18" charset="0"/>
              <a:cs typeface="Times New Roman" panose="02020603050405020304" pitchFamily="18" charset="0"/>
              <a:sym typeface="Montserrat"/>
            </a:endParaRPr>
          </a:p>
        </p:txBody>
      </p:sp>
      <p:sp>
        <p:nvSpPr>
          <p:cNvPr id="6" name="Google Shape;618;p25">
            <a:extLst>
              <a:ext uri="{FF2B5EF4-FFF2-40B4-BE49-F238E27FC236}">
                <a16:creationId xmlns:a16="http://schemas.microsoft.com/office/drawing/2014/main" id="{32D4D171-0330-405A-BA65-EF8FE108A000}"/>
              </a:ext>
            </a:extLst>
          </p:cNvPr>
          <p:cNvSpPr/>
          <p:nvPr/>
        </p:nvSpPr>
        <p:spPr>
          <a:xfrm>
            <a:off x="871352" y="377042"/>
            <a:ext cx="8115878"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dirty="0">
                <a:solidFill>
                  <a:srgbClr val="C00000"/>
                </a:solidFill>
                <a:latin typeface="Quicksand"/>
                <a:ea typeface="Quicksand"/>
                <a:cs typeface="Quicksand"/>
                <a:sym typeface="Quicksand"/>
              </a:rPr>
              <a:t>Technologies in Virtualized Environment</a:t>
            </a:r>
          </a:p>
        </p:txBody>
      </p:sp>
    </p:spTree>
    <p:extLst>
      <p:ext uri="{BB962C8B-B14F-4D97-AF65-F5344CB8AC3E}">
        <p14:creationId xmlns:p14="http://schemas.microsoft.com/office/powerpoint/2010/main" val="843922109"/>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571500" y="1004920"/>
            <a:ext cx="7886700" cy="3160481"/>
          </a:xfrm>
          <a:prstGeom prst="rect">
            <a:avLst/>
          </a:prstGeom>
        </p:spPr>
        <p:txBody>
          <a:bodyPr vert="horz" wrap="square" lIns="0" tIns="112395" rIns="0" bIns="0" rtlCol="0">
            <a:spAutoFit/>
          </a:bodyPr>
          <a:lstStyle/>
          <a:p>
            <a:pPr marL="228600" lvl="0" algn="just">
              <a:buSzPts val="1800"/>
            </a:pPr>
            <a:r>
              <a:rPr lang="en-US" sz="2200" dirty="0">
                <a:solidFill>
                  <a:srgbClr val="C00000"/>
                </a:solidFill>
                <a:effectLst>
                  <a:glow rad="101600">
                    <a:srgbClr val="F1F3F4">
                      <a:alpha val="60000"/>
                    </a:srgbClr>
                  </a:glow>
                </a:effectLst>
                <a:latin typeface="Times New Roman" panose="02020603050405020304" pitchFamily="18" charset="0"/>
                <a:cs typeface="Times New Roman" panose="02020603050405020304" pitchFamily="18" charset="0"/>
                <a:sym typeface="Quicksand"/>
              </a:rPr>
              <a:t>Advantages of Hardware Virtualization</a:t>
            </a:r>
          </a:p>
          <a:p>
            <a:pPr marL="228600" lvl="0" algn="just">
              <a:buSzPts val="1800"/>
            </a:pPr>
            <a:endParaRPr lang="en-US" sz="2200" dirty="0">
              <a:solidFill>
                <a:srgbClr val="C00000"/>
              </a:solidFill>
              <a:effectLst>
                <a:glow rad="101600">
                  <a:srgbClr val="F1F3F4">
                    <a:alpha val="60000"/>
                  </a:srgbClr>
                </a:glow>
              </a:effectLst>
              <a:latin typeface="Times New Roman" panose="02020603050405020304" pitchFamily="18" charset="0"/>
              <a:cs typeface="Times New Roman" panose="02020603050405020304" pitchFamily="18" charset="0"/>
              <a:sym typeface="Quicksand"/>
            </a:endParaRPr>
          </a:p>
          <a:p>
            <a:pPr marL="571500" lvl="0" indent="-342900" algn="just">
              <a:buSzPts val="1800"/>
              <a:buFont typeface="Wingdings" panose="05000000000000000000" pitchFamily="2" charset="2"/>
              <a:buChar char="Ø"/>
            </a:pPr>
            <a:r>
              <a:rPr lang="en-US" sz="2200" dirty="0" smtClean="0">
                <a:solidFill>
                  <a:srgbClr val="00B050"/>
                </a:solidFill>
                <a:effectLst>
                  <a:glow rad="101600">
                    <a:srgbClr val="F1F3F4">
                      <a:alpha val="60000"/>
                    </a:srgbClr>
                  </a:glow>
                </a:effectLst>
                <a:latin typeface="Times New Roman" panose="02020603050405020304" pitchFamily="18" charset="0"/>
                <a:cs typeface="Times New Roman" panose="02020603050405020304" pitchFamily="18" charset="0"/>
                <a:sym typeface="Quicksand"/>
              </a:rPr>
              <a:t>Low </a:t>
            </a:r>
            <a:r>
              <a:rPr lang="en-US" sz="2200" dirty="0">
                <a:solidFill>
                  <a:srgbClr val="00B050"/>
                </a:solidFill>
                <a:effectLst>
                  <a:glow rad="101600">
                    <a:srgbClr val="F1F3F4">
                      <a:alpha val="60000"/>
                    </a:srgbClr>
                  </a:glow>
                </a:effectLst>
                <a:latin typeface="Times New Roman" panose="02020603050405020304" pitchFamily="18" charset="0"/>
                <a:cs typeface="Times New Roman" panose="02020603050405020304" pitchFamily="18" charset="0"/>
                <a:sym typeface="Quicksand"/>
              </a:rPr>
              <a:t>cost</a:t>
            </a:r>
          </a:p>
          <a:p>
            <a:pPr marL="685800" lvl="1" algn="just">
              <a:buSzPts val="1400"/>
            </a:pPr>
            <a:r>
              <a:rPr lang="en-US" sz="2200" dirty="0">
                <a:solidFill>
                  <a:srgbClr val="002060"/>
                </a:solidFill>
                <a:effectLst>
                  <a:glow rad="101600">
                    <a:srgbClr val="F1F3F4">
                      <a:alpha val="60000"/>
                    </a:srgbClr>
                  </a:glow>
                </a:effectLst>
                <a:latin typeface="Times New Roman" panose="02020603050405020304" pitchFamily="18" charset="0"/>
                <a:cs typeface="Times New Roman" panose="02020603050405020304" pitchFamily="18" charset="0"/>
                <a:sym typeface="Montserrat"/>
              </a:rPr>
              <a:t>Due to server consolidation, the cost is low, and multiple operating systems can exist in a single hardware.</a:t>
            </a:r>
          </a:p>
          <a:p>
            <a:pPr marL="571500" lvl="0" indent="-342900" algn="just">
              <a:buSzPts val="1800"/>
              <a:buFont typeface="Wingdings" panose="05000000000000000000" pitchFamily="2" charset="2"/>
              <a:buChar char="Ø"/>
            </a:pPr>
            <a:r>
              <a:rPr lang="en-US" sz="2200" dirty="0">
                <a:solidFill>
                  <a:srgbClr val="00B050"/>
                </a:solidFill>
                <a:effectLst>
                  <a:glow rad="101600">
                    <a:srgbClr val="F1F3F4">
                      <a:alpha val="60000"/>
                    </a:srgbClr>
                  </a:glow>
                </a:effectLst>
                <a:latin typeface="Times New Roman" panose="02020603050405020304" pitchFamily="18" charset="0"/>
                <a:cs typeface="Times New Roman" panose="02020603050405020304" pitchFamily="18" charset="0"/>
                <a:sym typeface="Quicksand"/>
              </a:rPr>
              <a:t>Advanced hardware virtualization features</a:t>
            </a:r>
          </a:p>
          <a:p>
            <a:pPr marL="685800" lvl="1" algn="just">
              <a:buSzPts val="1400"/>
            </a:pPr>
            <a:r>
              <a:rPr lang="en-US" sz="2200" dirty="0">
                <a:solidFill>
                  <a:srgbClr val="002060"/>
                </a:solidFill>
                <a:effectLst>
                  <a:glow rad="101600">
                    <a:srgbClr val="F1F3F4">
                      <a:alpha val="60000"/>
                    </a:srgbClr>
                  </a:glow>
                </a:effectLst>
                <a:latin typeface="Times New Roman" panose="02020603050405020304" pitchFamily="18" charset="0"/>
                <a:cs typeface="Times New Roman" panose="02020603050405020304" pitchFamily="18" charset="0"/>
                <a:sym typeface="Montserrat"/>
              </a:rPr>
              <a:t>With the advancement of modern hypervisor,  more difficult operations maximize the abstraction of hardware and ensure maximum</a:t>
            </a:r>
          </a:p>
        </p:txBody>
      </p:sp>
      <p:sp>
        <p:nvSpPr>
          <p:cNvPr id="6" name="Google Shape;618;p25">
            <a:extLst>
              <a:ext uri="{FF2B5EF4-FFF2-40B4-BE49-F238E27FC236}">
                <a16:creationId xmlns:a16="http://schemas.microsoft.com/office/drawing/2014/main" id="{32D4D171-0330-405A-BA65-EF8FE108A000}"/>
              </a:ext>
            </a:extLst>
          </p:cNvPr>
          <p:cNvSpPr/>
          <p:nvPr/>
        </p:nvSpPr>
        <p:spPr>
          <a:xfrm>
            <a:off x="871352" y="377042"/>
            <a:ext cx="8115878"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dirty="0">
                <a:solidFill>
                  <a:srgbClr val="C00000"/>
                </a:solidFill>
                <a:latin typeface="Quicksand"/>
                <a:ea typeface="Quicksand"/>
                <a:cs typeface="Quicksand"/>
                <a:sym typeface="Quicksand"/>
              </a:rPr>
              <a:t>Technologies in Virtualized Environment</a:t>
            </a:r>
          </a:p>
        </p:txBody>
      </p:sp>
    </p:spTree>
    <p:extLst>
      <p:ext uri="{BB962C8B-B14F-4D97-AF65-F5344CB8AC3E}">
        <p14:creationId xmlns:p14="http://schemas.microsoft.com/office/powerpoint/2010/main" val="2905438265"/>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571500" y="1004920"/>
            <a:ext cx="7886700" cy="2821926"/>
          </a:xfrm>
          <a:prstGeom prst="rect">
            <a:avLst/>
          </a:prstGeom>
        </p:spPr>
        <p:txBody>
          <a:bodyPr vert="horz" wrap="square" lIns="0" tIns="112395" rIns="0" bIns="0" rtlCol="0">
            <a:spAutoFit/>
          </a:bodyPr>
          <a:lstStyle/>
          <a:p>
            <a:pPr marL="228600" lvl="0" algn="just">
              <a:buSzPts val="1800"/>
            </a:pPr>
            <a:r>
              <a:rPr lang="en-US" sz="2200" dirty="0" smtClean="0">
                <a:solidFill>
                  <a:srgbClr val="C00000"/>
                </a:solidFill>
                <a:effectLst>
                  <a:glow rad="101600">
                    <a:srgbClr val="F1F3F4">
                      <a:alpha val="60000"/>
                    </a:srgbClr>
                  </a:glow>
                </a:effectLst>
                <a:latin typeface="Times New Roman" panose="02020603050405020304" pitchFamily="18" charset="0"/>
                <a:cs typeface="Times New Roman" panose="02020603050405020304" pitchFamily="18" charset="0"/>
                <a:sym typeface="Quicksand"/>
              </a:rPr>
              <a:t>2. Software Virtualization</a:t>
            </a:r>
          </a:p>
          <a:p>
            <a:pPr marL="228600" lvl="0" algn="just">
              <a:buSzPts val="1800"/>
            </a:pPr>
            <a:endParaRPr lang="en-US" sz="2200" dirty="0">
              <a:solidFill>
                <a:srgbClr val="C00000"/>
              </a:solidFill>
              <a:effectLst>
                <a:glow rad="101600">
                  <a:srgbClr val="F1F3F4">
                    <a:alpha val="60000"/>
                  </a:srgbClr>
                </a:glow>
              </a:effectLst>
              <a:latin typeface="Times New Roman" panose="02020603050405020304" pitchFamily="18" charset="0"/>
              <a:cs typeface="Times New Roman" panose="02020603050405020304" pitchFamily="18" charset="0"/>
              <a:sym typeface="Quicksand"/>
            </a:endParaRPr>
          </a:p>
          <a:p>
            <a:pPr marL="914400" lvl="1" indent="-317500" algn="just">
              <a:buSzPts val="1400"/>
              <a:buFont typeface="Wingdings" panose="05000000000000000000" pitchFamily="2" charset="2"/>
              <a:buChar char="Ø"/>
            </a:pPr>
            <a:r>
              <a:rPr lang="en-US" sz="2200" dirty="0">
                <a:solidFill>
                  <a:srgbClr val="002060"/>
                </a:solidFill>
                <a:effectLst>
                  <a:glow rad="101600">
                    <a:srgbClr val="F1F3F4">
                      <a:alpha val="60000"/>
                    </a:srgbClr>
                  </a:glow>
                </a:effectLst>
                <a:latin typeface="Times New Roman" panose="02020603050405020304" pitchFamily="18" charset="0"/>
                <a:cs typeface="Times New Roman" panose="02020603050405020304" pitchFamily="18" charset="0"/>
                <a:sym typeface="Montserrat"/>
              </a:rPr>
              <a:t>Software virtualization is </a:t>
            </a:r>
            <a:r>
              <a:rPr lang="en-US" sz="2200" i="1" dirty="0">
                <a:solidFill>
                  <a:srgbClr val="00B050"/>
                </a:solidFill>
                <a:effectLst>
                  <a:glow rad="101600">
                    <a:srgbClr val="F1F3F4">
                      <a:alpha val="60000"/>
                    </a:srgbClr>
                  </a:glow>
                </a:effectLst>
                <a:latin typeface="Times New Roman" panose="02020603050405020304" pitchFamily="18" charset="0"/>
                <a:cs typeface="Times New Roman" panose="02020603050405020304" pitchFamily="18" charset="0"/>
                <a:sym typeface="Montserrat"/>
              </a:rPr>
              <a:t>also called application virtualization</a:t>
            </a:r>
            <a:r>
              <a:rPr lang="en-US" sz="2200" dirty="0">
                <a:solidFill>
                  <a:srgbClr val="002060"/>
                </a:solidFill>
                <a:effectLst>
                  <a:glow rad="101600">
                    <a:srgbClr val="F1F3F4">
                      <a:alpha val="60000"/>
                    </a:srgbClr>
                  </a:glow>
                </a:effectLst>
                <a:latin typeface="Times New Roman" panose="02020603050405020304" pitchFamily="18" charset="0"/>
                <a:cs typeface="Times New Roman" panose="02020603050405020304" pitchFamily="18" charset="0"/>
                <a:sym typeface="Montserrat"/>
              </a:rPr>
              <a:t>. Software virtualization is the same as virtualization but can abstract the software installation procedure and create virtual software installations. </a:t>
            </a:r>
          </a:p>
          <a:p>
            <a:pPr marL="914400" lvl="1" indent="-317500" algn="just">
              <a:buSzPts val="1400"/>
              <a:buFont typeface="Wingdings" panose="05000000000000000000" pitchFamily="2" charset="2"/>
              <a:buChar char="Ø"/>
            </a:pPr>
            <a:endParaRPr lang="en-US" sz="2200" dirty="0">
              <a:solidFill>
                <a:srgbClr val="002060"/>
              </a:solidFill>
              <a:effectLst>
                <a:glow rad="101600">
                  <a:srgbClr val="F1F3F4">
                    <a:alpha val="60000"/>
                  </a:srgbClr>
                </a:glow>
              </a:effectLst>
              <a:latin typeface="Times New Roman" panose="02020603050405020304" pitchFamily="18" charset="0"/>
              <a:cs typeface="Times New Roman" panose="02020603050405020304" pitchFamily="18" charset="0"/>
              <a:sym typeface="Montserrat"/>
            </a:endParaRPr>
          </a:p>
          <a:p>
            <a:pPr marL="914400" lvl="1" indent="-317500" algn="just">
              <a:buSzPts val="1400"/>
              <a:buFont typeface="Wingdings" panose="05000000000000000000" pitchFamily="2" charset="2"/>
              <a:buChar char="Ø"/>
            </a:pPr>
            <a:r>
              <a:rPr lang="en-US" sz="2200" dirty="0">
                <a:solidFill>
                  <a:srgbClr val="00B050"/>
                </a:solidFill>
                <a:effectLst>
                  <a:glow rad="101600">
                    <a:srgbClr val="F1F3F4">
                      <a:alpha val="60000"/>
                    </a:srgbClr>
                  </a:glow>
                </a:effectLst>
                <a:latin typeface="Times New Roman" panose="02020603050405020304" pitchFamily="18" charset="0"/>
                <a:cs typeface="Times New Roman" panose="02020603050405020304" pitchFamily="18" charset="0"/>
                <a:sym typeface="Montserrat"/>
              </a:rPr>
              <a:t>Examples</a:t>
            </a:r>
            <a:r>
              <a:rPr lang="en-US" sz="2200" dirty="0">
                <a:solidFill>
                  <a:srgbClr val="002060"/>
                </a:solidFill>
                <a:effectLst>
                  <a:glow rad="101600">
                    <a:srgbClr val="F1F3F4">
                      <a:alpha val="60000"/>
                    </a:srgbClr>
                  </a:glow>
                </a:effectLst>
                <a:latin typeface="Times New Roman" panose="02020603050405020304" pitchFamily="18" charset="0"/>
                <a:cs typeface="Times New Roman" panose="02020603050405020304" pitchFamily="18" charset="0"/>
                <a:sym typeface="Montserrat"/>
              </a:rPr>
              <a:t>: VMware software, virtual box, etc</a:t>
            </a:r>
            <a:r>
              <a:rPr lang="en-US" sz="2200" dirty="0" smtClean="0">
                <a:solidFill>
                  <a:srgbClr val="002060"/>
                </a:solidFill>
                <a:effectLst>
                  <a:glow rad="101600">
                    <a:srgbClr val="F1F3F4">
                      <a:alpha val="60000"/>
                    </a:srgbClr>
                  </a:glow>
                </a:effectLst>
                <a:latin typeface="Times New Roman" panose="02020603050405020304" pitchFamily="18" charset="0"/>
                <a:cs typeface="Times New Roman" panose="02020603050405020304" pitchFamily="18" charset="0"/>
                <a:sym typeface="Montserrat"/>
              </a:rPr>
              <a:t>.</a:t>
            </a:r>
            <a:endParaRPr lang="en-US" sz="2200" dirty="0">
              <a:solidFill>
                <a:srgbClr val="00B050"/>
              </a:solidFill>
              <a:effectLst>
                <a:glow rad="101600">
                  <a:srgbClr val="F1F3F4">
                    <a:alpha val="60000"/>
                  </a:srgbClr>
                </a:glow>
              </a:effectLst>
              <a:latin typeface="Times New Roman" panose="02020603050405020304" pitchFamily="18" charset="0"/>
              <a:cs typeface="Times New Roman" panose="02020603050405020304" pitchFamily="18" charset="0"/>
              <a:sym typeface="Montserrat"/>
            </a:endParaRPr>
          </a:p>
        </p:txBody>
      </p:sp>
      <p:sp>
        <p:nvSpPr>
          <p:cNvPr id="6" name="Google Shape;618;p25">
            <a:extLst>
              <a:ext uri="{FF2B5EF4-FFF2-40B4-BE49-F238E27FC236}">
                <a16:creationId xmlns:a16="http://schemas.microsoft.com/office/drawing/2014/main" id="{32D4D171-0330-405A-BA65-EF8FE108A000}"/>
              </a:ext>
            </a:extLst>
          </p:cNvPr>
          <p:cNvSpPr/>
          <p:nvPr/>
        </p:nvSpPr>
        <p:spPr>
          <a:xfrm>
            <a:off x="871352" y="377042"/>
            <a:ext cx="8115878"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dirty="0">
                <a:solidFill>
                  <a:srgbClr val="C00000"/>
                </a:solidFill>
                <a:latin typeface="Quicksand"/>
                <a:ea typeface="Quicksand"/>
                <a:cs typeface="Quicksand"/>
                <a:sym typeface="Quicksand"/>
              </a:rPr>
              <a:t>Technologies in Virtualized Environment</a:t>
            </a:r>
          </a:p>
        </p:txBody>
      </p:sp>
    </p:spTree>
    <p:extLst>
      <p:ext uri="{BB962C8B-B14F-4D97-AF65-F5344CB8AC3E}">
        <p14:creationId xmlns:p14="http://schemas.microsoft.com/office/powerpoint/2010/main" val="3327473314"/>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571500" y="1004920"/>
            <a:ext cx="7886700" cy="2821926"/>
          </a:xfrm>
          <a:prstGeom prst="rect">
            <a:avLst/>
          </a:prstGeom>
        </p:spPr>
        <p:txBody>
          <a:bodyPr vert="horz" wrap="square" lIns="0" tIns="112395" rIns="0" bIns="0" rtlCol="0">
            <a:spAutoFit/>
          </a:bodyPr>
          <a:lstStyle/>
          <a:p>
            <a:pPr marL="228600" lvl="0" algn="just">
              <a:buSzPts val="1800"/>
            </a:pPr>
            <a:r>
              <a:rPr lang="en-US" sz="2200" dirty="0" smtClean="0">
                <a:solidFill>
                  <a:srgbClr val="C00000"/>
                </a:solidFill>
                <a:effectLst>
                  <a:glow rad="101600">
                    <a:srgbClr val="F1F3F4">
                      <a:alpha val="60000"/>
                    </a:srgbClr>
                  </a:glow>
                </a:effectLst>
                <a:latin typeface="Times New Roman" panose="02020603050405020304" pitchFamily="18" charset="0"/>
                <a:cs typeface="Times New Roman" panose="02020603050405020304" pitchFamily="18" charset="0"/>
                <a:sym typeface="Quicksand"/>
              </a:rPr>
              <a:t>2. Software Virtualization</a:t>
            </a:r>
          </a:p>
          <a:p>
            <a:pPr marL="228600" lvl="0" algn="just">
              <a:buSzPts val="1800"/>
            </a:pPr>
            <a:endParaRPr lang="en-US" sz="2200" dirty="0">
              <a:solidFill>
                <a:srgbClr val="C00000"/>
              </a:solidFill>
              <a:effectLst>
                <a:glow rad="101600">
                  <a:srgbClr val="F1F3F4">
                    <a:alpha val="60000"/>
                  </a:srgbClr>
                </a:glow>
              </a:effectLst>
              <a:latin typeface="Times New Roman" panose="02020603050405020304" pitchFamily="18" charset="0"/>
              <a:cs typeface="Times New Roman" panose="02020603050405020304" pitchFamily="18" charset="0"/>
              <a:sym typeface="Quicksand"/>
            </a:endParaRPr>
          </a:p>
          <a:p>
            <a:pPr marL="914400" lvl="1" indent="-317500" algn="just">
              <a:buSzPts val="1400"/>
              <a:buFont typeface="Wingdings" panose="05000000000000000000" pitchFamily="2" charset="2"/>
              <a:buChar char="Ø"/>
            </a:pPr>
            <a:r>
              <a:rPr lang="en-US" sz="2200" dirty="0" smtClean="0">
                <a:solidFill>
                  <a:srgbClr val="002060"/>
                </a:solidFill>
                <a:effectLst>
                  <a:glow rad="101600">
                    <a:srgbClr val="F1F3F4">
                      <a:alpha val="60000"/>
                    </a:srgbClr>
                  </a:glow>
                </a:effectLst>
                <a:latin typeface="Times New Roman" panose="02020603050405020304" pitchFamily="18" charset="0"/>
                <a:cs typeface="Times New Roman" panose="02020603050405020304" pitchFamily="18" charset="0"/>
                <a:sym typeface="Montserrat"/>
              </a:rPr>
              <a:t>Most </a:t>
            </a:r>
            <a:r>
              <a:rPr lang="en-US" sz="2200" dirty="0">
                <a:solidFill>
                  <a:srgbClr val="002060"/>
                </a:solidFill>
                <a:effectLst>
                  <a:glow rad="101600">
                    <a:srgbClr val="F1F3F4">
                      <a:alpha val="60000"/>
                    </a:srgbClr>
                  </a:glow>
                </a:effectLst>
                <a:latin typeface="Times New Roman" panose="02020603050405020304" pitchFamily="18" charset="0"/>
                <a:cs typeface="Times New Roman" panose="02020603050405020304" pitchFamily="18" charset="0"/>
                <a:sym typeface="Montserrat"/>
              </a:rPr>
              <a:t>of the applications and their distributions became difficult tasks for IT firms and departments. The mechanism for installing an application varies. So, to solve this type of problem, virtualized software is introduced, which is an application that will be installed into its self-contained unit and provide software virtualization. </a:t>
            </a:r>
            <a:endParaRPr lang="en-US" sz="2200" dirty="0">
              <a:solidFill>
                <a:srgbClr val="00B050"/>
              </a:solidFill>
              <a:effectLst>
                <a:glow rad="101600">
                  <a:srgbClr val="F1F3F4">
                    <a:alpha val="60000"/>
                  </a:srgbClr>
                </a:glow>
              </a:effectLst>
              <a:latin typeface="Times New Roman" panose="02020603050405020304" pitchFamily="18" charset="0"/>
              <a:cs typeface="Times New Roman" panose="02020603050405020304" pitchFamily="18" charset="0"/>
              <a:sym typeface="Montserrat"/>
            </a:endParaRPr>
          </a:p>
        </p:txBody>
      </p:sp>
      <p:sp>
        <p:nvSpPr>
          <p:cNvPr id="6" name="Google Shape;618;p25">
            <a:extLst>
              <a:ext uri="{FF2B5EF4-FFF2-40B4-BE49-F238E27FC236}">
                <a16:creationId xmlns:a16="http://schemas.microsoft.com/office/drawing/2014/main" id="{32D4D171-0330-405A-BA65-EF8FE108A000}"/>
              </a:ext>
            </a:extLst>
          </p:cNvPr>
          <p:cNvSpPr/>
          <p:nvPr/>
        </p:nvSpPr>
        <p:spPr>
          <a:xfrm>
            <a:off x="871352" y="377042"/>
            <a:ext cx="8115878"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dirty="0">
                <a:solidFill>
                  <a:srgbClr val="C00000"/>
                </a:solidFill>
                <a:latin typeface="Quicksand"/>
                <a:ea typeface="Quicksand"/>
                <a:cs typeface="Quicksand"/>
                <a:sym typeface="Quicksand"/>
              </a:rPr>
              <a:t>Technologies in Virtualized Environment</a:t>
            </a:r>
          </a:p>
        </p:txBody>
      </p:sp>
    </p:spTree>
    <p:extLst>
      <p:ext uri="{BB962C8B-B14F-4D97-AF65-F5344CB8AC3E}">
        <p14:creationId xmlns:p14="http://schemas.microsoft.com/office/powerpoint/2010/main" val="302653310"/>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571500" y="1004920"/>
            <a:ext cx="7886700" cy="2483372"/>
          </a:xfrm>
          <a:prstGeom prst="rect">
            <a:avLst/>
          </a:prstGeom>
        </p:spPr>
        <p:txBody>
          <a:bodyPr vert="horz" wrap="square" lIns="0" tIns="112395" rIns="0" bIns="0" rtlCol="0">
            <a:spAutoFit/>
          </a:bodyPr>
          <a:lstStyle/>
          <a:p>
            <a:pPr marL="228600" lvl="0" algn="just">
              <a:buSzPts val="1800"/>
            </a:pPr>
            <a:r>
              <a:rPr lang="en-US" sz="2200" dirty="0" smtClean="0">
                <a:solidFill>
                  <a:srgbClr val="C00000"/>
                </a:solidFill>
                <a:effectLst>
                  <a:glow rad="101600">
                    <a:srgbClr val="F1F3F4">
                      <a:alpha val="60000"/>
                    </a:srgbClr>
                  </a:glow>
                </a:effectLst>
                <a:latin typeface="Times New Roman" panose="02020603050405020304" pitchFamily="18" charset="0"/>
                <a:cs typeface="Times New Roman" panose="02020603050405020304" pitchFamily="18" charset="0"/>
                <a:sym typeface="Quicksand"/>
              </a:rPr>
              <a:t>2. Software Virtualization</a:t>
            </a:r>
          </a:p>
          <a:p>
            <a:pPr marL="228600" lvl="0" algn="just">
              <a:buSzPts val="1800"/>
            </a:pPr>
            <a:endParaRPr lang="en-US" sz="2200" dirty="0">
              <a:solidFill>
                <a:srgbClr val="C00000"/>
              </a:solidFill>
              <a:effectLst>
                <a:glow rad="101600">
                  <a:srgbClr val="F1F3F4">
                    <a:alpha val="60000"/>
                  </a:srgbClr>
                </a:glow>
              </a:effectLst>
              <a:latin typeface="Times New Roman" panose="02020603050405020304" pitchFamily="18" charset="0"/>
              <a:cs typeface="Times New Roman" panose="02020603050405020304" pitchFamily="18" charset="0"/>
              <a:sym typeface="Quicksand"/>
            </a:endParaRPr>
          </a:p>
          <a:p>
            <a:pPr marL="914400" lvl="1" indent="-317500" algn="just">
              <a:buSzPts val="1400"/>
              <a:buFont typeface="Wingdings" panose="05000000000000000000" pitchFamily="2" charset="2"/>
              <a:buChar char="Ø"/>
            </a:pPr>
            <a:r>
              <a:rPr lang="en-US" sz="2200" dirty="0" smtClean="0">
                <a:solidFill>
                  <a:srgbClr val="00B050"/>
                </a:solidFill>
                <a:effectLst>
                  <a:glow rad="101600">
                    <a:srgbClr val="F1F3F4">
                      <a:alpha val="60000"/>
                    </a:srgbClr>
                  </a:glow>
                </a:effectLst>
                <a:latin typeface="Times New Roman" panose="02020603050405020304" pitchFamily="18" charset="0"/>
                <a:cs typeface="Times New Roman" panose="02020603050405020304" pitchFamily="18" charset="0"/>
                <a:sym typeface="Montserrat"/>
              </a:rPr>
              <a:t>The </a:t>
            </a:r>
            <a:r>
              <a:rPr lang="en-US" sz="2200" dirty="0">
                <a:solidFill>
                  <a:srgbClr val="00B050"/>
                </a:solidFill>
                <a:effectLst>
                  <a:glow rad="101600">
                    <a:srgbClr val="F1F3F4">
                      <a:alpha val="60000"/>
                    </a:srgbClr>
                  </a:glow>
                </a:effectLst>
                <a:latin typeface="Times New Roman" panose="02020603050405020304" pitchFamily="18" charset="0"/>
                <a:cs typeface="Times New Roman" panose="02020603050405020304" pitchFamily="18" charset="0"/>
                <a:sym typeface="Montserrat"/>
              </a:rPr>
              <a:t>host system needs to completely emulate guest's platform. The advantage is that host and guest platforms are independent. The disadvantage is that this approach is very slow and resource consuming (since we have to emulate everything).</a:t>
            </a:r>
          </a:p>
        </p:txBody>
      </p:sp>
      <p:sp>
        <p:nvSpPr>
          <p:cNvPr id="6" name="Google Shape;618;p25">
            <a:extLst>
              <a:ext uri="{FF2B5EF4-FFF2-40B4-BE49-F238E27FC236}">
                <a16:creationId xmlns:a16="http://schemas.microsoft.com/office/drawing/2014/main" id="{32D4D171-0330-405A-BA65-EF8FE108A000}"/>
              </a:ext>
            </a:extLst>
          </p:cNvPr>
          <p:cNvSpPr/>
          <p:nvPr/>
        </p:nvSpPr>
        <p:spPr>
          <a:xfrm>
            <a:off x="871352" y="377042"/>
            <a:ext cx="8115878"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dirty="0">
                <a:solidFill>
                  <a:srgbClr val="C00000"/>
                </a:solidFill>
                <a:latin typeface="Quicksand"/>
                <a:ea typeface="Quicksand"/>
                <a:cs typeface="Quicksand"/>
                <a:sym typeface="Quicksand"/>
              </a:rPr>
              <a:t>Technologies in Virtualized Environment</a:t>
            </a:r>
          </a:p>
        </p:txBody>
      </p:sp>
    </p:spTree>
    <p:extLst>
      <p:ext uri="{BB962C8B-B14F-4D97-AF65-F5344CB8AC3E}">
        <p14:creationId xmlns:p14="http://schemas.microsoft.com/office/powerpoint/2010/main" val="283281144"/>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571500" y="1004920"/>
            <a:ext cx="7886700" cy="3499035"/>
          </a:xfrm>
          <a:prstGeom prst="rect">
            <a:avLst/>
          </a:prstGeom>
        </p:spPr>
        <p:txBody>
          <a:bodyPr vert="horz" wrap="square" lIns="0" tIns="112395" rIns="0" bIns="0" rtlCol="0">
            <a:spAutoFit/>
          </a:bodyPr>
          <a:lstStyle/>
          <a:p>
            <a:pPr marL="228600" lvl="0" algn="just">
              <a:buSzPts val="1800"/>
            </a:pPr>
            <a:r>
              <a:rPr lang="en-US" sz="2200" dirty="0">
                <a:solidFill>
                  <a:srgbClr val="C00000"/>
                </a:solidFill>
                <a:effectLst>
                  <a:glow rad="101600">
                    <a:srgbClr val="F1F3F4">
                      <a:alpha val="60000"/>
                    </a:srgbClr>
                  </a:glow>
                </a:effectLst>
                <a:latin typeface="Times New Roman" panose="02020603050405020304" pitchFamily="18" charset="0"/>
                <a:cs typeface="Times New Roman" panose="02020603050405020304" pitchFamily="18" charset="0"/>
                <a:sym typeface="Quicksand"/>
              </a:rPr>
              <a:t>Advantages of Software Virtualization</a:t>
            </a:r>
          </a:p>
          <a:p>
            <a:pPr marL="228600" lvl="0" algn="just">
              <a:buSzPts val="1800"/>
            </a:pPr>
            <a:endParaRPr lang="en-US" sz="2200" dirty="0">
              <a:solidFill>
                <a:srgbClr val="C00000"/>
              </a:solidFill>
              <a:effectLst>
                <a:glow rad="101600">
                  <a:srgbClr val="F1F3F4">
                    <a:alpha val="60000"/>
                  </a:srgbClr>
                </a:glow>
              </a:effectLst>
              <a:latin typeface="Times New Roman" panose="02020603050405020304" pitchFamily="18" charset="0"/>
              <a:cs typeface="Times New Roman" panose="02020603050405020304" pitchFamily="18" charset="0"/>
              <a:sym typeface="Quicksand"/>
            </a:endParaRPr>
          </a:p>
          <a:p>
            <a:pPr marL="571500" lvl="0" indent="-342900" algn="just">
              <a:buSzPts val="1800"/>
              <a:buFont typeface="Wingdings" panose="05000000000000000000" pitchFamily="2" charset="2"/>
              <a:buChar char="Ø"/>
            </a:pPr>
            <a:r>
              <a:rPr lang="en-US" sz="2200" dirty="0">
                <a:solidFill>
                  <a:srgbClr val="00B050"/>
                </a:solidFill>
                <a:effectLst>
                  <a:glow rad="101600">
                    <a:srgbClr val="F1F3F4">
                      <a:alpha val="60000"/>
                    </a:srgbClr>
                  </a:glow>
                </a:effectLst>
                <a:latin typeface="Times New Roman" panose="02020603050405020304" pitchFamily="18" charset="0"/>
                <a:cs typeface="Times New Roman" panose="02020603050405020304" pitchFamily="18" charset="0"/>
                <a:sym typeface="Quicksand"/>
              </a:rPr>
              <a:t>Client deployment became easier</a:t>
            </a:r>
          </a:p>
          <a:p>
            <a:pPr marL="685800" lvl="1" algn="just">
              <a:buSzPts val="1400"/>
            </a:pPr>
            <a:r>
              <a:rPr lang="en-US" sz="2200" dirty="0">
                <a:solidFill>
                  <a:srgbClr val="002060"/>
                </a:solidFill>
                <a:effectLst>
                  <a:glow rad="101600">
                    <a:srgbClr val="F1F3F4">
                      <a:alpha val="60000"/>
                    </a:srgbClr>
                  </a:glow>
                </a:effectLst>
                <a:latin typeface="Times New Roman" panose="02020603050405020304" pitchFamily="18" charset="0"/>
                <a:cs typeface="Times New Roman" panose="02020603050405020304" pitchFamily="18" charset="0"/>
                <a:sym typeface="Montserrat"/>
              </a:rPr>
              <a:t>We can easily install virtual software by copying a file to a workstation or linking a file in a network.</a:t>
            </a:r>
          </a:p>
          <a:p>
            <a:pPr marL="685800" lvl="1" algn="just">
              <a:buSzPts val="1400"/>
            </a:pPr>
            <a:endParaRPr lang="en-US" sz="2200" dirty="0">
              <a:solidFill>
                <a:srgbClr val="002060"/>
              </a:solidFill>
              <a:effectLst>
                <a:glow rad="101600">
                  <a:srgbClr val="F1F3F4">
                    <a:alpha val="60000"/>
                  </a:srgbClr>
                </a:glow>
              </a:effectLst>
              <a:latin typeface="Times New Roman" panose="02020603050405020304" pitchFamily="18" charset="0"/>
              <a:cs typeface="Times New Roman" panose="02020603050405020304" pitchFamily="18" charset="0"/>
              <a:sym typeface="Montserrat"/>
            </a:endParaRPr>
          </a:p>
          <a:p>
            <a:pPr marL="571500" lvl="0" indent="-342900" algn="just">
              <a:buSzPts val="1800"/>
              <a:buFont typeface="Wingdings" panose="05000000000000000000" pitchFamily="2" charset="2"/>
              <a:buChar char="Ø"/>
            </a:pPr>
            <a:r>
              <a:rPr lang="en-US" sz="2200" dirty="0">
                <a:solidFill>
                  <a:srgbClr val="00B050"/>
                </a:solidFill>
                <a:effectLst>
                  <a:glow rad="101600">
                    <a:srgbClr val="F1F3F4">
                      <a:alpha val="60000"/>
                    </a:srgbClr>
                  </a:glow>
                </a:effectLst>
                <a:latin typeface="Times New Roman" panose="02020603050405020304" pitchFamily="18" charset="0"/>
                <a:cs typeface="Times New Roman" panose="02020603050405020304" pitchFamily="18" charset="0"/>
                <a:sym typeface="Quicksand"/>
              </a:rPr>
              <a:t>Easy to manage</a:t>
            </a:r>
          </a:p>
          <a:p>
            <a:pPr marL="685800" lvl="1" algn="just">
              <a:buSzPts val="1400"/>
            </a:pPr>
            <a:r>
              <a:rPr lang="en-US" sz="2200" dirty="0">
                <a:solidFill>
                  <a:srgbClr val="002060"/>
                </a:solidFill>
                <a:effectLst>
                  <a:glow rad="101600">
                    <a:srgbClr val="F1F3F4">
                      <a:alpha val="60000"/>
                    </a:srgbClr>
                  </a:glow>
                </a:effectLst>
                <a:latin typeface="Times New Roman" panose="02020603050405020304" pitchFamily="18" charset="0"/>
                <a:cs typeface="Times New Roman" panose="02020603050405020304" pitchFamily="18" charset="0"/>
                <a:sym typeface="Montserrat"/>
              </a:rPr>
              <a:t>Software virtualization is easy to maintain. You only need to update at one place and deploy the virtual update application to all cloud</a:t>
            </a:r>
            <a:r>
              <a:rPr lang="en-US" sz="2200" dirty="0" smtClean="0">
                <a:solidFill>
                  <a:srgbClr val="002060"/>
                </a:solidFill>
                <a:effectLst>
                  <a:glow rad="101600">
                    <a:srgbClr val="F1F3F4">
                      <a:alpha val="60000"/>
                    </a:srgbClr>
                  </a:glow>
                </a:effectLst>
                <a:latin typeface="Times New Roman" panose="02020603050405020304" pitchFamily="18" charset="0"/>
                <a:cs typeface="Times New Roman" panose="02020603050405020304" pitchFamily="18" charset="0"/>
                <a:sym typeface="Montserrat"/>
              </a:rPr>
              <a:t>.</a:t>
            </a:r>
            <a:endParaRPr lang="en-US" sz="2200" dirty="0">
              <a:solidFill>
                <a:srgbClr val="002060"/>
              </a:solidFill>
              <a:effectLst>
                <a:glow rad="101600">
                  <a:srgbClr val="F1F3F4">
                    <a:alpha val="60000"/>
                  </a:srgbClr>
                </a:glow>
              </a:effectLst>
              <a:latin typeface="Times New Roman" panose="02020603050405020304" pitchFamily="18" charset="0"/>
              <a:cs typeface="Times New Roman" panose="02020603050405020304" pitchFamily="18" charset="0"/>
              <a:sym typeface="Montserrat"/>
            </a:endParaRPr>
          </a:p>
        </p:txBody>
      </p:sp>
      <p:sp>
        <p:nvSpPr>
          <p:cNvPr id="6" name="Google Shape;618;p25">
            <a:extLst>
              <a:ext uri="{FF2B5EF4-FFF2-40B4-BE49-F238E27FC236}">
                <a16:creationId xmlns:a16="http://schemas.microsoft.com/office/drawing/2014/main" id="{32D4D171-0330-405A-BA65-EF8FE108A000}"/>
              </a:ext>
            </a:extLst>
          </p:cNvPr>
          <p:cNvSpPr/>
          <p:nvPr/>
        </p:nvSpPr>
        <p:spPr>
          <a:xfrm>
            <a:off x="871352" y="377042"/>
            <a:ext cx="8115878"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dirty="0">
                <a:solidFill>
                  <a:srgbClr val="C00000"/>
                </a:solidFill>
                <a:latin typeface="Quicksand"/>
                <a:ea typeface="Quicksand"/>
                <a:cs typeface="Quicksand"/>
                <a:sym typeface="Quicksand"/>
              </a:rPr>
              <a:t>Technologies in Virtualized Environment</a:t>
            </a:r>
          </a:p>
        </p:txBody>
      </p:sp>
    </p:spTree>
    <p:extLst>
      <p:ext uri="{BB962C8B-B14F-4D97-AF65-F5344CB8AC3E}">
        <p14:creationId xmlns:p14="http://schemas.microsoft.com/office/powerpoint/2010/main" val="838808668"/>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571500" y="1004920"/>
            <a:ext cx="7886700" cy="2991203"/>
          </a:xfrm>
          <a:prstGeom prst="rect">
            <a:avLst/>
          </a:prstGeom>
        </p:spPr>
        <p:txBody>
          <a:bodyPr vert="horz" wrap="square" lIns="0" tIns="112395" rIns="0" bIns="0" rtlCol="0">
            <a:spAutoFit/>
          </a:bodyPr>
          <a:lstStyle/>
          <a:p>
            <a:pPr marL="228600" lvl="0" algn="just">
              <a:buSzPts val="1800"/>
            </a:pPr>
            <a:r>
              <a:rPr lang="en-US" sz="2200" dirty="0">
                <a:solidFill>
                  <a:srgbClr val="C00000"/>
                </a:solidFill>
                <a:effectLst>
                  <a:glow rad="101600">
                    <a:srgbClr val="F1F3F4">
                      <a:alpha val="60000"/>
                    </a:srgbClr>
                  </a:glow>
                </a:effectLst>
                <a:latin typeface="Times New Roman" panose="02020603050405020304" pitchFamily="18" charset="0"/>
                <a:cs typeface="Times New Roman" panose="02020603050405020304" pitchFamily="18" charset="0"/>
                <a:sym typeface="Quicksand"/>
              </a:rPr>
              <a:t>Advantages of Software Virtualization</a:t>
            </a:r>
          </a:p>
          <a:p>
            <a:pPr marL="571500" lvl="0" indent="-342900" algn="just">
              <a:lnSpc>
                <a:spcPct val="150000"/>
              </a:lnSpc>
              <a:buSzPts val="1800"/>
              <a:buFont typeface="Wingdings" panose="05000000000000000000" pitchFamily="2" charset="2"/>
              <a:buChar char="Ø"/>
            </a:pPr>
            <a:r>
              <a:rPr lang="en-US" sz="2200" dirty="0" smtClean="0">
                <a:solidFill>
                  <a:srgbClr val="00B050"/>
                </a:solidFill>
                <a:effectLst>
                  <a:glow rad="101600">
                    <a:srgbClr val="F1F3F4">
                      <a:alpha val="60000"/>
                    </a:srgbClr>
                  </a:glow>
                </a:effectLst>
                <a:latin typeface="Times New Roman" panose="02020603050405020304" pitchFamily="18" charset="0"/>
                <a:cs typeface="Times New Roman" panose="02020603050405020304" pitchFamily="18" charset="0"/>
                <a:sym typeface="Quicksand"/>
              </a:rPr>
              <a:t>Software </a:t>
            </a:r>
            <a:r>
              <a:rPr lang="en-US" sz="2200" dirty="0">
                <a:solidFill>
                  <a:srgbClr val="00B050"/>
                </a:solidFill>
                <a:effectLst>
                  <a:glow rad="101600">
                    <a:srgbClr val="F1F3F4">
                      <a:alpha val="60000"/>
                    </a:srgbClr>
                  </a:glow>
                </a:effectLst>
                <a:latin typeface="Times New Roman" panose="02020603050405020304" pitchFamily="18" charset="0"/>
                <a:cs typeface="Times New Roman" panose="02020603050405020304" pitchFamily="18" charset="0"/>
                <a:sym typeface="Quicksand"/>
              </a:rPr>
              <a:t>migration</a:t>
            </a:r>
          </a:p>
          <a:p>
            <a:pPr marL="685800" lvl="1" algn="just">
              <a:lnSpc>
                <a:spcPct val="150000"/>
              </a:lnSpc>
              <a:buSzPts val="1400"/>
            </a:pPr>
            <a:r>
              <a:rPr lang="en-US" sz="2200" dirty="0">
                <a:solidFill>
                  <a:srgbClr val="002060"/>
                </a:solidFill>
                <a:effectLst>
                  <a:glow rad="101600">
                    <a:srgbClr val="F1F3F4">
                      <a:alpha val="60000"/>
                    </a:srgbClr>
                  </a:glow>
                </a:effectLst>
                <a:latin typeface="Times New Roman" panose="02020603050405020304" pitchFamily="18" charset="0"/>
                <a:cs typeface="Times New Roman" panose="02020603050405020304" pitchFamily="18" charset="0"/>
                <a:sym typeface="Montserrat"/>
              </a:rPr>
              <a:t>Without software virtualization, moving from one software platform to another platform takes more time for deploying and impact on an end-user system with the support of virtualized software environment support the– migration became easier.</a:t>
            </a:r>
          </a:p>
        </p:txBody>
      </p:sp>
      <p:sp>
        <p:nvSpPr>
          <p:cNvPr id="6" name="Google Shape;618;p25">
            <a:extLst>
              <a:ext uri="{FF2B5EF4-FFF2-40B4-BE49-F238E27FC236}">
                <a16:creationId xmlns:a16="http://schemas.microsoft.com/office/drawing/2014/main" id="{32D4D171-0330-405A-BA65-EF8FE108A000}"/>
              </a:ext>
            </a:extLst>
          </p:cNvPr>
          <p:cNvSpPr/>
          <p:nvPr/>
        </p:nvSpPr>
        <p:spPr>
          <a:xfrm>
            <a:off x="871352" y="377042"/>
            <a:ext cx="8115878"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dirty="0">
                <a:solidFill>
                  <a:srgbClr val="C00000"/>
                </a:solidFill>
                <a:latin typeface="Quicksand"/>
                <a:ea typeface="Quicksand"/>
                <a:cs typeface="Quicksand"/>
                <a:sym typeface="Quicksand"/>
              </a:rPr>
              <a:t>Technologies in Virtualized Environment</a:t>
            </a:r>
          </a:p>
        </p:txBody>
      </p:sp>
    </p:spTree>
    <p:extLst>
      <p:ext uri="{BB962C8B-B14F-4D97-AF65-F5344CB8AC3E}">
        <p14:creationId xmlns:p14="http://schemas.microsoft.com/office/powerpoint/2010/main" val="750952422"/>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561110" y="890620"/>
            <a:ext cx="7886700" cy="3499035"/>
          </a:xfrm>
          <a:prstGeom prst="rect">
            <a:avLst/>
          </a:prstGeom>
        </p:spPr>
        <p:txBody>
          <a:bodyPr vert="horz" wrap="square" lIns="0" tIns="112395" rIns="0" bIns="0" rtlCol="0">
            <a:spAutoFit/>
          </a:bodyPr>
          <a:lstStyle/>
          <a:p>
            <a:pPr marL="571500" lvl="0" indent="-342900" algn="just">
              <a:buSzPts val="1800"/>
              <a:buFont typeface="Wingdings" panose="05000000000000000000" pitchFamily="2" charset="2"/>
              <a:buChar char="Ø"/>
            </a:pPr>
            <a:r>
              <a:rPr lang="en-US" sz="2200" dirty="0">
                <a:solidFill>
                  <a:srgbClr val="002060"/>
                </a:solidFill>
                <a:effectLst>
                  <a:glow rad="101600">
                    <a:srgbClr val="F1F3F4">
                      <a:alpha val="60000"/>
                    </a:srgbClr>
                  </a:glow>
                </a:effectLst>
                <a:latin typeface="Times New Roman" panose="02020603050405020304" pitchFamily="18" charset="0"/>
                <a:cs typeface="Times New Roman" panose="02020603050405020304" pitchFamily="18" charset="0"/>
                <a:sym typeface="Quicksand"/>
              </a:rPr>
              <a:t>The first virtualization was performed on IBM mainframes. The code that was developed solved a particular issue by managing available memory resources more effectively, and that code is an ancestor to the much more sophisticated descendants we rely on today.</a:t>
            </a:r>
          </a:p>
          <a:p>
            <a:pPr marL="571500" lvl="0" indent="-342900" algn="just">
              <a:buSzPts val="1800"/>
              <a:buFont typeface="Wingdings" panose="05000000000000000000" pitchFamily="2" charset="2"/>
              <a:buChar char="Ø"/>
            </a:pPr>
            <a:endParaRPr lang="en-US" sz="2200" dirty="0">
              <a:solidFill>
                <a:srgbClr val="002060"/>
              </a:solidFill>
              <a:effectLst>
                <a:glow rad="101600">
                  <a:srgbClr val="F1F3F4">
                    <a:alpha val="60000"/>
                  </a:srgbClr>
                </a:glow>
              </a:effectLst>
              <a:latin typeface="Times New Roman" panose="02020603050405020304" pitchFamily="18" charset="0"/>
              <a:cs typeface="Times New Roman" panose="02020603050405020304" pitchFamily="18" charset="0"/>
              <a:sym typeface="Quicksand"/>
            </a:endParaRPr>
          </a:p>
          <a:p>
            <a:pPr marL="571500" lvl="0" indent="-342900" algn="just">
              <a:buSzPts val="1800"/>
              <a:buFont typeface="Wingdings" panose="05000000000000000000" pitchFamily="2" charset="2"/>
              <a:buChar char="Ø"/>
            </a:pPr>
            <a:r>
              <a:rPr lang="en-US" sz="2200" dirty="0">
                <a:solidFill>
                  <a:srgbClr val="002060"/>
                </a:solidFill>
                <a:effectLst>
                  <a:glow rad="101600">
                    <a:srgbClr val="F1F3F4">
                      <a:alpha val="60000"/>
                    </a:srgbClr>
                  </a:glow>
                </a:effectLst>
                <a:latin typeface="Times New Roman" panose="02020603050405020304" pitchFamily="18" charset="0"/>
                <a:cs typeface="Times New Roman" panose="02020603050405020304" pitchFamily="18" charset="0"/>
                <a:sym typeface="Quicksand"/>
              </a:rPr>
              <a:t>The first virtual machine monitors were used for the development and debugging of operating systems because they provided a sandbox for programmers to test rapidly and repeatedly, without using all of the resources of the hardware. </a:t>
            </a:r>
            <a:endParaRPr lang="en-US" sz="2200" dirty="0">
              <a:solidFill>
                <a:srgbClr val="00B050"/>
              </a:solidFill>
              <a:effectLst>
                <a:glow rad="101600">
                  <a:srgbClr val="F1F3F4">
                    <a:alpha val="60000"/>
                  </a:srgbClr>
                </a:glow>
              </a:effectLst>
              <a:latin typeface="Times New Roman" panose="02020603050405020304" pitchFamily="18" charset="0"/>
              <a:cs typeface="Times New Roman" panose="02020603050405020304" pitchFamily="18" charset="0"/>
              <a:sym typeface="Quicksand"/>
            </a:endParaRPr>
          </a:p>
        </p:txBody>
      </p:sp>
      <p:sp>
        <p:nvSpPr>
          <p:cNvPr id="4" name="Google Shape;618;p25">
            <a:extLst>
              <a:ext uri="{FF2B5EF4-FFF2-40B4-BE49-F238E27FC236}">
                <a16:creationId xmlns:a16="http://schemas.microsoft.com/office/drawing/2014/main" id="{A0EA98A7-D502-4AC7-A825-8F4812CA1814}"/>
              </a:ext>
            </a:extLst>
          </p:cNvPr>
          <p:cNvSpPr/>
          <p:nvPr/>
        </p:nvSpPr>
        <p:spPr>
          <a:xfrm>
            <a:off x="904268" y="428996"/>
            <a:ext cx="810671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dirty="0">
                <a:solidFill>
                  <a:srgbClr val="C00000"/>
                </a:solidFill>
                <a:latin typeface="Quicksand"/>
                <a:ea typeface="Quicksand"/>
                <a:cs typeface="Quicksand"/>
                <a:sym typeface="Quicksand"/>
              </a:rPr>
              <a:t>Architecture </a:t>
            </a:r>
            <a:r>
              <a:rPr lang="en-US" sz="2400" b="1" dirty="0">
                <a:solidFill>
                  <a:srgbClr val="C00000"/>
                </a:solidFill>
                <a:latin typeface="Quicksand"/>
                <a:ea typeface="Quicksand"/>
                <a:cs typeface="Quicksand"/>
                <a:sym typeface="Quicksand"/>
              </a:rPr>
              <a:t>o</a:t>
            </a:r>
            <a:r>
              <a:rPr lang="en-US" sz="2400" b="1" i="0" u="none" strike="noStrike" cap="none" dirty="0">
                <a:solidFill>
                  <a:srgbClr val="C00000"/>
                </a:solidFill>
                <a:latin typeface="Quicksand"/>
                <a:ea typeface="Quicksand"/>
                <a:cs typeface="Quicksand"/>
                <a:sym typeface="Quicksand"/>
              </a:rPr>
              <a:t>f Hypervisors</a:t>
            </a:r>
          </a:p>
        </p:txBody>
      </p:sp>
    </p:spTree>
    <p:extLst>
      <p:ext uri="{BB962C8B-B14F-4D97-AF65-F5344CB8AC3E}">
        <p14:creationId xmlns:p14="http://schemas.microsoft.com/office/powerpoint/2010/main" val="2735903824"/>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561110" y="890620"/>
            <a:ext cx="7886700" cy="3499035"/>
          </a:xfrm>
          <a:prstGeom prst="rect">
            <a:avLst/>
          </a:prstGeom>
        </p:spPr>
        <p:txBody>
          <a:bodyPr vert="horz" wrap="square" lIns="0" tIns="112395" rIns="0" bIns="0" rtlCol="0">
            <a:spAutoFit/>
          </a:bodyPr>
          <a:lstStyle/>
          <a:p>
            <a:pPr marL="571500" lvl="0" indent="-342900" algn="just">
              <a:buSzPts val="1800"/>
              <a:buFont typeface="Wingdings" panose="05000000000000000000" pitchFamily="2" charset="2"/>
              <a:buChar char="Ø"/>
            </a:pPr>
            <a:r>
              <a:rPr lang="en-US" sz="2200" dirty="0" smtClean="0">
                <a:solidFill>
                  <a:srgbClr val="002060"/>
                </a:solidFill>
                <a:effectLst>
                  <a:glow rad="101600">
                    <a:srgbClr val="F1F3F4">
                      <a:alpha val="60000"/>
                    </a:srgbClr>
                  </a:glow>
                </a:effectLst>
                <a:latin typeface="Times New Roman" panose="02020603050405020304" pitchFamily="18" charset="0"/>
                <a:cs typeface="Times New Roman" panose="02020603050405020304" pitchFamily="18" charset="0"/>
                <a:sym typeface="Quicksand"/>
              </a:rPr>
              <a:t>Soon </a:t>
            </a:r>
            <a:r>
              <a:rPr lang="en-US" sz="2200" dirty="0">
                <a:solidFill>
                  <a:srgbClr val="002060"/>
                </a:solidFill>
                <a:effectLst>
                  <a:glow rad="101600">
                    <a:srgbClr val="F1F3F4">
                      <a:alpha val="60000"/>
                    </a:srgbClr>
                  </a:glow>
                </a:effectLst>
                <a:latin typeface="Times New Roman" panose="02020603050405020304" pitchFamily="18" charset="0"/>
                <a:cs typeface="Times New Roman" panose="02020603050405020304" pitchFamily="18" charset="0"/>
                <a:sym typeface="Quicksand"/>
              </a:rPr>
              <a:t>they added the ability to run multiple environments concurrently, carving the hardware resources into virtual servers that could each run their own operating system. This model is what evolved into today’s hypervisors.</a:t>
            </a:r>
          </a:p>
          <a:p>
            <a:pPr marL="571500" lvl="0" indent="-342900" algn="just">
              <a:buSzPts val="1800"/>
              <a:buFont typeface="Wingdings" panose="05000000000000000000" pitchFamily="2" charset="2"/>
              <a:buChar char="Ø"/>
            </a:pPr>
            <a:r>
              <a:rPr lang="en-US" sz="2200" dirty="0">
                <a:solidFill>
                  <a:srgbClr val="00B050"/>
                </a:solidFill>
                <a:effectLst>
                  <a:glow rad="101600">
                    <a:srgbClr val="F1F3F4">
                      <a:alpha val="60000"/>
                    </a:srgbClr>
                  </a:glow>
                </a:effectLst>
                <a:latin typeface="Times New Roman" panose="02020603050405020304" pitchFamily="18" charset="0"/>
                <a:cs typeface="Times New Roman" panose="02020603050405020304" pitchFamily="18" charset="0"/>
                <a:sym typeface="Quicksand"/>
              </a:rPr>
              <a:t>Without a hypervisor, an operating system communicates directly with the hardware. Disk operations go directly to the disk subsystem, and memory calls are fetched directly from the physical memory. When more than one operating system want simultaneous control of the hardware, which would result in chaos. </a:t>
            </a:r>
          </a:p>
        </p:txBody>
      </p:sp>
      <p:sp>
        <p:nvSpPr>
          <p:cNvPr id="4" name="Google Shape;618;p25">
            <a:extLst>
              <a:ext uri="{FF2B5EF4-FFF2-40B4-BE49-F238E27FC236}">
                <a16:creationId xmlns:a16="http://schemas.microsoft.com/office/drawing/2014/main" id="{A0EA98A7-D502-4AC7-A825-8F4812CA1814}"/>
              </a:ext>
            </a:extLst>
          </p:cNvPr>
          <p:cNvSpPr/>
          <p:nvPr/>
        </p:nvSpPr>
        <p:spPr>
          <a:xfrm>
            <a:off x="904268" y="428996"/>
            <a:ext cx="810671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dirty="0">
                <a:solidFill>
                  <a:srgbClr val="C00000"/>
                </a:solidFill>
                <a:latin typeface="Quicksand"/>
                <a:ea typeface="Quicksand"/>
                <a:cs typeface="Quicksand"/>
                <a:sym typeface="Quicksand"/>
              </a:rPr>
              <a:t>Architecture </a:t>
            </a:r>
            <a:r>
              <a:rPr lang="en-US" sz="2400" b="1" dirty="0">
                <a:solidFill>
                  <a:srgbClr val="C00000"/>
                </a:solidFill>
                <a:latin typeface="Quicksand"/>
                <a:ea typeface="Quicksand"/>
                <a:cs typeface="Quicksand"/>
                <a:sym typeface="Quicksand"/>
              </a:rPr>
              <a:t>o</a:t>
            </a:r>
            <a:r>
              <a:rPr lang="en-US" sz="2400" b="1" i="0" u="none" strike="noStrike" cap="none" dirty="0">
                <a:solidFill>
                  <a:srgbClr val="C00000"/>
                </a:solidFill>
                <a:latin typeface="Quicksand"/>
                <a:ea typeface="Quicksand"/>
                <a:cs typeface="Quicksand"/>
                <a:sym typeface="Quicksand"/>
              </a:rPr>
              <a:t>f Hypervisors</a:t>
            </a:r>
          </a:p>
        </p:txBody>
      </p:sp>
    </p:spTree>
    <p:extLst>
      <p:ext uri="{BB962C8B-B14F-4D97-AF65-F5344CB8AC3E}">
        <p14:creationId xmlns:p14="http://schemas.microsoft.com/office/powerpoint/2010/main" val="3324524958"/>
      </p:ext>
    </p:extLst>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540329" y="890620"/>
            <a:ext cx="7886700" cy="1806264"/>
          </a:xfrm>
          <a:prstGeom prst="rect">
            <a:avLst/>
          </a:prstGeom>
        </p:spPr>
        <p:txBody>
          <a:bodyPr vert="horz" wrap="square" lIns="0" tIns="112395" rIns="0" bIns="0" rtlCol="0">
            <a:spAutoFit/>
          </a:bodyPr>
          <a:lstStyle/>
          <a:p>
            <a:pPr marL="571500" lvl="0" indent="-342900" algn="just">
              <a:buSzPts val="1800"/>
              <a:buFont typeface="Wingdings" panose="05000000000000000000" pitchFamily="2" charset="2"/>
              <a:buChar char="Ø"/>
            </a:pPr>
            <a:r>
              <a:rPr lang="en-US" sz="2200" dirty="0">
                <a:solidFill>
                  <a:srgbClr val="002060"/>
                </a:solidFill>
                <a:effectLst>
                  <a:glow rad="101600">
                    <a:srgbClr val="F1F3F4">
                      <a:alpha val="60000"/>
                    </a:srgbClr>
                  </a:glow>
                </a:effectLst>
                <a:latin typeface="Times New Roman" panose="02020603050405020304" pitchFamily="18" charset="0"/>
                <a:cs typeface="Times New Roman" panose="02020603050405020304" pitchFamily="18" charset="0"/>
                <a:sym typeface="Quicksand"/>
              </a:rPr>
              <a:t>The structure of a VMM is simple. It consists of a layer of software that lives between the hardware, or host, and the virtual machines that it supports. These virtual machines, or VMs are also called guests. Figure below is a simple illustration of the virtual machine monitor architecture.</a:t>
            </a:r>
          </a:p>
        </p:txBody>
      </p:sp>
      <p:sp>
        <p:nvSpPr>
          <p:cNvPr id="4" name="Google Shape;618;p25">
            <a:extLst>
              <a:ext uri="{FF2B5EF4-FFF2-40B4-BE49-F238E27FC236}">
                <a16:creationId xmlns:a16="http://schemas.microsoft.com/office/drawing/2014/main" id="{A0EA98A7-D502-4AC7-A825-8F4812CA1814}"/>
              </a:ext>
            </a:extLst>
          </p:cNvPr>
          <p:cNvSpPr/>
          <p:nvPr/>
        </p:nvSpPr>
        <p:spPr>
          <a:xfrm>
            <a:off x="904268" y="428996"/>
            <a:ext cx="810671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dirty="0">
                <a:solidFill>
                  <a:srgbClr val="C00000"/>
                </a:solidFill>
                <a:latin typeface="Quicksand"/>
                <a:ea typeface="Quicksand"/>
                <a:cs typeface="Quicksand"/>
                <a:sym typeface="Quicksand"/>
              </a:rPr>
              <a:t>Architecture </a:t>
            </a:r>
            <a:r>
              <a:rPr lang="en-US" sz="2400" b="1" dirty="0">
                <a:solidFill>
                  <a:srgbClr val="C00000"/>
                </a:solidFill>
                <a:latin typeface="Quicksand"/>
                <a:ea typeface="Quicksand"/>
                <a:cs typeface="Quicksand"/>
                <a:sym typeface="Quicksand"/>
              </a:rPr>
              <a:t>o</a:t>
            </a:r>
            <a:r>
              <a:rPr lang="en-US" sz="2400" b="1" i="0" u="none" strike="noStrike" cap="none" dirty="0">
                <a:solidFill>
                  <a:srgbClr val="C00000"/>
                </a:solidFill>
                <a:latin typeface="Quicksand"/>
                <a:ea typeface="Quicksand"/>
                <a:cs typeface="Quicksand"/>
                <a:sym typeface="Quicksand"/>
              </a:rPr>
              <a:t>f Hypervisors</a:t>
            </a:r>
          </a:p>
        </p:txBody>
      </p:sp>
      <p:pic>
        <p:nvPicPr>
          <p:cNvPr id="6" name="Picture 5" descr="Graphical user interface, application&#10;&#10;Description automatically generated">
            <a:extLst>
              <a:ext uri="{FF2B5EF4-FFF2-40B4-BE49-F238E27FC236}">
                <a16:creationId xmlns:a16="http://schemas.microsoft.com/office/drawing/2014/main" id="{19394346-E891-4009-8E67-2F10CB60AF63}"/>
              </a:ext>
            </a:extLst>
          </p:cNvPr>
          <p:cNvPicPr>
            <a:picLocks noChangeAspect="1"/>
          </p:cNvPicPr>
          <p:nvPr/>
        </p:nvPicPr>
        <p:blipFill rotWithShape="1">
          <a:blip r:embed="rId2"/>
          <a:srcRect b="11319"/>
          <a:stretch/>
        </p:blipFill>
        <p:spPr>
          <a:xfrm>
            <a:off x="2296391" y="2696885"/>
            <a:ext cx="4405746" cy="2533920"/>
          </a:xfrm>
          <a:prstGeom prst="rect">
            <a:avLst/>
          </a:prstGeom>
        </p:spPr>
      </p:pic>
    </p:spTree>
    <p:extLst>
      <p:ext uri="{BB962C8B-B14F-4D97-AF65-F5344CB8AC3E}">
        <p14:creationId xmlns:p14="http://schemas.microsoft.com/office/powerpoint/2010/main" val="3968106942"/>
      </p:ext>
    </p:extLst>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1147858" y="1500378"/>
            <a:ext cx="7085648" cy="1117614"/>
          </a:xfrm>
          <a:prstGeom prst="rect">
            <a:avLst/>
          </a:prstGeom>
        </p:spPr>
        <p:txBody>
          <a:bodyPr vert="horz" wrap="square" lIns="0" tIns="9525" rIns="0" bIns="0" rtlCol="0">
            <a:spAutoFit/>
          </a:bodyPr>
          <a:lstStyle/>
          <a:p>
            <a:pPr marL="180499" marR="3810" indent="-171450" algn="just">
              <a:lnSpc>
                <a:spcPct val="120000"/>
              </a:lnSpc>
              <a:spcBef>
                <a:spcPts val="75"/>
              </a:spcBef>
              <a:buClr>
                <a:srgbClr val="B71E42"/>
              </a:buClr>
              <a:buFont typeface="Arial MT"/>
              <a:buChar char="•"/>
              <a:tabLst>
                <a:tab pos="180975" algn="l"/>
              </a:tabLst>
            </a:pPr>
            <a:r>
              <a:rPr sz="2000" spc="8" dirty="0">
                <a:solidFill>
                  <a:srgbClr val="002060"/>
                </a:solidFill>
                <a:latin typeface="Times New Roman" panose="02020603050405020304" pitchFamily="18" charset="0"/>
                <a:cs typeface="Times New Roman" panose="02020603050405020304" pitchFamily="18" charset="0"/>
              </a:rPr>
              <a:t>At </a:t>
            </a:r>
            <a:r>
              <a:rPr sz="2000" spc="-109" dirty="0">
                <a:solidFill>
                  <a:srgbClr val="002060"/>
                </a:solidFill>
                <a:latin typeface="Times New Roman" panose="02020603050405020304" pitchFamily="18" charset="0"/>
                <a:cs typeface="Times New Roman" panose="02020603050405020304" pitchFamily="18" charset="0"/>
              </a:rPr>
              <a:t>the </a:t>
            </a:r>
            <a:r>
              <a:rPr sz="2000" spc="-101" dirty="0">
                <a:solidFill>
                  <a:srgbClr val="002060"/>
                </a:solidFill>
                <a:latin typeface="Times New Roman" panose="02020603050405020304" pitchFamily="18" charset="0"/>
                <a:cs typeface="Times New Roman" panose="02020603050405020304" pitchFamily="18" charset="0"/>
              </a:rPr>
              <a:t>highest </a:t>
            </a:r>
            <a:r>
              <a:rPr sz="2000" spc="-161" dirty="0">
                <a:solidFill>
                  <a:srgbClr val="002060"/>
                </a:solidFill>
                <a:latin typeface="Times New Roman" panose="02020603050405020304" pitchFamily="18" charset="0"/>
                <a:cs typeface="Times New Roman" panose="02020603050405020304" pitchFamily="18" charset="0"/>
              </a:rPr>
              <a:t>level, </a:t>
            </a:r>
            <a:r>
              <a:rPr sz="2000" spc="-180" dirty="0">
                <a:solidFill>
                  <a:srgbClr val="002060"/>
                </a:solidFill>
                <a:latin typeface="Times New Roman" panose="02020603050405020304" pitchFamily="18" charset="0"/>
                <a:cs typeface="Times New Roman" panose="02020603050405020304" pitchFamily="18" charset="0"/>
              </a:rPr>
              <a:t>a </a:t>
            </a:r>
            <a:r>
              <a:rPr sz="2000" spc="-64" dirty="0">
                <a:solidFill>
                  <a:srgbClr val="002060"/>
                </a:solidFill>
                <a:latin typeface="Times New Roman" panose="02020603050405020304" pitchFamily="18" charset="0"/>
                <a:cs typeface="Times New Roman" panose="02020603050405020304" pitchFamily="18" charset="0"/>
              </a:rPr>
              <a:t>hypervisor </a:t>
            </a:r>
            <a:r>
              <a:rPr sz="2000" spc="-79" dirty="0">
                <a:solidFill>
                  <a:srgbClr val="002060"/>
                </a:solidFill>
                <a:latin typeface="Times New Roman" panose="02020603050405020304" pitchFamily="18" charset="0"/>
                <a:cs typeface="Times New Roman" panose="02020603050405020304" pitchFamily="18" charset="0"/>
              </a:rPr>
              <a:t>is </a:t>
            </a:r>
            <a:r>
              <a:rPr sz="2000" spc="-135" dirty="0">
                <a:solidFill>
                  <a:srgbClr val="002060"/>
                </a:solidFill>
                <a:latin typeface="Times New Roman" panose="02020603050405020304" pitchFamily="18" charset="0"/>
                <a:cs typeface="Times New Roman" panose="02020603050405020304" pitchFamily="18" charset="0"/>
              </a:rPr>
              <a:t>an </a:t>
            </a:r>
            <a:r>
              <a:rPr sz="2000" spc="-90" dirty="0">
                <a:solidFill>
                  <a:srgbClr val="002060"/>
                </a:solidFill>
                <a:latin typeface="Times New Roman" panose="02020603050405020304" pitchFamily="18" charset="0"/>
                <a:cs typeface="Times New Roman" panose="02020603050405020304" pitchFamily="18" charset="0"/>
              </a:rPr>
              <a:t>arbiter </a:t>
            </a:r>
            <a:r>
              <a:rPr sz="2000" spc="-98" dirty="0">
                <a:solidFill>
                  <a:srgbClr val="002060"/>
                </a:solidFill>
                <a:latin typeface="Times New Roman" panose="02020603050405020304" pitchFamily="18" charset="0"/>
                <a:cs typeface="Times New Roman" panose="02020603050405020304" pitchFamily="18" charset="0"/>
              </a:rPr>
              <a:t>of </a:t>
            </a:r>
            <a:r>
              <a:rPr sz="2000" spc="-83" dirty="0">
                <a:solidFill>
                  <a:srgbClr val="002060"/>
                </a:solidFill>
                <a:latin typeface="Times New Roman" panose="02020603050405020304" pitchFamily="18" charset="0"/>
                <a:cs typeface="Times New Roman" panose="02020603050405020304" pitchFamily="18" charset="0"/>
              </a:rPr>
              <a:t>resources. </a:t>
            </a:r>
            <a:r>
              <a:rPr sz="2000" spc="-90" dirty="0">
                <a:solidFill>
                  <a:srgbClr val="002060"/>
                </a:solidFill>
                <a:latin typeface="Times New Roman" panose="02020603050405020304" pitchFamily="18" charset="0"/>
                <a:cs typeface="Times New Roman" panose="02020603050405020304" pitchFamily="18" charset="0"/>
              </a:rPr>
              <a:t>It </a:t>
            </a:r>
            <a:r>
              <a:rPr sz="2000" spc="-79" dirty="0">
                <a:solidFill>
                  <a:srgbClr val="002060"/>
                </a:solidFill>
                <a:latin typeface="Times New Roman" panose="02020603050405020304" pitchFamily="18" charset="0"/>
                <a:cs typeface="Times New Roman" panose="02020603050405020304" pitchFamily="18" charset="0"/>
              </a:rPr>
              <a:t>is </a:t>
            </a:r>
            <a:r>
              <a:rPr sz="2000" spc="-90" dirty="0">
                <a:solidFill>
                  <a:srgbClr val="002060"/>
                </a:solidFill>
                <a:latin typeface="Times New Roman" panose="02020603050405020304" pitchFamily="18" charset="0"/>
                <a:cs typeface="Times New Roman" panose="02020603050405020304" pitchFamily="18" charset="0"/>
              </a:rPr>
              <a:t>software </a:t>
            </a:r>
            <a:r>
              <a:rPr sz="2000" spc="-86" dirty="0">
                <a:solidFill>
                  <a:srgbClr val="002060"/>
                </a:solidFill>
                <a:latin typeface="Times New Roman" panose="02020603050405020304" pitchFamily="18" charset="0"/>
                <a:cs typeface="Times New Roman" panose="02020603050405020304" pitchFamily="18" charset="0"/>
              </a:rPr>
              <a:t> </a:t>
            </a:r>
            <a:r>
              <a:rPr sz="2000" spc="-124" dirty="0">
                <a:solidFill>
                  <a:srgbClr val="002060"/>
                </a:solidFill>
                <a:latin typeface="Times New Roman" panose="02020603050405020304" pitchFamily="18" charset="0"/>
                <a:cs typeface="Times New Roman" panose="02020603050405020304" pitchFamily="18" charset="0"/>
              </a:rPr>
              <a:t>that</a:t>
            </a:r>
            <a:r>
              <a:rPr sz="2000" spc="-120" dirty="0">
                <a:solidFill>
                  <a:srgbClr val="002060"/>
                </a:solidFill>
                <a:latin typeface="Times New Roman" panose="02020603050405020304" pitchFamily="18" charset="0"/>
                <a:cs typeface="Times New Roman" panose="02020603050405020304" pitchFamily="18" charset="0"/>
              </a:rPr>
              <a:t> </a:t>
            </a:r>
            <a:r>
              <a:rPr sz="2000" spc="-79" dirty="0">
                <a:solidFill>
                  <a:srgbClr val="002060"/>
                </a:solidFill>
                <a:latin typeface="Times New Roman" panose="02020603050405020304" pitchFamily="18" charset="0"/>
                <a:cs typeface="Times New Roman" panose="02020603050405020304" pitchFamily="18" charset="0"/>
              </a:rPr>
              <a:t>sits</a:t>
            </a:r>
            <a:r>
              <a:rPr sz="2000" spc="-75" dirty="0">
                <a:solidFill>
                  <a:srgbClr val="002060"/>
                </a:solidFill>
                <a:latin typeface="Times New Roman" panose="02020603050405020304" pitchFamily="18" charset="0"/>
                <a:cs typeface="Times New Roman" panose="02020603050405020304" pitchFamily="18" charset="0"/>
              </a:rPr>
              <a:t> </a:t>
            </a:r>
            <a:r>
              <a:rPr sz="2000" spc="-109" dirty="0">
                <a:solidFill>
                  <a:srgbClr val="002060"/>
                </a:solidFill>
                <a:latin typeface="Times New Roman" panose="02020603050405020304" pitchFamily="18" charset="0"/>
                <a:cs typeface="Times New Roman" panose="02020603050405020304" pitchFamily="18" charset="0"/>
              </a:rPr>
              <a:t>between</a:t>
            </a:r>
            <a:r>
              <a:rPr sz="2000" spc="-105" dirty="0">
                <a:solidFill>
                  <a:srgbClr val="002060"/>
                </a:solidFill>
                <a:latin typeface="Times New Roman" panose="02020603050405020304" pitchFamily="18" charset="0"/>
                <a:cs typeface="Times New Roman" panose="02020603050405020304" pitchFamily="18" charset="0"/>
              </a:rPr>
              <a:t> </a:t>
            </a:r>
            <a:r>
              <a:rPr sz="2000" spc="-109" dirty="0">
                <a:solidFill>
                  <a:srgbClr val="002060"/>
                </a:solidFill>
                <a:latin typeface="Times New Roman" panose="02020603050405020304" pitchFamily="18" charset="0"/>
                <a:cs typeface="Times New Roman" panose="02020603050405020304" pitchFamily="18" charset="0"/>
              </a:rPr>
              <a:t>the</a:t>
            </a:r>
            <a:r>
              <a:rPr sz="2000" spc="-105" dirty="0">
                <a:solidFill>
                  <a:srgbClr val="002060"/>
                </a:solidFill>
                <a:latin typeface="Times New Roman" panose="02020603050405020304" pitchFamily="18" charset="0"/>
                <a:cs typeface="Times New Roman" panose="02020603050405020304" pitchFamily="18" charset="0"/>
              </a:rPr>
              <a:t> </a:t>
            </a:r>
            <a:r>
              <a:rPr sz="2000" spc="-116" dirty="0">
                <a:solidFill>
                  <a:srgbClr val="002060"/>
                </a:solidFill>
                <a:latin typeface="Times New Roman" panose="02020603050405020304" pitchFamily="18" charset="0"/>
                <a:cs typeface="Times New Roman" panose="02020603050405020304" pitchFamily="18" charset="0"/>
              </a:rPr>
              <a:t>physical</a:t>
            </a:r>
            <a:r>
              <a:rPr sz="2000" spc="-113" dirty="0">
                <a:solidFill>
                  <a:srgbClr val="002060"/>
                </a:solidFill>
                <a:latin typeface="Times New Roman" panose="02020603050405020304" pitchFamily="18" charset="0"/>
                <a:cs typeface="Times New Roman" panose="02020603050405020304" pitchFamily="18" charset="0"/>
              </a:rPr>
              <a:t> </a:t>
            </a:r>
            <a:r>
              <a:rPr sz="2000" spc="-64" dirty="0">
                <a:solidFill>
                  <a:srgbClr val="002060"/>
                </a:solidFill>
                <a:latin typeface="Times New Roman" panose="02020603050405020304" pitchFamily="18" charset="0"/>
                <a:cs typeface="Times New Roman" panose="02020603050405020304" pitchFamily="18" charset="0"/>
              </a:rPr>
              <a:t>resources </a:t>
            </a:r>
            <a:r>
              <a:rPr sz="2000" spc="-30" dirty="0">
                <a:solidFill>
                  <a:srgbClr val="002060"/>
                </a:solidFill>
                <a:latin typeface="Times New Roman" panose="02020603050405020304" pitchFamily="18" charset="0"/>
                <a:cs typeface="Times New Roman" panose="02020603050405020304" pitchFamily="18" charset="0"/>
              </a:rPr>
              <a:t>on </a:t>
            </a:r>
            <a:r>
              <a:rPr sz="2000" spc="-180" dirty="0">
                <a:solidFill>
                  <a:srgbClr val="002060"/>
                </a:solidFill>
                <a:latin typeface="Times New Roman" panose="02020603050405020304" pitchFamily="18" charset="0"/>
                <a:cs typeface="Times New Roman" panose="02020603050405020304" pitchFamily="18" charset="0"/>
              </a:rPr>
              <a:t>a</a:t>
            </a:r>
            <a:r>
              <a:rPr sz="2000" spc="-176" dirty="0">
                <a:solidFill>
                  <a:srgbClr val="002060"/>
                </a:solidFill>
                <a:latin typeface="Times New Roman" panose="02020603050405020304" pitchFamily="18" charset="0"/>
                <a:cs typeface="Times New Roman" panose="02020603050405020304" pitchFamily="18" charset="0"/>
              </a:rPr>
              <a:t> </a:t>
            </a:r>
            <a:r>
              <a:rPr sz="2000" spc="-116" dirty="0">
                <a:solidFill>
                  <a:srgbClr val="002060"/>
                </a:solidFill>
                <a:latin typeface="Times New Roman" panose="02020603050405020304" pitchFamily="18" charset="0"/>
                <a:cs typeface="Times New Roman" panose="02020603050405020304" pitchFamily="18" charset="0"/>
              </a:rPr>
              <a:t>physical</a:t>
            </a:r>
            <a:r>
              <a:rPr sz="2000" spc="307" dirty="0">
                <a:solidFill>
                  <a:srgbClr val="002060"/>
                </a:solidFill>
                <a:latin typeface="Times New Roman" panose="02020603050405020304" pitchFamily="18" charset="0"/>
                <a:cs typeface="Times New Roman" panose="02020603050405020304" pitchFamily="18" charset="0"/>
              </a:rPr>
              <a:t> </a:t>
            </a:r>
            <a:r>
              <a:rPr sz="2000" spc="-60" dirty="0">
                <a:solidFill>
                  <a:srgbClr val="002060"/>
                </a:solidFill>
                <a:latin typeface="Times New Roman" panose="02020603050405020304" pitchFamily="18" charset="0"/>
                <a:cs typeface="Times New Roman" panose="02020603050405020304" pitchFamily="18" charset="0"/>
              </a:rPr>
              <a:t>server </a:t>
            </a:r>
            <a:r>
              <a:rPr sz="2000" spc="-116" dirty="0">
                <a:solidFill>
                  <a:srgbClr val="002060"/>
                </a:solidFill>
                <a:latin typeface="Times New Roman" panose="02020603050405020304" pitchFamily="18" charset="0"/>
                <a:cs typeface="Times New Roman" panose="02020603050405020304" pitchFamily="18" charset="0"/>
              </a:rPr>
              <a:t>and</a:t>
            </a:r>
            <a:r>
              <a:rPr sz="2000" spc="311" dirty="0">
                <a:solidFill>
                  <a:srgbClr val="002060"/>
                </a:solidFill>
                <a:latin typeface="Times New Roman" panose="02020603050405020304" pitchFamily="18" charset="0"/>
                <a:cs typeface="Times New Roman" panose="02020603050405020304" pitchFamily="18" charset="0"/>
              </a:rPr>
              <a:t> </a:t>
            </a:r>
            <a:r>
              <a:rPr sz="2000" spc="-109" dirty="0">
                <a:solidFill>
                  <a:srgbClr val="002060"/>
                </a:solidFill>
                <a:latin typeface="Times New Roman" panose="02020603050405020304" pitchFamily="18" charset="0"/>
                <a:cs typeface="Times New Roman" panose="02020603050405020304" pitchFamily="18" charset="0"/>
              </a:rPr>
              <a:t>the </a:t>
            </a:r>
            <a:r>
              <a:rPr sz="2000" spc="-105" dirty="0">
                <a:solidFill>
                  <a:srgbClr val="002060"/>
                </a:solidFill>
                <a:latin typeface="Times New Roman" panose="02020603050405020304" pitchFamily="18" charset="0"/>
                <a:cs typeface="Times New Roman" panose="02020603050405020304" pitchFamily="18" charset="0"/>
              </a:rPr>
              <a:t> </a:t>
            </a:r>
            <a:r>
              <a:rPr sz="2000" spc="-68" dirty="0">
                <a:solidFill>
                  <a:srgbClr val="002060"/>
                </a:solidFill>
                <a:latin typeface="Times New Roman" panose="02020603050405020304" pitchFamily="18" charset="0"/>
                <a:cs typeface="Times New Roman" panose="02020603050405020304" pitchFamily="18" charset="0"/>
              </a:rPr>
              <a:t>vi</a:t>
            </a:r>
            <a:r>
              <a:rPr sz="2000" spc="-34" dirty="0">
                <a:solidFill>
                  <a:srgbClr val="002060"/>
                </a:solidFill>
                <a:latin typeface="Times New Roman" panose="02020603050405020304" pitchFamily="18" charset="0"/>
                <a:cs typeface="Times New Roman" panose="02020603050405020304" pitchFamily="18" charset="0"/>
              </a:rPr>
              <a:t>r</a:t>
            </a:r>
            <a:r>
              <a:rPr sz="2000" spc="-127" dirty="0">
                <a:solidFill>
                  <a:srgbClr val="002060"/>
                </a:solidFill>
                <a:latin typeface="Times New Roman" panose="02020603050405020304" pitchFamily="18" charset="0"/>
                <a:cs typeface="Times New Roman" panose="02020603050405020304" pitchFamily="18" charset="0"/>
              </a:rPr>
              <a:t>tual</a:t>
            </a:r>
            <a:r>
              <a:rPr sz="2000" spc="-56" dirty="0">
                <a:solidFill>
                  <a:srgbClr val="002060"/>
                </a:solidFill>
                <a:latin typeface="Times New Roman" panose="02020603050405020304" pitchFamily="18" charset="0"/>
                <a:cs typeface="Times New Roman" panose="02020603050405020304" pitchFamily="18" charset="0"/>
              </a:rPr>
              <a:t> </a:t>
            </a:r>
            <a:r>
              <a:rPr sz="2000" spc="-172" dirty="0">
                <a:solidFill>
                  <a:srgbClr val="002060"/>
                </a:solidFill>
                <a:latin typeface="Times New Roman" panose="02020603050405020304" pitchFamily="18" charset="0"/>
                <a:cs typeface="Times New Roman" panose="02020603050405020304" pitchFamily="18" charset="0"/>
              </a:rPr>
              <a:t>m</a:t>
            </a:r>
            <a:r>
              <a:rPr sz="2000" spc="-120" dirty="0">
                <a:solidFill>
                  <a:srgbClr val="002060"/>
                </a:solidFill>
                <a:latin typeface="Times New Roman" panose="02020603050405020304" pitchFamily="18" charset="0"/>
                <a:cs typeface="Times New Roman" panose="02020603050405020304" pitchFamily="18" charset="0"/>
              </a:rPr>
              <a:t>a</a:t>
            </a:r>
            <a:r>
              <a:rPr sz="2000" spc="-90" dirty="0">
                <a:solidFill>
                  <a:srgbClr val="002060"/>
                </a:solidFill>
                <a:latin typeface="Times New Roman" panose="02020603050405020304" pitchFamily="18" charset="0"/>
                <a:cs typeface="Times New Roman" panose="02020603050405020304" pitchFamily="18" charset="0"/>
              </a:rPr>
              <a:t>chines</a:t>
            </a:r>
            <a:r>
              <a:rPr sz="2000" spc="-45" dirty="0">
                <a:solidFill>
                  <a:srgbClr val="002060"/>
                </a:solidFill>
                <a:latin typeface="Times New Roman" panose="02020603050405020304" pitchFamily="18" charset="0"/>
                <a:cs typeface="Times New Roman" panose="02020603050405020304" pitchFamily="18" charset="0"/>
              </a:rPr>
              <a:t> </a:t>
            </a:r>
            <a:r>
              <a:rPr sz="2000" spc="-124" dirty="0">
                <a:solidFill>
                  <a:srgbClr val="002060"/>
                </a:solidFill>
                <a:latin typeface="Times New Roman" panose="02020603050405020304" pitchFamily="18" charset="0"/>
                <a:cs typeface="Times New Roman" panose="02020603050405020304" pitchFamily="18" charset="0"/>
              </a:rPr>
              <a:t>that</a:t>
            </a:r>
            <a:r>
              <a:rPr sz="2000" spc="-49" dirty="0">
                <a:solidFill>
                  <a:srgbClr val="002060"/>
                </a:solidFill>
                <a:latin typeface="Times New Roman" panose="02020603050405020304" pitchFamily="18" charset="0"/>
                <a:cs typeface="Times New Roman" panose="02020603050405020304" pitchFamily="18" charset="0"/>
              </a:rPr>
              <a:t> </a:t>
            </a:r>
            <a:r>
              <a:rPr sz="2000" spc="-53" dirty="0">
                <a:solidFill>
                  <a:srgbClr val="002060"/>
                </a:solidFill>
                <a:latin typeface="Times New Roman" panose="02020603050405020304" pitchFamily="18" charset="0"/>
                <a:cs typeface="Times New Roman" panose="02020603050405020304" pitchFamily="18" charset="0"/>
              </a:rPr>
              <a:t>run</a:t>
            </a:r>
            <a:r>
              <a:rPr sz="2000" spc="-41" dirty="0">
                <a:solidFill>
                  <a:srgbClr val="002060"/>
                </a:solidFill>
                <a:latin typeface="Times New Roman" panose="02020603050405020304" pitchFamily="18" charset="0"/>
                <a:cs typeface="Times New Roman" panose="02020603050405020304" pitchFamily="18" charset="0"/>
              </a:rPr>
              <a:t> </a:t>
            </a:r>
            <a:r>
              <a:rPr sz="2000" spc="-38" dirty="0">
                <a:solidFill>
                  <a:srgbClr val="002060"/>
                </a:solidFill>
                <a:latin typeface="Times New Roman" panose="02020603050405020304" pitchFamily="18" charset="0"/>
                <a:cs typeface="Times New Roman" panose="02020603050405020304" pitchFamily="18" charset="0"/>
              </a:rPr>
              <a:t>o</a:t>
            </a:r>
            <a:r>
              <a:rPr sz="2000" spc="-30" dirty="0">
                <a:solidFill>
                  <a:srgbClr val="002060"/>
                </a:solidFill>
                <a:latin typeface="Times New Roman" panose="02020603050405020304" pitchFamily="18" charset="0"/>
                <a:cs typeface="Times New Roman" panose="02020603050405020304" pitchFamily="18" charset="0"/>
              </a:rPr>
              <a:t>n</a:t>
            </a:r>
            <a:r>
              <a:rPr sz="2000" spc="-49" dirty="0">
                <a:solidFill>
                  <a:srgbClr val="002060"/>
                </a:solidFill>
                <a:latin typeface="Times New Roman" panose="02020603050405020304" pitchFamily="18" charset="0"/>
                <a:cs typeface="Times New Roman" panose="02020603050405020304" pitchFamily="18" charset="0"/>
              </a:rPr>
              <a:t> </a:t>
            </a:r>
            <a:r>
              <a:rPr sz="2000" spc="-124" dirty="0">
                <a:solidFill>
                  <a:srgbClr val="002060"/>
                </a:solidFill>
                <a:latin typeface="Times New Roman" panose="02020603050405020304" pitchFamily="18" charset="0"/>
                <a:cs typeface="Times New Roman" panose="02020603050405020304" pitchFamily="18" charset="0"/>
              </a:rPr>
              <a:t>that</a:t>
            </a:r>
            <a:r>
              <a:rPr sz="2000" spc="-49" dirty="0">
                <a:solidFill>
                  <a:srgbClr val="002060"/>
                </a:solidFill>
                <a:latin typeface="Times New Roman" panose="02020603050405020304" pitchFamily="18" charset="0"/>
                <a:cs typeface="Times New Roman" panose="02020603050405020304" pitchFamily="18" charset="0"/>
              </a:rPr>
              <a:t> </a:t>
            </a:r>
            <a:r>
              <a:rPr sz="2000" spc="-53" dirty="0">
                <a:solidFill>
                  <a:srgbClr val="002060"/>
                </a:solidFill>
                <a:latin typeface="Times New Roman" panose="02020603050405020304" pitchFamily="18" charset="0"/>
                <a:cs typeface="Times New Roman" panose="02020603050405020304" pitchFamily="18" charset="0"/>
              </a:rPr>
              <a:t>se</a:t>
            </a:r>
            <a:r>
              <a:rPr sz="2000" spc="8" dirty="0">
                <a:solidFill>
                  <a:srgbClr val="002060"/>
                </a:solidFill>
                <a:latin typeface="Times New Roman" panose="02020603050405020304" pitchFamily="18" charset="0"/>
                <a:cs typeface="Times New Roman" panose="02020603050405020304" pitchFamily="18" charset="0"/>
              </a:rPr>
              <a:t>r</a:t>
            </a:r>
            <a:r>
              <a:rPr sz="2000" spc="-127" dirty="0">
                <a:solidFill>
                  <a:srgbClr val="002060"/>
                </a:solidFill>
                <a:latin typeface="Times New Roman" panose="02020603050405020304" pitchFamily="18" charset="0"/>
                <a:cs typeface="Times New Roman" panose="02020603050405020304" pitchFamily="18" charset="0"/>
              </a:rPr>
              <a:t>v</a:t>
            </a:r>
            <a:r>
              <a:rPr sz="2000" spc="-120" dirty="0">
                <a:solidFill>
                  <a:srgbClr val="002060"/>
                </a:solidFill>
                <a:latin typeface="Times New Roman" panose="02020603050405020304" pitchFamily="18" charset="0"/>
                <a:cs typeface="Times New Roman" panose="02020603050405020304" pitchFamily="18" charset="0"/>
              </a:rPr>
              <a:t>e</a:t>
            </a:r>
            <a:r>
              <a:rPr sz="2000" spc="-172" dirty="0">
                <a:solidFill>
                  <a:srgbClr val="002060"/>
                </a:solidFill>
                <a:latin typeface="Times New Roman" panose="02020603050405020304" pitchFamily="18" charset="0"/>
                <a:cs typeface="Times New Roman" panose="02020603050405020304" pitchFamily="18" charset="0"/>
              </a:rPr>
              <a:t>r</a:t>
            </a:r>
            <a:r>
              <a:rPr sz="2000" spc="-266" dirty="0">
                <a:solidFill>
                  <a:srgbClr val="002060"/>
                </a:solidFill>
                <a:latin typeface="Times New Roman" panose="02020603050405020304" pitchFamily="18" charset="0"/>
                <a:cs typeface="Times New Roman" panose="02020603050405020304" pitchFamily="18" charset="0"/>
              </a:rPr>
              <a:t>.</a:t>
            </a:r>
            <a:endParaRPr sz="2000" dirty="0">
              <a:solidFill>
                <a:srgbClr val="002060"/>
              </a:solidFill>
              <a:latin typeface="Times New Roman" panose="02020603050405020304" pitchFamily="18" charset="0"/>
              <a:cs typeface="Times New Roman" panose="02020603050405020304" pitchFamily="18" charset="0"/>
            </a:endParaRPr>
          </a:p>
        </p:txBody>
      </p:sp>
      <p:sp>
        <p:nvSpPr>
          <p:cNvPr id="4" name="object 4"/>
          <p:cNvSpPr txBox="1"/>
          <p:nvPr/>
        </p:nvSpPr>
        <p:spPr>
          <a:xfrm>
            <a:off x="1147858" y="2637854"/>
            <a:ext cx="1307783" cy="317395"/>
          </a:xfrm>
          <a:prstGeom prst="rect">
            <a:avLst/>
          </a:prstGeom>
        </p:spPr>
        <p:txBody>
          <a:bodyPr vert="horz" wrap="square" lIns="0" tIns="9525" rIns="0" bIns="0" rtlCol="0">
            <a:spAutoFit/>
          </a:bodyPr>
          <a:lstStyle/>
          <a:p>
            <a:pPr marL="180975" indent="-171450">
              <a:spcBef>
                <a:spcPts val="75"/>
              </a:spcBef>
              <a:buClr>
                <a:srgbClr val="B71E42"/>
              </a:buClr>
              <a:buFont typeface="Arial MT"/>
              <a:buChar char="•"/>
              <a:tabLst>
                <a:tab pos="180975" algn="l"/>
                <a:tab pos="551974" algn="l"/>
              </a:tabLst>
            </a:pPr>
            <a:r>
              <a:rPr sz="2000" spc="-68" dirty="0">
                <a:solidFill>
                  <a:srgbClr val="002060"/>
                </a:solidFill>
                <a:latin typeface="Times New Roman" panose="02020603050405020304" pitchFamily="18" charset="0"/>
                <a:cs typeface="Times New Roman" panose="02020603050405020304" pitchFamily="18" charset="0"/>
              </a:rPr>
              <a:t>In</a:t>
            </a:r>
            <a:r>
              <a:rPr sz="2000" dirty="0">
                <a:solidFill>
                  <a:srgbClr val="002060"/>
                </a:solidFill>
                <a:latin typeface="Times New Roman" panose="02020603050405020304" pitchFamily="18" charset="0"/>
                <a:cs typeface="Times New Roman" panose="02020603050405020304" pitchFamily="18" charset="0"/>
              </a:rPr>
              <a:t>	</a:t>
            </a:r>
            <a:r>
              <a:rPr sz="2000" spc="-131" dirty="0">
                <a:solidFill>
                  <a:srgbClr val="002060"/>
                </a:solidFill>
                <a:latin typeface="Times New Roman" panose="02020603050405020304" pitchFamily="18" charset="0"/>
                <a:cs typeface="Times New Roman" panose="02020603050405020304" pitchFamily="18" charset="0"/>
              </a:rPr>
              <a:t>a</a:t>
            </a:r>
            <a:r>
              <a:rPr sz="2000" spc="-161" dirty="0">
                <a:solidFill>
                  <a:srgbClr val="002060"/>
                </a:solidFill>
                <a:latin typeface="Times New Roman" panose="02020603050405020304" pitchFamily="18" charset="0"/>
                <a:cs typeface="Times New Roman" panose="02020603050405020304" pitchFamily="18" charset="0"/>
              </a:rPr>
              <a:t>d</a:t>
            </a:r>
            <a:r>
              <a:rPr sz="2000" spc="-120" dirty="0">
                <a:solidFill>
                  <a:srgbClr val="002060"/>
                </a:solidFill>
                <a:latin typeface="Times New Roman" panose="02020603050405020304" pitchFamily="18" charset="0"/>
                <a:cs typeface="Times New Roman" panose="02020603050405020304" pitchFamily="18" charset="0"/>
              </a:rPr>
              <a:t>dit</a:t>
            </a:r>
            <a:r>
              <a:rPr sz="2000" spc="-79" dirty="0">
                <a:solidFill>
                  <a:srgbClr val="002060"/>
                </a:solidFill>
                <a:latin typeface="Times New Roman" panose="02020603050405020304" pitchFamily="18" charset="0"/>
                <a:cs typeface="Times New Roman" panose="02020603050405020304" pitchFamily="18" charset="0"/>
              </a:rPr>
              <a:t>i</a:t>
            </a:r>
            <a:r>
              <a:rPr sz="2000" spc="-30" dirty="0">
                <a:solidFill>
                  <a:srgbClr val="002060"/>
                </a:solidFill>
                <a:latin typeface="Times New Roman" panose="02020603050405020304" pitchFamily="18" charset="0"/>
                <a:cs typeface="Times New Roman" panose="02020603050405020304" pitchFamily="18" charset="0"/>
              </a:rPr>
              <a:t>on</a:t>
            </a:r>
            <a:endParaRPr sz="2000" dirty="0">
              <a:solidFill>
                <a:srgbClr val="002060"/>
              </a:solidFill>
              <a:latin typeface="Times New Roman" panose="02020603050405020304" pitchFamily="18" charset="0"/>
              <a:cs typeface="Times New Roman" panose="02020603050405020304" pitchFamily="18" charset="0"/>
            </a:endParaRPr>
          </a:p>
        </p:txBody>
      </p:sp>
      <p:sp>
        <p:nvSpPr>
          <p:cNvPr id="5" name="object 5"/>
          <p:cNvSpPr txBox="1"/>
          <p:nvPr/>
        </p:nvSpPr>
        <p:spPr>
          <a:xfrm>
            <a:off x="1319307" y="2967038"/>
            <a:ext cx="1191578" cy="317395"/>
          </a:xfrm>
          <a:prstGeom prst="rect">
            <a:avLst/>
          </a:prstGeom>
        </p:spPr>
        <p:txBody>
          <a:bodyPr vert="horz" wrap="square" lIns="0" tIns="9525" rIns="0" bIns="0" rtlCol="0">
            <a:spAutoFit/>
          </a:bodyPr>
          <a:lstStyle/>
          <a:p>
            <a:pPr marL="9525">
              <a:spcBef>
                <a:spcPts val="75"/>
              </a:spcBef>
            </a:pPr>
            <a:r>
              <a:rPr sz="2000" spc="-90" dirty="0">
                <a:solidFill>
                  <a:srgbClr val="002060"/>
                </a:solidFill>
                <a:latin typeface="Times New Roman" panose="02020603050405020304" pitchFamily="18" charset="0"/>
                <a:cs typeface="Times New Roman" panose="02020603050405020304" pitchFamily="18" charset="0"/>
              </a:rPr>
              <a:t>environment</a:t>
            </a:r>
            <a:endParaRPr sz="2000" dirty="0">
              <a:solidFill>
                <a:srgbClr val="002060"/>
              </a:solidFill>
              <a:latin typeface="Times New Roman" panose="02020603050405020304" pitchFamily="18" charset="0"/>
              <a:cs typeface="Times New Roman" panose="02020603050405020304" pitchFamily="18" charset="0"/>
            </a:endParaRPr>
          </a:p>
        </p:txBody>
      </p:sp>
      <p:sp>
        <p:nvSpPr>
          <p:cNvPr id="6" name="object 6"/>
          <p:cNvSpPr txBox="1"/>
          <p:nvPr/>
        </p:nvSpPr>
        <p:spPr>
          <a:xfrm>
            <a:off x="2635187" y="2582989"/>
            <a:ext cx="1236821" cy="716030"/>
          </a:xfrm>
          <a:prstGeom prst="rect">
            <a:avLst/>
          </a:prstGeom>
        </p:spPr>
        <p:txBody>
          <a:bodyPr vert="horz" wrap="square" lIns="0" tIns="9525" rIns="0" bIns="0" rtlCol="0">
            <a:spAutoFit/>
          </a:bodyPr>
          <a:lstStyle/>
          <a:p>
            <a:pPr marL="98584" marR="3810" indent="-89535">
              <a:lnSpc>
                <a:spcPct val="120000"/>
              </a:lnSpc>
              <a:spcBef>
                <a:spcPts val="75"/>
              </a:spcBef>
              <a:tabLst>
                <a:tab pos="410528" algn="l"/>
                <a:tab pos="601504" algn="l"/>
              </a:tabLst>
            </a:pPr>
            <a:r>
              <a:rPr sz="2000" spc="-45" dirty="0">
                <a:solidFill>
                  <a:srgbClr val="002060"/>
                </a:solidFill>
                <a:latin typeface="Times New Roman" panose="02020603050405020304" pitchFamily="18" charset="0"/>
                <a:cs typeface="Times New Roman" panose="02020603050405020304" pitchFamily="18" charset="0"/>
              </a:rPr>
              <a:t>to	</a:t>
            </a:r>
            <a:r>
              <a:rPr sz="2000" spc="-30" dirty="0">
                <a:solidFill>
                  <a:srgbClr val="002060"/>
                </a:solidFill>
                <a:latin typeface="Times New Roman" panose="02020603050405020304" pitchFamily="18" charset="0"/>
                <a:cs typeface="Times New Roman" panose="02020603050405020304" pitchFamily="18" charset="0"/>
              </a:rPr>
              <a:t>r</a:t>
            </a:r>
            <a:r>
              <a:rPr sz="2000" spc="-53" dirty="0">
                <a:solidFill>
                  <a:srgbClr val="002060"/>
                </a:solidFill>
                <a:latin typeface="Times New Roman" panose="02020603050405020304" pitchFamily="18" charset="0"/>
                <a:cs typeface="Times New Roman" panose="02020603050405020304" pitchFamily="18" charset="0"/>
              </a:rPr>
              <a:t>eso</a:t>
            </a:r>
            <a:r>
              <a:rPr sz="2000" spc="-71" dirty="0">
                <a:solidFill>
                  <a:srgbClr val="002060"/>
                </a:solidFill>
                <a:latin typeface="Times New Roman" panose="02020603050405020304" pitchFamily="18" charset="0"/>
                <a:cs typeface="Times New Roman" panose="02020603050405020304" pitchFamily="18" charset="0"/>
              </a:rPr>
              <a:t>u</a:t>
            </a:r>
            <a:r>
              <a:rPr sz="2000" spc="-38" dirty="0">
                <a:solidFill>
                  <a:srgbClr val="002060"/>
                </a:solidFill>
                <a:latin typeface="Times New Roman" panose="02020603050405020304" pitchFamily="18" charset="0"/>
                <a:cs typeface="Times New Roman" panose="02020603050405020304" pitchFamily="18" charset="0"/>
              </a:rPr>
              <a:t>r</a:t>
            </a:r>
            <a:r>
              <a:rPr sz="2000" spc="-90" dirty="0">
                <a:solidFill>
                  <a:srgbClr val="002060"/>
                </a:solidFill>
                <a:latin typeface="Times New Roman" panose="02020603050405020304" pitchFamily="18" charset="0"/>
                <a:cs typeface="Times New Roman" panose="02020603050405020304" pitchFamily="18" charset="0"/>
              </a:rPr>
              <a:t>ce  </a:t>
            </a:r>
            <a:r>
              <a:rPr sz="2000" spc="-68" dirty="0">
                <a:solidFill>
                  <a:srgbClr val="002060"/>
                </a:solidFill>
                <a:latin typeface="Times New Roman" panose="02020603050405020304" pitchFamily="18" charset="0"/>
                <a:cs typeface="Times New Roman" panose="02020603050405020304" pitchFamily="18" charset="0"/>
              </a:rPr>
              <a:t>for		those</a:t>
            </a:r>
            <a:endParaRPr sz="2000" dirty="0">
              <a:solidFill>
                <a:srgbClr val="002060"/>
              </a:solidFill>
              <a:latin typeface="Times New Roman" panose="02020603050405020304" pitchFamily="18" charset="0"/>
              <a:cs typeface="Times New Roman" panose="02020603050405020304" pitchFamily="18" charset="0"/>
            </a:endParaRPr>
          </a:p>
        </p:txBody>
      </p:sp>
      <p:sp>
        <p:nvSpPr>
          <p:cNvPr id="7" name="object 7"/>
          <p:cNvSpPr txBox="1"/>
          <p:nvPr/>
        </p:nvSpPr>
        <p:spPr>
          <a:xfrm>
            <a:off x="3972687" y="2582989"/>
            <a:ext cx="4261009" cy="716030"/>
          </a:xfrm>
          <a:prstGeom prst="rect">
            <a:avLst/>
          </a:prstGeom>
        </p:spPr>
        <p:txBody>
          <a:bodyPr vert="horz" wrap="square" lIns="0" tIns="9525" rIns="0" bIns="0" rtlCol="0">
            <a:spAutoFit/>
          </a:bodyPr>
          <a:lstStyle/>
          <a:p>
            <a:pPr marL="9525" marR="3810" indent="80010">
              <a:lnSpc>
                <a:spcPct val="120000"/>
              </a:lnSpc>
              <a:spcBef>
                <a:spcPts val="75"/>
              </a:spcBef>
              <a:tabLst>
                <a:tab pos="1203484" algn="l"/>
                <a:tab pos="1232059" algn="l"/>
                <a:tab pos="2059781" algn="l"/>
                <a:tab pos="2472690" algn="l"/>
                <a:tab pos="2875121" algn="l"/>
                <a:tab pos="3372326" algn="l"/>
                <a:tab pos="3668554" algn="l"/>
                <a:tab pos="3980498" algn="l"/>
              </a:tabLst>
            </a:pPr>
            <a:r>
              <a:rPr sz="2000" spc="-124" dirty="0">
                <a:solidFill>
                  <a:srgbClr val="002060"/>
                </a:solidFill>
                <a:latin typeface="Times New Roman" panose="02020603050405020304" pitchFamily="18" charset="0"/>
                <a:cs typeface="Times New Roman" panose="02020603050405020304" pitchFamily="18" charset="0"/>
              </a:rPr>
              <a:t>allocat</a:t>
            </a:r>
            <a:r>
              <a:rPr sz="2000" spc="-90" dirty="0">
                <a:solidFill>
                  <a:srgbClr val="002060"/>
                </a:solidFill>
                <a:latin typeface="Times New Roman" panose="02020603050405020304" pitchFamily="18" charset="0"/>
                <a:cs typeface="Times New Roman" panose="02020603050405020304" pitchFamily="18" charset="0"/>
              </a:rPr>
              <a:t>i</a:t>
            </a:r>
            <a:r>
              <a:rPr sz="2000" spc="-109" dirty="0">
                <a:solidFill>
                  <a:srgbClr val="002060"/>
                </a:solidFill>
                <a:latin typeface="Times New Roman" panose="02020603050405020304" pitchFamily="18" charset="0"/>
                <a:cs typeface="Times New Roman" panose="02020603050405020304" pitchFamily="18" charset="0"/>
              </a:rPr>
              <a:t>on,</a:t>
            </a:r>
            <a:r>
              <a:rPr sz="2000" dirty="0">
                <a:solidFill>
                  <a:srgbClr val="002060"/>
                </a:solidFill>
                <a:latin typeface="Times New Roman" panose="02020603050405020304" pitchFamily="18" charset="0"/>
                <a:cs typeface="Times New Roman" panose="02020603050405020304" pitchFamily="18" charset="0"/>
              </a:rPr>
              <a:t>	</a:t>
            </a:r>
            <a:r>
              <a:rPr sz="2000" spc="-150" dirty="0">
                <a:solidFill>
                  <a:srgbClr val="002060"/>
                </a:solidFill>
                <a:latin typeface="Times New Roman" panose="02020603050405020304" pitchFamily="18" charset="0"/>
                <a:cs typeface="Times New Roman" panose="02020603050405020304" pitchFamily="18" charset="0"/>
              </a:rPr>
              <a:t>h</a:t>
            </a:r>
            <a:r>
              <a:rPr sz="2000" spc="-98" dirty="0">
                <a:solidFill>
                  <a:srgbClr val="002060"/>
                </a:solidFill>
                <a:latin typeface="Times New Roman" panose="02020603050405020304" pitchFamily="18" charset="0"/>
                <a:cs typeface="Times New Roman" panose="02020603050405020304" pitchFamily="18" charset="0"/>
              </a:rPr>
              <a:t>y</a:t>
            </a:r>
            <a:r>
              <a:rPr sz="2000" spc="-116" dirty="0">
                <a:solidFill>
                  <a:srgbClr val="002060"/>
                </a:solidFill>
                <a:latin typeface="Times New Roman" panose="02020603050405020304" pitchFamily="18" charset="0"/>
                <a:cs typeface="Times New Roman" panose="02020603050405020304" pitchFamily="18" charset="0"/>
              </a:rPr>
              <a:t>p</a:t>
            </a:r>
            <a:r>
              <a:rPr sz="2000" spc="-64" dirty="0">
                <a:solidFill>
                  <a:srgbClr val="002060"/>
                </a:solidFill>
                <a:latin typeface="Times New Roman" panose="02020603050405020304" pitchFamily="18" charset="0"/>
                <a:cs typeface="Times New Roman" panose="02020603050405020304" pitchFamily="18" charset="0"/>
              </a:rPr>
              <a:t>e</a:t>
            </a:r>
            <a:r>
              <a:rPr sz="2000" spc="4" dirty="0">
                <a:solidFill>
                  <a:srgbClr val="002060"/>
                </a:solidFill>
                <a:latin typeface="Times New Roman" panose="02020603050405020304" pitchFamily="18" charset="0"/>
                <a:cs typeface="Times New Roman" panose="02020603050405020304" pitchFamily="18" charset="0"/>
              </a:rPr>
              <a:t>r</a:t>
            </a:r>
            <a:r>
              <a:rPr sz="2000" spc="-53" dirty="0">
                <a:solidFill>
                  <a:srgbClr val="002060"/>
                </a:solidFill>
                <a:latin typeface="Times New Roman" panose="02020603050405020304" pitchFamily="18" charset="0"/>
                <a:cs typeface="Times New Roman" panose="02020603050405020304" pitchFamily="18" charset="0"/>
              </a:rPr>
              <a:t>vis</a:t>
            </a:r>
            <a:r>
              <a:rPr sz="2000" spc="-79" dirty="0">
                <a:solidFill>
                  <a:srgbClr val="002060"/>
                </a:solidFill>
                <a:latin typeface="Times New Roman" panose="02020603050405020304" pitchFamily="18" charset="0"/>
                <a:cs typeface="Times New Roman" panose="02020603050405020304" pitchFamily="18" charset="0"/>
              </a:rPr>
              <a:t>o</a:t>
            </a:r>
            <a:r>
              <a:rPr sz="2000" spc="-15" dirty="0">
                <a:solidFill>
                  <a:srgbClr val="002060"/>
                </a:solidFill>
                <a:latin typeface="Times New Roman" panose="02020603050405020304" pitchFamily="18" charset="0"/>
                <a:cs typeface="Times New Roman" panose="02020603050405020304" pitchFamily="18" charset="0"/>
              </a:rPr>
              <a:t>rs</a:t>
            </a:r>
            <a:r>
              <a:rPr sz="2000" dirty="0">
                <a:solidFill>
                  <a:srgbClr val="002060"/>
                </a:solidFill>
                <a:latin typeface="Times New Roman" panose="02020603050405020304" pitchFamily="18" charset="0"/>
                <a:cs typeface="Times New Roman" panose="02020603050405020304" pitchFamily="18" charset="0"/>
              </a:rPr>
              <a:t>	</a:t>
            </a:r>
            <a:r>
              <a:rPr sz="2000" spc="-56" dirty="0">
                <a:solidFill>
                  <a:srgbClr val="002060"/>
                </a:solidFill>
                <a:latin typeface="Times New Roman" panose="02020603050405020304" pitchFamily="18" charset="0"/>
                <a:cs typeface="Times New Roman" panose="02020603050405020304" pitchFamily="18" charset="0"/>
              </a:rPr>
              <a:t>p</a:t>
            </a:r>
            <a:r>
              <a:rPr sz="2000" spc="-86" dirty="0">
                <a:solidFill>
                  <a:srgbClr val="002060"/>
                </a:solidFill>
                <a:latin typeface="Times New Roman" panose="02020603050405020304" pitchFamily="18" charset="0"/>
                <a:cs typeface="Times New Roman" panose="02020603050405020304" pitchFamily="18" charset="0"/>
              </a:rPr>
              <a:t>r</a:t>
            </a:r>
            <a:r>
              <a:rPr sz="2000" spc="4" dirty="0">
                <a:solidFill>
                  <a:srgbClr val="002060"/>
                </a:solidFill>
                <a:latin typeface="Times New Roman" panose="02020603050405020304" pitchFamily="18" charset="0"/>
                <a:cs typeface="Times New Roman" panose="02020603050405020304" pitchFamily="18" charset="0"/>
              </a:rPr>
              <a:t>o</a:t>
            </a:r>
            <a:r>
              <a:rPr sz="2000" spc="-105" dirty="0">
                <a:solidFill>
                  <a:srgbClr val="002060"/>
                </a:solidFill>
                <a:latin typeface="Times New Roman" panose="02020603050405020304" pitchFamily="18" charset="0"/>
                <a:cs typeface="Times New Roman" panose="02020603050405020304" pitchFamily="18" charset="0"/>
              </a:rPr>
              <a:t>vide</a:t>
            </a:r>
            <a:r>
              <a:rPr sz="2000" dirty="0">
                <a:solidFill>
                  <a:srgbClr val="002060"/>
                </a:solidFill>
                <a:latin typeface="Times New Roman" panose="02020603050405020304" pitchFamily="18" charset="0"/>
                <a:cs typeface="Times New Roman" panose="02020603050405020304" pitchFamily="18" charset="0"/>
              </a:rPr>
              <a:t>	</a:t>
            </a:r>
            <a:r>
              <a:rPr sz="2000" spc="-180" dirty="0">
                <a:solidFill>
                  <a:srgbClr val="002060"/>
                </a:solidFill>
                <a:latin typeface="Times New Roman" panose="02020603050405020304" pitchFamily="18" charset="0"/>
                <a:cs typeface="Times New Roman" panose="02020603050405020304" pitchFamily="18" charset="0"/>
              </a:rPr>
              <a:t>a</a:t>
            </a:r>
            <a:r>
              <a:rPr sz="2000" dirty="0">
                <a:solidFill>
                  <a:srgbClr val="002060"/>
                </a:solidFill>
                <a:latin typeface="Times New Roman" panose="02020603050405020304" pitchFamily="18" charset="0"/>
                <a:cs typeface="Times New Roman" panose="02020603050405020304" pitchFamily="18" charset="0"/>
              </a:rPr>
              <a:t>	</a:t>
            </a:r>
            <a:r>
              <a:rPr sz="2000" spc="-101" dirty="0">
                <a:solidFill>
                  <a:srgbClr val="002060"/>
                </a:solidFill>
                <a:latin typeface="Times New Roman" panose="02020603050405020304" pitchFamily="18" charset="0"/>
                <a:cs typeface="Times New Roman" panose="02020603050405020304" pitchFamily="18" charset="0"/>
              </a:rPr>
              <a:t>v</a:t>
            </a:r>
            <a:r>
              <a:rPr sz="2000" spc="-49" dirty="0">
                <a:solidFill>
                  <a:srgbClr val="002060"/>
                </a:solidFill>
                <a:latin typeface="Times New Roman" panose="02020603050405020304" pitchFamily="18" charset="0"/>
                <a:cs typeface="Times New Roman" panose="02020603050405020304" pitchFamily="18" charset="0"/>
              </a:rPr>
              <a:t>i</a:t>
            </a:r>
            <a:r>
              <a:rPr sz="2000" spc="-30" dirty="0">
                <a:solidFill>
                  <a:srgbClr val="002060"/>
                </a:solidFill>
                <a:latin typeface="Times New Roman" panose="02020603050405020304" pitchFamily="18" charset="0"/>
                <a:cs typeface="Times New Roman" panose="02020603050405020304" pitchFamily="18" charset="0"/>
              </a:rPr>
              <a:t>r</a:t>
            </a:r>
            <a:r>
              <a:rPr sz="2000" spc="-124" dirty="0">
                <a:solidFill>
                  <a:srgbClr val="002060"/>
                </a:solidFill>
                <a:latin typeface="Times New Roman" panose="02020603050405020304" pitchFamily="18" charset="0"/>
                <a:cs typeface="Times New Roman" panose="02020603050405020304" pitchFamily="18" charset="0"/>
              </a:rPr>
              <a:t>tu</a:t>
            </a:r>
            <a:r>
              <a:rPr sz="2000" spc="-146" dirty="0">
                <a:solidFill>
                  <a:srgbClr val="002060"/>
                </a:solidFill>
                <a:latin typeface="Times New Roman" panose="02020603050405020304" pitchFamily="18" charset="0"/>
                <a:cs typeface="Times New Roman" panose="02020603050405020304" pitchFamily="18" charset="0"/>
              </a:rPr>
              <a:t>a</a:t>
            </a:r>
            <a:r>
              <a:rPr sz="2000" spc="-139" dirty="0">
                <a:solidFill>
                  <a:srgbClr val="002060"/>
                </a:solidFill>
                <a:latin typeface="Times New Roman" panose="02020603050405020304" pitchFamily="18" charset="0"/>
                <a:cs typeface="Times New Roman" panose="02020603050405020304" pitchFamily="18" charset="0"/>
              </a:rPr>
              <a:t>l  </a:t>
            </a:r>
            <a:r>
              <a:rPr sz="2000" spc="-83" dirty="0">
                <a:solidFill>
                  <a:srgbClr val="002060"/>
                </a:solidFill>
                <a:latin typeface="Times New Roman" panose="02020603050405020304" pitchFamily="18" charset="0"/>
                <a:cs typeface="Times New Roman" panose="02020603050405020304" pitchFamily="18" charset="0"/>
              </a:rPr>
              <a:t>w</a:t>
            </a:r>
            <a:r>
              <a:rPr sz="2000" spc="-23" dirty="0">
                <a:solidFill>
                  <a:srgbClr val="002060"/>
                </a:solidFill>
                <a:latin typeface="Times New Roman" panose="02020603050405020304" pitchFamily="18" charset="0"/>
                <a:cs typeface="Times New Roman" panose="02020603050405020304" pitchFamily="18" charset="0"/>
              </a:rPr>
              <a:t>orkl</a:t>
            </a:r>
            <a:r>
              <a:rPr sz="2000" spc="-38" dirty="0">
                <a:solidFill>
                  <a:srgbClr val="002060"/>
                </a:solidFill>
                <a:latin typeface="Times New Roman" panose="02020603050405020304" pitchFamily="18" charset="0"/>
                <a:cs typeface="Times New Roman" panose="02020603050405020304" pitchFamily="18" charset="0"/>
              </a:rPr>
              <a:t>o</a:t>
            </a:r>
            <a:r>
              <a:rPr sz="2000" spc="-143" dirty="0">
                <a:solidFill>
                  <a:srgbClr val="002060"/>
                </a:solidFill>
                <a:latin typeface="Times New Roman" panose="02020603050405020304" pitchFamily="18" charset="0"/>
                <a:cs typeface="Times New Roman" panose="02020603050405020304" pitchFamily="18" charset="0"/>
              </a:rPr>
              <a:t>ads,</a:t>
            </a:r>
            <a:r>
              <a:rPr sz="2000" dirty="0">
                <a:solidFill>
                  <a:srgbClr val="002060"/>
                </a:solidFill>
                <a:latin typeface="Times New Roman" panose="02020603050405020304" pitchFamily="18" charset="0"/>
                <a:cs typeface="Times New Roman" panose="02020603050405020304" pitchFamily="18" charset="0"/>
              </a:rPr>
              <a:t>		</a:t>
            </a:r>
            <a:r>
              <a:rPr sz="2000" spc="-124" dirty="0">
                <a:solidFill>
                  <a:srgbClr val="002060"/>
                </a:solidFill>
                <a:latin typeface="Times New Roman" panose="02020603050405020304" pitchFamily="18" charset="0"/>
                <a:cs typeface="Times New Roman" panose="02020603050405020304" pitchFamily="18" charset="0"/>
              </a:rPr>
              <a:t>enable</a:t>
            </a:r>
            <a:r>
              <a:rPr sz="2000" dirty="0">
                <a:solidFill>
                  <a:srgbClr val="002060"/>
                </a:solidFill>
                <a:latin typeface="Times New Roman" panose="02020603050405020304" pitchFamily="18" charset="0"/>
                <a:cs typeface="Times New Roman" panose="02020603050405020304" pitchFamily="18" charset="0"/>
              </a:rPr>
              <a:t>	</a:t>
            </a:r>
            <a:r>
              <a:rPr sz="2000" spc="-68" dirty="0">
                <a:solidFill>
                  <a:srgbClr val="002060"/>
                </a:solidFill>
                <a:latin typeface="Times New Roman" panose="02020603050405020304" pitchFamily="18" charset="0"/>
                <a:cs typeface="Times New Roman" panose="02020603050405020304" pitchFamily="18" charset="0"/>
              </a:rPr>
              <a:t>vi</a:t>
            </a:r>
            <a:r>
              <a:rPr sz="2000" spc="-30" dirty="0">
                <a:solidFill>
                  <a:srgbClr val="002060"/>
                </a:solidFill>
                <a:latin typeface="Times New Roman" panose="02020603050405020304" pitchFamily="18" charset="0"/>
                <a:cs typeface="Times New Roman" panose="02020603050405020304" pitchFamily="18" charset="0"/>
              </a:rPr>
              <a:t>r</a:t>
            </a:r>
            <a:r>
              <a:rPr sz="2000" spc="-131" dirty="0">
                <a:solidFill>
                  <a:srgbClr val="002060"/>
                </a:solidFill>
                <a:latin typeface="Times New Roman" panose="02020603050405020304" pitchFamily="18" charset="0"/>
                <a:cs typeface="Times New Roman" panose="02020603050405020304" pitchFamily="18" charset="0"/>
              </a:rPr>
              <a:t>tual</a:t>
            </a:r>
            <a:r>
              <a:rPr sz="2000" dirty="0">
                <a:solidFill>
                  <a:srgbClr val="002060"/>
                </a:solidFill>
                <a:latin typeface="Times New Roman" panose="02020603050405020304" pitchFamily="18" charset="0"/>
                <a:cs typeface="Times New Roman" panose="02020603050405020304" pitchFamily="18" charset="0"/>
              </a:rPr>
              <a:t>	</a:t>
            </a:r>
            <a:r>
              <a:rPr sz="2000" spc="-98" dirty="0">
                <a:solidFill>
                  <a:srgbClr val="002060"/>
                </a:solidFill>
                <a:latin typeface="Times New Roman" panose="02020603050405020304" pitchFamily="18" charset="0"/>
                <a:cs typeface="Times New Roman" panose="02020603050405020304" pitchFamily="18" charset="0"/>
              </a:rPr>
              <a:t>n</a:t>
            </a:r>
            <a:r>
              <a:rPr sz="2000" spc="-79" dirty="0">
                <a:solidFill>
                  <a:srgbClr val="002060"/>
                </a:solidFill>
                <a:latin typeface="Times New Roman" panose="02020603050405020304" pitchFamily="18" charset="0"/>
                <a:cs typeface="Times New Roman" panose="02020603050405020304" pitchFamily="18" charset="0"/>
              </a:rPr>
              <a:t>et</a:t>
            </a:r>
            <a:r>
              <a:rPr sz="2000" spc="-153" dirty="0">
                <a:solidFill>
                  <a:srgbClr val="002060"/>
                </a:solidFill>
                <a:latin typeface="Times New Roman" panose="02020603050405020304" pitchFamily="18" charset="0"/>
                <a:cs typeface="Times New Roman" panose="02020603050405020304" pitchFamily="18" charset="0"/>
              </a:rPr>
              <a:t>w</a:t>
            </a:r>
            <a:r>
              <a:rPr sz="2000" spc="-11" dirty="0">
                <a:solidFill>
                  <a:srgbClr val="002060"/>
                </a:solidFill>
                <a:latin typeface="Times New Roman" panose="02020603050405020304" pitchFamily="18" charset="0"/>
                <a:cs typeface="Times New Roman" panose="02020603050405020304" pitchFamily="18" charset="0"/>
              </a:rPr>
              <a:t>orks</a:t>
            </a:r>
            <a:r>
              <a:rPr sz="2000" dirty="0">
                <a:solidFill>
                  <a:srgbClr val="002060"/>
                </a:solidFill>
                <a:latin typeface="Times New Roman" panose="02020603050405020304" pitchFamily="18" charset="0"/>
                <a:cs typeface="Times New Roman" panose="02020603050405020304" pitchFamily="18" charset="0"/>
              </a:rPr>
              <a:t>	</a:t>
            </a:r>
            <a:r>
              <a:rPr sz="2000" spc="-248" dirty="0">
                <a:solidFill>
                  <a:srgbClr val="002060"/>
                </a:solidFill>
                <a:latin typeface="Times New Roman" panose="02020603050405020304" pitchFamily="18" charset="0"/>
                <a:cs typeface="Times New Roman" panose="02020603050405020304" pitchFamily="18" charset="0"/>
              </a:rPr>
              <a:t>f</a:t>
            </a:r>
            <a:r>
              <a:rPr sz="2000" spc="19" dirty="0">
                <a:solidFill>
                  <a:srgbClr val="002060"/>
                </a:solidFill>
                <a:latin typeface="Times New Roman" panose="02020603050405020304" pitchFamily="18" charset="0"/>
                <a:cs typeface="Times New Roman" panose="02020603050405020304" pitchFamily="18" charset="0"/>
              </a:rPr>
              <a:t>or</a:t>
            </a:r>
            <a:endParaRPr sz="2000" dirty="0">
              <a:solidFill>
                <a:srgbClr val="002060"/>
              </a:solidFill>
              <a:latin typeface="Times New Roman" panose="02020603050405020304" pitchFamily="18" charset="0"/>
              <a:cs typeface="Times New Roman" panose="02020603050405020304" pitchFamily="18" charset="0"/>
            </a:endParaRPr>
          </a:p>
        </p:txBody>
      </p:sp>
      <p:sp>
        <p:nvSpPr>
          <p:cNvPr id="8" name="object 8"/>
          <p:cNvSpPr txBox="1"/>
          <p:nvPr/>
        </p:nvSpPr>
        <p:spPr>
          <a:xfrm>
            <a:off x="1319307" y="3240834"/>
            <a:ext cx="6914198" cy="732252"/>
          </a:xfrm>
          <a:prstGeom prst="rect">
            <a:avLst/>
          </a:prstGeom>
        </p:spPr>
        <p:txBody>
          <a:bodyPr vert="horz" wrap="square" lIns="0" tIns="64770" rIns="0" bIns="0" rtlCol="0">
            <a:spAutoFit/>
          </a:bodyPr>
          <a:lstStyle/>
          <a:p>
            <a:pPr marL="9525">
              <a:spcBef>
                <a:spcPts val="510"/>
              </a:spcBef>
            </a:pPr>
            <a:r>
              <a:rPr sz="2000" spc="-90" dirty="0">
                <a:solidFill>
                  <a:srgbClr val="002060"/>
                </a:solidFill>
                <a:latin typeface="Times New Roman" panose="02020603050405020304" pitchFamily="18" charset="0"/>
                <a:cs typeface="Times New Roman" panose="02020603050405020304" pitchFamily="18" charset="0"/>
              </a:rPr>
              <a:t>communication</a:t>
            </a:r>
            <a:r>
              <a:rPr sz="2000" spc="221" dirty="0">
                <a:solidFill>
                  <a:srgbClr val="002060"/>
                </a:solidFill>
                <a:latin typeface="Times New Roman" panose="02020603050405020304" pitchFamily="18" charset="0"/>
                <a:cs typeface="Times New Roman" panose="02020603050405020304" pitchFamily="18" charset="0"/>
              </a:rPr>
              <a:t> </a:t>
            </a:r>
            <a:r>
              <a:rPr sz="2000" spc="-109" dirty="0">
                <a:solidFill>
                  <a:srgbClr val="002060"/>
                </a:solidFill>
                <a:latin typeface="Times New Roman" panose="02020603050405020304" pitchFamily="18" charset="0"/>
                <a:cs typeface="Times New Roman" panose="02020603050405020304" pitchFamily="18" charset="0"/>
              </a:rPr>
              <a:t>between</a:t>
            </a:r>
            <a:r>
              <a:rPr sz="2000" spc="217" dirty="0">
                <a:solidFill>
                  <a:srgbClr val="002060"/>
                </a:solidFill>
                <a:latin typeface="Times New Roman" panose="02020603050405020304" pitchFamily="18" charset="0"/>
                <a:cs typeface="Times New Roman" panose="02020603050405020304" pitchFamily="18" charset="0"/>
              </a:rPr>
              <a:t> </a:t>
            </a:r>
            <a:r>
              <a:rPr sz="2000" spc="-56" dirty="0">
                <a:solidFill>
                  <a:srgbClr val="002060"/>
                </a:solidFill>
                <a:latin typeface="Times New Roman" panose="02020603050405020304" pitchFamily="18" charset="0"/>
                <a:cs typeface="Times New Roman" panose="02020603050405020304" pitchFamily="18" charset="0"/>
              </a:rPr>
              <a:t>workloads</a:t>
            </a:r>
            <a:r>
              <a:rPr sz="2000" spc="225" dirty="0">
                <a:solidFill>
                  <a:srgbClr val="002060"/>
                </a:solidFill>
                <a:latin typeface="Times New Roman" panose="02020603050405020304" pitchFamily="18" charset="0"/>
                <a:cs typeface="Times New Roman" panose="02020603050405020304" pitchFamily="18" charset="0"/>
              </a:rPr>
              <a:t> </a:t>
            </a:r>
            <a:r>
              <a:rPr sz="2000" spc="-116" dirty="0">
                <a:solidFill>
                  <a:srgbClr val="002060"/>
                </a:solidFill>
                <a:latin typeface="Times New Roman" panose="02020603050405020304" pitchFamily="18" charset="0"/>
                <a:cs typeface="Times New Roman" panose="02020603050405020304" pitchFamily="18" charset="0"/>
              </a:rPr>
              <a:t>and</a:t>
            </a:r>
            <a:r>
              <a:rPr sz="2000" spc="214" dirty="0">
                <a:solidFill>
                  <a:srgbClr val="002060"/>
                </a:solidFill>
                <a:latin typeface="Times New Roman" panose="02020603050405020304" pitchFamily="18" charset="0"/>
                <a:cs typeface="Times New Roman" panose="02020603050405020304" pitchFamily="18" charset="0"/>
              </a:rPr>
              <a:t> </a:t>
            </a:r>
            <a:r>
              <a:rPr sz="2000" spc="-45" dirty="0">
                <a:solidFill>
                  <a:srgbClr val="002060"/>
                </a:solidFill>
                <a:latin typeface="Times New Roman" panose="02020603050405020304" pitchFamily="18" charset="0"/>
                <a:cs typeface="Times New Roman" panose="02020603050405020304" pitchFamily="18" charset="0"/>
              </a:rPr>
              <a:t>to</a:t>
            </a:r>
            <a:r>
              <a:rPr sz="2000" spc="210" dirty="0">
                <a:solidFill>
                  <a:srgbClr val="002060"/>
                </a:solidFill>
                <a:latin typeface="Times New Roman" panose="02020603050405020304" pitchFamily="18" charset="0"/>
                <a:cs typeface="Times New Roman" panose="02020603050405020304" pitchFamily="18" charset="0"/>
              </a:rPr>
              <a:t> </a:t>
            </a:r>
            <a:r>
              <a:rPr sz="2000" spc="-109" dirty="0">
                <a:solidFill>
                  <a:srgbClr val="002060"/>
                </a:solidFill>
                <a:latin typeface="Times New Roman" panose="02020603050405020304" pitchFamily="18" charset="0"/>
                <a:cs typeface="Times New Roman" panose="02020603050405020304" pitchFamily="18" charset="0"/>
              </a:rPr>
              <a:t>the</a:t>
            </a:r>
            <a:r>
              <a:rPr sz="2000" spc="221" dirty="0">
                <a:solidFill>
                  <a:srgbClr val="002060"/>
                </a:solidFill>
                <a:latin typeface="Times New Roman" panose="02020603050405020304" pitchFamily="18" charset="0"/>
                <a:cs typeface="Times New Roman" panose="02020603050405020304" pitchFamily="18" charset="0"/>
              </a:rPr>
              <a:t> </a:t>
            </a:r>
            <a:r>
              <a:rPr sz="2000" spc="-79" dirty="0">
                <a:solidFill>
                  <a:srgbClr val="002060"/>
                </a:solidFill>
                <a:latin typeface="Times New Roman" panose="02020603050405020304" pitchFamily="18" charset="0"/>
                <a:cs typeface="Times New Roman" panose="02020603050405020304" pitchFamily="18" charset="0"/>
              </a:rPr>
              <a:t>outside</a:t>
            </a:r>
            <a:r>
              <a:rPr sz="2000" spc="217" dirty="0">
                <a:solidFill>
                  <a:srgbClr val="002060"/>
                </a:solidFill>
                <a:latin typeface="Times New Roman" panose="02020603050405020304" pitchFamily="18" charset="0"/>
                <a:cs typeface="Times New Roman" panose="02020603050405020304" pitchFamily="18" charset="0"/>
              </a:rPr>
              <a:t> </a:t>
            </a:r>
            <a:r>
              <a:rPr sz="2000" spc="-94" dirty="0">
                <a:solidFill>
                  <a:srgbClr val="002060"/>
                </a:solidFill>
                <a:latin typeface="Times New Roman" panose="02020603050405020304" pitchFamily="18" charset="0"/>
                <a:cs typeface="Times New Roman" panose="02020603050405020304" pitchFamily="18" charset="0"/>
              </a:rPr>
              <a:t>world,</a:t>
            </a:r>
            <a:r>
              <a:rPr sz="2000" spc="45" dirty="0">
                <a:solidFill>
                  <a:srgbClr val="002060"/>
                </a:solidFill>
                <a:latin typeface="Times New Roman" panose="02020603050405020304" pitchFamily="18" charset="0"/>
                <a:cs typeface="Times New Roman" panose="02020603050405020304" pitchFamily="18" charset="0"/>
              </a:rPr>
              <a:t> </a:t>
            </a:r>
            <a:r>
              <a:rPr sz="2000" spc="-116" dirty="0">
                <a:solidFill>
                  <a:srgbClr val="002060"/>
                </a:solidFill>
                <a:latin typeface="Times New Roman" panose="02020603050405020304" pitchFamily="18" charset="0"/>
                <a:cs typeface="Times New Roman" panose="02020603050405020304" pitchFamily="18" charset="0"/>
              </a:rPr>
              <a:t>and</a:t>
            </a:r>
            <a:r>
              <a:rPr sz="2000" spc="214" dirty="0">
                <a:solidFill>
                  <a:srgbClr val="002060"/>
                </a:solidFill>
                <a:latin typeface="Times New Roman" panose="02020603050405020304" pitchFamily="18" charset="0"/>
                <a:cs typeface="Times New Roman" panose="02020603050405020304" pitchFamily="18" charset="0"/>
              </a:rPr>
              <a:t> </a:t>
            </a:r>
            <a:r>
              <a:rPr sz="2000" spc="-109" dirty="0">
                <a:solidFill>
                  <a:srgbClr val="002060"/>
                </a:solidFill>
                <a:latin typeface="Times New Roman" panose="02020603050405020304" pitchFamily="18" charset="0"/>
                <a:cs typeface="Times New Roman" panose="02020603050405020304" pitchFamily="18" charset="0"/>
              </a:rPr>
              <a:t>offer</a:t>
            </a:r>
            <a:endParaRPr sz="2000" dirty="0">
              <a:solidFill>
                <a:srgbClr val="002060"/>
              </a:solidFill>
              <a:latin typeface="Times New Roman" panose="02020603050405020304" pitchFamily="18" charset="0"/>
              <a:cs typeface="Times New Roman" panose="02020603050405020304" pitchFamily="18" charset="0"/>
            </a:endParaRPr>
          </a:p>
          <a:p>
            <a:pPr marL="9525">
              <a:spcBef>
                <a:spcPts val="435"/>
              </a:spcBef>
            </a:pPr>
            <a:r>
              <a:rPr sz="2000" spc="-68" dirty="0">
                <a:solidFill>
                  <a:srgbClr val="002060"/>
                </a:solidFill>
                <a:latin typeface="Times New Roman" panose="02020603050405020304" pitchFamily="18" charset="0"/>
                <a:cs typeface="Times New Roman" panose="02020603050405020304" pitchFamily="18" charset="0"/>
              </a:rPr>
              <a:t>various</a:t>
            </a:r>
            <a:r>
              <a:rPr sz="2000" spc="-41" dirty="0">
                <a:solidFill>
                  <a:srgbClr val="002060"/>
                </a:solidFill>
                <a:latin typeface="Times New Roman" panose="02020603050405020304" pitchFamily="18" charset="0"/>
                <a:cs typeface="Times New Roman" panose="02020603050405020304" pitchFamily="18" charset="0"/>
              </a:rPr>
              <a:t> </a:t>
            </a:r>
            <a:r>
              <a:rPr sz="2000" spc="-71" dirty="0">
                <a:solidFill>
                  <a:srgbClr val="002060"/>
                </a:solidFill>
                <a:latin typeface="Times New Roman" panose="02020603050405020304" pitchFamily="18" charset="0"/>
                <a:cs typeface="Times New Roman" panose="02020603050405020304" pitchFamily="18" charset="0"/>
              </a:rPr>
              <a:t>forms</a:t>
            </a:r>
            <a:r>
              <a:rPr sz="2000" spc="-41" dirty="0">
                <a:solidFill>
                  <a:srgbClr val="002060"/>
                </a:solidFill>
                <a:latin typeface="Times New Roman" panose="02020603050405020304" pitchFamily="18" charset="0"/>
                <a:cs typeface="Times New Roman" panose="02020603050405020304" pitchFamily="18" charset="0"/>
              </a:rPr>
              <a:t> </a:t>
            </a:r>
            <a:r>
              <a:rPr sz="2000" spc="-98" dirty="0">
                <a:solidFill>
                  <a:srgbClr val="002060"/>
                </a:solidFill>
                <a:latin typeface="Times New Roman" panose="02020603050405020304" pitchFamily="18" charset="0"/>
                <a:cs typeface="Times New Roman" panose="02020603050405020304" pitchFamily="18" charset="0"/>
              </a:rPr>
              <a:t>of</a:t>
            </a:r>
            <a:r>
              <a:rPr sz="2000" spc="-49" dirty="0">
                <a:solidFill>
                  <a:srgbClr val="002060"/>
                </a:solidFill>
                <a:latin typeface="Times New Roman" panose="02020603050405020304" pitchFamily="18" charset="0"/>
                <a:cs typeface="Times New Roman" panose="02020603050405020304" pitchFamily="18" charset="0"/>
              </a:rPr>
              <a:t> </a:t>
            </a:r>
            <a:r>
              <a:rPr sz="2000" spc="-94" dirty="0">
                <a:solidFill>
                  <a:srgbClr val="002060"/>
                </a:solidFill>
                <a:latin typeface="Times New Roman" panose="02020603050405020304" pitchFamily="18" charset="0"/>
                <a:cs typeface="Times New Roman" panose="02020603050405020304" pitchFamily="18" charset="0"/>
              </a:rPr>
              <a:t>clustering</a:t>
            </a:r>
            <a:r>
              <a:rPr sz="2000" spc="-49" dirty="0">
                <a:solidFill>
                  <a:srgbClr val="002060"/>
                </a:solidFill>
                <a:latin typeface="Times New Roman" panose="02020603050405020304" pitchFamily="18" charset="0"/>
                <a:cs typeface="Times New Roman" panose="02020603050405020304" pitchFamily="18" charset="0"/>
              </a:rPr>
              <a:t> </a:t>
            </a:r>
            <a:r>
              <a:rPr sz="2000" spc="-68" dirty="0">
                <a:solidFill>
                  <a:srgbClr val="002060"/>
                </a:solidFill>
                <a:latin typeface="Times New Roman" panose="02020603050405020304" pitchFamily="18" charset="0"/>
                <a:cs typeface="Times New Roman" panose="02020603050405020304" pitchFamily="18" charset="0"/>
              </a:rPr>
              <a:t>for</a:t>
            </a:r>
            <a:r>
              <a:rPr sz="2000" spc="-56" dirty="0">
                <a:solidFill>
                  <a:srgbClr val="002060"/>
                </a:solidFill>
                <a:latin typeface="Times New Roman" panose="02020603050405020304" pitchFamily="18" charset="0"/>
                <a:cs typeface="Times New Roman" panose="02020603050405020304" pitchFamily="18" charset="0"/>
              </a:rPr>
              <a:t> </a:t>
            </a:r>
            <a:r>
              <a:rPr sz="2000" spc="-109" dirty="0">
                <a:solidFill>
                  <a:srgbClr val="002060"/>
                </a:solidFill>
                <a:latin typeface="Times New Roman" panose="02020603050405020304" pitchFamily="18" charset="0"/>
                <a:cs typeface="Times New Roman" panose="02020603050405020304" pitchFamily="18" charset="0"/>
              </a:rPr>
              <a:t>high</a:t>
            </a:r>
            <a:r>
              <a:rPr sz="2000" spc="-41" dirty="0">
                <a:solidFill>
                  <a:srgbClr val="002060"/>
                </a:solidFill>
                <a:latin typeface="Times New Roman" panose="02020603050405020304" pitchFamily="18" charset="0"/>
                <a:cs typeface="Times New Roman" panose="02020603050405020304" pitchFamily="18" charset="0"/>
              </a:rPr>
              <a:t> </a:t>
            </a:r>
            <a:r>
              <a:rPr sz="2000" spc="-158" dirty="0">
                <a:solidFill>
                  <a:srgbClr val="002060"/>
                </a:solidFill>
                <a:latin typeface="Times New Roman" panose="02020603050405020304" pitchFamily="18" charset="0"/>
                <a:cs typeface="Times New Roman" panose="02020603050405020304" pitchFamily="18" charset="0"/>
              </a:rPr>
              <a:t>availability.</a:t>
            </a:r>
            <a:endParaRPr sz="2000" dirty="0">
              <a:solidFill>
                <a:srgbClr val="002060"/>
              </a:solidFill>
              <a:latin typeface="Times New Roman" panose="02020603050405020304" pitchFamily="18" charset="0"/>
              <a:cs typeface="Times New Roman" panose="02020603050405020304" pitchFamily="18" charset="0"/>
            </a:endParaRPr>
          </a:p>
        </p:txBody>
      </p:sp>
      <p:sp>
        <p:nvSpPr>
          <p:cNvPr id="10" name="Google Shape;618;p25">
            <a:extLst>
              <a:ext uri="{FF2B5EF4-FFF2-40B4-BE49-F238E27FC236}">
                <a16:creationId xmlns:a16="http://schemas.microsoft.com/office/drawing/2014/main" id="{A0EA98A7-D502-4AC7-A825-8F4812CA1814}"/>
              </a:ext>
            </a:extLst>
          </p:cNvPr>
          <p:cNvSpPr/>
          <p:nvPr/>
        </p:nvSpPr>
        <p:spPr>
          <a:xfrm>
            <a:off x="945832" y="671044"/>
            <a:ext cx="810671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dirty="0">
                <a:solidFill>
                  <a:srgbClr val="C00000"/>
                </a:solidFill>
                <a:latin typeface="Quicksand"/>
                <a:ea typeface="Quicksand"/>
                <a:cs typeface="Quicksand"/>
                <a:sym typeface="Quicksand"/>
              </a:rPr>
              <a:t>Architecture </a:t>
            </a:r>
            <a:r>
              <a:rPr lang="en-US" sz="2400" b="1" dirty="0">
                <a:solidFill>
                  <a:srgbClr val="C00000"/>
                </a:solidFill>
                <a:latin typeface="Quicksand"/>
                <a:ea typeface="Quicksand"/>
                <a:cs typeface="Quicksand"/>
                <a:sym typeface="Quicksand"/>
              </a:rPr>
              <a:t>o</a:t>
            </a:r>
            <a:r>
              <a:rPr lang="en-US" sz="2400" b="1" i="0" u="none" strike="noStrike" cap="none" dirty="0">
                <a:solidFill>
                  <a:srgbClr val="C00000"/>
                </a:solidFill>
                <a:latin typeface="Quicksand"/>
                <a:ea typeface="Quicksand"/>
                <a:cs typeface="Quicksand"/>
                <a:sym typeface="Quicksand"/>
              </a:rPr>
              <a:t>f Hypervisors</a:t>
            </a:r>
          </a:p>
        </p:txBody>
      </p:sp>
    </p:spTree>
    <p:extLst>
      <p:ext uri="{BB962C8B-B14F-4D97-AF65-F5344CB8AC3E}">
        <p14:creationId xmlns:p14="http://schemas.microsoft.com/office/powerpoint/2010/main" val="2353235426"/>
      </p:ext>
    </p:extLst>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08867" y="1060704"/>
            <a:ext cx="7086124" cy="3424142"/>
          </a:xfrm>
          <a:prstGeom prst="rect">
            <a:avLst/>
          </a:prstGeom>
        </p:spPr>
        <p:txBody>
          <a:bodyPr vert="horz" wrap="square" lIns="0" tIns="9525" rIns="0" bIns="0" rtlCol="0">
            <a:spAutoFit/>
          </a:bodyPr>
          <a:lstStyle/>
          <a:p>
            <a:pPr marL="180499" marR="3810" indent="-171450" algn="just">
              <a:lnSpc>
                <a:spcPct val="110000"/>
              </a:lnSpc>
              <a:spcBef>
                <a:spcPts val="75"/>
              </a:spcBef>
              <a:buClr>
                <a:srgbClr val="B71E42"/>
              </a:buClr>
              <a:buFont typeface="Arial MT"/>
              <a:buChar char="•"/>
              <a:tabLst>
                <a:tab pos="180975" algn="l"/>
              </a:tabLst>
            </a:pPr>
            <a:r>
              <a:rPr sz="2200" spc="-56" dirty="0">
                <a:solidFill>
                  <a:srgbClr val="002060"/>
                </a:solidFill>
                <a:latin typeface="Times New Roman" panose="02020603050405020304" pitchFamily="18" charset="0"/>
                <a:cs typeface="Times New Roman" panose="02020603050405020304" pitchFamily="18" charset="0"/>
              </a:rPr>
              <a:t>The</a:t>
            </a:r>
            <a:r>
              <a:rPr sz="2200" spc="-53" dirty="0">
                <a:solidFill>
                  <a:srgbClr val="002060"/>
                </a:solidFill>
                <a:latin typeface="Times New Roman" panose="02020603050405020304" pitchFamily="18" charset="0"/>
                <a:cs typeface="Times New Roman" panose="02020603050405020304" pitchFamily="18" charset="0"/>
              </a:rPr>
              <a:t> </a:t>
            </a:r>
            <a:r>
              <a:rPr sz="2200" spc="-94" dirty="0">
                <a:solidFill>
                  <a:srgbClr val="002060"/>
                </a:solidFill>
                <a:latin typeface="Times New Roman" panose="02020603050405020304" pitchFamily="18" charset="0"/>
                <a:cs typeface="Times New Roman" panose="02020603050405020304" pitchFamily="18" charset="0"/>
              </a:rPr>
              <a:t>original</a:t>
            </a:r>
            <a:r>
              <a:rPr sz="2200" spc="-90" dirty="0">
                <a:solidFill>
                  <a:srgbClr val="002060"/>
                </a:solidFill>
                <a:latin typeface="Times New Roman" panose="02020603050405020304" pitchFamily="18" charset="0"/>
                <a:cs typeface="Times New Roman" panose="02020603050405020304" pitchFamily="18" charset="0"/>
              </a:rPr>
              <a:t> </a:t>
            </a:r>
            <a:r>
              <a:rPr sz="2200" spc="-101" dirty="0">
                <a:solidFill>
                  <a:srgbClr val="002060"/>
                </a:solidFill>
                <a:latin typeface="Times New Roman" panose="02020603050405020304" pitchFamily="18" charset="0"/>
                <a:cs typeface="Times New Roman" panose="02020603050405020304" pitchFamily="18" charset="0"/>
              </a:rPr>
              <a:t>virtual</a:t>
            </a:r>
            <a:r>
              <a:rPr sz="2200" spc="-98" dirty="0">
                <a:solidFill>
                  <a:srgbClr val="002060"/>
                </a:solidFill>
                <a:latin typeface="Times New Roman" panose="02020603050405020304" pitchFamily="18" charset="0"/>
                <a:cs typeface="Times New Roman" panose="02020603050405020304" pitchFamily="18" charset="0"/>
              </a:rPr>
              <a:t> </a:t>
            </a:r>
            <a:r>
              <a:rPr sz="2200" spc="-116" dirty="0">
                <a:solidFill>
                  <a:srgbClr val="002060"/>
                </a:solidFill>
                <a:latin typeface="Times New Roman" panose="02020603050405020304" pitchFamily="18" charset="0"/>
                <a:cs typeface="Times New Roman" panose="02020603050405020304" pitchFamily="18" charset="0"/>
              </a:rPr>
              <a:t>machine</a:t>
            </a:r>
            <a:r>
              <a:rPr sz="2200" spc="-113" dirty="0">
                <a:solidFill>
                  <a:srgbClr val="002060"/>
                </a:solidFill>
                <a:latin typeface="Times New Roman" panose="02020603050405020304" pitchFamily="18" charset="0"/>
                <a:cs typeface="Times New Roman" panose="02020603050405020304" pitchFamily="18" charset="0"/>
              </a:rPr>
              <a:t> </a:t>
            </a:r>
            <a:r>
              <a:rPr sz="2200" spc="-56" dirty="0">
                <a:solidFill>
                  <a:srgbClr val="002060"/>
                </a:solidFill>
                <a:latin typeface="Times New Roman" panose="02020603050405020304" pitchFamily="18" charset="0"/>
                <a:cs typeface="Times New Roman" panose="02020603050405020304" pitchFamily="18" charset="0"/>
              </a:rPr>
              <a:t>monitor</a:t>
            </a:r>
            <a:r>
              <a:rPr sz="2200" spc="-53" dirty="0">
                <a:solidFill>
                  <a:srgbClr val="002060"/>
                </a:solidFill>
                <a:latin typeface="Times New Roman" panose="02020603050405020304" pitchFamily="18" charset="0"/>
                <a:cs typeface="Times New Roman" panose="02020603050405020304" pitchFamily="18" charset="0"/>
              </a:rPr>
              <a:t> </a:t>
            </a:r>
            <a:r>
              <a:rPr sz="2200" spc="23" dirty="0">
                <a:solidFill>
                  <a:srgbClr val="002060"/>
                </a:solidFill>
                <a:latin typeface="Times New Roman" panose="02020603050405020304" pitchFamily="18" charset="0"/>
                <a:cs typeface="Times New Roman" panose="02020603050405020304" pitchFamily="18" charset="0"/>
              </a:rPr>
              <a:t>(VMM) </a:t>
            </a:r>
            <a:r>
              <a:rPr sz="2200" spc="-90" dirty="0">
                <a:solidFill>
                  <a:srgbClr val="002060"/>
                </a:solidFill>
                <a:latin typeface="Times New Roman" panose="02020603050405020304" pitchFamily="18" charset="0"/>
                <a:cs typeface="Times New Roman" panose="02020603050405020304" pitchFamily="18" charset="0"/>
              </a:rPr>
              <a:t>was</a:t>
            </a:r>
            <a:r>
              <a:rPr sz="2200" spc="-86" dirty="0">
                <a:solidFill>
                  <a:srgbClr val="002060"/>
                </a:solidFill>
                <a:latin typeface="Times New Roman" panose="02020603050405020304" pitchFamily="18" charset="0"/>
                <a:cs typeface="Times New Roman" panose="02020603050405020304" pitchFamily="18" charset="0"/>
              </a:rPr>
              <a:t> </a:t>
            </a:r>
            <a:r>
              <a:rPr sz="2200" spc="-109" dirty="0">
                <a:solidFill>
                  <a:srgbClr val="002060"/>
                </a:solidFill>
                <a:latin typeface="Times New Roman" panose="02020603050405020304" pitchFamily="18" charset="0"/>
                <a:cs typeface="Times New Roman" panose="02020603050405020304" pitchFamily="18" charset="0"/>
              </a:rPr>
              <a:t>created</a:t>
            </a:r>
            <a:r>
              <a:rPr sz="2200" spc="-105" dirty="0">
                <a:solidFill>
                  <a:srgbClr val="002060"/>
                </a:solidFill>
                <a:latin typeface="Times New Roman" panose="02020603050405020304" pitchFamily="18" charset="0"/>
                <a:cs typeface="Times New Roman" panose="02020603050405020304" pitchFamily="18" charset="0"/>
              </a:rPr>
              <a:t> </a:t>
            </a:r>
            <a:r>
              <a:rPr sz="2200" spc="-45" dirty="0">
                <a:solidFill>
                  <a:srgbClr val="002060"/>
                </a:solidFill>
                <a:latin typeface="Times New Roman" panose="02020603050405020304" pitchFamily="18" charset="0"/>
                <a:cs typeface="Times New Roman" panose="02020603050405020304" pitchFamily="18" charset="0"/>
              </a:rPr>
              <a:t>to</a:t>
            </a:r>
            <a:r>
              <a:rPr sz="2200" spc="450" dirty="0">
                <a:solidFill>
                  <a:srgbClr val="002060"/>
                </a:solidFill>
                <a:latin typeface="Times New Roman" panose="02020603050405020304" pitchFamily="18" charset="0"/>
                <a:cs typeface="Times New Roman" panose="02020603050405020304" pitchFamily="18" charset="0"/>
              </a:rPr>
              <a:t> </a:t>
            </a:r>
            <a:r>
              <a:rPr sz="2200" spc="-79" dirty="0">
                <a:solidFill>
                  <a:srgbClr val="002060"/>
                </a:solidFill>
                <a:latin typeface="Times New Roman" panose="02020603050405020304" pitchFamily="18" charset="0"/>
                <a:cs typeface="Times New Roman" panose="02020603050405020304" pitchFamily="18" charset="0"/>
              </a:rPr>
              <a:t>solve</a:t>
            </a:r>
            <a:r>
              <a:rPr sz="2200" spc="386" dirty="0">
                <a:solidFill>
                  <a:srgbClr val="002060"/>
                </a:solidFill>
                <a:latin typeface="Times New Roman" panose="02020603050405020304" pitchFamily="18" charset="0"/>
                <a:cs typeface="Times New Roman" panose="02020603050405020304" pitchFamily="18" charset="0"/>
              </a:rPr>
              <a:t> </a:t>
            </a:r>
            <a:r>
              <a:rPr sz="2200" spc="-180" dirty="0">
                <a:solidFill>
                  <a:srgbClr val="002060"/>
                </a:solidFill>
                <a:latin typeface="Times New Roman" panose="02020603050405020304" pitchFamily="18" charset="0"/>
                <a:cs typeface="Times New Roman" panose="02020603050405020304" pitchFamily="18" charset="0"/>
              </a:rPr>
              <a:t>a </a:t>
            </a:r>
            <a:r>
              <a:rPr sz="2200" spc="-176" dirty="0">
                <a:solidFill>
                  <a:srgbClr val="002060"/>
                </a:solidFill>
                <a:latin typeface="Times New Roman" panose="02020603050405020304" pitchFamily="18" charset="0"/>
                <a:cs typeface="Times New Roman" panose="02020603050405020304" pitchFamily="18" charset="0"/>
              </a:rPr>
              <a:t> </a:t>
            </a:r>
            <a:r>
              <a:rPr sz="2200" spc="-116" dirty="0">
                <a:solidFill>
                  <a:srgbClr val="002060"/>
                </a:solidFill>
                <a:latin typeface="Times New Roman" panose="02020603050405020304" pitchFamily="18" charset="0"/>
                <a:cs typeface="Times New Roman" panose="02020603050405020304" pitchFamily="18" charset="0"/>
              </a:rPr>
              <a:t>specific</a:t>
            </a:r>
            <a:r>
              <a:rPr sz="2200" spc="-113" dirty="0">
                <a:solidFill>
                  <a:srgbClr val="002060"/>
                </a:solidFill>
                <a:latin typeface="Times New Roman" panose="02020603050405020304" pitchFamily="18" charset="0"/>
                <a:cs typeface="Times New Roman" panose="02020603050405020304" pitchFamily="18" charset="0"/>
              </a:rPr>
              <a:t> </a:t>
            </a:r>
            <a:r>
              <a:rPr sz="2200" spc="-109" dirty="0">
                <a:solidFill>
                  <a:srgbClr val="002060"/>
                </a:solidFill>
                <a:latin typeface="Times New Roman" panose="02020603050405020304" pitchFamily="18" charset="0"/>
                <a:cs typeface="Times New Roman" panose="02020603050405020304" pitchFamily="18" charset="0"/>
              </a:rPr>
              <a:t>problem.</a:t>
            </a:r>
            <a:r>
              <a:rPr sz="2200" spc="-105" dirty="0">
                <a:solidFill>
                  <a:srgbClr val="002060"/>
                </a:solidFill>
                <a:latin typeface="Times New Roman" panose="02020603050405020304" pitchFamily="18" charset="0"/>
                <a:cs typeface="Times New Roman" panose="02020603050405020304" pitchFamily="18" charset="0"/>
              </a:rPr>
              <a:t> </a:t>
            </a:r>
            <a:r>
              <a:rPr sz="2200" spc="-98" dirty="0">
                <a:solidFill>
                  <a:srgbClr val="002060"/>
                </a:solidFill>
                <a:latin typeface="Times New Roman" panose="02020603050405020304" pitchFamily="18" charset="0"/>
                <a:cs typeface="Times New Roman" panose="02020603050405020304" pitchFamily="18" charset="0"/>
              </a:rPr>
              <a:t>However,</a:t>
            </a:r>
            <a:r>
              <a:rPr sz="2200" spc="-94" dirty="0">
                <a:solidFill>
                  <a:srgbClr val="002060"/>
                </a:solidFill>
                <a:latin typeface="Times New Roman" panose="02020603050405020304" pitchFamily="18" charset="0"/>
                <a:cs typeface="Times New Roman" panose="02020603050405020304" pitchFamily="18" charset="0"/>
              </a:rPr>
              <a:t> </a:t>
            </a:r>
            <a:r>
              <a:rPr sz="2200" spc="60" dirty="0">
                <a:solidFill>
                  <a:srgbClr val="002060"/>
                </a:solidFill>
                <a:latin typeface="Times New Roman" panose="02020603050405020304" pitchFamily="18" charset="0"/>
                <a:cs typeface="Times New Roman" panose="02020603050405020304" pitchFamily="18" charset="0"/>
              </a:rPr>
              <a:t>VMMs </a:t>
            </a:r>
            <a:r>
              <a:rPr sz="2200" spc="-146" dirty="0">
                <a:solidFill>
                  <a:srgbClr val="002060"/>
                </a:solidFill>
                <a:latin typeface="Times New Roman" panose="02020603050405020304" pitchFamily="18" charset="0"/>
                <a:cs typeface="Times New Roman" panose="02020603050405020304" pitchFamily="18" charset="0"/>
              </a:rPr>
              <a:t>have</a:t>
            </a:r>
            <a:r>
              <a:rPr sz="2200" spc="-143" dirty="0">
                <a:solidFill>
                  <a:srgbClr val="002060"/>
                </a:solidFill>
                <a:latin typeface="Times New Roman" panose="02020603050405020304" pitchFamily="18" charset="0"/>
                <a:cs typeface="Times New Roman" panose="02020603050405020304" pitchFamily="18" charset="0"/>
              </a:rPr>
              <a:t> </a:t>
            </a:r>
            <a:r>
              <a:rPr sz="2200" spc="-109" dirty="0">
                <a:solidFill>
                  <a:srgbClr val="002060"/>
                </a:solidFill>
                <a:latin typeface="Times New Roman" panose="02020603050405020304" pitchFamily="18" charset="0"/>
                <a:cs typeface="Times New Roman" panose="02020603050405020304" pitchFamily="18" charset="0"/>
              </a:rPr>
              <a:t>evolved</a:t>
            </a:r>
            <a:r>
              <a:rPr sz="2200" spc="-105" dirty="0">
                <a:solidFill>
                  <a:srgbClr val="002060"/>
                </a:solidFill>
                <a:latin typeface="Times New Roman" panose="02020603050405020304" pitchFamily="18" charset="0"/>
                <a:cs typeface="Times New Roman" panose="02020603050405020304" pitchFamily="18" charset="0"/>
              </a:rPr>
              <a:t> </a:t>
            </a:r>
            <a:r>
              <a:rPr sz="2200" spc="-79" dirty="0">
                <a:solidFill>
                  <a:srgbClr val="002060"/>
                </a:solidFill>
                <a:latin typeface="Times New Roman" panose="02020603050405020304" pitchFamily="18" charset="0"/>
                <a:cs typeface="Times New Roman" panose="02020603050405020304" pitchFamily="18" charset="0"/>
              </a:rPr>
              <a:t>into</a:t>
            </a:r>
            <a:r>
              <a:rPr sz="2200" spc="-75" dirty="0">
                <a:solidFill>
                  <a:srgbClr val="002060"/>
                </a:solidFill>
                <a:latin typeface="Times New Roman" panose="02020603050405020304" pitchFamily="18" charset="0"/>
                <a:cs typeface="Times New Roman" panose="02020603050405020304" pitchFamily="18" charset="0"/>
              </a:rPr>
              <a:t> </a:t>
            </a:r>
            <a:r>
              <a:rPr sz="2200" spc="-90" dirty="0">
                <a:solidFill>
                  <a:srgbClr val="002060"/>
                </a:solidFill>
                <a:latin typeface="Times New Roman" panose="02020603050405020304" pitchFamily="18" charset="0"/>
                <a:cs typeface="Times New Roman" panose="02020603050405020304" pitchFamily="18" charset="0"/>
              </a:rPr>
              <a:t>something</a:t>
            </a:r>
            <a:r>
              <a:rPr sz="2200" spc="-86" dirty="0">
                <a:solidFill>
                  <a:srgbClr val="002060"/>
                </a:solidFill>
                <a:latin typeface="Times New Roman" panose="02020603050405020304" pitchFamily="18" charset="0"/>
                <a:cs typeface="Times New Roman" panose="02020603050405020304" pitchFamily="18" charset="0"/>
              </a:rPr>
              <a:t> </a:t>
            </a:r>
            <a:r>
              <a:rPr sz="2200" spc="-113" dirty="0">
                <a:solidFill>
                  <a:srgbClr val="002060"/>
                </a:solidFill>
                <a:latin typeface="Times New Roman" panose="02020603050405020304" pitchFamily="18" charset="0"/>
                <a:cs typeface="Times New Roman" panose="02020603050405020304" pitchFamily="18" charset="0"/>
              </a:rPr>
              <a:t>quite </a:t>
            </a:r>
            <a:r>
              <a:rPr sz="2200" spc="-109" dirty="0">
                <a:solidFill>
                  <a:srgbClr val="002060"/>
                </a:solidFill>
                <a:latin typeface="Times New Roman" panose="02020603050405020304" pitchFamily="18" charset="0"/>
                <a:cs typeface="Times New Roman" panose="02020603050405020304" pitchFamily="18" charset="0"/>
              </a:rPr>
              <a:t> </a:t>
            </a:r>
            <a:r>
              <a:rPr sz="2200" spc="-139" dirty="0">
                <a:solidFill>
                  <a:srgbClr val="002060"/>
                </a:solidFill>
                <a:latin typeface="Times New Roman" panose="02020603050405020304" pitchFamily="18" charset="0"/>
                <a:cs typeface="Times New Roman" panose="02020603050405020304" pitchFamily="18" charset="0"/>
              </a:rPr>
              <a:t>different, </a:t>
            </a:r>
            <a:r>
              <a:rPr sz="2200" spc="-8" dirty="0">
                <a:solidFill>
                  <a:srgbClr val="002060"/>
                </a:solidFill>
                <a:latin typeface="Times New Roman" panose="02020603050405020304" pitchFamily="18" charset="0"/>
                <a:cs typeface="Times New Roman" panose="02020603050405020304" pitchFamily="18" charset="0"/>
              </a:rPr>
              <a:t>so </a:t>
            </a:r>
            <a:r>
              <a:rPr sz="2200" spc="-101" dirty="0">
                <a:solidFill>
                  <a:srgbClr val="002060"/>
                </a:solidFill>
                <a:latin typeface="Times New Roman" panose="02020603050405020304" pitchFamily="18" charset="0"/>
                <a:cs typeface="Times New Roman" panose="02020603050405020304" pitchFamily="18" charset="0"/>
              </a:rPr>
              <a:t>much </a:t>
            </a:r>
            <a:r>
              <a:rPr sz="2200" spc="-8" dirty="0">
                <a:solidFill>
                  <a:srgbClr val="002060"/>
                </a:solidFill>
                <a:latin typeface="Times New Roman" panose="02020603050405020304" pitchFamily="18" charset="0"/>
                <a:cs typeface="Times New Roman" panose="02020603050405020304" pitchFamily="18" charset="0"/>
              </a:rPr>
              <a:t>so </a:t>
            </a:r>
            <a:r>
              <a:rPr sz="2200" spc="-124" dirty="0">
                <a:solidFill>
                  <a:srgbClr val="002060"/>
                </a:solidFill>
                <a:latin typeface="Times New Roman" panose="02020603050405020304" pitchFamily="18" charset="0"/>
                <a:cs typeface="Times New Roman" panose="02020603050405020304" pitchFamily="18" charset="0"/>
              </a:rPr>
              <a:t>that </a:t>
            </a:r>
            <a:r>
              <a:rPr sz="2200" spc="-105" dirty="0">
                <a:solidFill>
                  <a:srgbClr val="002060"/>
                </a:solidFill>
                <a:latin typeface="Times New Roman" panose="02020603050405020304" pitchFamily="18" charset="0"/>
                <a:cs typeface="Times New Roman" panose="02020603050405020304" pitchFamily="18" charset="0"/>
              </a:rPr>
              <a:t>the </a:t>
            </a:r>
            <a:r>
              <a:rPr sz="2200" spc="-83" dirty="0">
                <a:solidFill>
                  <a:srgbClr val="002060"/>
                </a:solidFill>
                <a:latin typeface="Times New Roman" panose="02020603050405020304" pitchFamily="18" charset="0"/>
                <a:cs typeface="Times New Roman" panose="02020603050405020304" pitchFamily="18" charset="0"/>
              </a:rPr>
              <a:t>term </a:t>
            </a:r>
            <a:r>
              <a:rPr sz="2200" spc="-101" dirty="0">
                <a:solidFill>
                  <a:srgbClr val="002060"/>
                </a:solidFill>
                <a:latin typeface="Times New Roman" panose="02020603050405020304" pitchFamily="18" charset="0"/>
                <a:cs typeface="Times New Roman" panose="02020603050405020304" pitchFamily="18" charset="0"/>
              </a:rPr>
              <a:t>virtual </a:t>
            </a:r>
            <a:r>
              <a:rPr sz="2200" spc="-116" dirty="0">
                <a:solidFill>
                  <a:srgbClr val="002060"/>
                </a:solidFill>
                <a:latin typeface="Times New Roman" panose="02020603050405020304" pitchFamily="18" charset="0"/>
                <a:cs typeface="Times New Roman" panose="02020603050405020304" pitchFamily="18" charset="0"/>
              </a:rPr>
              <a:t>machine manager </a:t>
            </a:r>
            <a:r>
              <a:rPr sz="2200" spc="-101" dirty="0">
                <a:solidFill>
                  <a:srgbClr val="002060"/>
                </a:solidFill>
                <a:latin typeface="Times New Roman" panose="02020603050405020304" pitchFamily="18" charset="0"/>
                <a:cs typeface="Times New Roman" panose="02020603050405020304" pitchFamily="18" charset="0"/>
              </a:rPr>
              <a:t>has </a:t>
            </a:r>
            <a:r>
              <a:rPr sz="2200" spc="-146" dirty="0">
                <a:solidFill>
                  <a:srgbClr val="002060"/>
                </a:solidFill>
                <a:latin typeface="Times New Roman" panose="02020603050405020304" pitchFamily="18" charset="0"/>
                <a:cs typeface="Times New Roman" panose="02020603050405020304" pitchFamily="18" charset="0"/>
              </a:rPr>
              <a:t>fallen </a:t>
            </a:r>
            <a:r>
              <a:rPr sz="2200" spc="-64" dirty="0">
                <a:solidFill>
                  <a:srgbClr val="002060"/>
                </a:solidFill>
                <a:latin typeface="Times New Roman" panose="02020603050405020304" pitchFamily="18" charset="0"/>
                <a:cs typeface="Times New Roman" panose="02020603050405020304" pitchFamily="18" charset="0"/>
              </a:rPr>
              <a:t>out </a:t>
            </a:r>
            <a:r>
              <a:rPr sz="2200" spc="-60" dirty="0">
                <a:solidFill>
                  <a:srgbClr val="002060"/>
                </a:solidFill>
                <a:latin typeface="Times New Roman" panose="02020603050405020304" pitchFamily="18" charset="0"/>
                <a:cs typeface="Times New Roman" panose="02020603050405020304" pitchFamily="18" charset="0"/>
              </a:rPr>
              <a:t> </a:t>
            </a:r>
            <a:r>
              <a:rPr sz="2200" spc="-98" dirty="0">
                <a:solidFill>
                  <a:srgbClr val="002060"/>
                </a:solidFill>
                <a:latin typeface="Times New Roman" panose="02020603050405020304" pitchFamily="18" charset="0"/>
                <a:cs typeface="Times New Roman" panose="02020603050405020304" pitchFamily="18" charset="0"/>
              </a:rPr>
              <a:t>of</a:t>
            </a:r>
            <a:r>
              <a:rPr sz="2200" spc="-41" dirty="0">
                <a:solidFill>
                  <a:srgbClr val="002060"/>
                </a:solidFill>
                <a:latin typeface="Times New Roman" panose="02020603050405020304" pitchFamily="18" charset="0"/>
                <a:cs typeface="Times New Roman" panose="02020603050405020304" pitchFamily="18" charset="0"/>
              </a:rPr>
              <a:t> </a:t>
            </a:r>
            <a:r>
              <a:rPr sz="2200" spc="-113" dirty="0">
                <a:solidFill>
                  <a:srgbClr val="002060"/>
                </a:solidFill>
                <a:latin typeface="Times New Roman" panose="02020603050405020304" pitchFamily="18" charset="0"/>
                <a:cs typeface="Times New Roman" panose="02020603050405020304" pitchFamily="18" charset="0"/>
              </a:rPr>
              <a:t>favor</a:t>
            </a:r>
            <a:r>
              <a:rPr sz="2200" spc="-53" dirty="0">
                <a:solidFill>
                  <a:srgbClr val="002060"/>
                </a:solidFill>
                <a:latin typeface="Times New Roman" panose="02020603050405020304" pitchFamily="18" charset="0"/>
                <a:cs typeface="Times New Roman" panose="02020603050405020304" pitchFamily="18" charset="0"/>
              </a:rPr>
              <a:t> </a:t>
            </a:r>
            <a:r>
              <a:rPr sz="2200" spc="-116" dirty="0">
                <a:solidFill>
                  <a:srgbClr val="002060"/>
                </a:solidFill>
                <a:latin typeface="Times New Roman" panose="02020603050405020304" pitchFamily="18" charset="0"/>
                <a:cs typeface="Times New Roman" panose="02020603050405020304" pitchFamily="18" charset="0"/>
              </a:rPr>
              <a:t>and</a:t>
            </a:r>
            <a:r>
              <a:rPr sz="2200" spc="-45" dirty="0">
                <a:solidFill>
                  <a:srgbClr val="002060"/>
                </a:solidFill>
                <a:latin typeface="Times New Roman" panose="02020603050405020304" pitchFamily="18" charset="0"/>
                <a:cs typeface="Times New Roman" panose="02020603050405020304" pitchFamily="18" charset="0"/>
              </a:rPr>
              <a:t> </a:t>
            </a:r>
            <a:r>
              <a:rPr sz="2200" spc="-101" dirty="0">
                <a:solidFill>
                  <a:srgbClr val="002060"/>
                </a:solidFill>
                <a:latin typeface="Times New Roman" panose="02020603050405020304" pitchFamily="18" charset="0"/>
                <a:cs typeface="Times New Roman" panose="02020603050405020304" pitchFamily="18" charset="0"/>
              </a:rPr>
              <a:t>has</a:t>
            </a:r>
            <a:r>
              <a:rPr sz="2200" spc="-41" dirty="0">
                <a:solidFill>
                  <a:srgbClr val="002060"/>
                </a:solidFill>
                <a:latin typeface="Times New Roman" panose="02020603050405020304" pitchFamily="18" charset="0"/>
                <a:cs typeface="Times New Roman" panose="02020603050405020304" pitchFamily="18" charset="0"/>
              </a:rPr>
              <a:t> </a:t>
            </a:r>
            <a:r>
              <a:rPr sz="2200" spc="-109" dirty="0">
                <a:solidFill>
                  <a:srgbClr val="002060"/>
                </a:solidFill>
                <a:latin typeface="Times New Roman" panose="02020603050405020304" pitchFamily="18" charset="0"/>
                <a:cs typeface="Times New Roman" panose="02020603050405020304" pitchFamily="18" charset="0"/>
              </a:rPr>
              <a:t>been</a:t>
            </a:r>
            <a:r>
              <a:rPr sz="2200" spc="-41" dirty="0">
                <a:solidFill>
                  <a:srgbClr val="002060"/>
                </a:solidFill>
                <a:latin typeface="Times New Roman" panose="02020603050405020304" pitchFamily="18" charset="0"/>
                <a:cs typeface="Times New Roman" panose="02020603050405020304" pitchFamily="18" charset="0"/>
              </a:rPr>
              <a:t> </a:t>
            </a:r>
            <a:r>
              <a:rPr sz="2200" spc="-113" dirty="0">
                <a:solidFill>
                  <a:srgbClr val="002060"/>
                </a:solidFill>
                <a:latin typeface="Times New Roman" panose="02020603050405020304" pitchFamily="18" charset="0"/>
                <a:cs typeface="Times New Roman" panose="02020603050405020304" pitchFamily="18" charset="0"/>
              </a:rPr>
              <a:t>replaced</a:t>
            </a:r>
            <a:r>
              <a:rPr sz="2200" spc="-53" dirty="0">
                <a:solidFill>
                  <a:srgbClr val="002060"/>
                </a:solidFill>
                <a:latin typeface="Times New Roman" panose="02020603050405020304" pitchFamily="18" charset="0"/>
                <a:cs typeface="Times New Roman" panose="02020603050405020304" pitchFamily="18" charset="0"/>
              </a:rPr>
              <a:t> </a:t>
            </a:r>
            <a:r>
              <a:rPr sz="2200" spc="-94" dirty="0">
                <a:solidFill>
                  <a:srgbClr val="002060"/>
                </a:solidFill>
                <a:latin typeface="Times New Roman" panose="02020603050405020304" pitchFamily="18" charset="0"/>
                <a:cs typeface="Times New Roman" panose="02020603050405020304" pitchFamily="18" charset="0"/>
              </a:rPr>
              <a:t>with</a:t>
            </a:r>
            <a:r>
              <a:rPr sz="2200" spc="-49" dirty="0">
                <a:solidFill>
                  <a:srgbClr val="002060"/>
                </a:solidFill>
                <a:latin typeface="Times New Roman" panose="02020603050405020304" pitchFamily="18" charset="0"/>
                <a:cs typeface="Times New Roman" panose="02020603050405020304" pitchFamily="18" charset="0"/>
              </a:rPr>
              <a:t> </a:t>
            </a:r>
            <a:r>
              <a:rPr sz="2200" spc="-109" dirty="0">
                <a:solidFill>
                  <a:srgbClr val="002060"/>
                </a:solidFill>
                <a:latin typeface="Times New Roman" panose="02020603050405020304" pitchFamily="18" charset="0"/>
                <a:cs typeface="Times New Roman" panose="02020603050405020304" pitchFamily="18" charset="0"/>
              </a:rPr>
              <a:t>the</a:t>
            </a:r>
            <a:r>
              <a:rPr sz="2200" spc="-53" dirty="0">
                <a:solidFill>
                  <a:srgbClr val="002060"/>
                </a:solidFill>
                <a:latin typeface="Times New Roman" panose="02020603050405020304" pitchFamily="18" charset="0"/>
                <a:cs typeface="Times New Roman" panose="02020603050405020304" pitchFamily="18" charset="0"/>
              </a:rPr>
              <a:t> </a:t>
            </a:r>
            <a:r>
              <a:rPr sz="2200" spc="-83" dirty="0">
                <a:solidFill>
                  <a:srgbClr val="002060"/>
                </a:solidFill>
                <a:latin typeface="Times New Roman" panose="02020603050405020304" pitchFamily="18" charset="0"/>
                <a:cs typeface="Times New Roman" panose="02020603050405020304" pitchFamily="18" charset="0"/>
              </a:rPr>
              <a:t>term</a:t>
            </a:r>
            <a:r>
              <a:rPr sz="2200" spc="-38" dirty="0">
                <a:solidFill>
                  <a:srgbClr val="002060"/>
                </a:solidFill>
                <a:latin typeface="Times New Roman" panose="02020603050405020304" pitchFamily="18" charset="0"/>
                <a:cs typeface="Times New Roman" panose="02020603050405020304" pitchFamily="18" charset="0"/>
              </a:rPr>
              <a:t> </a:t>
            </a:r>
            <a:r>
              <a:rPr sz="2200" spc="-98" dirty="0">
                <a:solidFill>
                  <a:srgbClr val="002060"/>
                </a:solidFill>
                <a:latin typeface="Times New Roman" panose="02020603050405020304" pitchFamily="18" charset="0"/>
                <a:cs typeface="Times New Roman" panose="02020603050405020304" pitchFamily="18" charset="0"/>
              </a:rPr>
              <a:t>hypervisor.</a:t>
            </a:r>
            <a:endParaRPr sz="2200" dirty="0">
              <a:solidFill>
                <a:srgbClr val="002060"/>
              </a:solidFill>
              <a:latin typeface="Times New Roman" panose="02020603050405020304" pitchFamily="18" charset="0"/>
              <a:cs typeface="Times New Roman" panose="02020603050405020304" pitchFamily="18" charset="0"/>
            </a:endParaRPr>
          </a:p>
          <a:p>
            <a:pPr marL="180499" marR="3810" indent="-171450" algn="just">
              <a:lnSpc>
                <a:spcPct val="110000"/>
              </a:lnSpc>
              <a:spcBef>
                <a:spcPts val="746"/>
              </a:spcBef>
              <a:buClr>
                <a:srgbClr val="B71E42"/>
              </a:buClr>
              <a:buFont typeface="Arial MT"/>
              <a:buChar char="•"/>
              <a:tabLst>
                <a:tab pos="180975" algn="l"/>
              </a:tabLst>
            </a:pPr>
            <a:r>
              <a:rPr sz="2200" spc="-158" dirty="0">
                <a:solidFill>
                  <a:srgbClr val="002060"/>
                </a:solidFill>
                <a:latin typeface="Times New Roman" panose="02020603050405020304" pitchFamily="18" charset="0"/>
                <a:cs typeface="Times New Roman" panose="02020603050405020304" pitchFamily="18" charset="0"/>
              </a:rPr>
              <a:t>Today’s</a:t>
            </a:r>
            <a:r>
              <a:rPr sz="2200" spc="-153" dirty="0">
                <a:solidFill>
                  <a:srgbClr val="002060"/>
                </a:solidFill>
                <a:latin typeface="Times New Roman" panose="02020603050405020304" pitchFamily="18" charset="0"/>
                <a:cs typeface="Times New Roman" panose="02020603050405020304" pitchFamily="18" charset="0"/>
              </a:rPr>
              <a:t> </a:t>
            </a:r>
            <a:r>
              <a:rPr sz="2200" spc="-60" dirty="0">
                <a:solidFill>
                  <a:srgbClr val="002060"/>
                </a:solidFill>
                <a:latin typeface="Times New Roman" panose="02020603050405020304" pitchFamily="18" charset="0"/>
                <a:cs typeface="Times New Roman" panose="02020603050405020304" pitchFamily="18" charset="0"/>
              </a:rPr>
              <a:t>hypervisors</a:t>
            </a:r>
            <a:r>
              <a:rPr sz="2200" spc="-56" dirty="0">
                <a:solidFill>
                  <a:srgbClr val="002060"/>
                </a:solidFill>
                <a:latin typeface="Times New Roman" panose="02020603050405020304" pitchFamily="18" charset="0"/>
                <a:cs typeface="Times New Roman" panose="02020603050405020304" pitchFamily="18" charset="0"/>
              </a:rPr>
              <a:t> </a:t>
            </a:r>
            <a:r>
              <a:rPr sz="2200" spc="-101" dirty="0">
                <a:solidFill>
                  <a:srgbClr val="002060"/>
                </a:solidFill>
                <a:latin typeface="Times New Roman" panose="02020603050405020304" pitchFamily="18" charset="0"/>
                <a:cs typeface="Times New Roman" panose="02020603050405020304" pitchFamily="18" charset="0"/>
              </a:rPr>
              <a:t>allow</a:t>
            </a:r>
            <a:r>
              <a:rPr sz="2200" spc="-98" dirty="0">
                <a:solidFill>
                  <a:srgbClr val="002060"/>
                </a:solidFill>
                <a:latin typeface="Times New Roman" panose="02020603050405020304" pitchFamily="18" charset="0"/>
                <a:cs typeface="Times New Roman" panose="02020603050405020304" pitchFamily="18" charset="0"/>
              </a:rPr>
              <a:t> </a:t>
            </a:r>
            <a:r>
              <a:rPr sz="2200" spc="-60" dirty="0">
                <a:solidFill>
                  <a:srgbClr val="002060"/>
                </a:solidFill>
                <a:latin typeface="Times New Roman" panose="02020603050405020304" pitchFamily="18" charset="0"/>
                <a:cs typeface="Times New Roman" panose="02020603050405020304" pitchFamily="18" charset="0"/>
              </a:rPr>
              <a:t>us</a:t>
            </a:r>
            <a:r>
              <a:rPr sz="2200" spc="-56" dirty="0">
                <a:solidFill>
                  <a:srgbClr val="002060"/>
                </a:solidFill>
                <a:latin typeface="Times New Roman" panose="02020603050405020304" pitchFamily="18" charset="0"/>
                <a:cs typeface="Times New Roman" panose="02020603050405020304" pitchFamily="18" charset="0"/>
              </a:rPr>
              <a:t> </a:t>
            </a:r>
            <a:r>
              <a:rPr sz="2200" spc="-45" dirty="0">
                <a:solidFill>
                  <a:srgbClr val="002060"/>
                </a:solidFill>
                <a:latin typeface="Times New Roman" panose="02020603050405020304" pitchFamily="18" charset="0"/>
                <a:cs typeface="Times New Roman" panose="02020603050405020304" pitchFamily="18" charset="0"/>
              </a:rPr>
              <a:t>to</a:t>
            </a:r>
            <a:r>
              <a:rPr sz="2200" spc="-41" dirty="0">
                <a:solidFill>
                  <a:srgbClr val="002060"/>
                </a:solidFill>
                <a:latin typeface="Times New Roman" panose="02020603050405020304" pitchFamily="18" charset="0"/>
                <a:cs typeface="Times New Roman" panose="02020603050405020304" pitchFamily="18" charset="0"/>
              </a:rPr>
              <a:t> </a:t>
            </a:r>
            <a:r>
              <a:rPr sz="2200" spc="-127" dirty="0">
                <a:solidFill>
                  <a:srgbClr val="002060"/>
                </a:solidFill>
                <a:latin typeface="Times New Roman" panose="02020603050405020304" pitchFamily="18" charset="0"/>
                <a:cs typeface="Times New Roman" panose="02020603050405020304" pitchFamily="18" charset="0"/>
              </a:rPr>
              <a:t>make</a:t>
            </a:r>
            <a:r>
              <a:rPr sz="2200" spc="-124" dirty="0">
                <a:solidFill>
                  <a:srgbClr val="002060"/>
                </a:solidFill>
                <a:latin typeface="Times New Roman" panose="02020603050405020304" pitchFamily="18" charset="0"/>
                <a:cs typeface="Times New Roman" panose="02020603050405020304" pitchFamily="18" charset="0"/>
              </a:rPr>
              <a:t> </a:t>
            </a:r>
            <a:r>
              <a:rPr sz="2200" spc="-94" dirty="0">
                <a:solidFill>
                  <a:srgbClr val="002060"/>
                </a:solidFill>
                <a:latin typeface="Times New Roman" panose="02020603050405020304" pitchFamily="18" charset="0"/>
                <a:cs typeface="Times New Roman" panose="02020603050405020304" pitchFamily="18" charset="0"/>
              </a:rPr>
              <a:t>better</a:t>
            </a:r>
            <a:r>
              <a:rPr sz="2200" spc="-90" dirty="0">
                <a:solidFill>
                  <a:srgbClr val="002060"/>
                </a:solidFill>
                <a:latin typeface="Times New Roman" panose="02020603050405020304" pitchFamily="18" charset="0"/>
                <a:cs typeface="Times New Roman" panose="02020603050405020304" pitchFamily="18" charset="0"/>
              </a:rPr>
              <a:t> </a:t>
            </a:r>
            <a:r>
              <a:rPr sz="2200" spc="-83" dirty="0">
                <a:solidFill>
                  <a:srgbClr val="002060"/>
                </a:solidFill>
                <a:latin typeface="Times New Roman" panose="02020603050405020304" pitchFamily="18" charset="0"/>
                <a:cs typeface="Times New Roman" panose="02020603050405020304" pitchFamily="18" charset="0"/>
              </a:rPr>
              <a:t>use</a:t>
            </a:r>
            <a:r>
              <a:rPr sz="2200" spc="-79" dirty="0">
                <a:solidFill>
                  <a:srgbClr val="002060"/>
                </a:solidFill>
                <a:latin typeface="Times New Roman" panose="02020603050405020304" pitchFamily="18" charset="0"/>
                <a:cs typeface="Times New Roman" panose="02020603050405020304" pitchFamily="18" charset="0"/>
              </a:rPr>
              <a:t> </a:t>
            </a:r>
            <a:r>
              <a:rPr sz="2200" spc="-98" dirty="0">
                <a:solidFill>
                  <a:srgbClr val="002060"/>
                </a:solidFill>
                <a:latin typeface="Times New Roman" panose="02020603050405020304" pitchFamily="18" charset="0"/>
                <a:cs typeface="Times New Roman" panose="02020603050405020304" pitchFamily="18" charset="0"/>
              </a:rPr>
              <a:t>of</a:t>
            </a:r>
            <a:r>
              <a:rPr sz="2200" spc="-94" dirty="0">
                <a:solidFill>
                  <a:srgbClr val="002060"/>
                </a:solidFill>
                <a:latin typeface="Times New Roman" panose="02020603050405020304" pitchFamily="18" charset="0"/>
                <a:cs typeface="Times New Roman" panose="02020603050405020304" pitchFamily="18" charset="0"/>
              </a:rPr>
              <a:t> </a:t>
            </a:r>
            <a:r>
              <a:rPr sz="2200" spc="-109" dirty="0">
                <a:solidFill>
                  <a:srgbClr val="002060"/>
                </a:solidFill>
                <a:latin typeface="Times New Roman" panose="02020603050405020304" pitchFamily="18" charset="0"/>
                <a:cs typeface="Times New Roman" panose="02020603050405020304" pitchFamily="18" charset="0"/>
              </a:rPr>
              <a:t>the</a:t>
            </a:r>
            <a:r>
              <a:rPr sz="2200" spc="-105" dirty="0">
                <a:solidFill>
                  <a:srgbClr val="002060"/>
                </a:solidFill>
                <a:latin typeface="Times New Roman" panose="02020603050405020304" pitchFamily="18" charset="0"/>
                <a:cs typeface="Times New Roman" panose="02020603050405020304" pitchFamily="18" charset="0"/>
              </a:rPr>
              <a:t> </a:t>
            </a:r>
            <a:r>
              <a:rPr sz="2200" spc="-116" dirty="0">
                <a:solidFill>
                  <a:srgbClr val="002060"/>
                </a:solidFill>
                <a:latin typeface="Times New Roman" panose="02020603050405020304" pitchFamily="18" charset="0"/>
                <a:cs typeface="Times New Roman" panose="02020603050405020304" pitchFamily="18" charset="0"/>
              </a:rPr>
              <a:t>ever-faster </a:t>
            </a:r>
            <a:r>
              <a:rPr sz="2200" spc="-113" dirty="0">
                <a:solidFill>
                  <a:srgbClr val="002060"/>
                </a:solidFill>
                <a:latin typeface="Times New Roman" panose="02020603050405020304" pitchFamily="18" charset="0"/>
                <a:cs typeface="Times New Roman" panose="02020603050405020304" pitchFamily="18" charset="0"/>
              </a:rPr>
              <a:t> </a:t>
            </a:r>
            <a:r>
              <a:rPr sz="2200" spc="-41" dirty="0">
                <a:solidFill>
                  <a:srgbClr val="002060"/>
                </a:solidFill>
                <a:latin typeface="Times New Roman" panose="02020603050405020304" pitchFamily="18" charset="0"/>
                <a:cs typeface="Times New Roman" panose="02020603050405020304" pitchFamily="18" charset="0"/>
              </a:rPr>
              <a:t>processors </a:t>
            </a:r>
            <a:r>
              <a:rPr sz="2200" spc="-124" dirty="0">
                <a:solidFill>
                  <a:srgbClr val="002060"/>
                </a:solidFill>
                <a:latin typeface="Times New Roman" panose="02020603050405020304" pitchFamily="18" charset="0"/>
                <a:cs typeface="Times New Roman" panose="02020603050405020304" pitchFamily="18" charset="0"/>
              </a:rPr>
              <a:t>that </a:t>
            </a:r>
            <a:r>
              <a:rPr sz="2200" spc="-105" dirty="0">
                <a:solidFill>
                  <a:srgbClr val="002060"/>
                </a:solidFill>
                <a:latin typeface="Times New Roman" panose="02020603050405020304" pitchFamily="18" charset="0"/>
                <a:cs typeface="Times New Roman" panose="02020603050405020304" pitchFamily="18" charset="0"/>
              </a:rPr>
              <a:t>regularly </a:t>
            </a:r>
            <a:r>
              <a:rPr sz="2200" spc="-116" dirty="0">
                <a:solidFill>
                  <a:srgbClr val="002060"/>
                </a:solidFill>
                <a:latin typeface="Times New Roman" panose="02020603050405020304" pitchFamily="18" charset="0"/>
                <a:cs typeface="Times New Roman" panose="02020603050405020304" pitchFamily="18" charset="0"/>
              </a:rPr>
              <a:t>appear </a:t>
            </a:r>
            <a:r>
              <a:rPr sz="2200" spc="-101" dirty="0">
                <a:solidFill>
                  <a:srgbClr val="002060"/>
                </a:solidFill>
                <a:latin typeface="Times New Roman" panose="02020603050405020304" pitchFamily="18" charset="0"/>
                <a:cs typeface="Times New Roman" panose="02020603050405020304" pitchFamily="18" charset="0"/>
              </a:rPr>
              <a:t>in </a:t>
            </a:r>
            <a:r>
              <a:rPr sz="2200" spc="-109" dirty="0">
                <a:solidFill>
                  <a:srgbClr val="002060"/>
                </a:solidFill>
                <a:latin typeface="Times New Roman" panose="02020603050405020304" pitchFamily="18" charset="0"/>
                <a:cs typeface="Times New Roman" panose="02020603050405020304" pitchFamily="18" charset="0"/>
              </a:rPr>
              <a:t>the </a:t>
            </a:r>
            <a:r>
              <a:rPr sz="2200" spc="-101" dirty="0">
                <a:solidFill>
                  <a:srgbClr val="002060"/>
                </a:solidFill>
                <a:latin typeface="Times New Roman" panose="02020603050405020304" pitchFamily="18" charset="0"/>
                <a:cs typeface="Times New Roman" panose="02020603050405020304" pitchFamily="18" charset="0"/>
              </a:rPr>
              <a:t>commercial </a:t>
            </a:r>
            <a:r>
              <a:rPr sz="2200" spc="-105" dirty="0">
                <a:solidFill>
                  <a:srgbClr val="002060"/>
                </a:solidFill>
                <a:latin typeface="Times New Roman" panose="02020603050405020304" pitchFamily="18" charset="0"/>
                <a:cs typeface="Times New Roman" panose="02020603050405020304" pitchFamily="18" charset="0"/>
              </a:rPr>
              <a:t>market </a:t>
            </a:r>
            <a:r>
              <a:rPr sz="2200" spc="-116" dirty="0">
                <a:solidFill>
                  <a:srgbClr val="002060"/>
                </a:solidFill>
                <a:latin typeface="Times New Roman" panose="02020603050405020304" pitchFamily="18" charset="0"/>
                <a:cs typeface="Times New Roman" panose="02020603050405020304" pitchFamily="18" charset="0"/>
              </a:rPr>
              <a:t>and </a:t>
            </a:r>
            <a:r>
              <a:rPr sz="2200" spc="-45" dirty="0">
                <a:solidFill>
                  <a:srgbClr val="002060"/>
                </a:solidFill>
                <a:latin typeface="Times New Roman" panose="02020603050405020304" pitchFamily="18" charset="0"/>
                <a:cs typeface="Times New Roman" panose="02020603050405020304" pitchFamily="18" charset="0"/>
              </a:rPr>
              <a:t>to </a:t>
            </a:r>
            <a:r>
              <a:rPr sz="2200" spc="-60" dirty="0">
                <a:solidFill>
                  <a:srgbClr val="002060"/>
                </a:solidFill>
                <a:latin typeface="Times New Roman" panose="02020603050405020304" pitchFamily="18" charset="0"/>
                <a:cs typeface="Times New Roman" panose="02020603050405020304" pitchFamily="18" charset="0"/>
              </a:rPr>
              <a:t>more </a:t>
            </a:r>
            <a:r>
              <a:rPr sz="2200" spc="-56" dirty="0">
                <a:solidFill>
                  <a:srgbClr val="002060"/>
                </a:solidFill>
                <a:latin typeface="Times New Roman" panose="02020603050405020304" pitchFamily="18" charset="0"/>
                <a:cs typeface="Times New Roman" panose="02020603050405020304" pitchFamily="18" charset="0"/>
              </a:rPr>
              <a:t> </a:t>
            </a:r>
            <a:r>
              <a:rPr sz="2200" spc="-135" dirty="0">
                <a:solidFill>
                  <a:srgbClr val="002060"/>
                </a:solidFill>
                <a:latin typeface="Times New Roman" panose="02020603050405020304" pitchFamily="18" charset="0"/>
                <a:cs typeface="Times New Roman" panose="02020603050405020304" pitchFamily="18" charset="0"/>
              </a:rPr>
              <a:t>efficiently</a:t>
            </a:r>
            <a:r>
              <a:rPr sz="2200" spc="270" dirty="0">
                <a:solidFill>
                  <a:srgbClr val="002060"/>
                </a:solidFill>
                <a:latin typeface="Times New Roman" panose="02020603050405020304" pitchFamily="18" charset="0"/>
                <a:cs typeface="Times New Roman" panose="02020603050405020304" pitchFamily="18" charset="0"/>
              </a:rPr>
              <a:t> </a:t>
            </a:r>
            <a:r>
              <a:rPr sz="2200" spc="-86" dirty="0">
                <a:solidFill>
                  <a:srgbClr val="002060"/>
                </a:solidFill>
                <a:latin typeface="Times New Roman" panose="02020603050405020304" pitchFamily="18" charset="0"/>
                <a:cs typeface="Times New Roman" panose="02020603050405020304" pitchFamily="18" charset="0"/>
              </a:rPr>
              <a:t>use </a:t>
            </a:r>
            <a:r>
              <a:rPr sz="2200" spc="-105" dirty="0">
                <a:solidFill>
                  <a:srgbClr val="002060"/>
                </a:solidFill>
                <a:latin typeface="Times New Roman" panose="02020603050405020304" pitchFamily="18" charset="0"/>
                <a:cs typeface="Times New Roman" panose="02020603050405020304" pitchFamily="18" charset="0"/>
              </a:rPr>
              <a:t>the </a:t>
            </a:r>
            <a:r>
              <a:rPr sz="2200" spc="-94" dirty="0">
                <a:solidFill>
                  <a:srgbClr val="002060"/>
                </a:solidFill>
                <a:latin typeface="Times New Roman" panose="02020603050405020304" pitchFamily="18" charset="0"/>
                <a:cs typeface="Times New Roman" panose="02020603050405020304" pitchFamily="18" charset="0"/>
              </a:rPr>
              <a:t>larger </a:t>
            </a:r>
            <a:r>
              <a:rPr sz="2200" spc="-116" dirty="0">
                <a:solidFill>
                  <a:srgbClr val="002060"/>
                </a:solidFill>
                <a:latin typeface="Times New Roman" panose="02020603050405020304" pitchFamily="18" charset="0"/>
                <a:cs typeface="Times New Roman" panose="02020603050405020304" pitchFamily="18" charset="0"/>
              </a:rPr>
              <a:t>and </a:t>
            </a:r>
            <a:r>
              <a:rPr sz="2200" spc="-75" dirty="0">
                <a:solidFill>
                  <a:srgbClr val="002060"/>
                </a:solidFill>
                <a:latin typeface="Times New Roman" panose="02020603050405020304" pitchFamily="18" charset="0"/>
                <a:cs typeface="Times New Roman" panose="02020603050405020304" pitchFamily="18" charset="0"/>
              </a:rPr>
              <a:t>denser </a:t>
            </a:r>
            <a:r>
              <a:rPr sz="2200" spc="-60" dirty="0">
                <a:solidFill>
                  <a:srgbClr val="002060"/>
                </a:solidFill>
                <a:latin typeface="Times New Roman" panose="02020603050405020304" pitchFamily="18" charset="0"/>
                <a:cs typeface="Times New Roman" panose="02020603050405020304" pitchFamily="18" charset="0"/>
              </a:rPr>
              <a:t>memory </a:t>
            </a:r>
            <a:r>
              <a:rPr sz="2200" spc="-101" dirty="0">
                <a:solidFill>
                  <a:srgbClr val="002060"/>
                </a:solidFill>
                <a:latin typeface="Times New Roman" panose="02020603050405020304" pitchFamily="18" charset="0"/>
                <a:cs typeface="Times New Roman" panose="02020603050405020304" pitchFamily="18" charset="0"/>
              </a:rPr>
              <a:t>offerings </a:t>
            </a:r>
            <a:r>
              <a:rPr sz="2200" spc="-124" dirty="0">
                <a:solidFill>
                  <a:srgbClr val="002060"/>
                </a:solidFill>
                <a:latin typeface="Times New Roman" panose="02020603050405020304" pitchFamily="18" charset="0"/>
                <a:cs typeface="Times New Roman" panose="02020603050405020304" pitchFamily="18" charset="0"/>
              </a:rPr>
              <a:t>that </a:t>
            </a:r>
            <a:r>
              <a:rPr sz="2200" spc="-75" dirty="0">
                <a:solidFill>
                  <a:srgbClr val="002060"/>
                </a:solidFill>
                <a:latin typeface="Times New Roman" panose="02020603050405020304" pitchFamily="18" charset="0"/>
                <a:cs typeface="Times New Roman" panose="02020603050405020304" pitchFamily="18" charset="0"/>
              </a:rPr>
              <a:t>come </a:t>
            </a:r>
            <a:r>
              <a:rPr sz="2200" spc="-105" dirty="0">
                <a:solidFill>
                  <a:srgbClr val="002060"/>
                </a:solidFill>
                <a:latin typeface="Times New Roman" panose="02020603050405020304" pitchFamily="18" charset="0"/>
                <a:cs typeface="Times New Roman" panose="02020603050405020304" pitchFamily="18" charset="0"/>
              </a:rPr>
              <a:t>along </a:t>
            </a:r>
            <a:r>
              <a:rPr sz="2200" spc="-101" dirty="0">
                <a:solidFill>
                  <a:srgbClr val="002060"/>
                </a:solidFill>
                <a:latin typeface="Times New Roman" panose="02020603050405020304" pitchFamily="18" charset="0"/>
                <a:cs typeface="Times New Roman" panose="02020603050405020304" pitchFamily="18" charset="0"/>
              </a:rPr>
              <a:t> </a:t>
            </a:r>
            <a:r>
              <a:rPr sz="2200" spc="-105" dirty="0">
                <a:solidFill>
                  <a:srgbClr val="002060"/>
                </a:solidFill>
                <a:latin typeface="Times New Roman" panose="02020603050405020304" pitchFamily="18" charset="0"/>
                <a:cs typeface="Times New Roman" panose="02020603050405020304" pitchFamily="18" charset="0"/>
              </a:rPr>
              <a:t>wi</a:t>
            </a:r>
            <a:r>
              <a:rPr sz="2200" spc="-75" dirty="0">
                <a:solidFill>
                  <a:srgbClr val="002060"/>
                </a:solidFill>
                <a:latin typeface="Times New Roman" panose="02020603050405020304" pitchFamily="18" charset="0"/>
                <a:cs typeface="Times New Roman" panose="02020603050405020304" pitchFamily="18" charset="0"/>
              </a:rPr>
              <a:t>t</a:t>
            </a:r>
            <a:r>
              <a:rPr sz="2200" spc="-86" dirty="0">
                <a:solidFill>
                  <a:srgbClr val="002060"/>
                </a:solidFill>
                <a:latin typeface="Times New Roman" panose="02020603050405020304" pitchFamily="18" charset="0"/>
                <a:cs typeface="Times New Roman" panose="02020603050405020304" pitchFamily="18" charset="0"/>
              </a:rPr>
              <a:t>h</a:t>
            </a:r>
            <a:r>
              <a:rPr sz="2200" spc="-56" dirty="0">
                <a:solidFill>
                  <a:srgbClr val="002060"/>
                </a:solidFill>
                <a:latin typeface="Times New Roman" panose="02020603050405020304" pitchFamily="18" charset="0"/>
                <a:cs typeface="Times New Roman" panose="02020603050405020304" pitchFamily="18" charset="0"/>
              </a:rPr>
              <a:t> </a:t>
            </a:r>
            <a:r>
              <a:rPr sz="2200" spc="-68" dirty="0">
                <a:solidFill>
                  <a:srgbClr val="002060"/>
                </a:solidFill>
                <a:latin typeface="Times New Roman" panose="02020603050405020304" pitchFamily="18" charset="0"/>
                <a:cs typeface="Times New Roman" panose="02020603050405020304" pitchFamily="18" charset="0"/>
              </a:rPr>
              <a:t>those</a:t>
            </a:r>
            <a:r>
              <a:rPr sz="2200" spc="-34" dirty="0">
                <a:solidFill>
                  <a:srgbClr val="002060"/>
                </a:solidFill>
                <a:latin typeface="Times New Roman" panose="02020603050405020304" pitchFamily="18" charset="0"/>
                <a:cs typeface="Times New Roman" panose="02020603050405020304" pitchFamily="18" charset="0"/>
              </a:rPr>
              <a:t> </a:t>
            </a:r>
            <a:r>
              <a:rPr sz="2200" spc="-105" dirty="0">
                <a:solidFill>
                  <a:srgbClr val="002060"/>
                </a:solidFill>
                <a:latin typeface="Times New Roman" panose="02020603050405020304" pitchFamily="18" charset="0"/>
                <a:cs typeface="Times New Roman" panose="02020603050405020304" pitchFamily="18" charset="0"/>
              </a:rPr>
              <a:t>n</a:t>
            </a:r>
            <a:r>
              <a:rPr sz="2200" spc="-131" dirty="0">
                <a:solidFill>
                  <a:srgbClr val="002060"/>
                </a:solidFill>
                <a:latin typeface="Times New Roman" panose="02020603050405020304" pitchFamily="18" charset="0"/>
                <a:cs typeface="Times New Roman" panose="02020603050405020304" pitchFamily="18" charset="0"/>
              </a:rPr>
              <a:t>e</a:t>
            </a:r>
            <a:r>
              <a:rPr sz="2200" spc="-83" dirty="0">
                <a:solidFill>
                  <a:srgbClr val="002060"/>
                </a:solidFill>
                <a:latin typeface="Times New Roman" panose="02020603050405020304" pitchFamily="18" charset="0"/>
                <a:cs typeface="Times New Roman" panose="02020603050405020304" pitchFamily="18" charset="0"/>
              </a:rPr>
              <a:t>w</a:t>
            </a:r>
            <a:r>
              <a:rPr sz="2200" spc="-56" dirty="0">
                <a:solidFill>
                  <a:srgbClr val="002060"/>
                </a:solidFill>
                <a:latin typeface="Times New Roman" panose="02020603050405020304" pitchFamily="18" charset="0"/>
                <a:cs typeface="Times New Roman" panose="02020603050405020304" pitchFamily="18" charset="0"/>
              </a:rPr>
              <a:t>er p</a:t>
            </a:r>
            <a:r>
              <a:rPr sz="2200" spc="-86" dirty="0">
                <a:solidFill>
                  <a:srgbClr val="002060"/>
                </a:solidFill>
                <a:latin typeface="Times New Roman" panose="02020603050405020304" pitchFamily="18" charset="0"/>
                <a:cs typeface="Times New Roman" panose="02020603050405020304" pitchFamily="18" charset="0"/>
              </a:rPr>
              <a:t>r</a:t>
            </a:r>
            <a:r>
              <a:rPr sz="2200" spc="-34" dirty="0">
                <a:solidFill>
                  <a:srgbClr val="002060"/>
                </a:solidFill>
                <a:latin typeface="Times New Roman" panose="02020603050405020304" pitchFamily="18" charset="0"/>
                <a:cs typeface="Times New Roman" panose="02020603050405020304" pitchFamily="18" charset="0"/>
              </a:rPr>
              <a:t>ocessors</a:t>
            </a:r>
            <a:r>
              <a:rPr sz="2200" spc="-270" dirty="0">
                <a:solidFill>
                  <a:srgbClr val="002060"/>
                </a:solidFill>
                <a:latin typeface="Times New Roman" panose="02020603050405020304" pitchFamily="18" charset="0"/>
                <a:cs typeface="Times New Roman" panose="02020603050405020304" pitchFamily="18" charset="0"/>
              </a:rPr>
              <a:t>.</a:t>
            </a:r>
            <a:endParaRPr sz="2200" dirty="0">
              <a:solidFill>
                <a:srgbClr val="002060"/>
              </a:solidFill>
              <a:latin typeface="Times New Roman" panose="02020603050405020304" pitchFamily="18" charset="0"/>
              <a:cs typeface="Times New Roman" panose="02020603050405020304" pitchFamily="18" charset="0"/>
            </a:endParaRPr>
          </a:p>
        </p:txBody>
      </p:sp>
      <p:sp>
        <p:nvSpPr>
          <p:cNvPr id="3" name="Title 2"/>
          <p:cNvSpPr>
            <a:spLocks noGrp="1"/>
          </p:cNvSpPr>
          <p:nvPr>
            <p:ph type="title"/>
          </p:nvPr>
        </p:nvSpPr>
        <p:spPr/>
        <p:txBody>
          <a:bodyPr/>
          <a:lstStyle/>
          <a:p>
            <a:endParaRPr lang="en-IN"/>
          </a:p>
        </p:txBody>
      </p:sp>
    </p:spTree>
    <p:extLst>
      <p:ext uri="{BB962C8B-B14F-4D97-AF65-F5344CB8AC3E}">
        <p14:creationId xmlns:p14="http://schemas.microsoft.com/office/powerpoint/2010/main" val="809806936"/>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158249" y="965331"/>
            <a:ext cx="7086124" cy="786754"/>
          </a:xfrm>
          <a:prstGeom prst="rect">
            <a:avLst/>
          </a:prstGeom>
        </p:spPr>
        <p:txBody>
          <a:bodyPr vert="horz" wrap="square" lIns="0" tIns="9525" rIns="0" bIns="0" rtlCol="0">
            <a:spAutoFit/>
          </a:bodyPr>
          <a:lstStyle/>
          <a:p>
            <a:pPr marL="180499" marR="3810" indent="-171450">
              <a:lnSpc>
                <a:spcPct val="120000"/>
              </a:lnSpc>
              <a:spcBef>
                <a:spcPts val="75"/>
              </a:spcBef>
              <a:buClr>
                <a:srgbClr val="B71E42"/>
              </a:buClr>
              <a:buFont typeface="Arial MT"/>
              <a:buChar char="•"/>
              <a:tabLst>
                <a:tab pos="180975" algn="l"/>
              </a:tabLst>
            </a:pPr>
            <a:r>
              <a:rPr sz="2200" spc="-34" dirty="0">
                <a:solidFill>
                  <a:srgbClr val="002060"/>
                </a:solidFill>
                <a:latin typeface="Times New Roman" panose="02020603050405020304" pitchFamily="18" charset="0"/>
                <a:cs typeface="Times New Roman" panose="02020603050405020304" pitchFamily="18" charset="0"/>
              </a:rPr>
              <a:t>Hypervisor</a:t>
            </a:r>
            <a:r>
              <a:rPr sz="2200" spc="94" dirty="0">
                <a:solidFill>
                  <a:srgbClr val="002060"/>
                </a:solidFill>
                <a:latin typeface="Times New Roman" panose="02020603050405020304" pitchFamily="18" charset="0"/>
                <a:cs typeface="Times New Roman" panose="02020603050405020304" pitchFamily="18" charset="0"/>
              </a:rPr>
              <a:t> </a:t>
            </a:r>
            <a:r>
              <a:rPr sz="2200" spc="-79" dirty="0">
                <a:solidFill>
                  <a:srgbClr val="002060"/>
                </a:solidFill>
                <a:latin typeface="Times New Roman" panose="02020603050405020304" pitchFamily="18" charset="0"/>
                <a:cs typeface="Times New Roman" panose="02020603050405020304" pitchFamily="18" charset="0"/>
              </a:rPr>
              <a:t>is</a:t>
            </a:r>
            <a:r>
              <a:rPr sz="2200" spc="98" dirty="0">
                <a:solidFill>
                  <a:srgbClr val="002060"/>
                </a:solidFill>
                <a:latin typeface="Times New Roman" panose="02020603050405020304" pitchFamily="18" charset="0"/>
                <a:cs typeface="Times New Roman" panose="02020603050405020304" pitchFamily="18" charset="0"/>
              </a:rPr>
              <a:t> </a:t>
            </a:r>
            <a:r>
              <a:rPr sz="2200" spc="-180" dirty="0">
                <a:solidFill>
                  <a:srgbClr val="002060"/>
                </a:solidFill>
                <a:latin typeface="Times New Roman" panose="02020603050405020304" pitchFamily="18" charset="0"/>
                <a:cs typeface="Times New Roman" panose="02020603050405020304" pitchFamily="18" charset="0"/>
              </a:rPr>
              <a:t>a</a:t>
            </a:r>
            <a:r>
              <a:rPr sz="2200" spc="94" dirty="0">
                <a:solidFill>
                  <a:srgbClr val="002060"/>
                </a:solidFill>
                <a:latin typeface="Times New Roman" panose="02020603050405020304" pitchFamily="18" charset="0"/>
                <a:cs typeface="Times New Roman" panose="02020603050405020304" pitchFamily="18" charset="0"/>
              </a:rPr>
              <a:t> </a:t>
            </a:r>
            <a:r>
              <a:rPr sz="2200" spc="-127" dirty="0">
                <a:solidFill>
                  <a:srgbClr val="002060"/>
                </a:solidFill>
                <a:latin typeface="Times New Roman" panose="02020603050405020304" pitchFamily="18" charset="0"/>
                <a:cs typeface="Times New Roman" panose="02020603050405020304" pitchFamily="18" charset="0"/>
              </a:rPr>
              <a:t>layer</a:t>
            </a:r>
            <a:r>
              <a:rPr sz="2200" spc="86" dirty="0">
                <a:solidFill>
                  <a:srgbClr val="002060"/>
                </a:solidFill>
                <a:latin typeface="Times New Roman" panose="02020603050405020304" pitchFamily="18" charset="0"/>
                <a:cs typeface="Times New Roman" panose="02020603050405020304" pitchFamily="18" charset="0"/>
              </a:rPr>
              <a:t> </a:t>
            </a:r>
            <a:r>
              <a:rPr sz="2200" spc="-98" dirty="0">
                <a:solidFill>
                  <a:srgbClr val="002060"/>
                </a:solidFill>
                <a:latin typeface="Times New Roman" panose="02020603050405020304" pitchFamily="18" charset="0"/>
                <a:cs typeface="Times New Roman" panose="02020603050405020304" pitchFamily="18" charset="0"/>
              </a:rPr>
              <a:t>of</a:t>
            </a:r>
            <a:r>
              <a:rPr sz="2200" spc="98" dirty="0">
                <a:solidFill>
                  <a:srgbClr val="002060"/>
                </a:solidFill>
                <a:latin typeface="Times New Roman" panose="02020603050405020304" pitchFamily="18" charset="0"/>
                <a:cs typeface="Times New Roman" panose="02020603050405020304" pitchFamily="18" charset="0"/>
              </a:rPr>
              <a:t> </a:t>
            </a:r>
            <a:r>
              <a:rPr sz="2200" spc="-90" dirty="0">
                <a:solidFill>
                  <a:srgbClr val="002060"/>
                </a:solidFill>
                <a:latin typeface="Times New Roman" panose="02020603050405020304" pitchFamily="18" charset="0"/>
                <a:cs typeface="Times New Roman" panose="02020603050405020304" pitchFamily="18" charset="0"/>
              </a:rPr>
              <a:t>software</a:t>
            </a:r>
            <a:r>
              <a:rPr sz="2200" spc="98" dirty="0">
                <a:solidFill>
                  <a:srgbClr val="002060"/>
                </a:solidFill>
                <a:latin typeface="Times New Roman" panose="02020603050405020304" pitchFamily="18" charset="0"/>
                <a:cs typeface="Times New Roman" panose="02020603050405020304" pitchFamily="18" charset="0"/>
              </a:rPr>
              <a:t> </a:t>
            </a:r>
            <a:r>
              <a:rPr sz="2200" spc="-127" dirty="0">
                <a:solidFill>
                  <a:srgbClr val="002060"/>
                </a:solidFill>
                <a:latin typeface="Times New Roman" panose="02020603050405020304" pitchFamily="18" charset="0"/>
                <a:cs typeface="Times New Roman" panose="02020603050405020304" pitchFamily="18" charset="0"/>
              </a:rPr>
              <a:t>that</a:t>
            </a:r>
            <a:r>
              <a:rPr sz="2200" spc="98" dirty="0">
                <a:solidFill>
                  <a:srgbClr val="002060"/>
                </a:solidFill>
                <a:latin typeface="Times New Roman" panose="02020603050405020304" pitchFamily="18" charset="0"/>
                <a:cs typeface="Times New Roman" panose="02020603050405020304" pitchFamily="18" charset="0"/>
              </a:rPr>
              <a:t> </a:t>
            </a:r>
            <a:r>
              <a:rPr sz="2200" spc="-79" dirty="0">
                <a:solidFill>
                  <a:srgbClr val="002060"/>
                </a:solidFill>
                <a:latin typeface="Times New Roman" panose="02020603050405020304" pitchFamily="18" charset="0"/>
                <a:cs typeface="Times New Roman" panose="02020603050405020304" pitchFamily="18" charset="0"/>
              </a:rPr>
              <a:t>resides</a:t>
            </a:r>
            <a:r>
              <a:rPr sz="2200" spc="101" dirty="0">
                <a:solidFill>
                  <a:srgbClr val="002060"/>
                </a:solidFill>
                <a:latin typeface="Times New Roman" panose="02020603050405020304" pitchFamily="18" charset="0"/>
                <a:cs typeface="Times New Roman" panose="02020603050405020304" pitchFamily="18" charset="0"/>
              </a:rPr>
              <a:t> </a:t>
            </a:r>
            <a:r>
              <a:rPr sz="2200" spc="-83" dirty="0">
                <a:solidFill>
                  <a:srgbClr val="002060"/>
                </a:solidFill>
                <a:latin typeface="Times New Roman" panose="02020603050405020304" pitchFamily="18" charset="0"/>
                <a:cs typeface="Times New Roman" panose="02020603050405020304" pitchFamily="18" charset="0"/>
              </a:rPr>
              <a:t>below</a:t>
            </a:r>
            <a:r>
              <a:rPr sz="2200" spc="101" dirty="0">
                <a:solidFill>
                  <a:srgbClr val="002060"/>
                </a:solidFill>
                <a:latin typeface="Times New Roman" panose="02020603050405020304" pitchFamily="18" charset="0"/>
                <a:cs typeface="Times New Roman" panose="02020603050405020304" pitchFamily="18" charset="0"/>
              </a:rPr>
              <a:t> </a:t>
            </a:r>
            <a:r>
              <a:rPr sz="2200" spc="-109" dirty="0">
                <a:solidFill>
                  <a:srgbClr val="002060"/>
                </a:solidFill>
                <a:latin typeface="Times New Roman" panose="02020603050405020304" pitchFamily="18" charset="0"/>
                <a:cs typeface="Times New Roman" panose="02020603050405020304" pitchFamily="18" charset="0"/>
              </a:rPr>
              <a:t>the</a:t>
            </a:r>
            <a:r>
              <a:rPr sz="2200" spc="90" dirty="0">
                <a:solidFill>
                  <a:srgbClr val="002060"/>
                </a:solidFill>
                <a:latin typeface="Times New Roman" panose="02020603050405020304" pitchFamily="18" charset="0"/>
                <a:cs typeface="Times New Roman" panose="02020603050405020304" pitchFamily="18" charset="0"/>
              </a:rPr>
              <a:t> </a:t>
            </a:r>
            <a:r>
              <a:rPr sz="2200" spc="-101" dirty="0">
                <a:solidFill>
                  <a:srgbClr val="002060"/>
                </a:solidFill>
                <a:latin typeface="Times New Roman" panose="02020603050405020304" pitchFamily="18" charset="0"/>
                <a:cs typeface="Times New Roman" panose="02020603050405020304" pitchFamily="18" charset="0"/>
              </a:rPr>
              <a:t>virtual</a:t>
            </a:r>
            <a:r>
              <a:rPr sz="2200" spc="105" dirty="0">
                <a:solidFill>
                  <a:srgbClr val="002060"/>
                </a:solidFill>
                <a:latin typeface="Times New Roman" panose="02020603050405020304" pitchFamily="18" charset="0"/>
                <a:cs typeface="Times New Roman" panose="02020603050405020304" pitchFamily="18" charset="0"/>
              </a:rPr>
              <a:t> </a:t>
            </a:r>
            <a:r>
              <a:rPr sz="2200" spc="-109" dirty="0">
                <a:solidFill>
                  <a:srgbClr val="002060"/>
                </a:solidFill>
                <a:latin typeface="Times New Roman" panose="02020603050405020304" pitchFamily="18" charset="0"/>
                <a:cs typeface="Times New Roman" panose="02020603050405020304" pitchFamily="18" charset="0"/>
              </a:rPr>
              <a:t>machines </a:t>
            </a:r>
            <a:r>
              <a:rPr sz="2200" spc="-533" dirty="0">
                <a:solidFill>
                  <a:srgbClr val="002060"/>
                </a:solidFill>
                <a:latin typeface="Times New Roman" panose="02020603050405020304" pitchFamily="18" charset="0"/>
                <a:cs typeface="Times New Roman" panose="02020603050405020304" pitchFamily="18" charset="0"/>
              </a:rPr>
              <a:t> </a:t>
            </a:r>
            <a:r>
              <a:rPr sz="2200" spc="-116" dirty="0">
                <a:solidFill>
                  <a:srgbClr val="002060"/>
                </a:solidFill>
                <a:latin typeface="Times New Roman" panose="02020603050405020304" pitchFamily="18" charset="0"/>
                <a:cs typeface="Times New Roman" panose="02020603050405020304" pitchFamily="18" charset="0"/>
              </a:rPr>
              <a:t>and</a:t>
            </a:r>
            <a:r>
              <a:rPr sz="2200" spc="-45" dirty="0">
                <a:solidFill>
                  <a:srgbClr val="002060"/>
                </a:solidFill>
                <a:latin typeface="Times New Roman" panose="02020603050405020304" pitchFamily="18" charset="0"/>
                <a:cs typeface="Times New Roman" panose="02020603050405020304" pitchFamily="18" charset="0"/>
              </a:rPr>
              <a:t> </a:t>
            </a:r>
            <a:r>
              <a:rPr sz="2200" spc="-86" dirty="0">
                <a:solidFill>
                  <a:srgbClr val="002060"/>
                </a:solidFill>
                <a:latin typeface="Times New Roman" panose="02020603050405020304" pitchFamily="18" charset="0"/>
                <a:cs typeface="Times New Roman" panose="02020603050405020304" pitchFamily="18" charset="0"/>
              </a:rPr>
              <a:t>ab</a:t>
            </a:r>
            <a:r>
              <a:rPr sz="2200" spc="-113" dirty="0">
                <a:solidFill>
                  <a:srgbClr val="002060"/>
                </a:solidFill>
                <a:latin typeface="Times New Roman" panose="02020603050405020304" pitchFamily="18" charset="0"/>
                <a:cs typeface="Times New Roman" panose="02020603050405020304" pitchFamily="18" charset="0"/>
              </a:rPr>
              <a:t>o</a:t>
            </a:r>
            <a:r>
              <a:rPr sz="2200" spc="-127" dirty="0">
                <a:solidFill>
                  <a:srgbClr val="002060"/>
                </a:solidFill>
                <a:latin typeface="Times New Roman" panose="02020603050405020304" pitchFamily="18" charset="0"/>
                <a:cs typeface="Times New Roman" panose="02020603050405020304" pitchFamily="18" charset="0"/>
              </a:rPr>
              <a:t>v</a:t>
            </a:r>
            <a:r>
              <a:rPr sz="2200" spc="-120" dirty="0">
                <a:solidFill>
                  <a:srgbClr val="002060"/>
                </a:solidFill>
                <a:latin typeface="Times New Roman" panose="02020603050405020304" pitchFamily="18" charset="0"/>
                <a:cs typeface="Times New Roman" panose="02020603050405020304" pitchFamily="18" charset="0"/>
              </a:rPr>
              <a:t>e</a:t>
            </a:r>
            <a:r>
              <a:rPr sz="2200" spc="-45" dirty="0">
                <a:solidFill>
                  <a:srgbClr val="002060"/>
                </a:solidFill>
                <a:latin typeface="Times New Roman" panose="02020603050405020304" pitchFamily="18" charset="0"/>
                <a:cs typeface="Times New Roman" panose="02020603050405020304" pitchFamily="18" charset="0"/>
              </a:rPr>
              <a:t> </a:t>
            </a:r>
            <a:r>
              <a:rPr sz="2200" spc="-109" dirty="0">
                <a:solidFill>
                  <a:srgbClr val="002060"/>
                </a:solidFill>
                <a:latin typeface="Times New Roman" panose="02020603050405020304" pitchFamily="18" charset="0"/>
                <a:cs typeface="Times New Roman" panose="02020603050405020304" pitchFamily="18" charset="0"/>
              </a:rPr>
              <a:t>the</a:t>
            </a:r>
            <a:r>
              <a:rPr sz="2200" spc="-45" dirty="0">
                <a:solidFill>
                  <a:srgbClr val="002060"/>
                </a:solidFill>
                <a:latin typeface="Times New Roman" panose="02020603050405020304" pitchFamily="18" charset="0"/>
                <a:cs typeface="Times New Roman" panose="02020603050405020304" pitchFamily="18" charset="0"/>
              </a:rPr>
              <a:t> </a:t>
            </a:r>
            <a:r>
              <a:rPr sz="2200" spc="-94" dirty="0">
                <a:solidFill>
                  <a:srgbClr val="002060"/>
                </a:solidFill>
                <a:latin typeface="Times New Roman" panose="02020603050405020304" pitchFamily="18" charset="0"/>
                <a:cs typeface="Times New Roman" panose="02020603050405020304" pitchFamily="18" charset="0"/>
              </a:rPr>
              <a:t>ha</a:t>
            </a:r>
            <a:r>
              <a:rPr sz="2200" spc="-101" dirty="0">
                <a:solidFill>
                  <a:srgbClr val="002060"/>
                </a:solidFill>
                <a:latin typeface="Times New Roman" panose="02020603050405020304" pitchFamily="18" charset="0"/>
                <a:cs typeface="Times New Roman" panose="02020603050405020304" pitchFamily="18" charset="0"/>
              </a:rPr>
              <a:t>r</a:t>
            </a:r>
            <a:r>
              <a:rPr sz="2200" spc="-83" dirty="0">
                <a:solidFill>
                  <a:srgbClr val="002060"/>
                </a:solidFill>
                <a:latin typeface="Times New Roman" panose="02020603050405020304" pitchFamily="18" charset="0"/>
                <a:cs typeface="Times New Roman" panose="02020603050405020304" pitchFamily="18" charset="0"/>
              </a:rPr>
              <a:t>dwa</a:t>
            </a:r>
            <a:r>
              <a:rPr sz="2200" spc="-94" dirty="0">
                <a:solidFill>
                  <a:srgbClr val="002060"/>
                </a:solidFill>
                <a:latin typeface="Times New Roman" panose="02020603050405020304" pitchFamily="18" charset="0"/>
                <a:cs typeface="Times New Roman" panose="02020603050405020304" pitchFamily="18" charset="0"/>
              </a:rPr>
              <a:t>r</a:t>
            </a:r>
            <a:r>
              <a:rPr sz="2200" spc="-86" dirty="0">
                <a:solidFill>
                  <a:srgbClr val="002060"/>
                </a:solidFill>
                <a:latin typeface="Times New Roman" panose="02020603050405020304" pitchFamily="18" charset="0"/>
                <a:cs typeface="Times New Roman" panose="02020603050405020304" pitchFamily="18" charset="0"/>
              </a:rPr>
              <a:t>e</a:t>
            </a:r>
            <a:r>
              <a:rPr sz="2200" spc="-270" dirty="0">
                <a:solidFill>
                  <a:srgbClr val="002060"/>
                </a:solidFill>
                <a:latin typeface="Times New Roman" panose="02020603050405020304" pitchFamily="18" charset="0"/>
                <a:cs typeface="Times New Roman" panose="02020603050405020304" pitchFamily="18" charset="0"/>
              </a:rPr>
              <a:t>.</a:t>
            </a:r>
            <a:endParaRPr sz="2200" dirty="0">
              <a:solidFill>
                <a:srgbClr val="002060"/>
              </a:solidFill>
              <a:latin typeface="Times New Roman" panose="02020603050405020304" pitchFamily="18" charset="0"/>
              <a:cs typeface="Times New Roman" panose="02020603050405020304" pitchFamily="18" charset="0"/>
            </a:endParaRPr>
          </a:p>
        </p:txBody>
      </p:sp>
      <p:pic>
        <p:nvPicPr>
          <p:cNvPr id="3" name="object 3"/>
          <p:cNvPicPr/>
          <p:nvPr/>
        </p:nvPicPr>
        <p:blipFill>
          <a:blip r:embed="rId2" cstate="print"/>
          <a:stretch>
            <a:fillRect/>
          </a:stretch>
        </p:blipFill>
        <p:spPr>
          <a:xfrm>
            <a:off x="1763234" y="2172113"/>
            <a:ext cx="4657725" cy="2316861"/>
          </a:xfrm>
          <a:prstGeom prst="rect">
            <a:avLst/>
          </a:prstGeom>
        </p:spPr>
      </p:pic>
    </p:spTree>
    <p:extLst>
      <p:ext uri="{BB962C8B-B14F-4D97-AF65-F5344CB8AC3E}">
        <p14:creationId xmlns:p14="http://schemas.microsoft.com/office/powerpoint/2010/main" val="3472321599"/>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197352" y="1060704"/>
            <a:ext cx="7107079" cy="3424142"/>
          </a:xfrm>
          <a:prstGeom prst="rect">
            <a:avLst/>
          </a:prstGeom>
        </p:spPr>
        <p:txBody>
          <a:bodyPr vert="horz" wrap="square" lIns="0" tIns="9525" rIns="0" bIns="0" rtlCol="0">
            <a:spAutoFit/>
          </a:bodyPr>
          <a:lstStyle/>
          <a:p>
            <a:pPr marL="180499" marR="3810" indent="-171450" algn="just">
              <a:lnSpc>
                <a:spcPct val="110000"/>
              </a:lnSpc>
              <a:spcBef>
                <a:spcPts val="75"/>
              </a:spcBef>
              <a:buClr>
                <a:srgbClr val="B71E42"/>
              </a:buClr>
              <a:buFont typeface="Arial MT"/>
              <a:buChar char="•"/>
              <a:tabLst>
                <a:tab pos="180975" algn="l"/>
              </a:tabLst>
            </a:pPr>
            <a:r>
              <a:rPr sz="2200" spc="-23" dirty="0">
                <a:solidFill>
                  <a:srgbClr val="002060"/>
                </a:solidFill>
                <a:latin typeface="Times New Roman" panose="02020603050405020304" pitchFamily="18" charset="0"/>
                <a:cs typeface="Times New Roman" panose="02020603050405020304" pitchFamily="18" charset="0"/>
              </a:rPr>
              <a:t>Without </a:t>
            </a:r>
            <a:r>
              <a:rPr sz="2200" spc="-180" dirty="0">
                <a:solidFill>
                  <a:srgbClr val="002060"/>
                </a:solidFill>
                <a:latin typeface="Times New Roman" panose="02020603050405020304" pitchFamily="18" charset="0"/>
                <a:cs typeface="Times New Roman" panose="02020603050405020304" pitchFamily="18" charset="0"/>
              </a:rPr>
              <a:t>a </a:t>
            </a:r>
            <a:r>
              <a:rPr sz="2200" spc="-98" dirty="0">
                <a:solidFill>
                  <a:srgbClr val="002060"/>
                </a:solidFill>
                <a:latin typeface="Times New Roman" panose="02020603050405020304" pitchFamily="18" charset="0"/>
                <a:cs typeface="Times New Roman" panose="02020603050405020304" pitchFamily="18" charset="0"/>
              </a:rPr>
              <a:t>hypervisor, </a:t>
            </a:r>
            <a:r>
              <a:rPr sz="2200" spc="-135" dirty="0">
                <a:solidFill>
                  <a:srgbClr val="002060"/>
                </a:solidFill>
                <a:latin typeface="Times New Roman" panose="02020603050405020304" pitchFamily="18" charset="0"/>
                <a:cs typeface="Times New Roman" panose="02020603050405020304" pitchFamily="18" charset="0"/>
              </a:rPr>
              <a:t>an </a:t>
            </a:r>
            <a:r>
              <a:rPr sz="2200" spc="-94" dirty="0">
                <a:solidFill>
                  <a:srgbClr val="002060"/>
                </a:solidFill>
                <a:latin typeface="Times New Roman" panose="02020603050405020304" pitchFamily="18" charset="0"/>
                <a:cs typeface="Times New Roman" panose="02020603050405020304" pitchFamily="18" charset="0"/>
              </a:rPr>
              <a:t>operating </a:t>
            </a:r>
            <a:r>
              <a:rPr sz="2200" spc="-86" dirty="0">
                <a:solidFill>
                  <a:srgbClr val="002060"/>
                </a:solidFill>
                <a:latin typeface="Times New Roman" panose="02020603050405020304" pitchFamily="18" charset="0"/>
                <a:cs typeface="Times New Roman" panose="02020603050405020304" pitchFamily="18" charset="0"/>
              </a:rPr>
              <a:t>system </a:t>
            </a:r>
            <a:r>
              <a:rPr sz="2200" spc="-98" dirty="0">
                <a:solidFill>
                  <a:srgbClr val="002060"/>
                </a:solidFill>
                <a:latin typeface="Times New Roman" panose="02020603050405020304" pitchFamily="18" charset="0"/>
                <a:cs typeface="Times New Roman" panose="02020603050405020304" pitchFamily="18" charset="0"/>
              </a:rPr>
              <a:t>communicates </a:t>
            </a:r>
            <a:r>
              <a:rPr sz="2200" spc="-105" dirty="0">
                <a:solidFill>
                  <a:srgbClr val="002060"/>
                </a:solidFill>
                <a:latin typeface="Times New Roman" panose="02020603050405020304" pitchFamily="18" charset="0"/>
                <a:cs typeface="Times New Roman" panose="02020603050405020304" pitchFamily="18" charset="0"/>
              </a:rPr>
              <a:t>directly </a:t>
            </a:r>
            <a:r>
              <a:rPr sz="2200" spc="-98" dirty="0">
                <a:solidFill>
                  <a:srgbClr val="002060"/>
                </a:solidFill>
                <a:latin typeface="Times New Roman" panose="02020603050405020304" pitchFamily="18" charset="0"/>
                <a:cs typeface="Times New Roman" panose="02020603050405020304" pitchFamily="18" charset="0"/>
              </a:rPr>
              <a:t>with </a:t>
            </a:r>
            <a:r>
              <a:rPr sz="2200" spc="-109" dirty="0">
                <a:solidFill>
                  <a:srgbClr val="002060"/>
                </a:solidFill>
                <a:latin typeface="Times New Roman" panose="02020603050405020304" pitchFamily="18" charset="0"/>
                <a:cs typeface="Times New Roman" panose="02020603050405020304" pitchFamily="18" charset="0"/>
              </a:rPr>
              <a:t>the </a:t>
            </a:r>
            <a:r>
              <a:rPr sz="2200" spc="-105" dirty="0">
                <a:solidFill>
                  <a:srgbClr val="002060"/>
                </a:solidFill>
                <a:latin typeface="Times New Roman" panose="02020603050405020304" pitchFamily="18" charset="0"/>
                <a:cs typeface="Times New Roman" panose="02020603050405020304" pitchFamily="18" charset="0"/>
              </a:rPr>
              <a:t> </a:t>
            </a:r>
            <a:r>
              <a:rPr sz="2200" spc="-94" dirty="0">
                <a:solidFill>
                  <a:srgbClr val="002060"/>
                </a:solidFill>
                <a:latin typeface="Times New Roman" panose="02020603050405020304" pitchFamily="18" charset="0"/>
                <a:cs typeface="Times New Roman" panose="02020603050405020304" pitchFamily="18" charset="0"/>
              </a:rPr>
              <a:t>hardware </a:t>
            </a:r>
            <a:r>
              <a:rPr sz="2200" spc="-116" dirty="0">
                <a:solidFill>
                  <a:srgbClr val="002060"/>
                </a:solidFill>
                <a:latin typeface="Times New Roman" panose="02020603050405020304" pitchFamily="18" charset="0"/>
                <a:cs typeface="Times New Roman" panose="02020603050405020304" pitchFamily="18" charset="0"/>
              </a:rPr>
              <a:t>beneath</a:t>
            </a:r>
            <a:r>
              <a:rPr sz="2200" spc="-113" dirty="0">
                <a:solidFill>
                  <a:srgbClr val="002060"/>
                </a:solidFill>
                <a:latin typeface="Times New Roman" panose="02020603050405020304" pitchFamily="18" charset="0"/>
                <a:cs typeface="Times New Roman" panose="02020603050405020304" pitchFamily="18" charset="0"/>
              </a:rPr>
              <a:t> </a:t>
            </a:r>
            <a:r>
              <a:rPr sz="2200" spc="-172" dirty="0">
                <a:solidFill>
                  <a:srgbClr val="002060"/>
                </a:solidFill>
                <a:latin typeface="Times New Roman" panose="02020603050405020304" pitchFamily="18" charset="0"/>
                <a:cs typeface="Times New Roman" panose="02020603050405020304" pitchFamily="18" charset="0"/>
              </a:rPr>
              <a:t>it. </a:t>
            </a:r>
            <a:r>
              <a:rPr sz="2200" spc="4" dirty="0">
                <a:solidFill>
                  <a:srgbClr val="002060"/>
                </a:solidFill>
                <a:latin typeface="Times New Roman" panose="02020603050405020304" pitchFamily="18" charset="0"/>
                <a:cs typeface="Times New Roman" panose="02020603050405020304" pitchFamily="18" charset="0"/>
              </a:rPr>
              <a:t>Disk </a:t>
            </a:r>
            <a:r>
              <a:rPr sz="2200" spc="-71" dirty="0">
                <a:solidFill>
                  <a:srgbClr val="002060"/>
                </a:solidFill>
                <a:latin typeface="Times New Roman" panose="02020603050405020304" pitchFamily="18" charset="0"/>
                <a:cs typeface="Times New Roman" panose="02020603050405020304" pitchFamily="18" charset="0"/>
              </a:rPr>
              <a:t>operations </a:t>
            </a:r>
            <a:r>
              <a:rPr sz="2200" spc="-68" dirty="0">
                <a:solidFill>
                  <a:srgbClr val="002060"/>
                </a:solidFill>
                <a:latin typeface="Times New Roman" panose="02020603050405020304" pitchFamily="18" charset="0"/>
                <a:cs typeface="Times New Roman" panose="02020603050405020304" pitchFamily="18" charset="0"/>
              </a:rPr>
              <a:t>go </a:t>
            </a:r>
            <a:r>
              <a:rPr sz="2200" spc="-105" dirty="0">
                <a:solidFill>
                  <a:srgbClr val="002060"/>
                </a:solidFill>
                <a:latin typeface="Times New Roman" panose="02020603050405020304" pitchFamily="18" charset="0"/>
                <a:cs typeface="Times New Roman" panose="02020603050405020304" pitchFamily="18" charset="0"/>
              </a:rPr>
              <a:t>directly</a:t>
            </a:r>
            <a:r>
              <a:rPr sz="2200" spc="330" dirty="0">
                <a:solidFill>
                  <a:srgbClr val="002060"/>
                </a:solidFill>
                <a:latin typeface="Times New Roman" panose="02020603050405020304" pitchFamily="18" charset="0"/>
                <a:cs typeface="Times New Roman" panose="02020603050405020304" pitchFamily="18" charset="0"/>
              </a:rPr>
              <a:t> </a:t>
            </a:r>
            <a:r>
              <a:rPr sz="2200" spc="-45" dirty="0">
                <a:solidFill>
                  <a:srgbClr val="002060"/>
                </a:solidFill>
                <a:latin typeface="Times New Roman" panose="02020603050405020304" pitchFamily="18" charset="0"/>
                <a:cs typeface="Times New Roman" panose="02020603050405020304" pitchFamily="18" charset="0"/>
              </a:rPr>
              <a:t>to </a:t>
            </a:r>
            <a:r>
              <a:rPr sz="2200" spc="-109" dirty="0">
                <a:solidFill>
                  <a:srgbClr val="002060"/>
                </a:solidFill>
                <a:latin typeface="Times New Roman" panose="02020603050405020304" pitchFamily="18" charset="0"/>
                <a:cs typeface="Times New Roman" panose="02020603050405020304" pitchFamily="18" charset="0"/>
              </a:rPr>
              <a:t>the</a:t>
            </a:r>
            <a:r>
              <a:rPr sz="2200" spc="326" dirty="0">
                <a:solidFill>
                  <a:srgbClr val="002060"/>
                </a:solidFill>
                <a:latin typeface="Times New Roman" panose="02020603050405020304" pitchFamily="18" charset="0"/>
                <a:cs typeface="Times New Roman" panose="02020603050405020304" pitchFamily="18" charset="0"/>
              </a:rPr>
              <a:t> </a:t>
            </a:r>
            <a:r>
              <a:rPr sz="2200" spc="-79" dirty="0">
                <a:solidFill>
                  <a:srgbClr val="002060"/>
                </a:solidFill>
                <a:latin typeface="Times New Roman" panose="02020603050405020304" pitchFamily="18" charset="0"/>
                <a:cs typeface="Times New Roman" panose="02020603050405020304" pitchFamily="18" charset="0"/>
              </a:rPr>
              <a:t>disk </a:t>
            </a:r>
            <a:r>
              <a:rPr sz="2200" spc="-101" dirty="0">
                <a:solidFill>
                  <a:srgbClr val="002060"/>
                </a:solidFill>
                <a:latin typeface="Times New Roman" panose="02020603050405020304" pitchFamily="18" charset="0"/>
                <a:cs typeface="Times New Roman" panose="02020603050405020304" pitchFamily="18" charset="0"/>
              </a:rPr>
              <a:t>subsystem, </a:t>
            </a:r>
            <a:r>
              <a:rPr sz="2200" spc="-98" dirty="0">
                <a:solidFill>
                  <a:srgbClr val="002060"/>
                </a:solidFill>
                <a:latin typeface="Times New Roman" panose="02020603050405020304" pitchFamily="18" charset="0"/>
                <a:cs typeface="Times New Roman" panose="02020603050405020304" pitchFamily="18" charset="0"/>
              </a:rPr>
              <a:t> </a:t>
            </a:r>
            <a:r>
              <a:rPr sz="2200" spc="-116" dirty="0">
                <a:solidFill>
                  <a:srgbClr val="002060"/>
                </a:solidFill>
                <a:latin typeface="Times New Roman" panose="02020603050405020304" pitchFamily="18" charset="0"/>
                <a:cs typeface="Times New Roman" panose="02020603050405020304" pitchFamily="18" charset="0"/>
              </a:rPr>
              <a:t>and</a:t>
            </a:r>
            <a:r>
              <a:rPr sz="2200" spc="-45" dirty="0">
                <a:solidFill>
                  <a:srgbClr val="002060"/>
                </a:solidFill>
                <a:latin typeface="Times New Roman" panose="02020603050405020304" pitchFamily="18" charset="0"/>
                <a:cs typeface="Times New Roman" panose="02020603050405020304" pitchFamily="18" charset="0"/>
              </a:rPr>
              <a:t> </a:t>
            </a:r>
            <a:r>
              <a:rPr sz="2200" spc="-60" dirty="0">
                <a:solidFill>
                  <a:srgbClr val="002060"/>
                </a:solidFill>
                <a:latin typeface="Times New Roman" panose="02020603050405020304" pitchFamily="18" charset="0"/>
                <a:cs typeface="Times New Roman" panose="02020603050405020304" pitchFamily="18" charset="0"/>
              </a:rPr>
              <a:t>memory</a:t>
            </a:r>
            <a:r>
              <a:rPr sz="2200" spc="-41" dirty="0">
                <a:solidFill>
                  <a:srgbClr val="002060"/>
                </a:solidFill>
                <a:latin typeface="Times New Roman" panose="02020603050405020304" pitchFamily="18" charset="0"/>
                <a:cs typeface="Times New Roman" panose="02020603050405020304" pitchFamily="18" charset="0"/>
              </a:rPr>
              <a:t> </a:t>
            </a:r>
            <a:r>
              <a:rPr sz="2200" spc="-120" dirty="0">
                <a:solidFill>
                  <a:srgbClr val="002060"/>
                </a:solidFill>
                <a:latin typeface="Times New Roman" panose="02020603050405020304" pitchFamily="18" charset="0"/>
                <a:cs typeface="Times New Roman" panose="02020603050405020304" pitchFamily="18" charset="0"/>
              </a:rPr>
              <a:t>calls</a:t>
            </a:r>
            <a:r>
              <a:rPr sz="2200" spc="-49" dirty="0">
                <a:solidFill>
                  <a:srgbClr val="002060"/>
                </a:solidFill>
                <a:latin typeface="Times New Roman" panose="02020603050405020304" pitchFamily="18" charset="0"/>
                <a:cs typeface="Times New Roman" panose="02020603050405020304" pitchFamily="18" charset="0"/>
              </a:rPr>
              <a:t> </a:t>
            </a:r>
            <a:r>
              <a:rPr sz="2200" spc="-113" dirty="0">
                <a:solidFill>
                  <a:srgbClr val="002060"/>
                </a:solidFill>
                <a:latin typeface="Times New Roman" panose="02020603050405020304" pitchFamily="18" charset="0"/>
                <a:cs typeface="Times New Roman" panose="02020603050405020304" pitchFamily="18" charset="0"/>
              </a:rPr>
              <a:t>are</a:t>
            </a:r>
            <a:r>
              <a:rPr sz="2200" spc="-49" dirty="0">
                <a:solidFill>
                  <a:srgbClr val="002060"/>
                </a:solidFill>
                <a:latin typeface="Times New Roman" panose="02020603050405020304" pitchFamily="18" charset="0"/>
                <a:cs typeface="Times New Roman" panose="02020603050405020304" pitchFamily="18" charset="0"/>
              </a:rPr>
              <a:t> </a:t>
            </a:r>
            <a:r>
              <a:rPr sz="2200" spc="-124" dirty="0">
                <a:solidFill>
                  <a:srgbClr val="002060"/>
                </a:solidFill>
                <a:latin typeface="Times New Roman" panose="02020603050405020304" pitchFamily="18" charset="0"/>
                <a:cs typeface="Times New Roman" panose="02020603050405020304" pitchFamily="18" charset="0"/>
              </a:rPr>
              <a:t>fetched</a:t>
            </a:r>
            <a:r>
              <a:rPr sz="2200" spc="-49" dirty="0">
                <a:solidFill>
                  <a:srgbClr val="002060"/>
                </a:solidFill>
                <a:latin typeface="Times New Roman" panose="02020603050405020304" pitchFamily="18" charset="0"/>
                <a:cs typeface="Times New Roman" panose="02020603050405020304" pitchFamily="18" charset="0"/>
              </a:rPr>
              <a:t> </a:t>
            </a:r>
            <a:r>
              <a:rPr sz="2200" spc="-101" dirty="0">
                <a:solidFill>
                  <a:srgbClr val="002060"/>
                </a:solidFill>
                <a:latin typeface="Times New Roman" panose="02020603050405020304" pitchFamily="18" charset="0"/>
                <a:cs typeface="Times New Roman" panose="02020603050405020304" pitchFamily="18" charset="0"/>
              </a:rPr>
              <a:t>directly</a:t>
            </a:r>
            <a:r>
              <a:rPr sz="2200" spc="-64" dirty="0">
                <a:solidFill>
                  <a:srgbClr val="002060"/>
                </a:solidFill>
                <a:latin typeface="Times New Roman" panose="02020603050405020304" pitchFamily="18" charset="0"/>
                <a:cs typeface="Times New Roman" panose="02020603050405020304" pitchFamily="18" charset="0"/>
              </a:rPr>
              <a:t> </a:t>
            </a:r>
            <a:r>
              <a:rPr sz="2200" spc="-83" dirty="0">
                <a:solidFill>
                  <a:srgbClr val="002060"/>
                </a:solidFill>
                <a:latin typeface="Times New Roman" panose="02020603050405020304" pitchFamily="18" charset="0"/>
                <a:cs typeface="Times New Roman" panose="02020603050405020304" pitchFamily="18" charset="0"/>
              </a:rPr>
              <a:t>from</a:t>
            </a:r>
            <a:r>
              <a:rPr sz="2200" spc="-49" dirty="0">
                <a:solidFill>
                  <a:srgbClr val="002060"/>
                </a:solidFill>
                <a:latin typeface="Times New Roman" panose="02020603050405020304" pitchFamily="18" charset="0"/>
                <a:cs typeface="Times New Roman" panose="02020603050405020304" pitchFamily="18" charset="0"/>
              </a:rPr>
              <a:t> </a:t>
            </a:r>
            <a:r>
              <a:rPr sz="2200" spc="-105" dirty="0">
                <a:solidFill>
                  <a:srgbClr val="002060"/>
                </a:solidFill>
                <a:latin typeface="Times New Roman" panose="02020603050405020304" pitchFamily="18" charset="0"/>
                <a:cs typeface="Times New Roman" panose="02020603050405020304" pitchFamily="18" charset="0"/>
              </a:rPr>
              <a:t>the</a:t>
            </a:r>
            <a:r>
              <a:rPr sz="2200" spc="-41" dirty="0">
                <a:solidFill>
                  <a:srgbClr val="002060"/>
                </a:solidFill>
                <a:latin typeface="Times New Roman" panose="02020603050405020304" pitchFamily="18" charset="0"/>
                <a:cs typeface="Times New Roman" panose="02020603050405020304" pitchFamily="18" charset="0"/>
              </a:rPr>
              <a:t> </a:t>
            </a:r>
            <a:r>
              <a:rPr sz="2200" spc="-116" dirty="0">
                <a:solidFill>
                  <a:srgbClr val="002060"/>
                </a:solidFill>
                <a:latin typeface="Times New Roman" panose="02020603050405020304" pitchFamily="18" charset="0"/>
                <a:cs typeface="Times New Roman" panose="02020603050405020304" pitchFamily="18" charset="0"/>
              </a:rPr>
              <a:t>physical</a:t>
            </a:r>
            <a:r>
              <a:rPr sz="2200" spc="-60" dirty="0">
                <a:solidFill>
                  <a:srgbClr val="002060"/>
                </a:solidFill>
                <a:latin typeface="Times New Roman" panose="02020603050405020304" pitchFamily="18" charset="0"/>
                <a:cs typeface="Times New Roman" panose="02020603050405020304" pitchFamily="18" charset="0"/>
              </a:rPr>
              <a:t> </a:t>
            </a:r>
            <a:r>
              <a:rPr sz="2200" spc="-109" dirty="0">
                <a:solidFill>
                  <a:srgbClr val="002060"/>
                </a:solidFill>
                <a:latin typeface="Times New Roman" panose="02020603050405020304" pitchFamily="18" charset="0"/>
                <a:cs typeface="Times New Roman" panose="02020603050405020304" pitchFamily="18" charset="0"/>
              </a:rPr>
              <a:t>memory.</a:t>
            </a:r>
            <a:endParaRPr sz="2200" dirty="0">
              <a:solidFill>
                <a:srgbClr val="002060"/>
              </a:solidFill>
              <a:latin typeface="Times New Roman" panose="02020603050405020304" pitchFamily="18" charset="0"/>
              <a:cs typeface="Times New Roman" panose="02020603050405020304" pitchFamily="18" charset="0"/>
            </a:endParaRPr>
          </a:p>
          <a:p>
            <a:pPr marL="180499" marR="23813" indent="-171450" algn="just">
              <a:lnSpc>
                <a:spcPct val="110000"/>
              </a:lnSpc>
              <a:spcBef>
                <a:spcPts val="746"/>
              </a:spcBef>
              <a:buClr>
                <a:srgbClr val="B71E42"/>
              </a:buClr>
              <a:buFont typeface="Arial MT"/>
              <a:buChar char="•"/>
              <a:tabLst>
                <a:tab pos="180975" algn="l"/>
              </a:tabLst>
            </a:pPr>
            <a:r>
              <a:rPr sz="2200" spc="-23" dirty="0">
                <a:solidFill>
                  <a:srgbClr val="002060"/>
                </a:solidFill>
                <a:latin typeface="Times New Roman" panose="02020603050405020304" pitchFamily="18" charset="0"/>
                <a:cs typeface="Times New Roman" panose="02020603050405020304" pitchFamily="18" charset="0"/>
              </a:rPr>
              <a:t>Without </a:t>
            </a:r>
            <a:r>
              <a:rPr sz="2200" spc="-180" dirty="0">
                <a:solidFill>
                  <a:srgbClr val="002060"/>
                </a:solidFill>
                <a:latin typeface="Times New Roman" panose="02020603050405020304" pitchFamily="18" charset="0"/>
                <a:cs typeface="Times New Roman" panose="02020603050405020304" pitchFamily="18" charset="0"/>
              </a:rPr>
              <a:t>a</a:t>
            </a:r>
            <a:r>
              <a:rPr sz="2200" spc="-176" dirty="0">
                <a:solidFill>
                  <a:srgbClr val="002060"/>
                </a:solidFill>
                <a:latin typeface="Times New Roman" panose="02020603050405020304" pitchFamily="18" charset="0"/>
                <a:cs typeface="Times New Roman" panose="02020603050405020304" pitchFamily="18" charset="0"/>
              </a:rPr>
              <a:t> </a:t>
            </a:r>
            <a:r>
              <a:rPr sz="2200" spc="-98" dirty="0">
                <a:solidFill>
                  <a:srgbClr val="002060"/>
                </a:solidFill>
                <a:latin typeface="Times New Roman" panose="02020603050405020304" pitchFamily="18" charset="0"/>
                <a:cs typeface="Times New Roman" panose="02020603050405020304" pitchFamily="18" charset="0"/>
              </a:rPr>
              <a:t>hypervisor, </a:t>
            </a:r>
            <a:r>
              <a:rPr sz="2200" spc="-60" dirty="0">
                <a:solidFill>
                  <a:srgbClr val="002060"/>
                </a:solidFill>
                <a:latin typeface="Times New Roman" panose="02020603050405020304" pitchFamily="18" charset="0"/>
                <a:cs typeface="Times New Roman" panose="02020603050405020304" pitchFamily="18" charset="0"/>
              </a:rPr>
              <a:t>more</a:t>
            </a:r>
            <a:r>
              <a:rPr sz="2200" spc="-56" dirty="0">
                <a:solidFill>
                  <a:srgbClr val="002060"/>
                </a:solidFill>
                <a:latin typeface="Times New Roman" panose="02020603050405020304" pitchFamily="18" charset="0"/>
                <a:cs typeface="Times New Roman" panose="02020603050405020304" pitchFamily="18" charset="0"/>
              </a:rPr>
              <a:t> </a:t>
            </a:r>
            <a:r>
              <a:rPr sz="2200" spc="-116" dirty="0">
                <a:solidFill>
                  <a:srgbClr val="002060"/>
                </a:solidFill>
                <a:latin typeface="Times New Roman" panose="02020603050405020304" pitchFamily="18" charset="0"/>
                <a:cs typeface="Times New Roman" panose="02020603050405020304" pitchFamily="18" charset="0"/>
              </a:rPr>
              <a:t>than</a:t>
            </a:r>
            <a:r>
              <a:rPr sz="2200" spc="-113" dirty="0">
                <a:solidFill>
                  <a:srgbClr val="002060"/>
                </a:solidFill>
                <a:latin typeface="Times New Roman" panose="02020603050405020304" pitchFamily="18" charset="0"/>
                <a:cs typeface="Times New Roman" panose="02020603050405020304" pitchFamily="18" charset="0"/>
              </a:rPr>
              <a:t> </a:t>
            </a:r>
            <a:r>
              <a:rPr sz="2200" spc="-60" dirty="0">
                <a:solidFill>
                  <a:srgbClr val="002060"/>
                </a:solidFill>
                <a:latin typeface="Times New Roman" panose="02020603050405020304" pitchFamily="18" charset="0"/>
                <a:cs typeface="Times New Roman" panose="02020603050405020304" pitchFamily="18" charset="0"/>
              </a:rPr>
              <a:t>one</a:t>
            </a:r>
            <a:r>
              <a:rPr sz="2200" spc="-56" dirty="0">
                <a:solidFill>
                  <a:srgbClr val="002060"/>
                </a:solidFill>
                <a:latin typeface="Times New Roman" panose="02020603050405020304" pitchFamily="18" charset="0"/>
                <a:cs typeface="Times New Roman" panose="02020603050405020304" pitchFamily="18" charset="0"/>
              </a:rPr>
              <a:t> </a:t>
            </a:r>
            <a:r>
              <a:rPr sz="2200" spc="-94" dirty="0">
                <a:solidFill>
                  <a:srgbClr val="002060"/>
                </a:solidFill>
                <a:latin typeface="Times New Roman" panose="02020603050405020304" pitchFamily="18" charset="0"/>
                <a:cs typeface="Times New Roman" panose="02020603050405020304" pitchFamily="18" charset="0"/>
              </a:rPr>
              <a:t>operating</a:t>
            </a:r>
            <a:r>
              <a:rPr sz="2200" spc="-90" dirty="0">
                <a:solidFill>
                  <a:srgbClr val="002060"/>
                </a:solidFill>
                <a:latin typeface="Times New Roman" panose="02020603050405020304" pitchFamily="18" charset="0"/>
                <a:cs typeface="Times New Roman" panose="02020603050405020304" pitchFamily="18" charset="0"/>
              </a:rPr>
              <a:t> </a:t>
            </a:r>
            <a:r>
              <a:rPr sz="2200" spc="-86" dirty="0">
                <a:solidFill>
                  <a:srgbClr val="002060"/>
                </a:solidFill>
                <a:latin typeface="Times New Roman" panose="02020603050405020304" pitchFamily="18" charset="0"/>
                <a:cs typeface="Times New Roman" panose="02020603050405020304" pitchFamily="18" charset="0"/>
              </a:rPr>
              <a:t>system</a:t>
            </a:r>
            <a:r>
              <a:rPr sz="2200" spc="-83" dirty="0">
                <a:solidFill>
                  <a:srgbClr val="002060"/>
                </a:solidFill>
                <a:latin typeface="Times New Roman" panose="02020603050405020304" pitchFamily="18" charset="0"/>
                <a:cs typeface="Times New Roman" panose="02020603050405020304" pitchFamily="18" charset="0"/>
              </a:rPr>
              <a:t> </a:t>
            </a:r>
            <a:r>
              <a:rPr sz="2200" spc="-86" dirty="0">
                <a:solidFill>
                  <a:srgbClr val="002060"/>
                </a:solidFill>
                <a:latin typeface="Times New Roman" panose="02020603050405020304" pitchFamily="18" charset="0"/>
                <a:cs typeface="Times New Roman" panose="02020603050405020304" pitchFamily="18" charset="0"/>
              </a:rPr>
              <a:t>from</a:t>
            </a:r>
            <a:r>
              <a:rPr sz="2200" spc="-83" dirty="0">
                <a:solidFill>
                  <a:srgbClr val="002060"/>
                </a:solidFill>
                <a:latin typeface="Times New Roman" panose="02020603050405020304" pitchFamily="18" charset="0"/>
                <a:cs typeface="Times New Roman" panose="02020603050405020304" pitchFamily="18" charset="0"/>
              </a:rPr>
              <a:t> </a:t>
            </a:r>
            <a:r>
              <a:rPr sz="2200" spc="-120" dirty="0">
                <a:solidFill>
                  <a:srgbClr val="002060"/>
                </a:solidFill>
                <a:latin typeface="Times New Roman" panose="02020603050405020304" pitchFamily="18" charset="0"/>
                <a:cs typeface="Times New Roman" panose="02020603050405020304" pitchFamily="18" charset="0"/>
              </a:rPr>
              <a:t>multiple </a:t>
            </a:r>
            <a:r>
              <a:rPr sz="2200" spc="-116" dirty="0">
                <a:solidFill>
                  <a:srgbClr val="002060"/>
                </a:solidFill>
                <a:latin typeface="Times New Roman" panose="02020603050405020304" pitchFamily="18" charset="0"/>
                <a:cs typeface="Times New Roman" panose="02020603050405020304" pitchFamily="18" charset="0"/>
              </a:rPr>
              <a:t> </a:t>
            </a:r>
            <a:r>
              <a:rPr sz="2200" spc="-98" dirty="0">
                <a:solidFill>
                  <a:srgbClr val="002060"/>
                </a:solidFill>
                <a:latin typeface="Times New Roman" panose="02020603050405020304" pitchFamily="18" charset="0"/>
                <a:cs typeface="Times New Roman" panose="02020603050405020304" pitchFamily="18" charset="0"/>
              </a:rPr>
              <a:t>virtual </a:t>
            </a:r>
            <a:r>
              <a:rPr sz="2200" spc="-109" dirty="0">
                <a:solidFill>
                  <a:srgbClr val="002060"/>
                </a:solidFill>
                <a:latin typeface="Times New Roman" panose="02020603050405020304" pitchFamily="18" charset="0"/>
                <a:cs typeface="Times New Roman" panose="02020603050405020304" pitchFamily="18" charset="0"/>
              </a:rPr>
              <a:t>machines </a:t>
            </a:r>
            <a:r>
              <a:rPr sz="2200" spc="-75" dirty="0">
                <a:solidFill>
                  <a:srgbClr val="002060"/>
                </a:solidFill>
                <a:latin typeface="Times New Roman" panose="02020603050405020304" pitchFamily="18" charset="0"/>
                <a:cs typeface="Times New Roman" panose="02020603050405020304" pitchFamily="18" charset="0"/>
              </a:rPr>
              <a:t>would </a:t>
            </a:r>
            <a:r>
              <a:rPr sz="2200" spc="-109" dirty="0">
                <a:solidFill>
                  <a:srgbClr val="002060"/>
                </a:solidFill>
                <a:latin typeface="Times New Roman" panose="02020603050405020304" pitchFamily="18" charset="0"/>
                <a:cs typeface="Times New Roman" panose="02020603050405020304" pitchFamily="18" charset="0"/>
              </a:rPr>
              <a:t>want </a:t>
            </a:r>
            <a:r>
              <a:rPr sz="2200" spc="-94" dirty="0">
                <a:solidFill>
                  <a:srgbClr val="002060"/>
                </a:solidFill>
                <a:latin typeface="Times New Roman" panose="02020603050405020304" pitchFamily="18" charset="0"/>
                <a:cs typeface="Times New Roman" panose="02020603050405020304" pitchFamily="18" charset="0"/>
              </a:rPr>
              <a:t>simultaneous </a:t>
            </a:r>
            <a:r>
              <a:rPr sz="2200" spc="-60" dirty="0">
                <a:solidFill>
                  <a:srgbClr val="002060"/>
                </a:solidFill>
                <a:latin typeface="Times New Roman" panose="02020603050405020304" pitchFamily="18" charset="0"/>
                <a:cs typeface="Times New Roman" panose="02020603050405020304" pitchFamily="18" charset="0"/>
              </a:rPr>
              <a:t>control </a:t>
            </a:r>
            <a:r>
              <a:rPr sz="2200" spc="-98" dirty="0">
                <a:solidFill>
                  <a:srgbClr val="002060"/>
                </a:solidFill>
                <a:latin typeface="Times New Roman" panose="02020603050405020304" pitchFamily="18" charset="0"/>
                <a:cs typeface="Times New Roman" panose="02020603050405020304" pitchFamily="18" charset="0"/>
              </a:rPr>
              <a:t>of </a:t>
            </a:r>
            <a:r>
              <a:rPr sz="2200" spc="-109" dirty="0">
                <a:solidFill>
                  <a:srgbClr val="002060"/>
                </a:solidFill>
                <a:latin typeface="Times New Roman" panose="02020603050405020304" pitchFamily="18" charset="0"/>
                <a:cs typeface="Times New Roman" panose="02020603050405020304" pitchFamily="18" charset="0"/>
              </a:rPr>
              <a:t>the </a:t>
            </a:r>
            <a:r>
              <a:rPr sz="2200" spc="-113" dirty="0">
                <a:solidFill>
                  <a:srgbClr val="002060"/>
                </a:solidFill>
                <a:latin typeface="Times New Roman" panose="02020603050405020304" pitchFamily="18" charset="0"/>
                <a:cs typeface="Times New Roman" panose="02020603050405020304" pitchFamily="18" charset="0"/>
              </a:rPr>
              <a:t>hardware, </a:t>
            </a:r>
            <a:r>
              <a:rPr sz="2200" spc="-94" dirty="0">
                <a:solidFill>
                  <a:srgbClr val="002060"/>
                </a:solidFill>
                <a:latin typeface="Times New Roman" panose="02020603050405020304" pitchFamily="18" charset="0"/>
                <a:cs typeface="Times New Roman" panose="02020603050405020304" pitchFamily="18" charset="0"/>
              </a:rPr>
              <a:t>which </a:t>
            </a:r>
            <a:r>
              <a:rPr sz="2200" spc="-90" dirty="0">
                <a:solidFill>
                  <a:srgbClr val="002060"/>
                </a:solidFill>
                <a:latin typeface="Times New Roman" panose="02020603050405020304" pitchFamily="18" charset="0"/>
                <a:cs typeface="Times New Roman" panose="02020603050405020304" pitchFamily="18" charset="0"/>
              </a:rPr>
              <a:t> </a:t>
            </a:r>
            <a:r>
              <a:rPr sz="2200" spc="-75" dirty="0">
                <a:solidFill>
                  <a:srgbClr val="002060"/>
                </a:solidFill>
                <a:latin typeface="Times New Roman" panose="02020603050405020304" pitchFamily="18" charset="0"/>
                <a:cs typeface="Times New Roman" panose="02020603050405020304" pitchFamily="18" charset="0"/>
              </a:rPr>
              <a:t>would</a:t>
            </a:r>
            <a:r>
              <a:rPr sz="2200" spc="-71" dirty="0">
                <a:solidFill>
                  <a:srgbClr val="002060"/>
                </a:solidFill>
                <a:latin typeface="Times New Roman" panose="02020603050405020304" pitchFamily="18" charset="0"/>
                <a:cs typeface="Times New Roman" panose="02020603050405020304" pitchFamily="18" charset="0"/>
              </a:rPr>
              <a:t> </a:t>
            </a:r>
            <a:r>
              <a:rPr sz="2200" i="1" spc="-188" dirty="0">
                <a:solidFill>
                  <a:srgbClr val="002060"/>
                </a:solidFill>
                <a:latin typeface="Times New Roman" panose="02020603050405020304" pitchFamily="18" charset="0"/>
                <a:cs typeface="Times New Roman" panose="02020603050405020304" pitchFamily="18" charset="0"/>
              </a:rPr>
              <a:t>result</a:t>
            </a:r>
            <a:r>
              <a:rPr sz="2200" i="1" spc="-184" dirty="0">
                <a:solidFill>
                  <a:srgbClr val="002060"/>
                </a:solidFill>
                <a:latin typeface="Times New Roman" panose="02020603050405020304" pitchFamily="18" charset="0"/>
                <a:cs typeface="Times New Roman" panose="02020603050405020304" pitchFamily="18" charset="0"/>
              </a:rPr>
              <a:t> </a:t>
            </a:r>
            <a:r>
              <a:rPr sz="2200" i="1" spc="-176" dirty="0">
                <a:solidFill>
                  <a:srgbClr val="002060"/>
                </a:solidFill>
                <a:latin typeface="Times New Roman" panose="02020603050405020304" pitchFamily="18" charset="0"/>
                <a:cs typeface="Times New Roman" panose="02020603050405020304" pitchFamily="18" charset="0"/>
              </a:rPr>
              <a:t>in</a:t>
            </a:r>
            <a:r>
              <a:rPr sz="2200" i="1" spc="-172" dirty="0">
                <a:solidFill>
                  <a:srgbClr val="002060"/>
                </a:solidFill>
                <a:latin typeface="Times New Roman" panose="02020603050405020304" pitchFamily="18" charset="0"/>
                <a:cs typeface="Times New Roman" panose="02020603050405020304" pitchFamily="18" charset="0"/>
              </a:rPr>
              <a:t> </a:t>
            </a:r>
            <a:r>
              <a:rPr sz="2200" i="1" spc="-150" dirty="0">
                <a:solidFill>
                  <a:srgbClr val="002060"/>
                </a:solidFill>
                <a:latin typeface="Times New Roman" panose="02020603050405020304" pitchFamily="18" charset="0"/>
                <a:cs typeface="Times New Roman" panose="02020603050405020304" pitchFamily="18" charset="0"/>
              </a:rPr>
              <a:t>chaos</a:t>
            </a:r>
            <a:r>
              <a:rPr sz="2200" spc="-150" dirty="0">
                <a:solidFill>
                  <a:srgbClr val="002060"/>
                </a:solidFill>
                <a:latin typeface="Times New Roman" panose="02020603050405020304" pitchFamily="18" charset="0"/>
                <a:cs typeface="Times New Roman" panose="02020603050405020304" pitchFamily="18" charset="0"/>
              </a:rPr>
              <a:t>.</a:t>
            </a:r>
            <a:r>
              <a:rPr sz="2200" spc="-146" dirty="0">
                <a:solidFill>
                  <a:srgbClr val="002060"/>
                </a:solidFill>
                <a:latin typeface="Times New Roman" panose="02020603050405020304" pitchFamily="18" charset="0"/>
                <a:cs typeface="Times New Roman" panose="02020603050405020304" pitchFamily="18" charset="0"/>
              </a:rPr>
              <a:t> </a:t>
            </a:r>
            <a:r>
              <a:rPr sz="2200" b="1" i="1" spc="-75" dirty="0">
                <a:solidFill>
                  <a:srgbClr val="002060"/>
                </a:solidFill>
                <a:latin typeface="Times New Roman" panose="02020603050405020304" pitchFamily="18" charset="0"/>
                <a:cs typeface="Times New Roman" panose="02020603050405020304" pitchFamily="18" charset="0"/>
              </a:rPr>
              <a:t>The</a:t>
            </a:r>
            <a:r>
              <a:rPr sz="2200" b="1" i="1" spc="-71" dirty="0">
                <a:solidFill>
                  <a:srgbClr val="002060"/>
                </a:solidFill>
                <a:latin typeface="Times New Roman" panose="02020603050405020304" pitchFamily="18" charset="0"/>
                <a:cs typeface="Times New Roman" panose="02020603050405020304" pitchFamily="18" charset="0"/>
              </a:rPr>
              <a:t> </a:t>
            </a:r>
            <a:r>
              <a:rPr sz="2200" b="1" i="1" spc="-101" dirty="0">
                <a:solidFill>
                  <a:srgbClr val="002060"/>
                </a:solidFill>
                <a:latin typeface="Times New Roman" panose="02020603050405020304" pitchFamily="18" charset="0"/>
                <a:cs typeface="Times New Roman" panose="02020603050405020304" pitchFamily="18" charset="0"/>
              </a:rPr>
              <a:t>hypervisor</a:t>
            </a:r>
            <a:r>
              <a:rPr sz="2200" b="1" i="1" spc="-98" dirty="0">
                <a:solidFill>
                  <a:srgbClr val="002060"/>
                </a:solidFill>
                <a:latin typeface="Times New Roman" panose="02020603050405020304" pitchFamily="18" charset="0"/>
                <a:cs typeface="Times New Roman" panose="02020603050405020304" pitchFamily="18" charset="0"/>
              </a:rPr>
              <a:t> </a:t>
            </a:r>
            <a:r>
              <a:rPr sz="2200" b="1" i="1" spc="-75" dirty="0">
                <a:solidFill>
                  <a:srgbClr val="002060"/>
                </a:solidFill>
                <a:latin typeface="Times New Roman" panose="02020603050405020304" pitchFamily="18" charset="0"/>
                <a:cs typeface="Times New Roman" panose="02020603050405020304" pitchFamily="18" charset="0"/>
              </a:rPr>
              <a:t>manages</a:t>
            </a:r>
            <a:r>
              <a:rPr sz="2200" b="1" i="1" spc="394" dirty="0">
                <a:solidFill>
                  <a:srgbClr val="002060"/>
                </a:solidFill>
                <a:latin typeface="Times New Roman" panose="02020603050405020304" pitchFamily="18" charset="0"/>
                <a:cs typeface="Times New Roman" panose="02020603050405020304" pitchFamily="18" charset="0"/>
              </a:rPr>
              <a:t> </a:t>
            </a:r>
            <a:r>
              <a:rPr sz="2200" b="1" i="1" spc="-79" dirty="0">
                <a:solidFill>
                  <a:srgbClr val="002060"/>
                </a:solidFill>
                <a:latin typeface="Times New Roman" panose="02020603050405020304" pitchFamily="18" charset="0"/>
                <a:cs typeface="Times New Roman" panose="02020603050405020304" pitchFamily="18" charset="0"/>
              </a:rPr>
              <a:t>the</a:t>
            </a:r>
            <a:r>
              <a:rPr sz="2200" b="1" i="1" spc="386" dirty="0">
                <a:solidFill>
                  <a:srgbClr val="002060"/>
                </a:solidFill>
                <a:latin typeface="Times New Roman" panose="02020603050405020304" pitchFamily="18" charset="0"/>
                <a:cs typeface="Times New Roman" panose="02020603050405020304" pitchFamily="18" charset="0"/>
              </a:rPr>
              <a:t> </a:t>
            </a:r>
            <a:r>
              <a:rPr sz="2200" b="1" i="1" spc="-94" dirty="0">
                <a:solidFill>
                  <a:srgbClr val="002060"/>
                </a:solidFill>
                <a:latin typeface="Times New Roman" panose="02020603050405020304" pitchFamily="18" charset="0"/>
                <a:cs typeface="Times New Roman" panose="02020603050405020304" pitchFamily="18" charset="0"/>
              </a:rPr>
              <a:t>interactions </a:t>
            </a:r>
            <a:r>
              <a:rPr sz="2200" b="1" i="1" spc="-90" dirty="0">
                <a:solidFill>
                  <a:srgbClr val="002060"/>
                </a:solidFill>
                <a:latin typeface="Times New Roman" panose="02020603050405020304" pitchFamily="18" charset="0"/>
                <a:cs typeface="Times New Roman" panose="02020603050405020304" pitchFamily="18" charset="0"/>
              </a:rPr>
              <a:t> </a:t>
            </a:r>
            <a:r>
              <a:rPr sz="2200" b="1" i="1" spc="-83" dirty="0">
                <a:solidFill>
                  <a:srgbClr val="002060"/>
                </a:solidFill>
                <a:latin typeface="Times New Roman" panose="02020603050405020304" pitchFamily="18" charset="0"/>
                <a:cs typeface="Times New Roman" panose="02020603050405020304" pitchFamily="18" charset="0"/>
              </a:rPr>
              <a:t>between </a:t>
            </a:r>
            <a:r>
              <a:rPr sz="2200" b="1" i="1" spc="-56" dirty="0">
                <a:solidFill>
                  <a:srgbClr val="002060"/>
                </a:solidFill>
                <a:latin typeface="Times New Roman" panose="02020603050405020304" pitchFamily="18" charset="0"/>
                <a:cs typeface="Times New Roman" panose="02020603050405020304" pitchFamily="18" charset="0"/>
              </a:rPr>
              <a:t>each </a:t>
            </a:r>
            <a:r>
              <a:rPr sz="2200" b="1" i="1" spc="-101" dirty="0">
                <a:solidFill>
                  <a:srgbClr val="002060"/>
                </a:solidFill>
                <a:latin typeface="Times New Roman" panose="02020603050405020304" pitchFamily="18" charset="0"/>
                <a:cs typeface="Times New Roman" panose="02020603050405020304" pitchFamily="18" charset="0"/>
              </a:rPr>
              <a:t>virtual </a:t>
            </a:r>
            <a:r>
              <a:rPr sz="2200" b="1" i="1" spc="-56" dirty="0">
                <a:solidFill>
                  <a:srgbClr val="002060"/>
                </a:solidFill>
                <a:latin typeface="Times New Roman" panose="02020603050405020304" pitchFamily="18" charset="0"/>
                <a:cs typeface="Times New Roman" panose="02020603050405020304" pitchFamily="18" charset="0"/>
              </a:rPr>
              <a:t>machine </a:t>
            </a:r>
            <a:r>
              <a:rPr sz="2200" b="1" i="1" spc="-68" dirty="0">
                <a:solidFill>
                  <a:srgbClr val="002060"/>
                </a:solidFill>
                <a:latin typeface="Times New Roman" panose="02020603050405020304" pitchFamily="18" charset="0"/>
                <a:cs typeface="Times New Roman" panose="02020603050405020304" pitchFamily="18" charset="0"/>
              </a:rPr>
              <a:t>and </a:t>
            </a:r>
            <a:r>
              <a:rPr sz="2200" b="1" i="1" spc="-79" dirty="0">
                <a:solidFill>
                  <a:srgbClr val="002060"/>
                </a:solidFill>
                <a:latin typeface="Times New Roman" panose="02020603050405020304" pitchFamily="18" charset="0"/>
                <a:cs typeface="Times New Roman" panose="02020603050405020304" pitchFamily="18" charset="0"/>
              </a:rPr>
              <a:t>the </a:t>
            </a:r>
            <a:r>
              <a:rPr sz="2200" b="1" i="1" spc="-105" dirty="0">
                <a:solidFill>
                  <a:srgbClr val="002060"/>
                </a:solidFill>
                <a:latin typeface="Times New Roman" panose="02020603050405020304" pitchFamily="18" charset="0"/>
                <a:cs typeface="Times New Roman" panose="02020603050405020304" pitchFamily="18" charset="0"/>
              </a:rPr>
              <a:t>hardware </a:t>
            </a:r>
            <a:r>
              <a:rPr sz="2200" b="1" i="1" spc="-94" dirty="0">
                <a:solidFill>
                  <a:srgbClr val="002060"/>
                </a:solidFill>
                <a:latin typeface="Times New Roman" panose="02020603050405020304" pitchFamily="18" charset="0"/>
                <a:cs typeface="Times New Roman" panose="02020603050405020304" pitchFamily="18" charset="0"/>
              </a:rPr>
              <a:t>that </a:t>
            </a:r>
            <a:r>
              <a:rPr sz="2200" b="1" i="1" spc="-79" dirty="0">
                <a:solidFill>
                  <a:srgbClr val="002060"/>
                </a:solidFill>
                <a:latin typeface="Times New Roman" panose="02020603050405020304" pitchFamily="18" charset="0"/>
                <a:cs typeface="Times New Roman" panose="02020603050405020304" pitchFamily="18" charset="0"/>
              </a:rPr>
              <a:t>the </a:t>
            </a:r>
            <a:r>
              <a:rPr sz="2200" b="1" i="1" spc="-101" dirty="0">
                <a:solidFill>
                  <a:srgbClr val="002060"/>
                </a:solidFill>
                <a:latin typeface="Times New Roman" panose="02020603050405020304" pitchFamily="18" charset="0"/>
                <a:cs typeface="Times New Roman" panose="02020603050405020304" pitchFamily="18" charset="0"/>
              </a:rPr>
              <a:t>guests </a:t>
            </a:r>
            <a:r>
              <a:rPr sz="2200" b="1" i="1" spc="-98" dirty="0">
                <a:solidFill>
                  <a:srgbClr val="002060"/>
                </a:solidFill>
                <a:latin typeface="Times New Roman" panose="02020603050405020304" pitchFamily="18" charset="0"/>
                <a:cs typeface="Times New Roman" panose="02020603050405020304" pitchFamily="18" charset="0"/>
              </a:rPr>
              <a:t>all </a:t>
            </a:r>
            <a:r>
              <a:rPr sz="2200" b="1" i="1" spc="-94" dirty="0">
                <a:solidFill>
                  <a:srgbClr val="002060"/>
                </a:solidFill>
                <a:latin typeface="Times New Roman" panose="02020603050405020304" pitchFamily="18" charset="0"/>
                <a:cs typeface="Times New Roman" panose="02020603050405020304" pitchFamily="18" charset="0"/>
              </a:rPr>
              <a:t> </a:t>
            </a:r>
            <a:r>
              <a:rPr sz="2200" b="1" i="1" spc="-127" dirty="0">
                <a:solidFill>
                  <a:srgbClr val="002060"/>
                </a:solidFill>
                <a:latin typeface="Times New Roman" panose="02020603050405020304" pitchFamily="18" charset="0"/>
                <a:cs typeface="Times New Roman" panose="02020603050405020304" pitchFamily="18" charset="0"/>
              </a:rPr>
              <a:t>share</a:t>
            </a:r>
            <a:r>
              <a:rPr sz="2200" spc="-127" dirty="0">
                <a:solidFill>
                  <a:srgbClr val="002060"/>
                </a:solidFill>
                <a:latin typeface="Times New Roman" panose="02020603050405020304" pitchFamily="18" charset="0"/>
                <a:cs typeface="Times New Roman" panose="02020603050405020304" pitchFamily="18" charset="0"/>
              </a:rPr>
              <a:t>.</a:t>
            </a:r>
            <a:endParaRPr sz="2200"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85761276"/>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023167" y="563872"/>
            <a:ext cx="7086124" cy="2040943"/>
          </a:xfrm>
          <a:prstGeom prst="rect">
            <a:avLst/>
          </a:prstGeom>
        </p:spPr>
        <p:txBody>
          <a:bodyPr vert="horz" wrap="square" lIns="0" tIns="9525" rIns="0" bIns="0" rtlCol="0">
            <a:spAutoFit/>
          </a:bodyPr>
          <a:lstStyle/>
          <a:p>
            <a:pPr marL="180499" marR="3810" indent="-171450" algn="just">
              <a:lnSpc>
                <a:spcPct val="120000"/>
              </a:lnSpc>
              <a:spcBef>
                <a:spcPts val="75"/>
              </a:spcBef>
              <a:buClr>
                <a:srgbClr val="B71E42"/>
              </a:buClr>
              <a:buFont typeface="Arial MT"/>
              <a:buChar char="•"/>
              <a:tabLst>
                <a:tab pos="180975" algn="l"/>
              </a:tabLst>
            </a:pPr>
            <a:r>
              <a:rPr sz="2200" spc="-45" dirty="0">
                <a:solidFill>
                  <a:srgbClr val="002060"/>
                </a:solidFill>
                <a:latin typeface="Times New Roman" panose="02020603050405020304" pitchFamily="18" charset="0"/>
                <a:cs typeface="Times New Roman" panose="02020603050405020304" pitchFamily="18" charset="0"/>
              </a:rPr>
              <a:t>The </a:t>
            </a:r>
            <a:r>
              <a:rPr sz="2200" spc="-64" dirty="0">
                <a:solidFill>
                  <a:srgbClr val="002060"/>
                </a:solidFill>
                <a:latin typeface="Times New Roman" panose="02020603050405020304" pitchFamily="18" charset="0"/>
                <a:cs typeface="Times New Roman" panose="02020603050405020304" pitchFamily="18" charset="0"/>
              </a:rPr>
              <a:t>structure </a:t>
            </a:r>
            <a:r>
              <a:rPr sz="2200" spc="-83" dirty="0">
                <a:solidFill>
                  <a:srgbClr val="002060"/>
                </a:solidFill>
                <a:latin typeface="Times New Roman" panose="02020603050405020304" pitchFamily="18" charset="0"/>
                <a:cs typeface="Times New Roman" panose="02020603050405020304" pitchFamily="18" charset="0"/>
              </a:rPr>
              <a:t>of</a:t>
            </a:r>
            <a:r>
              <a:rPr sz="2200" spc="-79" dirty="0">
                <a:solidFill>
                  <a:srgbClr val="002060"/>
                </a:solidFill>
                <a:latin typeface="Times New Roman" panose="02020603050405020304" pitchFamily="18" charset="0"/>
                <a:cs typeface="Times New Roman" panose="02020603050405020304" pitchFamily="18" charset="0"/>
              </a:rPr>
              <a:t> </a:t>
            </a:r>
            <a:r>
              <a:rPr sz="2200" spc="-150" dirty="0">
                <a:solidFill>
                  <a:srgbClr val="002060"/>
                </a:solidFill>
                <a:latin typeface="Times New Roman" panose="02020603050405020304" pitchFamily="18" charset="0"/>
                <a:cs typeface="Times New Roman" panose="02020603050405020304" pitchFamily="18" charset="0"/>
              </a:rPr>
              <a:t>a</a:t>
            </a:r>
            <a:r>
              <a:rPr sz="2200" spc="-146" dirty="0">
                <a:solidFill>
                  <a:srgbClr val="002060"/>
                </a:solidFill>
                <a:latin typeface="Times New Roman" panose="02020603050405020304" pitchFamily="18" charset="0"/>
                <a:cs typeface="Times New Roman" panose="02020603050405020304" pitchFamily="18" charset="0"/>
              </a:rPr>
              <a:t> </a:t>
            </a:r>
            <a:r>
              <a:rPr sz="2200" spc="79" dirty="0">
                <a:solidFill>
                  <a:srgbClr val="002060"/>
                </a:solidFill>
                <a:latin typeface="Times New Roman" panose="02020603050405020304" pitchFamily="18" charset="0"/>
                <a:cs typeface="Times New Roman" panose="02020603050405020304" pitchFamily="18" charset="0"/>
              </a:rPr>
              <a:t>VMM </a:t>
            </a:r>
            <a:r>
              <a:rPr sz="2200" spc="-64" dirty="0">
                <a:solidFill>
                  <a:srgbClr val="002060"/>
                </a:solidFill>
                <a:latin typeface="Times New Roman" panose="02020603050405020304" pitchFamily="18" charset="0"/>
                <a:cs typeface="Times New Roman" panose="02020603050405020304" pitchFamily="18" charset="0"/>
              </a:rPr>
              <a:t>is </a:t>
            </a:r>
            <a:r>
              <a:rPr sz="2200" spc="-105" dirty="0">
                <a:solidFill>
                  <a:srgbClr val="002060"/>
                </a:solidFill>
                <a:latin typeface="Times New Roman" panose="02020603050405020304" pitchFamily="18" charset="0"/>
                <a:cs typeface="Times New Roman" panose="02020603050405020304" pitchFamily="18" charset="0"/>
              </a:rPr>
              <a:t>fairly</a:t>
            </a:r>
            <a:r>
              <a:rPr sz="2200" spc="-101" dirty="0">
                <a:solidFill>
                  <a:srgbClr val="002060"/>
                </a:solidFill>
                <a:latin typeface="Times New Roman" panose="02020603050405020304" pitchFamily="18" charset="0"/>
                <a:cs typeface="Times New Roman" panose="02020603050405020304" pitchFamily="18" charset="0"/>
              </a:rPr>
              <a:t> </a:t>
            </a:r>
            <a:r>
              <a:rPr sz="2200" spc="-105" dirty="0">
                <a:solidFill>
                  <a:srgbClr val="002060"/>
                </a:solidFill>
                <a:latin typeface="Times New Roman" panose="02020603050405020304" pitchFamily="18" charset="0"/>
                <a:cs typeface="Times New Roman" panose="02020603050405020304" pitchFamily="18" charset="0"/>
              </a:rPr>
              <a:t>simple. </a:t>
            </a:r>
            <a:r>
              <a:rPr sz="2200" spc="-71" dirty="0">
                <a:solidFill>
                  <a:srgbClr val="002060"/>
                </a:solidFill>
                <a:latin typeface="Times New Roman" panose="02020603050405020304" pitchFamily="18" charset="0"/>
                <a:cs typeface="Times New Roman" panose="02020603050405020304" pitchFamily="18" charset="0"/>
              </a:rPr>
              <a:t>It </a:t>
            </a:r>
            <a:r>
              <a:rPr sz="2200" spc="-53" dirty="0">
                <a:solidFill>
                  <a:srgbClr val="002060"/>
                </a:solidFill>
                <a:latin typeface="Times New Roman" panose="02020603050405020304" pitchFamily="18" charset="0"/>
                <a:cs typeface="Times New Roman" panose="02020603050405020304" pitchFamily="18" charset="0"/>
              </a:rPr>
              <a:t>consists </a:t>
            </a:r>
            <a:r>
              <a:rPr sz="2200" spc="-83" dirty="0">
                <a:solidFill>
                  <a:srgbClr val="002060"/>
                </a:solidFill>
                <a:latin typeface="Times New Roman" panose="02020603050405020304" pitchFamily="18" charset="0"/>
                <a:cs typeface="Times New Roman" panose="02020603050405020304" pitchFamily="18" charset="0"/>
              </a:rPr>
              <a:t>of</a:t>
            </a:r>
            <a:r>
              <a:rPr sz="2200" spc="-79" dirty="0">
                <a:solidFill>
                  <a:srgbClr val="002060"/>
                </a:solidFill>
                <a:latin typeface="Times New Roman" panose="02020603050405020304" pitchFamily="18" charset="0"/>
                <a:cs typeface="Times New Roman" panose="02020603050405020304" pitchFamily="18" charset="0"/>
              </a:rPr>
              <a:t> </a:t>
            </a:r>
            <a:r>
              <a:rPr sz="2200" spc="-150" dirty="0">
                <a:solidFill>
                  <a:srgbClr val="002060"/>
                </a:solidFill>
                <a:latin typeface="Times New Roman" panose="02020603050405020304" pitchFamily="18" charset="0"/>
                <a:cs typeface="Times New Roman" panose="02020603050405020304" pitchFamily="18" charset="0"/>
              </a:rPr>
              <a:t>a</a:t>
            </a:r>
            <a:r>
              <a:rPr sz="2200" spc="-146" dirty="0">
                <a:solidFill>
                  <a:srgbClr val="002060"/>
                </a:solidFill>
                <a:latin typeface="Times New Roman" panose="02020603050405020304" pitchFamily="18" charset="0"/>
                <a:cs typeface="Times New Roman" panose="02020603050405020304" pitchFamily="18" charset="0"/>
              </a:rPr>
              <a:t> </a:t>
            </a:r>
            <a:r>
              <a:rPr sz="2200" spc="-105" dirty="0">
                <a:solidFill>
                  <a:srgbClr val="002060"/>
                </a:solidFill>
                <a:latin typeface="Times New Roman" panose="02020603050405020304" pitchFamily="18" charset="0"/>
                <a:cs typeface="Times New Roman" panose="02020603050405020304" pitchFamily="18" charset="0"/>
              </a:rPr>
              <a:t>layer</a:t>
            </a:r>
            <a:r>
              <a:rPr sz="2200" spc="-101" dirty="0">
                <a:solidFill>
                  <a:srgbClr val="002060"/>
                </a:solidFill>
                <a:latin typeface="Times New Roman" panose="02020603050405020304" pitchFamily="18" charset="0"/>
                <a:cs typeface="Times New Roman" panose="02020603050405020304" pitchFamily="18" charset="0"/>
              </a:rPr>
              <a:t> </a:t>
            </a:r>
            <a:r>
              <a:rPr sz="2200" spc="-86" dirty="0">
                <a:solidFill>
                  <a:srgbClr val="002060"/>
                </a:solidFill>
                <a:latin typeface="Times New Roman" panose="02020603050405020304" pitchFamily="18" charset="0"/>
                <a:cs typeface="Times New Roman" panose="02020603050405020304" pitchFamily="18" charset="0"/>
              </a:rPr>
              <a:t>of</a:t>
            </a:r>
            <a:r>
              <a:rPr sz="2200" spc="278" dirty="0">
                <a:solidFill>
                  <a:srgbClr val="002060"/>
                </a:solidFill>
                <a:latin typeface="Times New Roman" panose="02020603050405020304" pitchFamily="18" charset="0"/>
                <a:cs typeface="Times New Roman" panose="02020603050405020304" pitchFamily="18" charset="0"/>
              </a:rPr>
              <a:t> </a:t>
            </a:r>
            <a:r>
              <a:rPr sz="2200" spc="-79" dirty="0">
                <a:solidFill>
                  <a:srgbClr val="002060"/>
                </a:solidFill>
                <a:latin typeface="Times New Roman" panose="02020603050405020304" pitchFamily="18" charset="0"/>
                <a:cs typeface="Times New Roman" panose="02020603050405020304" pitchFamily="18" charset="0"/>
              </a:rPr>
              <a:t>software </a:t>
            </a:r>
            <a:r>
              <a:rPr sz="2200" spc="-105" dirty="0">
                <a:solidFill>
                  <a:srgbClr val="002060"/>
                </a:solidFill>
                <a:latin typeface="Times New Roman" panose="02020603050405020304" pitchFamily="18" charset="0"/>
                <a:cs typeface="Times New Roman" panose="02020603050405020304" pitchFamily="18" charset="0"/>
              </a:rPr>
              <a:t>that</a:t>
            </a:r>
            <a:r>
              <a:rPr sz="2200" spc="244" dirty="0">
                <a:solidFill>
                  <a:srgbClr val="002060"/>
                </a:solidFill>
                <a:latin typeface="Times New Roman" panose="02020603050405020304" pitchFamily="18" charset="0"/>
                <a:cs typeface="Times New Roman" panose="02020603050405020304" pitchFamily="18" charset="0"/>
              </a:rPr>
              <a:t> </a:t>
            </a:r>
            <a:r>
              <a:rPr sz="2200" spc="-94" dirty="0">
                <a:solidFill>
                  <a:srgbClr val="002060"/>
                </a:solidFill>
                <a:latin typeface="Times New Roman" panose="02020603050405020304" pitchFamily="18" charset="0"/>
                <a:cs typeface="Times New Roman" panose="02020603050405020304" pitchFamily="18" charset="0"/>
              </a:rPr>
              <a:t>lives </a:t>
            </a:r>
            <a:r>
              <a:rPr sz="2200" spc="-90" dirty="0">
                <a:solidFill>
                  <a:srgbClr val="002060"/>
                </a:solidFill>
                <a:latin typeface="Times New Roman" panose="02020603050405020304" pitchFamily="18" charset="0"/>
                <a:cs typeface="Times New Roman" panose="02020603050405020304" pitchFamily="18" charset="0"/>
              </a:rPr>
              <a:t> between </a:t>
            </a:r>
            <a:r>
              <a:rPr sz="2200" spc="-86" dirty="0">
                <a:solidFill>
                  <a:srgbClr val="002060"/>
                </a:solidFill>
                <a:latin typeface="Times New Roman" panose="02020603050405020304" pitchFamily="18" charset="0"/>
                <a:cs typeface="Times New Roman" panose="02020603050405020304" pitchFamily="18" charset="0"/>
              </a:rPr>
              <a:t>the </a:t>
            </a:r>
            <a:r>
              <a:rPr sz="2200" spc="-94" dirty="0">
                <a:solidFill>
                  <a:srgbClr val="002060"/>
                </a:solidFill>
                <a:latin typeface="Times New Roman" panose="02020603050405020304" pitchFamily="18" charset="0"/>
                <a:cs typeface="Times New Roman" panose="02020603050405020304" pitchFamily="18" charset="0"/>
              </a:rPr>
              <a:t>hardware, </a:t>
            </a:r>
            <a:r>
              <a:rPr sz="2200" spc="15" dirty="0">
                <a:solidFill>
                  <a:srgbClr val="002060"/>
                </a:solidFill>
                <a:latin typeface="Times New Roman" panose="02020603050405020304" pitchFamily="18" charset="0"/>
                <a:cs typeface="Times New Roman" panose="02020603050405020304" pitchFamily="18" charset="0"/>
              </a:rPr>
              <a:t>or </a:t>
            </a:r>
            <a:r>
              <a:rPr sz="2200" spc="-83" dirty="0">
                <a:solidFill>
                  <a:srgbClr val="002060"/>
                </a:solidFill>
                <a:latin typeface="Times New Roman" panose="02020603050405020304" pitchFamily="18" charset="0"/>
                <a:cs typeface="Times New Roman" panose="02020603050405020304" pitchFamily="18" charset="0"/>
              </a:rPr>
              <a:t>host, </a:t>
            </a:r>
            <a:r>
              <a:rPr sz="2200" spc="-98" dirty="0">
                <a:solidFill>
                  <a:srgbClr val="002060"/>
                </a:solidFill>
                <a:latin typeface="Times New Roman" panose="02020603050405020304" pitchFamily="18" charset="0"/>
                <a:cs typeface="Times New Roman" panose="02020603050405020304" pitchFamily="18" charset="0"/>
              </a:rPr>
              <a:t>and </a:t>
            </a:r>
            <a:r>
              <a:rPr sz="2200" spc="-86" dirty="0">
                <a:solidFill>
                  <a:srgbClr val="002060"/>
                </a:solidFill>
                <a:latin typeface="Times New Roman" panose="02020603050405020304" pitchFamily="18" charset="0"/>
                <a:cs typeface="Times New Roman" panose="02020603050405020304" pitchFamily="18" charset="0"/>
              </a:rPr>
              <a:t>the </a:t>
            </a:r>
            <a:r>
              <a:rPr sz="2200" spc="-83" dirty="0">
                <a:solidFill>
                  <a:srgbClr val="002060"/>
                </a:solidFill>
                <a:latin typeface="Times New Roman" panose="02020603050405020304" pitchFamily="18" charset="0"/>
                <a:cs typeface="Times New Roman" panose="02020603050405020304" pitchFamily="18" charset="0"/>
              </a:rPr>
              <a:t>virtual </a:t>
            </a:r>
            <a:r>
              <a:rPr sz="2200" spc="-86" dirty="0">
                <a:solidFill>
                  <a:srgbClr val="002060"/>
                </a:solidFill>
                <a:latin typeface="Times New Roman" panose="02020603050405020304" pitchFamily="18" charset="0"/>
                <a:cs typeface="Times New Roman" panose="02020603050405020304" pitchFamily="18" charset="0"/>
              </a:rPr>
              <a:t>machines </a:t>
            </a:r>
            <a:r>
              <a:rPr sz="2200" spc="-105" dirty="0">
                <a:solidFill>
                  <a:srgbClr val="002060"/>
                </a:solidFill>
                <a:latin typeface="Times New Roman" panose="02020603050405020304" pitchFamily="18" charset="0"/>
                <a:cs typeface="Times New Roman" panose="02020603050405020304" pitchFamily="18" charset="0"/>
              </a:rPr>
              <a:t>that </a:t>
            </a:r>
            <a:r>
              <a:rPr sz="2200" spc="-98" dirty="0">
                <a:solidFill>
                  <a:srgbClr val="002060"/>
                </a:solidFill>
                <a:latin typeface="Times New Roman" panose="02020603050405020304" pitchFamily="18" charset="0"/>
                <a:cs typeface="Times New Roman" panose="02020603050405020304" pitchFamily="18" charset="0"/>
              </a:rPr>
              <a:t>it </a:t>
            </a:r>
            <a:r>
              <a:rPr sz="2200" spc="-64" dirty="0">
                <a:solidFill>
                  <a:srgbClr val="002060"/>
                </a:solidFill>
                <a:latin typeface="Times New Roman" panose="02020603050405020304" pitchFamily="18" charset="0"/>
                <a:cs typeface="Times New Roman" panose="02020603050405020304" pitchFamily="18" charset="0"/>
              </a:rPr>
              <a:t>supports. </a:t>
            </a:r>
            <a:r>
              <a:rPr sz="2200" spc="-53" dirty="0">
                <a:solidFill>
                  <a:srgbClr val="002060"/>
                </a:solidFill>
                <a:latin typeface="Times New Roman" panose="02020603050405020304" pitchFamily="18" charset="0"/>
                <a:cs typeface="Times New Roman" panose="02020603050405020304" pitchFamily="18" charset="0"/>
              </a:rPr>
              <a:t>These </a:t>
            </a:r>
            <a:r>
              <a:rPr sz="2200" spc="-83" dirty="0">
                <a:solidFill>
                  <a:srgbClr val="002060"/>
                </a:solidFill>
                <a:latin typeface="Times New Roman" panose="02020603050405020304" pitchFamily="18" charset="0"/>
                <a:cs typeface="Times New Roman" panose="02020603050405020304" pitchFamily="18" charset="0"/>
              </a:rPr>
              <a:t>virtual </a:t>
            </a:r>
            <a:r>
              <a:rPr sz="2200" spc="-79" dirty="0">
                <a:solidFill>
                  <a:srgbClr val="002060"/>
                </a:solidFill>
                <a:latin typeface="Times New Roman" panose="02020603050405020304" pitchFamily="18" charset="0"/>
                <a:cs typeface="Times New Roman" panose="02020603050405020304" pitchFamily="18" charset="0"/>
              </a:rPr>
              <a:t> </a:t>
            </a:r>
            <a:r>
              <a:rPr sz="2200" spc="-101" dirty="0">
                <a:solidFill>
                  <a:srgbClr val="002060"/>
                </a:solidFill>
                <a:latin typeface="Times New Roman" panose="02020603050405020304" pitchFamily="18" charset="0"/>
                <a:cs typeface="Times New Roman" panose="02020603050405020304" pitchFamily="18" charset="0"/>
              </a:rPr>
              <a:t>machines, </a:t>
            </a:r>
            <a:r>
              <a:rPr sz="2200" spc="11" dirty="0">
                <a:solidFill>
                  <a:srgbClr val="002060"/>
                </a:solidFill>
                <a:latin typeface="Times New Roman" panose="02020603050405020304" pitchFamily="18" charset="0"/>
                <a:cs typeface="Times New Roman" panose="02020603050405020304" pitchFamily="18" charset="0"/>
              </a:rPr>
              <a:t>or </a:t>
            </a:r>
            <a:r>
              <a:rPr sz="2200" spc="30" dirty="0">
                <a:solidFill>
                  <a:srgbClr val="002060"/>
                </a:solidFill>
                <a:latin typeface="Times New Roman" panose="02020603050405020304" pitchFamily="18" charset="0"/>
                <a:cs typeface="Times New Roman" panose="02020603050405020304" pitchFamily="18" charset="0"/>
              </a:rPr>
              <a:t>VMs </a:t>
            </a:r>
            <a:r>
              <a:rPr sz="2200" spc="-90" dirty="0">
                <a:solidFill>
                  <a:srgbClr val="002060"/>
                </a:solidFill>
                <a:latin typeface="Times New Roman" panose="02020603050405020304" pitchFamily="18" charset="0"/>
                <a:cs typeface="Times New Roman" panose="02020603050405020304" pitchFamily="18" charset="0"/>
              </a:rPr>
              <a:t>are </a:t>
            </a:r>
            <a:r>
              <a:rPr sz="2200" spc="-75" dirty="0">
                <a:solidFill>
                  <a:srgbClr val="002060"/>
                </a:solidFill>
                <a:latin typeface="Times New Roman" panose="02020603050405020304" pitchFamily="18" charset="0"/>
                <a:cs typeface="Times New Roman" panose="02020603050405020304" pitchFamily="18" charset="0"/>
              </a:rPr>
              <a:t>also </a:t>
            </a:r>
            <a:r>
              <a:rPr sz="2200" spc="-113" dirty="0">
                <a:solidFill>
                  <a:srgbClr val="002060"/>
                </a:solidFill>
                <a:latin typeface="Times New Roman" panose="02020603050405020304" pitchFamily="18" charset="0"/>
                <a:cs typeface="Times New Roman" panose="02020603050405020304" pitchFamily="18" charset="0"/>
              </a:rPr>
              <a:t>called </a:t>
            </a:r>
            <a:r>
              <a:rPr sz="2200" spc="-94" dirty="0">
                <a:solidFill>
                  <a:srgbClr val="002060"/>
                </a:solidFill>
                <a:latin typeface="Times New Roman" panose="02020603050405020304" pitchFamily="18" charset="0"/>
                <a:cs typeface="Times New Roman" panose="02020603050405020304" pitchFamily="18" charset="0"/>
              </a:rPr>
              <a:t>guests. </a:t>
            </a:r>
            <a:r>
              <a:rPr sz="2200" spc="-86" dirty="0">
                <a:solidFill>
                  <a:srgbClr val="002060"/>
                </a:solidFill>
                <a:latin typeface="Times New Roman" panose="02020603050405020304" pitchFamily="18" charset="0"/>
                <a:cs typeface="Times New Roman" panose="02020603050405020304" pitchFamily="18" charset="0"/>
              </a:rPr>
              <a:t>Figure </a:t>
            </a:r>
            <a:r>
              <a:rPr sz="2200" spc="-68" dirty="0">
                <a:solidFill>
                  <a:srgbClr val="002060"/>
                </a:solidFill>
                <a:latin typeface="Times New Roman" panose="02020603050405020304" pitchFamily="18" charset="0"/>
                <a:cs typeface="Times New Roman" panose="02020603050405020304" pitchFamily="18" charset="0"/>
              </a:rPr>
              <a:t>below </a:t>
            </a:r>
            <a:r>
              <a:rPr sz="2200" spc="-64" dirty="0">
                <a:solidFill>
                  <a:srgbClr val="002060"/>
                </a:solidFill>
                <a:latin typeface="Times New Roman" panose="02020603050405020304" pitchFamily="18" charset="0"/>
                <a:cs typeface="Times New Roman" panose="02020603050405020304" pitchFamily="18" charset="0"/>
              </a:rPr>
              <a:t>is </a:t>
            </a:r>
            <a:r>
              <a:rPr sz="2200" spc="-150" dirty="0">
                <a:solidFill>
                  <a:srgbClr val="002060"/>
                </a:solidFill>
                <a:latin typeface="Times New Roman" panose="02020603050405020304" pitchFamily="18" charset="0"/>
                <a:cs typeface="Times New Roman" panose="02020603050405020304" pitchFamily="18" charset="0"/>
              </a:rPr>
              <a:t>a </a:t>
            </a:r>
            <a:r>
              <a:rPr sz="2200" spc="-86" dirty="0">
                <a:solidFill>
                  <a:srgbClr val="002060"/>
                </a:solidFill>
                <a:latin typeface="Times New Roman" panose="02020603050405020304" pitchFamily="18" charset="0"/>
                <a:cs typeface="Times New Roman" panose="02020603050405020304" pitchFamily="18" charset="0"/>
              </a:rPr>
              <a:t>simple </a:t>
            </a:r>
            <a:r>
              <a:rPr sz="2200" spc="-83" dirty="0">
                <a:solidFill>
                  <a:srgbClr val="002060"/>
                </a:solidFill>
                <a:latin typeface="Times New Roman" panose="02020603050405020304" pitchFamily="18" charset="0"/>
                <a:cs typeface="Times New Roman" panose="02020603050405020304" pitchFamily="18" charset="0"/>
              </a:rPr>
              <a:t>illustration of </a:t>
            </a:r>
            <a:r>
              <a:rPr sz="2200" spc="-90" dirty="0">
                <a:solidFill>
                  <a:srgbClr val="002060"/>
                </a:solidFill>
                <a:latin typeface="Times New Roman" panose="02020603050405020304" pitchFamily="18" charset="0"/>
                <a:cs typeface="Times New Roman" panose="02020603050405020304" pitchFamily="18" charset="0"/>
              </a:rPr>
              <a:t>the </a:t>
            </a:r>
            <a:r>
              <a:rPr sz="2200" spc="-86" dirty="0">
                <a:solidFill>
                  <a:srgbClr val="002060"/>
                </a:solidFill>
                <a:latin typeface="Times New Roman" panose="02020603050405020304" pitchFamily="18" charset="0"/>
                <a:cs typeface="Times New Roman" panose="02020603050405020304" pitchFamily="18" charset="0"/>
              </a:rPr>
              <a:t>virtual </a:t>
            </a:r>
            <a:r>
              <a:rPr sz="2200" spc="-83" dirty="0">
                <a:solidFill>
                  <a:srgbClr val="002060"/>
                </a:solidFill>
                <a:latin typeface="Times New Roman" panose="02020603050405020304" pitchFamily="18" charset="0"/>
                <a:cs typeface="Times New Roman" panose="02020603050405020304" pitchFamily="18" charset="0"/>
              </a:rPr>
              <a:t> </a:t>
            </a:r>
            <a:r>
              <a:rPr sz="2200" spc="-109" dirty="0">
                <a:solidFill>
                  <a:srgbClr val="002060"/>
                </a:solidFill>
                <a:latin typeface="Times New Roman" panose="02020603050405020304" pitchFamily="18" charset="0"/>
                <a:cs typeface="Times New Roman" panose="02020603050405020304" pitchFamily="18" charset="0"/>
              </a:rPr>
              <a:t>mach</a:t>
            </a:r>
            <a:r>
              <a:rPr sz="2200" spc="-49" dirty="0">
                <a:solidFill>
                  <a:srgbClr val="002060"/>
                </a:solidFill>
                <a:latin typeface="Times New Roman" panose="02020603050405020304" pitchFamily="18" charset="0"/>
                <a:cs typeface="Times New Roman" panose="02020603050405020304" pitchFamily="18" charset="0"/>
              </a:rPr>
              <a:t>i</a:t>
            </a:r>
            <a:r>
              <a:rPr sz="2200" spc="-86" dirty="0">
                <a:solidFill>
                  <a:srgbClr val="002060"/>
                </a:solidFill>
                <a:latin typeface="Times New Roman" panose="02020603050405020304" pitchFamily="18" charset="0"/>
                <a:cs typeface="Times New Roman" panose="02020603050405020304" pitchFamily="18" charset="0"/>
              </a:rPr>
              <a:t>ne</a:t>
            </a:r>
            <a:r>
              <a:rPr sz="2200" spc="-56" dirty="0">
                <a:solidFill>
                  <a:srgbClr val="002060"/>
                </a:solidFill>
                <a:latin typeface="Times New Roman" panose="02020603050405020304" pitchFamily="18" charset="0"/>
                <a:cs typeface="Times New Roman" panose="02020603050405020304" pitchFamily="18" charset="0"/>
              </a:rPr>
              <a:t> </a:t>
            </a:r>
            <a:r>
              <a:rPr sz="2200" spc="-45" dirty="0">
                <a:solidFill>
                  <a:srgbClr val="002060"/>
                </a:solidFill>
                <a:latin typeface="Times New Roman" panose="02020603050405020304" pitchFamily="18" charset="0"/>
                <a:cs typeface="Times New Roman" panose="02020603050405020304" pitchFamily="18" charset="0"/>
              </a:rPr>
              <a:t>mon</a:t>
            </a:r>
            <a:r>
              <a:rPr sz="2200" spc="-86" dirty="0">
                <a:solidFill>
                  <a:srgbClr val="002060"/>
                </a:solidFill>
                <a:latin typeface="Times New Roman" panose="02020603050405020304" pitchFamily="18" charset="0"/>
                <a:cs typeface="Times New Roman" panose="02020603050405020304" pitchFamily="18" charset="0"/>
              </a:rPr>
              <a:t>i</a:t>
            </a:r>
            <a:r>
              <a:rPr sz="2200" spc="-109" dirty="0">
                <a:solidFill>
                  <a:srgbClr val="002060"/>
                </a:solidFill>
                <a:latin typeface="Times New Roman" panose="02020603050405020304" pitchFamily="18" charset="0"/>
                <a:cs typeface="Times New Roman" panose="02020603050405020304" pitchFamily="18" charset="0"/>
              </a:rPr>
              <a:t>t</a:t>
            </a:r>
            <a:r>
              <a:rPr sz="2200" spc="15" dirty="0">
                <a:solidFill>
                  <a:srgbClr val="002060"/>
                </a:solidFill>
                <a:latin typeface="Times New Roman" panose="02020603050405020304" pitchFamily="18" charset="0"/>
                <a:cs typeface="Times New Roman" panose="02020603050405020304" pitchFamily="18" charset="0"/>
              </a:rPr>
              <a:t>or</a:t>
            </a:r>
            <a:r>
              <a:rPr sz="2200" spc="-75" dirty="0">
                <a:solidFill>
                  <a:srgbClr val="002060"/>
                </a:solidFill>
                <a:latin typeface="Times New Roman" panose="02020603050405020304" pitchFamily="18" charset="0"/>
                <a:cs typeface="Times New Roman" panose="02020603050405020304" pitchFamily="18" charset="0"/>
              </a:rPr>
              <a:t> </a:t>
            </a:r>
            <a:r>
              <a:rPr sz="2200" spc="-79" dirty="0">
                <a:solidFill>
                  <a:srgbClr val="002060"/>
                </a:solidFill>
                <a:latin typeface="Times New Roman" panose="02020603050405020304" pitchFamily="18" charset="0"/>
                <a:cs typeface="Times New Roman" panose="02020603050405020304" pitchFamily="18" charset="0"/>
              </a:rPr>
              <a:t>a</a:t>
            </a:r>
            <a:r>
              <a:rPr sz="2200" spc="-101" dirty="0">
                <a:solidFill>
                  <a:srgbClr val="002060"/>
                </a:solidFill>
                <a:latin typeface="Times New Roman" panose="02020603050405020304" pitchFamily="18" charset="0"/>
                <a:cs typeface="Times New Roman" panose="02020603050405020304" pitchFamily="18" charset="0"/>
              </a:rPr>
              <a:t>rch</a:t>
            </a:r>
            <a:r>
              <a:rPr sz="2200" spc="-53" dirty="0">
                <a:solidFill>
                  <a:srgbClr val="002060"/>
                </a:solidFill>
                <a:latin typeface="Times New Roman" panose="02020603050405020304" pitchFamily="18" charset="0"/>
                <a:cs typeface="Times New Roman" panose="02020603050405020304" pitchFamily="18" charset="0"/>
              </a:rPr>
              <a:t>i</a:t>
            </a:r>
            <a:r>
              <a:rPr sz="2200" spc="-98" dirty="0">
                <a:solidFill>
                  <a:srgbClr val="002060"/>
                </a:solidFill>
                <a:latin typeface="Times New Roman" panose="02020603050405020304" pitchFamily="18" charset="0"/>
                <a:cs typeface="Times New Roman" panose="02020603050405020304" pitchFamily="18" charset="0"/>
              </a:rPr>
              <a:t>tec</a:t>
            </a:r>
            <a:r>
              <a:rPr sz="2200" spc="-79" dirty="0">
                <a:solidFill>
                  <a:srgbClr val="002060"/>
                </a:solidFill>
                <a:latin typeface="Times New Roman" panose="02020603050405020304" pitchFamily="18" charset="0"/>
                <a:cs typeface="Times New Roman" panose="02020603050405020304" pitchFamily="18" charset="0"/>
              </a:rPr>
              <a:t>t</a:t>
            </a:r>
            <a:r>
              <a:rPr sz="2200" spc="-34" dirty="0">
                <a:solidFill>
                  <a:srgbClr val="002060"/>
                </a:solidFill>
                <a:latin typeface="Times New Roman" panose="02020603050405020304" pitchFamily="18" charset="0"/>
                <a:cs typeface="Times New Roman" panose="02020603050405020304" pitchFamily="18" charset="0"/>
              </a:rPr>
              <a:t>u</a:t>
            </a:r>
            <a:r>
              <a:rPr sz="2200" spc="-71" dirty="0">
                <a:solidFill>
                  <a:srgbClr val="002060"/>
                </a:solidFill>
                <a:latin typeface="Times New Roman" panose="02020603050405020304" pitchFamily="18" charset="0"/>
                <a:cs typeface="Times New Roman" panose="02020603050405020304" pitchFamily="18" charset="0"/>
              </a:rPr>
              <a:t>r</a:t>
            </a:r>
            <a:r>
              <a:rPr sz="2200" spc="-75" dirty="0">
                <a:solidFill>
                  <a:srgbClr val="002060"/>
                </a:solidFill>
                <a:latin typeface="Times New Roman" panose="02020603050405020304" pitchFamily="18" charset="0"/>
                <a:cs typeface="Times New Roman" panose="02020603050405020304" pitchFamily="18" charset="0"/>
              </a:rPr>
              <a:t>e</a:t>
            </a:r>
            <a:r>
              <a:rPr sz="2200" spc="-221" dirty="0">
                <a:solidFill>
                  <a:srgbClr val="002060"/>
                </a:solidFill>
                <a:latin typeface="Times New Roman" panose="02020603050405020304" pitchFamily="18" charset="0"/>
                <a:cs typeface="Times New Roman" panose="02020603050405020304" pitchFamily="18" charset="0"/>
              </a:rPr>
              <a:t>.</a:t>
            </a:r>
            <a:endParaRPr sz="2200" dirty="0">
              <a:solidFill>
                <a:srgbClr val="002060"/>
              </a:solidFill>
              <a:latin typeface="Times New Roman" panose="02020603050405020304" pitchFamily="18" charset="0"/>
              <a:cs typeface="Times New Roman" panose="02020603050405020304" pitchFamily="18" charset="0"/>
            </a:endParaRPr>
          </a:p>
        </p:txBody>
      </p:sp>
      <p:pic>
        <p:nvPicPr>
          <p:cNvPr id="3" name="object 3"/>
          <p:cNvPicPr/>
          <p:nvPr/>
        </p:nvPicPr>
        <p:blipFill>
          <a:blip r:embed="rId2" cstate="print"/>
          <a:stretch>
            <a:fillRect/>
          </a:stretch>
        </p:blipFill>
        <p:spPr>
          <a:xfrm>
            <a:off x="2664277" y="2604815"/>
            <a:ext cx="3803903" cy="2074545"/>
          </a:xfrm>
          <a:prstGeom prst="rect">
            <a:avLst/>
          </a:prstGeom>
        </p:spPr>
      </p:pic>
    </p:spTree>
    <p:extLst>
      <p:ext uri="{BB962C8B-B14F-4D97-AF65-F5344CB8AC3E}">
        <p14:creationId xmlns:p14="http://schemas.microsoft.com/office/powerpoint/2010/main" val="759021534"/>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97352" y="616160"/>
            <a:ext cx="7141976" cy="392255"/>
          </a:xfrm>
          <a:prstGeom prst="rect">
            <a:avLst/>
          </a:prstGeom>
        </p:spPr>
        <p:txBody>
          <a:bodyPr spcFirstLastPara="1" vert="horz" wrap="square" lIns="0" tIns="10001" rIns="0" bIns="0" rtlCol="0" anchor="ctr" anchorCtr="0">
            <a:spAutoFit/>
          </a:bodyPr>
          <a:lstStyle/>
          <a:p>
            <a:pPr marL="9525">
              <a:spcBef>
                <a:spcPts val="79"/>
              </a:spcBef>
            </a:pPr>
            <a:r>
              <a:rPr sz="2400" spc="338" dirty="0" smtClean="0"/>
              <a:t>UND</a:t>
            </a:r>
            <a:r>
              <a:rPr sz="2400" spc="278" dirty="0" smtClean="0"/>
              <a:t>E</a:t>
            </a:r>
            <a:r>
              <a:rPr sz="2400" spc="191" dirty="0" smtClean="0"/>
              <a:t>RS</a:t>
            </a:r>
            <a:r>
              <a:rPr sz="2400" spc="-34" dirty="0" smtClean="0"/>
              <a:t>T</a:t>
            </a:r>
            <a:r>
              <a:rPr sz="2400" spc="382" dirty="0" smtClean="0"/>
              <a:t>A</a:t>
            </a:r>
            <a:r>
              <a:rPr sz="2400" spc="390" dirty="0" smtClean="0"/>
              <a:t>N</a:t>
            </a:r>
            <a:r>
              <a:rPr sz="2400" spc="315" dirty="0" smtClean="0"/>
              <a:t>DIN</a:t>
            </a:r>
            <a:r>
              <a:rPr sz="2400" spc="341" dirty="0" smtClean="0"/>
              <a:t>G</a:t>
            </a:r>
            <a:r>
              <a:rPr lang="en-IN" sz="2400" spc="341" dirty="0" smtClean="0"/>
              <a:t> </a:t>
            </a:r>
            <a:r>
              <a:rPr sz="2400" spc="-435" dirty="0" smtClean="0"/>
              <a:t> </a:t>
            </a:r>
            <a:r>
              <a:rPr lang="en-IN" sz="2400" spc="-435" dirty="0" smtClean="0"/>
              <a:t> </a:t>
            </a:r>
            <a:r>
              <a:rPr sz="2400" spc="344" dirty="0" smtClean="0"/>
              <a:t>H</a:t>
            </a:r>
            <a:r>
              <a:rPr sz="2400" spc="188" dirty="0" smtClean="0"/>
              <a:t>YP</a:t>
            </a:r>
            <a:r>
              <a:rPr sz="2400" spc="169" dirty="0" smtClean="0"/>
              <a:t>E</a:t>
            </a:r>
            <a:r>
              <a:rPr sz="2400" spc="19" dirty="0" smtClean="0"/>
              <a:t>R</a:t>
            </a:r>
            <a:r>
              <a:rPr sz="2400" spc="229" dirty="0" smtClean="0"/>
              <a:t>VISORS</a:t>
            </a:r>
            <a:endParaRPr sz="2400" dirty="0"/>
          </a:p>
        </p:txBody>
      </p:sp>
      <p:sp>
        <p:nvSpPr>
          <p:cNvPr id="3" name="object 3"/>
          <p:cNvSpPr txBox="1"/>
          <p:nvPr/>
        </p:nvSpPr>
        <p:spPr>
          <a:xfrm>
            <a:off x="581891" y="1135345"/>
            <a:ext cx="7495274" cy="3484608"/>
          </a:xfrm>
          <a:prstGeom prst="rect">
            <a:avLst/>
          </a:prstGeom>
        </p:spPr>
        <p:txBody>
          <a:bodyPr vert="horz" wrap="square" lIns="0" tIns="159068" rIns="0" bIns="0" rtlCol="0">
            <a:spAutoFit/>
          </a:bodyPr>
          <a:lstStyle/>
          <a:p>
            <a:pPr marL="571500" lvl="0" indent="-342900" algn="just">
              <a:lnSpc>
                <a:spcPct val="150000"/>
              </a:lnSpc>
              <a:buSzPts val="1800"/>
              <a:buFont typeface="Wingdings" panose="05000000000000000000" pitchFamily="2" charset="2"/>
              <a:buChar char="Ø"/>
            </a:pPr>
            <a:r>
              <a:rPr lang="en-US" sz="2400" dirty="0">
                <a:solidFill>
                  <a:srgbClr val="002060"/>
                </a:solidFill>
                <a:effectLst>
                  <a:glow rad="101600">
                    <a:srgbClr val="F1F3F4">
                      <a:alpha val="60000"/>
                    </a:srgbClr>
                  </a:glow>
                </a:effectLst>
                <a:latin typeface="Times New Roman" panose="02020603050405020304" pitchFamily="18" charset="0"/>
                <a:cs typeface="Times New Roman" panose="02020603050405020304" pitchFamily="18" charset="0"/>
                <a:sym typeface="Quicksand"/>
              </a:rPr>
              <a:t>There are two types of hypervisors: </a:t>
            </a:r>
            <a:r>
              <a:rPr lang="en-US" sz="2400" dirty="0">
                <a:solidFill>
                  <a:srgbClr val="00B050"/>
                </a:solidFill>
                <a:effectLst>
                  <a:glow rad="101600">
                    <a:srgbClr val="F1F3F4">
                      <a:alpha val="60000"/>
                    </a:srgbClr>
                  </a:glow>
                </a:effectLst>
                <a:latin typeface="Times New Roman" panose="02020603050405020304" pitchFamily="18" charset="0"/>
                <a:cs typeface="Times New Roman" panose="02020603050405020304" pitchFamily="18" charset="0"/>
                <a:sym typeface="Quicksand"/>
              </a:rPr>
              <a:t>Type 1 and Type 2 hypervisors</a:t>
            </a:r>
            <a:r>
              <a:rPr lang="en-US" sz="2400" dirty="0">
                <a:solidFill>
                  <a:srgbClr val="002060"/>
                </a:solidFill>
                <a:effectLst>
                  <a:glow rad="101600">
                    <a:srgbClr val="F1F3F4">
                      <a:alpha val="60000"/>
                    </a:srgbClr>
                  </a:glow>
                </a:effectLst>
                <a:latin typeface="Times New Roman" panose="02020603050405020304" pitchFamily="18" charset="0"/>
                <a:cs typeface="Times New Roman" panose="02020603050405020304" pitchFamily="18" charset="0"/>
                <a:sym typeface="Quicksand"/>
              </a:rPr>
              <a:t>. </a:t>
            </a:r>
          </a:p>
          <a:p>
            <a:pPr marL="571500" lvl="0" indent="-342900" algn="just">
              <a:lnSpc>
                <a:spcPct val="150000"/>
              </a:lnSpc>
              <a:buSzPts val="1800"/>
              <a:buFont typeface="Wingdings" panose="05000000000000000000" pitchFamily="2" charset="2"/>
              <a:buChar char="Ø"/>
            </a:pPr>
            <a:r>
              <a:rPr lang="en-US" sz="2400" dirty="0">
                <a:solidFill>
                  <a:srgbClr val="002060"/>
                </a:solidFill>
                <a:effectLst>
                  <a:glow rad="101600">
                    <a:srgbClr val="F1F3F4">
                      <a:alpha val="60000"/>
                    </a:srgbClr>
                  </a:glow>
                </a:effectLst>
                <a:latin typeface="Times New Roman" panose="02020603050405020304" pitchFamily="18" charset="0"/>
                <a:cs typeface="Times New Roman" panose="02020603050405020304" pitchFamily="18" charset="0"/>
                <a:sym typeface="Quicksand"/>
              </a:rPr>
              <a:t>Both hypervisor varieties can virtualize common elements such as CPU, memory and networking, but based on its location in the stack, the hypervisor virtualizes these elements differently.</a:t>
            </a:r>
          </a:p>
        </p:txBody>
      </p:sp>
    </p:spTree>
    <p:extLst>
      <p:ext uri="{BB962C8B-B14F-4D97-AF65-F5344CB8AC3E}">
        <p14:creationId xmlns:p14="http://schemas.microsoft.com/office/powerpoint/2010/main" val="2637467206"/>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758536" y="531734"/>
            <a:ext cx="7876309" cy="4234877"/>
          </a:xfrm>
          <a:prstGeom prst="rect">
            <a:avLst/>
          </a:prstGeom>
        </p:spPr>
        <p:txBody>
          <a:bodyPr vert="horz" wrap="square" lIns="0" tIns="9525" rIns="0" bIns="0" rtlCol="0">
            <a:spAutoFit/>
          </a:bodyPr>
          <a:lstStyle/>
          <a:p>
            <a:pPr marL="180499" marR="7144" indent="-171450">
              <a:lnSpc>
                <a:spcPct val="120000"/>
              </a:lnSpc>
              <a:spcBef>
                <a:spcPts val="75"/>
              </a:spcBef>
              <a:buClr>
                <a:srgbClr val="B71E42"/>
              </a:buClr>
              <a:buFont typeface="Arial MT"/>
              <a:buChar char="•"/>
              <a:tabLst>
                <a:tab pos="180975" algn="l"/>
              </a:tabLst>
            </a:pPr>
            <a:r>
              <a:rPr sz="2200" spc="-45" dirty="0">
                <a:solidFill>
                  <a:srgbClr val="002060"/>
                </a:solidFill>
                <a:latin typeface="Times New Roman" panose="02020603050405020304" pitchFamily="18" charset="0"/>
                <a:cs typeface="Times New Roman" panose="02020603050405020304" pitchFamily="18" charset="0"/>
              </a:rPr>
              <a:t>Aside </a:t>
            </a:r>
            <a:r>
              <a:rPr sz="2200" spc="-79" dirty="0">
                <a:solidFill>
                  <a:srgbClr val="002060"/>
                </a:solidFill>
                <a:latin typeface="Times New Roman" panose="02020603050405020304" pitchFamily="18" charset="0"/>
                <a:cs typeface="Times New Roman" panose="02020603050405020304" pitchFamily="18" charset="0"/>
              </a:rPr>
              <a:t>from </a:t>
            </a:r>
            <a:r>
              <a:rPr sz="2200" b="1" spc="-19" dirty="0">
                <a:solidFill>
                  <a:srgbClr val="002060"/>
                </a:solidFill>
                <a:latin typeface="Times New Roman" panose="02020603050405020304" pitchFamily="18" charset="0"/>
                <a:cs typeface="Times New Roman" panose="02020603050405020304" pitchFamily="18" charset="0"/>
              </a:rPr>
              <a:t>having </a:t>
            </a:r>
            <a:r>
              <a:rPr sz="2200" b="1" spc="-4" dirty="0">
                <a:solidFill>
                  <a:srgbClr val="002060"/>
                </a:solidFill>
                <a:latin typeface="Times New Roman" panose="02020603050405020304" pitchFamily="18" charset="0"/>
                <a:cs typeface="Times New Roman" panose="02020603050405020304" pitchFamily="18" charset="0"/>
              </a:rPr>
              <a:t>better </a:t>
            </a:r>
            <a:r>
              <a:rPr sz="2200" b="1" dirty="0">
                <a:solidFill>
                  <a:srgbClr val="002060"/>
                </a:solidFill>
                <a:latin typeface="Times New Roman" panose="02020603050405020304" pitchFamily="18" charset="0"/>
                <a:cs typeface="Times New Roman" panose="02020603050405020304" pitchFamily="18" charset="0"/>
              </a:rPr>
              <a:t>performance </a:t>
            </a:r>
            <a:r>
              <a:rPr sz="2200" b="1" spc="-26" dirty="0">
                <a:solidFill>
                  <a:srgbClr val="002060"/>
                </a:solidFill>
                <a:latin typeface="Times New Roman" panose="02020603050405020304" pitchFamily="18" charset="0"/>
                <a:cs typeface="Times New Roman" panose="02020603050405020304" pitchFamily="18" charset="0"/>
              </a:rPr>
              <a:t>characteristics</a:t>
            </a:r>
            <a:r>
              <a:rPr sz="2200" spc="-26" dirty="0">
                <a:solidFill>
                  <a:srgbClr val="002060"/>
                </a:solidFill>
                <a:latin typeface="Times New Roman" panose="02020603050405020304" pitchFamily="18" charset="0"/>
                <a:cs typeface="Times New Roman" panose="02020603050405020304" pitchFamily="18" charset="0"/>
              </a:rPr>
              <a:t>, </a:t>
            </a:r>
            <a:r>
              <a:rPr sz="2200" spc="-120" dirty="0">
                <a:solidFill>
                  <a:srgbClr val="002060"/>
                </a:solidFill>
                <a:latin typeface="Times New Roman" panose="02020603050405020304" pitchFamily="18" charset="0"/>
                <a:cs typeface="Times New Roman" panose="02020603050405020304" pitchFamily="18" charset="0"/>
              </a:rPr>
              <a:t>Type </a:t>
            </a:r>
            <a:r>
              <a:rPr sz="2200" spc="-45" dirty="0">
                <a:solidFill>
                  <a:srgbClr val="002060"/>
                </a:solidFill>
                <a:latin typeface="Times New Roman" panose="02020603050405020304" pitchFamily="18" charset="0"/>
                <a:cs typeface="Times New Roman" panose="02020603050405020304" pitchFamily="18" charset="0"/>
              </a:rPr>
              <a:t>1 </a:t>
            </a:r>
            <a:r>
              <a:rPr sz="2200" spc="-56" dirty="0">
                <a:solidFill>
                  <a:srgbClr val="002060"/>
                </a:solidFill>
                <a:latin typeface="Times New Roman" panose="02020603050405020304" pitchFamily="18" charset="0"/>
                <a:cs typeface="Times New Roman" panose="02020603050405020304" pitchFamily="18" charset="0"/>
              </a:rPr>
              <a:t>hypervisors </a:t>
            </a:r>
            <a:r>
              <a:rPr sz="2200" spc="-53" dirty="0">
                <a:solidFill>
                  <a:srgbClr val="002060"/>
                </a:solidFill>
                <a:latin typeface="Times New Roman" panose="02020603050405020304" pitchFamily="18" charset="0"/>
                <a:cs typeface="Times New Roman" panose="02020603050405020304" pitchFamily="18" charset="0"/>
              </a:rPr>
              <a:t> </a:t>
            </a:r>
            <a:r>
              <a:rPr sz="2200" spc="-105" dirty="0">
                <a:solidFill>
                  <a:srgbClr val="002060"/>
                </a:solidFill>
                <a:latin typeface="Times New Roman" panose="02020603050405020304" pitchFamily="18" charset="0"/>
                <a:cs typeface="Times New Roman" panose="02020603050405020304" pitchFamily="18" charset="0"/>
              </a:rPr>
              <a:t>are</a:t>
            </a:r>
            <a:r>
              <a:rPr sz="2200" spc="-30" dirty="0">
                <a:solidFill>
                  <a:srgbClr val="002060"/>
                </a:solidFill>
                <a:latin typeface="Times New Roman" panose="02020603050405020304" pitchFamily="18" charset="0"/>
                <a:cs typeface="Times New Roman" panose="02020603050405020304" pitchFamily="18" charset="0"/>
              </a:rPr>
              <a:t> </a:t>
            </a:r>
            <a:r>
              <a:rPr sz="2200" spc="-79" dirty="0">
                <a:solidFill>
                  <a:srgbClr val="002060"/>
                </a:solidFill>
                <a:latin typeface="Times New Roman" panose="02020603050405020304" pitchFamily="18" charset="0"/>
                <a:cs typeface="Times New Roman" panose="02020603050405020304" pitchFamily="18" charset="0"/>
              </a:rPr>
              <a:t>also</a:t>
            </a:r>
            <a:r>
              <a:rPr sz="2200" spc="-19" dirty="0">
                <a:solidFill>
                  <a:srgbClr val="002060"/>
                </a:solidFill>
                <a:latin typeface="Times New Roman" panose="02020603050405020304" pitchFamily="18" charset="0"/>
                <a:cs typeface="Times New Roman" panose="02020603050405020304" pitchFamily="18" charset="0"/>
              </a:rPr>
              <a:t> </a:t>
            </a:r>
            <a:r>
              <a:rPr sz="2200" spc="-71" dirty="0">
                <a:solidFill>
                  <a:srgbClr val="002060"/>
                </a:solidFill>
                <a:latin typeface="Times New Roman" panose="02020603050405020304" pitchFamily="18" charset="0"/>
                <a:cs typeface="Times New Roman" panose="02020603050405020304" pitchFamily="18" charset="0"/>
              </a:rPr>
              <a:t>considered</a:t>
            </a:r>
            <a:r>
              <a:rPr sz="2200" spc="-11" dirty="0">
                <a:solidFill>
                  <a:srgbClr val="002060"/>
                </a:solidFill>
                <a:latin typeface="Times New Roman" panose="02020603050405020304" pitchFamily="18" charset="0"/>
                <a:cs typeface="Times New Roman" panose="02020603050405020304" pitchFamily="18" charset="0"/>
              </a:rPr>
              <a:t> </a:t>
            </a:r>
            <a:r>
              <a:rPr sz="2200" spc="-41" dirty="0">
                <a:solidFill>
                  <a:srgbClr val="002060"/>
                </a:solidFill>
                <a:latin typeface="Times New Roman" panose="02020603050405020304" pitchFamily="18" charset="0"/>
                <a:cs typeface="Times New Roman" panose="02020603050405020304" pitchFamily="18" charset="0"/>
              </a:rPr>
              <a:t>to</a:t>
            </a:r>
            <a:r>
              <a:rPr sz="2200" spc="-38" dirty="0">
                <a:solidFill>
                  <a:srgbClr val="002060"/>
                </a:solidFill>
                <a:latin typeface="Times New Roman" panose="02020603050405020304" pitchFamily="18" charset="0"/>
                <a:cs typeface="Times New Roman" panose="02020603050405020304" pitchFamily="18" charset="0"/>
              </a:rPr>
              <a:t> </a:t>
            </a:r>
            <a:r>
              <a:rPr sz="2200" spc="-105" dirty="0">
                <a:solidFill>
                  <a:srgbClr val="002060"/>
                </a:solidFill>
                <a:latin typeface="Times New Roman" panose="02020603050405020304" pitchFamily="18" charset="0"/>
                <a:cs typeface="Times New Roman" panose="02020603050405020304" pitchFamily="18" charset="0"/>
              </a:rPr>
              <a:t>be</a:t>
            </a:r>
            <a:r>
              <a:rPr sz="2200" spc="-38" dirty="0">
                <a:solidFill>
                  <a:srgbClr val="002060"/>
                </a:solidFill>
                <a:latin typeface="Times New Roman" panose="02020603050405020304" pitchFamily="18" charset="0"/>
                <a:cs typeface="Times New Roman" panose="02020603050405020304" pitchFamily="18" charset="0"/>
              </a:rPr>
              <a:t> </a:t>
            </a:r>
            <a:r>
              <a:rPr sz="2200" b="1" spc="38" dirty="0">
                <a:solidFill>
                  <a:srgbClr val="002060"/>
                </a:solidFill>
                <a:latin typeface="Times New Roman" panose="02020603050405020304" pitchFamily="18" charset="0"/>
                <a:cs typeface="Times New Roman" panose="02020603050405020304" pitchFamily="18" charset="0"/>
              </a:rPr>
              <a:t>more</a:t>
            </a:r>
            <a:r>
              <a:rPr sz="2200" b="1" spc="-23" dirty="0">
                <a:solidFill>
                  <a:srgbClr val="002060"/>
                </a:solidFill>
                <a:latin typeface="Times New Roman" panose="02020603050405020304" pitchFamily="18" charset="0"/>
                <a:cs typeface="Times New Roman" panose="02020603050405020304" pitchFamily="18" charset="0"/>
              </a:rPr>
              <a:t> secure</a:t>
            </a:r>
            <a:r>
              <a:rPr sz="2200" b="1" spc="-34" dirty="0">
                <a:solidFill>
                  <a:srgbClr val="002060"/>
                </a:solidFill>
                <a:latin typeface="Times New Roman" panose="02020603050405020304" pitchFamily="18" charset="0"/>
                <a:cs typeface="Times New Roman" panose="02020603050405020304" pitchFamily="18" charset="0"/>
              </a:rPr>
              <a:t> </a:t>
            </a:r>
            <a:r>
              <a:rPr sz="2200" spc="-109" dirty="0">
                <a:solidFill>
                  <a:srgbClr val="002060"/>
                </a:solidFill>
                <a:latin typeface="Times New Roman" panose="02020603050405020304" pitchFamily="18" charset="0"/>
                <a:cs typeface="Times New Roman" panose="02020603050405020304" pitchFamily="18" charset="0"/>
              </a:rPr>
              <a:t>than</a:t>
            </a:r>
            <a:r>
              <a:rPr sz="2200" spc="-233" dirty="0">
                <a:solidFill>
                  <a:srgbClr val="002060"/>
                </a:solidFill>
                <a:latin typeface="Times New Roman" panose="02020603050405020304" pitchFamily="18" charset="0"/>
                <a:cs typeface="Times New Roman" panose="02020603050405020304" pitchFamily="18" charset="0"/>
              </a:rPr>
              <a:t> </a:t>
            </a:r>
            <a:r>
              <a:rPr sz="2200" spc="-120" dirty="0">
                <a:solidFill>
                  <a:srgbClr val="002060"/>
                </a:solidFill>
                <a:latin typeface="Times New Roman" panose="02020603050405020304" pitchFamily="18" charset="0"/>
                <a:cs typeface="Times New Roman" panose="02020603050405020304" pitchFamily="18" charset="0"/>
              </a:rPr>
              <a:t>Type</a:t>
            </a:r>
            <a:r>
              <a:rPr sz="2200" spc="-49" dirty="0">
                <a:solidFill>
                  <a:srgbClr val="002060"/>
                </a:solidFill>
                <a:latin typeface="Times New Roman" panose="02020603050405020304" pitchFamily="18" charset="0"/>
                <a:cs typeface="Times New Roman" panose="02020603050405020304" pitchFamily="18" charset="0"/>
              </a:rPr>
              <a:t> </a:t>
            </a:r>
            <a:r>
              <a:rPr sz="2200" spc="-45" dirty="0">
                <a:solidFill>
                  <a:srgbClr val="002060"/>
                </a:solidFill>
                <a:latin typeface="Times New Roman" panose="02020603050405020304" pitchFamily="18" charset="0"/>
                <a:cs typeface="Times New Roman" panose="02020603050405020304" pitchFamily="18" charset="0"/>
              </a:rPr>
              <a:t>2</a:t>
            </a:r>
            <a:r>
              <a:rPr sz="2200" spc="-34" dirty="0">
                <a:solidFill>
                  <a:srgbClr val="002060"/>
                </a:solidFill>
                <a:latin typeface="Times New Roman" panose="02020603050405020304" pitchFamily="18" charset="0"/>
                <a:cs typeface="Times New Roman" panose="02020603050405020304" pitchFamily="18" charset="0"/>
              </a:rPr>
              <a:t> </a:t>
            </a:r>
            <a:r>
              <a:rPr lang="en-IN" sz="2200" spc="-34" dirty="0" smtClean="0">
                <a:solidFill>
                  <a:srgbClr val="002060"/>
                </a:solidFill>
                <a:latin typeface="Times New Roman" panose="02020603050405020304" pitchFamily="18" charset="0"/>
                <a:cs typeface="Times New Roman" panose="02020603050405020304" pitchFamily="18" charset="0"/>
              </a:rPr>
              <a:t> </a:t>
            </a:r>
            <a:r>
              <a:rPr sz="2200" spc="-75" dirty="0" smtClean="0">
                <a:solidFill>
                  <a:srgbClr val="002060"/>
                </a:solidFill>
                <a:latin typeface="Times New Roman" panose="02020603050405020304" pitchFamily="18" charset="0"/>
                <a:cs typeface="Times New Roman" panose="02020603050405020304" pitchFamily="18" charset="0"/>
              </a:rPr>
              <a:t>hypervisors.</a:t>
            </a:r>
            <a:endParaRPr sz="2200" dirty="0">
              <a:solidFill>
                <a:srgbClr val="002060"/>
              </a:solidFill>
              <a:latin typeface="Times New Roman" panose="02020603050405020304" pitchFamily="18" charset="0"/>
              <a:cs typeface="Times New Roman" panose="02020603050405020304" pitchFamily="18" charset="0"/>
            </a:endParaRPr>
          </a:p>
          <a:p>
            <a:pPr marL="180975" indent="-171450">
              <a:spcBef>
                <a:spcPts val="1144"/>
              </a:spcBef>
              <a:buClr>
                <a:srgbClr val="B71E42"/>
              </a:buClr>
              <a:buFont typeface="Arial MT"/>
              <a:buChar char="•"/>
              <a:tabLst>
                <a:tab pos="180975" algn="l"/>
              </a:tabLst>
            </a:pPr>
            <a:r>
              <a:rPr sz="2200" spc="-45" dirty="0">
                <a:solidFill>
                  <a:srgbClr val="002060"/>
                </a:solidFill>
                <a:latin typeface="Times New Roman" panose="02020603050405020304" pitchFamily="18" charset="0"/>
                <a:cs typeface="Times New Roman" panose="02020603050405020304" pitchFamily="18" charset="0"/>
              </a:rPr>
              <a:t>Guest</a:t>
            </a:r>
            <a:r>
              <a:rPr sz="2200" spc="563" dirty="0">
                <a:solidFill>
                  <a:srgbClr val="002060"/>
                </a:solidFill>
                <a:latin typeface="Times New Roman" panose="02020603050405020304" pitchFamily="18" charset="0"/>
                <a:cs typeface="Times New Roman" panose="02020603050405020304" pitchFamily="18" charset="0"/>
              </a:rPr>
              <a:t> </a:t>
            </a:r>
            <a:r>
              <a:rPr sz="2200" spc="-64" dirty="0">
                <a:solidFill>
                  <a:srgbClr val="002060"/>
                </a:solidFill>
                <a:latin typeface="Times New Roman" panose="02020603050405020304" pitchFamily="18" charset="0"/>
                <a:cs typeface="Times New Roman" panose="02020603050405020304" pitchFamily="18" charset="0"/>
              </a:rPr>
              <a:t>operations</a:t>
            </a:r>
            <a:r>
              <a:rPr sz="2200" spc="566" dirty="0">
                <a:solidFill>
                  <a:srgbClr val="002060"/>
                </a:solidFill>
                <a:latin typeface="Times New Roman" panose="02020603050405020304" pitchFamily="18" charset="0"/>
                <a:cs typeface="Times New Roman" panose="02020603050405020304" pitchFamily="18" charset="0"/>
              </a:rPr>
              <a:t> </a:t>
            </a:r>
            <a:r>
              <a:rPr sz="2200" spc="-101" dirty="0">
                <a:solidFill>
                  <a:srgbClr val="002060"/>
                </a:solidFill>
                <a:latin typeface="Times New Roman" panose="02020603050405020304" pitchFamily="18" charset="0"/>
                <a:cs typeface="Times New Roman" panose="02020603050405020304" pitchFamily="18" charset="0"/>
              </a:rPr>
              <a:t>are</a:t>
            </a:r>
            <a:r>
              <a:rPr sz="2200" spc="578" dirty="0">
                <a:solidFill>
                  <a:srgbClr val="002060"/>
                </a:solidFill>
                <a:latin typeface="Times New Roman" panose="02020603050405020304" pitchFamily="18" charset="0"/>
                <a:cs typeface="Times New Roman" panose="02020603050405020304" pitchFamily="18" charset="0"/>
              </a:rPr>
              <a:t> </a:t>
            </a:r>
            <a:r>
              <a:rPr sz="2200" spc="-98" dirty="0">
                <a:solidFill>
                  <a:srgbClr val="002060"/>
                </a:solidFill>
                <a:latin typeface="Times New Roman" panose="02020603050405020304" pitchFamily="18" charset="0"/>
                <a:cs typeface="Times New Roman" panose="02020603050405020304" pitchFamily="18" charset="0"/>
              </a:rPr>
              <a:t>handed</a:t>
            </a:r>
            <a:r>
              <a:rPr sz="2200" spc="563" dirty="0">
                <a:solidFill>
                  <a:srgbClr val="002060"/>
                </a:solidFill>
                <a:latin typeface="Times New Roman" panose="02020603050405020304" pitchFamily="18" charset="0"/>
                <a:cs typeface="Times New Roman" panose="02020603050405020304" pitchFamily="18" charset="0"/>
              </a:rPr>
              <a:t> </a:t>
            </a:r>
            <a:r>
              <a:rPr sz="2200" spc="-124" dirty="0">
                <a:solidFill>
                  <a:srgbClr val="002060"/>
                </a:solidFill>
                <a:latin typeface="Times New Roman" panose="02020603050405020304" pitchFamily="18" charset="0"/>
                <a:cs typeface="Times New Roman" panose="02020603050405020304" pitchFamily="18" charset="0"/>
              </a:rPr>
              <a:t>off</a:t>
            </a:r>
            <a:r>
              <a:rPr sz="2200" spc="578" dirty="0">
                <a:solidFill>
                  <a:srgbClr val="002060"/>
                </a:solidFill>
                <a:latin typeface="Times New Roman" panose="02020603050405020304" pitchFamily="18" charset="0"/>
                <a:cs typeface="Times New Roman" panose="02020603050405020304" pitchFamily="18" charset="0"/>
              </a:rPr>
              <a:t> </a:t>
            </a:r>
            <a:r>
              <a:rPr sz="2200" spc="-143" dirty="0">
                <a:solidFill>
                  <a:srgbClr val="002060"/>
                </a:solidFill>
                <a:latin typeface="Times New Roman" panose="02020603050405020304" pitchFamily="18" charset="0"/>
                <a:cs typeface="Times New Roman" panose="02020603050405020304" pitchFamily="18" charset="0"/>
              </a:rPr>
              <a:t>and,</a:t>
            </a:r>
            <a:r>
              <a:rPr sz="2200" spc="409" dirty="0">
                <a:solidFill>
                  <a:srgbClr val="002060"/>
                </a:solidFill>
                <a:latin typeface="Times New Roman" panose="02020603050405020304" pitchFamily="18" charset="0"/>
                <a:cs typeface="Times New Roman" panose="02020603050405020304" pitchFamily="18" charset="0"/>
              </a:rPr>
              <a:t> </a:t>
            </a:r>
            <a:r>
              <a:rPr sz="2200" spc="-98" dirty="0">
                <a:solidFill>
                  <a:srgbClr val="002060"/>
                </a:solidFill>
                <a:latin typeface="Times New Roman" panose="02020603050405020304" pitchFamily="18" charset="0"/>
                <a:cs typeface="Times New Roman" panose="02020603050405020304" pitchFamily="18" charset="0"/>
              </a:rPr>
              <a:t>as</a:t>
            </a:r>
            <a:r>
              <a:rPr sz="2200" spc="570" dirty="0">
                <a:solidFill>
                  <a:srgbClr val="002060"/>
                </a:solidFill>
                <a:latin typeface="Times New Roman" panose="02020603050405020304" pitchFamily="18" charset="0"/>
                <a:cs typeface="Times New Roman" panose="02020603050405020304" pitchFamily="18" charset="0"/>
              </a:rPr>
              <a:t> </a:t>
            </a:r>
            <a:r>
              <a:rPr sz="2200" spc="-109" dirty="0">
                <a:solidFill>
                  <a:srgbClr val="002060"/>
                </a:solidFill>
                <a:latin typeface="Times New Roman" panose="02020603050405020304" pitchFamily="18" charset="0"/>
                <a:cs typeface="Times New Roman" panose="02020603050405020304" pitchFamily="18" charset="0"/>
              </a:rPr>
              <a:t>such,</a:t>
            </a:r>
            <a:r>
              <a:rPr sz="2200" spc="409" dirty="0">
                <a:solidFill>
                  <a:srgbClr val="002060"/>
                </a:solidFill>
                <a:latin typeface="Times New Roman" panose="02020603050405020304" pitchFamily="18" charset="0"/>
                <a:cs typeface="Times New Roman" panose="02020603050405020304" pitchFamily="18" charset="0"/>
              </a:rPr>
              <a:t> </a:t>
            </a:r>
            <a:r>
              <a:rPr sz="2200" spc="-165" dirty="0">
                <a:solidFill>
                  <a:srgbClr val="002060"/>
                </a:solidFill>
                <a:latin typeface="Times New Roman" panose="02020603050405020304" pitchFamily="18" charset="0"/>
                <a:cs typeface="Times New Roman" panose="02020603050405020304" pitchFamily="18" charset="0"/>
              </a:rPr>
              <a:t>a</a:t>
            </a:r>
            <a:r>
              <a:rPr sz="2200" spc="563" dirty="0">
                <a:solidFill>
                  <a:srgbClr val="002060"/>
                </a:solidFill>
                <a:latin typeface="Times New Roman" panose="02020603050405020304" pitchFamily="18" charset="0"/>
                <a:cs typeface="Times New Roman" panose="02020603050405020304" pitchFamily="18" charset="0"/>
              </a:rPr>
              <a:t> </a:t>
            </a:r>
            <a:r>
              <a:rPr sz="2200" spc="-94" dirty="0">
                <a:solidFill>
                  <a:srgbClr val="002060"/>
                </a:solidFill>
                <a:latin typeface="Times New Roman" panose="02020603050405020304" pitchFamily="18" charset="0"/>
                <a:cs typeface="Times New Roman" panose="02020603050405020304" pitchFamily="18" charset="0"/>
              </a:rPr>
              <a:t>guest</a:t>
            </a:r>
            <a:r>
              <a:rPr sz="2200" spc="570" dirty="0">
                <a:solidFill>
                  <a:srgbClr val="002060"/>
                </a:solidFill>
                <a:latin typeface="Times New Roman" panose="02020603050405020304" pitchFamily="18" charset="0"/>
                <a:cs typeface="Times New Roman" panose="02020603050405020304" pitchFamily="18" charset="0"/>
              </a:rPr>
              <a:t> </a:t>
            </a:r>
            <a:r>
              <a:rPr sz="2200" spc="-83" dirty="0">
                <a:solidFill>
                  <a:srgbClr val="002060"/>
                </a:solidFill>
                <a:latin typeface="Times New Roman" panose="02020603050405020304" pitchFamily="18" charset="0"/>
                <a:cs typeface="Times New Roman" panose="02020603050405020304" pitchFamily="18" charset="0"/>
              </a:rPr>
              <a:t>cannot</a:t>
            </a:r>
            <a:r>
              <a:rPr sz="2200" spc="578" dirty="0">
                <a:solidFill>
                  <a:srgbClr val="002060"/>
                </a:solidFill>
                <a:latin typeface="Times New Roman" panose="02020603050405020304" pitchFamily="18" charset="0"/>
                <a:cs typeface="Times New Roman" panose="02020603050405020304" pitchFamily="18" charset="0"/>
              </a:rPr>
              <a:t> </a:t>
            </a:r>
            <a:r>
              <a:rPr sz="2200" spc="-150" dirty="0">
                <a:solidFill>
                  <a:srgbClr val="002060"/>
                </a:solidFill>
                <a:latin typeface="Times New Roman" panose="02020603050405020304" pitchFamily="18" charset="0"/>
                <a:cs typeface="Times New Roman" panose="02020603050405020304" pitchFamily="18" charset="0"/>
              </a:rPr>
              <a:t>affect</a:t>
            </a:r>
            <a:r>
              <a:rPr sz="2200" spc="574" dirty="0">
                <a:solidFill>
                  <a:srgbClr val="002060"/>
                </a:solidFill>
                <a:latin typeface="Times New Roman" panose="02020603050405020304" pitchFamily="18" charset="0"/>
                <a:cs typeface="Times New Roman" panose="02020603050405020304" pitchFamily="18" charset="0"/>
              </a:rPr>
              <a:t> </a:t>
            </a:r>
            <a:r>
              <a:rPr sz="2200" spc="-98" dirty="0" smtClean="0">
                <a:solidFill>
                  <a:srgbClr val="002060"/>
                </a:solidFill>
                <a:latin typeface="Times New Roman" panose="02020603050405020304" pitchFamily="18" charset="0"/>
                <a:cs typeface="Times New Roman" panose="02020603050405020304" pitchFamily="18" charset="0"/>
              </a:rPr>
              <a:t>the</a:t>
            </a:r>
            <a:r>
              <a:rPr lang="en-IN" sz="2200" spc="-98" dirty="0" smtClean="0">
                <a:solidFill>
                  <a:srgbClr val="002060"/>
                </a:solidFill>
                <a:latin typeface="Times New Roman" panose="02020603050405020304" pitchFamily="18" charset="0"/>
                <a:cs typeface="Times New Roman" panose="02020603050405020304" pitchFamily="18" charset="0"/>
              </a:rPr>
              <a:t> </a:t>
            </a:r>
            <a:r>
              <a:rPr sz="2200" spc="-131" dirty="0" smtClean="0">
                <a:solidFill>
                  <a:srgbClr val="002060"/>
                </a:solidFill>
                <a:latin typeface="Times New Roman" panose="02020603050405020304" pitchFamily="18" charset="0"/>
                <a:cs typeface="Times New Roman" panose="02020603050405020304" pitchFamily="18" charset="0"/>
              </a:rPr>
              <a:t>h</a:t>
            </a:r>
            <a:r>
              <a:rPr sz="2200" spc="-101" dirty="0" smtClean="0">
                <a:solidFill>
                  <a:srgbClr val="002060"/>
                </a:solidFill>
                <a:latin typeface="Times New Roman" panose="02020603050405020304" pitchFamily="18" charset="0"/>
                <a:cs typeface="Times New Roman" panose="02020603050405020304" pitchFamily="18" charset="0"/>
              </a:rPr>
              <a:t>ype</a:t>
            </a:r>
            <a:r>
              <a:rPr sz="2200" spc="45" dirty="0" smtClean="0">
                <a:solidFill>
                  <a:srgbClr val="002060"/>
                </a:solidFill>
                <a:latin typeface="Times New Roman" panose="02020603050405020304" pitchFamily="18" charset="0"/>
                <a:cs typeface="Times New Roman" panose="02020603050405020304" pitchFamily="18" charset="0"/>
              </a:rPr>
              <a:t>r</a:t>
            </a:r>
            <a:r>
              <a:rPr sz="2200" spc="-79" dirty="0" smtClean="0">
                <a:solidFill>
                  <a:srgbClr val="002060"/>
                </a:solidFill>
                <a:latin typeface="Times New Roman" panose="02020603050405020304" pitchFamily="18" charset="0"/>
                <a:cs typeface="Times New Roman" panose="02020603050405020304" pitchFamily="18" charset="0"/>
              </a:rPr>
              <a:t>vi</a:t>
            </a:r>
            <a:r>
              <a:rPr sz="2200" spc="-90" dirty="0" smtClean="0">
                <a:solidFill>
                  <a:srgbClr val="002060"/>
                </a:solidFill>
                <a:latin typeface="Times New Roman" panose="02020603050405020304" pitchFamily="18" charset="0"/>
                <a:cs typeface="Times New Roman" panose="02020603050405020304" pitchFamily="18" charset="0"/>
              </a:rPr>
              <a:t>s</a:t>
            </a:r>
            <a:r>
              <a:rPr sz="2200" spc="15" dirty="0" smtClean="0">
                <a:solidFill>
                  <a:srgbClr val="002060"/>
                </a:solidFill>
                <a:latin typeface="Times New Roman" panose="02020603050405020304" pitchFamily="18" charset="0"/>
                <a:cs typeface="Times New Roman" panose="02020603050405020304" pitchFamily="18" charset="0"/>
              </a:rPr>
              <a:t>or</a:t>
            </a:r>
            <a:r>
              <a:rPr sz="2200" spc="-11" dirty="0" smtClean="0">
                <a:solidFill>
                  <a:srgbClr val="002060"/>
                </a:solidFill>
                <a:latin typeface="Times New Roman" panose="02020603050405020304" pitchFamily="18" charset="0"/>
                <a:cs typeface="Times New Roman" panose="02020603050405020304" pitchFamily="18" charset="0"/>
              </a:rPr>
              <a:t> </a:t>
            </a:r>
            <a:r>
              <a:rPr sz="2200" spc="-30" dirty="0">
                <a:solidFill>
                  <a:srgbClr val="002060"/>
                </a:solidFill>
                <a:latin typeface="Times New Roman" panose="02020603050405020304" pitchFamily="18" charset="0"/>
                <a:cs typeface="Times New Roman" panose="02020603050405020304" pitchFamily="18" charset="0"/>
              </a:rPr>
              <a:t>on</a:t>
            </a:r>
            <a:r>
              <a:rPr sz="2200" spc="-45" dirty="0">
                <a:solidFill>
                  <a:srgbClr val="002060"/>
                </a:solidFill>
                <a:latin typeface="Times New Roman" panose="02020603050405020304" pitchFamily="18" charset="0"/>
                <a:cs typeface="Times New Roman" panose="02020603050405020304" pitchFamily="18" charset="0"/>
              </a:rPr>
              <a:t> </a:t>
            </a:r>
            <a:r>
              <a:rPr sz="2200" spc="-75" dirty="0">
                <a:solidFill>
                  <a:srgbClr val="002060"/>
                </a:solidFill>
                <a:latin typeface="Times New Roman" panose="02020603050405020304" pitchFamily="18" charset="0"/>
                <a:cs typeface="Times New Roman" panose="02020603050405020304" pitchFamily="18" charset="0"/>
              </a:rPr>
              <a:t>w</a:t>
            </a:r>
            <a:r>
              <a:rPr sz="2200" spc="-49" dirty="0">
                <a:solidFill>
                  <a:srgbClr val="002060"/>
                </a:solidFill>
                <a:latin typeface="Times New Roman" panose="02020603050405020304" pitchFamily="18" charset="0"/>
                <a:cs typeface="Times New Roman" panose="02020603050405020304" pitchFamily="18" charset="0"/>
              </a:rPr>
              <a:t>h</a:t>
            </a:r>
            <a:r>
              <a:rPr sz="2200" spc="-90" dirty="0">
                <a:solidFill>
                  <a:srgbClr val="002060"/>
                </a:solidFill>
                <a:latin typeface="Times New Roman" panose="02020603050405020304" pitchFamily="18" charset="0"/>
                <a:cs typeface="Times New Roman" panose="02020603050405020304" pitchFamily="18" charset="0"/>
              </a:rPr>
              <a:t>ic</a:t>
            </a:r>
            <a:r>
              <a:rPr sz="2200" spc="-120" dirty="0">
                <a:solidFill>
                  <a:srgbClr val="002060"/>
                </a:solidFill>
                <a:latin typeface="Times New Roman" panose="02020603050405020304" pitchFamily="18" charset="0"/>
                <a:cs typeface="Times New Roman" panose="02020603050405020304" pitchFamily="18" charset="0"/>
              </a:rPr>
              <a:t>h</a:t>
            </a:r>
            <a:r>
              <a:rPr sz="2200" spc="-26" dirty="0">
                <a:solidFill>
                  <a:srgbClr val="002060"/>
                </a:solidFill>
                <a:latin typeface="Times New Roman" panose="02020603050405020304" pitchFamily="18" charset="0"/>
                <a:cs typeface="Times New Roman" panose="02020603050405020304" pitchFamily="18" charset="0"/>
              </a:rPr>
              <a:t> </a:t>
            </a:r>
            <a:r>
              <a:rPr sz="2200" spc="-94" dirty="0">
                <a:solidFill>
                  <a:srgbClr val="002060"/>
                </a:solidFill>
                <a:latin typeface="Times New Roman" panose="02020603050405020304" pitchFamily="18" charset="0"/>
                <a:cs typeface="Times New Roman" panose="02020603050405020304" pitchFamily="18" charset="0"/>
              </a:rPr>
              <a:t>i</a:t>
            </a:r>
            <a:r>
              <a:rPr sz="2200" spc="-127" dirty="0">
                <a:solidFill>
                  <a:srgbClr val="002060"/>
                </a:solidFill>
                <a:latin typeface="Times New Roman" panose="02020603050405020304" pitchFamily="18" charset="0"/>
                <a:cs typeface="Times New Roman" panose="02020603050405020304" pitchFamily="18" charset="0"/>
              </a:rPr>
              <a:t>t</a:t>
            </a:r>
            <a:r>
              <a:rPr sz="2200" spc="-30" dirty="0">
                <a:solidFill>
                  <a:srgbClr val="002060"/>
                </a:solidFill>
                <a:latin typeface="Times New Roman" panose="02020603050405020304" pitchFamily="18" charset="0"/>
                <a:cs typeface="Times New Roman" panose="02020603050405020304" pitchFamily="18" charset="0"/>
              </a:rPr>
              <a:t> </a:t>
            </a:r>
            <a:r>
              <a:rPr sz="2200" spc="-64" dirty="0">
                <a:solidFill>
                  <a:srgbClr val="002060"/>
                </a:solidFill>
                <a:latin typeface="Times New Roman" panose="02020603050405020304" pitchFamily="18" charset="0"/>
                <a:cs typeface="Times New Roman" panose="02020603050405020304" pitchFamily="18" charset="0"/>
              </a:rPr>
              <a:t>i</a:t>
            </a:r>
            <a:r>
              <a:rPr sz="2200" spc="-86" dirty="0">
                <a:solidFill>
                  <a:srgbClr val="002060"/>
                </a:solidFill>
                <a:latin typeface="Times New Roman" panose="02020603050405020304" pitchFamily="18" charset="0"/>
                <a:cs typeface="Times New Roman" panose="02020603050405020304" pitchFamily="18" charset="0"/>
              </a:rPr>
              <a:t>s</a:t>
            </a:r>
            <a:r>
              <a:rPr sz="2200" spc="-26" dirty="0">
                <a:solidFill>
                  <a:srgbClr val="002060"/>
                </a:solidFill>
                <a:latin typeface="Times New Roman" panose="02020603050405020304" pitchFamily="18" charset="0"/>
                <a:cs typeface="Times New Roman" panose="02020603050405020304" pitchFamily="18" charset="0"/>
              </a:rPr>
              <a:t> </a:t>
            </a:r>
            <a:r>
              <a:rPr sz="2200" spc="-75" dirty="0">
                <a:solidFill>
                  <a:srgbClr val="002060"/>
                </a:solidFill>
                <a:latin typeface="Times New Roman" panose="02020603050405020304" pitchFamily="18" charset="0"/>
                <a:cs typeface="Times New Roman" panose="02020603050405020304" pitchFamily="18" charset="0"/>
              </a:rPr>
              <a:t>supp</a:t>
            </a:r>
            <a:r>
              <a:rPr sz="2200" spc="19" dirty="0">
                <a:solidFill>
                  <a:srgbClr val="002060"/>
                </a:solidFill>
                <a:latin typeface="Times New Roman" panose="02020603050405020304" pitchFamily="18" charset="0"/>
                <a:cs typeface="Times New Roman" panose="02020603050405020304" pitchFamily="18" charset="0"/>
              </a:rPr>
              <a:t>o</a:t>
            </a:r>
            <a:r>
              <a:rPr sz="2200" spc="41" dirty="0">
                <a:solidFill>
                  <a:srgbClr val="002060"/>
                </a:solidFill>
                <a:latin typeface="Times New Roman" panose="02020603050405020304" pitchFamily="18" charset="0"/>
                <a:cs typeface="Times New Roman" panose="02020603050405020304" pitchFamily="18" charset="0"/>
              </a:rPr>
              <a:t>r</a:t>
            </a:r>
            <a:r>
              <a:rPr sz="2200" spc="-94" dirty="0">
                <a:solidFill>
                  <a:srgbClr val="002060"/>
                </a:solidFill>
                <a:latin typeface="Times New Roman" panose="02020603050405020304" pitchFamily="18" charset="0"/>
                <a:cs typeface="Times New Roman" panose="02020603050405020304" pitchFamily="18" charset="0"/>
              </a:rPr>
              <a:t>te</a:t>
            </a:r>
            <a:r>
              <a:rPr sz="2200" spc="-109" dirty="0">
                <a:solidFill>
                  <a:srgbClr val="002060"/>
                </a:solidFill>
                <a:latin typeface="Times New Roman" panose="02020603050405020304" pitchFamily="18" charset="0"/>
                <a:cs typeface="Times New Roman" panose="02020603050405020304" pitchFamily="18" charset="0"/>
              </a:rPr>
              <a:t>d</a:t>
            </a:r>
            <a:r>
              <a:rPr sz="2200" spc="-248" dirty="0">
                <a:solidFill>
                  <a:srgbClr val="002060"/>
                </a:solidFill>
                <a:latin typeface="Times New Roman" panose="02020603050405020304" pitchFamily="18" charset="0"/>
                <a:cs typeface="Times New Roman" panose="02020603050405020304" pitchFamily="18" charset="0"/>
              </a:rPr>
              <a:t>.</a:t>
            </a:r>
            <a:endParaRPr sz="2200" dirty="0">
              <a:solidFill>
                <a:srgbClr val="002060"/>
              </a:solidFill>
              <a:latin typeface="Times New Roman" panose="02020603050405020304" pitchFamily="18" charset="0"/>
              <a:cs typeface="Times New Roman" panose="02020603050405020304" pitchFamily="18" charset="0"/>
            </a:endParaRPr>
          </a:p>
          <a:p>
            <a:pPr marL="180499" marR="3810" indent="-171450">
              <a:lnSpc>
                <a:spcPct val="120100"/>
              </a:lnSpc>
              <a:spcBef>
                <a:spcPts val="754"/>
              </a:spcBef>
              <a:buClr>
                <a:srgbClr val="B71E42"/>
              </a:buClr>
              <a:buFont typeface="Arial MT"/>
              <a:buChar char="•"/>
              <a:tabLst>
                <a:tab pos="180975" algn="l"/>
              </a:tabLst>
            </a:pPr>
            <a:r>
              <a:rPr sz="2200" spc="124" dirty="0">
                <a:solidFill>
                  <a:srgbClr val="002060"/>
                </a:solidFill>
                <a:latin typeface="Times New Roman" panose="02020603050405020304" pitchFamily="18" charset="0"/>
                <a:cs typeface="Times New Roman" panose="02020603050405020304" pitchFamily="18" charset="0"/>
              </a:rPr>
              <a:t>A </a:t>
            </a:r>
            <a:r>
              <a:rPr sz="2200" spc="-90" dirty="0">
                <a:solidFill>
                  <a:srgbClr val="002060"/>
                </a:solidFill>
                <a:latin typeface="Times New Roman" panose="02020603050405020304" pitchFamily="18" charset="0"/>
                <a:cs typeface="Times New Roman" panose="02020603050405020304" pitchFamily="18" charset="0"/>
              </a:rPr>
              <a:t>virtual </a:t>
            </a:r>
            <a:r>
              <a:rPr sz="2200" spc="-105" dirty="0">
                <a:solidFill>
                  <a:srgbClr val="002060"/>
                </a:solidFill>
                <a:latin typeface="Times New Roman" panose="02020603050405020304" pitchFamily="18" charset="0"/>
                <a:cs typeface="Times New Roman" panose="02020603050405020304" pitchFamily="18" charset="0"/>
              </a:rPr>
              <a:t>machine </a:t>
            </a:r>
            <a:r>
              <a:rPr sz="2200" spc="-116" dirty="0">
                <a:solidFill>
                  <a:srgbClr val="002060"/>
                </a:solidFill>
                <a:latin typeface="Times New Roman" panose="02020603050405020304" pitchFamily="18" charset="0"/>
                <a:cs typeface="Times New Roman" panose="02020603050405020304" pitchFamily="18" charset="0"/>
              </a:rPr>
              <a:t>can </a:t>
            </a:r>
            <a:r>
              <a:rPr sz="2200" spc="-127" dirty="0">
                <a:solidFill>
                  <a:srgbClr val="002060"/>
                </a:solidFill>
                <a:latin typeface="Times New Roman" panose="02020603050405020304" pitchFamily="18" charset="0"/>
                <a:cs typeface="Times New Roman" panose="02020603050405020304" pitchFamily="18" charset="0"/>
              </a:rPr>
              <a:t>damage </a:t>
            </a:r>
            <a:r>
              <a:rPr sz="2200" spc="-75" dirty="0">
                <a:solidFill>
                  <a:srgbClr val="002060"/>
                </a:solidFill>
                <a:latin typeface="Times New Roman" panose="02020603050405020304" pitchFamily="18" charset="0"/>
                <a:cs typeface="Times New Roman" panose="02020603050405020304" pitchFamily="18" charset="0"/>
              </a:rPr>
              <a:t>only </a:t>
            </a:r>
            <a:r>
              <a:rPr sz="2200" spc="-135" dirty="0">
                <a:solidFill>
                  <a:srgbClr val="002060"/>
                </a:solidFill>
                <a:latin typeface="Times New Roman" panose="02020603050405020304" pitchFamily="18" charset="0"/>
                <a:cs typeface="Times New Roman" panose="02020603050405020304" pitchFamily="18" charset="0"/>
              </a:rPr>
              <a:t>itself, </a:t>
            </a:r>
            <a:r>
              <a:rPr sz="2200" spc="-101" dirty="0">
                <a:solidFill>
                  <a:srgbClr val="002060"/>
                </a:solidFill>
                <a:latin typeface="Times New Roman" panose="02020603050405020304" pitchFamily="18" charset="0"/>
                <a:cs typeface="Times New Roman" panose="02020603050405020304" pitchFamily="18" charset="0"/>
              </a:rPr>
              <a:t>causing </a:t>
            </a:r>
            <a:r>
              <a:rPr sz="2200" spc="-165" dirty="0">
                <a:solidFill>
                  <a:srgbClr val="002060"/>
                </a:solidFill>
                <a:latin typeface="Times New Roman" panose="02020603050405020304" pitchFamily="18" charset="0"/>
                <a:cs typeface="Times New Roman" panose="02020603050405020304" pitchFamily="18" charset="0"/>
              </a:rPr>
              <a:t>a</a:t>
            </a:r>
            <a:r>
              <a:rPr sz="2200" spc="-161" dirty="0">
                <a:solidFill>
                  <a:srgbClr val="002060"/>
                </a:solidFill>
                <a:latin typeface="Times New Roman" panose="02020603050405020304" pitchFamily="18" charset="0"/>
                <a:cs typeface="Times New Roman" panose="02020603050405020304" pitchFamily="18" charset="0"/>
              </a:rPr>
              <a:t> </a:t>
            </a:r>
            <a:r>
              <a:rPr sz="2200" spc="-98" dirty="0">
                <a:solidFill>
                  <a:srgbClr val="002060"/>
                </a:solidFill>
                <a:latin typeface="Times New Roman" panose="02020603050405020304" pitchFamily="18" charset="0"/>
                <a:cs typeface="Times New Roman" panose="02020603050405020304" pitchFamily="18" charset="0"/>
              </a:rPr>
              <a:t>single </a:t>
            </a:r>
            <a:r>
              <a:rPr sz="2200" spc="-94" dirty="0">
                <a:solidFill>
                  <a:srgbClr val="002060"/>
                </a:solidFill>
                <a:latin typeface="Times New Roman" panose="02020603050405020304" pitchFamily="18" charset="0"/>
                <a:cs typeface="Times New Roman" panose="02020603050405020304" pitchFamily="18" charset="0"/>
              </a:rPr>
              <a:t>guest </a:t>
            </a:r>
            <a:r>
              <a:rPr sz="2200" spc="-101" dirty="0">
                <a:solidFill>
                  <a:srgbClr val="002060"/>
                </a:solidFill>
                <a:latin typeface="Times New Roman" panose="02020603050405020304" pitchFamily="18" charset="0"/>
                <a:cs typeface="Times New Roman" panose="02020603050405020304" pitchFamily="18" charset="0"/>
              </a:rPr>
              <a:t>crash, </a:t>
            </a:r>
            <a:r>
              <a:rPr sz="2200" spc="-94" dirty="0">
                <a:solidFill>
                  <a:srgbClr val="002060"/>
                </a:solidFill>
                <a:latin typeface="Times New Roman" panose="02020603050405020304" pitchFamily="18" charset="0"/>
                <a:cs typeface="Times New Roman" panose="02020603050405020304" pitchFamily="18" charset="0"/>
              </a:rPr>
              <a:t>but </a:t>
            </a:r>
            <a:r>
              <a:rPr sz="2200" spc="-113" dirty="0">
                <a:solidFill>
                  <a:srgbClr val="002060"/>
                </a:solidFill>
                <a:latin typeface="Times New Roman" panose="02020603050405020304" pitchFamily="18" charset="0"/>
                <a:cs typeface="Times New Roman" panose="02020603050405020304" pitchFamily="18" charset="0"/>
              </a:rPr>
              <a:t>that </a:t>
            </a:r>
            <a:r>
              <a:rPr sz="2200" spc="-109" dirty="0">
                <a:solidFill>
                  <a:srgbClr val="002060"/>
                </a:solidFill>
                <a:latin typeface="Times New Roman" panose="02020603050405020304" pitchFamily="18" charset="0"/>
                <a:cs typeface="Times New Roman" panose="02020603050405020304" pitchFamily="18" charset="0"/>
              </a:rPr>
              <a:t> </a:t>
            </a:r>
            <a:r>
              <a:rPr sz="2200" spc="-113" dirty="0">
                <a:solidFill>
                  <a:srgbClr val="002060"/>
                </a:solidFill>
                <a:latin typeface="Times New Roman" panose="02020603050405020304" pitchFamily="18" charset="0"/>
                <a:cs typeface="Times New Roman" panose="02020603050405020304" pitchFamily="18" charset="0"/>
              </a:rPr>
              <a:t>event </a:t>
            </a:r>
            <a:r>
              <a:rPr sz="2200" spc="-53" dirty="0">
                <a:solidFill>
                  <a:srgbClr val="002060"/>
                </a:solidFill>
                <a:latin typeface="Times New Roman" panose="02020603050405020304" pitchFamily="18" charset="0"/>
                <a:cs typeface="Times New Roman" panose="02020603050405020304" pitchFamily="18" charset="0"/>
              </a:rPr>
              <a:t>does not </a:t>
            </a:r>
            <a:r>
              <a:rPr sz="2200" spc="-109" dirty="0">
                <a:solidFill>
                  <a:srgbClr val="002060"/>
                </a:solidFill>
                <a:latin typeface="Times New Roman" panose="02020603050405020304" pitchFamily="18" charset="0"/>
                <a:cs typeface="Times New Roman" panose="02020603050405020304" pitchFamily="18" charset="0"/>
              </a:rPr>
              <a:t>escape </a:t>
            </a:r>
            <a:r>
              <a:rPr sz="2200" spc="-101" dirty="0">
                <a:solidFill>
                  <a:srgbClr val="002060"/>
                </a:solidFill>
                <a:latin typeface="Times New Roman" panose="02020603050405020304" pitchFamily="18" charset="0"/>
                <a:cs typeface="Times New Roman" panose="02020603050405020304" pitchFamily="18" charset="0"/>
              </a:rPr>
              <a:t>the </a:t>
            </a:r>
            <a:r>
              <a:rPr sz="2200" spc="71" dirty="0">
                <a:solidFill>
                  <a:srgbClr val="002060"/>
                </a:solidFill>
                <a:latin typeface="Times New Roman" panose="02020603050405020304" pitchFamily="18" charset="0"/>
                <a:cs typeface="Times New Roman" panose="02020603050405020304" pitchFamily="18" charset="0"/>
              </a:rPr>
              <a:t>VM </a:t>
            </a:r>
            <a:r>
              <a:rPr sz="2200" spc="-90" dirty="0">
                <a:solidFill>
                  <a:srgbClr val="002060"/>
                </a:solidFill>
                <a:latin typeface="Times New Roman" panose="02020603050405020304" pitchFamily="18" charset="0"/>
                <a:cs typeface="Times New Roman" panose="02020603050405020304" pitchFamily="18" charset="0"/>
              </a:rPr>
              <a:t>boundaries. </a:t>
            </a:r>
            <a:r>
              <a:rPr sz="2200" spc="-11" dirty="0">
                <a:solidFill>
                  <a:srgbClr val="002060"/>
                </a:solidFill>
                <a:latin typeface="Times New Roman" panose="02020603050405020304" pitchFamily="18" charset="0"/>
                <a:cs typeface="Times New Roman" panose="02020603050405020304" pitchFamily="18" charset="0"/>
              </a:rPr>
              <a:t>Other </a:t>
            </a:r>
            <a:r>
              <a:rPr sz="2200" spc="-83" dirty="0">
                <a:solidFill>
                  <a:srgbClr val="002060"/>
                </a:solidFill>
                <a:latin typeface="Times New Roman" panose="02020603050405020304" pitchFamily="18" charset="0"/>
                <a:cs typeface="Times New Roman" panose="02020603050405020304" pitchFamily="18" charset="0"/>
              </a:rPr>
              <a:t>guests continue </a:t>
            </a:r>
            <a:r>
              <a:rPr sz="2200" spc="-86" dirty="0">
                <a:solidFill>
                  <a:srgbClr val="002060"/>
                </a:solidFill>
                <a:latin typeface="Times New Roman" panose="02020603050405020304" pitchFamily="18" charset="0"/>
                <a:cs typeface="Times New Roman" panose="02020603050405020304" pitchFamily="18" charset="0"/>
              </a:rPr>
              <a:t>processing, </a:t>
            </a:r>
            <a:r>
              <a:rPr sz="2200" spc="-113" dirty="0">
                <a:solidFill>
                  <a:srgbClr val="002060"/>
                </a:solidFill>
                <a:latin typeface="Times New Roman" panose="02020603050405020304" pitchFamily="18" charset="0"/>
                <a:cs typeface="Times New Roman" panose="02020603050405020304" pitchFamily="18" charset="0"/>
              </a:rPr>
              <a:t>and </a:t>
            </a:r>
            <a:r>
              <a:rPr sz="2200" spc="-488" dirty="0">
                <a:solidFill>
                  <a:srgbClr val="002060"/>
                </a:solidFill>
                <a:latin typeface="Times New Roman" panose="02020603050405020304" pitchFamily="18" charset="0"/>
                <a:cs typeface="Times New Roman" panose="02020603050405020304" pitchFamily="18" charset="0"/>
              </a:rPr>
              <a:t> </a:t>
            </a:r>
            <a:r>
              <a:rPr sz="2200" spc="-94" dirty="0">
                <a:solidFill>
                  <a:srgbClr val="002060"/>
                </a:solidFill>
                <a:latin typeface="Times New Roman" panose="02020603050405020304" pitchFamily="18" charset="0"/>
                <a:cs typeface="Times New Roman" panose="02020603050405020304" pitchFamily="18" charset="0"/>
              </a:rPr>
              <a:t>th</a:t>
            </a:r>
            <a:r>
              <a:rPr sz="2200" spc="-113" dirty="0">
                <a:solidFill>
                  <a:srgbClr val="002060"/>
                </a:solidFill>
                <a:latin typeface="Times New Roman" panose="02020603050405020304" pitchFamily="18" charset="0"/>
                <a:cs typeface="Times New Roman" panose="02020603050405020304" pitchFamily="18" charset="0"/>
              </a:rPr>
              <a:t>e</a:t>
            </a:r>
            <a:r>
              <a:rPr sz="2200" spc="-34" dirty="0">
                <a:solidFill>
                  <a:srgbClr val="002060"/>
                </a:solidFill>
                <a:latin typeface="Times New Roman" panose="02020603050405020304" pitchFamily="18" charset="0"/>
                <a:cs typeface="Times New Roman" panose="02020603050405020304" pitchFamily="18" charset="0"/>
              </a:rPr>
              <a:t> </a:t>
            </a:r>
            <a:r>
              <a:rPr sz="2200" spc="-131" dirty="0">
                <a:solidFill>
                  <a:srgbClr val="002060"/>
                </a:solidFill>
                <a:latin typeface="Times New Roman" panose="02020603050405020304" pitchFamily="18" charset="0"/>
                <a:cs typeface="Times New Roman" panose="02020603050405020304" pitchFamily="18" charset="0"/>
              </a:rPr>
              <a:t>h</a:t>
            </a:r>
            <a:r>
              <a:rPr sz="2200" spc="-101" dirty="0">
                <a:solidFill>
                  <a:srgbClr val="002060"/>
                </a:solidFill>
                <a:latin typeface="Times New Roman" panose="02020603050405020304" pitchFamily="18" charset="0"/>
                <a:cs typeface="Times New Roman" panose="02020603050405020304" pitchFamily="18" charset="0"/>
              </a:rPr>
              <a:t>ype</a:t>
            </a:r>
            <a:r>
              <a:rPr sz="2200" spc="45" dirty="0">
                <a:solidFill>
                  <a:srgbClr val="002060"/>
                </a:solidFill>
                <a:latin typeface="Times New Roman" panose="02020603050405020304" pitchFamily="18" charset="0"/>
                <a:cs typeface="Times New Roman" panose="02020603050405020304" pitchFamily="18" charset="0"/>
              </a:rPr>
              <a:t>r</a:t>
            </a:r>
            <a:r>
              <a:rPr sz="2200" spc="-79" dirty="0">
                <a:solidFill>
                  <a:srgbClr val="002060"/>
                </a:solidFill>
                <a:latin typeface="Times New Roman" panose="02020603050405020304" pitchFamily="18" charset="0"/>
                <a:cs typeface="Times New Roman" panose="02020603050405020304" pitchFamily="18" charset="0"/>
              </a:rPr>
              <a:t>vi</a:t>
            </a:r>
            <a:r>
              <a:rPr sz="2200" spc="-90" dirty="0">
                <a:solidFill>
                  <a:srgbClr val="002060"/>
                </a:solidFill>
                <a:latin typeface="Times New Roman" panose="02020603050405020304" pitchFamily="18" charset="0"/>
                <a:cs typeface="Times New Roman" panose="02020603050405020304" pitchFamily="18" charset="0"/>
              </a:rPr>
              <a:t>s</a:t>
            </a:r>
            <a:r>
              <a:rPr sz="2200" spc="15" dirty="0">
                <a:solidFill>
                  <a:srgbClr val="002060"/>
                </a:solidFill>
                <a:latin typeface="Times New Roman" panose="02020603050405020304" pitchFamily="18" charset="0"/>
                <a:cs typeface="Times New Roman" panose="02020603050405020304" pitchFamily="18" charset="0"/>
              </a:rPr>
              <a:t>or</a:t>
            </a:r>
            <a:r>
              <a:rPr sz="2200" spc="-23" dirty="0">
                <a:solidFill>
                  <a:srgbClr val="002060"/>
                </a:solidFill>
                <a:latin typeface="Times New Roman" panose="02020603050405020304" pitchFamily="18" charset="0"/>
                <a:cs typeface="Times New Roman" panose="02020603050405020304" pitchFamily="18" charset="0"/>
              </a:rPr>
              <a:t> </a:t>
            </a:r>
            <a:r>
              <a:rPr sz="2200" spc="-64" dirty="0">
                <a:solidFill>
                  <a:srgbClr val="002060"/>
                </a:solidFill>
                <a:latin typeface="Times New Roman" panose="02020603050405020304" pitchFamily="18" charset="0"/>
                <a:cs typeface="Times New Roman" panose="02020603050405020304" pitchFamily="18" charset="0"/>
              </a:rPr>
              <a:t>i</a:t>
            </a:r>
            <a:r>
              <a:rPr sz="2200" spc="-86" dirty="0">
                <a:solidFill>
                  <a:srgbClr val="002060"/>
                </a:solidFill>
                <a:latin typeface="Times New Roman" panose="02020603050405020304" pitchFamily="18" charset="0"/>
                <a:cs typeface="Times New Roman" panose="02020603050405020304" pitchFamily="18" charset="0"/>
              </a:rPr>
              <a:t>s</a:t>
            </a:r>
            <a:r>
              <a:rPr sz="2200" spc="-26" dirty="0">
                <a:solidFill>
                  <a:srgbClr val="002060"/>
                </a:solidFill>
                <a:latin typeface="Times New Roman" panose="02020603050405020304" pitchFamily="18" charset="0"/>
                <a:cs typeface="Times New Roman" panose="02020603050405020304" pitchFamily="18" charset="0"/>
              </a:rPr>
              <a:t> </a:t>
            </a:r>
            <a:r>
              <a:rPr sz="2200" spc="-79" dirty="0">
                <a:solidFill>
                  <a:srgbClr val="002060"/>
                </a:solidFill>
                <a:latin typeface="Times New Roman" panose="02020603050405020304" pitchFamily="18" charset="0"/>
                <a:cs typeface="Times New Roman" panose="02020603050405020304" pitchFamily="18" charset="0"/>
              </a:rPr>
              <a:t>u</a:t>
            </a:r>
            <a:r>
              <a:rPr sz="2200" spc="-75" dirty="0">
                <a:solidFill>
                  <a:srgbClr val="002060"/>
                </a:solidFill>
                <a:latin typeface="Times New Roman" panose="02020603050405020304" pitchFamily="18" charset="0"/>
                <a:cs typeface="Times New Roman" panose="02020603050405020304" pitchFamily="18" charset="0"/>
              </a:rPr>
              <a:t>n</a:t>
            </a:r>
            <a:r>
              <a:rPr sz="2200" spc="-199" dirty="0">
                <a:solidFill>
                  <a:srgbClr val="002060"/>
                </a:solidFill>
                <a:latin typeface="Times New Roman" panose="02020603050405020304" pitchFamily="18" charset="0"/>
                <a:cs typeface="Times New Roman" panose="02020603050405020304" pitchFamily="18" charset="0"/>
              </a:rPr>
              <a:t>af</a:t>
            </a:r>
            <a:r>
              <a:rPr sz="2200" spc="-180" dirty="0">
                <a:solidFill>
                  <a:srgbClr val="002060"/>
                </a:solidFill>
                <a:latin typeface="Times New Roman" panose="02020603050405020304" pitchFamily="18" charset="0"/>
                <a:cs typeface="Times New Roman" panose="02020603050405020304" pitchFamily="18" charset="0"/>
              </a:rPr>
              <a:t>f</a:t>
            </a:r>
            <a:r>
              <a:rPr sz="2200" spc="-109" dirty="0">
                <a:solidFill>
                  <a:srgbClr val="002060"/>
                </a:solidFill>
                <a:latin typeface="Times New Roman" panose="02020603050405020304" pitchFamily="18" charset="0"/>
                <a:cs typeface="Times New Roman" panose="02020603050405020304" pitchFamily="18" charset="0"/>
              </a:rPr>
              <a:t>ecte</a:t>
            </a:r>
            <a:r>
              <a:rPr sz="2200" spc="-83" dirty="0">
                <a:solidFill>
                  <a:srgbClr val="002060"/>
                </a:solidFill>
                <a:latin typeface="Times New Roman" panose="02020603050405020304" pitchFamily="18" charset="0"/>
                <a:cs typeface="Times New Roman" panose="02020603050405020304" pitchFamily="18" charset="0"/>
              </a:rPr>
              <a:t>d</a:t>
            </a:r>
            <a:r>
              <a:rPr sz="2200" spc="-38" dirty="0">
                <a:solidFill>
                  <a:srgbClr val="002060"/>
                </a:solidFill>
                <a:latin typeface="Times New Roman" panose="02020603050405020304" pitchFamily="18" charset="0"/>
                <a:cs typeface="Times New Roman" panose="02020603050405020304" pitchFamily="18" charset="0"/>
              </a:rPr>
              <a:t> </a:t>
            </a:r>
            <a:r>
              <a:rPr sz="2200" spc="-116" dirty="0">
                <a:solidFill>
                  <a:srgbClr val="002060"/>
                </a:solidFill>
                <a:latin typeface="Times New Roman" panose="02020603050405020304" pitchFamily="18" charset="0"/>
                <a:cs typeface="Times New Roman" panose="02020603050405020304" pitchFamily="18" charset="0"/>
              </a:rPr>
              <a:t>a</a:t>
            </a:r>
            <a:r>
              <a:rPr sz="2200" spc="-86" dirty="0">
                <a:solidFill>
                  <a:srgbClr val="002060"/>
                </a:solidFill>
                <a:latin typeface="Times New Roman" panose="02020603050405020304" pitchFamily="18" charset="0"/>
                <a:cs typeface="Times New Roman" panose="02020603050405020304" pitchFamily="18" charset="0"/>
              </a:rPr>
              <a:t>s</a:t>
            </a:r>
            <a:r>
              <a:rPr sz="2200" spc="-34" dirty="0">
                <a:solidFill>
                  <a:srgbClr val="002060"/>
                </a:solidFill>
                <a:latin typeface="Times New Roman" panose="02020603050405020304" pitchFamily="18" charset="0"/>
                <a:cs typeface="Times New Roman" panose="02020603050405020304" pitchFamily="18" charset="0"/>
              </a:rPr>
              <a:t> </a:t>
            </a:r>
            <a:r>
              <a:rPr sz="2200" spc="-79" dirty="0">
                <a:solidFill>
                  <a:srgbClr val="002060"/>
                </a:solidFill>
                <a:latin typeface="Times New Roman" panose="02020603050405020304" pitchFamily="18" charset="0"/>
                <a:cs typeface="Times New Roman" panose="02020603050405020304" pitchFamily="18" charset="0"/>
              </a:rPr>
              <a:t>w</a:t>
            </a:r>
            <a:r>
              <a:rPr sz="2200" spc="-124" dirty="0">
                <a:solidFill>
                  <a:srgbClr val="002060"/>
                </a:solidFill>
                <a:latin typeface="Times New Roman" panose="02020603050405020304" pitchFamily="18" charset="0"/>
                <a:cs typeface="Times New Roman" panose="02020603050405020304" pitchFamily="18" charset="0"/>
              </a:rPr>
              <a:t>ell</a:t>
            </a:r>
            <a:r>
              <a:rPr sz="2200" spc="-248" dirty="0">
                <a:solidFill>
                  <a:srgbClr val="002060"/>
                </a:solidFill>
                <a:latin typeface="Times New Roman" panose="02020603050405020304" pitchFamily="18" charset="0"/>
                <a:cs typeface="Times New Roman" panose="02020603050405020304" pitchFamily="18" charset="0"/>
              </a:rPr>
              <a:t>.</a:t>
            </a:r>
            <a:endParaRPr sz="2200" dirty="0">
              <a:solidFill>
                <a:srgbClr val="002060"/>
              </a:solidFill>
              <a:latin typeface="Times New Roman" panose="02020603050405020304" pitchFamily="18" charset="0"/>
              <a:cs typeface="Times New Roman" panose="02020603050405020304" pitchFamily="18" charset="0"/>
            </a:endParaRPr>
          </a:p>
          <a:p>
            <a:pPr marL="180499" marR="5715" indent="-171450">
              <a:lnSpc>
                <a:spcPct val="120000"/>
              </a:lnSpc>
              <a:spcBef>
                <a:spcPts val="746"/>
              </a:spcBef>
              <a:buClr>
                <a:srgbClr val="B71E42"/>
              </a:buClr>
              <a:buFont typeface="Arial MT"/>
              <a:buChar char="•"/>
              <a:tabLst>
                <a:tab pos="180975" algn="l"/>
              </a:tabLst>
            </a:pPr>
            <a:r>
              <a:rPr sz="2200" b="1" spc="8" dirty="0">
                <a:solidFill>
                  <a:srgbClr val="002060"/>
                </a:solidFill>
                <a:latin typeface="Times New Roman" panose="02020603050405020304" pitchFamily="18" charset="0"/>
                <a:cs typeface="Times New Roman" panose="02020603050405020304" pitchFamily="18" charset="0"/>
              </a:rPr>
              <a:t>Less </a:t>
            </a:r>
            <a:r>
              <a:rPr sz="2200" b="1" spc="-4" dirty="0">
                <a:solidFill>
                  <a:srgbClr val="002060"/>
                </a:solidFill>
                <a:latin typeface="Times New Roman" panose="02020603050405020304" pitchFamily="18" charset="0"/>
                <a:cs typeface="Times New Roman" panose="02020603050405020304" pitchFamily="18" charset="0"/>
              </a:rPr>
              <a:t>processing </a:t>
            </a:r>
            <a:r>
              <a:rPr sz="2200" b="1" spc="-19" dirty="0">
                <a:solidFill>
                  <a:srgbClr val="002060"/>
                </a:solidFill>
                <a:latin typeface="Times New Roman" panose="02020603050405020304" pitchFamily="18" charset="0"/>
                <a:cs typeface="Times New Roman" panose="02020603050405020304" pitchFamily="18" charset="0"/>
              </a:rPr>
              <a:t>overhead </a:t>
            </a:r>
            <a:r>
              <a:rPr sz="2200" spc="-71" dirty="0">
                <a:solidFill>
                  <a:srgbClr val="002060"/>
                </a:solidFill>
                <a:latin typeface="Times New Roman" panose="02020603050405020304" pitchFamily="18" charset="0"/>
                <a:cs typeface="Times New Roman" panose="02020603050405020304" pitchFamily="18" charset="0"/>
              </a:rPr>
              <a:t>is </a:t>
            </a:r>
            <a:r>
              <a:rPr sz="2200" spc="-83" dirty="0">
                <a:solidFill>
                  <a:srgbClr val="002060"/>
                </a:solidFill>
                <a:latin typeface="Times New Roman" panose="02020603050405020304" pitchFamily="18" charset="0"/>
                <a:cs typeface="Times New Roman" panose="02020603050405020304" pitchFamily="18" charset="0"/>
              </a:rPr>
              <a:t>required </a:t>
            </a:r>
            <a:r>
              <a:rPr sz="2200" spc="-60" dirty="0">
                <a:solidFill>
                  <a:srgbClr val="002060"/>
                </a:solidFill>
                <a:latin typeface="Times New Roman" panose="02020603050405020304" pitchFamily="18" charset="0"/>
                <a:cs typeface="Times New Roman" panose="02020603050405020304" pitchFamily="18" charset="0"/>
              </a:rPr>
              <a:t>for </a:t>
            </a:r>
            <a:r>
              <a:rPr sz="2200" spc="-165" dirty="0">
                <a:solidFill>
                  <a:srgbClr val="002060"/>
                </a:solidFill>
                <a:latin typeface="Times New Roman" panose="02020603050405020304" pitchFamily="18" charset="0"/>
                <a:cs typeface="Times New Roman" panose="02020603050405020304" pitchFamily="18" charset="0"/>
              </a:rPr>
              <a:t>a</a:t>
            </a:r>
            <a:r>
              <a:rPr sz="2200" spc="-161" dirty="0">
                <a:solidFill>
                  <a:srgbClr val="002060"/>
                </a:solidFill>
                <a:latin typeface="Times New Roman" panose="02020603050405020304" pitchFamily="18" charset="0"/>
                <a:cs typeface="Times New Roman" panose="02020603050405020304" pitchFamily="18" charset="0"/>
              </a:rPr>
              <a:t> </a:t>
            </a:r>
            <a:r>
              <a:rPr sz="2200" spc="-120" dirty="0">
                <a:solidFill>
                  <a:srgbClr val="002060"/>
                </a:solidFill>
                <a:latin typeface="Times New Roman" panose="02020603050405020304" pitchFamily="18" charset="0"/>
                <a:cs typeface="Times New Roman" panose="02020603050405020304" pitchFamily="18" charset="0"/>
              </a:rPr>
              <a:t>Type </a:t>
            </a:r>
            <a:r>
              <a:rPr sz="2200" spc="-45" dirty="0">
                <a:solidFill>
                  <a:srgbClr val="002060"/>
                </a:solidFill>
                <a:latin typeface="Times New Roman" panose="02020603050405020304" pitchFamily="18" charset="0"/>
                <a:cs typeface="Times New Roman" panose="02020603050405020304" pitchFamily="18" charset="0"/>
              </a:rPr>
              <a:t>1 </a:t>
            </a:r>
            <a:r>
              <a:rPr sz="2200" spc="-90" dirty="0">
                <a:solidFill>
                  <a:srgbClr val="002060"/>
                </a:solidFill>
                <a:latin typeface="Times New Roman" panose="02020603050405020304" pitchFamily="18" charset="0"/>
                <a:cs typeface="Times New Roman" panose="02020603050405020304" pitchFamily="18" charset="0"/>
              </a:rPr>
              <a:t>hypervisor, </a:t>
            </a:r>
            <a:r>
              <a:rPr sz="2200" spc="-83" dirty="0">
                <a:solidFill>
                  <a:srgbClr val="002060"/>
                </a:solidFill>
                <a:latin typeface="Times New Roman" panose="02020603050405020304" pitchFamily="18" charset="0"/>
                <a:cs typeface="Times New Roman" panose="02020603050405020304" pitchFamily="18" charset="0"/>
              </a:rPr>
              <a:t>which </a:t>
            </a:r>
            <a:r>
              <a:rPr sz="2200" spc="-98" dirty="0">
                <a:solidFill>
                  <a:srgbClr val="002060"/>
                </a:solidFill>
                <a:latin typeface="Times New Roman" panose="02020603050405020304" pitchFamily="18" charset="0"/>
                <a:cs typeface="Times New Roman" panose="02020603050405020304" pitchFamily="18" charset="0"/>
              </a:rPr>
              <a:t>means </a:t>
            </a:r>
            <a:r>
              <a:rPr sz="2200" spc="-94" dirty="0">
                <a:solidFill>
                  <a:srgbClr val="002060"/>
                </a:solidFill>
                <a:latin typeface="Times New Roman" panose="02020603050405020304" pitchFamily="18" charset="0"/>
                <a:cs typeface="Times New Roman" panose="02020603050405020304" pitchFamily="18" charset="0"/>
              </a:rPr>
              <a:t> </a:t>
            </a:r>
            <a:r>
              <a:rPr sz="2200" spc="-116" dirty="0">
                <a:solidFill>
                  <a:srgbClr val="002060"/>
                </a:solidFill>
                <a:latin typeface="Times New Roman" panose="02020603050405020304" pitchFamily="18" charset="0"/>
                <a:cs typeface="Times New Roman" panose="02020603050405020304" pitchFamily="18" charset="0"/>
              </a:rPr>
              <a:t>that</a:t>
            </a:r>
            <a:r>
              <a:rPr sz="2200" spc="-30" dirty="0">
                <a:solidFill>
                  <a:srgbClr val="002060"/>
                </a:solidFill>
                <a:latin typeface="Times New Roman" panose="02020603050405020304" pitchFamily="18" charset="0"/>
                <a:cs typeface="Times New Roman" panose="02020603050405020304" pitchFamily="18" charset="0"/>
              </a:rPr>
              <a:t> </a:t>
            </a:r>
            <a:r>
              <a:rPr sz="2200" spc="-56" dirty="0">
                <a:solidFill>
                  <a:srgbClr val="002060"/>
                </a:solidFill>
                <a:latin typeface="Times New Roman" panose="02020603050405020304" pitchFamily="18" charset="0"/>
                <a:cs typeface="Times New Roman" panose="02020603050405020304" pitchFamily="18" charset="0"/>
              </a:rPr>
              <a:t>more</a:t>
            </a:r>
            <a:r>
              <a:rPr sz="2200" spc="-26" dirty="0">
                <a:solidFill>
                  <a:srgbClr val="002060"/>
                </a:solidFill>
                <a:latin typeface="Times New Roman" panose="02020603050405020304" pitchFamily="18" charset="0"/>
                <a:cs typeface="Times New Roman" panose="02020603050405020304" pitchFamily="18" charset="0"/>
              </a:rPr>
              <a:t> </a:t>
            </a:r>
            <a:r>
              <a:rPr sz="2200" spc="-94" dirty="0">
                <a:solidFill>
                  <a:srgbClr val="002060"/>
                </a:solidFill>
                <a:latin typeface="Times New Roman" panose="02020603050405020304" pitchFamily="18" charset="0"/>
                <a:cs typeface="Times New Roman" panose="02020603050405020304" pitchFamily="18" charset="0"/>
              </a:rPr>
              <a:t>virtual</a:t>
            </a:r>
            <a:r>
              <a:rPr sz="2200" spc="-11" dirty="0">
                <a:solidFill>
                  <a:srgbClr val="002060"/>
                </a:solidFill>
                <a:latin typeface="Times New Roman" panose="02020603050405020304" pitchFamily="18" charset="0"/>
                <a:cs typeface="Times New Roman" panose="02020603050405020304" pitchFamily="18" charset="0"/>
              </a:rPr>
              <a:t> </a:t>
            </a:r>
            <a:r>
              <a:rPr sz="2200" spc="-98" dirty="0">
                <a:solidFill>
                  <a:srgbClr val="002060"/>
                </a:solidFill>
                <a:latin typeface="Times New Roman" panose="02020603050405020304" pitchFamily="18" charset="0"/>
                <a:cs typeface="Times New Roman" panose="02020603050405020304" pitchFamily="18" charset="0"/>
              </a:rPr>
              <a:t>machines</a:t>
            </a:r>
            <a:r>
              <a:rPr sz="2200" spc="-34" dirty="0">
                <a:solidFill>
                  <a:srgbClr val="002060"/>
                </a:solidFill>
                <a:latin typeface="Times New Roman" panose="02020603050405020304" pitchFamily="18" charset="0"/>
                <a:cs typeface="Times New Roman" panose="02020603050405020304" pitchFamily="18" charset="0"/>
              </a:rPr>
              <a:t> </a:t>
            </a:r>
            <a:r>
              <a:rPr sz="2200" spc="-116" dirty="0">
                <a:solidFill>
                  <a:srgbClr val="002060"/>
                </a:solidFill>
                <a:latin typeface="Times New Roman" panose="02020603050405020304" pitchFamily="18" charset="0"/>
                <a:cs typeface="Times New Roman" panose="02020603050405020304" pitchFamily="18" charset="0"/>
              </a:rPr>
              <a:t>can</a:t>
            </a:r>
            <a:r>
              <a:rPr sz="2200" spc="-34" dirty="0">
                <a:solidFill>
                  <a:srgbClr val="002060"/>
                </a:solidFill>
                <a:latin typeface="Times New Roman" panose="02020603050405020304" pitchFamily="18" charset="0"/>
                <a:cs typeface="Times New Roman" panose="02020603050405020304" pitchFamily="18" charset="0"/>
              </a:rPr>
              <a:t> </a:t>
            </a:r>
            <a:r>
              <a:rPr sz="2200" spc="-105" dirty="0">
                <a:solidFill>
                  <a:srgbClr val="002060"/>
                </a:solidFill>
                <a:latin typeface="Times New Roman" panose="02020603050405020304" pitchFamily="18" charset="0"/>
                <a:cs typeface="Times New Roman" panose="02020603050405020304" pitchFamily="18" charset="0"/>
              </a:rPr>
              <a:t>be</a:t>
            </a:r>
            <a:r>
              <a:rPr sz="2200" spc="-45" dirty="0">
                <a:solidFill>
                  <a:srgbClr val="002060"/>
                </a:solidFill>
                <a:latin typeface="Times New Roman" panose="02020603050405020304" pitchFamily="18" charset="0"/>
                <a:cs typeface="Times New Roman" panose="02020603050405020304" pitchFamily="18" charset="0"/>
              </a:rPr>
              <a:t> </a:t>
            </a:r>
            <a:r>
              <a:rPr sz="2200" spc="-49" dirty="0">
                <a:solidFill>
                  <a:srgbClr val="002060"/>
                </a:solidFill>
                <a:latin typeface="Times New Roman" panose="02020603050405020304" pitchFamily="18" charset="0"/>
                <a:cs typeface="Times New Roman" panose="02020603050405020304" pitchFamily="18" charset="0"/>
              </a:rPr>
              <a:t>run</a:t>
            </a:r>
            <a:r>
              <a:rPr sz="2200" spc="-34" dirty="0">
                <a:solidFill>
                  <a:srgbClr val="002060"/>
                </a:solidFill>
                <a:latin typeface="Times New Roman" panose="02020603050405020304" pitchFamily="18" charset="0"/>
                <a:cs typeface="Times New Roman" panose="02020603050405020304" pitchFamily="18" charset="0"/>
              </a:rPr>
              <a:t> </a:t>
            </a:r>
            <a:r>
              <a:rPr sz="2200" spc="-30" dirty="0">
                <a:solidFill>
                  <a:srgbClr val="002060"/>
                </a:solidFill>
                <a:latin typeface="Times New Roman" panose="02020603050405020304" pitchFamily="18" charset="0"/>
                <a:cs typeface="Times New Roman" panose="02020603050405020304" pitchFamily="18" charset="0"/>
              </a:rPr>
              <a:t>on</a:t>
            </a:r>
            <a:r>
              <a:rPr sz="2200" spc="-34" dirty="0">
                <a:solidFill>
                  <a:srgbClr val="002060"/>
                </a:solidFill>
                <a:latin typeface="Times New Roman" panose="02020603050405020304" pitchFamily="18" charset="0"/>
                <a:cs typeface="Times New Roman" panose="02020603050405020304" pitchFamily="18" charset="0"/>
              </a:rPr>
              <a:t> </a:t>
            </a:r>
            <a:r>
              <a:rPr sz="2200" spc="-113" dirty="0">
                <a:solidFill>
                  <a:srgbClr val="002060"/>
                </a:solidFill>
                <a:latin typeface="Times New Roman" panose="02020603050405020304" pitchFamily="18" charset="0"/>
                <a:cs typeface="Times New Roman" panose="02020603050405020304" pitchFamily="18" charset="0"/>
              </a:rPr>
              <a:t>each</a:t>
            </a:r>
            <a:r>
              <a:rPr sz="2200" spc="-34" dirty="0">
                <a:solidFill>
                  <a:srgbClr val="002060"/>
                </a:solidFill>
                <a:latin typeface="Times New Roman" panose="02020603050405020304" pitchFamily="18" charset="0"/>
                <a:cs typeface="Times New Roman" panose="02020603050405020304" pitchFamily="18" charset="0"/>
              </a:rPr>
              <a:t> </a:t>
            </a:r>
            <a:r>
              <a:rPr sz="2200" spc="-90" dirty="0">
                <a:solidFill>
                  <a:srgbClr val="002060"/>
                </a:solidFill>
                <a:latin typeface="Times New Roman" panose="02020603050405020304" pitchFamily="18" charset="0"/>
                <a:cs typeface="Times New Roman" panose="02020603050405020304" pitchFamily="18" charset="0"/>
              </a:rPr>
              <a:t>host.</a:t>
            </a:r>
            <a:endParaRPr sz="2200"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60513515"/>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Diagram&#10;&#10;Description automatically generated with low confidence">
            <a:extLst>
              <a:ext uri="{FF2B5EF4-FFF2-40B4-BE49-F238E27FC236}">
                <a16:creationId xmlns:a16="http://schemas.microsoft.com/office/drawing/2014/main" id="{B60BEFCC-BFB0-4EA0-82F5-FC9B37418906}"/>
              </a:ext>
            </a:extLst>
          </p:cNvPr>
          <p:cNvPicPr>
            <a:picLocks noChangeAspect="1"/>
          </p:cNvPicPr>
          <p:nvPr/>
        </p:nvPicPr>
        <p:blipFill rotWithShape="1">
          <a:blip r:embed="rId2"/>
          <a:srcRect l="8042" t="17276" r="6298" b="7490"/>
          <a:stretch/>
        </p:blipFill>
        <p:spPr>
          <a:xfrm>
            <a:off x="1378503" y="474892"/>
            <a:ext cx="6373115" cy="4198087"/>
          </a:xfrm>
          <a:prstGeom prst="rect">
            <a:avLst/>
          </a:prstGeom>
        </p:spPr>
      </p:pic>
    </p:spTree>
    <p:extLst>
      <p:ext uri="{BB962C8B-B14F-4D97-AF65-F5344CB8AC3E}">
        <p14:creationId xmlns:p14="http://schemas.microsoft.com/office/powerpoint/2010/main" val="1692296983"/>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spcFirstLastPara="1" vert="horz" wrap="square" lIns="0" tIns="10001" rIns="0" bIns="0" rtlCol="0" anchor="ctr" anchorCtr="0">
            <a:spAutoFit/>
          </a:bodyPr>
          <a:lstStyle/>
          <a:p>
            <a:pPr marL="9525">
              <a:spcBef>
                <a:spcPts val="79"/>
              </a:spcBef>
            </a:pPr>
            <a:r>
              <a:rPr sz="2400" spc="203" dirty="0"/>
              <a:t>TYPE</a:t>
            </a:r>
            <a:r>
              <a:rPr sz="2400" spc="-86" dirty="0"/>
              <a:t> </a:t>
            </a:r>
            <a:r>
              <a:rPr sz="2400" spc="-83" dirty="0"/>
              <a:t>1 </a:t>
            </a:r>
            <a:r>
              <a:rPr sz="2400" spc="206" dirty="0"/>
              <a:t>HYPERVISORS</a:t>
            </a:r>
            <a:endParaRPr sz="2400" dirty="0"/>
          </a:p>
        </p:txBody>
      </p:sp>
      <p:pic>
        <p:nvPicPr>
          <p:cNvPr id="3" name="object 3"/>
          <p:cNvPicPr/>
          <p:nvPr/>
        </p:nvPicPr>
        <p:blipFill>
          <a:blip r:embed="rId2" cstate="print"/>
          <a:stretch>
            <a:fillRect/>
          </a:stretch>
        </p:blipFill>
        <p:spPr>
          <a:xfrm>
            <a:off x="3279268" y="1261560"/>
            <a:ext cx="5060060" cy="3018663"/>
          </a:xfrm>
          <a:prstGeom prst="rect">
            <a:avLst/>
          </a:prstGeom>
        </p:spPr>
      </p:pic>
      <p:sp>
        <p:nvSpPr>
          <p:cNvPr id="4" name="object 4"/>
          <p:cNvSpPr txBox="1"/>
          <p:nvPr/>
        </p:nvSpPr>
        <p:spPr>
          <a:xfrm>
            <a:off x="659486" y="2004903"/>
            <a:ext cx="2301924" cy="1025761"/>
          </a:xfrm>
          <a:prstGeom prst="rect">
            <a:avLst/>
          </a:prstGeom>
        </p:spPr>
        <p:txBody>
          <a:bodyPr vert="horz" wrap="square" lIns="0" tIns="10001" rIns="0" bIns="0" rtlCol="0">
            <a:spAutoFit/>
          </a:bodyPr>
          <a:lstStyle/>
          <a:p>
            <a:pPr marL="9525" marR="3810" algn="just">
              <a:spcBef>
                <a:spcPts val="79"/>
              </a:spcBef>
            </a:pPr>
            <a:r>
              <a:rPr sz="2200" spc="-83" dirty="0">
                <a:solidFill>
                  <a:srgbClr val="002060"/>
                </a:solidFill>
                <a:latin typeface="Times New Roman" panose="02020603050405020304" pitchFamily="18" charset="0"/>
                <a:cs typeface="Times New Roman" panose="02020603050405020304" pitchFamily="18" charset="0"/>
              </a:rPr>
              <a:t>Figure </a:t>
            </a:r>
            <a:r>
              <a:rPr sz="2200" spc="-86" dirty="0">
                <a:solidFill>
                  <a:srgbClr val="002060"/>
                </a:solidFill>
                <a:latin typeface="Times New Roman" panose="02020603050405020304" pitchFamily="18" charset="0"/>
                <a:cs typeface="Times New Roman" panose="02020603050405020304" pitchFamily="18" charset="0"/>
              </a:rPr>
              <a:t>illustrates </a:t>
            </a:r>
            <a:r>
              <a:rPr sz="2200" spc="-150" dirty="0">
                <a:solidFill>
                  <a:srgbClr val="002060"/>
                </a:solidFill>
                <a:latin typeface="Times New Roman" panose="02020603050405020304" pitchFamily="18" charset="0"/>
                <a:cs typeface="Times New Roman" panose="02020603050405020304" pitchFamily="18" charset="0"/>
              </a:rPr>
              <a:t>a </a:t>
            </a:r>
            <a:r>
              <a:rPr sz="2200" spc="-146" dirty="0">
                <a:solidFill>
                  <a:srgbClr val="002060"/>
                </a:solidFill>
                <a:latin typeface="Times New Roman" panose="02020603050405020304" pitchFamily="18" charset="0"/>
                <a:cs typeface="Times New Roman" panose="02020603050405020304" pitchFamily="18" charset="0"/>
              </a:rPr>
              <a:t> </a:t>
            </a:r>
            <a:r>
              <a:rPr sz="2200" spc="-49" dirty="0">
                <a:solidFill>
                  <a:srgbClr val="002060"/>
                </a:solidFill>
                <a:latin typeface="Times New Roman" panose="02020603050405020304" pitchFamily="18" charset="0"/>
                <a:cs typeface="Times New Roman" panose="02020603050405020304" pitchFamily="18" charset="0"/>
              </a:rPr>
              <a:t>si</a:t>
            </a:r>
            <a:r>
              <a:rPr sz="2200" spc="-127" dirty="0">
                <a:solidFill>
                  <a:srgbClr val="002060"/>
                </a:solidFill>
                <a:latin typeface="Times New Roman" panose="02020603050405020304" pitchFamily="18" charset="0"/>
                <a:cs typeface="Times New Roman" panose="02020603050405020304" pitchFamily="18" charset="0"/>
              </a:rPr>
              <a:t>m</a:t>
            </a:r>
            <a:r>
              <a:rPr sz="2200" spc="-131" dirty="0">
                <a:solidFill>
                  <a:srgbClr val="002060"/>
                </a:solidFill>
                <a:latin typeface="Times New Roman" panose="02020603050405020304" pitchFamily="18" charset="0"/>
                <a:cs typeface="Times New Roman" panose="02020603050405020304" pitchFamily="18" charset="0"/>
              </a:rPr>
              <a:t>p</a:t>
            </a:r>
            <a:r>
              <a:rPr sz="2200" spc="-64" dirty="0">
                <a:solidFill>
                  <a:srgbClr val="002060"/>
                </a:solidFill>
                <a:latin typeface="Times New Roman" panose="02020603050405020304" pitchFamily="18" charset="0"/>
                <a:cs typeface="Times New Roman" panose="02020603050405020304" pitchFamily="18" charset="0"/>
              </a:rPr>
              <a:t>l</a:t>
            </a:r>
            <a:r>
              <a:rPr sz="2200" spc="-101" dirty="0">
                <a:solidFill>
                  <a:srgbClr val="002060"/>
                </a:solidFill>
                <a:latin typeface="Times New Roman" panose="02020603050405020304" pitchFamily="18" charset="0"/>
                <a:cs typeface="Times New Roman" panose="02020603050405020304" pitchFamily="18" charset="0"/>
              </a:rPr>
              <a:t>e</a:t>
            </a:r>
            <a:r>
              <a:rPr sz="2200" spc="-23" dirty="0">
                <a:solidFill>
                  <a:srgbClr val="002060"/>
                </a:solidFill>
                <a:latin typeface="Times New Roman" panose="02020603050405020304" pitchFamily="18" charset="0"/>
                <a:cs typeface="Times New Roman" panose="02020603050405020304" pitchFamily="18" charset="0"/>
              </a:rPr>
              <a:t> </a:t>
            </a:r>
            <a:r>
              <a:rPr sz="2200" spc="-79" dirty="0">
                <a:solidFill>
                  <a:srgbClr val="002060"/>
                </a:solidFill>
                <a:latin typeface="Times New Roman" panose="02020603050405020304" pitchFamily="18" charset="0"/>
                <a:cs typeface="Times New Roman" panose="02020603050405020304" pitchFamily="18" charset="0"/>
              </a:rPr>
              <a:t>a</a:t>
            </a:r>
            <a:r>
              <a:rPr sz="2200" spc="-113" dirty="0">
                <a:solidFill>
                  <a:srgbClr val="002060"/>
                </a:solidFill>
                <a:latin typeface="Times New Roman" panose="02020603050405020304" pitchFamily="18" charset="0"/>
                <a:cs typeface="Times New Roman" panose="02020603050405020304" pitchFamily="18" charset="0"/>
              </a:rPr>
              <a:t>r</a:t>
            </a:r>
            <a:r>
              <a:rPr sz="2200" spc="-75" dirty="0">
                <a:solidFill>
                  <a:srgbClr val="002060"/>
                </a:solidFill>
                <a:latin typeface="Times New Roman" panose="02020603050405020304" pitchFamily="18" charset="0"/>
                <a:cs typeface="Times New Roman" panose="02020603050405020304" pitchFamily="18" charset="0"/>
              </a:rPr>
              <a:t>c</a:t>
            </a:r>
            <a:r>
              <a:rPr sz="2200" spc="-90" dirty="0">
                <a:solidFill>
                  <a:srgbClr val="002060"/>
                </a:solidFill>
                <a:latin typeface="Times New Roman" panose="02020603050405020304" pitchFamily="18" charset="0"/>
                <a:cs typeface="Times New Roman" panose="02020603050405020304" pitchFamily="18" charset="0"/>
              </a:rPr>
              <a:t>h</a:t>
            </a:r>
            <a:r>
              <a:rPr sz="2200" spc="-109" dirty="0">
                <a:solidFill>
                  <a:srgbClr val="002060"/>
                </a:solidFill>
                <a:latin typeface="Times New Roman" panose="02020603050405020304" pitchFamily="18" charset="0"/>
                <a:cs typeface="Times New Roman" panose="02020603050405020304" pitchFamily="18" charset="0"/>
              </a:rPr>
              <a:t>i</a:t>
            </a:r>
            <a:r>
              <a:rPr sz="2200" spc="-98" dirty="0">
                <a:solidFill>
                  <a:srgbClr val="002060"/>
                </a:solidFill>
                <a:latin typeface="Times New Roman" panose="02020603050405020304" pitchFamily="18" charset="0"/>
                <a:cs typeface="Times New Roman" panose="02020603050405020304" pitchFamily="18" charset="0"/>
              </a:rPr>
              <a:t>tec</a:t>
            </a:r>
            <a:r>
              <a:rPr sz="2200" spc="-79" dirty="0">
                <a:solidFill>
                  <a:srgbClr val="002060"/>
                </a:solidFill>
                <a:latin typeface="Times New Roman" panose="02020603050405020304" pitchFamily="18" charset="0"/>
                <a:cs typeface="Times New Roman" panose="02020603050405020304" pitchFamily="18" charset="0"/>
              </a:rPr>
              <a:t>t</a:t>
            </a:r>
            <a:r>
              <a:rPr sz="2200" spc="-34" dirty="0">
                <a:solidFill>
                  <a:srgbClr val="002060"/>
                </a:solidFill>
                <a:latin typeface="Times New Roman" panose="02020603050405020304" pitchFamily="18" charset="0"/>
                <a:cs typeface="Times New Roman" panose="02020603050405020304" pitchFamily="18" charset="0"/>
              </a:rPr>
              <a:t>u</a:t>
            </a:r>
            <a:r>
              <a:rPr sz="2200" spc="-60" dirty="0">
                <a:solidFill>
                  <a:srgbClr val="002060"/>
                </a:solidFill>
                <a:latin typeface="Times New Roman" panose="02020603050405020304" pitchFamily="18" charset="0"/>
                <a:cs typeface="Times New Roman" panose="02020603050405020304" pitchFamily="18" charset="0"/>
              </a:rPr>
              <a:t>r</a:t>
            </a:r>
            <a:r>
              <a:rPr sz="2200" spc="-71" dirty="0">
                <a:solidFill>
                  <a:srgbClr val="002060"/>
                </a:solidFill>
                <a:latin typeface="Times New Roman" panose="02020603050405020304" pitchFamily="18" charset="0"/>
                <a:cs typeface="Times New Roman" panose="02020603050405020304" pitchFamily="18" charset="0"/>
              </a:rPr>
              <a:t>e  </a:t>
            </a:r>
            <a:r>
              <a:rPr sz="2200" spc="-83" dirty="0">
                <a:solidFill>
                  <a:srgbClr val="002060"/>
                </a:solidFill>
                <a:latin typeface="Times New Roman" panose="02020603050405020304" pitchFamily="18" charset="0"/>
                <a:cs typeface="Times New Roman" panose="02020603050405020304" pitchFamily="18" charset="0"/>
              </a:rPr>
              <a:t>of</a:t>
            </a:r>
            <a:r>
              <a:rPr sz="2200" spc="-79" dirty="0">
                <a:solidFill>
                  <a:srgbClr val="002060"/>
                </a:solidFill>
                <a:latin typeface="Times New Roman" panose="02020603050405020304" pitchFamily="18" charset="0"/>
                <a:cs typeface="Times New Roman" panose="02020603050405020304" pitchFamily="18" charset="0"/>
              </a:rPr>
              <a:t> </a:t>
            </a:r>
            <a:r>
              <a:rPr sz="2200" spc="-150" dirty="0">
                <a:solidFill>
                  <a:srgbClr val="002060"/>
                </a:solidFill>
                <a:latin typeface="Times New Roman" panose="02020603050405020304" pitchFamily="18" charset="0"/>
                <a:cs typeface="Times New Roman" panose="02020603050405020304" pitchFamily="18" charset="0"/>
              </a:rPr>
              <a:t>a</a:t>
            </a:r>
            <a:r>
              <a:rPr sz="2200" spc="-146" dirty="0">
                <a:solidFill>
                  <a:srgbClr val="002060"/>
                </a:solidFill>
                <a:latin typeface="Times New Roman" panose="02020603050405020304" pitchFamily="18" charset="0"/>
                <a:cs typeface="Times New Roman" panose="02020603050405020304" pitchFamily="18" charset="0"/>
              </a:rPr>
              <a:t> </a:t>
            </a:r>
            <a:r>
              <a:rPr sz="2200" spc="-105" dirty="0">
                <a:solidFill>
                  <a:srgbClr val="002060"/>
                </a:solidFill>
                <a:latin typeface="Times New Roman" panose="02020603050405020304" pitchFamily="18" charset="0"/>
                <a:cs typeface="Times New Roman" panose="02020603050405020304" pitchFamily="18" charset="0"/>
              </a:rPr>
              <a:t>Type</a:t>
            </a:r>
            <a:r>
              <a:rPr sz="2200" spc="-101" dirty="0">
                <a:solidFill>
                  <a:srgbClr val="002060"/>
                </a:solidFill>
                <a:latin typeface="Times New Roman" panose="02020603050405020304" pitchFamily="18" charset="0"/>
                <a:cs typeface="Times New Roman" panose="02020603050405020304" pitchFamily="18" charset="0"/>
              </a:rPr>
              <a:t> </a:t>
            </a:r>
            <a:r>
              <a:rPr sz="2200" spc="-38" dirty="0">
                <a:solidFill>
                  <a:srgbClr val="002060"/>
                </a:solidFill>
                <a:latin typeface="Times New Roman" panose="02020603050405020304" pitchFamily="18" charset="0"/>
                <a:cs typeface="Times New Roman" panose="02020603050405020304" pitchFamily="18" charset="0"/>
              </a:rPr>
              <a:t>1 </a:t>
            </a:r>
            <a:r>
              <a:rPr sz="2200" spc="-34" dirty="0">
                <a:solidFill>
                  <a:srgbClr val="002060"/>
                </a:solidFill>
                <a:latin typeface="Times New Roman" panose="02020603050405020304" pitchFamily="18" charset="0"/>
                <a:cs typeface="Times New Roman" panose="02020603050405020304" pitchFamily="18" charset="0"/>
              </a:rPr>
              <a:t> </a:t>
            </a:r>
            <a:r>
              <a:rPr sz="2200" spc="-83" dirty="0">
                <a:solidFill>
                  <a:srgbClr val="002060"/>
                </a:solidFill>
                <a:latin typeface="Times New Roman" panose="02020603050405020304" pitchFamily="18" charset="0"/>
                <a:cs typeface="Times New Roman" panose="02020603050405020304" pitchFamily="18" charset="0"/>
              </a:rPr>
              <a:t>hypervisor.</a:t>
            </a:r>
            <a:endParaRPr sz="2200"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00136484"/>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p:nvPr/>
        </p:nvSpPr>
        <p:spPr>
          <a:xfrm>
            <a:off x="323460" y="664475"/>
            <a:ext cx="8082785" cy="2718532"/>
          </a:xfrm>
          <a:prstGeom prst="rect">
            <a:avLst/>
          </a:prstGeom>
        </p:spPr>
        <p:txBody>
          <a:bodyPr vert="horz" wrap="square" lIns="0" tIns="10001" rIns="0" bIns="0" rtlCol="0">
            <a:spAutoFit/>
          </a:bodyPr>
          <a:lstStyle/>
          <a:p>
            <a:pPr marL="228600" lvl="0" algn="just">
              <a:buSzPts val="1800"/>
            </a:pPr>
            <a:r>
              <a:rPr lang="en-US" sz="2200" dirty="0">
                <a:solidFill>
                  <a:srgbClr val="C00000"/>
                </a:solidFill>
                <a:effectLst>
                  <a:glow rad="101600">
                    <a:srgbClr val="F1F3F4">
                      <a:alpha val="60000"/>
                    </a:srgbClr>
                  </a:glow>
                </a:effectLst>
                <a:latin typeface="Times New Roman" panose="02020603050405020304" pitchFamily="18" charset="0"/>
                <a:cs typeface="Times New Roman" panose="02020603050405020304" pitchFamily="18" charset="0"/>
                <a:sym typeface="Quicksand"/>
              </a:rPr>
              <a:t>Type 1 </a:t>
            </a:r>
            <a:r>
              <a:rPr lang="en-US" sz="2200" dirty="0" smtClean="0">
                <a:solidFill>
                  <a:srgbClr val="C00000"/>
                </a:solidFill>
                <a:effectLst>
                  <a:glow rad="101600">
                    <a:srgbClr val="F1F3F4">
                      <a:alpha val="60000"/>
                    </a:srgbClr>
                  </a:glow>
                </a:effectLst>
                <a:latin typeface="Times New Roman" panose="02020603050405020304" pitchFamily="18" charset="0"/>
                <a:cs typeface="Times New Roman" panose="02020603050405020304" pitchFamily="18" charset="0"/>
                <a:sym typeface="Quicksand"/>
              </a:rPr>
              <a:t>hypervisors</a:t>
            </a:r>
          </a:p>
          <a:p>
            <a:pPr marL="228600" lvl="0" algn="just">
              <a:buSzPts val="1800"/>
            </a:pPr>
            <a:endParaRPr lang="en-US" sz="2200" dirty="0">
              <a:solidFill>
                <a:srgbClr val="C00000"/>
              </a:solidFill>
              <a:effectLst>
                <a:glow rad="101600">
                  <a:srgbClr val="F1F3F4">
                    <a:alpha val="60000"/>
                  </a:srgbClr>
                </a:glow>
              </a:effectLst>
              <a:latin typeface="Times New Roman" panose="02020603050405020304" pitchFamily="18" charset="0"/>
              <a:cs typeface="Times New Roman" panose="02020603050405020304" pitchFamily="18" charset="0"/>
              <a:sym typeface="Quicksand"/>
            </a:endParaRPr>
          </a:p>
          <a:p>
            <a:pPr marL="1028700" lvl="1" indent="-342900" algn="just">
              <a:buSzPts val="1400"/>
              <a:buFont typeface="Wingdings" panose="05000000000000000000" pitchFamily="2" charset="2"/>
              <a:buChar char="v"/>
            </a:pPr>
            <a:r>
              <a:rPr lang="en-US" sz="2200" dirty="0">
                <a:solidFill>
                  <a:srgbClr val="002060"/>
                </a:solidFill>
                <a:effectLst>
                  <a:glow rad="101600">
                    <a:srgbClr val="F1F3F4">
                      <a:alpha val="60000"/>
                    </a:srgbClr>
                  </a:glow>
                </a:effectLst>
                <a:latin typeface="Times New Roman" panose="02020603050405020304" pitchFamily="18" charset="0"/>
                <a:cs typeface="Times New Roman" panose="02020603050405020304" pitchFamily="18" charset="0"/>
                <a:sym typeface="Montserrat"/>
              </a:rPr>
              <a:t>A Type 1 hypervisor runs directly on the host machine's physical hardware, and it's referred to as a </a:t>
            </a:r>
            <a:r>
              <a:rPr lang="en-US" sz="2200" dirty="0">
                <a:solidFill>
                  <a:srgbClr val="00B050"/>
                </a:solidFill>
                <a:effectLst>
                  <a:glow rad="101600">
                    <a:srgbClr val="F1F3F4">
                      <a:alpha val="60000"/>
                    </a:srgbClr>
                  </a:glow>
                </a:effectLst>
                <a:latin typeface="Times New Roman" panose="02020603050405020304" pitchFamily="18" charset="0"/>
                <a:cs typeface="Times New Roman" panose="02020603050405020304" pitchFamily="18" charset="0"/>
                <a:sym typeface="Montserrat"/>
              </a:rPr>
              <a:t>bare-metal hypervisor</a:t>
            </a:r>
            <a:r>
              <a:rPr lang="en-US" sz="2200" dirty="0">
                <a:solidFill>
                  <a:srgbClr val="002060"/>
                </a:solidFill>
                <a:effectLst>
                  <a:glow rad="101600">
                    <a:srgbClr val="F1F3F4">
                      <a:alpha val="60000"/>
                    </a:srgbClr>
                  </a:glow>
                </a:effectLst>
                <a:latin typeface="Times New Roman" panose="02020603050405020304" pitchFamily="18" charset="0"/>
                <a:cs typeface="Times New Roman" panose="02020603050405020304" pitchFamily="18" charset="0"/>
                <a:sym typeface="Montserrat"/>
              </a:rPr>
              <a:t>. It doesn't have to load an underlying OS and have a direct access to the underlying hardware. So, type 1 hypervisors are regarded as the most efficient and best-performing hypervisors available for enterprise computing</a:t>
            </a:r>
            <a:r>
              <a:rPr lang="en-US" sz="2200" dirty="0" smtClean="0">
                <a:solidFill>
                  <a:srgbClr val="002060"/>
                </a:solidFill>
                <a:effectLst>
                  <a:glow rad="101600">
                    <a:srgbClr val="F1F3F4">
                      <a:alpha val="60000"/>
                    </a:srgbClr>
                  </a:glow>
                </a:effectLst>
                <a:latin typeface="Times New Roman" panose="02020603050405020304" pitchFamily="18" charset="0"/>
                <a:cs typeface="Times New Roman" panose="02020603050405020304" pitchFamily="18" charset="0"/>
                <a:sym typeface="Montserrat"/>
              </a:rPr>
              <a:t>.</a:t>
            </a:r>
            <a:endParaRPr lang="en-US" sz="2200" dirty="0">
              <a:solidFill>
                <a:srgbClr val="002060"/>
              </a:solidFill>
              <a:effectLst>
                <a:glow rad="101600">
                  <a:srgbClr val="F1F3F4">
                    <a:alpha val="60000"/>
                  </a:srgbClr>
                </a:glow>
              </a:effectLst>
              <a:latin typeface="Times New Roman" panose="02020603050405020304" pitchFamily="18" charset="0"/>
              <a:cs typeface="Times New Roman" panose="02020603050405020304" pitchFamily="18" charset="0"/>
              <a:sym typeface="Montserrat"/>
            </a:endParaRPr>
          </a:p>
        </p:txBody>
      </p:sp>
    </p:spTree>
    <p:extLst>
      <p:ext uri="{BB962C8B-B14F-4D97-AF65-F5344CB8AC3E}">
        <p14:creationId xmlns:p14="http://schemas.microsoft.com/office/powerpoint/2010/main" val="1833624243"/>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p:nvPr/>
        </p:nvSpPr>
        <p:spPr>
          <a:xfrm>
            <a:off x="323460" y="664475"/>
            <a:ext cx="8082785" cy="3395641"/>
          </a:xfrm>
          <a:prstGeom prst="rect">
            <a:avLst/>
          </a:prstGeom>
        </p:spPr>
        <p:txBody>
          <a:bodyPr vert="horz" wrap="square" lIns="0" tIns="10001" rIns="0" bIns="0" rtlCol="0">
            <a:spAutoFit/>
          </a:bodyPr>
          <a:lstStyle/>
          <a:p>
            <a:pPr marL="228600" lvl="0" algn="just">
              <a:buSzPts val="1800"/>
            </a:pPr>
            <a:r>
              <a:rPr lang="en-US" sz="2200" dirty="0">
                <a:solidFill>
                  <a:srgbClr val="C00000"/>
                </a:solidFill>
                <a:effectLst>
                  <a:glow rad="101600">
                    <a:srgbClr val="F1F3F4">
                      <a:alpha val="60000"/>
                    </a:srgbClr>
                  </a:glow>
                </a:effectLst>
                <a:latin typeface="Times New Roman" panose="02020603050405020304" pitchFamily="18" charset="0"/>
                <a:cs typeface="Times New Roman" panose="02020603050405020304" pitchFamily="18" charset="0"/>
                <a:sym typeface="Quicksand"/>
              </a:rPr>
              <a:t>Type 1 </a:t>
            </a:r>
            <a:r>
              <a:rPr lang="en-US" sz="2200" dirty="0" smtClean="0">
                <a:solidFill>
                  <a:srgbClr val="C00000"/>
                </a:solidFill>
                <a:effectLst>
                  <a:glow rad="101600">
                    <a:srgbClr val="F1F3F4">
                      <a:alpha val="60000"/>
                    </a:srgbClr>
                  </a:glow>
                </a:effectLst>
                <a:latin typeface="Times New Roman" panose="02020603050405020304" pitchFamily="18" charset="0"/>
                <a:cs typeface="Times New Roman" panose="02020603050405020304" pitchFamily="18" charset="0"/>
                <a:sym typeface="Quicksand"/>
              </a:rPr>
              <a:t>hypervisors</a:t>
            </a:r>
          </a:p>
          <a:p>
            <a:pPr marL="228600" lvl="0" algn="just">
              <a:buSzPts val="1800"/>
            </a:pPr>
            <a:endParaRPr lang="en-US" sz="2200" dirty="0">
              <a:solidFill>
                <a:srgbClr val="C00000"/>
              </a:solidFill>
              <a:effectLst>
                <a:glow rad="101600">
                  <a:srgbClr val="F1F3F4">
                    <a:alpha val="60000"/>
                  </a:srgbClr>
                </a:glow>
              </a:effectLst>
              <a:latin typeface="Times New Roman" panose="02020603050405020304" pitchFamily="18" charset="0"/>
              <a:cs typeface="Times New Roman" panose="02020603050405020304" pitchFamily="18" charset="0"/>
              <a:sym typeface="Quicksand"/>
            </a:endParaRPr>
          </a:p>
          <a:p>
            <a:pPr marL="1028700" lvl="1" indent="-342900" algn="just">
              <a:buSzPts val="1400"/>
              <a:buFont typeface="Wingdings" panose="05000000000000000000" pitchFamily="2" charset="2"/>
              <a:buChar char="v"/>
            </a:pPr>
            <a:r>
              <a:rPr lang="en-US" sz="2200" dirty="0" smtClean="0">
                <a:solidFill>
                  <a:srgbClr val="002060"/>
                </a:solidFill>
                <a:effectLst>
                  <a:glow rad="101600">
                    <a:srgbClr val="F1F3F4">
                      <a:alpha val="60000"/>
                    </a:srgbClr>
                  </a:glow>
                </a:effectLst>
                <a:latin typeface="Times New Roman" panose="02020603050405020304" pitchFamily="18" charset="0"/>
                <a:cs typeface="Times New Roman" panose="02020603050405020304" pitchFamily="18" charset="0"/>
                <a:sym typeface="Montserrat"/>
              </a:rPr>
              <a:t>Hypervisors </a:t>
            </a:r>
            <a:r>
              <a:rPr lang="en-US" sz="2200" dirty="0">
                <a:solidFill>
                  <a:srgbClr val="002060"/>
                </a:solidFill>
                <a:effectLst>
                  <a:glow rad="101600">
                    <a:srgbClr val="F1F3F4">
                      <a:alpha val="60000"/>
                    </a:srgbClr>
                  </a:glow>
                </a:effectLst>
                <a:latin typeface="Times New Roman" panose="02020603050405020304" pitchFamily="18" charset="0"/>
                <a:cs typeface="Times New Roman" panose="02020603050405020304" pitchFamily="18" charset="0"/>
                <a:sym typeface="Montserrat"/>
              </a:rPr>
              <a:t>that run directly on physical hardware are also highly secure. Virtualization mitigates the risk of attacks that target security flaws and vulnerabilities in OSes because each guest has its own OS. This ensures an attack on a guest VM is logically isolated to that VM and can't spread to others running on the same hardware.</a:t>
            </a:r>
          </a:p>
          <a:p>
            <a:pPr marL="1028700" lvl="1" indent="-342900" algn="just">
              <a:buSzPts val="1400"/>
              <a:buFont typeface="Wingdings" panose="05000000000000000000" pitchFamily="2" charset="2"/>
              <a:buChar char="v"/>
            </a:pPr>
            <a:r>
              <a:rPr lang="en-US" sz="2200" dirty="0">
                <a:solidFill>
                  <a:srgbClr val="002060"/>
                </a:solidFill>
                <a:effectLst>
                  <a:glow rad="101600">
                    <a:srgbClr val="F1F3F4">
                      <a:alpha val="60000"/>
                    </a:srgbClr>
                  </a:glow>
                </a:effectLst>
                <a:latin typeface="Times New Roman" panose="02020603050405020304" pitchFamily="18" charset="0"/>
                <a:cs typeface="Times New Roman" panose="02020603050405020304" pitchFamily="18" charset="0"/>
                <a:sym typeface="Montserrat"/>
              </a:rPr>
              <a:t>Developers might use a Type 1 hypervisor to create VMs for testing.</a:t>
            </a:r>
          </a:p>
        </p:txBody>
      </p:sp>
    </p:spTree>
    <p:extLst>
      <p:ext uri="{BB962C8B-B14F-4D97-AF65-F5344CB8AC3E}">
        <p14:creationId xmlns:p14="http://schemas.microsoft.com/office/powerpoint/2010/main" val="2695953757"/>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spcFirstLastPara="1" vert="horz" wrap="square" lIns="0" tIns="10001" rIns="0" bIns="0" rtlCol="0" anchor="ctr" anchorCtr="0">
            <a:spAutoFit/>
          </a:bodyPr>
          <a:lstStyle/>
          <a:p>
            <a:pPr marL="9525">
              <a:spcBef>
                <a:spcPts val="79"/>
              </a:spcBef>
            </a:pPr>
            <a:r>
              <a:rPr sz="2400" spc="203" dirty="0"/>
              <a:t>TYPE</a:t>
            </a:r>
            <a:r>
              <a:rPr sz="2400" spc="-86" dirty="0"/>
              <a:t> </a:t>
            </a:r>
            <a:r>
              <a:rPr sz="2400" spc="-83" dirty="0"/>
              <a:t>1 </a:t>
            </a:r>
            <a:r>
              <a:rPr sz="2400" spc="206" dirty="0"/>
              <a:t>HYPERVISORS</a:t>
            </a:r>
            <a:endParaRPr sz="2400" dirty="0"/>
          </a:p>
        </p:txBody>
      </p:sp>
      <p:pic>
        <p:nvPicPr>
          <p:cNvPr id="3" name="object 3"/>
          <p:cNvPicPr/>
          <p:nvPr/>
        </p:nvPicPr>
        <p:blipFill>
          <a:blip r:embed="rId2" cstate="print"/>
          <a:stretch>
            <a:fillRect/>
          </a:stretch>
        </p:blipFill>
        <p:spPr>
          <a:xfrm>
            <a:off x="3083815" y="1514475"/>
            <a:ext cx="5149214" cy="2919222"/>
          </a:xfrm>
          <a:prstGeom prst="rect">
            <a:avLst/>
          </a:prstGeom>
        </p:spPr>
      </p:pic>
      <p:sp>
        <p:nvSpPr>
          <p:cNvPr id="4" name="object 4"/>
          <p:cNvSpPr txBox="1"/>
          <p:nvPr/>
        </p:nvSpPr>
        <p:spPr>
          <a:xfrm>
            <a:off x="613176" y="1949286"/>
            <a:ext cx="2470639" cy="1024800"/>
          </a:xfrm>
          <a:prstGeom prst="rect">
            <a:avLst/>
          </a:prstGeom>
        </p:spPr>
        <p:txBody>
          <a:bodyPr vert="horz" wrap="square" lIns="0" tIns="9049" rIns="0" bIns="0" rtlCol="0">
            <a:spAutoFit/>
          </a:bodyPr>
          <a:lstStyle/>
          <a:p>
            <a:pPr marL="9525" marR="3810">
              <a:lnSpc>
                <a:spcPct val="100099"/>
              </a:lnSpc>
              <a:spcBef>
                <a:spcPts val="71"/>
              </a:spcBef>
            </a:pPr>
            <a:r>
              <a:rPr sz="2200" spc="-101" dirty="0">
                <a:solidFill>
                  <a:srgbClr val="002060"/>
                </a:solidFill>
                <a:latin typeface="Times New Roman" panose="02020603050405020304" pitchFamily="18" charset="0"/>
                <a:cs typeface="Times New Roman" panose="02020603050405020304" pitchFamily="18" charset="0"/>
              </a:rPr>
              <a:t>Figure</a:t>
            </a:r>
            <a:r>
              <a:rPr sz="2200" spc="-98" dirty="0">
                <a:solidFill>
                  <a:srgbClr val="002060"/>
                </a:solidFill>
                <a:latin typeface="Times New Roman" panose="02020603050405020304" pitchFamily="18" charset="0"/>
                <a:cs typeface="Times New Roman" panose="02020603050405020304" pitchFamily="18" charset="0"/>
              </a:rPr>
              <a:t> </a:t>
            </a:r>
            <a:r>
              <a:rPr sz="2200" spc="-101" dirty="0">
                <a:solidFill>
                  <a:srgbClr val="002060"/>
                </a:solidFill>
                <a:latin typeface="Times New Roman" panose="02020603050405020304" pitchFamily="18" charset="0"/>
                <a:cs typeface="Times New Roman" panose="02020603050405020304" pitchFamily="18" charset="0"/>
              </a:rPr>
              <a:t>illustrates </a:t>
            </a:r>
            <a:r>
              <a:rPr sz="2200" spc="-533" dirty="0">
                <a:solidFill>
                  <a:srgbClr val="002060"/>
                </a:solidFill>
                <a:latin typeface="Times New Roman" panose="02020603050405020304" pitchFamily="18" charset="0"/>
                <a:cs typeface="Times New Roman" panose="02020603050405020304" pitchFamily="18" charset="0"/>
              </a:rPr>
              <a:t> </a:t>
            </a:r>
            <a:r>
              <a:rPr sz="2200" spc="-180" dirty="0">
                <a:solidFill>
                  <a:srgbClr val="002060"/>
                </a:solidFill>
                <a:latin typeface="Times New Roman" panose="02020603050405020304" pitchFamily="18" charset="0"/>
                <a:cs typeface="Times New Roman" panose="02020603050405020304" pitchFamily="18" charset="0"/>
              </a:rPr>
              <a:t>a</a:t>
            </a:r>
            <a:r>
              <a:rPr sz="2200" spc="180" dirty="0">
                <a:solidFill>
                  <a:srgbClr val="002060"/>
                </a:solidFill>
                <a:latin typeface="Times New Roman" panose="02020603050405020304" pitchFamily="18" charset="0"/>
                <a:cs typeface="Times New Roman" panose="02020603050405020304" pitchFamily="18" charset="0"/>
              </a:rPr>
              <a:t> </a:t>
            </a:r>
            <a:r>
              <a:rPr sz="2200" spc="-101" dirty="0">
                <a:solidFill>
                  <a:srgbClr val="002060"/>
                </a:solidFill>
                <a:latin typeface="Times New Roman" panose="02020603050405020304" pitchFamily="18" charset="0"/>
                <a:cs typeface="Times New Roman" panose="02020603050405020304" pitchFamily="18" charset="0"/>
              </a:rPr>
              <a:t>guest </a:t>
            </a:r>
            <a:r>
              <a:rPr sz="2200" spc="-127" dirty="0">
                <a:solidFill>
                  <a:srgbClr val="002060"/>
                </a:solidFill>
                <a:latin typeface="Times New Roman" panose="02020603050405020304" pitchFamily="18" charset="0"/>
                <a:cs typeface="Times New Roman" panose="02020603050405020304" pitchFamily="18" charset="0"/>
              </a:rPr>
              <a:t>failure </a:t>
            </a:r>
            <a:r>
              <a:rPr sz="2200" spc="-101" dirty="0">
                <a:solidFill>
                  <a:srgbClr val="002060"/>
                </a:solidFill>
                <a:latin typeface="Times New Roman" panose="02020603050405020304" pitchFamily="18" charset="0"/>
                <a:cs typeface="Times New Roman" panose="02020603050405020304" pitchFamily="18" charset="0"/>
              </a:rPr>
              <a:t>in </a:t>
            </a:r>
            <a:r>
              <a:rPr sz="2200" spc="-98" dirty="0">
                <a:solidFill>
                  <a:srgbClr val="002060"/>
                </a:solidFill>
                <a:latin typeface="Times New Roman" panose="02020603050405020304" pitchFamily="18" charset="0"/>
                <a:cs typeface="Times New Roman" panose="02020603050405020304" pitchFamily="18" charset="0"/>
              </a:rPr>
              <a:t> </a:t>
            </a:r>
            <a:r>
              <a:rPr sz="2200" spc="-180" dirty="0">
                <a:solidFill>
                  <a:srgbClr val="002060"/>
                </a:solidFill>
                <a:latin typeface="Times New Roman" panose="02020603050405020304" pitchFamily="18" charset="0"/>
                <a:cs typeface="Times New Roman" panose="02020603050405020304" pitchFamily="18" charset="0"/>
              </a:rPr>
              <a:t>a</a:t>
            </a:r>
            <a:r>
              <a:rPr sz="2200" spc="-176" dirty="0">
                <a:solidFill>
                  <a:srgbClr val="002060"/>
                </a:solidFill>
                <a:latin typeface="Times New Roman" panose="02020603050405020304" pitchFamily="18" charset="0"/>
                <a:cs typeface="Times New Roman" panose="02020603050405020304" pitchFamily="18" charset="0"/>
              </a:rPr>
              <a:t> </a:t>
            </a:r>
            <a:r>
              <a:rPr sz="2200" spc="-127" dirty="0">
                <a:solidFill>
                  <a:srgbClr val="002060"/>
                </a:solidFill>
                <a:latin typeface="Times New Roman" panose="02020603050405020304" pitchFamily="18" charset="0"/>
                <a:cs typeface="Times New Roman" panose="02020603050405020304" pitchFamily="18" charset="0"/>
              </a:rPr>
              <a:t>Type</a:t>
            </a:r>
            <a:r>
              <a:rPr sz="2200" spc="-124" dirty="0">
                <a:solidFill>
                  <a:srgbClr val="002060"/>
                </a:solidFill>
                <a:latin typeface="Times New Roman" panose="02020603050405020304" pitchFamily="18" charset="0"/>
                <a:cs typeface="Times New Roman" panose="02020603050405020304" pitchFamily="18" charset="0"/>
              </a:rPr>
              <a:t> </a:t>
            </a:r>
            <a:r>
              <a:rPr sz="2200" spc="-45" dirty="0">
                <a:solidFill>
                  <a:srgbClr val="002060"/>
                </a:solidFill>
                <a:latin typeface="Times New Roman" panose="02020603050405020304" pitchFamily="18" charset="0"/>
                <a:cs typeface="Times New Roman" panose="02020603050405020304" pitchFamily="18" charset="0"/>
              </a:rPr>
              <a:t>1 </a:t>
            </a:r>
            <a:r>
              <a:rPr sz="2200" spc="-533" dirty="0">
                <a:solidFill>
                  <a:srgbClr val="002060"/>
                </a:solidFill>
                <a:latin typeface="Times New Roman" panose="02020603050405020304" pitchFamily="18" charset="0"/>
                <a:cs typeface="Times New Roman" panose="02020603050405020304" pitchFamily="18" charset="0"/>
              </a:rPr>
              <a:t> </a:t>
            </a:r>
            <a:r>
              <a:rPr sz="2200" spc="-150" dirty="0">
                <a:solidFill>
                  <a:srgbClr val="002060"/>
                </a:solidFill>
                <a:latin typeface="Times New Roman" panose="02020603050405020304" pitchFamily="18" charset="0"/>
                <a:cs typeface="Times New Roman" panose="02020603050405020304" pitchFamily="18" charset="0"/>
              </a:rPr>
              <a:t>h</a:t>
            </a:r>
            <a:r>
              <a:rPr sz="2200" spc="-109" dirty="0">
                <a:solidFill>
                  <a:srgbClr val="002060"/>
                </a:solidFill>
                <a:latin typeface="Times New Roman" panose="02020603050405020304" pitchFamily="18" charset="0"/>
                <a:cs typeface="Times New Roman" panose="02020603050405020304" pitchFamily="18" charset="0"/>
              </a:rPr>
              <a:t>ype</a:t>
            </a:r>
            <a:r>
              <a:rPr sz="2200" spc="60" dirty="0">
                <a:solidFill>
                  <a:srgbClr val="002060"/>
                </a:solidFill>
                <a:latin typeface="Times New Roman" panose="02020603050405020304" pitchFamily="18" charset="0"/>
                <a:cs typeface="Times New Roman" panose="02020603050405020304" pitchFamily="18" charset="0"/>
              </a:rPr>
              <a:t>r</a:t>
            </a:r>
            <a:r>
              <a:rPr sz="2200" spc="-56" dirty="0">
                <a:solidFill>
                  <a:srgbClr val="002060"/>
                </a:solidFill>
                <a:latin typeface="Times New Roman" panose="02020603050405020304" pitchFamily="18" charset="0"/>
                <a:cs typeface="Times New Roman" panose="02020603050405020304" pitchFamily="18" charset="0"/>
              </a:rPr>
              <a:t>viso</a:t>
            </a:r>
            <a:r>
              <a:rPr sz="2200" spc="-165" dirty="0">
                <a:solidFill>
                  <a:srgbClr val="002060"/>
                </a:solidFill>
                <a:latin typeface="Times New Roman" panose="02020603050405020304" pitchFamily="18" charset="0"/>
                <a:cs typeface="Times New Roman" panose="02020603050405020304" pitchFamily="18" charset="0"/>
              </a:rPr>
              <a:t>r</a:t>
            </a:r>
            <a:r>
              <a:rPr sz="2200" spc="-270" dirty="0">
                <a:solidFill>
                  <a:srgbClr val="002060"/>
                </a:solidFill>
                <a:latin typeface="Times New Roman" panose="02020603050405020304" pitchFamily="18" charset="0"/>
                <a:cs typeface="Times New Roman" panose="02020603050405020304" pitchFamily="18" charset="0"/>
              </a:rPr>
              <a:t>.</a:t>
            </a:r>
            <a:r>
              <a:rPr sz="2200" spc="-236" dirty="0">
                <a:solidFill>
                  <a:srgbClr val="002060"/>
                </a:solidFill>
                <a:latin typeface="Times New Roman" panose="02020603050405020304" pitchFamily="18" charset="0"/>
                <a:cs typeface="Times New Roman" panose="02020603050405020304" pitchFamily="18" charset="0"/>
              </a:rPr>
              <a:t> </a:t>
            </a:r>
            <a:endParaRPr sz="2200"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93203072"/>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spcFirstLastPara="1" vert="horz" wrap="square" lIns="0" tIns="10001" rIns="0" bIns="0" rtlCol="0" anchor="t" anchorCtr="0">
            <a:spAutoFit/>
          </a:bodyPr>
          <a:lstStyle/>
          <a:p>
            <a:pPr marL="9525">
              <a:spcBef>
                <a:spcPts val="79"/>
              </a:spcBef>
            </a:pPr>
            <a:r>
              <a:rPr sz="2400" spc="203" dirty="0"/>
              <a:t>TYPE</a:t>
            </a:r>
            <a:r>
              <a:rPr sz="2400" spc="-86" dirty="0"/>
              <a:t> </a:t>
            </a:r>
            <a:r>
              <a:rPr sz="2400" spc="-83" dirty="0"/>
              <a:t>1 </a:t>
            </a:r>
            <a:r>
              <a:rPr sz="2400" spc="206" dirty="0"/>
              <a:t>HYPERVISORS</a:t>
            </a:r>
            <a:endParaRPr sz="2400"/>
          </a:p>
        </p:txBody>
      </p:sp>
      <p:pic>
        <p:nvPicPr>
          <p:cNvPr id="3" name="object 3"/>
          <p:cNvPicPr/>
          <p:nvPr/>
        </p:nvPicPr>
        <p:blipFill>
          <a:blip r:embed="rId2" cstate="print"/>
          <a:stretch>
            <a:fillRect/>
          </a:stretch>
        </p:blipFill>
        <p:spPr>
          <a:xfrm>
            <a:off x="1984248" y="1531620"/>
            <a:ext cx="4920615" cy="2948940"/>
          </a:xfrm>
          <a:prstGeom prst="rect">
            <a:avLst/>
          </a:prstGeom>
        </p:spPr>
      </p:pic>
    </p:spTree>
    <p:extLst>
      <p:ext uri="{BB962C8B-B14F-4D97-AF65-F5344CB8AC3E}">
        <p14:creationId xmlns:p14="http://schemas.microsoft.com/office/powerpoint/2010/main" val="1072380279"/>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p:nvPr/>
        </p:nvSpPr>
        <p:spPr>
          <a:xfrm>
            <a:off x="323460" y="664475"/>
            <a:ext cx="8082785" cy="3734195"/>
          </a:xfrm>
          <a:prstGeom prst="rect">
            <a:avLst/>
          </a:prstGeom>
        </p:spPr>
        <p:txBody>
          <a:bodyPr vert="horz" wrap="square" lIns="0" tIns="10001" rIns="0" bIns="0" rtlCol="0">
            <a:spAutoFit/>
          </a:bodyPr>
          <a:lstStyle/>
          <a:p>
            <a:pPr marL="228600" lvl="0" algn="just">
              <a:buSzPts val="1800"/>
            </a:pPr>
            <a:r>
              <a:rPr lang="en-US" sz="2200" dirty="0">
                <a:solidFill>
                  <a:srgbClr val="C00000"/>
                </a:solidFill>
                <a:effectLst>
                  <a:glow rad="101600">
                    <a:srgbClr val="F1F3F4">
                      <a:alpha val="60000"/>
                    </a:srgbClr>
                  </a:glow>
                </a:effectLst>
                <a:latin typeface="Times New Roman" panose="02020603050405020304" pitchFamily="18" charset="0"/>
                <a:cs typeface="Times New Roman" panose="02020603050405020304" pitchFamily="18" charset="0"/>
                <a:sym typeface="Quicksand"/>
              </a:rPr>
              <a:t>Type 2 </a:t>
            </a:r>
            <a:r>
              <a:rPr lang="en-US" sz="2200" dirty="0" smtClean="0">
                <a:solidFill>
                  <a:srgbClr val="C00000"/>
                </a:solidFill>
                <a:effectLst>
                  <a:glow rad="101600">
                    <a:srgbClr val="F1F3F4">
                      <a:alpha val="60000"/>
                    </a:srgbClr>
                  </a:glow>
                </a:effectLst>
                <a:latin typeface="Times New Roman" panose="02020603050405020304" pitchFamily="18" charset="0"/>
                <a:cs typeface="Times New Roman" panose="02020603050405020304" pitchFamily="18" charset="0"/>
                <a:sym typeface="Quicksand"/>
              </a:rPr>
              <a:t>hypervisors</a:t>
            </a:r>
          </a:p>
          <a:p>
            <a:pPr marL="228600" lvl="0" algn="just">
              <a:buSzPts val="1800"/>
            </a:pPr>
            <a:endParaRPr lang="en-US" sz="2200" dirty="0">
              <a:solidFill>
                <a:srgbClr val="C00000"/>
              </a:solidFill>
              <a:effectLst>
                <a:glow rad="101600">
                  <a:srgbClr val="F1F3F4">
                    <a:alpha val="60000"/>
                  </a:srgbClr>
                </a:glow>
              </a:effectLst>
              <a:latin typeface="Times New Roman" panose="02020603050405020304" pitchFamily="18" charset="0"/>
              <a:cs typeface="Times New Roman" panose="02020603050405020304" pitchFamily="18" charset="0"/>
              <a:sym typeface="Quicksand"/>
            </a:endParaRPr>
          </a:p>
          <a:p>
            <a:pPr marL="1028700" lvl="1" indent="-342900" algn="just">
              <a:buSzPts val="1400"/>
              <a:buFont typeface="Wingdings" panose="05000000000000000000" pitchFamily="2" charset="2"/>
              <a:buChar char="v"/>
            </a:pPr>
            <a:r>
              <a:rPr lang="en-US" sz="2200" dirty="0">
                <a:solidFill>
                  <a:srgbClr val="002060"/>
                </a:solidFill>
                <a:effectLst>
                  <a:glow rad="101600">
                    <a:srgbClr val="F1F3F4">
                      <a:alpha val="60000"/>
                    </a:srgbClr>
                  </a:glow>
                </a:effectLst>
                <a:latin typeface="Times New Roman" panose="02020603050405020304" pitchFamily="18" charset="0"/>
                <a:cs typeface="Times New Roman" panose="02020603050405020304" pitchFamily="18" charset="0"/>
                <a:sym typeface="Montserrat"/>
              </a:rPr>
              <a:t>A Type 2 hypervisor is typically installed on top of an existing OS. It is sometimes called a hosted hypervisor because it relies on the host machine's preexisting OS to manage calls to CPU, memory, storage and network resources.</a:t>
            </a:r>
          </a:p>
          <a:p>
            <a:pPr marL="685800" lvl="1" algn="just">
              <a:buSzPts val="1400"/>
            </a:pPr>
            <a:endParaRPr lang="en-US" sz="2200" dirty="0">
              <a:solidFill>
                <a:srgbClr val="002060"/>
              </a:solidFill>
              <a:effectLst>
                <a:glow rad="101600">
                  <a:srgbClr val="F1F3F4">
                    <a:alpha val="60000"/>
                  </a:srgbClr>
                </a:glow>
              </a:effectLst>
              <a:latin typeface="Times New Roman" panose="02020603050405020304" pitchFamily="18" charset="0"/>
              <a:cs typeface="Times New Roman" panose="02020603050405020304" pitchFamily="18" charset="0"/>
              <a:sym typeface="Montserrat"/>
            </a:endParaRPr>
          </a:p>
          <a:p>
            <a:pPr marL="1028700" lvl="1" indent="-342900" algn="just">
              <a:buSzPts val="1400"/>
              <a:buFont typeface="Wingdings" panose="05000000000000000000" pitchFamily="2" charset="2"/>
              <a:buChar char="v"/>
            </a:pPr>
            <a:r>
              <a:rPr lang="en-US" sz="2200" dirty="0">
                <a:solidFill>
                  <a:srgbClr val="002060"/>
                </a:solidFill>
                <a:effectLst>
                  <a:glow rad="101600">
                    <a:srgbClr val="F1F3F4">
                      <a:alpha val="60000"/>
                    </a:srgbClr>
                  </a:glow>
                </a:effectLst>
                <a:latin typeface="Times New Roman" panose="02020603050405020304" pitchFamily="18" charset="0"/>
                <a:cs typeface="Times New Roman" panose="02020603050405020304" pitchFamily="18" charset="0"/>
                <a:sym typeface="Montserrat"/>
              </a:rPr>
              <a:t>Type 2 hypervisors are generally not used for data center computing and are reserved for client or end-user systems (sometimes </a:t>
            </a:r>
            <a:r>
              <a:rPr lang="en-US" sz="2200" dirty="0">
                <a:solidFill>
                  <a:srgbClr val="00B050"/>
                </a:solidFill>
                <a:effectLst>
                  <a:glow rad="101600">
                    <a:srgbClr val="F1F3F4">
                      <a:alpha val="60000"/>
                    </a:srgbClr>
                  </a:glow>
                </a:effectLst>
                <a:latin typeface="Times New Roman" panose="02020603050405020304" pitchFamily="18" charset="0"/>
                <a:cs typeface="Times New Roman" panose="02020603050405020304" pitchFamily="18" charset="0"/>
                <a:sym typeface="Montserrat"/>
              </a:rPr>
              <a:t>called client hypervisors</a:t>
            </a:r>
            <a:r>
              <a:rPr lang="en-US" sz="2200" dirty="0">
                <a:solidFill>
                  <a:srgbClr val="002060"/>
                </a:solidFill>
                <a:effectLst>
                  <a:glow rad="101600">
                    <a:srgbClr val="F1F3F4">
                      <a:alpha val="60000"/>
                    </a:srgbClr>
                  </a:glow>
                </a:effectLst>
                <a:latin typeface="Times New Roman" panose="02020603050405020304" pitchFamily="18" charset="0"/>
                <a:cs typeface="Times New Roman" panose="02020603050405020304" pitchFamily="18" charset="0"/>
                <a:sym typeface="Montserrat"/>
              </a:rPr>
              <a:t>) where performance and security are lesser concerns. </a:t>
            </a:r>
          </a:p>
        </p:txBody>
      </p:sp>
    </p:spTree>
    <p:extLst>
      <p:ext uri="{BB962C8B-B14F-4D97-AF65-F5344CB8AC3E}">
        <p14:creationId xmlns:p14="http://schemas.microsoft.com/office/powerpoint/2010/main" val="2506440463"/>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p:nvPr/>
        </p:nvSpPr>
        <p:spPr>
          <a:xfrm>
            <a:off x="323460" y="664475"/>
            <a:ext cx="8082785" cy="2379978"/>
          </a:xfrm>
          <a:prstGeom prst="rect">
            <a:avLst/>
          </a:prstGeom>
        </p:spPr>
        <p:txBody>
          <a:bodyPr vert="horz" wrap="square" lIns="0" tIns="10001" rIns="0" bIns="0" rtlCol="0">
            <a:spAutoFit/>
          </a:bodyPr>
          <a:lstStyle/>
          <a:p>
            <a:pPr marL="228600" lvl="0" algn="just">
              <a:buSzPts val="1800"/>
            </a:pPr>
            <a:r>
              <a:rPr lang="en-US" sz="2200" dirty="0">
                <a:solidFill>
                  <a:srgbClr val="C00000"/>
                </a:solidFill>
                <a:effectLst>
                  <a:glow rad="101600">
                    <a:srgbClr val="F1F3F4">
                      <a:alpha val="60000"/>
                    </a:srgbClr>
                  </a:glow>
                </a:effectLst>
                <a:latin typeface="Times New Roman" panose="02020603050405020304" pitchFamily="18" charset="0"/>
                <a:cs typeface="Times New Roman" panose="02020603050405020304" pitchFamily="18" charset="0"/>
                <a:sym typeface="Quicksand"/>
              </a:rPr>
              <a:t>Type 2 </a:t>
            </a:r>
            <a:r>
              <a:rPr lang="en-US" sz="2200" dirty="0" smtClean="0">
                <a:solidFill>
                  <a:srgbClr val="C00000"/>
                </a:solidFill>
                <a:effectLst>
                  <a:glow rad="101600">
                    <a:srgbClr val="F1F3F4">
                      <a:alpha val="60000"/>
                    </a:srgbClr>
                  </a:glow>
                </a:effectLst>
                <a:latin typeface="Times New Roman" panose="02020603050405020304" pitchFamily="18" charset="0"/>
                <a:cs typeface="Times New Roman" panose="02020603050405020304" pitchFamily="18" charset="0"/>
                <a:sym typeface="Quicksand"/>
              </a:rPr>
              <a:t>hypervisors</a:t>
            </a:r>
          </a:p>
          <a:p>
            <a:pPr marL="228600" lvl="0" algn="just">
              <a:buSzPts val="1800"/>
            </a:pPr>
            <a:endParaRPr lang="en-US" sz="2200" dirty="0">
              <a:solidFill>
                <a:srgbClr val="C00000"/>
              </a:solidFill>
              <a:effectLst>
                <a:glow rad="101600">
                  <a:srgbClr val="F1F3F4">
                    <a:alpha val="60000"/>
                  </a:srgbClr>
                </a:glow>
              </a:effectLst>
              <a:latin typeface="Times New Roman" panose="02020603050405020304" pitchFamily="18" charset="0"/>
              <a:cs typeface="Times New Roman" panose="02020603050405020304" pitchFamily="18" charset="0"/>
              <a:sym typeface="Quicksand"/>
            </a:endParaRPr>
          </a:p>
          <a:p>
            <a:pPr marL="1028700" lvl="1" indent="-342900" algn="just">
              <a:buSzPts val="1400"/>
              <a:buFont typeface="Wingdings" panose="05000000000000000000" pitchFamily="2" charset="2"/>
              <a:buChar char="v"/>
            </a:pPr>
            <a:r>
              <a:rPr lang="en-US" sz="2200" dirty="0" smtClean="0">
                <a:solidFill>
                  <a:srgbClr val="002060"/>
                </a:solidFill>
                <a:effectLst>
                  <a:glow rad="101600">
                    <a:srgbClr val="F1F3F4">
                      <a:alpha val="60000"/>
                    </a:srgbClr>
                  </a:glow>
                </a:effectLst>
                <a:latin typeface="Times New Roman" panose="02020603050405020304" pitchFamily="18" charset="0"/>
                <a:cs typeface="Times New Roman" panose="02020603050405020304" pitchFamily="18" charset="0"/>
                <a:sym typeface="Montserrat"/>
              </a:rPr>
              <a:t>They </a:t>
            </a:r>
            <a:r>
              <a:rPr lang="en-US" sz="2200" dirty="0">
                <a:solidFill>
                  <a:srgbClr val="002060"/>
                </a:solidFill>
                <a:effectLst>
                  <a:glow rad="101600">
                    <a:srgbClr val="F1F3F4">
                      <a:alpha val="60000"/>
                    </a:srgbClr>
                  </a:glow>
                </a:effectLst>
                <a:latin typeface="Times New Roman" panose="02020603050405020304" pitchFamily="18" charset="0"/>
                <a:cs typeface="Times New Roman" panose="02020603050405020304" pitchFamily="18" charset="0"/>
                <a:sym typeface="Montserrat"/>
              </a:rPr>
              <a:t>also come at a lower cost than Type 1 hypervisors and make an ideal test platform compared to production virtualized environments or the cloud.</a:t>
            </a:r>
          </a:p>
          <a:p>
            <a:pPr marL="1028700" lvl="1" indent="-342900" algn="just">
              <a:buSzPts val="1400"/>
              <a:buFont typeface="Wingdings" panose="05000000000000000000" pitchFamily="2" charset="2"/>
              <a:buChar char="v"/>
            </a:pPr>
            <a:r>
              <a:rPr lang="en-US" sz="2200" dirty="0">
                <a:solidFill>
                  <a:srgbClr val="002060"/>
                </a:solidFill>
                <a:effectLst>
                  <a:glow rad="101600">
                    <a:srgbClr val="F1F3F4">
                      <a:alpha val="60000"/>
                    </a:srgbClr>
                  </a:glow>
                </a:effectLst>
                <a:latin typeface="Times New Roman" panose="02020603050405020304" pitchFamily="18" charset="0"/>
                <a:cs typeface="Times New Roman" panose="02020603050405020304" pitchFamily="18" charset="0"/>
                <a:sym typeface="Montserrat"/>
              </a:rPr>
              <a:t>IT organizations typically use Type 1 hypervisors to create virtual desktops. </a:t>
            </a:r>
          </a:p>
        </p:txBody>
      </p:sp>
    </p:spTree>
    <p:extLst>
      <p:ext uri="{BB962C8B-B14F-4D97-AF65-F5344CB8AC3E}">
        <p14:creationId xmlns:p14="http://schemas.microsoft.com/office/powerpoint/2010/main" val="1307256101"/>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924716" y="668115"/>
            <a:ext cx="7141976" cy="392255"/>
          </a:xfrm>
          <a:prstGeom prst="rect">
            <a:avLst/>
          </a:prstGeom>
        </p:spPr>
        <p:txBody>
          <a:bodyPr spcFirstLastPara="1" vert="horz" wrap="square" lIns="0" tIns="10001" rIns="0" bIns="0" rtlCol="0" anchor="ctr" anchorCtr="0">
            <a:spAutoFit/>
          </a:bodyPr>
          <a:lstStyle/>
          <a:p>
            <a:pPr marL="9525">
              <a:spcBef>
                <a:spcPts val="79"/>
              </a:spcBef>
            </a:pPr>
            <a:r>
              <a:rPr sz="2400" spc="203" dirty="0"/>
              <a:t>TYPE</a:t>
            </a:r>
            <a:r>
              <a:rPr sz="2400" spc="-86" dirty="0"/>
              <a:t> </a:t>
            </a:r>
            <a:r>
              <a:rPr sz="2400" spc="-83" dirty="0" smtClean="0"/>
              <a:t>2</a:t>
            </a:r>
            <a:r>
              <a:rPr lang="en-IN" sz="2400" spc="-83" dirty="0" smtClean="0"/>
              <a:t> </a:t>
            </a:r>
            <a:r>
              <a:rPr sz="2400" spc="-83" dirty="0" smtClean="0"/>
              <a:t> </a:t>
            </a:r>
            <a:r>
              <a:rPr sz="2400" spc="206" dirty="0"/>
              <a:t>HYPERVISORS</a:t>
            </a:r>
            <a:endParaRPr sz="2400" dirty="0"/>
          </a:p>
        </p:txBody>
      </p:sp>
      <p:pic>
        <p:nvPicPr>
          <p:cNvPr id="3" name="object 3"/>
          <p:cNvPicPr/>
          <p:nvPr/>
        </p:nvPicPr>
        <p:blipFill>
          <a:blip r:embed="rId2" cstate="print"/>
          <a:stretch>
            <a:fillRect/>
          </a:stretch>
        </p:blipFill>
        <p:spPr>
          <a:xfrm>
            <a:off x="1640932" y="1340427"/>
            <a:ext cx="5237850" cy="3272306"/>
          </a:xfrm>
          <a:prstGeom prst="rect">
            <a:avLst/>
          </a:prstGeom>
        </p:spPr>
      </p:pic>
    </p:spTree>
    <p:extLst>
      <p:ext uri="{BB962C8B-B14F-4D97-AF65-F5344CB8AC3E}">
        <p14:creationId xmlns:p14="http://schemas.microsoft.com/office/powerpoint/2010/main" val="388230609"/>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97352" y="616160"/>
            <a:ext cx="7141976" cy="392255"/>
          </a:xfrm>
          <a:prstGeom prst="rect">
            <a:avLst/>
          </a:prstGeom>
        </p:spPr>
        <p:txBody>
          <a:bodyPr spcFirstLastPara="1" vert="horz" wrap="square" lIns="0" tIns="10001" rIns="0" bIns="0" rtlCol="0" anchor="ctr" anchorCtr="0">
            <a:spAutoFit/>
          </a:bodyPr>
          <a:lstStyle/>
          <a:p>
            <a:pPr marL="9525">
              <a:spcBef>
                <a:spcPts val="79"/>
              </a:spcBef>
            </a:pPr>
            <a:r>
              <a:rPr sz="2400" spc="203" dirty="0"/>
              <a:t>TYPE</a:t>
            </a:r>
            <a:r>
              <a:rPr sz="2400" spc="-86" dirty="0"/>
              <a:t> </a:t>
            </a:r>
            <a:r>
              <a:rPr sz="2400" spc="-83" dirty="0"/>
              <a:t>2 </a:t>
            </a:r>
            <a:r>
              <a:rPr lang="en-IN" sz="2400" spc="-83" dirty="0" smtClean="0"/>
              <a:t> </a:t>
            </a:r>
            <a:r>
              <a:rPr sz="2400" spc="206" dirty="0" smtClean="0"/>
              <a:t>HYPERVISORS</a:t>
            </a:r>
            <a:endParaRPr sz="2400" dirty="0"/>
          </a:p>
        </p:txBody>
      </p:sp>
      <p:sp>
        <p:nvSpPr>
          <p:cNvPr id="3" name="object 3"/>
          <p:cNvSpPr txBox="1"/>
          <p:nvPr/>
        </p:nvSpPr>
        <p:spPr>
          <a:xfrm>
            <a:off x="1024846" y="1206176"/>
            <a:ext cx="7486987" cy="2961708"/>
          </a:xfrm>
          <a:prstGeom prst="rect">
            <a:avLst/>
          </a:prstGeom>
        </p:spPr>
        <p:txBody>
          <a:bodyPr vert="horz" wrap="square" lIns="0" tIns="9525" rIns="0" bIns="0" rtlCol="0">
            <a:spAutoFit/>
          </a:bodyPr>
          <a:lstStyle/>
          <a:p>
            <a:pPr marL="180499" marR="3810" indent="-171450" algn="just">
              <a:lnSpc>
                <a:spcPct val="120000"/>
              </a:lnSpc>
              <a:spcBef>
                <a:spcPts val="75"/>
              </a:spcBef>
              <a:buClr>
                <a:srgbClr val="B71E42"/>
              </a:buClr>
              <a:buFont typeface="Arial MT"/>
              <a:buChar char="•"/>
              <a:tabLst>
                <a:tab pos="180975" algn="l"/>
              </a:tabLst>
            </a:pPr>
            <a:r>
              <a:rPr sz="2200" spc="19" dirty="0">
                <a:solidFill>
                  <a:srgbClr val="002060"/>
                </a:solidFill>
                <a:latin typeface="Times New Roman" panose="02020603050405020304" pitchFamily="18" charset="0"/>
                <a:cs typeface="Times New Roman" panose="02020603050405020304" pitchFamily="18" charset="0"/>
              </a:rPr>
              <a:t>One </a:t>
            </a:r>
            <a:r>
              <a:rPr sz="2200" spc="-127" dirty="0">
                <a:solidFill>
                  <a:srgbClr val="002060"/>
                </a:solidFill>
                <a:latin typeface="Times New Roman" panose="02020603050405020304" pitchFamily="18" charset="0"/>
                <a:cs typeface="Times New Roman" panose="02020603050405020304" pitchFamily="18" charset="0"/>
              </a:rPr>
              <a:t>benefit </a:t>
            </a:r>
            <a:r>
              <a:rPr sz="2200" spc="-98" dirty="0">
                <a:solidFill>
                  <a:srgbClr val="002060"/>
                </a:solidFill>
                <a:latin typeface="Times New Roman" panose="02020603050405020304" pitchFamily="18" charset="0"/>
                <a:cs typeface="Times New Roman" panose="02020603050405020304" pitchFamily="18" charset="0"/>
              </a:rPr>
              <a:t>of </a:t>
            </a:r>
            <a:r>
              <a:rPr sz="2200" spc="-90" dirty="0">
                <a:solidFill>
                  <a:srgbClr val="002060"/>
                </a:solidFill>
                <a:latin typeface="Times New Roman" panose="02020603050405020304" pitchFamily="18" charset="0"/>
                <a:cs typeface="Times New Roman" panose="02020603050405020304" pitchFamily="18" charset="0"/>
              </a:rPr>
              <a:t>this </a:t>
            </a:r>
            <a:r>
              <a:rPr sz="2200" spc="-86" dirty="0">
                <a:solidFill>
                  <a:srgbClr val="002060"/>
                </a:solidFill>
                <a:latin typeface="Times New Roman" panose="02020603050405020304" pitchFamily="18" charset="0"/>
                <a:cs typeface="Times New Roman" panose="02020603050405020304" pitchFamily="18" charset="0"/>
              </a:rPr>
              <a:t>model </a:t>
            </a:r>
            <a:r>
              <a:rPr sz="2200" spc="-79" dirty="0">
                <a:solidFill>
                  <a:srgbClr val="002060"/>
                </a:solidFill>
                <a:latin typeface="Times New Roman" panose="02020603050405020304" pitchFamily="18" charset="0"/>
                <a:cs typeface="Times New Roman" panose="02020603050405020304" pitchFamily="18" charset="0"/>
              </a:rPr>
              <a:t>is </a:t>
            </a:r>
            <a:r>
              <a:rPr sz="2200" spc="-124" dirty="0">
                <a:solidFill>
                  <a:srgbClr val="002060"/>
                </a:solidFill>
                <a:latin typeface="Times New Roman" panose="02020603050405020304" pitchFamily="18" charset="0"/>
                <a:cs typeface="Times New Roman" panose="02020603050405020304" pitchFamily="18" charset="0"/>
              </a:rPr>
              <a:t>that </a:t>
            </a:r>
            <a:r>
              <a:rPr sz="2200" spc="-120" dirty="0">
                <a:solidFill>
                  <a:srgbClr val="002060"/>
                </a:solidFill>
                <a:latin typeface="Times New Roman" panose="02020603050405020304" pitchFamily="18" charset="0"/>
                <a:cs typeface="Times New Roman" panose="02020603050405020304" pitchFamily="18" charset="0"/>
              </a:rPr>
              <a:t>it </a:t>
            </a:r>
            <a:r>
              <a:rPr sz="2200" spc="-127" dirty="0">
                <a:solidFill>
                  <a:srgbClr val="002060"/>
                </a:solidFill>
                <a:latin typeface="Times New Roman" panose="02020603050405020304" pitchFamily="18" charset="0"/>
                <a:cs typeface="Times New Roman" panose="02020603050405020304" pitchFamily="18" charset="0"/>
              </a:rPr>
              <a:t>can </a:t>
            </a:r>
            <a:r>
              <a:rPr sz="2200" spc="-56" dirty="0">
                <a:solidFill>
                  <a:srgbClr val="002060"/>
                </a:solidFill>
                <a:latin typeface="Times New Roman" panose="02020603050405020304" pitchFamily="18" charset="0"/>
                <a:cs typeface="Times New Roman" panose="02020603050405020304" pitchFamily="18" charset="0"/>
              </a:rPr>
              <a:t>support </a:t>
            </a:r>
            <a:r>
              <a:rPr sz="2200" spc="-180" dirty="0">
                <a:solidFill>
                  <a:srgbClr val="002060"/>
                </a:solidFill>
                <a:latin typeface="Times New Roman" panose="02020603050405020304" pitchFamily="18" charset="0"/>
                <a:cs typeface="Times New Roman" panose="02020603050405020304" pitchFamily="18" charset="0"/>
              </a:rPr>
              <a:t>a </a:t>
            </a:r>
            <a:r>
              <a:rPr sz="2200" spc="-116" dirty="0">
                <a:solidFill>
                  <a:srgbClr val="002060"/>
                </a:solidFill>
                <a:latin typeface="Times New Roman" panose="02020603050405020304" pitchFamily="18" charset="0"/>
                <a:cs typeface="Times New Roman" panose="02020603050405020304" pitchFamily="18" charset="0"/>
              </a:rPr>
              <a:t>large </a:t>
            </a:r>
            <a:r>
              <a:rPr sz="2200" spc="-105" dirty="0">
                <a:solidFill>
                  <a:srgbClr val="002060"/>
                </a:solidFill>
                <a:latin typeface="Times New Roman" panose="02020603050405020304" pitchFamily="18" charset="0"/>
                <a:cs typeface="Times New Roman" panose="02020603050405020304" pitchFamily="18" charset="0"/>
              </a:rPr>
              <a:t>range </a:t>
            </a:r>
            <a:r>
              <a:rPr sz="2200" spc="-98" dirty="0">
                <a:solidFill>
                  <a:srgbClr val="002060"/>
                </a:solidFill>
                <a:latin typeface="Times New Roman" panose="02020603050405020304" pitchFamily="18" charset="0"/>
                <a:cs typeface="Times New Roman" panose="02020603050405020304" pitchFamily="18" charset="0"/>
              </a:rPr>
              <a:t>of </a:t>
            </a:r>
            <a:r>
              <a:rPr sz="2200" spc="-94" dirty="0">
                <a:solidFill>
                  <a:srgbClr val="002060"/>
                </a:solidFill>
                <a:latin typeface="Times New Roman" panose="02020603050405020304" pitchFamily="18" charset="0"/>
                <a:cs typeface="Times New Roman" panose="02020603050405020304" pitchFamily="18" charset="0"/>
              </a:rPr>
              <a:t>hardware </a:t>
            </a:r>
            <a:r>
              <a:rPr sz="2200" spc="-90" dirty="0">
                <a:solidFill>
                  <a:srgbClr val="002060"/>
                </a:solidFill>
                <a:latin typeface="Times New Roman" panose="02020603050405020304" pitchFamily="18" charset="0"/>
                <a:cs typeface="Times New Roman" panose="02020603050405020304" pitchFamily="18" charset="0"/>
              </a:rPr>
              <a:t> </a:t>
            </a:r>
            <a:r>
              <a:rPr sz="2200" spc="-109" dirty="0">
                <a:solidFill>
                  <a:srgbClr val="002060"/>
                </a:solidFill>
                <a:latin typeface="Times New Roman" panose="02020603050405020304" pitchFamily="18" charset="0"/>
                <a:cs typeface="Times New Roman" panose="02020603050405020304" pitchFamily="18" charset="0"/>
              </a:rPr>
              <a:t>because</a:t>
            </a:r>
            <a:r>
              <a:rPr sz="2200" spc="-49" dirty="0">
                <a:solidFill>
                  <a:srgbClr val="002060"/>
                </a:solidFill>
                <a:latin typeface="Times New Roman" panose="02020603050405020304" pitchFamily="18" charset="0"/>
                <a:cs typeface="Times New Roman" panose="02020603050405020304" pitchFamily="18" charset="0"/>
              </a:rPr>
              <a:t> </a:t>
            </a:r>
            <a:r>
              <a:rPr sz="2200" spc="-124" dirty="0">
                <a:solidFill>
                  <a:srgbClr val="002060"/>
                </a:solidFill>
                <a:latin typeface="Times New Roman" panose="02020603050405020304" pitchFamily="18" charset="0"/>
                <a:cs typeface="Times New Roman" panose="02020603050405020304" pitchFamily="18" charset="0"/>
              </a:rPr>
              <a:t>that</a:t>
            </a:r>
            <a:r>
              <a:rPr sz="2200" spc="-45" dirty="0">
                <a:solidFill>
                  <a:srgbClr val="002060"/>
                </a:solidFill>
                <a:latin typeface="Times New Roman" panose="02020603050405020304" pitchFamily="18" charset="0"/>
                <a:cs typeface="Times New Roman" panose="02020603050405020304" pitchFamily="18" charset="0"/>
              </a:rPr>
              <a:t> </a:t>
            </a:r>
            <a:r>
              <a:rPr sz="2200" spc="-79" dirty="0">
                <a:solidFill>
                  <a:srgbClr val="002060"/>
                </a:solidFill>
                <a:latin typeface="Times New Roman" panose="02020603050405020304" pitchFamily="18" charset="0"/>
                <a:cs typeface="Times New Roman" panose="02020603050405020304" pitchFamily="18" charset="0"/>
              </a:rPr>
              <a:t>is</a:t>
            </a:r>
            <a:r>
              <a:rPr sz="2200" spc="-49" dirty="0">
                <a:solidFill>
                  <a:srgbClr val="002060"/>
                </a:solidFill>
                <a:latin typeface="Times New Roman" panose="02020603050405020304" pitchFamily="18" charset="0"/>
                <a:cs typeface="Times New Roman" panose="02020603050405020304" pitchFamily="18" charset="0"/>
              </a:rPr>
              <a:t> </a:t>
            </a:r>
            <a:r>
              <a:rPr sz="2200" spc="-98" dirty="0">
                <a:solidFill>
                  <a:srgbClr val="002060"/>
                </a:solidFill>
                <a:latin typeface="Times New Roman" panose="02020603050405020304" pitchFamily="18" charset="0"/>
                <a:cs typeface="Times New Roman" panose="02020603050405020304" pitchFamily="18" charset="0"/>
              </a:rPr>
              <a:t>inherited</a:t>
            </a:r>
            <a:r>
              <a:rPr sz="2200" spc="-49" dirty="0">
                <a:solidFill>
                  <a:srgbClr val="002060"/>
                </a:solidFill>
                <a:latin typeface="Times New Roman" panose="02020603050405020304" pitchFamily="18" charset="0"/>
                <a:cs typeface="Times New Roman" panose="02020603050405020304" pitchFamily="18" charset="0"/>
              </a:rPr>
              <a:t> </a:t>
            </a:r>
            <a:r>
              <a:rPr sz="2200" spc="-83" dirty="0">
                <a:solidFill>
                  <a:srgbClr val="002060"/>
                </a:solidFill>
                <a:latin typeface="Times New Roman" panose="02020603050405020304" pitchFamily="18" charset="0"/>
                <a:cs typeface="Times New Roman" panose="02020603050405020304" pitchFamily="18" charset="0"/>
              </a:rPr>
              <a:t>from</a:t>
            </a:r>
            <a:r>
              <a:rPr sz="2200" spc="-45" dirty="0">
                <a:solidFill>
                  <a:srgbClr val="002060"/>
                </a:solidFill>
                <a:latin typeface="Times New Roman" panose="02020603050405020304" pitchFamily="18" charset="0"/>
                <a:cs typeface="Times New Roman" panose="02020603050405020304" pitchFamily="18" charset="0"/>
              </a:rPr>
              <a:t> </a:t>
            </a:r>
            <a:r>
              <a:rPr sz="2200" spc="-109" dirty="0">
                <a:solidFill>
                  <a:srgbClr val="002060"/>
                </a:solidFill>
                <a:latin typeface="Times New Roman" panose="02020603050405020304" pitchFamily="18" charset="0"/>
                <a:cs typeface="Times New Roman" panose="02020603050405020304" pitchFamily="18" charset="0"/>
              </a:rPr>
              <a:t>the</a:t>
            </a:r>
            <a:r>
              <a:rPr sz="2200" spc="-45" dirty="0">
                <a:solidFill>
                  <a:srgbClr val="002060"/>
                </a:solidFill>
                <a:latin typeface="Times New Roman" panose="02020603050405020304" pitchFamily="18" charset="0"/>
                <a:cs typeface="Times New Roman" panose="02020603050405020304" pitchFamily="18" charset="0"/>
              </a:rPr>
              <a:t> </a:t>
            </a:r>
            <a:r>
              <a:rPr sz="2200" spc="-94" dirty="0">
                <a:solidFill>
                  <a:srgbClr val="002060"/>
                </a:solidFill>
                <a:latin typeface="Times New Roman" panose="02020603050405020304" pitchFamily="18" charset="0"/>
                <a:cs typeface="Times New Roman" panose="02020603050405020304" pitchFamily="18" charset="0"/>
              </a:rPr>
              <a:t>operating</a:t>
            </a:r>
            <a:r>
              <a:rPr sz="2200" spc="-41" dirty="0">
                <a:solidFill>
                  <a:srgbClr val="002060"/>
                </a:solidFill>
                <a:latin typeface="Times New Roman" panose="02020603050405020304" pitchFamily="18" charset="0"/>
                <a:cs typeface="Times New Roman" panose="02020603050405020304" pitchFamily="18" charset="0"/>
              </a:rPr>
              <a:t> </a:t>
            </a:r>
            <a:r>
              <a:rPr sz="2200" spc="-86" dirty="0">
                <a:solidFill>
                  <a:srgbClr val="002060"/>
                </a:solidFill>
                <a:latin typeface="Times New Roman" panose="02020603050405020304" pitchFamily="18" charset="0"/>
                <a:cs typeface="Times New Roman" panose="02020603050405020304" pitchFamily="18" charset="0"/>
              </a:rPr>
              <a:t>system</a:t>
            </a:r>
            <a:r>
              <a:rPr sz="2200" spc="-56" dirty="0">
                <a:solidFill>
                  <a:srgbClr val="002060"/>
                </a:solidFill>
                <a:latin typeface="Times New Roman" panose="02020603050405020304" pitchFamily="18" charset="0"/>
                <a:cs typeface="Times New Roman" panose="02020603050405020304" pitchFamily="18" charset="0"/>
              </a:rPr>
              <a:t> </a:t>
            </a:r>
            <a:r>
              <a:rPr sz="2200" spc="-120" dirty="0">
                <a:solidFill>
                  <a:srgbClr val="002060"/>
                </a:solidFill>
                <a:latin typeface="Times New Roman" panose="02020603050405020304" pitchFamily="18" charset="0"/>
                <a:cs typeface="Times New Roman" panose="02020603050405020304" pitchFamily="18" charset="0"/>
              </a:rPr>
              <a:t>it</a:t>
            </a:r>
            <a:r>
              <a:rPr sz="2200" spc="-45" dirty="0">
                <a:solidFill>
                  <a:srgbClr val="002060"/>
                </a:solidFill>
                <a:latin typeface="Times New Roman" panose="02020603050405020304" pitchFamily="18" charset="0"/>
                <a:cs typeface="Times New Roman" panose="02020603050405020304" pitchFamily="18" charset="0"/>
              </a:rPr>
              <a:t> </a:t>
            </a:r>
            <a:r>
              <a:rPr sz="2200" spc="-109" dirty="0">
                <a:solidFill>
                  <a:srgbClr val="002060"/>
                </a:solidFill>
                <a:latin typeface="Times New Roman" panose="02020603050405020304" pitchFamily="18" charset="0"/>
                <a:cs typeface="Times New Roman" panose="02020603050405020304" pitchFamily="18" charset="0"/>
              </a:rPr>
              <a:t>uses.</a:t>
            </a:r>
            <a:endParaRPr sz="2200" dirty="0">
              <a:solidFill>
                <a:srgbClr val="002060"/>
              </a:solidFill>
              <a:latin typeface="Times New Roman" panose="02020603050405020304" pitchFamily="18" charset="0"/>
              <a:cs typeface="Times New Roman" panose="02020603050405020304" pitchFamily="18" charset="0"/>
            </a:endParaRPr>
          </a:p>
          <a:p>
            <a:pPr marL="180499" marR="4286" indent="-171450" algn="just">
              <a:lnSpc>
                <a:spcPct val="120000"/>
              </a:lnSpc>
              <a:spcBef>
                <a:spcPts val="746"/>
              </a:spcBef>
              <a:buClr>
                <a:srgbClr val="B71E42"/>
              </a:buClr>
              <a:buFont typeface="Arial MT"/>
              <a:buChar char="•"/>
              <a:tabLst>
                <a:tab pos="180975" algn="l"/>
              </a:tabLst>
            </a:pPr>
            <a:r>
              <a:rPr sz="2200" spc="-56" dirty="0">
                <a:solidFill>
                  <a:srgbClr val="002060"/>
                </a:solidFill>
                <a:latin typeface="Times New Roman" panose="02020603050405020304" pitchFamily="18" charset="0"/>
                <a:cs typeface="Times New Roman" panose="02020603050405020304" pitchFamily="18" charset="0"/>
              </a:rPr>
              <a:t>Often </a:t>
            </a:r>
            <a:r>
              <a:rPr sz="2200" spc="-127" dirty="0">
                <a:solidFill>
                  <a:srgbClr val="002060"/>
                </a:solidFill>
                <a:latin typeface="Times New Roman" panose="02020603050405020304" pitchFamily="18" charset="0"/>
                <a:cs typeface="Times New Roman" panose="02020603050405020304" pitchFamily="18" charset="0"/>
              </a:rPr>
              <a:t>Type </a:t>
            </a:r>
            <a:r>
              <a:rPr sz="2200" spc="-45" dirty="0">
                <a:solidFill>
                  <a:srgbClr val="002060"/>
                </a:solidFill>
                <a:latin typeface="Times New Roman" panose="02020603050405020304" pitchFamily="18" charset="0"/>
                <a:cs typeface="Times New Roman" panose="02020603050405020304" pitchFamily="18" charset="0"/>
              </a:rPr>
              <a:t>2 </a:t>
            </a:r>
            <a:r>
              <a:rPr sz="2200" spc="-60" dirty="0">
                <a:solidFill>
                  <a:srgbClr val="002060"/>
                </a:solidFill>
                <a:latin typeface="Times New Roman" panose="02020603050405020304" pitchFamily="18" charset="0"/>
                <a:cs typeface="Times New Roman" panose="02020603050405020304" pitchFamily="18" charset="0"/>
              </a:rPr>
              <a:t>hypervisors </a:t>
            </a:r>
            <a:r>
              <a:rPr sz="2200" spc="-109" dirty="0">
                <a:solidFill>
                  <a:srgbClr val="002060"/>
                </a:solidFill>
                <a:latin typeface="Times New Roman" panose="02020603050405020304" pitchFamily="18" charset="0"/>
                <a:cs typeface="Times New Roman" panose="02020603050405020304" pitchFamily="18" charset="0"/>
              </a:rPr>
              <a:t>are easy </a:t>
            </a:r>
            <a:r>
              <a:rPr sz="2200" spc="-45" dirty="0">
                <a:solidFill>
                  <a:srgbClr val="002060"/>
                </a:solidFill>
                <a:latin typeface="Times New Roman" panose="02020603050405020304" pitchFamily="18" charset="0"/>
                <a:cs typeface="Times New Roman" panose="02020603050405020304" pitchFamily="18" charset="0"/>
              </a:rPr>
              <a:t>to </a:t>
            </a:r>
            <a:r>
              <a:rPr sz="2200" spc="-116" dirty="0">
                <a:solidFill>
                  <a:srgbClr val="002060"/>
                </a:solidFill>
                <a:latin typeface="Times New Roman" panose="02020603050405020304" pitchFamily="18" charset="0"/>
                <a:cs typeface="Times New Roman" panose="02020603050405020304" pitchFamily="18" charset="0"/>
              </a:rPr>
              <a:t>install and </a:t>
            </a:r>
            <a:r>
              <a:rPr sz="2200" spc="-94" dirty="0">
                <a:solidFill>
                  <a:srgbClr val="002060"/>
                </a:solidFill>
                <a:latin typeface="Times New Roman" panose="02020603050405020304" pitchFamily="18" charset="0"/>
                <a:cs typeface="Times New Roman" panose="02020603050405020304" pitchFamily="18" charset="0"/>
              </a:rPr>
              <a:t>deploy </a:t>
            </a:r>
            <a:r>
              <a:rPr sz="2200" spc="-109" dirty="0">
                <a:solidFill>
                  <a:srgbClr val="002060"/>
                </a:solidFill>
                <a:latin typeface="Times New Roman" panose="02020603050405020304" pitchFamily="18" charset="0"/>
                <a:cs typeface="Times New Roman" panose="02020603050405020304" pitchFamily="18" charset="0"/>
              </a:rPr>
              <a:t>because </a:t>
            </a:r>
            <a:r>
              <a:rPr sz="2200" spc="-101" dirty="0">
                <a:solidFill>
                  <a:srgbClr val="002060"/>
                </a:solidFill>
                <a:latin typeface="Times New Roman" panose="02020603050405020304" pitchFamily="18" charset="0"/>
                <a:cs typeface="Times New Roman" panose="02020603050405020304" pitchFamily="18" charset="0"/>
              </a:rPr>
              <a:t>much of </a:t>
            </a:r>
            <a:r>
              <a:rPr sz="2200" spc="-98" dirty="0">
                <a:solidFill>
                  <a:srgbClr val="002060"/>
                </a:solidFill>
                <a:latin typeface="Times New Roman" panose="02020603050405020304" pitchFamily="18" charset="0"/>
                <a:cs typeface="Times New Roman" panose="02020603050405020304" pitchFamily="18" charset="0"/>
              </a:rPr>
              <a:t> </a:t>
            </a:r>
            <a:r>
              <a:rPr sz="2200" spc="-109" dirty="0">
                <a:solidFill>
                  <a:srgbClr val="002060"/>
                </a:solidFill>
                <a:latin typeface="Times New Roman" panose="02020603050405020304" pitchFamily="18" charset="0"/>
                <a:cs typeface="Times New Roman" panose="02020603050405020304" pitchFamily="18" charset="0"/>
              </a:rPr>
              <a:t>the</a:t>
            </a:r>
            <a:r>
              <a:rPr sz="2200" spc="-105" dirty="0">
                <a:solidFill>
                  <a:srgbClr val="002060"/>
                </a:solidFill>
                <a:latin typeface="Times New Roman" panose="02020603050405020304" pitchFamily="18" charset="0"/>
                <a:cs typeface="Times New Roman" panose="02020603050405020304" pitchFamily="18" charset="0"/>
              </a:rPr>
              <a:t> </a:t>
            </a:r>
            <a:r>
              <a:rPr sz="2200" spc="-94" dirty="0">
                <a:solidFill>
                  <a:srgbClr val="002060"/>
                </a:solidFill>
                <a:latin typeface="Times New Roman" panose="02020603050405020304" pitchFamily="18" charset="0"/>
                <a:cs typeface="Times New Roman" panose="02020603050405020304" pitchFamily="18" charset="0"/>
              </a:rPr>
              <a:t>hardware</a:t>
            </a:r>
            <a:r>
              <a:rPr sz="2200" spc="-90" dirty="0">
                <a:solidFill>
                  <a:srgbClr val="002060"/>
                </a:solidFill>
                <a:latin typeface="Times New Roman" panose="02020603050405020304" pitchFamily="18" charset="0"/>
                <a:cs typeface="Times New Roman" panose="02020603050405020304" pitchFamily="18" charset="0"/>
              </a:rPr>
              <a:t> </a:t>
            </a:r>
            <a:r>
              <a:rPr sz="2200" spc="-94" dirty="0">
                <a:solidFill>
                  <a:srgbClr val="002060"/>
                </a:solidFill>
                <a:latin typeface="Times New Roman" panose="02020603050405020304" pitchFamily="18" charset="0"/>
                <a:cs typeface="Times New Roman" panose="02020603050405020304" pitchFamily="18" charset="0"/>
              </a:rPr>
              <a:t>configuration</a:t>
            </a:r>
            <a:r>
              <a:rPr sz="2200" spc="-90" dirty="0">
                <a:solidFill>
                  <a:srgbClr val="002060"/>
                </a:solidFill>
                <a:latin typeface="Times New Roman" panose="02020603050405020304" pitchFamily="18" charset="0"/>
                <a:cs typeface="Times New Roman" panose="02020603050405020304" pitchFamily="18" charset="0"/>
              </a:rPr>
              <a:t> </a:t>
            </a:r>
            <a:r>
              <a:rPr sz="2200" spc="-71" dirty="0">
                <a:solidFill>
                  <a:srgbClr val="002060"/>
                </a:solidFill>
                <a:latin typeface="Times New Roman" panose="02020603050405020304" pitchFamily="18" charset="0"/>
                <a:cs typeface="Times New Roman" panose="02020603050405020304" pitchFamily="18" charset="0"/>
              </a:rPr>
              <a:t>work, </a:t>
            </a:r>
            <a:r>
              <a:rPr sz="2200" spc="-79" dirty="0">
                <a:solidFill>
                  <a:srgbClr val="002060"/>
                </a:solidFill>
                <a:latin typeface="Times New Roman" panose="02020603050405020304" pitchFamily="18" charset="0"/>
                <a:cs typeface="Times New Roman" panose="02020603050405020304" pitchFamily="18" charset="0"/>
              </a:rPr>
              <a:t>such </a:t>
            </a:r>
            <a:r>
              <a:rPr sz="2200" spc="-109" dirty="0">
                <a:solidFill>
                  <a:srgbClr val="002060"/>
                </a:solidFill>
                <a:latin typeface="Times New Roman" panose="02020603050405020304" pitchFamily="18" charset="0"/>
                <a:cs typeface="Times New Roman" panose="02020603050405020304" pitchFamily="18" charset="0"/>
              </a:rPr>
              <a:t>as</a:t>
            </a:r>
            <a:r>
              <a:rPr sz="2200" spc="-105" dirty="0">
                <a:solidFill>
                  <a:srgbClr val="002060"/>
                </a:solidFill>
                <a:latin typeface="Times New Roman" panose="02020603050405020304" pitchFamily="18" charset="0"/>
                <a:cs typeface="Times New Roman" panose="02020603050405020304" pitchFamily="18" charset="0"/>
              </a:rPr>
              <a:t> </a:t>
            </a:r>
            <a:r>
              <a:rPr sz="2200" spc="-79" dirty="0">
                <a:solidFill>
                  <a:srgbClr val="002060"/>
                </a:solidFill>
                <a:latin typeface="Times New Roman" panose="02020603050405020304" pitchFamily="18" charset="0"/>
                <a:cs typeface="Times New Roman" panose="02020603050405020304" pitchFamily="18" charset="0"/>
              </a:rPr>
              <a:t>networking </a:t>
            </a:r>
            <a:r>
              <a:rPr sz="2200" spc="-116" dirty="0">
                <a:solidFill>
                  <a:srgbClr val="002060"/>
                </a:solidFill>
                <a:latin typeface="Times New Roman" panose="02020603050405020304" pitchFamily="18" charset="0"/>
                <a:cs typeface="Times New Roman" panose="02020603050405020304" pitchFamily="18" charset="0"/>
              </a:rPr>
              <a:t>and</a:t>
            </a:r>
            <a:r>
              <a:rPr sz="2200" spc="-113" dirty="0">
                <a:solidFill>
                  <a:srgbClr val="002060"/>
                </a:solidFill>
                <a:latin typeface="Times New Roman" panose="02020603050405020304" pitchFamily="18" charset="0"/>
                <a:cs typeface="Times New Roman" panose="02020603050405020304" pitchFamily="18" charset="0"/>
              </a:rPr>
              <a:t> </a:t>
            </a:r>
            <a:r>
              <a:rPr sz="2200" spc="-101" dirty="0">
                <a:solidFill>
                  <a:srgbClr val="002060"/>
                </a:solidFill>
                <a:latin typeface="Times New Roman" panose="02020603050405020304" pitchFamily="18" charset="0"/>
                <a:cs typeface="Times New Roman" panose="02020603050405020304" pitchFamily="18" charset="0"/>
              </a:rPr>
              <a:t>storage, has </a:t>
            </a:r>
            <a:r>
              <a:rPr sz="2200" spc="-98" dirty="0">
                <a:solidFill>
                  <a:srgbClr val="002060"/>
                </a:solidFill>
                <a:latin typeface="Times New Roman" panose="02020603050405020304" pitchFamily="18" charset="0"/>
                <a:cs typeface="Times New Roman" panose="02020603050405020304" pitchFamily="18" charset="0"/>
              </a:rPr>
              <a:t> </a:t>
            </a:r>
            <a:r>
              <a:rPr sz="2200" spc="-120" dirty="0">
                <a:solidFill>
                  <a:srgbClr val="002060"/>
                </a:solidFill>
                <a:latin typeface="Times New Roman" panose="02020603050405020304" pitchFamily="18" charset="0"/>
                <a:cs typeface="Times New Roman" panose="02020603050405020304" pitchFamily="18" charset="0"/>
              </a:rPr>
              <a:t>already</a:t>
            </a:r>
            <a:r>
              <a:rPr sz="2200" spc="-45" dirty="0">
                <a:solidFill>
                  <a:srgbClr val="002060"/>
                </a:solidFill>
                <a:latin typeface="Times New Roman" panose="02020603050405020304" pitchFamily="18" charset="0"/>
                <a:cs typeface="Times New Roman" panose="02020603050405020304" pitchFamily="18" charset="0"/>
              </a:rPr>
              <a:t> </a:t>
            </a:r>
            <a:r>
              <a:rPr sz="2200" spc="-109" dirty="0">
                <a:solidFill>
                  <a:srgbClr val="002060"/>
                </a:solidFill>
                <a:latin typeface="Times New Roman" panose="02020603050405020304" pitchFamily="18" charset="0"/>
                <a:cs typeface="Times New Roman" panose="02020603050405020304" pitchFamily="18" charset="0"/>
              </a:rPr>
              <a:t>been</a:t>
            </a:r>
            <a:r>
              <a:rPr sz="2200" spc="-45" dirty="0">
                <a:solidFill>
                  <a:srgbClr val="002060"/>
                </a:solidFill>
                <a:latin typeface="Times New Roman" panose="02020603050405020304" pitchFamily="18" charset="0"/>
                <a:cs typeface="Times New Roman" panose="02020603050405020304" pitchFamily="18" charset="0"/>
              </a:rPr>
              <a:t> </a:t>
            </a:r>
            <a:r>
              <a:rPr sz="2200" spc="-83" dirty="0">
                <a:solidFill>
                  <a:srgbClr val="002060"/>
                </a:solidFill>
                <a:latin typeface="Times New Roman" panose="02020603050405020304" pitchFamily="18" charset="0"/>
                <a:cs typeface="Times New Roman" panose="02020603050405020304" pitchFamily="18" charset="0"/>
              </a:rPr>
              <a:t>covered</a:t>
            </a:r>
            <a:r>
              <a:rPr sz="2200" spc="-45" dirty="0">
                <a:solidFill>
                  <a:srgbClr val="002060"/>
                </a:solidFill>
                <a:latin typeface="Times New Roman" panose="02020603050405020304" pitchFamily="18" charset="0"/>
                <a:cs typeface="Times New Roman" panose="02020603050405020304" pitchFamily="18" charset="0"/>
              </a:rPr>
              <a:t> </a:t>
            </a:r>
            <a:r>
              <a:rPr sz="2200" spc="-113" dirty="0">
                <a:solidFill>
                  <a:srgbClr val="002060"/>
                </a:solidFill>
                <a:latin typeface="Times New Roman" panose="02020603050405020304" pitchFamily="18" charset="0"/>
                <a:cs typeface="Times New Roman" panose="02020603050405020304" pitchFamily="18" charset="0"/>
              </a:rPr>
              <a:t>by</a:t>
            </a:r>
            <a:r>
              <a:rPr sz="2200" spc="-45" dirty="0">
                <a:solidFill>
                  <a:srgbClr val="002060"/>
                </a:solidFill>
                <a:latin typeface="Times New Roman" panose="02020603050405020304" pitchFamily="18" charset="0"/>
                <a:cs typeface="Times New Roman" panose="02020603050405020304" pitchFamily="18" charset="0"/>
              </a:rPr>
              <a:t> </a:t>
            </a:r>
            <a:r>
              <a:rPr sz="2200" spc="-109" dirty="0">
                <a:solidFill>
                  <a:srgbClr val="002060"/>
                </a:solidFill>
                <a:latin typeface="Times New Roman" panose="02020603050405020304" pitchFamily="18" charset="0"/>
                <a:cs typeface="Times New Roman" panose="02020603050405020304" pitchFamily="18" charset="0"/>
              </a:rPr>
              <a:t>the</a:t>
            </a:r>
            <a:r>
              <a:rPr sz="2200" spc="-53" dirty="0">
                <a:solidFill>
                  <a:srgbClr val="002060"/>
                </a:solidFill>
                <a:latin typeface="Times New Roman" panose="02020603050405020304" pitchFamily="18" charset="0"/>
                <a:cs typeface="Times New Roman" panose="02020603050405020304" pitchFamily="18" charset="0"/>
              </a:rPr>
              <a:t> </a:t>
            </a:r>
            <a:r>
              <a:rPr sz="2200" spc="-94" dirty="0">
                <a:solidFill>
                  <a:srgbClr val="002060"/>
                </a:solidFill>
                <a:latin typeface="Times New Roman" panose="02020603050405020304" pitchFamily="18" charset="0"/>
                <a:cs typeface="Times New Roman" panose="02020603050405020304" pitchFamily="18" charset="0"/>
              </a:rPr>
              <a:t>operating</a:t>
            </a:r>
            <a:r>
              <a:rPr sz="2200" spc="-45" dirty="0">
                <a:solidFill>
                  <a:srgbClr val="002060"/>
                </a:solidFill>
                <a:latin typeface="Times New Roman" panose="02020603050405020304" pitchFamily="18" charset="0"/>
                <a:cs typeface="Times New Roman" panose="02020603050405020304" pitchFamily="18" charset="0"/>
              </a:rPr>
              <a:t> </a:t>
            </a:r>
            <a:r>
              <a:rPr sz="2200" spc="-113" dirty="0">
                <a:solidFill>
                  <a:srgbClr val="002060"/>
                </a:solidFill>
                <a:latin typeface="Times New Roman" panose="02020603050405020304" pitchFamily="18" charset="0"/>
                <a:cs typeface="Times New Roman" panose="02020603050405020304" pitchFamily="18" charset="0"/>
              </a:rPr>
              <a:t>system.</a:t>
            </a:r>
            <a:endParaRPr sz="2200" dirty="0">
              <a:solidFill>
                <a:srgbClr val="002060"/>
              </a:solidFill>
              <a:latin typeface="Times New Roman" panose="02020603050405020304" pitchFamily="18" charset="0"/>
              <a:cs typeface="Times New Roman" panose="02020603050405020304" pitchFamily="18" charset="0"/>
            </a:endParaRPr>
          </a:p>
          <a:p>
            <a:pPr marL="180975" indent="-171450" algn="just">
              <a:spcBef>
                <a:spcPts val="1189"/>
              </a:spcBef>
              <a:buClr>
                <a:srgbClr val="B71E42"/>
              </a:buClr>
              <a:buFont typeface="Arial MT"/>
              <a:buChar char="•"/>
              <a:tabLst>
                <a:tab pos="180975" algn="l"/>
              </a:tabLst>
            </a:pPr>
            <a:r>
              <a:rPr sz="2200" spc="-127" dirty="0">
                <a:solidFill>
                  <a:srgbClr val="002060"/>
                </a:solidFill>
                <a:latin typeface="Times New Roman" panose="02020603050405020304" pitchFamily="18" charset="0"/>
                <a:cs typeface="Times New Roman" panose="02020603050405020304" pitchFamily="18" charset="0"/>
              </a:rPr>
              <a:t>Type</a:t>
            </a:r>
            <a:r>
              <a:rPr sz="2200" spc="146" dirty="0">
                <a:solidFill>
                  <a:srgbClr val="002060"/>
                </a:solidFill>
                <a:latin typeface="Times New Roman" panose="02020603050405020304" pitchFamily="18" charset="0"/>
                <a:cs typeface="Times New Roman" panose="02020603050405020304" pitchFamily="18" charset="0"/>
              </a:rPr>
              <a:t> </a:t>
            </a:r>
            <a:r>
              <a:rPr sz="2200" spc="-45" dirty="0">
                <a:solidFill>
                  <a:srgbClr val="002060"/>
                </a:solidFill>
                <a:latin typeface="Times New Roman" panose="02020603050405020304" pitchFamily="18" charset="0"/>
                <a:cs typeface="Times New Roman" panose="02020603050405020304" pitchFamily="18" charset="0"/>
              </a:rPr>
              <a:t>2</a:t>
            </a:r>
            <a:r>
              <a:rPr sz="2200" spc="135" dirty="0">
                <a:solidFill>
                  <a:srgbClr val="002060"/>
                </a:solidFill>
                <a:latin typeface="Times New Roman" panose="02020603050405020304" pitchFamily="18" charset="0"/>
                <a:cs typeface="Times New Roman" panose="02020603050405020304" pitchFamily="18" charset="0"/>
              </a:rPr>
              <a:t> </a:t>
            </a:r>
            <a:r>
              <a:rPr sz="2200" spc="-60" dirty="0">
                <a:solidFill>
                  <a:srgbClr val="002060"/>
                </a:solidFill>
                <a:latin typeface="Times New Roman" panose="02020603050405020304" pitchFamily="18" charset="0"/>
                <a:cs typeface="Times New Roman" panose="02020603050405020304" pitchFamily="18" charset="0"/>
              </a:rPr>
              <a:t>hypervisors</a:t>
            </a:r>
            <a:r>
              <a:rPr sz="2200" spc="139" dirty="0">
                <a:solidFill>
                  <a:srgbClr val="002060"/>
                </a:solidFill>
                <a:latin typeface="Times New Roman" panose="02020603050405020304" pitchFamily="18" charset="0"/>
                <a:cs typeface="Times New Roman" panose="02020603050405020304" pitchFamily="18" charset="0"/>
              </a:rPr>
              <a:t> </a:t>
            </a:r>
            <a:r>
              <a:rPr sz="2200" spc="-113" dirty="0">
                <a:solidFill>
                  <a:srgbClr val="002060"/>
                </a:solidFill>
                <a:latin typeface="Times New Roman" panose="02020603050405020304" pitchFamily="18" charset="0"/>
                <a:cs typeface="Times New Roman" panose="02020603050405020304" pitchFamily="18" charset="0"/>
              </a:rPr>
              <a:t>are</a:t>
            </a:r>
            <a:r>
              <a:rPr sz="2200" spc="150" dirty="0">
                <a:solidFill>
                  <a:srgbClr val="002060"/>
                </a:solidFill>
                <a:latin typeface="Times New Roman" panose="02020603050405020304" pitchFamily="18" charset="0"/>
                <a:cs typeface="Times New Roman" panose="02020603050405020304" pitchFamily="18" charset="0"/>
              </a:rPr>
              <a:t> </a:t>
            </a:r>
            <a:r>
              <a:rPr sz="2200" spc="-56" dirty="0">
                <a:solidFill>
                  <a:srgbClr val="002060"/>
                </a:solidFill>
                <a:latin typeface="Times New Roman" panose="02020603050405020304" pitchFamily="18" charset="0"/>
                <a:cs typeface="Times New Roman" panose="02020603050405020304" pitchFamily="18" charset="0"/>
              </a:rPr>
              <a:t>not</a:t>
            </a:r>
            <a:r>
              <a:rPr sz="2200" spc="143" dirty="0">
                <a:solidFill>
                  <a:srgbClr val="002060"/>
                </a:solidFill>
                <a:latin typeface="Times New Roman" panose="02020603050405020304" pitchFamily="18" charset="0"/>
                <a:cs typeface="Times New Roman" panose="02020603050405020304" pitchFamily="18" charset="0"/>
              </a:rPr>
              <a:t> </a:t>
            </a:r>
            <a:r>
              <a:rPr sz="2200" spc="-113" dirty="0">
                <a:solidFill>
                  <a:srgbClr val="002060"/>
                </a:solidFill>
                <a:latin typeface="Times New Roman" panose="02020603050405020304" pitchFamily="18" charset="0"/>
                <a:cs typeface="Times New Roman" panose="02020603050405020304" pitchFamily="18" charset="0"/>
              </a:rPr>
              <a:t>as</a:t>
            </a:r>
            <a:r>
              <a:rPr sz="2200" spc="143" dirty="0">
                <a:solidFill>
                  <a:srgbClr val="002060"/>
                </a:solidFill>
                <a:latin typeface="Times New Roman" panose="02020603050405020304" pitchFamily="18" charset="0"/>
                <a:cs typeface="Times New Roman" panose="02020603050405020304" pitchFamily="18" charset="0"/>
              </a:rPr>
              <a:t> </a:t>
            </a:r>
            <a:r>
              <a:rPr sz="2200" spc="-139" dirty="0">
                <a:solidFill>
                  <a:srgbClr val="002060"/>
                </a:solidFill>
                <a:latin typeface="Times New Roman" panose="02020603050405020304" pitchFamily="18" charset="0"/>
                <a:cs typeface="Times New Roman" panose="02020603050405020304" pitchFamily="18" charset="0"/>
              </a:rPr>
              <a:t>efficient</a:t>
            </a:r>
            <a:r>
              <a:rPr sz="2200" spc="150" dirty="0">
                <a:solidFill>
                  <a:srgbClr val="002060"/>
                </a:solidFill>
                <a:latin typeface="Times New Roman" panose="02020603050405020304" pitchFamily="18" charset="0"/>
                <a:cs typeface="Times New Roman" panose="02020603050405020304" pitchFamily="18" charset="0"/>
              </a:rPr>
              <a:t> </a:t>
            </a:r>
            <a:r>
              <a:rPr sz="2200" spc="-113" dirty="0">
                <a:solidFill>
                  <a:srgbClr val="002060"/>
                </a:solidFill>
                <a:latin typeface="Times New Roman" panose="02020603050405020304" pitchFamily="18" charset="0"/>
                <a:cs typeface="Times New Roman" panose="02020603050405020304" pitchFamily="18" charset="0"/>
              </a:rPr>
              <a:t>as</a:t>
            </a:r>
            <a:r>
              <a:rPr sz="2200" spc="143" dirty="0">
                <a:solidFill>
                  <a:srgbClr val="002060"/>
                </a:solidFill>
                <a:latin typeface="Times New Roman" panose="02020603050405020304" pitchFamily="18" charset="0"/>
                <a:cs typeface="Times New Roman" panose="02020603050405020304" pitchFamily="18" charset="0"/>
              </a:rPr>
              <a:t> </a:t>
            </a:r>
            <a:r>
              <a:rPr sz="2200" spc="-127" dirty="0">
                <a:solidFill>
                  <a:srgbClr val="002060"/>
                </a:solidFill>
                <a:latin typeface="Times New Roman" panose="02020603050405020304" pitchFamily="18" charset="0"/>
                <a:cs typeface="Times New Roman" panose="02020603050405020304" pitchFamily="18" charset="0"/>
              </a:rPr>
              <a:t>Type</a:t>
            </a:r>
            <a:r>
              <a:rPr sz="2200" spc="139" dirty="0">
                <a:solidFill>
                  <a:srgbClr val="002060"/>
                </a:solidFill>
                <a:latin typeface="Times New Roman" panose="02020603050405020304" pitchFamily="18" charset="0"/>
                <a:cs typeface="Times New Roman" panose="02020603050405020304" pitchFamily="18" charset="0"/>
              </a:rPr>
              <a:t> </a:t>
            </a:r>
            <a:r>
              <a:rPr sz="2200" spc="-45" dirty="0">
                <a:solidFill>
                  <a:srgbClr val="002060"/>
                </a:solidFill>
                <a:latin typeface="Times New Roman" panose="02020603050405020304" pitchFamily="18" charset="0"/>
                <a:cs typeface="Times New Roman" panose="02020603050405020304" pitchFamily="18" charset="0"/>
              </a:rPr>
              <a:t>1</a:t>
            </a:r>
            <a:r>
              <a:rPr sz="2200" spc="146" dirty="0">
                <a:solidFill>
                  <a:srgbClr val="002060"/>
                </a:solidFill>
                <a:latin typeface="Times New Roman" panose="02020603050405020304" pitchFamily="18" charset="0"/>
                <a:cs typeface="Times New Roman" panose="02020603050405020304" pitchFamily="18" charset="0"/>
              </a:rPr>
              <a:t> </a:t>
            </a:r>
            <a:r>
              <a:rPr sz="2200" spc="-64" dirty="0">
                <a:solidFill>
                  <a:srgbClr val="002060"/>
                </a:solidFill>
                <a:latin typeface="Times New Roman" panose="02020603050405020304" pitchFamily="18" charset="0"/>
                <a:cs typeface="Times New Roman" panose="02020603050405020304" pitchFamily="18" charset="0"/>
              </a:rPr>
              <a:t>hypervisors</a:t>
            </a:r>
            <a:r>
              <a:rPr sz="2200" spc="143" dirty="0">
                <a:solidFill>
                  <a:srgbClr val="002060"/>
                </a:solidFill>
                <a:latin typeface="Times New Roman" panose="02020603050405020304" pitchFamily="18" charset="0"/>
                <a:cs typeface="Times New Roman" panose="02020603050405020304" pitchFamily="18" charset="0"/>
              </a:rPr>
              <a:t> </a:t>
            </a:r>
            <a:r>
              <a:rPr sz="2200" spc="-109" dirty="0">
                <a:solidFill>
                  <a:srgbClr val="002060"/>
                </a:solidFill>
                <a:latin typeface="Times New Roman" panose="02020603050405020304" pitchFamily="18" charset="0"/>
                <a:cs typeface="Times New Roman" panose="02020603050405020304" pitchFamily="18" charset="0"/>
              </a:rPr>
              <a:t>because</a:t>
            </a:r>
            <a:r>
              <a:rPr sz="2200" spc="146" dirty="0">
                <a:solidFill>
                  <a:srgbClr val="002060"/>
                </a:solidFill>
                <a:latin typeface="Times New Roman" panose="02020603050405020304" pitchFamily="18" charset="0"/>
                <a:cs typeface="Times New Roman" panose="02020603050405020304" pitchFamily="18" charset="0"/>
              </a:rPr>
              <a:t> </a:t>
            </a:r>
            <a:r>
              <a:rPr sz="2200" spc="-101" dirty="0" smtClean="0">
                <a:solidFill>
                  <a:srgbClr val="002060"/>
                </a:solidFill>
                <a:latin typeface="Times New Roman" panose="02020603050405020304" pitchFamily="18" charset="0"/>
                <a:cs typeface="Times New Roman" panose="02020603050405020304" pitchFamily="18" charset="0"/>
              </a:rPr>
              <a:t>of</a:t>
            </a:r>
            <a:r>
              <a:rPr lang="en-IN" sz="2200" spc="-101" dirty="0" smtClean="0">
                <a:solidFill>
                  <a:srgbClr val="002060"/>
                </a:solidFill>
                <a:latin typeface="Times New Roman" panose="02020603050405020304" pitchFamily="18" charset="0"/>
                <a:cs typeface="Times New Roman" panose="02020603050405020304" pitchFamily="18" charset="0"/>
              </a:rPr>
              <a:t> </a:t>
            </a:r>
            <a:r>
              <a:rPr sz="2200" spc="-90" dirty="0" smtClean="0">
                <a:solidFill>
                  <a:srgbClr val="002060"/>
                </a:solidFill>
                <a:latin typeface="Times New Roman" panose="02020603050405020304" pitchFamily="18" charset="0"/>
                <a:cs typeface="Times New Roman" panose="02020603050405020304" pitchFamily="18" charset="0"/>
              </a:rPr>
              <a:t>this</a:t>
            </a:r>
            <a:r>
              <a:rPr sz="2200" spc="-45" dirty="0" smtClean="0">
                <a:solidFill>
                  <a:srgbClr val="002060"/>
                </a:solidFill>
                <a:latin typeface="Times New Roman" panose="02020603050405020304" pitchFamily="18" charset="0"/>
                <a:cs typeface="Times New Roman" panose="02020603050405020304" pitchFamily="18" charset="0"/>
              </a:rPr>
              <a:t> </a:t>
            </a:r>
            <a:r>
              <a:rPr sz="2200" spc="-83" dirty="0">
                <a:solidFill>
                  <a:srgbClr val="002060"/>
                </a:solidFill>
                <a:latin typeface="Times New Roman" panose="02020603050405020304" pitchFamily="18" charset="0"/>
                <a:cs typeface="Times New Roman" panose="02020603050405020304" pitchFamily="18" charset="0"/>
              </a:rPr>
              <a:t>extra</a:t>
            </a:r>
            <a:r>
              <a:rPr sz="2200" spc="-45" dirty="0">
                <a:solidFill>
                  <a:srgbClr val="002060"/>
                </a:solidFill>
                <a:latin typeface="Times New Roman" panose="02020603050405020304" pitchFamily="18" charset="0"/>
                <a:cs typeface="Times New Roman" panose="02020603050405020304" pitchFamily="18" charset="0"/>
              </a:rPr>
              <a:t> </a:t>
            </a:r>
            <a:r>
              <a:rPr sz="2200" spc="-127" dirty="0">
                <a:solidFill>
                  <a:srgbClr val="002060"/>
                </a:solidFill>
                <a:latin typeface="Times New Roman" panose="02020603050405020304" pitchFamily="18" charset="0"/>
                <a:cs typeface="Times New Roman" panose="02020603050405020304" pitchFamily="18" charset="0"/>
              </a:rPr>
              <a:t>layer</a:t>
            </a:r>
            <a:r>
              <a:rPr sz="2200" spc="-45" dirty="0">
                <a:solidFill>
                  <a:srgbClr val="002060"/>
                </a:solidFill>
                <a:latin typeface="Times New Roman" panose="02020603050405020304" pitchFamily="18" charset="0"/>
                <a:cs typeface="Times New Roman" panose="02020603050405020304" pitchFamily="18" charset="0"/>
              </a:rPr>
              <a:t> </a:t>
            </a:r>
            <a:r>
              <a:rPr sz="2200" spc="-109" dirty="0">
                <a:solidFill>
                  <a:srgbClr val="002060"/>
                </a:solidFill>
                <a:latin typeface="Times New Roman" panose="02020603050405020304" pitchFamily="18" charset="0"/>
                <a:cs typeface="Times New Roman" panose="02020603050405020304" pitchFamily="18" charset="0"/>
              </a:rPr>
              <a:t>between</a:t>
            </a:r>
            <a:r>
              <a:rPr sz="2200" spc="-49" dirty="0">
                <a:solidFill>
                  <a:srgbClr val="002060"/>
                </a:solidFill>
                <a:latin typeface="Times New Roman" panose="02020603050405020304" pitchFamily="18" charset="0"/>
                <a:cs typeface="Times New Roman" panose="02020603050405020304" pitchFamily="18" charset="0"/>
              </a:rPr>
              <a:t> </a:t>
            </a:r>
            <a:r>
              <a:rPr sz="2200" spc="-109" dirty="0">
                <a:solidFill>
                  <a:srgbClr val="002060"/>
                </a:solidFill>
                <a:latin typeface="Times New Roman" panose="02020603050405020304" pitchFamily="18" charset="0"/>
                <a:cs typeface="Times New Roman" panose="02020603050405020304" pitchFamily="18" charset="0"/>
              </a:rPr>
              <a:t>the</a:t>
            </a:r>
            <a:r>
              <a:rPr sz="2200" spc="-38" dirty="0">
                <a:solidFill>
                  <a:srgbClr val="002060"/>
                </a:solidFill>
                <a:latin typeface="Times New Roman" panose="02020603050405020304" pitchFamily="18" charset="0"/>
                <a:cs typeface="Times New Roman" panose="02020603050405020304" pitchFamily="18" charset="0"/>
              </a:rPr>
              <a:t> </a:t>
            </a:r>
            <a:r>
              <a:rPr sz="2200" spc="-64" dirty="0">
                <a:solidFill>
                  <a:srgbClr val="002060"/>
                </a:solidFill>
                <a:latin typeface="Times New Roman" panose="02020603050405020304" pitchFamily="18" charset="0"/>
                <a:cs typeface="Times New Roman" panose="02020603050405020304" pitchFamily="18" charset="0"/>
              </a:rPr>
              <a:t>hypervisor</a:t>
            </a:r>
            <a:r>
              <a:rPr sz="2200" spc="-49" dirty="0">
                <a:solidFill>
                  <a:srgbClr val="002060"/>
                </a:solidFill>
                <a:latin typeface="Times New Roman" panose="02020603050405020304" pitchFamily="18" charset="0"/>
                <a:cs typeface="Times New Roman" panose="02020603050405020304" pitchFamily="18" charset="0"/>
              </a:rPr>
              <a:t> </a:t>
            </a:r>
            <a:r>
              <a:rPr sz="2200" spc="-127" dirty="0">
                <a:solidFill>
                  <a:srgbClr val="002060"/>
                </a:solidFill>
                <a:latin typeface="Times New Roman" panose="02020603050405020304" pitchFamily="18" charset="0"/>
                <a:cs typeface="Times New Roman" panose="02020603050405020304" pitchFamily="18" charset="0"/>
              </a:rPr>
              <a:t>itself</a:t>
            </a:r>
            <a:r>
              <a:rPr sz="2200" spc="-34" dirty="0">
                <a:solidFill>
                  <a:srgbClr val="002060"/>
                </a:solidFill>
                <a:latin typeface="Times New Roman" panose="02020603050405020304" pitchFamily="18" charset="0"/>
                <a:cs typeface="Times New Roman" panose="02020603050405020304" pitchFamily="18" charset="0"/>
              </a:rPr>
              <a:t> </a:t>
            </a:r>
            <a:r>
              <a:rPr sz="2200" spc="-116" dirty="0">
                <a:solidFill>
                  <a:srgbClr val="002060"/>
                </a:solidFill>
                <a:latin typeface="Times New Roman" panose="02020603050405020304" pitchFamily="18" charset="0"/>
                <a:cs typeface="Times New Roman" panose="02020603050405020304" pitchFamily="18" charset="0"/>
              </a:rPr>
              <a:t>and</a:t>
            </a:r>
            <a:r>
              <a:rPr sz="2200" spc="-49" dirty="0">
                <a:solidFill>
                  <a:srgbClr val="002060"/>
                </a:solidFill>
                <a:latin typeface="Times New Roman" panose="02020603050405020304" pitchFamily="18" charset="0"/>
                <a:cs typeface="Times New Roman" panose="02020603050405020304" pitchFamily="18" charset="0"/>
              </a:rPr>
              <a:t> </a:t>
            </a:r>
            <a:r>
              <a:rPr sz="2200" spc="-109" dirty="0">
                <a:solidFill>
                  <a:srgbClr val="002060"/>
                </a:solidFill>
                <a:latin typeface="Times New Roman" panose="02020603050405020304" pitchFamily="18" charset="0"/>
                <a:cs typeface="Times New Roman" panose="02020603050405020304" pitchFamily="18" charset="0"/>
              </a:rPr>
              <a:t>the</a:t>
            </a:r>
            <a:r>
              <a:rPr sz="2200" spc="-41" dirty="0">
                <a:solidFill>
                  <a:srgbClr val="002060"/>
                </a:solidFill>
                <a:latin typeface="Times New Roman" panose="02020603050405020304" pitchFamily="18" charset="0"/>
                <a:cs typeface="Times New Roman" panose="02020603050405020304" pitchFamily="18" charset="0"/>
              </a:rPr>
              <a:t> </a:t>
            </a:r>
            <a:r>
              <a:rPr sz="2200" spc="-109" dirty="0">
                <a:solidFill>
                  <a:srgbClr val="002060"/>
                </a:solidFill>
                <a:latin typeface="Times New Roman" panose="02020603050405020304" pitchFamily="18" charset="0"/>
                <a:cs typeface="Times New Roman" panose="02020603050405020304" pitchFamily="18" charset="0"/>
              </a:rPr>
              <a:t>hardware.</a:t>
            </a:r>
            <a:endParaRPr sz="2200"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24869353"/>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93527" y="439515"/>
            <a:ext cx="7141976" cy="392255"/>
          </a:xfrm>
          <a:prstGeom prst="rect">
            <a:avLst/>
          </a:prstGeom>
        </p:spPr>
        <p:txBody>
          <a:bodyPr spcFirstLastPara="1" vert="horz" wrap="square" lIns="0" tIns="10001" rIns="0" bIns="0" rtlCol="0" anchor="ctr" anchorCtr="0">
            <a:spAutoFit/>
          </a:bodyPr>
          <a:lstStyle/>
          <a:p>
            <a:pPr marL="9525">
              <a:spcBef>
                <a:spcPts val="79"/>
              </a:spcBef>
            </a:pPr>
            <a:r>
              <a:rPr sz="2400" spc="203" dirty="0"/>
              <a:t>TYPE</a:t>
            </a:r>
            <a:r>
              <a:rPr sz="2400" spc="-86" dirty="0"/>
              <a:t> </a:t>
            </a:r>
            <a:r>
              <a:rPr sz="2400" spc="-83" dirty="0"/>
              <a:t>2 </a:t>
            </a:r>
            <a:r>
              <a:rPr lang="en-IN" sz="2400" spc="-83" dirty="0" smtClean="0"/>
              <a:t> </a:t>
            </a:r>
            <a:r>
              <a:rPr sz="2400" spc="206" dirty="0" smtClean="0"/>
              <a:t>HYPERVISORS</a:t>
            </a:r>
            <a:endParaRPr sz="2400" dirty="0"/>
          </a:p>
        </p:txBody>
      </p:sp>
      <p:sp>
        <p:nvSpPr>
          <p:cNvPr id="3" name="object 3"/>
          <p:cNvSpPr txBox="1"/>
          <p:nvPr/>
        </p:nvSpPr>
        <p:spPr>
          <a:xfrm>
            <a:off x="795526" y="925622"/>
            <a:ext cx="7808145" cy="3822970"/>
          </a:xfrm>
          <a:prstGeom prst="rect">
            <a:avLst/>
          </a:prstGeom>
        </p:spPr>
        <p:txBody>
          <a:bodyPr vert="horz" wrap="square" lIns="0" tIns="9525" rIns="0" bIns="0" rtlCol="0">
            <a:spAutoFit/>
          </a:bodyPr>
          <a:lstStyle/>
          <a:p>
            <a:pPr marL="180499" marR="3810" indent="-171450" algn="just">
              <a:lnSpc>
                <a:spcPct val="120000"/>
              </a:lnSpc>
              <a:spcBef>
                <a:spcPts val="75"/>
              </a:spcBef>
              <a:buClr>
                <a:srgbClr val="B71E42"/>
              </a:buClr>
              <a:buFont typeface="Arial MT"/>
              <a:buChar char="•"/>
              <a:tabLst>
                <a:tab pos="180975" algn="l"/>
              </a:tabLst>
            </a:pPr>
            <a:r>
              <a:rPr sz="2200" spc="-127" dirty="0">
                <a:solidFill>
                  <a:srgbClr val="002060"/>
                </a:solidFill>
                <a:latin typeface="Times New Roman" panose="02020603050405020304" pitchFamily="18" charset="0"/>
                <a:cs typeface="Times New Roman" panose="02020603050405020304" pitchFamily="18" charset="0"/>
              </a:rPr>
              <a:t>Type</a:t>
            </a:r>
            <a:r>
              <a:rPr sz="2200" spc="-124" dirty="0">
                <a:solidFill>
                  <a:srgbClr val="002060"/>
                </a:solidFill>
                <a:latin typeface="Times New Roman" panose="02020603050405020304" pitchFamily="18" charset="0"/>
                <a:cs typeface="Times New Roman" panose="02020603050405020304" pitchFamily="18" charset="0"/>
              </a:rPr>
              <a:t> </a:t>
            </a:r>
            <a:r>
              <a:rPr sz="2200" spc="-45" dirty="0">
                <a:solidFill>
                  <a:srgbClr val="002060"/>
                </a:solidFill>
                <a:latin typeface="Times New Roman" panose="02020603050405020304" pitchFamily="18" charset="0"/>
                <a:cs typeface="Times New Roman" panose="02020603050405020304" pitchFamily="18" charset="0"/>
              </a:rPr>
              <a:t>2 </a:t>
            </a:r>
            <a:r>
              <a:rPr sz="2200" spc="-60" dirty="0">
                <a:solidFill>
                  <a:srgbClr val="002060"/>
                </a:solidFill>
                <a:latin typeface="Times New Roman" panose="02020603050405020304" pitchFamily="18" charset="0"/>
                <a:cs typeface="Times New Roman" panose="02020603050405020304" pitchFamily="18" charset="0"/>
              </a:rPr>
              <a:t>hypervisors </a:t>
            </a:r>
            <a:r>
              <a:rPr sz="2200" spc="-109" dirty="0">
                <a:solidFill>
                  <a:srgbClr val="002060"/>
                </a:solidFill>
                <a:latin typeface="Times New Roman" panose="02020603050405020304" pitchFamily="18" charset="0"/>
                <a:cs typeface="Times New Roman" panose="02020603050405020304" pitchFamily="18" charset="0"/>
              </a:rPr>
              <a:t>are</a:t>
            </a:r>
            <a:r>
              <a:rPr sz="2200" spc="-105" dirty="0">
                <a:solidFill>
                  <a:srgbClr val="002060"/>
                </a:solidFill>
                <a:latin typeface="Times New Roman" panose="02020603050405020304" pitchFamily="18" charset="0"/>
                <a:cs typeface="Times New Roman" panose="02020603050405020304" pitchFamily="18" charset="0"/>
              </a:rPr>
              <a:t> </a:t>
            </a:r>
            <a:r>
              <a:rPr sz="2200" spc="-83" dirty="0">
                <a:solidFill>
                  <a:srgbClr val="002060"/>
                </a:solidFill>
                <a:latin typeface="Times New Roman" panose="02020603050405020304" pitchFamily="18" charset="0"/>
                <a:cs typeface="Times New Roman" panose="02020603050405020304" pitchFamily="18" charset="0"/>
              </a:rPr>
              <a:t>also </a:t>
            </a:r>
            <a:r>
              <a:rPr sz="2200" spc="-86" dirty="0">
                <a:solidFill>
                  <a:srgbClr val="002060"/>
                </a:solidFill>
                <a:latin typeface="Times New Roman" panose="02020603050405020304" pitchFamily="18" charset="0"/>
                <a:cs typeface="Times New Roman" panose="02020603050405020304" pitchFamily="18" charset="0"/>
              </a:rPr>
              <a:t>less </a:t>
            </a:r>
            <a:r>
              <a:rPr sz="2200" spc="-120" dirty="0">
                <a:solidFill>
                  <a:srgbClr val="002060"/>
                </a:solidFill>
                <a:latin typeface="Times New Roman" panose="02020603050405020304" pitchFamily="18" charset="0"/>
                <a:cs typeface="Times New Roman" panose="02020603050405020304" pitchFamily="18" charset="0"/>
              </a:rPr>
              <a:t>reliable</a:t>
            </a:r>
            <a:r>
              <a:rPr sz="2200" spc="-116" dirty="0">
                <a:solidFill>
                  <a:srgbClr val="002060"/>
                </a:solidFill>
                <a:latin typeface="Times New Roman" panose="02020603050405020304" pitchFamily="18" charset="0"/>
                <a:cs typeface="Times New Roman" panose="02020603050405020304" pitchFamily="18" charset="0"/>
              </a:rPr>
              <a:t> </a:t>
            </a:r>
            <a:r>
              <a:rPr sz="2200" spc="-109" dirty="0">
                <a:solidFill>
                  <a:srgbClr val="002060"/>
                </a:solidFill>
                <a:latin typeface="Times New Roman" panose="02020603050405020304" pitchFamily="18" charset="0"/>
                <a:cs typeface="Times New Roman" panose="02020603050405020304" pitchFamily="18" charset="0"/>
              </a:rPr>
              <a:t>because</a:t>
            </a:r>
            <a:r>
              <a:rPr sz="2200" spc="-105" dirty="0">
                <a:solidFill>
                  <a:srgbClr val="002060"/>
                </a:solidFill>
                <a:latin typeface="Times New Roman" panose="02020603050405020304" pitchFamily="18" charset="0"/>
                <a:cs typeface="Times New Roman" panose="02020603050405020304" pitchFamily="18" charset="0"/>
              </a:rPr>
              <a:t> </a:t>
            </a:r>
            <a:r>
              <a:rPr sz="2200" spc="-94" dirty="0">
                <a:solidFill>
                  <a:srgbClr val="002060"/>
                </a:solidFill>
                <a:latin typeface="Times New Roman" panose="02020603050405020304" pitchFamily="18" charset="0"/>
                <a:cs typeface="Times New Roman" panose="02020603050405020304" pitchFamily="18" charset="0"/>
              </a:rPr>
              <a:t>there </a:t>
            </a:r>
            <a:r>
              <a:rPr sz="2200" spc="-109" dirty="0">
                <a:solidFill>
                  <a:srgbClr val="002060"/>
                </a:solidFill>
                <a:latin typeface="Times New Roman" panose="02020603050405020304" pitchFamily="18" charset="0"/>
                <a:cs typeface="Times New Roman" panose="02020603050405020304" pitchFamily="18" charset="0"/>
              </a:rPr>
              <a:t>are</a:t>
            </a:r>
            <a:r>
              <a:rPr sz="2200" spc="323" dirty="0">
                <a:solidFill>
                  <a:srgbClr val="002060"/>
                </a:solidFill>
                <a:latin typeface="Times New Roman" panose="02020603050405020304" pitchFamily="18" charset="0"/>
                <a:cs typeface="Times New Roman" panose="02020603050405020304" pitchFamily="18" charset="0"/>
              </a:rPr>
              <a:t> </a:t>
            </a:r>
            <a:r>
              <a:rPr sz="2200" spc="-60" dirty="0">
                <a:solidFill>
                  <a:srgbClr val="002060"/>
                </a:solidFill>
                <a:latin typeface="Times New Roman" panose="02020603050405020304" pitchFamily="18" charset="0"/>
                <a:cs typeface="Times New Roman" panose="02020603050405020304" pitchFamily="18" charset="0"/>
              </a:rPr>
              <a:t>more </a:t>
            </a:r>
            <a:r>
              <a:rPr sz="2200" spc="-79" dirty="0">
                <a:solidFill>
                  <a:srgbClr val="002060"/>
                </a:solidFill>
                <a:latin typeface="Times New Roman" panose="02020603050405020304" pitchFamily="18" charset="0"/>
                <a:cs typeface="Times New Roman" panose="02020603050405020304" pitchFamily="18" charset="0"/>
              </a:rPr>
              <a:t>points </a:t>
            </a:r>
            <a:r>
              <a:rPr sz="2200" spc="-101" dirty="0">
                <a:solidFill>
                  <a:srgbClr val="002060"/>
                </a:solidFill>
                <a:latin typeface="Times New Roman" panose="02020603050405020304" pitchFamily="18" charset="0"/>
                <a:cs typeface="Times New Roman" panose="02020603050405020304" pitchFamily="18" charset="0"/>
              </a:rPr>
              <a:t>of </a:t>
            </a:r>
            <a:r>
              <a:rPr sz="2200" spc="-98" dirty="0">
                <a:solidFill>
                  <a:srgbClr val="002060"/>
                </a:solidFill>
                <a:latin typeface="Times New Roman" panose="02020603050405020304" pitchFamily="18" charset="0"/>
                <a:cs typeface="Times New Roman" panose="02020603050405020304" pitchFamily="18" charset="0"/>
              </a:rPr>
              <a:t> </a:t>
            </a:r>
            <a:r>
              <a:rPr sz="2200" spc="-146" dirty="0">
                <a:solidFill>
                  <a:srgbClr val="002060"/>
                </a:solidFill>
                <a:latin typeface="Times New Roman" panose="02020603050405020304" pitchFamily="18" charset="0"/>
                <a:cs typeface="Times New Roman" panose="02020603050405020304" pitchFamily="18" charset="0"/>
              </a:rPr>
              <a:t>failure: </a:t>
            </a:r>
            <a:r>
              <a:rPr sz="2200" spc="-120" dirty="0">
                <a:solidFill>
                  <a:srgbClr val="002060"/>
                </a:solidFill>
                <a:latin typeface="Times New Roman" panose="02020603050405020304" pitchFamily="18" charset="0"/>
                <a:cs typeface="Times New Roman" panose="02020603050405020304" pitchFamily="18" charset="0"/>
              </a:rPr>
              <a:t>anything </a:t>
            </a:r>
            <a:r>
              <a:rPr sz="2200" spc="-124" dirty="0">
                <a:solidFill>
                  <a:srgbClr val="002060"/>
                </a:solidFill>
                <a:latin typeface="Times New Roman" panose="02020603050405020304" pitchFamily="18" charset="0"/>
                <a:cs typeface="Times New Roman" panose="02020603050405020304" pitchFamily="18" charset="0"/>
              </a:rPr>
              <a:t>that </a:t>
            </a:r>
            <a:r>
              <a:rPr sz="2200" spc="-146" dirty="0">
                <a:solidFill>
                  <a:srgbClr val="002060"/>
                </a:solidFill>
                <a:latin typeface="Times New Roman" panose="02020603050405020304" pitchFamily="18" charset="0"/>
                <a:cs typeface="Times New Roman" panose="02020603050405020304" pitchFamily="18" charset="0"/>
              </a:rPr>
              <a:t>affects </a:t>
            </a:r>
            <a:r>
              <a:rPr sz="2200" spc="-109" dirty="0">
                <a:solidFill>
                  <a:srgbClr val="002060"/>
                </a:solidFill>
                <a:latin typeface="Times New Roman" panose="02020603050405020304" pitchFamily="18" charset="0"/>
                <a:cs typeface="Times New Roman" panose="02020603050405020304" pitchFamily="18" charset="0"/>
              </a:rPr>
              <a:t>the </a:t>
            </a:r>
            <a:r>
              <a:rPr sz="2200" spc="-139" dirty="0">
                <a:solidFill>
                  <a:srgbClr val="002060"/>
                </a:solidFill>
                <a:latin typeface="Times New Roman" panose="02020603050405020304" pitchFamily="18" charset="0"/>
                <a:cs typeface="Times New Roman" panose="02020603050405020304" pitchFamily="18" charset="0"/>
              </a:rPr>
              <a:t>availability </a:t>
            </a:r>
            <a:r>
              <a:rPr sz="2200" spc="-98" dirty="0">
                <a:solidFill>
                  <a:srgbClr val="002060"/>
                </a:solidFill>
                <a:latin typeface="Times New Roman" panose="02020603050405020304" pitchFamily="18" charset="0"/>
                <a:cs typeface="Times New Roman" panose="02020603050405020304" pitchFamily="18" charset="0"/>
              </a:rPr>
              <a:t>of </a:t>
            </a:r>
            <a:r>
              <a:rPr sz="2200" spc="-109" dirty="0">
                <a:solidFill>
                  <a:srgbClr val="002060"/>
                </a:solidFill>
                <a:latin typeface="Times New Roman" panose="02020603050405020304" pitchFamily="18" charset="0"/>
                <a:cs typeface="Times New Roman" panose="02020603050405020304" pitchFamily="18" charset="0"/>
              </a:rPr>
              <a:t>the </a:t>
            </a:r>
            <a:r>
              <a:rPr sz="2200" spc="-98" dirty="0">
                <a:solidFill>
                  <a:srgbClr val="002060"/>
                </a:solidFill>
                <a:latin typeface="Times New Roman" panose="02020603050405020304" pitchFamily="18" charset="0"/>
                <a:cs typeface="Times New Roman" panose="02020603050405020304" pitchFamily="18" charset="0"/>
              </a:rPr>
              <a:t>underlying </a:t>
            </a:r>
            <a:r>
              <a:rPr sz="2200" spc="-94" dirty="0">
                <a:solidFill>
                  <a:srgbClr val="002060"/>
                </a:solidFill>
                <a:latin typeface="Times New Roman" panose="02020603050405020304" pitchFamily="18" charset="0"/>
                <a:cs typeface="Times New Roman" panose="02020603050405020304" pitchFamily="18" charset="0"/>
              </a:rPr>
              <a:t>operating </a:t>
            </a:r>
            <a:r>
              <a:rPr sz="2200" spc="-86" dirty="0">
                <a:solidFill>
                  <a:srgbClr val="002060"/>
                </a:solidFill>
                <a:latin typeface="Times New Roman" panose="02020603050405020304" pitchFamily="18" charset="0"/>
                <a:cs typeface="Times New Roman" panose="02020603050405020304" pitchFamily="18" charset="0"/>
              </a:rPr>
              <a:t>system </a:t>
            </a:r>
            <a:r>
              <a:rPr sz="2200" spc="-83" dirty="0">
                <a:solidFill>
                  <a:srgbClr val="002060"/>
                </a:solidFill>
                <a:latin typeface="Times New Roman" panose="02020603050405020304" pitchFamily="18" charset="0"/>
                <a:cs typeface="Times New Roman" panose="02020603050405020304" pitchFamily="18" charset="0"/>
              </a:rPr>
              <a:t> also</a:t>
            </a:r>
            <a:r>
              <a:rPr sz="2200" spc="-49" dirty="0">
                <a:solidFill>
                  <a:srgbClr val="002060"/>
                </a:solidFill>
                <a:latin typeface="Times New Roman" panose="02020603050405020304" pitchFamily="18" charset="0"/>
                <a:cs typeface="Times New Roman" panose="02020603050405020304" pitchFamily="18" charset="0"/>
              </a:rPr>
              <a:t> </a:t>
            </a:r>
            <a:r>
              <a:rPr sz="2200" spc="-124" dirty="0">
                <a:solidFill>
                  <a:srgbClr val="002060"/>
                </a:solidFill>
                <a:latin typeface="Times New Roman" panose="02020603050405020304" pitchFamily="18" charset="0"/>
                <a:cs typeface="Times New Roman" panose="02020603050405020304" pitchFamily="18" charset="0"/>
              </a:rPr>
              <a:t>can</a:t>
            </a:r>
            <a:r>
              <a:rPr sz="2200" spc="-49" dirty="0">
                <a:solidFill>
                  <a:srgbClr val="002060"/>
                </a:solidFill>
                <a:latin typeface="Times New Roman" panose="02020603050405020304" pitchFamily="18" charset="0"/>
                <a:cs typeface="Times New Roman" panose="02020603050405020304" pitchFamily="18" charset="0"/>
              </a:rPr>
              <a:t> </a:t>
            </a:r>
            <a:r>
              <a:rPr sz="2200" spc="-124" dirty="0">
                <a:solidFill>
                  <a:srgbClr val="002060"/>
                </a:solidFill>
                <a:latin typeface="Times New Roman" panose="02020603050405020304" pitchFamily="18" charset="0"/>
                <a:cs typeface="Times New Roman" panose="02020603050405020304" pitchFamily="18" charset="0"/>
              </a:rPr>
              <a:t>impact</a:t>
            </a:r>
            <a:r>
              <a:rPr sz="2200" spc="-41" dirty="0">
                <a:solidFill>
                  <a:srgbClr val="002060"/>
                </a:solidFill>
                <a:latin typeface="Times New Roman" panose="02020603050405020304" pitchFamily="18" charset="0"/>
                <a:cs typeface="Times New Roman" panose="02020603050405020304" pitchFamily="18" charset="0"/>
              </a:rPr>
              <a:t> </a:t>
            </a:r>
            <a:r>
              <a:rPr sz="2200" spc="-105" dirty="0">
                <a:solidFill>
                  <a:srgbClr val="002060"/>
                </a:solidFill>
                <a:latin typeface="Times New Roman" panose="02020603050405020304" pitchFamily="18" charset="0"/>
                <a:cs typeface="Times New Roman" panose="02020603050405020304" pitchFamily="18" charset="0"/>
              </a:rPr>
              <a:t>the</a:t>
            </a:r>
            <a:r>
              <a:rPr sz="2200" spc="-56" dirty="0">
                <a:solidFill>
                  <a:srgbClr val="002060"/>
                </a:solidFill>
                <a:latin typeface="Times New Roman" panose="02020603050405020304" pitchFamily="18" charset="0"/>
                <a:cs typeface="Times New Roman" panose="02020603050405020304" pitchFamily="18" charset="0"/>
              </a:rPr>
              <a:t> </a:t>
            </a:r>
            <a:r>
              <a:rPr sz="2200" spc="-64" dirty="0">
                <a:solidFill>
                  <a:srgbClr val="002060"/>
                </a:solidFill>
                <a:latin typeface="Times New Roman" panose="02020603050405020304" pitchFamily="18" charset="0"/>
                <a:cs typeface="Times New Roman" panose="02020603050405020304" pitchFamily="18" charset="0"/>
              </a:rPr>
              <a:t>hypervisor</a:t>
            </a:r>
            <a:r>
              <a:rPr sz="2200" spc="-49" dirty="0">
                <a:solidFill>
                  <a:srgbClr val="002060"/>
                </a:solidFill>
                <a:latin typeface="Times New Roman" panose="02020603050405020304" pitchFamily="18" charset="0"/>
                <a:cs typeface="Times New Roman" panose="02020603050405020304" pitchFamily="18" charset="0"/>
              </a:rPr>
              <a:t> </a:t>
            </a:r>
            <a:r>
              <a:rPr sz="2200" spc="-116" dirty="0">
                <a:solidFill>
                  <a:srgbClr val="002060"/>
                </a:solidFill>
                <a:latin typeface="Times New Roman" panose="02020603050405020304" pitchFamily="18" charset="0"/>
                <a:cs typeface="Times New Roman" panose="02020603050405020304" pitchFamily="18" charset="0"/>
              </a:rPr>
              <a:t>and</a:t>
            </a:r>
            <a:r>
              <a:rPr sz="2200" spc="-45" dirty="0">
                <a:solidFill>
                  <a:srgbClr val="002060"/>
                </a:solidFill>
                <a:latin typeface="Times New Roman" panose="02020603050405020304" pitchFamily="18" charset="0"/>
                <a:cs typeface="Times New Roman" panose="02020603050405020304" pitchFamily="18" charset="0"/>
              </a:rPr>
              <a:t> </a:t>
            </a:r>
            <a:r>
              <a:rPr sz="2200" spc="-105" dirty="0">
                <a:solidFill>
                  <a:srgbClr val="002060"/>
                </a:solidFill>
                <a:latin typeface="Times New Roman" panose="02020603050405020304" pitchFamily="18" charset="0"/>
                <a:cs typeface="Times New Roman" panose="02020603050405020304" pitchFamily="18" charset="0"/>
              </a:rPr>
              <a:t>the</a:t>
            </a:r>
            <a:r>
              <a:rPr sz="2200" spc="-56" dirty="0">
                <a:solidFill>
                  <a:srgbClr val="002060"/>
                </a:solidFill>
                <a:latin typeface="Times New Roman" panose="02020603050405020304" pitchFamily="18" charset="0"/>
                <a:cs typeface="Times New Roman" panose="02020603050405020304" pitchFamily="18" charset="0"/>
              </a:rPr>
              <a:t> </a:t>
            </a:r>
            <a:r>
              <a:rPr sz="2200" spc="-90" dirty="0">
                <a:solidFill>
                  <a:srgbClr val="002060"/>
                </a:solidFill>
                <a:latin typeface="Times New Roman" panose="02020603050405020304" pitchFamily="18" charset="0"/>
                <a:cs typeface="Times New Roman" panose="02020603050405020304" pitchFamily="18" charset="0"/>
              </a:rPr>
              <a:t>guests</a:t>
            </a:r>
            <a:r>
              <a:rPr sz="2200" spc="-41" dirty="0">
                <a:solidFill>
                  <a:srgbClr val="002060"/>
                </a:solidFill>
                <a:latin typeface="Times New Roman" panose="02020603050405020304" pitchFamily="18" charset="0"/>
                <a:cs typeface="Times New Roman" panose="02020603050405020304" pitchFamily="18" charset="0"/>
              </a:rPr>
              <a:t> </a:t>
            </a:r>
            <a:r>
              <a:rPr sz="2200" spc="-116" dirty="0">
                <a:solidFill>
                  <a:srgbClr val="002060"/>
                </a:solidFill>
                <a:latin typeface="Times New Roman" panose="02020603050405020304" pitchFamily="18" charset="0"/>
                <a:cs typeface="Times New Roman" panose="02020603050405020304" pitchFamily="18" charset="0"/>
              </a:rPr>
              <a:t>it</a:t>
            </a:r>
            <a:r>
              <a:rPr sz="2200" spc="-56" dirty="0">
                <a:solidFill>
                  <a:srgbClr val="002060"/>
                </a:solidFill>
                <a:latin typeface="Times New Roman" panose="02020603050405020304" pitchFamily="18" charset="0"/>
                <a:cs typeface="Times New Roman" panose="02020603050405020304" pitchFamily="18" charset="0"/>
              </a:rPr>
              <a:t> </a:t>
            </a:r>
            <a:r>
              <a:rPr sz="2200" spc="-75" dirty="0">
                <a:solidFill>
                  <a:srgbClr val="002060"/>
                </a:solidFill>
                <a:latin typeface="Times New Roman" panose="02020603050405020304" pitchFamily="18" charset="0"/>
                <a:cs typeface="Times New Roman" panose="02020603050405020304" pitchFamily="18" charset="0"/>
              </a:rPr>
              <a:t>supports.</a:t>
            </a:r>
            <a:endParaRPr sz="2200" dirty="0">
              <a:solidFill>
                <a:srgbClr val="002060"/>
              </a:solidFill>
              <a:latin typeface="Times New Roman" panose="02020603050405020304" pitchFamily="18" charset="0"/>
              <a:cs typeface="Times New Roman" panose="02020603050405020304" pitchFamily="18" charset="0"/>
            </a:endParaRPr>
          </a:p>
          <a:p>
            <a:pPr marL="180499" marR="5239" indent="-171450" algn="just">
              <a:lnSpc>
                <a:spcPct val="120000"/>
              </a:lnSpc>
              <a:spcBef>
                <a:spcPts val="746"/>
              </a:spcBef>
              <a:buClr>
                <a:srgbClr val="B71E42"/>
              </a:buClr>
              <a:buFont typeface="Arial MT"/>
              <a:buChar char="•"/>
              <a:tabLst>
                <a:tab pos="180975" algn="l"/>
              </a:tabLst>
            </a:pPr>
            <a:r>
              <a:rPr sz="2200" spc="-30" dirty="0">
                <a:solidFill>
                  <a:srgbClr val="002060"/>
                </a:solidFill>
                <a:latin typeface="Times New Roman" panose="02020603050405020304" pitchFamily="18" charset="0"/>
                <a:cs typeface="Times New Roman" panose="02020603050405020304" pitchFamily="18" charset="0"/>
              </a:rPr>
              <a:t>For </a:t>
            </a:r>
            <a:r>
              <a:rPr sz="2200" spc="-127" dirty="0">
                <a:solidFill>
                  <a:srgbClr val="002060"/>
                </a:solidFill>
                <a:latin typeface="Times New Roman" panose="02020603050405020304" pitchFamily="18" charset="0"/>
                <a:cs typeface="Times New Roman" panose="02020603050405020304" pitchFamily="18" charset="0"/>
              </a:rPr>
              <a:t>example, </a:t>
            </a:r>
            <a:r>
              <a:rPr sz="2200" spc="-98" dirty="0">
                <a:solidFill>
                  <a:srgbClr val="002060"/>
                </a:solidFill>
                <a:latin typeface="Times New Roman" panose="02020603050405020304" pitchFamily="18" charset="0"/>
                <a:cs typeface="Times New Roman" panose="02020603050405020304" pitchFamily="18" charset="0"/>
              </a:rPr>
              <a:t>standard </a:t>
            </a:r>
            <a:r>
              <a:rPr sz="2200" spc="-94" dirty="0">
                <a:solidFill>
                  <a:srgbClr val="002060"/>
                </a:solidFill>
                <a:latin typeface="Times New Roman" panose="02020603050405020304" pitchFamily="18" charset="0"/>
                <a:cs typeface="Times New Roman" panose="02020603050405020304" pitchFamily="18" charset="0"/>
              </a:rPr>
              <a:t>operating </a:t>
            </a:r>
            <a:r>
              <a:rPr sz="2200" spc="-86" dirty="0">
                <a:solidFill>
                  <a:srgbClr val="002060"/>
                </a:solidFill>
                <a:latin typeface="Times New Roman" panose="02020603050405020304" pitchFamily="18" charset="0"/>
                <a:cs typeface="Times New Roman" panose="02020603050405020304" pitchFamily="18" charset="0"/>
              </a:rPr>
              <a:t>system </a:t>
            </a:r>
            <a:r>
              <a:rPr sz="2200" spc="-109" dirty="0">
                <a:solidFill>
                  <a:srgbClr val="002060"/>
                </a:solidFill>
                <a:latin typeface="Times New Roman" panose="02020603050405020304" pitchFamily="18" charset="0"/>
                <a:cs typeface="Times New Roman" panose="02020603050405020304" pitchFamily="18" charset="0"/>
              </a:rPr>
              <a:t>patches </a:t>
            </a:r>
            <a:r>
              <a:rPr sz="2200" spc="-124" dirty="0">
                <a:solidFill>
                  <a:srgbClr val="002060"/>
                </a:solidFill>
                <a:latin typeface="Times New Roman" panose="02020603050405020304" pitchFamily="18" charset="0"/>
                <a:cs typeface="Times New Roman" panose="02020603050405020304" pitchFamily="18" charset="0"/>
              </a:rPr>
              <a:t>that </a:t>
            </a:r>
            <a:r>
              <a:rPr sz="2200" spc="-90" dirty="0">
                <a:solidFill>
                  <a:srgbClr val="002060"/>
                </a:solidFill>
                <a:latin typeface="Times New Roman" panose="02020603050405020304" pitchFamily="18" charset="0"/>
                <a:cs typeface="Times New Roman" panose="02020603050405020304" pitchFamily="18" charset="0"/>
              </a:rPr>
              <a:t>require </a:t>
            </a:r>
            <a:r>
              <a:rPr sz="2200" spc="-180" dirty="0">
                <a:solidFill>
                  <a:srgbClr val="002060"/>
                </a:solidFill>
                <a:latin typeface="Times New Roman" panose="02020603050405020304" pitchFamily="18" charset="0"/>
                <a:cs typeface="Times New Roman" panose="02020603050405020304" pitchFamily="18" charset="0"/>
              </a:rPr>
              <a:t>a </a:t>
            </a:r>
            <a:r>
              <a:rPr sz="2200" spc="-86" dirty="0">
                <a:solidFill>
                  <a:srgbClr val="002060"/>
                </a:solidFill>
                <a:latin typeface="Times New Roman" panose="02020603050405020304" pitchFamily="18" charset="0"/>
                <a:cs typeface="Times New Roman" panose="02020603050405020304" pitchFamily="18" charset="0"/>
              </a:rPr>
              <a:t>system </a:t>
            </a:r>
            <a:r>
              <a:rPr sz="2200" spc="-56" dirty="0">
                <a:solidFill>
                  <a:srgbClr val="002060"/>
                </a:solidFill>
                <a:latin typeface="Times New Roman" panose="02020603050405020304" pitchFamily="18" charset="0"/>
                <a:cs typeface="Times New Roman" panose="02020603050405020304" pitchFamily="18" charset="0"/>
              </a:rPr>
              <a:t>reboot </a:t>
            </a:r>
            <a:r>
              <a:rPr sz="2200" spc="-53" dirty="0">
                <a:solidFill>
                  <a:srgbClr val="002060"/>
                </a:solidFill>
                <a:latin typeface="Times New Roman" panose="02020603050405020304" pitchFamily="18" charset="0"/>
                <a:cs typeface="Times New Roman" panose="02020603050405020304" pitchFamily="18" charset="0"/>
              </a:rPr>
              <a:t> </a:t>
            </a:r>
            <a:r>
              <a:rPr sz="2200" spc="-75" dirty="0">
                <a:solidFill>
                  <a:srgbClr val="002060"/>
                </a:solidFill>
                <a:latin typeface="Times New Roman" panose="02020603050405020304" pitchFamily="18" charset="0"/>
                <a:cs typeface="Times New Roman" panose="02020603050405020304" pitchFamily="18" charset="0"/>
              </a:rPr>
              <a:t>would</a:t>
            </a:r>
            <a:r>
              <a:rPr sz="2200" spc="-49" dirty="0">
                <a:solidFill>
                  <a:srgbClr val="002060"/>
                </a:solidFill>
                <a:latin typeface="Times New Roman" panose="02020603050405020304" pitchFamily="18" charset="0"/>
                <a:cs typeface="Times New Roman" panose="02020603050405020304" pitchFamily="18" charset="0"/>
              </a:rPr>
              <a:t> </a:t>
            </a:r>
            <a:r>
              <a:rPr sz="2200" spc="-83" dirty="0">
                <a:solidFill>
                  <a:srgbClr val="002060"/>
                </a:solidFill>
                <a:latin typeface="Times New Roman" panose="02020603050405020304" pitchFamily="18" charset="0"/>
                <a:cs typeface="Times New Roman" panose="02020603050405020304" pitchFamily="18" charset="0"/>
              </a:rPr>
              <a:t>also</a:t>
            </a:r>
            <a:r>
              <a:rPr sz="2200" spc="-45" dirty="0">
                <a:solidFill>
                  <a:srgbClr val="002060"/>
                </a:solidFill>
                <a:latin typeface="Times New Roman" panose="02020603050405020304" pitchFamily="18" charset="0"/>
                <a:cs typeface="Times New Roman" panose="02020603050405020304" pitchFamily="18" charset="0"/>
              </a:rPr>
              <a:t> </a:t>
            </a:r>
            <a:r>
              <a:rPr sz="2200" spc="-94" dirty="0">
                <a:solidFill>
                  <a:srgbClr val="002060"/>
                </a:solidFill>
                <a:latin typeface="Times New Roman" panose="02020603050405020304" pitchFamily="18" charset="0"/>
                <a:cs typeface="Times New Roman" panose="02020603050405020304" pitchFamily="18" charset="0"/>
              </a:rPr>
              <a:t>force</a:t>
            </a:r>
            <a:r>
              <a:rPr sz="2200" spc="-45" dirty="0">
                <a:solidFill>
                  <a:srgbClr val="002060"/>
                </a:solidFill>
                <a:latin typeface="Times New Roman" panose="02020603050405020304" pitchFamily="18" charset="0"/>
                <a:cs typeface="Times New Roman" panose="02020603050405020304" pitchFamily="18" charset="0"/>
              </a:rPr>
              <a:t> </a:t>
            </a:r>
            <a:r>
              <a:rPr sz="2200" spc="-53" dirty="0">
                <a:solidFill>
                  <a:srgbClr val="002060"/>
                </a:solidFill>
                <a:latin typeface="Times New Roman" panose="02020603050405020304" pitchFamily="18" charset="0"/>
                <a:cs typeface="Times New Roman" panose="02020603050405020304" pitchFamily="18" charset="0"/>
              </a:rPr>
              <a:t>reboots</a:t>
            </a:r>
            <a:r>
              <a:rPr sz="2200" spc="-34" dirty="0">
                <a:solidFill>
                  <a:srgbClr val="002060"/>
                </a:solidFill>
                <a:latin typeface="Times New Roman" panose="02020603050405020304" pitchFamily="18" charset="0"/>
                <a:cs typeface="Times New Roman" panose="02020603050405020304" pitchFamily="18" charset="0"/>
              </a:rPr>
              <a:t> </a:t>
            </a:r>
            <a:r>
              <a:rPr sz="2200" spc="-98" dirty="0">
                <a:solidFill>
                  <a:srgbClr val="002060"/>
                </a:solidFill>
                <a:latin typeface="Times New Roman" panose="02020603050405020304" pitchFamily="18" charset="0"/>
                <a:cs typeface="Times New Roman" panose="02020603050405020304" pitchFamily="18" charset="0"/>
              </a:rPr>
              <a:t>of</a:t>
            </a:r>
            <a:r>
              <a:rPr sz="2200" spc="-41" dirty="0">
                <a:solidFill>
                  <a:srgbClr val="002060"/>
                </a:solidFill>
                <a:latin typeface="Times New Roman" panose="02020603050405020304" pitchFamily="18" charset="0"/>
                <a:cs typeface="Times New Roman" panose="02020603050405020304" pitchFamily="18" charset="0"/>
              </a:rPr>
              <a:t> </a:t>
            </a:r>
            <a:r>
              <a:rPr sz="2200" spc="-150" dirty="0">
                <a:solidFill>
                  <a:srgbClr val="002060"/>
                </a:solidFill>
                <a:latin typeface="Times New Roman" panose="02020603050405020304" pitchFamily="18" charset="0"/>
                <a:cs typeface="Times New Roman" panose="02020603050405020304" pitchFamily="18" charset="0"/>
              </a:rPr>
              <a:t>all</a:t>
            </a:r>
            <a:r>
              <a:rPr sz="2200" spc="-49" dirty="0">
                <a:solidFill>
                  <a:srgbClr val="002060"/>
                </a:solidFill>
                <a:latin typeface="Times New Roman" panose="02020603050405020304" pitchFamily="18" charset="0"/>
                <a:cs typeface="Times New Roman" panose="02020603050405020304" pitchFamily="18" charset="0"/>
              </a:rPr>
              <a:t> </a:t>
            </a:r>
            <a:r>
              <a:rPr sz="2200" spc="-109" dirty="0">
                <a:solidFill>
                  <a:srgbClr val="002060"/>
                </a:solidFill>
                <a:latin typeface="Times New Roman" panose="02020603050405020304" pitchFamily="18" charset="0"/>
                <a:cs typeface="Times New Roman" panose="02020603050405020304" pitchFamily="18" charset="0"/>
              </a:rPr>
              <a:t>the</a:t>
            </a:r>
            <a:r>
              <a:rPr sz="2200" spc="-45" dirty="0">
                <a:solidFill>
                  <a:srgbClr val="002060"/>
                </a:solidFill>
                <a:latin typeface="Times New Roman" panose="02020603050405020304" pitchFamily="18" charset="0"/>
                <a:cs typeface="Times New Roman" panose="02020603050405020304" pitchFamily="18" charset="0"/>
              </a:rPr>
              <a:t> </a:t>
            </a:r>
            <a:r>
              <a:rPr sz="2200" spc="-98" dirty="0">
                <a:solidFill>
                  <a:srgbClr val="002060"/>
                </a:solidFill>
                <a:latin typeface="Times New Roman" panose="02020603050405020304" pitchFamily="18" charset="0"/>
                <a:cs typeface="Times New Roman" panose="02020603050405020304" pitchFamily="18" charset="0"/>
              </a:rPr>
              <a:t>virtual</a:t>
            </a:r>
            <a:r>
              <a:rPr sz="2200" spc="-56" dirty="0">
                <a:solidFill>
                  <a:srgbClr val="002060"/>
                </a:solidFill>
                <a:latin typeface="Times New Roman" panose="02020603050405020304" pitchFamily="18" charset="0"/>
                <a:cs typeface="Times New Roman" panose="02020603050405020304" pitchFamily="18" charset="0"/>
              </a:rPr>
              <a:t> </a:t>
            </a:r>
            <a:r>
              <a:rPr sz="2200" spc="-105" dirty="0">
                <a:solidFill>
                  <a:srgbClr val="002060"/>
                </a:solidFill>
                <a:latin typeface="Times New Roman" panose="02020603050405020304" pitchFamily="18" charset="0"/>
                <a:cs typeface="Times New Roman" panose="02020603050405020304" pitchFamily="18" charset="0"/>
              </a:rPr>
              <a:t>machines</a:t>
            </a:r>
            <a:r>
              <a:rPr sz="2200" spc="-45" dirty="0">
                <a:solidFill>
                  <a:srgbClr val="002060"/>
                </a:solidFill>
                <a:latin typeface="Times New Roman" panose="02020603050405020304" pitchFamily="18" charset="0"/>
                <a:cs typeface="Times New Roman" panose="02020603050405020304" pitchFamily="18" charset="0"/>
              </a:rPr>
              <a:t> </a:t>
            </a:r>
            <a:r>
              <a:rPr sz="2200" spc="-30" dirty="0">
                <a:solidFill>
                  <a:srgbClr val="002060"/>
                </a:solidFill>
                <a:latin typeface="Times New Roman" panose="02020603050405020304" pitchFamily="18" charset="0"/>
                <a:cs typeface="Times New Roman" panose="02020603050405020304" pitchFamily="18" charset="0"/>
              </a:rPr>
              <a:t>on</a:t>
            </a:r>
            <a:r>
              <a:rPr sz="2200" spc="-41" dirty="0">
                <a:solidFill>
                  <a:srgbClr val="002060"/>
                </a:solidFill>
                <a:latin typeface="Times New Roman" panose="02020603050405020304" pitchFamily="18" charset="0"/>
                <a:cs typeface="Times New Roman" panose="02020603050405020304" pitchFamily="18" charset="0"/>
              </a:rPr>
              <a:t> </a:t>
            </a:r>
            <a:r>
              <a:rPr sz="2200" spc="-124" dirty="0">
                <a:solidFill>
                  <a:srgbClr val="002060"/>
                </a:solidFill>
                <a:latin typeface="Times New Roman" panose="02020603050405020304" pitchFamily="18" charset="0"/>
                <a:cs typeface="Times New Roman" panose="02020603050405020304" pitchFamily="18" charset="0"/>
              </a:rPr>
              <a:t>that</a:t>
            </a:r>
            <a:r>
              <a:rPr sz="2200" spc="-45" dirty="0">
                <a:solidFill>
                  <a:srgbClr val="002060"/>
                </a:solidFill>
                <a:latin typeface="Times New Roman" panose="02020603050405020304" pitchFamily="18" charset="0"/>
                <a:cs typeface="Times New Roman" panose="02020603050405020304" pitchFamily="18" charset="0"/>
              </a:rPr>
              <a:t> </a:t>
            </a:r>
            <a:r>
              <a:rPr sz="2200" spc="-98" dirty="0">
                <a:solidFill>
                  <a:srgbClr val="002060"/>
                </a:solidFill>
                <a:latin typeface="Times New Roman" panose="02020603050405020304" pitchFamily="18" charset="0"/>
                <a:cs typeface="Times New Roman" panose="02020603050405020304" pitchFamily="18" charset="0"/>
              </a:rPr>
              <a:t>host.</a:t>
            </a:r>
            <a:endParaRPr sz="2200" dirty="0">
              <a:solidFill>
                <a:srgbClr val="002060"/>
              </a:solidFill>
              <a:latin typeface="Times New Roman" panose="02020603050405020304" pitchFamily="18" charset="0"/>
              <a:cs typeface="Times New Roman" panose="02020603050405020304" pitchFamily="18" charset="0"/>
            </a:endParaRPr>
          </a:p>
          <a:p>
            <a:pPr marL="180499" marR="3810" indent="-171450" algn="just">
              <a:lnSpc>
                <a:spcPct val="120000"/>
              </a:lnSpc>
              <a:spcBef>
                <a:spcPts val="758"/>
              </a:spcBef>
              <a:buClr>
                <a:srgbClr val="B71E42"/>
              </a:buClr>
              <a:buFont typeface="Arial MT"/>
              <a:buChar char="•"/>
              <a:tabLst>
                <a:tab pos="180975" algn="l"/>
              </a:tabLst>
            </a:pPr>
            <a:r>
              <a:rPr sz="2200" spc="139" dirty="0">
                <a:solidFill>
                  <a:srgbClr val="002060"/>
                </a:solidFill>
                <a:latin typeface="Times New Roman" panose="02020603050405020304" pitchFamily="18" charset="0"/>
                <a:cs typeface="Times New Roman" panose="02020603050405020304" pitchFamily="18" charset="0"/>
              </a:rPr>
              <a:t>A </a:t>
            </a:r>
            <a:r>
              <a:rPr sz="2200" spc="-127" dirty="0">
                <a:solidFill>
                  <a:srgbClr val="002060"/>
                </a:solidFill>
                <a:latin typeface="Times New Roman" panose="02020603050405020304" pitchFamily="18" charset="0"/>
                <a:cs typeface="Times New Roman" panose="02020603050405020304" pitchFamily="18" charset="0"/>
              </a:rPr>
              <a:t>Type </a:t>
            </a:r>
            <a:r>
              <a:rPr sz="2200" spc="-45" dirty="0">
                <a:solidFill>
                  <a:srgbClr val="002060"/>
                </a:solidFill>
                <a:latin typeface="Times New Roman" panose="02020603050405020304" pitchFamily="18" charset="0"/>
                <a:cs typeface="Times New Roman" panose="02020603050405020304" pitchFamily="18" charset="0"/>
              </a:rPr>
              <a:t>2 </a:t>
            </a:r>
            <a:r>
              <a:rPr sz="2200" spc="-64" dirty="0">
                <a:solidFill>
                  <a:srgbClr val="002060"/>
                </a:solidFill>
                <a:latin typeface="Times New Roman" panose="02020603050405020304" pitchFamily="18" charset="0"/>
                <a:cs typeface="Times New Roman" panose="02020603050405020304" pitchFamily="18" charset="0"/>
              </a:rPr>
              <a:t>hypervisor </a:t>
            </a:r>
            <a:r>
              <a:rPr sz="2200" spc="-101" dirty="0">
                <a:solidFill>
                  <a:srgbClr val="002060"/>
                </a:solidFill>
                <a:latin typeface="Times New Roman" panose="02020603050405020304" pitchFamily="18" charset="0"/>
                <a:cs typeface="Times New Roman" panose="02020603050405020304" pitchFamily="18" charset="0"/>
              </a:rPr>
              <a:t>deployment </a:t>
            </a:r>
            <a:r>
              <a:rPr sz="2200" spc="-71" dirty="0">
                <a:solidFill>
                  <a:srgbClr val="002060"/>
                </a:solidFill>
                <a:latin typeface="Times New Roman" panose="02020603050405020304" pitchFamily="18" charset="0"/>
                <a:cs typeface="Times New Roman" panose="02020603050405020304" pitchFamily="18" charset="0"/>
              </a:rPr>
              <a:t>uses </a:t>
            </a:r>
            <a:r>
              <a:rPr sz="2200" spc="-60" dirty="0">
                <a:solidFill>
                  <a:srgbClr val="002060"/>
                </a:solidFill>
                <a:latin typeface="Times New Roman" panose="02020603050405020304" pitchFamily="18" charset="0"/>
                <a:cs typeface="Times New Roman" panose="02020603050405020304" pitchFamily="18" charset="0"/>
              </a:rPr>
              <a:t>more </a:t>
            </a:r>
            <a:r>
              <a:rPr sz="2200" spc="-116" dirty="0">
                <a:solidFill>
                  <a:srgbClr val="002060"/>
                </a:solidFill>
                <a:latin typeface="Times New Roman" panose="02020603050405020304" pitchFamily="18" charset="0"/>
                <a:cs typeface="Times New Roman" panose="02020603050405020304" pitchFamily="18" charset="0"/>
              </a:rPr>
              <a:t>physical </a:t>
            </a:r>
            <a:r>
              <a:rPr sz="2200" spc="-60" dirty="0">
                <a:solidFill>
                  <a:srgbClr val="002060"/>
                </a:solidFill>
                <a:latin typeface="Times New Roman" panose="02020603050405020304" pitchFamily="18" charset="0"/>
                <a:cs typeface="Times New Roman" panose="02020603050405020304" pitchFamily="18" charset="0"/>
              </a:rPr>
              <a:t>resources </a:t>
            </a:r>
            <a:r>
              <a:rPr sz="2200" spc="-116" dirty="0">
                <a:solidFill>
                  <a:srgbClr val="002060"/>
                </a:solidFill>
                <a:latin typeface="Times New Roman" panose="02020603050405020304" pitchFamily="18" charset="0"/>
                <a:cs typeface="Times New Roman" panose="02020603050405020304" pitchFamily="18" charset="0"/>
              </a:rPr>
              <a:t>than </a:t>
            </a:r>
            <a:r>
              <a:rPr sz="2200" spc="-180" dirty="0">
                <a:solidFill>
                  <a:srgbClr val="002060"/>
                </a:solidFill>
                <a:latin typeface="Times New Roman" panose="02020603050405020304" pitchFamily="18" charset="0"/>
                <a:cs typeface="Times New Roman" panose="02020603050405020304" pitchFamily="18" charset="0"/>
              </a:rPr>
              <a:t>a </a:t>
            </a:r>
            <a:r>
              <a:rPr sz="2200" spc="-127" dirty="0">
                <a:solidFill>
                  <a:srgbClr val="002060"/>
                </a:solidFill>
                <a:latin typeface="Times New Roman" panose="02020603050405020304" pitchFamily="18" charset="0"/>
                <a:cs typeface="Times New Roman" panose="02020603050405020304" pitchFamily="18" charset="0"/>
              </a:rPr>
              <a:t>Type </a:t>
            </a:r>
            <a:r>
              <a:rPr sz="2200" spc="-45" dirty="0">
                <a:solidFill>
                  <a:srgbClr val="002060"/>
                </a:solidFill>
                <a:latin typeface="Times New Roman" panose="02020603050405020304" pitchFamily="18" charset="0"/>
                <a:cs typeface="Times New Roman" panose="02020603050405020304" pitchFamily="18" charset="0"/>
              </a:rPr>
              <a:t>1 </a:t>
            </a:r>
            <a:r>
              <a:rPr sz="2200" spc="-41" dirty="0">
                <a:solidFill>
                  <a:srgbClr val="002060"/>
                </a:solidFill>
                <a:latin typeface="Times New Roman" panose="02020603050405020304" pitchFamily="18" charset="0"/>
                <a:cs typeface="Times New Roman" panose="02020603050405020304" pitchFamily="18" charset="0"/>
              </a:rPr>
              <a:t> </a:t>
            </a:r>
            <a:r>
              <a:rPr sz="2200" spc="-64" dirty="0">
                <a:solidFill>
                  <a:srgbClr val="002060"/>
                </a:solidFill>
                <a:latin typeface="Times New Roman" panose="02020603050405020304" pitchFamily="18" charset="0"/>
                <a:cs typeface="Times New Roman" panose="02020603050405020304" pitchFamily="18" charset="0"/>
              </a:rPr>
              <a:t>hypervisor </a:t>
            </a:r>
            <a:r>
              <a:rPr sz="2200" spc="-86" dirty="0">
                <a:solidFill>
                  <a:srgbClr val="002060"/>
                </a:solidFill>
                <a:latin typeface="Times New Roman" panose="02020603050405020304" pitchFamily="18" charset="0"/>
                <a:cs typeface="Times New Roman" panose="02020603050405020304" pitchFamily="18" charset="0"/>
              </a:rPr>
              <a:t>from </a:t>
            </a:r>
            <a:r>
              <a:rPr sz="2200" spc="-109" dirty="0">
                <a:solidFill>
                  <a:srgbClr val="002060"/>
                </a:solidFill>
                <a:latin typeface="Times New Roman" panose="02020603050405020304" pitchFamily="18" charset="0"/>
                <a:cs typeface="Times New Roman" panose="02020603050405020304" pitchFamily="18" charset="0"/>
              </a:rPr>
              <a:t>the </a:t>
            </a:r>
            <a:r>
              <a:rPr sz="2200" spc="-90" dirty="0">
                <a:solidFill>
                  <a:srgbClr val="002060"/>
                </a:solidFill>
                <a:latin typeface="Times New Roman" panose="02020603050405020304" pitchFamily="18" charset="0"/>
                <a:cs typeface="Times New Roman" panose="02020603050405020304" pitchFamily="18" charset="0"/>
              </a:rPr>
              <a:t>standpoint </a:t>
            </a:r>
            <a:r>
              <a:rPr sz="2200" spc="-124" dirty="0">
                <a:solidFill>
                  <a:srgbClr val="002060"/>
                </a:solidFill>
                <a:latin typeface="Times New Roman" panose="02020603050405020304" pitchFamily="18" charset="0"/>
                <a:cs typeface="Times New Roman" panose="02020603050405020304" pitchFamily="18" charset="0"/>
              </a:rPr>
              <a:t>that </a:t>
            </a:r>
            <a:r>
              <a:rPr sz="2200" spc="-109" dirty="0">
                <a:solidFill>
                  <a:srgbClr val="002060"/>
                </a:solidFill>
                <a:latin typeface="Times New Roman" panose="02020603050405020304" pitchFamily="18" charset="0"/>
                <a:cs typeface="Times New Roman" panose="02020603050405020304" pitchFamily="18" charset="0"/>
              </a:rPr>
              <a:t>the </a:t>
            </a:r>
            <a:r>
              <a:rPr sz="2200" spc="-98" dirty="0">
                <a:solidFill>
                  <a:srgbClr val="002060"/>
                </a:solidFill>
                <a:latin typeface="Times New Roman" panose="02020603050405020304" pitchFamily="18" charset="0"/>
                <a:cs typeface="Times New Roman" panose="02020603050405020304" pitchFamily="18" charset="0"/>
              </a:rPr>
              <a:t>underlying </a:t>
            </a:r>
            <a:r>
              <a:rPr sz="2200" spc="-94" dirty="0">
                <a:solidFill>
                  <a:srgbClr val="002060"/>
                </a:solidFill>
                <a:latin typeface="Times New Roman" panose="02020603050405020304" pitchFamily="18" charset="0"/>
                <a:cs typeface="Times New Roman" panose="02020603050405020304" pitchFamily="18" charset="0"/>
              </a:rPr>
              <a:t>operating </a:t>
            </a:r>
            <a:r>
              <a:rPr sz="2200" spc="-86" dirty="0">
                <a:solidFill>
                  <a:srgbClr val="002060"/>
                </a:solidFill>
                <a:latin typeface="Times New Roman" panose="02020603050405020304" pitchFamily="18" charset="0"/>
                <a:cs typeface="Times New Roman" panose="02020603050405020304" pitchFamily="18" charset="0"/>
              </a:rPr>
              <a:t>system </a:t>
            </a:r>
            <a:r>
              <a:rPr sz="2200" spc="-71" dirty="0">
                <a:solidFill>
                  <a:srgbClr val="002060"/>
                </a:solidFill>
                <a:latin typeface="Times New Roman" panose="02020603050405020304" pitchFamily="18" charset="0"/>
                <a:cs typeface="Times New Roman" panose="02020603050405020304" pitchFamily="18" charset="0"/>
              </a:rPr>
              <a:t>consumes </a:t>
            </a:r>
            <a:r>
              <a:rPr sz="2200" spc="-68" dirty="0">
                <a:solidFill>
                  <a:srgbClr val="002060"/>
                </a:solidFill>
                <a:latin typeface="Times New Roman" panose="02020603050405020304" pitchFamily="18" charset="0"/>
                <a:cs typeface="Times New Roman" panose="02020603050405020304" pitchFamily="18" charset="0"/>
              </a:rPr>
              <a:t> </a:t>
            </a:r>
            <a:r>
              <a:rPr sz="2200" spc="-86" dirty="0">
                <a:solidFill>
                  <a:srgbClr val="002060"/>
                </a:solidFill>
                <a:latin typeface="Times New Roman" panose="02020603050405020304" pitchFamily="18" charset="0"/>
                <a:cs typeface="Times New Roman" panose="02020603050405020304" pitchFamily="18" charset="0"/>
              </a:rPr>
              <a:t>system</a:t>
            </a:r>
            <a:r>
              <a:rPr sz="2200" spc="-45" dirty="0">
                <a:solidFill>
                  <a:srgbClr val="002060"/>
                </a:solidFill>
                <a:latin typeface="Times New Roman" panose="02020603050405020304" pitchFamily="18" charset="0"/>
                <a:cs typeface="Times New Roman" panose="02020603050405020304" pitchFamily="18" charset="0"/>
              </a:rPr>
              <a:t> </a:t>
            </a:r>
            <a:r>
              <a:rPr sz="2200" spc="-60" dirty="0">
                <a:solidFill>
                  <a:srgbClr val="002060"/>
                </a:solidFill>
                <a:latin typeface="Times New Roman" panose="02020603050405020304" pitchFamily="18" charset="0"/>
                <a:cs typeface="Times New Roman" panose="02020603050405020304" pitchFamily="18" charset="0"/>
              </a:rPr>
              <a:t>resources</a:t>
            </a:r>
            <a:r>
              <a:rPr sz="2200" spc="-38" dirty="0">
                <a:solidFill>
                  <a:srgbClr val="002060"/>
                </a:solidFill>
                <a:latin typeface="Times New Roman" panose="02020603050405020304" pitchFamily="18" charset="0"/>
                <a:cs typeface="Times New Roman" panose="02020603050405020304" pitchFamily="18" charset="0"/>
              </a:rPr>
              <a:t> </a:t>
            </a:r>
            <a:r>
              <a:rPr sz="2200" spc="-101" dirty="0">
                <a:solidFill>
                  <a:srgbClr val="002060"/>
                </a:solidFill>
                <a:latin typeface="Times New Roman" panose="02020603050405020304" pitchFamily="18" charset="0"/>
                <a:cs typeface="Times New Roman" panose="02020603050405020304" pitchFamily="18" charset="0"/>
              </a:rPr>
              <a:t>in</a:t>
            </a:r>
            <a:r>
              <a:rPr sz="2200" spc="-45" dirty="0">
                <a:solidFill>
                  <a:srgbClr val="002060"/>
                </a:solidFill>
                <a:latin typeface="Times New Roman" panose="02020603050405020304" pitchFamily="18" charset="0"/>
                <a:cs typeface="Times New Roman" panose="02020603050405020304" pitchFamily="18" charset="0"/>
              </a:rPr>
              <a:t> </a:t>
            </a:r>
            <a:r>
              <a:rPr sz="2200" spc="-98" dirty="0">
                <a:solidFill>
                  <a:srgbClr val="002060"/>
                </a:solidFill>
                <a:latin typeface="Times New Roman" panose="02020603050405020304" pitchFamily="18" charset="0"/>
                <a:cs typeface="Times New Roman" panose="02020603050405020304" pitchFamily="18" charset="0"/>
              </a:rPr>
              <a:t>addition</a:t>
            </a:r>
            <a:r>
              <a:rPr sz="2200" spc="-53" dirty="0">
                <a:solidFill>
                  <a:srgbClr val="002060"/>
                </a:solidFill>
                <a:latin typeface="Times New Roman" panose="02020603050405020304" pitchFamily="18" charset="0"/>
                <a:cs typeface="Times New Roman" panose="02020603050405020304" pitchFamily="18" charset="0"/>
              </a:rPr>
              <a:t> </a:t>
            </a:r>
            <a:r>
              <a:rPr sz="2200" spc="-45" dirty="0">
                <a:solidFill>
                  <a:srgbClr val="002060"/>
                </a:solidFill>
                <a:latin typeface="Times New Roman" panose="02020603050405020304" pitchFamily="18" charset="0"/>
                <a:cs typeface="Times New Roman" panose="02020603050405020304" pitchFamily="18" charset="0"/>
              </a:rPr>
              <a:t>to</a:t>
            </a:r>
            <a:r>
              <a:rPr sz="2200" spc="-41" dirty="0">
                <a:solidFill>
                  <a:srgbClr val="002060"/>
                </a:solidFill>
                <a:latin typeface="Times New Roman" panose="02020603050405020304" pitchFamily="18" charset="0"/>
                <a:cs typeface="Times New Roman" panose="02020603050405020304" pitchFamily="18" charset="0"/>
              </a:rPr>
              <a:t> </a:t>
            </a:r>
            <a:r>
              <a:rPr sz="2200" spc="-68" dirty="0">
                <a:solidFill>
                  <a:srgbClr val="002060"/>
                </a:solidFill>
                <a:latin typeface="Times New Roman" panose="02020603050405020304" pitchFamily="18" charset="0"/>
                <a:cs typeface="Times New Roman" panose="02020603050405020304" pitchFamily="18" charset="0"/>
              </a:rPr>
              <a:t>those</a:t>
            </a:r>
            <a:r>
              <a:rPr sz="2200" spc="-41" dirty="0">
                <a:solidFill>
                  <a:srgbClr val="002060"/>
                </a:solidFill>
                <a:latin typeface="Times New Roman" panose="02020603050405020304" pitchFamily="18" charset="0"/>
                <a:cs typeface="Times New Roman" panose="02020603050405020304" pitchFamily="18" charset="0"/>
              </a:rPr>
              <a:t> </a:t>
            </a:r>
            <a:r>
              <a:rPr sz="2200" spc="-75" dirty="0">
                <a:solidFill>
                  <a:srgbClr val="002060"/>
                </a:solidFill>
                <a:latin typeface="Times New Roman" panose="02020603050405020304" pitchFamily="18" charset="0"/>
                <a:cs typeface="Times New Roman" panose="02020603050405020304" pitchFamily="18" charset="0"/>
              </a:rPr>
              <a:t>consumed</a:t>
            </a:r>
            <a:r>
              <a:rPr sz="2200" spc="-45" dirty="0">
                <a:solidFill>
                  <a:srgbClr val="002060"/>
                </a:solidFill>
                <a:latin typeface="Times New Roman" panose="02020603050405020304" pitchFamily="18" charset="0"/>
                <a:cs typeface="Times New Roman" panose="02020603050405020304" pitchFamily="18" charset="0"/>
              </a:rPr>
              <a:t> </a:t>
            </a:r>
            <a:r>
              <a:rPr sz="2200" spc="-113" dirty="0">
                <a:solidFill>
                  <a:srgbClr val="002060"/>
                </a:solidFill>
                <a:latin typeface="Times New Roman" panose="02020603050405020304" pitchFamily="18" charset="0"/>
                <a:cs typeface="Times New Roman" panose="02020603050405020304" pitchFamily="18" charset="0"/>
              </a:rPr>
              <a:t>by</a:t>
            </a:r>
            <a:r>
              <a:rPr sz="2200" spc="-41" dirty="0">
                <a:solidFill>
                  <a:srgbClr val="002060"/>
                </a:solidFill>
                <a:latin typeface="Times New Roman" panose="02020603050405020304" pitchFamily="18" charset="0"/>
                <a:cs typeface="Times New Roman" panose="02020603050405020304" pitchFamily="18" charset="0"/>
              </a:rPr>
              <a:t> </a:t>
            </a:r>
            <a:r>
              <a:rPr sz="2200" spc="-109" dirty="0">
                <a:solidFill>
                  <a:srgbClr val="002060"/>
                </a:solidFill>
                <a:latin typeface="Times New Roman" panose="02020603050405020304" pitchFamily="18" charset="0"/>
                <a:cs typeface="Times New Roman" panose="02020603050405020304" pitchFamily="18" charset="0"/>
              </a:rPr>
              <a:t>the</a:t>
            </a:r>
            <a:r>
              <a:rPr sz="2200" spc="-49" dirty="0">
                <a:solidFill>
                  <a:srgbClr val="002060"/>
                </a:solidFill>
                <a:latin typeface="Times New Roman" panose="02020603050405020304" pitchFamily="18" charset="0"/>
                <a:cs typeface="Times New Roman" panose="02020603050405020304" pitchFamily="18" charset="0"/>
              </a:rPr>
              <a:t> </a:t>
            </a:r>
            <a:r>
              <a:rPr sz="2200" spc="-90" dirty="0">
                <a:solidFill>
                  <a:srgbClr val="002060"/>
                </a:solidFill>
                <a:latin typeface="Times New Roman" panose="02020603050405020304" pitchFamily="18" charset="0"/>
                <a:cs typeface="Times New Roman" panose="02020603050405020304" pitchFamily="18" charset="0"/>
              </a:rPr>
              <a:t>hypervisor’s</a:t>
            </a:r>
            <a:r>
              <a:rPr sz="2200" spc="-41" dirty="0">
                <a:solidFill>
                  <a:srgbClr val="002060"/>
                </a:solidFill>
                <a:latin typeface="Times New Roman" panose="02020603050405020304" pitchFamily="18" charset="0"/>
                <a:cs typeface="Times New Roman" panose="02020603050405020304" pitchFamily="18" charset="0"/>
              </a:rPr>
              <a:t> </a:t>
            </a:r>
            <a:r>
              <a:rPr sz="2200" spc="-127" dirty="0">
                <a:solidFill>
                  <a:srgbClr val="002060"/>
                </a:solidFill>
                <a:latin typeface="Times New Roman" panose="02020603050405020304" pitchFamily="18" charset="0"/>
                <a:cs typeface="Times New Roman" panose="02020603050405020304" pitchFamily="18" charset="0"/>
              </a:rPr>
              <a:t>activities.</a:t>
            </a:r>
            <a:endParaRPr sz="2200"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32342085"/>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97352" y="616160"/>
            <a:ext cx="7141976" cy="392255"/>
          </a:xfrm>
          <a:prstGeom prst="rect">
            <a:avLst/>
          </a:prstGeom>
        </p:spPr>
        <p:txBody>
          <a:bodyPr spcFirstLastPara="1" vert="horz" wrap="square" lIns="0" tIns="10001" rIns="0" bIns="0" rtlCol="0" anchor="ctr" anchorCtr="0">
            <a:spAutoFit/>
          </a:bodyPr>
          <a:lstStyle/>
          <a:p>
            <a:pPr marL="9525">
              <a:spcBef>
                <a:spcPts val="79"/>
              </a:spcBef>
            </a:pPr>
            <a:r>
              <a:rPr sz="2400" spc="203" dirty="0"/>
              <a:t>TYPE</a:t>
            </a:r>
            <a:r>
              <a:rPr sz="2400" spc="-86" dirty="0"/>
              <a:t> </a:t>
            </a:r>
            <a:r>
              <a:rPr sz="2400" spc="-83" dirty="0"/>
              <a:t>2 </a:t>
            </a:r>
            <a:r>
              <a:rPr lang="en-IN" sz="2400" spc="-83" dirty="0" smtClean="0"/>
              <a:t> </a:t>
            </a:r>
            <a:r>
              <a:rPr sz="2400" spc="206" dirty="0" smtClean="0"/>
              <a:t>HYPERVISORS</a:t>
            </a:r>
            <a:endParaRPr sz="2400" dirty="0"/>
          </a:p>
        </p:txBody>
      </p:sp>
      <p:sp>
        <p:nvSpPr>
          <p:cNvPr id="3" name="object 3"/>
          <p:cNvSpPr txBox="1"/>
          <p:nvPr/>
        </p:nvSpPr>
        <p:spPr>
          <a:xfrm>
            <a:off x="1054340" y="1240605"/>
            <a:ext cx="7085648" cy="3349507"/>
          </a:xfrm>
          <a:prstGeom prst="rect">
            <a:avLst/>
          </a:prstGeom>
        </p:spPr>
        <p:txBody>
          <a:bodyPr vert="horz" wrap="square" lIns="0" tIns="9525" rIns="0" bIns="0" rtlCol="0">
            <a:spAutoFit/>
          </a:bodyPr>
          <a:lstStyle/>
          <a:p>
            <a:pPr marL="180499" marR="4286" indent="-171450" algn="just">
              <a:lnSpc>
                <a:spcPct val="120000"/>
              </a:lnSpc>
              <a:spcBef>
                <a:spcPts val="75"/>
              </a:spcBef>
              <a:buClr>
                <a:srgbClr val="B71E42"/>
              </a:buClr>
              <a:buFont typeface="Arial MT"/>
              <a:buChar char="•"/>
              <a:tabLst>
                <a:tab pos="180975" algn="l"/>
              </a:tabLst>
            </a:pPr>
            <a:r>
              <a:rPr sz="2200" spc="-127" dirty="0">
                <a:solidFill>
                  <a:srgbClr val="002060"/>
                </a:solidFill>
                <a:latin typeface="Times New Roman" panose="02020603050405020304" pitchFamily="18" charset="0"/>
                <a:cs typeface="Times New Roman" panose="02020603050405020304" pitchFamily="18" charset="0"/>
              </a:rPr>
              <a:t>Type</a:t>
            </a:r>
            <a:r>
              <a:rPr sz="2200" spc="-124" dirty="0">
                <a:solidFill>
                  <a:srgbClr val="002060"/>
                </a:solidFill>
                <a:latin typeface="Times New Roman" panose="02020603050405020304" pitchFamily="18" charset="0"/>
                <a:cs typeface="Times New Roman" panose="02020603050405020304" pitchFamily="18" charset="0"/>
              </a:rPr>
              <a:t> </a:t>
            </a:r>
            <a:r>
              <a:rPr sz="2200" spc="-45" dirty="0">
                <a:solidFill>
                  <a:srgbClr val="002060"/>
                </a:solidFill>
                <a:latin typeface="Times New Roman" panose="02020603050405020304" pitchFamily="18" charset="0"/>
                <a:cs typeface="Times New Roman" panose="02020603050405020304" pitchFamily="18" charset="0"/>
              </a:rPr>
              <a:t>2</a:t>
            </a:r>
            <a:r>
              <a:rPr sz="2200" spc="-41" dirty="0">
                <a:solidFill>
                  <a:srgbClr val="002060"/>
                </a:solidFill>
                <a:latin typeface="Times New Roman" panose="02020603050405020304" pitchFamily="18" charset="0"/>
                <a:cs typeface="Times New Roman" panose="02020603050405020304" pitchFamily="18" charset="0"/>
              </a:rPr>
              <a:t> </a:t>
            </a:r>
            <a:r>
              <a:rPr sz="2200" spc="-64" dirty="0">
                <a:solidFill>
                  <a:srgbClr val="002060"/>
                </a:solidFill>
                <a:latin typeface="Times New Roman" panose="02020603050405020304" pitchFamily="18" charset="0"/>
                <a:cs typeface="Times New Roman" panose="02020603050405020304" pitchFamily="18" charset="0"/>
              </a:rPr>
              <a:t>hypervisors</a:t>
            </a:r>
            <a:r>
              <a:rPr sz="2200" spc="-60" dirty="0">
                <a:solidFill>
                  <a:srgbClr val="002060"/>
                </a:solidFill>
                <a:latin typeface="Times New Roman" panose="02020603050405020304" pitchFamily="18" charset="0"/>
                <a:cs typeface="Times New Roman" panose="02020603050405020304" pitchFamily="18" charset="0"/>
              </a:rPr>
              <a:t> </a:t>
            </a:r>
            <a:r>
              <a:rPr sz="2200" spc="-109" dirty="0">
                <a:solidFill>
                  <a:srgbClr val="002060"/>
                </a:solidFill>
                <a:latin typeface="Times New Roman" panose="02020603050405020304" pitchFamily="18" charset="0"/>
                <a:cs typeface="Times New Roman" panose="02020603050405020304" pitchFamily="18" charset="0"/>
              </a:rPr>
              <a:t>are</a:t>
            </a:r>
            <a:r>
              <a:rPr sz="2200" spc="-105" dirty="0">
                <a:solidFill>
                  <a:srgbClr val="002060"/>
                </a:solidFill>
                <a:latin typeface="Times New Roman" panose="02020603050405020304" pitchFamily="18" charset="0"/>
                <a:cs typeface="Times New Roman" panose="02020603050405020304" pitchFamily="18" charset="0"/>
              </a:rPr>
              <a:t> </a:t>
            </a:r>
            <a:r>
              <a:rPr sz="2200" spc="-124" dirty="0">
                <a:solidFill>
                  <a:srgbClr val="002060"/>
                </a:solidFill>
                <a:latin typeface="Times New Roman" panose="02020603050405020304" pitchFamily="18" charset="0"/>
                <a:cs typeface="Times New Roman" panose="02020603050405020304" pitchFamily="18" charset="0"/>
              </a:rPr>
              <a:t>typically</a:t>
            </a:r>
            <a:r>
              <a:rPr sz="2200" spc="-120" dirty="0">
                <a:solidFill>
                  <a:srgbClr val="002060"/>
                </a:solidFill>
                <a:latin typeface="Times New Roman" panose="02020603050405020304" pitchFamily="18" charset="0"/>
                <a:cs typeface="Times New Roman" panose="02020603050405020304" pitchFamily="18" charset="0"/>
              </a:rPr>
              <a:t> </a:t>
            </a:r>
            <a:r>
              <a:rPr sz="2200" spc="-83" dirty="0">
                <a:solidFill>
                  <a:srgbClr val="002060"/>
                </a:solidFill>
                <a:latin typeface="Times New Roman" panose="02020603050405020304" pitchFamily="18" charset="0"/>
                <a:cs typeface="Times New Roman" panose="02020603050405020304" pitchFamily="18" charset="0"/>
              </a:rPr>
              <a:t>used</a:t>
            </a:r>
            <a:r>
              <a:rPr sz="2200" spc="-79" dirty="0">
                <a:solidFill>
                  <a:srgbClr val="002060"/>
                </a:solidFill>
                <a:latin typeface="Times New Roman" panose="02020603050405020304" pitchFamily="18" charset="0"/>
                <a:cs typeface="Times New Roman" panose="02020603050405020304" pitchFamily="18" charset="0"/>
              </a:rPr>
              <a:t> </a:t>
            </a:r>
            <a:r>
              <a:rPr sz="2200" spc="-101" dirty="0">
                <a:solidFill>
                  <a:srgbClr val="002060"/>
                </a:solidFill>
                <a:latin typeface="Times New Roman" panose="02020603050405020304" pitchFamily="18" charset="0"/>
                <a:cs typeface="Times New Roman" panose="02020603050405020304" pitchFamily="18" charset="0"/>
              </a:rPr>
              <a:t>in</a:t>
            </a:r>
            <a:r>
              <a:rPr sz="2200" spc="-98" dirty="0">
                <a:solidFill>
                  <a:srgbClr val="002060"/>
                </a:solidFill>
                <a:latin typeface="Times New Roman" panose="02020603050405020304" pitchFamily="18" charset="0"/>
                <a:cs typeface="Times New Roman" panose="02020603050405020304" pitchFamily="18" charset="0"/>
              </a:rPr>
              <a:t> </a:t>
            </a:r>
            <a:r>
              <a:rPr sz="2200" spc="-71" dirty="0">
                <a:solidFill>
                  <a:srgbClr val="002060"/>
                </a:solidFill>
                <a:latin typeface="Times New Roman" panose="02020603050405020304" pitchFamily="18" charset="0"/>
                <a:cs typeface="Times New Roman" panose="02020603050405020304" pitchFamily="18" charset="0"/>
              </a:rPr>
              <a:t>desktop</a:t>
            </a:r>
            <a:r>
              <a:rPr sz="2200" spc="401" dirty="0">
                <a:solidFill>
                  <a:srgbClr val="002060"/>
                </a:solidFill>
                <a:latin typeface="Times New Roman" panose="02020603050405020304" pitchFamily="18" charset="0"/>
                <a:cs typeface="Times New Roman" panose="02020603050405020304" pitchFamily="18" charset="0"/>
              </a:rPr>
              <a:t> </a:t>
            </a:r>
            <a:r>
              <a:rPr sz="2200" spc="-105" dirty="0">
                <a:solidFill>
                  <a:srgbClr val="002060"/>
                </a:solidFill>
                <a:latin typeface="Times New Roman" panose="02020603050405020304" pitchFamily="18" charset="0"/>
                <a:cs typeface="Times New Roman" panose="02020603050405020304" pitchFamily="18" charset="0"/>
              </a:rPr>
              <a:t>development </a:t>
            </a:r>
            <a:r>
              <a:rPr sz="2200" spc="-101" dirty="0">
                <a:solidFill>
                  <a:srgbClr val="002060"/>
                </a:solidFill>
                <a:latin typeface="Times New Roman" panose="02020603050405020304" pitchFamily="18" charset="0"/>
                <a:cs typeface="Times New Roman" panose="02020603050405020304" pitchFamily="18" charset="0"/>
              </a:rPr>
              <a:t> </a:t>
            </a:r>
            <a:r>
              <a:rPr sz="2200" spc="-86" dirty="0">
                <a:solidFill>
                  <a:srgbClr val="002060"/>
                </a:solidFill>
                <a:latin typeface="Times New Roman" panose="02020603050405020304" pitchFamily="18" charset="0"/>
                <a:cs typeface="Times New Roman" panose="02020603050405020304" pitchFamily="18" charset="0"/>
              </a:rPr>
              <a:t>environments </a:t>
            </a:r>
            <a:r>
              <a:rPr sz="2200" spc="-90" dirty="0">
                <a:solidFill>
                  <a:srgbClr val="002060"/>
                </a:solidFill>
                <a:latin typeface="Times New Roman" panose="02020603050405020304" pitchFamily="18" charset="0"/>
                <a:cs typeface="Times New Roman" panose="02020603050405020304" pitchFamily="18" charset="0"/>
              </a:rPr>
              <a:t>when </a:t>
            </a:r>
            <a:r>
              <a:rPr sz="2200" spc="-180" dirty="0">
                <a:solidFill>
                  <a:srgbClr val="002060"/>
                </a:solidFill>
                <a:latin typeface="Times New Roman" panose="02020603050405020304" pitchFamily="18" charset="0"/>
                <a:cs typeface="Times New Roman" panose="02020603050405020304" pitchFamily="18" charset="0"/>
              </a:rPr>
              <a:t>a </a:t>
            </a:r>
            <a:r>
              <a:rPr sz="2200" spc="-109" dirty="0">
                <a:solidFill>
                  <a:srgbClr val="002060"/>
                </a:solidFill>
                <a:latin typeface="Times New Roman" panose="02020603050405020304" pitchFamily="18" charset="0"/>
                <a:cs typeface="Times New Roman" panose="02020603050405020304" pitchFamily="18" charset="0"/>
              </a:rPr>
              <a:t>single </a:t>
            </a:r>
            <a:r>
              <a:rPr sz="2200" spc="-94" dirty="0">
                <a:solidFill>
                  <a:srgbClr val="002060"/>
                </a:solidFill>
                <a:latin typeface="Times New Roman" panose="02020603050405020304" pitchFamily="18" charset="0"/>
                <a:cs typeface="Times New Roman" panose="02020603050405020304" pitchFamily="18" charset="0"/>
              </a:rPr>
              <a:t>developer </a:t>
            </a:r>
            <a:r>
              <a:rPr sz="2200" spc="-79" dirty="0">
                <a:solidFill>
                  <a:srgbClr val="002060"/>
                </a:solidFill>
                <a:latin typeface="Times New Roman" panose="02020603050405020304" pitchFamily="18" charset="0"/>
                <a:cs typeface="Times New Roman" panose="02020603050405020304" pitchFamily="18" charset="0"/>
              </a:rPr>
              <a:t>is </a:t>
            </a:r>
            <a:r>
              <a:rPr sz="2200" spc="-64" dirty="0">
                <a:solidFill>
                  <a:srgbClr val="002060"/>
                </a:solidFill>
                <a:latin typeface="Times New Roman" panose="02020603050405020304" pitchFamily="18" charset="0"/>
                <a:cs typeface="Times New Roman" panose="02020603050405020304" pitchFamily="18" charset="0"/>
              </a:rPr>
              <a:t>working </a:t>
            </a:r>
            <a:r>
              <a:rPr sz="2200" spc="-30" dirty="0">
                <a:solidFill>
                  <a:srgbClr val="002060"/>
                </a:solidFill>
                <a:latin typeface="Times New Roman" panose="02020603050405020304" pitchFamily="18" charset="0"/>
                <a:cs typeface="Times New Roman" panose="02020603050405020304" pitchFamily="18" charset="0"/>
              </a:rPr>
              <a:t>on </a:t>
            </a:r>
            <a:r>
              <a:rPr sz="2200" spc="-60" dirty="0">
                <a:solidFill>
                  <a:srgbClr val="002060"/>
                </a:solidFill>
                <a:latin typeface="Times New Roman" panose="02020603050405020304" pitchFamily="18" charset="0"/>
                <a:cs typeface="Times New Roman" panose="02020603050405020304" pitchFamily="18" charset="0"/>
              </a:rPr>
              <a:t>one </a:t>
            </a:r>
            <a:r>
              <a:rPr sz="2200" spc="15" dirty="0">
                <a:solidFill>
                  <a:srgbClr val="002060"/>
                </a:solidFill>
                <a:latin typeface="Times New Roman" panose="02020603050405020304" pitchFamily="18" charset="0"/>
                <a:cs typeface="Times New Roman" panose="02020603050405020304" pitchFamily="18" charset="0"/>
              </a:rPr>
              <a:t>or </a:t>
            </a:r>
            <a:r>
              <a:rPr sz="2200" spc="-60" dirty="0">
                <a:solidFill>
                  <a:srgbClr val="002060"/>
                </a:solidFill>
                <a:latin typeface="Times New Roman" panose="02020603050405020304" pitchFamily="18" charset="0"/>
                <a:cs typeface="Times New Roman" panose="02020603050405020304" pitchFamily="18" charset="0"/>
              </a:rPr>
              <a:t>more </a:t>
            </a:r>
            <a:r>
              <a:rPr sz="2200" spc="-101" dirty="0">
                <a:solidFill>
                  <a:srgbClr val="002060"/>
                </a:solidFill>
                <a:latin typeface="Times New Roman" panose="02020603050405020304" pitchFamily="18" charset="0"/>
                <a:cs typeface="Times New Roman" panose="02020603050405020304" pitchFamily="18" charset="0"/>
              </a:rPr>
              <a:t>virtual </a:t>
            </a:r>
            <a:r>
              <a:rPr sz="2200" spc="-98" dirty="0">
                <a:solidFill>
                  <a:srgbClr val="002060"/>
                </a:solidFill>
                <a:latin typeface="Times New Roman" panose="02020603050405020304" pitchFamily="18" charset="0"/>
                <a:cs typeface="Times New Roman" panose="02020603050405020304" pitchFamily="18" charset="0"/>
              </a:rPr>
              <a:t> </a:t>
            </a:r>
            <a:r>
              <a:rPr sz="2200" spc="-172" dirty="0">
                <a:solidFill>
                  <a:srgbClr val="002060"/>
                </a:solidFill>
                <a:latin typeface="Times New Roman" panose="02020603050405020304" pitchFamily="18" charset="0"/>
                <a:cs typeface="Times New Roman" panose="02020603050405020304" pitchFamily="18" charset="0"/>
              </a:rPr>
              <a:t>m</a:t>
            </a:r>
            <a:r>
              <a:rPr sz="2200" spc="-120" dirty="0">
                <a:solidFill>
                  <a:srgbClr val="002060"/>
                </a:solidFill>
                <a:latin typeface="Times New Roman" panose="02020603050405020304" pitchFamily="18" charset="0"/>
                <a:cs typeface="Times New Roman" panose="02020603050405020304" pitchFamily="18" charset="0"/>
              </a:rPr>
              <a:t>a</a:t>
            </a:r>
            <a:r>
              <a:rPr sz="2200" spc="-90" dirty="0">
                <a:solidFill>
                  <a:srgbClr val="002060"/>
                </a:solidFill>
                <a:latin typeface="Times New Roman" panose="02020603050405020304" pitchFamily="18" charset="0"/>
                <a:cs typeface="Times New Roman" panose="02020603050405020304" pitchFamily="18" charset="0"/>
              </a:rPr>
              <a:t>chines</a:t>
            </a:r>
            <a:r>
              <a:rPr sz="2200" spc="-45" dirty="0">
                <a:solidFill>
                  <a:srgbClr val="002060"/>
                </a:solidFill>
                <a:latin typeface="Times New Roman" panose="02020603050405020304" pitchFamily="18" charset="0"/>
                <a:cs typeface="Times New Roman" panose="02020603050405020304" pitchFamily="18" charset="0"/>
              </a:rPr>
              <a:t> </a:t>
            </a:r>
            <a:r>
              <a:rPr sz="2200" spc="-101" dirty="0">
                <a:solidFill>
                  <a:srgbClr val="002060"/>
                </a:solidFill>
                <a:latin typeface="Times New Roman" panose="02020603050405020304" pitchFamily="18" charset="0"/>
                <a:cs typeface="Times New Roman" panose="02020603050405020304" pitchFamily="18" charset="0"/>
              </a:rPr>
              <a:t>in</a:t>
            </a:r>
            <a:r>
              <a:rPr sz="2200" spc="-49" dirty="0">
                <a:solidFill>
                  <a:srgbClr val="002060"/>
                </a:solidFill>
                <a:latin typeface="Times New Roman" panose="02020603050405020304" pitchFamily="18" charset="0"/>
                <a:cs typeface="Times New Roman" panose="02020603050405020304" pitchFamily="18" charset="0"/>
              </a:rPr>
              <a:t> </a:t>
            </a:r>
            <a:r>
              <a:rPr sz="2200" spc="-109" dirty="0">
                <a:solidFill>
                  <a:srgbClr val="002060"/>
                </a:solidFill>
                <a:latin typeface="Times New Roman" panose="02020603050405020304" pitchFamily="18" charset="0"/>
                <a:cs typeface="Times New Roman" panose="02020603050405020304" pitchFamily="18" charset="0"/>
              </a:rPr>
              <a:t>building</a:t>
            </a:r>
            <a:r>
              <a:rPr sz="2200" spc="-53" dirty="0">
                <a:solidFill>
                  <a:srgbClr val="002060"/>
                </a:solidFill>
                <a:latin typeface="Times New Roman" panose="02020603050405020304" pitchFamily="18" charset="0"/>
                <a:cs typeface="Times New Roman" panose="02020603050405020304" pitchFamily="18" charset="0"/>
              </a:rPr>
              <a:t> </a:t>
            </a:r>
            <a:r>
              <a:rPr sz="2200" spc="-135" dirty="0">
                <a:solidFill>
                  <a:srgbClr val="002060"/>
                </a:solidFill>
                <a:latin typeface="Times New Roman" panose="02020603050405020304" pitchFamily="18" charset="0"/>
                <a:cs typeface="Times New Roman" panose="02020603050405020304" pitchFamily="18" charset="0"/>
              </a:rPr>
              <a:t>an</a:t>
            </a:r>
            <a:r>
              <a:rPr sz="2200" spc="-41" dirty="0">
                <a:solidFill>
                  <a:srgbClr val="002060"/>
                </a:solidFill>
                <a:latin typeface="Times New Roman" panose="02020603050405020304" pitchFamily="18" charset="0"/>
                <a:cs typeface="Times New Roman" panose="02020603050405020304" pitchFamily="18" charset="0"/>
              </a:rPr>
              <a:t> </a:t>
            </a:r>
            <a:r>
              <a:rPr sz="2200" spc="-203" dirty="0">
                <a:solidFill>
                  <a:srgbClr val="002060"/>
                </a:solidFill>
                <a:latin typeface="Times New Roman" panose="02020603050405020304" pitchFamily="18" charset="0"/>
                <a:cs typeface="Times New Roman" panose="02020603050405020304" pitchFamily="18" charset="0"/>
              </a:rPr>
              <a:t>a</a:t>
            </a:r>
            <a:r>
              <a:rPr sz="2200" spc="-101" dirty="0">
                <a:solidFill>
                  <a:srgbClr val="002060"/>
                </a:solidFill>
                <a:latin typeface="Times New Roman" panose="02020603050405020304" pitchFamily="18" charset="0"/>
                <a:cs typeface="Times New Roman" panose="02020603050405020304" pitchFamily="18" charset="0"/>
              </a:rPr>
              <a:t>pplicatio</a:t>
            </a:r>
            <a:r>
              <a:rPr sz="2200" spc="-131" dirty="0">
                <a:solidFill>
                  <a:srgbClr val="002060"/>
                </a:solidFill>
                <a:latin typeface="Times New Roman" panose="02020603050405020304" pitchFamily="18" charset="0"/>
                <a:cs typeface="Times New Roman" panose="02020603050405020304" pitchFamily="18" charset="0"/>
              </a:rPr>
              <a:t>n</a:t>
            </a:r>
            <a:r>
              <a:rPr sz="2200" spc="-266" dirty="0">
                <a:solidFill>
                  <a:srgbClr val="002060"/>
                </a:solidFill>
                <a:latin typeface="Times New Roman" panose="02020603050405020304" pitchFamily="18" charset="0"/>
                <a:cs typeface="Times New Roman" panose="02020603050405020304" pitchFamily="18" charset="0"/>
              </a:rPr>
              <a:t>.</a:t>
            </a:r>
            <a:endParaRPr sz="2200" dirty="0">
              <a:solidFill>
                <a:srgbClr val="002060"/>
              </a:solidFill>
              <a:latin typeface="Times New Roman" panose="02020603050405020304" pitchFamily="18" charset="0"/>
              <a:cs typeface="Times New Roman" panose="02020603050405020304" pitchFamily="18" charset="0"/>
            </a:endParaRPr>
          </a:p>
          <a:p>
            <a:pPr marL="180499" marR="3810" indent="-171450" algn="just">
              <a:lnSpc>
                <a:spcPct val="120000"/>
              </a:lnSpc>
              <a:spcBef>
                <a:spcPts val="746"/>
              </a:spcBef>
              <a:buClr>
                <a:srgbClr val="B71E42"/>
              </a:buClr>
              <a:buFont typeface="Arial MT"/>
              <a:buChar char="•"/>
              <a:tabLst>
                <a:tab pos="180975" algn="l"/>
              </a:tabLst>
            </a:pPr>
            <a:r>
              <a:rPr sz="2200" spc="-68" dirty="0">
                <a:solidFill>
                  <a:srgbClr val="002060"/>
                </a:solidFill>
                <a:latin typeface="Times New Roman" panose="02020603050405020304" pitchFamily="18" charset="0"/>
                <a:cs typeface="Times New Roman" panose="02020603050405020304" pitchFamily="18" charset="0"/>
              </a:rPr>
              <a:t>In </a:t>
            </a:r>
            <a:r>
              <a:rPr sz="2200" spc="-90" dirty="0">
                <a:solidFill>
                  <a:srgbClr val="002060"/>
                </a:solidFill>
                <a:latin typeface="Times New Roman" panose="02020603050405020304" pitchFamily="18" charset="0"/>
                <a:cs typeface="Times New Roman" panose="02020603050405020304" pitchFamily="18" charset="0"/>
              </a:rPr>
              <a:t>this </a:t>
            </a:r>
            <a:r>
              <a:rPr sz="2200" spc="-135" dirty="0">
                <a:solidFill>
                  <a:srgbClr val="002060"/>
                </a:solidFill>
                <a:latin typeface="Times New Roman" panose="02020603050405020304" pitchFamily="18" charset="0"/>
                <a:cs typeface="Times New Roman" panose="02020603050405020304" pitchFamily="18" charset="0"/>
              </a:rPr>
              <a:t>case, </a:t>
            </a:r>
            <a:r>
              <a:rPr sz="2200" spc="-109" dirty="0">
                <a:solidFill>
                  <a:srgbClr val="002060"/>
                </a:solidFill>
                <a:latin typeface="Times New Roman" panose="02020603050405020304" pitchFamily="18" charset="0"/>
                <a:cs typeface="Times New Roman" panose="02020603050405020304" pitchFamily="18" charset="0"/>
              </a:rPr>
              <a:t>the </a:t>
            </a:r>
            <a:r>
              <a:rPr sz="2200" spc="-64" dirty="0">
                <a:solidFill>
                  <a:srgbClr val="002060"/>
                </a:solidFill>
                <a:latin typeface="Times New Roman" panose="02020603050405020304" pitchFamily="18" charset="0"/>
                <a:cs typeface="Times New Roman" panose="02020603050405020304" pitchFamily="18" charset="0"/>
              </a:rPr>
              <a:t>hypervisor </a:t>
            </a:r>
            <a:r>
              <a:rPr sz="2200" spc="-79" dirty="0">
                <a:solidFill>
                  <a:srgbClr val="002060"/>
                </a:solidFill>
                <a:latin typeface="Times New Roman" panose="02020603050405020304" pitchFamily="18" charset="0"/>
                <a:cs typeface="Times New Roman" panose="02020603050405020304" pitchFamily="18" charset="0"/>
              </a:rPr>
              <a:t>is </a:t>
            </a:r>
            <a:r>
              <a:rPr sz="2200" spc="-131" dirty="0">
                <a:solidFill>
                  <a:srgbClr val="002060"/>
                </a:solidFill>
                <a:latin typeface="Times New Roman" panose="02020603050405020304" pitchFamily="18" charset="0"/>
                <a:cs typeface="Times New Roman" panose="02020603050405020304" pitchFamily="18" charset="0"/>
              </a:rPr>
              <a:t>actually just </a:t>
            </a:r>
            <a:r>
              <a:rPr sz="2200" spc="-135" dirty="0">
                <a:solidFill>
                  <a:srgbClr val="002060"/>
                </a:solidFill>
                <a:latin typeface="Times New Roman" panose="02020603050405020304" pitchFamily="18" charset="0"/>
                <a:cs typeface="Times New Roman" panose="02020603050405020304" pitchFamily="18" charset="0"/>
              </a:rPr>
              <a:t>an </a:t>
            </a:r>
            <a:r>
              <a:rPr sz="2200" spc="-113" dirty="0">
                <a:solidFill>
                  <a:srgbClr val="002060"/>
                </a:solidFill>
                <a:latin typeface="Times New Roman" panose="02020603050405020304" pitchFamily="18" charset="0"/>
                <a:cs typeface="Times New Roman" panose="02020603050405020304" pitchFamily="18" charset="0"/>
              </a:rPr>
              <a:t>additional </a:t>
            </a:r>
            <a:r>
              <a:rPr sz="2200" spc="-71" dirty="0">
                <a:solidFill>
                  <a:srgbClr val="002060"/>
                </a:solidFill>
                <a:latin typeface="Times New Roman" panose="02020603050405020304" pitchFamily="18" charset="0"/>
                <a:cs typeface="Times New Roman" panose="02020603050405020304" pitchFamily="18" charset="0"/>
              </a:rPr>
              <a:t>desktop </a:t>
            </a:r>
            <a:r>
              <a:rPr sz="2200" spc="-116" dirty="0">
                <a:solidFill>
                  <a:srgbClr val="002060"/>
                </a:solidFill>
                <a:latin typeface="Times New Roman" panose="02020603050405020304" pitchFamily="18" charset="0"/>
                <a:cs typeface="Times New Roman" panose="02020603050405020304" pitchFamily="18" charset="0"/>
              </a:rPr>
              <a:t>application </a:t>
            </a:r>
            <a:r>
              <a:rPr sz="2200" spc="-113" dirty="0">
                <a:solidFill>
                  <a:srgbClr val="002060"/>
                </a:solidFill>
                <a:latin typeface="Times New Roman" panose="02020603050405020304" pitchFamily="18" charset="0"/>
                <a:cs typeface="Times New Roman" panose="02020603050405020304" pitchFamily="18" charset="0"/>
              </a:rPr>
              <a:t> </a:t>
            </a:r>
            <a:r>
              <a:rPr sz="2200" spc="-68" dirty="0">
                <a:solidFill>
                  <a:srgbClr val="002060"/>
                </a:solidFill>
                <a:latin typeface="Times New Roman" panose="02020603050405020304" pitchFamily="18" charset="0"/>
                <a:cs typeface="Times New Roman" panose="02020603050405020304" pitchFamily="18" charset="0"/>
              </a:rPr>
              <a:t>for </a:t>
            </a:r>
            <a:r>
              <a:rPr sz="2200" spc="-124" dirty="0">
                <a:solidFill>
                  <a:srgbClr val="002060"/>
                </a:solidFill>
                <a:latin typeface="Times New Roman" panose="02020603050405020304" pitchFamily="18" charset="0"/>
                <a:cs typeface="Times New Roman" panose="02020603050405020304" pitchFamily="18" charset="0"/>
              </a:rPr>
              <a:t>that</a:t>
            </a:r>
            <a:r>
              <a:rPr sz="2200" spc="-120" dirty="0">
                <a:solidFill>
                  <a:srgbClr val="002060"/>
                </a:solidFill>
                <a:latin typeface="Times New Roman" panose="02020603050405020304" pitchFamily="18" charset="0"/>
                <a:cs typeface="Times New Roman" panose="02020603050405020304" pitchFamily="18" charset="0"/>
              </a:rPr>
              <a:t> </a:t>
            </a:r>
            <a:r>
              <a:rPr sz="2200" spc="-127" dirty="0">
                <a:solidFill>
                  <a:srgbClr val="002060"/>
                </a:solidFill>
                <a:latin typeface="Times New Roman" panose="02020603050405020304" pitchFamily="18" charset="0"/>
                <a:cs typeface="Times New Roman" panose="02020603050405020304" pitchFamily="18" charset="0"/>
              </a:rPr>
              <a:t>developer. </a:t>
            </a:r>
            <a:r>
              <a:rPr sz="2200" spc="-38" dirty="0">
                <a:solidFill>
                  <a:srgbClr val="002060"/>
                </a:solidFill>
                <a:latin typeface="Times New Roman" panose="02020603050405020304" pitchFamily="18" charset="0"/>
                <a:cs typeface="Times New Roman" panose="02020603050405020304" pitchFamily="18" charset="0"/>
              </a:rPr>
              <a:t>Contrast </a:t>
            </a:r>
            <a:r>
              <a:rPr sz="2200" spc="-90" dirty="0">
                <a:solidFill>
                  <a:srgbClr val="002060"/>
                </a:solidFill>
                <a:latin typeface="Times New Roman" panose="02020603050405020304" pitchFamily="18" charset="0"/>
                <a:cs typeface="Times New Roman" panose="02020603050405020304" pitchFamily="18" charset="0"/>
              </a:rPr>
              <a:t>this </a:t>
            </a:r>
            <a:r>
              <a:rPr sz="2200" spc="-98" dirty="0">
                <a:solidFill>
                  <a:srgbClr val="002060"/>
                </a:solidFill>
                <a:latin typeface="Times New Roman" panose="02020603050405020304" pitchFamily="18" charset="0"/>
                <a:cs typeface="Times New Roman" panose="02020603050405020304" pitchFamily="18" charset="0"/>
              </a:rPr>
              <a:t>with </a:t>
            </a:r>
            <a:r>
              <a:rPr sz="2200" spc="-180" dirty="0">
                <a:solidFill>
                  <a:srgbClr val="002060"/>
                </a:solidFill>
                <a:latin typeface="Times New Roman" panose="02020603050405020304" pitchFamily="18" charset="0"/>
                <a:cs typeface="Times New Roman" panose="02020603050405020304" pitchFamily="18" charset="0"/>
              </a:rPr>
              <a:t>a</a:t>
            </a:r>
            <a:r>
              <a:rPr sz="2200" spc="-176" dirty="0">
                <a:solidFill>
                  <a:srgbClr val="002060"/>
                </a:solidFill>
                <a:latin typeface="Times New Roman" panose="02020603050405020304" pitchFamily="18" charset="0"/>
                <a:cs typeface="Times New Roman" panose="02020603050405020304" pitchFamily="18" charset="0"/>
              </a:rPr>
              <a:t> </a:t>
            </a:r>
            <a:r>
              <a:rPr sz="2200" spc="-127" dirty="0">
                <a:solidFill>
                  <a:srgbClr val="002060"/>
                </a:solidFill>
                <a:latin typeface="Times New Roman" panose="02020603050405020304" pitchFamily="18" charset="0"/>
                <a:cs typeface="Times New Roman" panose="02020603050405020304" pitchFamily="18" charset="0"/>
              </a:rPr>
              <a:t>Type</a:t>
            </a:r>
            <a:r>
              <a:rPr sz="2200" spc="-124" dirty="0">
                <a:solidFill>
                  <a:srgbClr val="002060"/>
                </a:solidFill>
                <a:latin typeface="Times New Roman" panose="02020603050405020304" pitchFamily="18" charset="0"/>
                <a:cs typeface="Times New Roman" panose="02020603050405020304" pitchFamily="18" charset="0"/>
              </a:rPr>
              <a:t> </a:t>
            </a:r>
            <a:r>
              <a:rPr sz="2200" spc="-45" dirty="0">
                <a:solidFill>
                  <a:srgbClr val="002060"/>
                </a:solidFill>
                <a:latin typeface="Times New Roman" panose="02020603050405020304" pitchFamily="18" charset="0"/>
                <a:cs typeface="Times New Roman" panose="02020603050405020304" pitchFamily="18" charset="0"/>
              </a:rPr>
              <a:t>1 </a:t>
            </a:r>
            <a:r>
              <a:rPr sz="2200" spc="-64" dirty="0">
                <a:solidFill>
                  <a:srgbClr val="002060"/>
                </a:solidFill>
                <a:latin typeface="Times New Roman" panose="02020603050405020304" pitchFamily="18" charset="0"/>
                <a:cs typeface="Times New Roman" panose="02020603050405020304" pitchFamily="18" charset="0"/>
              </a:rPr>
              <a:t>hypervisor </a:t>
            </a:r>
            <a:r>
              <a:rPr sz="2200" spc="-101" dirty="0">
                <a:solidFill>
                  <a:srgbClr val="002060"/>
                </a:solidFill>
                <a:latin typeface="Times New Roman" panose="02020603050405020304" pitchFamily="18" charset="0"/>
                <a:cs typeface="Times New Roman" panose="02020603050405020304" pitchFamily="18" charset="0"/>
              </a:rPr>
              <a:t>deployment </a:t>
            </a:r>
            <a:r>
              <a:rPr sz="2200" spc="-98" dirty="0">
                <a:solidFill>
                  <a:srgbClr val="002060"/>
                </a:solidFill>
                <a:latin typeface="Times New Roman" panose="02020603050405020304" pitchFamily="18" charset="0"/>
                <a:cs typeface="Times New Roman" panose="02020603050405020304" pitchFamily="18" charset="0"/>
              </a:rPr>
              <a:t> </a:t>
            </a:r>
            <a:r>
              <a:rPr sz="2200" spc="-83" dirty="0">
                <a:solidFill>
                  <a:srgbClr val="002060"/>
                </a:solidFill>
                <a:latin typeface="Times New Roman" panose="02020603050405020304" pitchFamily="18" charset="0"/>
                <a:cs typeface="Times New Roman" panose="02020603050405020304" pitchFamily="18" charset="0"/>
              </a:rPr>
              <a:t>where </a:t>
            </a:r>
            <a:r>
              <a:rPr sz="2200" spc="-105" dirty="0">
                <a:solidFill>
                  <a:srgbClr val="002060"/>
                </a:solidFill>
                <a:latin typeface="Times New Roman" panose="02020603050405020304" pitchFamily="18" charset="0"/>
                <a:cs typeface="Times New Roman" panose="02020603050405020304" pitchFamily="18" charset="0"/>
              </a:rPr>
              <a:t>the </a:t>
            </a:r>
            <a:r>
              <a:rPr sz="2200" spc="-68" dirty="0">
                <a:solidFill>
                  <a:srgbClr val="002060"/>
                </a:solidFill>
                <a:latin typeface="Times New Roman" panose="02020603050405020304" pitchFamily="18" charset="0"/>
                <a:cs typeface="Times New Roman" panose="02020603050405020304" pitchFamily="18" charset="0"/>
              </a:rPr>
              <a:t>sole </a:t>
            </a:r>
            <a:r>
              <a:rPr sz="2200" spc="-101" dirty="0">
                <a:solidFill>
                  <a:srgbClr val="002060"/>
                </a:solidFill>
                <a:latin typeface="Times New Roman" panose="02020603050405020304" pitchFamily="18" charset="0"/>
                <a:cs typeface="Times New Roman" panose="02020603050405020304" pitchFamily="18" charset="0"/>
              </a:rPr>
              <a:t>function </a:t>
            </a:r>
            <a:r>
              <a:rPr sz="2200" spc="-98" dirty="0">
                <a:solidFill>
                  <a:srgbClr val="002060"/>
                </a:solidFill>
                <a:latin typeface="Times New Roman" panose="02020603050405020304" pitchFamily="18" charset="0"/>
                <a:cs typeface="Times New Roman" panose="02020603050405020304" pitchFamily="18" charset="0"/>
              </a:rPr>
              <a:t>of </a:t>
            </a:r>
            <a:r>
              <a:rPr sz="2200" spc="-105" dirty="0">
                <a:solidFill>
                  <a:srgbClr val="002060"/>
                </a:solidFill>
                <a:latin typeface="Times New Roman" panose="02020603050405020304" pitchFamily="18" charset="0"/>
                <a:cs typeface="Times New Roman" panose="02020603050405020304" pitchFamily="18" charset="0"/>
              </a:rPr>
              <a:t>the </a:t>
            </a:r>
            <a:r>
              <a:rPr sz="2200" spc="-116" dirty="0">
                <a:solidFill>
                  <a:srgbClr val="002060"/>
                </a:solidFill>
                <a:latin typeface="Times New Roman" panose="02020603050405020304" pitchFamily="18" charset="0"/>
                <a:cs typeface="Times New Roman" panose="02020603050405020304" pitchFamily="18" charset="0"/>
              </a:rPr>
              <a:t>physical </a:t>
            </a:r>
            <a:r>
              <a:rPr sz="2200" spc="-56" dirty="0">
                <a:solidFill>
                  <a:srgbClr val="002060"/>
                </a:solidFill>
                <a:latin typeface="Times New Roman" panose="02020603050405020304" pitchFamily="18" charset="0"/>
                <a:cs typeface="Times New Roman" panose="02020603050405020304" pitchFamily="18" charset="0"/>
              </a:rPr>
              <a:t>server </a:t>
            </a:r>
            <a:r>
              <a:rPr sz="2200" spc="-79" dirty="0">
                <a:solidFill>
                  <a:srgbClr val="002060"/>
                </a:solidFill>
                <a:latin typeface="Times New Roman" panose="02020603050405020304" pitchFamily="18" charset="0"/>
                <a:cs typeface="Times New Roman" panose="02020603050405020304" pitchFamily="18" charset="0"/>
              </a:rPr>
              <a:t>is </a:t>
            </a:r>
            <a:r>
              <a:rPr sz="2200" spc="-105" dirty="0">
                <a:solidFill>
                  <a:srgbClr val="002060"/>
                </a:solidFill>
                <a:latin typeface="Times New Roman" panose="02020603050405020304" pitchFamily="18" charset="0"/>
                <a:cs typeface="Times New Roman" panose="02020603050405020304" pitchFamily="18" charset="0"/>
              </a:rPr>
              <a:t>the </a:t>
            </a:r>
            <a:r>
              <a:rPr sz="2200" spc="-83" dirty="0">
                <a:solidFill>
                  <a:srgbClr val="002060"/>
                </a:solidFill>
                <a:latin typeface="Times New Roman" panose="02020603050405020304" pitchFamily="18" charset="0"/>
                <a:cs typeface="Times New Roman" panose="02020603050405020304" pitchFamily="18" charset="0"/>
              </a:rPr>
              <a:t>hosting </a:t>
            </a:r>
            <a:r>
              <a:rPr sz="2200" spc="-98" dirty="0">
                <a:solidFill>
                  <a:srgbClr val="002060"/>
                </a:solidFill>
                <a:latin typeface="Times New Roman" panose="02020603050405020304" pitchFamily="18" charset="0"/>
                <a:cs typeface="Times New Roman" panose="02020603050405020304" pitchFamily="18" charset="0"/>
              </a:rPr>
              <a:t>of virtual </a:t>
            </a:r>
            <a:r>
              <a:rPr sz="2200" spc="-94" dirty="0">
                <a:solidFill>
                  <a:srgbClr val="002060"/>
                </a:solidFill>
                <a:latin typeface="Times New Roman" panose="02020603050405020304" pitchFamily="18" charset="0"/>
                <a:cs typeface="Times New Roman" panose="02020603050405020304" pitchFamily="18" charset="0"/>
              </a:rPr>
              <a:t> </a:t>
            </a:r>
            <a:r>
              <a:rPr sz="2200" spc="-105" dirty="0">
                <a:solidFill>
                  <a:srgbClr val="002060"/>
                </a:solidFill>
                <a:latin typeface="Times New Roman" panose="02020603050405020304" pitchFamily="18" charset="0"/>
                <a:cs typeface="Times New Roman" panose="02020603050405020304" pitchFamily="18" charset="0"/>
              </a:rPr>
              <a:t>machines</a:t>
            </a:r>
            <a:r>
              <a:rPr sz="2200" spc="-41" dirty="0">
                <a:solidFill>
                  <a:srgbClr val="002060"/>
                </a:solidFill>
                <a:latin typeface="Times New Roman" panose="02020603050405020304" pitchFamily="18" charset="0"/>
                <a:cs typeface="Times New Roman" panose="02020603050405020304" pitchFamily="18" charset="0"/>
              </a:rPr>
              <a:t> </a:t>
            </a:r>
            <a:r>
              <a:rPr sz="2200" spc="-116" dirty="0">
                <a:solidFill>
                  <a:srgbClr val="002060"/>
                </a:solidFill>
                <a:latin typeface="Times New Roman" panose="02020603050405020304" pitchFamily="18" charset="0"/>
                <a:cs typeface="Times New Roman" panose="02020603050405020304" pitchFamily="18" charset="0"/>
              </a:rPr>
              <a:t>and</a:t>
            </a:r>
            <a:r>
              <a:rPr sz="2200" spc="-45" dirty="0">
                <a:solidFill>
                  <a:srgbClr val="002060"/>
                </a:solidFill>
                <a:latin typeface="Times New Roman" panose="02020603050405020304" pitchFamily="18" charset="0"/>
                <a:cs typeface="Times New Roman" panose="02020603050405020304" pitchFamily="18" charset="0"/>
              </a:rPr>
              <a:t> </a:t>
            </a:r>
            <a:r>
              <a:rPr sz="2200" spc="-30" dirty="0">
                <a:solidFill>
                  <a:srgbClr val="002060"/>
                </a:solidFill>
                <a:latin typeface="Times New Roman" panose="02020603050405020304" pitchFamily="18" charset="0"/>
                <a:cs typeface="Times New Roman" panose="02020603050405020304" pitchFamily="18" charset="0"/>
              </a:rPr>
              <a:t>no</a:t>
            </a:r>
            <a:r>
              <a:rPr sz="2200" spc="-53" dirty="0">
                <a:solidFill>
                  <a:srgbClr val="002060"/>
                </a:solidFill>
                <a:latin typeface="Times New Roman" panose="02020603050405020304" pitchFamily="18" charset="0"/>
                <a:cs typeface="Times New Roman" panose="02020603050405020304" pitchFamily="18" charset="0"/>
              </a:rPr>
              <a:t> </a:t>
            </a:r>
            <a:r>
              <a:rPr sz="2200" spc="-56" dirty="0">
                <a:solidFill>
                  <a:srgbClr val="002060"/>
                </a:solidFill>
                <a:latin typeface="Times New Roman" panose="02020603050405020304" pitchFamily="18" charset="0"/>
                <a:cs typeface="Times New Roman" panose="02020603050405020304" pitchFamily="18" charset="0"/>
              </a:rPr>
              <a:t>other</a:t>
            </a:r>
            <a:r>
              <a:rPr sz="2200" spc="-41" dirty="0">
                <a:solidFill>
                  <a:srgbClr val="002060"/>
                </a:solidFill>
                <a:latin typeface="Times New Roman" panose="02020603050405020304" pitchFamily="18" charset="0"/>
                <a:cs typeface="Times New Roman" panose="02020603050405020304" pitchFamily="18" charset="0"/>
              </a:rPr>
              <a:t> </a:t>
            </a:r>
            <a:r>
              <a:rPr sz="2200" spc="-109" dirty="0">
                <a:solidFill>
                  <a:srgbClr val="002060"/>
                </a:solidFill>
                <a:latin typeface="Times New Roman" panose="02020603050405020304" pitchFamily="18" charset="0"/>
                <a:cs typeface="Times New Roman" panose="02020603050405020304" pitchFamily="18" charset="0"/>
              </a:rPr>
              <a:t>applications</a:t>
            </a:r>
            <a:r>
              <a:rPr sz="2200" spc="-45" dirty="0">
                <a:solidFill>
                  <a:srgbClr val="002060"/>
                </a:solidFill>
                <a:latin typeface="Times New Roman" panose="02020603050405020304" pitchFamily="18" charset="0"/>
                <a:cs typeface="Times New Roman" panose="02020603050405020304" pitchFamily="18" charset="0"/>
              </a:rPr>
              <a:t> </a:t>
            </a:r>
            <a:r>
              <a:rPr sz="2200" spc="-105" dirty="0">
                <a:solidFill>
                  <a:srgbClr val="002060"/>
                </a:solidFill>
                <a:latin typeface="Times New Roman" panose="02020603050405020304" pitchFamily="18" charset="0"/>
                <a:cs typeface="Times New Roman" panose="02020603050405020304" pitchFamily="18" charset="0"/>
              </a:rPr>
              <a:t>need</a:t>
            </a:r>
            <a:r>
              <a:rPr sz="2200" spc="-45" dirty="0">
                <a:solidFill>
                  <a:srgbClr val="002060"/>
                </a:solidFill>
                <a:latin typeface="Times New Roman" panose="02020603050405020304" pitchFamily="18" charset="0"/>
                <a:cs typeface="Times New Roman" panose="02020603050405020304" pitchFamily="18" charset="0"/>
              </a:rPr>
              <a:t> to</a:t>
            </a:r>
            <a:r>
              <a:rPr sz="2200" spc="-53" dirty="0">
                <a:solidFill>
                  <a:srgbClr val="002060"/>
                </a:solidFill>
                <a:latin typeface="Times New Roman" panose="02020603050405020304" pitchFamily="18" charset="0"/>
                <a:cs typeface="Times New Roman" panose="02020603050405020304" pitchFamily="18" charset="0"/>
              </a:rPr>
              <a:t> run</a:t>
            </a:r>
            <a:r>
              <a:rPr sz="2200" spc="-49" dirty="0">
                <a:solidFill>
                  <a:srgbClr val="002060"/>
                </a:solidFill>
                <a:latin typeface="Times New Roman" panose="02020603050405020304" pitchFamily="18" charset="0"/>
                <a:cs typeface="Times New Roman" panose="02020603050405020304" pitchFamily="18" charset="0"/>
              </a:rPr>
              <a:t> </a:t>
            </a:r>
            <a:r>
              <a:rPr sz="2200" spc="-30" dirty="0">
                <a:solidFill>
                  <a:srgbClr val="002060"/>
                </a:solidFill>
                <a:latin typeface="Times New Roman" panose="02020603050405020304" pitchFamily="18" charset="0"/>
                <a:cs typeface="Times New Roman" panose="02020603050405020304" pitchFamily="18" charset="0"/>
              </a:rPr>
              <a:t>on</a:t>
            </a:r>
            <a:r>
              <a:rPr sz="2200" spc="-38" dirty="0">
                <a:solidFill>
                  <a:srgbClr val="002060"/>
                </a:solidFill>
                <a:latin typeface="Times New Roman" panose="02020603050405020304" pitchFamily="18" charset="0"/>
                <a:cs typeface="Times New Roman" panose="02020603050405020304" pitchFamily="18" charset="0"/>
              </a:rPr>
              <a:t> </a:t>
            </a:r>
            <a:r>
              <a:rPr sz="2200" spc="-124" dirty="0">
                <a:solidFill>
                  <a:srgbClr val="002060"/>
                </a:solidFill>
                <a:latin typeface="Times New Roman" panose="02020603050405020304" pitchFamily="18" charset="0"/>
                <a:cs typeface="Times New Roman" panose="02020603050405020304" pitchFamily="18" charset="0"/>
              </a:rPr>
              <a:t>that</a:t>
            </a:r>
            <a:r>
              <a:rPr sz="2200" spc="-45" dirty="0">
                <a:solidFill>
                  <a:srgbClr val="002060"/>
                </a:solidFill>
                <a:latin typeface="Times New Roman" panose="02020603050405020304" pitchFamily="18" charset="0"/>
                <a:cs typeface="Times New Roman" panose="02020603050405020304" pitchFamily="18" charset="0"/>
              </a:rPr>
              <a:t> </a:t>
            </a:r>
            <a:r>
              <a:rPr sz="2200" spc="-94" dirty="0" smtClean="0">
                <a:solidFill>
                  <a:srgbClr val="002060"/>
                </a:solidFill>
                <a:latin typeface="Times New Roman" panose="02020603050405020304" pitchFamily="18" charset="0"/>
                <a:cs typeface="Times New Roman" panose="02020603050405020304" pitchFamily="18" charset="0"/>
              </a:rPr>
              <a:t>hardware</a:t>
            </a:r>
            <a:r>
              <a:rPr lang="en-IN" sz="2200" spc="-94" dirty="0" smtClean="0">
                <a:solidFill>
                  <a:srgbClr val="002060"/>
                </a:solidFill>
                <a:latin typeface="Times New Roman" panose="02020603050405020304" pitchFamily="18" charset="0"/>
                <a:cs typeface="Times New Roman" panose="02020603050405020304" pitchFamily="18" charset="0"/>
              </a:rPr>
              <a:t>.</a:t>
            </a:r>
            <a:endParaRPr sz="2200"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2435177"/>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97352" y="563872"/>
            <a:ext cx="7141976" cy="392255"/>
          </a:xfrm>
          <a:prstGeom prst="rect">
            <a:avLst/>
          </a:prstGeom>
        </p:spPr>
        <p:txBody>
          <a:bodyPr spcFirstLastPara="1" vert="horz" wrap="square" lIns="0" tIns="10001" rIns="0" bIns="0" rtlCol="0" anchor="t" anchorCtr="0">
            <a:spAutoFit/>
          </a:bodyPr>
          <a:lstStyle/>
          <a:p>
            <a:pPr marL="9525">
              <a:spcBef>
                <a:spcPts val="79"/>
              </a:spcBef>
            </a:pPr>
            <a:r>
              <a:rPr sz="2400" spc="203" dirty="0"/>
              <a:t>TYPE</a:t>
            </a:r>
            <a:r>
              <a:rPr sz="2400" spc="-86" dirty="0"/>
              <a:t> </a:t>
            </a:r>
            <a:r>
              <a:rPr sz="2400" spc="-83" dirty="0"/>
              <a:t>2 </a:t>
            </a:r>
            <a:r>
              <a:rPr lang="en-IN" sz="2400" spc="-83" dirty="0" smtClean="0"/>
              <a:t> </a:t>
            </a:r>
            <a:r>
              <a:rPr sz="2400" spc="206" dirty="0" smtClean="0"/>
              <a:t>HYPERVISORS</a:t>
            </a:r>
            <a:endParaRPr sz="2400" dirty="0"/>
          </a:p>
        </p:txBody>
      </p:sp>
      <p:pic>
        <p:nvPicPr>
          <p:cNvPr id="3" name="object 3"/>
          <p:cNvPicPr/>
          <p:nvPr/>
        </p:nvPicPr>
        <p:blipFill>
          <a:blip r:embed="rId2" cstate="print"/>
          <a:stretch>
            <a:fillRect/>
          </a:stretch>
        </p:blipFill>
        <p:spPr>
          <a:xfrm>
            <a:off x="2297430" y="1458467"/>
            <a:ext cx="4454270" cy="3081528"/>
          </a:xfrm>
          <a:prstGeom prst="rect">
            <a:avLst/>
          </a:prstGeom>
        </p:spPr>
      </p:pic>
    </p:spTree>
    <p:extLst>
      <p:ext uri="{BB962C8B-B14F-4D97-AF65-F5344CB8AC3E}">
        <p14:creationId xmlns:p14="http://schemas.microsoft.com/office/powerpoint/2010/main" val="1732392158"/>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97352" y="491136"/>
            <a:ext cx="7141976" cy="392255"/>
          </a:xfrm>
          <a:prstGeom prst="rect">
            <a:avLst/>
          </a:prstGeom>
        </p:spPr>
        <p:txBody>
          <a:bodyPr spcFirstLastPara="1" vert="horz" wrap="square" lIns="0" tIns="10001" rIns="0" bIns="0" rtlCol="0" anchor="t" anchorCtr="0">
            <a:spAutoFit/>
          </a:bodyPr>
          <a:lstStyle/>
          <a:p>
            <a:pPr marL="9525">
              <a:spcBef>
                <a:spcPts val="79"/>
              </a:spcBef>
            </a:pPr>
            <a:r>
              <a:rPr sz="2400" spc="206" dirty="0" smtClean="0"/>
              <a:t>HYPERVISORS</a:t>
            </a:r>
            <a:endParaRPr sz="2400" dirty="0"/>
          </a:p>
        </p:txBody>
      </p:sp>
      <p:sp>
        <p:nvSpPr>
          <p:cNvPr id="4" name="Rectangle 3"/>
          <p:cNvSpPr/>
          <p:nvPr/>
        </p:nvSpPr>
        <p:spPr>
          <a:xfrm>
            <a:off x="498762" y="1013483"/>
            <a:ext cx="7840565" cy="3477875"/>
          </a:xfrm>
          <a:prstGeom prst="rect">
            <a:avLst/>
          </a:prstGeom>
        </p:spPr>
        <p:txBody>
          <a:bodyPr wrap="square">
            <a:spAutoFit/>
          </a:bodyPr>
          <a:lstStyle/>
          <a:p>
            <a:pPr marL="571500" lvl="0" indent="-342900">
              <a:buFont typeface="Wingdings" panose="05000000000000000000" pitchFamily="2" charset="2"/>
              <a:buChar char="Ø"/>
            </a:pPr>
            <a:r>
              <a:rPr lang="en-US" sz="2200" dirty="0">
                <a:effectLst>
                  <a:glow rad="101600">
                    <a:srgbClr val="F1F3F4">
                      <a:alpha val="60000"/>
                    </a:srgbClr>
                  </a:glow>
                </a:effectLst>
                <a:latin typeface="Times New Roman" panose="02020603050405020304" pitchFamily="18" charset="0"/>
                <a:cs typeface="Times New Roman" panose="02020603050405020304" pitchFamily="18" charset="0"/>
              </a:rPr>
              <a:t>Hardware </a:t>
            </a:r>
            <a:r>
              <a:rPr lang="en-US" sz="2200" dirty="0" smtClean="0">
                <a:effectLst>
                  <a:glow rad="101600">
                    <a:srgbClr val="F1F3F4">
                      <a:alpha val="60000"/>
                    </a:srgbClr>
                  </a:glow>
                </a:effectLst>
                <a:latin typeface="Times New Roman" panose="02020603050405020304" pitchFamily="18" charset="0"/>
                <a:cs typeface="Times New Roman" panose="02020603050405020304" pitchFamily="18" charset="0"/>
              </a:rPr>
              <a:t>support</a:t>
            </a:r>
          </a:p>
          <a:p>
            <a:pPr marL="571500" lvl="0" indent="-342900">
              <a:buFont typeface="Wingdings" panose="05000000000000000000" pitchFamily="2" charset="2"/>
              <a:buChar char="Ø"/>
            </a:pPr>
            <a:endParaRPr lang="en-US" sz="2200" dirty="0">
              <a:effectLst>
                <a:glow rad="101600">
                  <a:srgbClr val="F1F3F4">
                    <a:alpha val="60000"/>
                  </a:srgbClr>
                </a:glow>
              </a:effectLst>
              <a:latin typeface="Times New Roman" panose="02020603050405020304" pitchFamily="18" charset="0"/>
              <a:cs typeface="Times New Roman" panose="02020603050405020304" pitchFamily="18" charset="0"/>
            </a:endParaRPr>
          </a:p>
          <a:p>
            <a:pPr marL="1028700" lvl="1" indent="-342900" algn="just">
              <a:buFont typeface="Wingdings" panose="05000000000000000000" pitchFamily="2" charset="2"/>
              <a:buChar char="v"/>
            </a:pPr>
            <a:r>
              <a:rPr lang="en-US" sz="2200" dirty="0">
                <a:solidFill>
                  <a:srgbClr val="002060"/>
                </a:solidFill>
                <a:effectLst>
                  <a:glow rad="101600">
                    <a:srgbClr val="F1F3F4">
                      <a:alpha val="60000"/>
                    </a:srgbClr>
                  </a:glow>
                </a:effectLst>
                <a:latin typeface="Times New Roman" panose="02020603050405020304" pitchFamily="18" charset="0"/>
                <a:cs typeface="Times New Roman" panose="02020603050405020304" pitchFamily="18" charset="0"/>
              </a:rPr>
              <a:t>Hardware acceleration technologies are widely available for virtualization's tasks. Such technologies include </a:t>
            </a:r>
            <a:r>
              <a:rPr lang="en-US" sz="2200" dirty="0">
                <a:solidFill>
                  <a:srgbClr val="00B050"/>
                </a:solidFill>
                <a:effectLst>
                  <a:glow rad="101600">
                    <a:srgbClr val="F1F3F4">
                      <a:alpha val="60000"/>
                    </a:srgbClr>
                  </a:glow>
                </a:effectLst>
                <a:latin typeface="Times New Roman" panose="02020603050405020304" pitchFamily="18" charset="0"/>
                <a:cs typeface="Times New Roman" panose="02020603050405020304" pitchFamily="18" charset="0"/>
              </a:rPr>
              <a:t>Intel Virtualization Technology </a:t>
            </a:r>
            <a:r>
              <a:rPr lang="en-US" sz="2200" dirty="0">
                <a:solidFill>
                  <a:srgbClr val="002060"/>
                </a:solidFill>
                <a:effectLst>
                  <a:glow rad="101600">
                    <a:srgbClr val="F1F3F4">
                      <a:alpha val="60000"/>
                    </a:srgbClr>
                  </a:glow>
                </a:effectLst>
                <a:latin typeface="Times New Roman" panose="02020603050405020304" pitchFamily="18" charset="0"/>
                <a:cs typeface="Times New Roman" panose="02020603050405020304" pitchFamily="18" charset="0"/>
              </a:rPr>
              <a:t>extensions for Intel processors and </a:t>
            </a:r>
            <a:r>
              <a:rPr lang="en-US" sz="2200" dirty="0">
                <a:solidFill>
                  <a:srgbClr val="00B050"/>
                </a:solidFill>
                <a:effectLst>
                  <a:glow rad="101600">
                    <a:srgbClr val="F1F3F4">
                      <a:alpha val="60000"/>
                    </a:srgbClr>
                  </a:glow>
                </a:effectLst>
                <a:latin typeface="Times New Roman" panose="02020603050405020304" pitchFamily="18" charset="0"/>
                <a:cs typeface="Times New Roman" panose="02020603050405020304" pitchFamily="18" charset="0"/>
              </a:rPr>
              <a:t>AMD Virtualization </a:t>
            </a:r>
            <a:r>
              <a:rPr lang="en-US" sz="2200" dirty="0">
                <a:solidFill>
                  <a:srgbClr val="002060"/>
                </a:solidFill>
                <a:effectLst>
                  <a:glow rad="101600">
                    <a:srgbClr val="F1F3F4">
                      <a:alpha val="60000"/>
                    </a:srgbClr>
                  </a:glow>
                </a:effectLst>
                <a:latin typeface="Times New Roman" panose="02020603050405020304" pitchFamily="18" charset="0"/>
                <a:cs typeface="Times New Roman" panose="02020603050405020304" pitchFamily="18" charset="0"/>
              </a:rPr>
              <a:t>extensions for AMD processors.</a:t>
            </a:r>
          </a:p>
          <a:p>
            <a:pPr marL="685800" lvl="1" algn="just"/>
            <a:endParaRPr lang="en-US" sz="2200" dirty="0">
              <a:solidFill>
                <a:srgbClr val="002060"/>
              </a:solidFill>
              <a:effectLst>
                <a:glow rad="101600">
                  <a:srgbClr val="F1F3F4">
                    <a:alpha val="60000"/>
                  </a:srgbClr>
                </a:glow>
              </a:effectLst>
              <a:latin typeface="Times New Roman" panose="02020603050405020304" pitchFamily="18" charset="0"/>
              <a:cs typeface="Times New Roman" panose="02020603050405020304" pitchFamily="18" charset="0"/>
            </a:endParaRPr>
          </a:p>
          <a:p>
            <a:pPr marL="1028700" lvl="1" indent="-342900" algn="just">
              <a:buFont typeface="Wingdings" panose="05000000000000000000" pitchFamily="2" charset="2"/>
              <a:buChar char="v"/>
            </a:pPr>
            <a:r>
              <a:rPr lang="en-US" sz="2200" dirty="0">
                <a:solidFill>
                  <a:srgbClr val="002060"/>
                </a:solidFill>
                <a:effectLst>
                  <a:glow rad="101600">
                    <a:srgbClr val="F1F3F4">
                      <a:alpha val="60000"/>
                    </a:srgbClr>
                  </a:glow>
                </a:effectLst>
                <a:latin typeface="Times New Roman" panose="02020603050405020304" pitchFamily="18" charset="0"/>
                <a:cs typeface="Times New Roman" panose="02020603050405020304" pitchFamily="18" charset="0"/>
              </a:rPr>
              <a:t>Both Type 1 and Type 2 hypervisors use hardware acceleration support, but to varying degrees. </a:t>
            </a:r>
          </a:p>
          <a:p>
            <a:pPr marL="685800" lvl="1" algn="just"/>
            <a:endParaRPr lang="en-US" sz="2200" dirty="0">
              <a:solidFill>
                <a:srgbClr val="002060"/>
              </a:solidFill>
              <a:effectLst>
                <a:glow rad="101600">
                  <a:srgbClr val="F1F3F4">
                    <a:alpha val="60000"/>
                  </a:srgbClr>
                </a:glo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78850072"/>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97352" y="491136"/>
            <a:ext cx="7141976" cy="392255"/>
          </a:xfrm>
          <a:prstGeom prst="rect">
            <a:avLst/>
          </a:prstGeom>
        </p:spPr>
        <p:txBody>
          <a:bodyPr spcFirstLastPara="1" vert="horz" wrap="square" lIns="0" tIns="10001" rIns="0" bIns="0" rtlCol="0" anchor="t" anchorCtr="0">
            <a:spAutoFit/>
          </a:bodyPr>
          <a:lstStyle/>
          <a:p>
            <a:pPr marL="9525">
              <a:spcBef>
                <a:spcPts val="79"/>
              </a:spcBef>
            </a:pPr>
            <a:r>
              <a:rPr sz="2400" spc="206" dirty="0" smtClean="0"/>
              <a:t>HYPERVISORS</a:t>
            </a:r>
            <a:endParaRPr sz="2400" dirty="0"/>
          </a:p>
        </p:txBody>
      </p:sp>
      <p:sp>
        <p:nvSpPr>
          <p:cNvPr id="4" name="Rectangle 3"/>
          <p:cNvSpPr/>
          <p:nvPr/>
        </p:nvSpPr>
        <p:spPr>
          <a:xfrm>
            <a:off x="498763" y="883391"/>
            <a:ext cx="7840565" cy="3816429"/>
          </a:xfrm>
          <a:prstGeom prst="rect">
            <a:avLst/>
          </a:prstGeom>
        </p:spPr>
        <p:txBody>
          <a:bodyPr wrap="square">
            <a:spAutoFit/>
          </a:bodyPr>
          <a:lstStyle/>
          <a:p>
            <a:pPr marL="685800"/>
            <a:r>
              <a:rPr lang="en-US" sz="2200" dirty="0">
                <a:effectLst>
                  <a:glow rad="101600">
                    <a:srgbClr val="F1F3F4">
                      <a:alpha val="60000"/>
                    </a:srgbClr>
                  </a:glow>
                </a:effectLst>
                <a:latin typeface="Times New Roman" panose="02020603050405020304" pitchFamily="18" charset="0"/>
                <a:cs typeface="Times New Roman" panose="02020603050405020304" pitchFamily="18" charset="0"/>
              </a:rPr>
              <a:t>Hardware </a:t>
            </a:r>
            <a:r>
              <a:rPr lang="en-US" sz="2200" dirty="0" smtClean="0">
                <a:effectLst>
                  <a:glow rad="101600">
                    <a:srgbClr val="F1F3F4">
                      <a:alpha val="60000"/>
                    </a:srgbClr>
                  </a:glow>
                </a:effectLst>
                <a:latin typeface="Times New Roman" panose="02020603050405020304" pitchFamily="18" charset="0"/>
                <a:cs typeface="Times New Roman" panose="02020603050405020304" pitchFamily="18" charset="0"/>
              </a:rPr>
              <a:t>support</a:t>
            </a:r>
          </a:p>
          <a:p>
            <a:pPr marL="685800"/>
            <a:endParaRPr lang="en-US" sz="2200" dirty="0" smtClean="0">
              <a:solidFill>
                <a:srgbClr val="002060"/>
              </a:solidFill>
              <a:effectLst>
                <a:glow rad="101600">
                  <a:srgbClr val="F1F3F4">
                    <a:alpha val="60000"/>
                  </a:srgbClr>
                </a:glow>
              </a:effectLst>
              <a:latin typeface="Times New Roman" panose="02020603050405020304" pitchFamily="18" charset="0"/>
              <a:cs typeface="Times New Roman" panose="02020603050405020304" pitchFamily="18" charset="0"/>
            </a:endParaRPr>
          </a:p>
          <a:p>
            <a:pPr marL="1028700" lvl="1" indent="-342900" algn="just">
              <a:buFont typeface="Wingdings" panose="05000000000000000000" pitchFamily="2" charset="2"/>
              <a:buChar char="v"/>
            </a:pPr>
            <a:r>
              <a:rPr lang="en-US" sz="2200" dirty="0" smtClean="0">
                <a:solidFill>
                  <a:srgbClr val="002060"/>
                </a:solidFill>
                <a:effectLst>
                  <a:glow rad="101600">
                    <a:srgbClr val="F1F3F4">
                      <a:alpha val="60000"/>
                    </a:srgbClr>
                  </a:glow>
                </a:effectLst>
                <a:latin typeface="Times New Roman" panose="02020603050405020304" pitchFamily="18" charset="0"/>
                <a:cs typeface="Times New Roman" panose="02020603050405020304" pitchFamily="18" charset="0"/>
              </a:rPr>
              <a:t>Type </a:t>
            </a:r>
            <a:r>
              <a:rPr lang="en-US" sz="2200" dirty="0">
                <a:solidFill>
                  <a:srgbClr val="002060"/>
                </a:solidFill>
                <a:effectLst>
                  <a:glow rad="101600">
                    <a:srgbClr val="F1F3F4">
                      <a:alpha val="60000"/>
                    </a:srgbClr>
                  </a:glow>
                </a:effectLst>
                <a:latin typeface="Times New Roman" panose="02020603050405020304" pitchFamily="18" charset="0"/>
                <a:cs typeface="Times New Roman" panose="02020603050405020304" pitchFamily="18" charset="0"/>
              </a:rPr>
              <a:t>1 hypervisors rely on hardware acceleration technologies and typically don't function without those technologies available and enabled through the system's BIOS.</a:t>
            </a:r>
          </a:p>
          <a:p>
            <a:pPr marL="857250" lvl="1" indent="-171450" algn="just">
              <a:buFont typeface="Wingdings" panose="05000000000000000000" pitchFamily="2" charset="2"/>
              <a:buChar char="v"/>
            </a:pPr>
            <a:endParaRPr lang="en-US" sz="2200" dirty="0">
              <a:solidFill>
                <a:srgbClr val="002060"/>
              </a:solidFill>
              <a:effectLst>
                <a:glow rad="101600">
                  <a:srgbClr val="F1F3F4">
                    <a:alpha val="60000"/>
                  </a:srgbClr>
                </a:glow>
              </a:effectLst>
              <a:latin typeface="Times New Roman" panose="02020603050405020304" pitchFamily="18" charset="0"/>
              <a:cs typeface="Times New Roman" panose="02020603050405020304" pitchFamily="18" charset="0"/>
            </a:endParaRPr>
          </a:p>
          <a:p>
            <a:pPr marL="1028700" lvl="1" indent="-342900" algn="just">
              <a:buFont typeface="Wingdings" panose="05000000000000000000" pitchFamily="2" charset="2"/>
              <a:buChar char="v"/>
            </a:pPr>
            <a:r>
              <a:rPr lang="en-US" sz="2200" dirty="0">
                <a:solidFill>
                  <a:srgbClr val="002060"/>
                </a:solidFill>
                <a:effectLst>
                  <a:glow rad="101600">
                    <a:srgbClr val="F1F3F4">
                      <a:alpha val="60000"/>
                    </a:srgbClr>
                  </a:glow>
                </a:effectLst>
                <a:latin typeface="Times New Roman" panose="02020603050405020304" pitchFamily="18" charset="0"/>
                <a:cs typeface="Times New Roman" panose="02020603050405020304" pitchFamily="18" charset="0"/>
              </a:rPr>
              <a:t>Type 2 hypervisors are generally capable of using hardware acceleration technologies if those features are available, but they can typically fall back on software emulation in the absence of native hardware support. </a:t>
            </a:r>
          </a:p>
        </p:txBody>
      </p:sp>
    </p:spTree>
    <p:extLst>
      <p:ext uri="{BB962C8B-B14F-4D97-AF65-F5344CB8AC3E}">
        <p14:creationId xmlns:p14="http://schemas.microsoft.com/office/powerpoint/2010/main" val="3971118304"/>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602672" y="852218"/>
            <a:ext cx="7840565" cy="2800767"/>
          </a:xfrm>
          <a:prstGeom prst="rect">
            <a:avLst/>
          </a:prstGeom>
        </p:spPr>
        <p:txBody>
          <a:bodyPr wrap="square">
            <a:spAutoFit/>
          </a:bodyPr>
          <a:lstStyle/>
          <a:p>
            <a:pPr marL="571500" lvl="0" indent="-342900">
              <a:buFont typeface="Wingdings" panose="05000000000000000000" pitchFamily="2" charset="2"/>
              <a:buChar char="Ø"/>
            </a:pPr>
            <a:r>
              <a:rPr lang="en-US" sz="2200" dirty="0">
                <a:effectLst>
                  <a:glow rad="101600">
                    <a:srgbClr val="F1F3F4">
                      <a:alpha val="60000"/>
                    </a:srgbClr>
                  </a:glow>
                </a:effectLst>
                <a:latin typeface="Times New Roman" panose="02020603050405020304" pitchFamily="18" charset="0"/>
                <a:cs typeface="Times New Roman" panose="02020603050405020304" pitchFamily="18" charset="0"/>
              </a:rPr>
              <a:t>Type 1 hypervisor </a:t>
            </a:r>
            <a:r>
              <a:rPr lang="en-US" sz="2200" dirty="0" smtClean="0">
                <a:effectLst>
                  <a:glow rad="101600">
                    <a:srgbClr val="F1F3F4">
                      <a:alpha val="60000"/>
                    </a:srgbClr>
                  </a:glow>
                </a:effectLst>
                <a:latin typeface="Times New Roman" panose="02020603050405020304" pitchFamily="18" charset="0"/>
                <a:cs typeface="Times New Roman" panose="02020603050405020304" pitchFamily="18" charset="0"/>
              </a:rPr>
              <a:t>vendors</a:t>
            </a:r>
          </a:p>
          <a:p>
            <a:pPr marL="571500" lvl="0" indent="-342900">
              <a:buFont typeface="Wingdings" panose="05000000000000000000" pitchFamily="2" charset="2"/>
              <a:buChar char="Ø"/>
            </a:pPr>
            <a:endParaRPr lang="en-US" sz="2200" dirty="0">
              <a:effectLst>
                <a:glow rad="101600">
                  <a:srgbClr val="F1F3F4">
                    <a:alpha val="60000"/>
                  </a:srgbClr>
                </a:glow>
              </a:effectLst>
              <a:latin typeface="Times New Roman" panose="02020603050405020304" pitchFamily="18" charset="0"/>
              <a:cs typeface="Times New Roman" panose="02020603050405020304" pitchFamily="18" charset="0"/>
            </a:endParaRPr>
          </a:p>
          <a:p>
            <a:pPr marL="1028700" lvl="1" indent="-342900" algn="just">
              <a:buFont typeface="Wingdings" panose="05000000000000000000" pitchFamily="2" charset="2"/>
              <a:buChar char="v"/>
            </a:pPr>
            <a:r>
              <a:rPr lang="en-US" sz="2200" b="1" dirty="0">
                <a:solidFill>
                  <a:srgbClr val="002060"/>
                </a:solidFill>
                <a:effectLst>
                  <a:glow rad="101600">
                    <a:srgbClr val="F1F3F4">
                      <a:alpha val="60000"/>
                    </a:srgbClr>
                  </a:glow>
                </a:effectLst>
                <a:latin typeface="Times New Roman" panose="02020603050405020304" pitchFamily="18" charset="0"/>
                <a:cs typeface="Times New Roman" panose="02020603050405020304" pitchFamily="18" charset="0"/>
              </a:rPr>
              <a:t>Microsoft Hyper-V</a:t>
            </a:r>
          </a:p>
          <a:p>
            <a:pPr marL="1028700" lvl="1" indent="-342900" algn="just">
              <a:buFont typeface="Wingdings" panose="05000000000000000000" pitchFamily="2" charset="2"/>
              <a:buChar char="v"/>
            </a:pPr>
            <a:r>
              <a:rPr lang="en-US" sz="2200" b="1" dirty="0">
                <a:solidFill>
                  <a:srgbClr val="002060"/>
                </a:solidFill>
                <a:effectLst>
                  <a:glow rad="101600">
                    <a:srgbClr val="F1F3F4">
                      <a:alpha val="60000"/>
                    </a:srgbClr>
                  </a:glow>
                </a:effectLst>
                <a:latin typeface="Times New Roman" panose="02020603050405020304" pitchFamily="18" charset="0"/>
                <a:cs typeface="Times New Roman" panose="02020603050405020304" pitchFamily="18" charset="0"/>
              </a:rPr>
              <a:t>Oracle VM</a:t>
            </a:r>
          </a:p>
          <a:p>
            <a:pPr marL="1028700" lvl="1" indent="-342900" algn="just">
              <a:buFont typeface="Wingdings" panose="05000000000000000000" pitchFamily="2" charset="2"/>
              <a:buChar char="v"/>
            </a:pPr>
            <a:r>
              <a:rPr lang="en-US" sz="2200" b="1" dirty="0">
                <a:solidFill>
                  <a:srgbClr val="002060"/>
                </a:solidFill>
                <a:effectLst>
                  <a:glow rad="101600">
                    <a:srgbClr val="F1F3F4">
                      <a:alpha val="60000"/>
                    </a:srgbClr>
                  </a:glow>
                </a:effectLst>
                <a:latin typeface="Times New Roman" panose="02020603050405020304" pitchFamily="18" charset="0"/>
                <a:cs typeface="Times New Roman" panose="02020603050405020304" pitchFamily="18" charset="0"/>
              </a:rPr>
              <a:t>VMware vSphere</a:t>
            </a:r>
          </a:p>
          <a:p>
            <a:pPr marL="1028700" lvl="1" indent="-342900" algn="just">
              <a:buFont typeface="Wingdings" panose="05000000000000000000" pitchFamily="2" charset="2"/>
              <a:buChar char="v"/>
            </a:pPr>
            <a:r>
              <a:rPr lang="en-US" sz="2200" b="1" dirty="0">
                <a:solidFill>
                  <a:srgbClr val="002060"/>
                </a:solidFill>
                <a:effectLst>
                  <a:glow rad="101600">
                    <a:srgbClr val="F1F3F4">
                      <a:alpha val="60000"/>
                    </a:srgbClr>
                  </a:glow>
                </a:effectLst>
                <a:latin typeface="Times New Roman" panose="02020603050405020304" pitchFamily="18" charset="0"/>
                <a:cs typeface="Times New Roman" panose="02020603050405020304" pitchFamily="18" charset="0"/>
              </a:rPr>
              <a:t>Citrix Hypervisor</a:t>
            </a:r>
          </a:p>
          <a:p>
            <a:pPr marL="1028700" lvl="1" indent="-342900" algn="just">
              <a:buFont typeface="Wingdings" panose="05000000000000000000" pitchFamily="2" charset="2"/>
              <a:buChar char="v"/>
            </a:pPr>
            <a:r>
              <a:rPr lang="en-US" sz="2200" b="1" dirty="0">
                <a:solidFill>
                  <a:srgbClr val="002060"/>
                </a:solidFill>
                <a:effectLst>
                  <a:glow rad="101600">
                    <a:srgbClr val="F1F3F4">
                      <a:alpha val="60000"/>
                    </a:srgbClr>
                  </a:glow>
                </a:effectLst>
                <a:latin typeface="Times New Roman" panose="02020603050405020304" pitchFamily="18" charset="0"/>
                <a:cs typeface="Times New Roman" panose="02020603050405020304" pitchFamily="18" charset="0"/>
              </a:rPr>
              <a:t>KVM </a:t>
            </a:r>
            <a:r>
              <a:rPr lang="en-US" sz="2200" b="1" dirty="0">
                <a:solidFill>
                  <a:srgbClr val="00B050"/>
                </a:solidFill>
                <a:effectLst>
                  <a:glow rad="101600">
                    <a:srgbClr val="F1F3F4">
                      <a:alpha val="60000"/>
                    </a:srgbClr>
                  </a:glow>
                </a:effectLst>
                <a:latin typeface="Times New Roman" panose="02020603050405020304" pitchFamily="18" charset="0"/>
                <a:cs typeface="Times New Roman" panose="02020603050405020304" pitchFamily="18" charset="0"/>
              </a:rPr>
              <a:t>(Kernel-based Virtual Machine)</a:t>
            </a:r>
          </a:p>
          <a:p>
            <a:pPr marL="1028700" lvl="1" indent="-342900" algn="just">
              <a:buFont typeface="Wingdings" panose="05000000000000000000" pitchFamily="2" charset="2"/>
              <a:buChar char="v"/>
            </a:pPr>
            <a:r>
              <a:rPr lang="en-US" sz="2200" b="1" dirty="0" err="1">
                <a:solidFill>
                  <a:srgbClr val="002060"/>
                </a:solidFill>
                <a:effectLst>
                  <a:glow rad="101600">
                    <a:srgbClr val="F1F3F4">
                      <a:alpha val="60000"/>
                    </a:srgbClr>
                  </a:glow>
                </a:effectLst>
                <a:latin typeface="Times New Roman" panose="02020603050405020304" pitchFamily="18" charset="0"/>
                <a:cs typeface="Times New Roman" panose="02020603050405020304" pitchFamily="18" charset="0"/>
              </a:rPr>
              <a:t>Xen</a:t>
            </a:r>
            <a:r>
              <a:rPr lang="en-US" sz="2200" b="1" dirty="0">
                <a:solidFill>
                  <a:srgbClr val="002060"/>
                </a:solidFill>
                <a:effectLst>
                  <a:glow rad="101600">
                    <a:srgbClr val="F1F3F4">
                      <a:alpha val="60000"/>
                    </a:srgbClr>
                  </a:glow>
                </a:effectLst>
                <a:latin typeface="Times New Roman" panose="02020603050405020304" pitchFamily="18" charset="0"/>
                <a:cs typeface="Times New Roman" panose="02020603050405020304" pitchFamily="18" charset="0"/>
              </a:rPr>
              <a:t> </a:t>
            </a:r>
            <a:r>
              <a:rPr lang="en-US" sz="2200" b="1" dirty="0" smtClean="0">
                <a:solidFill>
                  <a:srgbClr val="002060"/>
                </a:solidFill>
                <a:effectLst>
                  <a:glow rad="101600">
                    <a:srgbClr val="F1F3F4">
                      <a:alpha val="60000"/>
                    </a:srgbClr>
                  </a:glow>
                </a:effectLst>
                <a:latin typeface="Times New Roman" panose="02020603050405020304" pitchFamily="18" charset="0"/>
                <a:cs typeface="Times New Roman" panose="02020603050405020304" pitchFamily="18" charset="0"/>
              </a:rPr>
              <a:t>hypervisor</a:t>
            </a:r>
            <a:endParaRPr lang="en-US" sz="2200" b="1" dirty="0">
              <a:solidFill>
                <a:srgbClr val="002060"/>
              </a:solidFill>
              <a:effectLst>
                <a:glow rad="101600">
                  <a:srgbClr val="F1F3F4">
                    <a:alpha val="60000"/>
                  </a:srgbClr>
                </a:glo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28928055"/>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602672" y="592445"/>
            <a:ext cx="7840565" cy="2800767"/>
          </a:xfrm>
          <a:prstGeom prst="rect">
            <a:avLst/>
          </a:prstGeom>
        </p:spPr>
        <p:txBody>
          <a:bodyPr wrap="square">
            <a:spAutoFit/>
          </a:bodyPr>
          <a:lstStyle/>
          <a:p>
            <a:pPr marL="685800" lvl="1" algn="just"/>
            <a:endParaRPr lang="en-US" sz="2200" b="1" dirty="0">
              <a:solidFill>
                <a:srgbClr val="002060"/>
              </a:solidFill>
              <a:effectLst>
                <a:glow rad="101600">
                  <a:srgbClr val="F1F3F4">
                    <a:alpha val="60000"/>
                  </a:srgbClr>
                </a:glow>
              </a:effectLst>
              <a:latin typeface="Times New Roman" panose="02020603050405020304" pitchFamily="18" charset="0"/>
              <a:cs typeface="Times New Roman" panose="02020603050405020304" pitchFamily="18" charset="0"/>
            </a:endParaRPr>
          </a:p>
          <a:p>
            <a:pPr marL="571500" lvl="0" indent="-342900">
              <a:buFont typeface="Wingdings" panose="05000000000000000000" pitchFamily="2" charset="2"/>
              <a:buChar char="Ø"/>
            </a:pPr>
            <a:r>
              <a:rPr lang="en-US" sz="2200" dirty="0">
                <a:effectLst>
                  <a:glow rad="101600">
                    <a:srgbClr val="F1F3F4">
                      <a:alpha val="60000"/>
                    </a:srgbClr>
                  </a:glow>
                </a:effectLst>
                <a:latin typeface="Times New Roman" panose="02020603050405020304" pitchFamily="18" charset="0"/>
                <a:cs typeface="Times New Roman" panose="02020603050405020304" pitchFamily="18" charset="0"/>
              </a:rPr>
              <a:t>Type 2 hypervisor </a:t>
            </a:r>
            <a:r>
              <a:rPr lang="en-US" sz="2200" dirty="0" smtClean="0">
                <a:effectLst>
                  <a:glow rad="101600">
                    <a:srgbClr val="F1F3F4">
                      <a:alpha val="60000"/>
                    </a:srgbClr>
                  </a:glow>
                </a:effectLst>
                <a:latin typeface="Times New Roman" panose="02020603050405020304" pitchFamily="18" charset="0"/>
                <a:cs typeface="Times New Roman" panose="02020603050405020304" pitchFamily="18" charset="0"/>
              </a:rPr>
              <a:t>vendors</a:t>
            </a:r>
          </a:p>
          <a:p>
            <a:pPr marL="571500" lvl="0" indent="-342900">
              <a:buFont typeface="Wingdings" panose="05000000000000000000" pitchFamily="2" charset="2"/>
              <a:buChar char="Ø"/>
            </a:pPr>
            <a:endParaRPr lang="en-US" sz="2200" dirty="0">
              <a:effectLst>
                <a:glow rad="101600">
                  <a:srgbClr val="F1F3F4">
                    <a:alpha val="60000"/>
                  </a:srgbClr>
                </a:glow>
              </a:effectLst>
              <a:latin typeface="Times New Roman" panose="02020603050405020304" pitchFamily="18" charset="0"/>
              <a:cs typeface="Times New Roman" panose="02020603050405020304" pitchFamily="18" charset="0"/>
            </a:endParaRPr>
          </a:p>
          <a:p>
            <a:pPr marL="1028700" lvl="1" indent="-342900" algn="just">
              <a:buFont typeface="Wingdings" panose="05000000000000000000" pitchFamily="2" charset="2"/>
              <a:buChar char="v"/>
            </a:pPr>
            <a:r>
              <a:rPr lang="en-US" sz="2200" b="1" dirty="0">
                <a:solidFill>
                  <a:srgbClr val="002060"/>
                </a:solidFill>
                <a:effectLst>
                  <a:glow rad="101600">
                    <a:srgbClr val="F1F3F4">
                      <a:alpha val="60000"/>
                    </a:srgbClr>
                  </a:glow>
                </a:effectLst>
                <a:latin typeface="Times New Roman" panose="02020603050405020304" pitchFamily="18" charset="0"/>
                <a:cs typeface="Times New Roman" panose="02020603050405020304" pitchFamily="18" charset="0"/>
              </a:rPr>
              <a:t>Oracle VM </a:t>
            </a:r>
            <a:r>
              <a:rPr lang="en-US" sz="2200" b="1" dirty="0" err="1">
                <a:solidFill>
                  <a:srgbClr val="002060"/>
                </a:solidFill>
                <a:effectLst>
                  <a:glow rad="101600">
                    <a:srgbClr val="F1F3F4">
                      <a:alpha val="60000"/>
                    </a:srgbClr>
                  </a:glow>
                </a:effectLst>
                <a:latin typeface="Times New Roman" panose="02020603050405020304" pitchFamily="18" charset="0"/>
                <a:cs typeface="Times New Roman" panose="02020603050405020304" pitchFamily="18" charset="0"/>
              </a:rPr>
              <a:t>VirtualBox</a:t>
            </a:r>
            <a:endParaRPr lang="en-US" sz="2200" b="1" dirty="0">
              <a:solidFill>
                <a:srgbClr val="002060"/>
              </a:solidFill>
              <a:effectLst>
                <a:glow rad="101600">
                  <a:srgbClr val="F1F3F4">
                    <a:alpha val="60000"/>
                  </a:srgbClr>
                </a:glow>
              </a:effectLst>
              <a:latin typeface="Times New Roman" panose="02020603050405020304" pitchFamily="18" charset="0"/>
              <a:cs typeface="Times New Roman" panose="02020603050405020304" pitchFamily="18" charset="0"/>
            </a:endParaRPr>
          </a:p>
          <a:p>
            <a:pPr marL="1028700" lvl="1" indent="-342900" algn="just">
              <a:buFont typeface="Wingdings" panose="05000000000000000000" pitchFamily="2" charset="2"/>
              <a:buChar char="v"/>
            </a:pPr>
            <a:r>
              <a:rPr lang="en-US" sz="2200" b="1" dirty="0">
                <a:solidFill>
                  <a:srgbClr val="002060"/>
                </a:solidFill>
                <a:effectLst>
                  <a:glow rad="101600">
                    <a:srgbClr val="F1F3F4">
                      <a:alpha val="60000"/>
                    </a:srgbClr>
                  </a:glow>
                </a:effectLst>
                <a:latin typeface="Times New Roman" panose="02020603050405020304" pitchFamily="18" charset="0"/>
                <a:cs typeface="Times New Roman" panose="02020603050405020304" pitchFamily="18" charset="0"/>
              </a:rPr>
              <a:t>VMware Workstation Pro </a:t>
            </a:r>
          </a:p>
          <a:p>
            <a:pPr marL="1028700" lvl="1" indent="-342900" algn="just">
              <a:buFont typeface="Wingdings" panose="05000000000000000000" pitchFamily="2" charset="2"/>
              <a:buChar char="v"/>
            </a:pPr>
            <a:r>
              <a:rPr lang="en-US" sz="2200" b="1" dirty="0">
                <a:solidFill>
                  <a:srgbClr val="002060"/>
                </a:solidFill>
                <a:effectLst>
                  <a:glow rad="101600">
                    <a:srgbClr val="F1F3F4">
                      <a:alpha val="60000"/>
                    </a:srgbClr>
                  </a:glow>
                </a:effectLst>
                <a:latin typeface="Times New Roman" panose="02020603050405020304" pitchFamily="18" charset="0"/>
                <a:cs typeface="Times New Roman" panose="02020603050405020304" pitchFamily="18" charset="0"/>
              </a:rPr>
              <a:t>VMware Fusion</a:t>
            </a:r>
          </a:p>
          <a:p>
            <a:pPr marL="1028700" lvl="1" indent="-342900" algn="just">
              <a:buFont typeface="Wingdings" panose="05000000000000000000" pitchFamily="2" charset="2"/>
              <a:buChar char="v"/>
            </a:pPr>
            <a:r>
              <a:rPr lang="en-US" sz="2200" b="1" dirty="0">
                <a:solidFill>
                  <a:srgbClr val="002060"/>
                </a:solidFill>
                <a:effectLst>
                  <a:glow rad="101600">
                    <a:srgbClr val="F1F3F4">
                      <a:alpha val="60000"/>
                    </a:srgbClr>
                  </a:glow>
                </a:effectLst>
                <a:latin typeface="Times New Roman" panose="02020603050405020304" pitchFamily="18" charset="0"/>
                <a:cs typeface="Times New Roman" panose="02020603050405020304" pitchFamily="18" charset="0"/>
              </a:rPr>
              <a:t>QEMU </a:t>
            </a:r>
            <a:r>
              <a:rPr lang="en-US" sz="2200" b="1" dirty="0">
                <a:solidFill>
                  <a:srgbClr val="00B050"/>
                </a:solidFill>
                <a:effectLst>
                  <a:glow rad="101600">
                    <a:srgbClr val="F1F3F4">
                      <a:alpha val="60000"/>
                    </a:srgbClr>
                  </a:glow>
                </a:effectLst>
                <a:latin typeface="Times New Roman" panose="02020603050405020304" pitchFamily="18" charset="0"/>
                <a:cs typeface="Times New Roman" panose="02020603050405020304" pitchFamily="18" charset="0"/>
              </a:rPr>
              <a:t>(Quick Emulator)</a:t>
            </a:r>
          </a:p>
          <a:p>
            <a:pPr marL="1028700" lvl="1" indent="-342900" algn="just">
              <a:buFont typeface="Wingdings" panose="05000000000000000000" pitchFamily="2" charset="2"/>
              <a:buChar char="v"/>
            </a:pPr>
            <a:r>
              <a:rPr lang="en-US" sz="2200" b="1" dirty="0">
                <a:solidFill>
                  <a:srgbClr val="002060"/>
                </a:solidFill>
                <a:effectLst>
                  <a:glow rad="101600">
                    <a:srgbClr val="F1F3F4">
                      <a:alpha val="60000"/>
                    </a:srgbClr>
                  </a:glow>
                </a:effectLst>
                <a:latin typeface="Times New Roman" panose="02020603050405020304" pitchFamily="18" charset="0"/>
                <a:cs typeface="Times New Roman" panose="02020603050405020304" pitchFamily="18" charset="0"/>
              </a:rPr>
              <a:t>Parallels </a:t>
            </a:r>
            <a:r>
              <a:rPr lang="en-US" sz="2200" b="1" dirty="0" smtClean="0">
                <a:solidFill>
                  <a:srgbClr val="002060"/>
                </a:solidFill>
                <a:effectLst>
                  <a:glow rad="101600">
                    <a:srgbClr val="F1F3F4">
                      <a:alpha val="60000"/>
                    </a:srgbClr>
                  </a:glow>
                </a:effectLst>
                <a:latin typeface="Times New Roman" panose="02020603050405020304" pitchFamily="18" charset="0"/>
                <a:cs typeface="Times New Roman" panose="02020603050405020304" pitchFamily="18" charset="0"/>
              </a:rPr>
              <a:t>Desktop</a:t>
            </a:r>
            <a:endParaRPr lang="en-US" sz="2200" b="1" dirty="0">
              <a:solidFill>
                <a:srgbClr val="002060"/>
              </a:solidFill>
              <a:effectLst>
                <a:glow rad="101600">
                  <a:srgbClr val="F1F3F4">
                    <a:alpha val="60000"/>
                  </a:srgbClr>
                </a:glo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80153695"/>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97352" y="469085"/>
            <a:ext cx="7141976" cy="686406"/>
          </a:xfrm>
          <a:prstGeom prst="rect">
            <a:avLst/>
          </a:prstGeom>
        </p:spPr>
        <p:txBody>
          <a:bodyPr spcFirstLastPara="1" vert="horz" wrap="square" lIns="0" tIns="44768" rIns="0" bIns="0" rtlCol="0" anchor="ctr" anchorCtr="0">
            <a:spAutoFit/>
          </a:bodyPr>
          <a:lstStyle/>
          <a:p>
            <a:pPr marL="137160" marR="3810">
              <a:lnSpc>
                <a:spcPts val="2273"/>
              </a:lnSpc>
              <a:spcBef>
                <a:spcPts val="353"/>
              </a:spcBef>
            </a:pPr>
            <a:r>
              <a:rPr sz="2000" spc="176" dirty="0"/>
              <a:t>DIFFERENCE</a:t>
            </a:r>
            <a:r>
              <a:rPr sz="2000" spc="-41" dirty="0"/>
              <a:t> </a:t>
            </a:r>
            <a:r>
              <a:rPr sz="2000" spc="255" dirty="0"/>
              <a:t>BETWEEN</a:t>
            </a:r>
            <a:r>
              <a:rPr sz="2000" spc="-368" dirty="0"/>
              <a:t> </a:t>
            </a:r>
            <a:r>
              <a:rPr sz="2000" spc="191" dirty="0"/>
              <a:t>VIRTUALIZATION</a:t>
            </a:r>
            <a:r>
              <a:rPr sz="2000" spc="-255" dirty="0"/>
              <a:t> </a:t>
            </a:r>
            <a:r>
              <a:rPr sz="2000" spc="334" dirty="0"/>
              <a:t>AND </a:t>
            </a:r>
            <a:r>
              <a:rPr sz="2000" spc="-623" dirty="0"/>
              <a:t> </a:t>
            </a:r>
            <a:r>
              <a:rPr sz="2000" spc="169" dirty="0"/>
              <a:t>VIRTUAL</a:t>
            </a:r>
            <a:r>
              <a:rPr sz="2000" spc="-53" dirty="0"/>
              <a:t> </a:t>
            </a:r>
            <a:r>
              <a:rPr sz="2000" spc="221" dirty="0"/>
              <a:t>COMPUTING.</a:t>
            </a:r>
          </a:p>
        </p:txBody>
      </p:sp>
      <p:sp>
        <p:nvSpPr>
          <p:cNvPr id="3" name="object 3"/>
          <p:cNvSpPr txBox="1"/>
          <p:nvPr/>
        </p:nvSpPr>
        <p:spPr>
          <a:xfrm>
            <a:off x="685904" y="1155491"/>
            <a:ext cx="7793078" cy="3504132"/>
          </a:xfrm>
          <a:prstGeom prst="rect">
            <a:avLst/>
          </a:prstGeom>
        </p:spPr>
        <p:txBody>
          <a:bodyPr vert="horz" wrap="square" lIns="0" tIns="10001" rIns="0" bIns="0" rtlCol="0">
            <a:spAutoFit/>
          </a:bodyPr>
          <a:lstStyle/>
          <a:p>
            <a:pPr marL="571500" lvl="0" indent="-342900">
              <a:lnSpc>
                <a:spcPct val="150000"/>
              </a:lnSpc>
              <a:buFont typeface="Wingdings" panose="05000000000000000000" pitchFamily="2" charset="2"/>
              <a:buChar char="Ø"/>
            </a:pPr>
            <a:r>
              <a:rPr lang="en-US" sz="2200" dirty="0">
                <a:solidFill>
                  <a:srgbClr val="002060"/>
                </a:solidFill>
                <a:effectLst>
                  <a:glow rad="101600">
                    <a:srgbClr val="F1F3F4">
                      <a:alpha val="60000"/>
                    </a:srgbClr>
                  </a:glow>
                </a:effectLst>
                <a:latin typeface="Times New Roman" panose="02020603050405020304" pitchFamily="18" charset="0"/>
                <a:cs typeface="Times New Roman" panose="02020603050405020304" pitchFamily="18" charset="0"/>
              </a:rPr>
              <a:t>Virtualization is technology that lets you create useful IT services using resources that are traditionally bound to hardware. It allows you to use a physical machine’s full capacity by distributing its capabilities among many users or environments.</a:t>
            </a:r>
          </a:p>
          <a:p>
            <a:pPr marL="571500" lvl="0" indent="-342900">
              <a:lnSpc>
                <a:spcPct val="150000"/>
              </a:lnSpc>
              <a:buFont typeface="Wingdings" panose="05000000000000000000" pitchFamily="2" charset="2"/>
              <a:buChar char="Ø"/>
            </a:pPr>
            <a:r>
              <a:rPr lang="en-US" sz="2200" dirty="0">
                <a:solidFill>
                  <a:srgbClr val="002060"/>
                </a:solidFill>
                <a:effectLst>
                  <a:glow rad="101600">
                    <a:srgbClr val="F1F3F4">
                      <a:alpha val="60000"/>
                    </a:srgbClr>
                  </a:glow>
                </a:effectLst>
                <a:latin typeface="Times New Roman" panose="02020603050405020304" pitchFamily="18" charset="0"/>
                <a:cs typeface="Times New Roman" panose="02020603050405020304" pitchFamily="18" charset="0"/>
              </a:rPr>
              <a:t>Virtual computing refers to the use of a remote computer from a local computer where the actual computer user is </a:t>
            </a:r>
            <a:r>
              <a:rPr lang="en-US" sz="2200" dirty="0" smtClean="0">
                <a:solidFill>
                  <a:srgbClr val="002060"/>
                </a:solidFill>
                <a:effectLst>
                  <a:glow rad="101600">
                    <a:srgbClr val="F1F3F4">
                      <a:alpha val="60000"/>
                    </a:srgbClr>
                  </a:glow>
                </a:effectLst>
                <a:latin typeface="Times New Roman" panose="02020603050405020304" pitchFamily="18" charset="0"/>
                <a:cs typeface="Times New Roman" panose="02020603050405020304" pitchFamily="18" charset="0"/>
              </a:rPr>
              <a:t>located.</a:t>
            </a:r>
            <a:endParaRPr lang="en-US" sz="2200" dirty="0">
              <a:solidFill>
                <a:srgbClr val="00B050"/>
              </a:solidFill>
              <a:effectLst>
                <a:glow rad="101600">
                  <a:srgbClr val="F1F3F4">
                    <a:alpha val="60000"/>
                  </a:srgbClr>
                </a:glo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69202699"/>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97352" y="469085"/>
            <a:ext cx="7141976" cy="686406"/>
          </a:xfrm>
          <a:prstGeom prst="rect">
            <a:avLst/>
          </a:prstGeom>
        </p:spPr>
        <p:txBody>
          <a:bodyPr spcFirstLastPara="1" vert="horz" wrap="square" lIns="0" tIns="44768" rIns="0" bIns="0" rtlCol="0" anchor="ctr" anchorCtr="0">
            <a:spAutoFit/>
          </a:bodyPr>
          <a:lstStyle/>
          <a:p>
            <a:pPr marL="137160" marR="3810">
              <a:lnSpc>
                <a:spcPts val="2273"/>
              </a:lnSpc>
              <a:spcBef>
                <a:spcPts val="353"/>
              </a:spcBef>
            </a:pPr>
            <a:r>
              <a:rPr sz="2000" spc="176" dirty="0"/>
              <a:t>DIFFERENCE</a:t>
            </a:r>
            <a:r>
              <a:rPr sz="2000" spc="-41" dirty="0"/>
              <a:t> </a:t>
            </a:r>
            <a:r>
              <a:rPr sz="2000" spc="255" dirty="0"/>
              <a:t>BETWEEN</a:t>
            </a:r>
            <a:r>
              <a:rPr sz="2000" spc="-368" dirty="0"/>
              <a:t> </a:t>
            </a:r>
            <a:r>
              <a:rPr sz="2000" spc="191" dirty="0"/>
              <a:t>VIRTUALIZATION</a:t>
            </a:r>
            <a:r>
              <a:rPr sz="2000" spc="-255" dirty="0"/>
              <a:t> </a:t>
            </a:r>
            <a:r>
              <a:rPr sz="2000" spc="334" dirty="0"/>
              <a:t>AND </a:t>
            </a:r>
            <a:r>
              <a:rPr sz="2000" spc="-623" dirty="0"/>
              <a:t> </a:t>
            </a:r>
            <a:r>
              <a:rPr sz="2000" spc="169" dirty="0"/>
              <a:t>VIRTUAL</a:t>
            </a:r>
            <a:r>
              <a:rPr sz="2000" spc="-53" dirty="0"/>
              <a:t> </a:t>
            </a:r>
            <a:r>
              <a:rPr sz="2000" spc="221" dirty="0"/>
              <a:t>COMPUTING.</a:t>
            </a:r>
          </a:p>
        </p:txBody>
      </p:sp>
      <p:sp>
        <p:nvSpPr>
          <p:cNvPr id="3" name="object 3"/>
          <p:cNvSpPr txBox="1"/>
          <p:nvPr/>
        </p:nvSpPr>
        <p:spPr>
          <a:xfrm>
            <a:off x="550718" y="1240956"/>
            <a:ext cx="8042564" cy="3395641"/>
          </a:xfrm>
          <a:prstGeom prst="rect">
            <a:avLst/>
          </a:prstGeom>
        </p:spPr>
        <p:txBody>
          <a:bodyPr vert="horz" wrap="square" lIns="0" tIns="10001" rIns="0" bIns="0" rtlCol="0">
            <a:spAutoFit/>
          </a:bodyPr>
          <a:lstStyle/>
          <a:p>
            <a:pPr marL="571500" lvl="0" indent="-342900">
              <a:buFont typeface="Wingdings" panose="05000000000000000000" pitchFamily="2" charset="2"/>
              <a:buChar char="Ø"/>
            </a:pPr>
            <a:r>
              <a:rPr lang="en-US" sz="2200" dirty="0" smtClean="0">
                <a:solidFill>
                  <a:srgbClr val="002060"/>
                </a:solidFill>
                <a:effectLst>
                  <a:glow rad="101600">
                    <a:srgbClr val="F1F3F4">
                      <a:alpha val="60000"/>
                    </a:srgbClr>
                  </a:glow>
                </a:effectLst>
                <a:latin typeface="Times New Roman" panose="02020603050405020304" pitchFamily="18" charset="0"/>
                <a:cs typeface="Times New Roman" panose="02020603050405020304" pitchFamily="18" charset="0"/>
              </a:rPr>
              <a:t>Virtual </a:t>
            </a:r>
            <a:r>
              <a:rPr lang="en-US" sz="2200" dirty="0">
                <a:solidFill>
                  <a:srgbClr val="002060"/>
                </a:solidFill>
                <a:effectLst>
                  <a:glow rad="101600">
                    <a:srgbClr val="F1F3F4">
                      <a:alpha val="60000"/>
                    </a:srgbClr>
                  </a:glow>
                </a:effectLst>
                <a:latin typeface="Times New Roman" panose="02020603050405020304" pitchFamily="18" charset="0"/>
                <a:cs typeface="Times New Roman" panose="02020603050405020304" pitchFamily="18" charset="0"/>
              </a:rPr>
              <a:t>computing makes one computer act and perform like many computers. Through virtual computing providers, users can download and use more than one operating system and perform a multitude of functions at the same time through a single mouse click and receive all the benefits of additional programs and hardware without having to purchase or install them on their own computer.</a:t>
            </a:r>
          </a:p>
          <a:p>
            <a:pPr marL="571500" lvl="0" indent="-342900">
              <a:buFont typeface="Wingdings" panose="05000000000000000000" pitchFamily="2" charset="2"/>
              <a:buChar char="Ø"/>
            </a:pPr>
            <a:r>
              <a:rPr lang="en-US" sz="2200" dirty="0">
                <a:solidFill>
                  <a:srgbClr val="00B050"/>
                </a:solidFill>
                <a:effectLst>
                  <a:glow rad="101600">
                    <a:srgbClr val="F1F3F4">
                      <a:alpha val="60000"/>
                    </a:srgbClr>
                  </a:glow>
                </a:effectLst>
                <a:latin typeface="Times New Roman" panose="02020603050405020304" pitchFamily="18" charset="0"/>
                <a:cs typeface="Times New Roman" panose="02020603050405020304" pitchFamily="18" charset="0"/>
              </a:rPr>
              <a:t>Executives can check their company e-mail on the road, students can take classes from home and managers can keep up with documents stored on internal servers from anywhere in the world.</a:t>
            </a:r>
          </a:p>
        </p:txBody>
      </p:sp>
    </p:spTree>
    <p:extLst>
      <p:ext uri="{BB962C8B-B14F-4D97-AF65-F5344CB8AC3E}">
        <p14:creationId xmlns:p14="http://schemas.microsoft.com/office/powerpoint/2010/main" val="1752835992"/>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97352" y="469085"/>
            <a:ext cx="7141976" cy="686406"/>
          </a:xfrm>
          <a:prstGeom prst="rect">
            <a:avLst/>
          </a:prstGeom>
        </p:spPr>
        <p:txBody>
          <a:bodyPr spcFirstLastPara="1" vert="horz" wrap="square" lIns="0" tIns="44768" rIns="0" bIns="0" rtlCol="0" anchor="ctr" anchorCtr="0">
            <a:spAutoFit/>
          </a:bodyPr>
          <a:lstStyle/>
          <a:p>
            <a:pPr marL="137160" marR="3810">
              <a:lnSpc>
                <a:spcPts val="2273"/>
              </a:lnSpc>
              <a:spcBef>
                <a:spcPts val="353"/>
              </a:spcBef>
            </a:pPr>
            <a:r>
              <a:rPr sz="2000" spc="176" dirty="0"/>
              <a:t>DIFFERENCE</a:t>
            </a:r>
            <a:r>
              <a:rPr sz="2000" spc="-41" dirty="0"/>
              <a:t> </a:t>
            </a:r>
            <a:r>
              <a:rPr sz="2000" spc="255" dirty="0"/>
              <a:t>BETWEEN</a:t>
            </a:r>
            <a:r>
              <a:rPr sz="2000" spc="-368" dirty="0"/>
              <a:t> </a:t>
            </a:r>
            <a:r>
              <a:rPr sz="2000" spc="191" dirty="0"/>
              <a:t>VIRTUALIZATION</a:t>
            </a:r>
            <a:r>
              <a:rPr sz="2000" spc="-255" dirty="0"/>
              <a:t> </a:t>
            </a:r>
            <a:r>
              <a:rPr sz="2000" spc="334" dirty="0"/>
              <a:t>AND </a:t>
            </a:r>
            <a:r>
              <a:rPr sz="2000" spc="-623" dirty="0"/>
              <a:t> </a:t>
            </a:r>
            <a:r>
              <a:rPr sz="2000" spc="169" dirty="0"/>
              <a:t>VIRTUAL</a:t>
            </a:r>
            <a:r>
              <a:rPr sz="2000" spc="-53" dirty="0"/>
              <a:t> </a:t>
            </a:r>
            <a:r>
              <a:rPr sz="2000" spc="221" dirty="0"/>
              <a:t>COMPUTING.</a:t>
            </a:r>
          </a:p>
        </p:txBody>
      </p:sp>
      <p:sp>
        <p:nvSpPr>
          <p:cNvPr id="3" name="object 3"/>
          <p:cNvSpPr txBox="1"/>
          <p:nvPr/>
        </p:nvSpPr>
        <p:spPr>
          <a:xfrm>
            <a:off x="550718" y="1240956"/>
            <a:ext cx="8042564" cy="3395641"/>
          </a:xfrm>
          <a:prstGeom prst="rect">
            <a:avLst/>
          </a:prstGeom>
        </p:spPr>
        <p:txBody>
          <a:bodyPr vert="horz" wrap="square" lIns="0" tIns="10001" rIns="0" bIns="0" rtlCol="0">
            <a:spAutoFit/>
          </a:bodyPr>
          <a:lstStyle/>
          <a:p>
            <a:pPr marL="571500" lvl="0" indent="-342900">
              <a:buFont typeface="Wingdings" panose="05000000000000000000" pitchFamily="2" charset="2"/>
              <a:buChar char="Ø"/>
            </a:pPr>
            <a:r>
              <a:rPr lang="en-US" sz="2200" dirty="0" smtClean="0">
                <a:solidFill>
                  <a:srgbClr val="002060"/>
                </a:solidFill>
                <a:effectLst>
                  <a:glow rad="101600">
                    <a:srgbClr val="F1F3F4">
                      <a:alpha val="60000"/>
                    </a:srgbClr>
                  </a:glow>
                </a:effectLst>
                <a:latin typeface="Times New Roman" panose="02020603050405020304" pitchFamily="18" charset="0"/>
                <a:cs typeface="Times New Roman" panose="02020603050405020304" pitchFamily="18" charset="0"/>
              </a:rPr>
              <a:t>Virtual </a:t>
            </a:r>
            <a:r>
              <a:rPr lang="en-US" sz="2200" dirty="0">
                <a:solidFill>
                  <a:srgbClr val="002060"/>
                </a:solidFill>
                <a:effectLst>
                  <a:glow rad="101600">
                    <a:srgbClr val="F1F3F4">
                      <a:alpha val="60000"/>
                    </a:srgbClr>
                  </a:glow>
                </a:effectLst>
                <a:latin typeface="Times New Roman" panose="02020603050405020304" pitchFamily="18" charset="0"/>
                <a:cs typeface="Times New Roman" panose="02020603050405020304" pitchFamily="18" charset="0"/>
              </a:rPr>
              <a:t>computing makes one computer act and perform like many computers. Through virtual computing providers, users can download and use more than one operating system and perform a multitude of functions at the same time through a single mouse click and receive all the benefits of additional programs and hardware without having to purchase or install them on their own computer.</a:t>
            </a:r>
          </a:p>
          <a:p>
            <a:pPr marL="571500" lvl="0" indent="-342900">
              <a:buFont typeface="Wingdings" panose="05000000000000000000" pitchFamily="2" charset="2"/>
              <a:buChar char="Ø"/>
            </a:pPr>
            <a:r>
              <a:rPr lang="en-US" sz="2200" dirty="0">
                <a:solidFill>
                  <a:srgbClr val="00B050"/>
                </a:solidFill>
                <a:effectLst>
                  <a:glow rad="101600">
                    <a:srgbClr val="F1F3F4">
                      <a:alpha val="60000"/>
                    </a:srgbClr>
                  </a:glow>
                </a:effectLst>
                <a:latin typeface="Times New Roman" panose="02020603050405020304" pitchFamily="18" charset="0"/>
                <a:cs typeface="Times New Roman" panose="02020603050405020304" pitchFamily="18" charset="0"/>
              </a:rPr>
              <a:t>Executives can check their company e-mail on the road, students can take classes from home and managers can keep up with documents stored on internal servers from anywhere in the world.</a:t>
            </a:r>
          </a:p>
        </p:txBody>
      </p:sp>
    </p:spTree>
    <p:extLst>
      <p:ext uri="{BB962C8B-B14F-4D97-AF65-F5344CB8AC3E}">
        <p14:creationId xmlns:p14="http://schemas.microsoft.com/office/powerpoint/2010/main" val="3913160334"/>
      </p:ext>
    </p:extLst>
  </p:cSld>
  <p:clrMapOvr>
    <a:masterClrMapping/>
  </p:clrMapOvr>
</p:sld>
</file>

<file path=ppt/theme/theme1.xml><?xml version="1.0" encoding="utf-8"?>
<a:theme xmlns:a="http://schemas.openxmlformats.org/drawingml/2006/main" name="Fall Activities Binder by Slidesgo">
  <a:themeElements>
    <a:clrScheme name="Simple Light">
      <a:dk1>
        <a:srgbClr val="622300"/>
      </a:dk1>
      <a:lt1>
        <a:srgbClr val="AF4F4F"/>
      </a:lt1>
      <a:dk2>
        <a:srgbClr val="E5771C"/>
      </a:dk2>
      <a:lt2>
        <a:srgbClr val="EB9B00"/>
      </a:lt2>
      <a:accent1>
        <a:srgbClr val="EC4940"/>
      </a:accent1>
      <a:accent2>
        <a:srgbClr val="9F200A"/>
      </a:accent2>
      <a:accent3>
        <a:srgbClr val="7F7C18"/>
      </a:accent3>
      <a:accent4>
        <a:srgbClr val="AAA61E"/>
      </a:accent4>
      <a:accent5>
        <a:srgbClr val="76B5AF"/>
      </a:accent5>
      <a:accent6>
        <a:srgbClr val="FFC83A"/>
      </a:accent6>
      <a:hlink>
        <a:srgbClr val="6223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763</TotalTime>
  <Words>7221</Words>
  <Application>Microsoft Office PowerPoint</Application>
  <PresentationFormat>On-screen Show (16:9)</PresentationFormat>
  <Paragraphs>513</Paragraphs>
  <Slides>122</Slides>
  <Notes>4</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122</vt:i4>
      </vt:variant>
    </vt:vector>
  </HeadingPairs>
  <TitlesOfParts>
    <vt:vector size="133" baseType="lpstr">
      <vt:lpstr>Times New Roman</vt:lpstr>
      <vt:lpstr>Quicksand</vt:lpstr>
      <vt:lpstr>Arial MT</vt:lpstr>
      <vt:lpstr>Arial</vt:lpstr>
      <vt:lpstr>Montserrat</vt:lpstr>
      <vt:lpstr>Trebuchet MS</vt:lpstr>
      <vt:lpstr>Wingdings</vt:lpstr>
      <vt:lpstr>Open Sans</vt:lpstr>
      <vt:lpstr>Grand Hotel</vt:lpstr>
      <vt:lpstr>Segoe Print</vt:lpstr>
      <vt:lpstr>Fall Activities Binder by Slidesgo</vt:lpstr>
      <vt:lpstr>VIRTUALISATION AND  CONTAINERS</vt:lpstr>
      <vt:lpstr>PowerPoint Presentation</vt:lpstr>
      <vt:lpstr>Module 1</vt:lpstr>
      <vt:lpstr>Understanding Virtualization</vt:lpstr>
      <vt:lpstr>DESCRIBING VIRTUALIZATION</vt:lpstr>
      <vt:lpstr>DESCRIBING VIRTUALIZATION</vt:lpstr>
      <vt:lpstr>DESCRIBING VIRTUALIZATION</vt:lpstr>
      <vt:lpstr>DESCRIBING VIRTUALIZATION</vt:lpstr>
      <vt:lpstr>PHYSICAL     AND     VIRTUAL  MACHINES</vt:lpstr>
      <vt:lpstr>PHYSICAL  SERVER</vt:lpstr>
      <vt:lpstr>PHYSICAL  SERVER</vt:lpstr>
      <vt:lpstr>VIRTUAL  MACHINE</vt:lpstr>
      <vt:lpstr>VIRTUAL  MACHINE</vt:lpstr>
      <vt:lpstr>VIRTUAL  MACHINE</vt:lpstr>
      <vt:lpstr>TRADITIONAL    AND   VIRTUAL COMPUTING</vt:lpstr>
      <vt:lpstr>PowerPoint Presentation</vt:lpstr>
      <vt:lpstr>PowerPoint Presentation</vt:lpstr>
      <vt:lpstr>THE  BENEFITS OF     VIRTUALIZATION</vt:lpstr>
      <vt:lpstr>UNDERSTANDING   VIRTUALIZATION</vt:lpstr>
      <vt:lpstr>TYPES OF     VIRTUALIZATION</vt:lpstr>
      <vt:lpstr>TYPES OF   VIRTUALIZATION</vt:lpstr>
      <vt:lpstr>TYPES OF   VIRTUALIZATION</vt:lpstr>
      <vt:lpstr>TYPES OF   VIRTUALIZATION</vt:lpstr>
      <vt:lpstr>TYPES OF   VIRTUALIZATION</vt:lpstr>
      <vt:lpstr>TYPES OF   VIRTUALIZATION</vt:lpstr>
      <vt:lpstr>TYPES OF   VIRTUALIZATION</vt:lpstr>
      <vt:lpstr>TYPES OF    VIRTUALIZATION</vt:lpstr>
      <vt:lpstr>TYPES OF    VIRTUALIZATION</vt:lpstr>
      <vt:lpstr>TYPES OF    VIRTUALIZATION</vt:lpstr>
      <vt:lpstr>PowerPoint Presentation</vt:lpstr>
      <vt:lpstr>ADVANTAGES</vt:lpstr>
      <vt:lpstr>PowerPoint Presentation</vt:lpstr>
      <vt:lpstr>PowerPoint Presentation</vt:lpstr>
      <vt:lpstr>Benefits</vt:lpstr>
      <vt:lpstr>PowerPoint Presentation</vt:lpstr>
      <vt:lpstr>PowerPoint Presentation</vt:lpstr>
      <vt:lpstr>Limitations</vt:lpstr>
      <vt:lpstr>PowerPoint Presentation</vt:lpstr>
      <vt:lpstr>PowerPoint Presentation</vt:lpstr>
      <vt:lpstr>PowerPoint Presentation</vt:lpstr>
      <vt:lpstr>NEED OF     VIRTUALIZATION</vt:lpstr>
      <vt:lpstr>NEED OF     VIRTUALIZATION</vt:lpstr>
      <vt:lpstr>NEED OF     VIRTUALIZATION</vt:lpstr>
      <vt:lpstr>NEED OF     VIRTUALIZATION</vt:lpstr>
      <vt:lpstr>NEED OF     VIRTUALIZATION</vt:lpstr>
      <vt:lpstr>NEED OF     VIRTUALIZATION</vt:lpstr>
      <vt:lpstr>NEED OF     VIRTUALIZATION</vt:lpstr>
      <vt:lpstr>VIRTUALIZATION REFERENCE MODEL</vt:lpstr>
      <vt:lpstr>VIRTUALIZATION REFERENCE MODEL</vt:lpstr>
      <vt:lpstr>VIRTUALIZATION REFERENCE MODEL</vt:lpstr>
      <vt:lpstr>VIRTUALIZATION REFERENCE MODEL</vt:lpstr>
      <vt:lpstr>Applications of virtualization</vt:lpstr>
      <vt:lpstr>PowerPoint Presentation</vt:lpstr>
      <vt:lpstr>PowerPoint Presentation</vt:lpstr>
      <vt:lpstr>PowerPoint Presentation</vt:lpstr>
      <vt:lpstr>SIMULATIONS AND EMULATIONS</vt:lpstr>
      <vt:lpstr>PowerPoint Presentation</vt:lpstr>
      <vt:lpstr>PowerPoint Presentation</vt:lpstr>
      <vt:lpstr>PowerPoint Presentation</vt:lpstr>
      <vt:lpstr>PowerPoint Presentation</vt:lpstr>
      <vt:lpstr>PowerPoint Presentation</vt:lpstr>
      <vt:lpstr>CHALLENGES IN VIRTUALIZED ENVIRONMENT</vt:lpstr>
      <vt:lpstr>CHALLENGES IN VIRTUALIZED ENVIRONMENT</vt:lpstr>
      <vt:lpstr>CHALLENGES IN VIRTUALIZED ENVIRONMENT</vt:lpstr>
      <vt:lpstr>PowerPoint Presentation</vt:lpstr>
      <vt:lpstr>PowerPoint Presentation</vt:lpstr>
      <vt:lpstr>PowerPoint Presentation</vt:lpstr>
      <vt:lpstr>PowerPoint Presentation</vt:lpstr>
      <vt:lpstr>PowerPoint Presentation</vt:lpstr>
      <vt:lpstr>TOOLS AND TECHNOLOGIES IN VIRTUALIZED  ENVIRONMENTS</vt:lpstr>
      <vt:lpstr>TOOLS AND TECHNOLOGIES</vt:lpstr>
      <vt:lpstr>TOOLS AND TECHNOLOGIES</vt:lpstr>
      <vt:lpstr>TOOLS AND TECHNOLOGIES</vt:lpstr>
      <vt:lpstr>TOOLS AND TECHNOLOGIES</vt:lpstr>
      <vt:lpstr>TOOLS AND TECHNOLOGIES</vt:lpstr>
      <vt:lpstr>TOOLS AND TECHNOLOGIES</vt:lpstr>
      <vt:lpstr>TOOLS AND TECHNOLOGIES</vt:lpstr>
      <vt:lpstr>TOOLS AND TECHNOLOGIES</vt:lpstr>
      <vt:lpstr>TOOLS AND TECHNOLOGIES</vt:lpstr>
      <vt:lpstr>TOOLS AND TECHNOLOGIES</vt:lpstr>
      <vt:lpstr>TOOLS AND TECHNOLOGIES</vt:lpstr>
      <vt:lpstr>TOOLS AND TECHNOLOGIES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UNDERSTANDING   HYPERVISORS</vt:lpstr>
      <vt:lpstr>PowerPoint Presentation</vt:lpstr>
      <vt:lpstr>PowerPoint Presentation</vt:lpstr>
      <vt:lpstr>TYPE 1 HYPERVISORS</vt:lpstr>
      <vt:lpstr>PowerPoint Presentation</vt:lpstr>
      <vt:lpstr>PowerPoint Presentation</vt:lpstr>
      <vt:lpstr>TYPE 1 HYPERVISORS</vt:lpstr>
      <vt:lpstr>TYPE 1 HYPERVISORS</vt:lpstr>
      <vt:lpstr>PowerPoint Presentation</vt:lpstr>
      <vt:lpstr>PowerPoint Presentation</vt:lpstr>
      <vt:lpstr>TYPE 2  HYPERVISORS</vt:lpstr>
      <vt:lpstr>TYPE 2  HYPERVISORS</vt:lpstr>
      <vt:lpstr>TYPE 2  HYPERVISORS</vt:lpstr>
      <vt:lpstr>TYPE 2  HYPERVISORS</vt:lpstr>
      <vt:lpstr>TYPE 2  HYPERVISORS</vt:lpstr>
      <vt:lpstr>HYPERVISORS</vt:lpstr>
      <vt:lpstr>HYPERVISORS</vt:lpstr>
      <vt:lpstr>PowerPoint Presentation</vt:lpstr>
      <vt:lpstr>PowerPoint Presentation</vt:lpstr>
      <vt:lpstr>DIFFERENCE BETWEEN VIRTUALIZATION AND  VIRTUAL COMPUTING.</vt:lpstr>
      <vt:lpstr>DIFFERENCE BETWEEN VIRTUALIZATION AND  VIRTUAL COMPUTING.</vt:lpstr>
      <vt:lpstr>DIFFERENCE BETWEEN VIRTUALIZATION AND  VIRTUAL COMPUTING.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VIRTUALISATION AND  CONTAINERS</dc:title>
  <dc:creator>sruthi</dc:creator>
  <cp:lastModifiedBy> </cp:lastModifiedBy>
  <cp:revision>54</cp:revision>
  <dcterms:modified xsi:type="dcterms:W3CDTF">2022-04-06T09:53:37Z</dcterms:modified>
</cp:coreProperties>
</file>